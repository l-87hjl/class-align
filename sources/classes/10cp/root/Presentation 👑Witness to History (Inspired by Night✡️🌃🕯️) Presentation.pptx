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y="10287000" cx="10287000"/>
  <p:notesSz cx="6858000" cy="9144000"/>
  <p:embeddedFontLst>
    <p:embeddedFont>
      <p:font typeface="Grandstander"/>
      <p:regular r:id="rId28"/>
      <p:bold r:id="rId29"/>
      <p:italic r:id="rId30"/>
      <p:boldItalic r:id="rId31"/>
    </p:embeddedFont>
    <p:embeddedFont>
      <p:font typeface="Bebas Neue"/>
      <p:regular r:id="rId32"/>
    </p:embeddedFont>
    <p:embeddedFont>
      <p:font typeface="Ranchers"/>
      <p:regular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240">
          <p15:clr>
            <a:srgbClr val="9AA0A6"/>
          </p15:clr>
        </p15:guide>
        <p15:guide id="2" pos="3240">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240" orient="horz"/>
        <p:guide pos="324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Grandstander-regular.fntdata"/><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Grandstander-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Grandstander-boldItalic.fntdata"/><Relationship Id="rId30" Type="http://schemas.openxmlformats.org/officeDocument/2006/relationships/font" Target="fonts/Grandstander-italic.fntdata"/><Relationship Id="rId11" Type="http://schemas.openxmlformats.org/officeDocument/2006/relationships/slide" Target="slides/slide6.xml"/><Relationship Id="rId33" Type="http://schemas.openxmlformats.org/officeDocument/2006/relationships/font" Target="fonts/Ranchers-regular.fntdata"/><Relationship Id="rId10" Type="http://schemas.openxmlformats.org/officeDocument/2006/relationships/slide" Target="slides/slide5.xml"/><Relationship Id="rId32" Type="http://schemas.openxmlformats.org/officeDocument/2006/relationships/font" Target="fonts/BebasNeue-regular.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714816" y="685800"/>
            <a:ext cx="3429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5" name="Shape 905"/>
        <p:cNvGrpSpPr/>
        <p:nvPr/>
      </p:nvGrpSpPr>
      <p:grpSpPr>
        <a:xfrm>
          <a:off x="0" y="0"/>
          <a:ext cx="0" cy="0"/>
          <a:chOff x="0" y="0"/>
          <a:chExt cx="0" cy="0"/>
        </a:xfrm>
      </p:grpSpPr>
      <p:sp>
        <p:nvSpPr>
          <p:cNvPr id="906" name="Google Shape;906;g191db56e964_0_1368:notes"/>
          <p:cNvSpPr/>
          <p:nvPr>
            <p:ph idx="2" type="sldImg"/>
          </p:nvPr>
        </p:nvSpPr>
        <p:spPr>
          <a:xfrm>
            <a:off x="1714800" y="685800"/>
            <a:ext cx="3429000" cy="3429000"/>
          </a:xfrm>
          <a:custGeom>
            <a:rect b="b" l="l" r="r" t="t"/>
            <a:pathLst>
              <a:path extrusionOk="0" h="120000" w="120000">
                <a:moveTo>
                  <a:pt x="0" y="0"/>
                </a:moveTo>
                <a:lnTo>
                  <a:pt x="120000" y="0"/>
                </a:lnTo>
                <a:lnTo>
                  <a:pt x="120000" y="120000"/>
                </a:lnTo>
                <a:lnTo>
                  <a:pt x="0" y="120000"/>
                </a:lnTo>
                <a:close/>
              </a:path>
            </a:pathLst>
          </a:custGeom>
        </p:spPr>
      </p:sp>
      <p:sp>
        <p:nvSpPr>
          <p:cNvPr id="907" name="Google Shape;907;g191db56e964_0_13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6" name="Shape 996"/>
        <p:cNvGrpSpPr/>
        <p:nvPr/>
      </p:nvGrpSpPr>
      <p:grpSpPr>
        <a:xfrm>
          <a:off x="0" y="0"/>
          <a:ext cx="0" cy="0"/>
          <a:chOff x="0" y="0"/>
          <a:chExt cx="0" cy="0"/>
        </a:xfrm>
      </p:grpSpPr>
      <p:sp>
        <p:nvSpPr>
          <p:cNvPr id="997" name="Google Shape;997;g255558df9fb_0_12:notes"/>
          <p:cNvSpPr/>
          <p:nvPr>
            <p:ph idx="2" type="sldImg"/>
          </p:nvPr>
        </p:nvSpPr>
        <p:spPr>
          <a:xfrm>
            <a:off x="1714816" y="685800"/>
            <a:ext cx="3429000" cy="3429000"/>
          </a:xfrm>
          <a:custGeom>
            <a:rect b="b" l="l" r="r" t="t"/>
            <a:pathLst>
              <a:path extrusionOk="0" h="120000" w="120000">
                <a:moveTo>
                  <a:pt x="0" y="0"/>
                </a:moveTo>
                <a:lnTo>
                  <a:pt x="120000" y="0"/>
                </a:lnTo>
                <a:lnTo>
                  <a:pt x="120000" y="120000"/>
                </a:lnTo>
                <a:lnTo>
                  <a:pt x="0" y="120000"/>
                </a:lnTo>
                <a:close/>
              </a:path>
            </a:pathLst>
          </a:custGeom>
        </p:spPr>
      </p:sp>
      <p:sp>
        <p:nvSpPr>
          <p:cNvPr id="998" name="Google Shape;998;g255558df9fb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8" name="Shape 1048"/>
        <p:cNvGrpSpPr/>
        <p:nvPr/>
      </p:nvGrpSpPr>
      <p:grpSpPr>
        <a:xfrm>
          <a:off x="0" y="0"/>
          <a:ext cx="0" cy="0"/>
          <a:chOff x="0" y="0"/>
          <a:chExt cx="0" cy="0"/>
        </a:xfrm>
      </p:grpSpPr>
      <p:sp>
        <p:nvSpPr>
          <p:cNvPr id="1049" name="Google Shape;1049;g255558df9fb_0_82:notes"/>
          <p:cNvSpPr/>
          <p:nvPr>
            <p:ph idx="2" type="sldImg"/>
          </p:nvPr>
        </p:nvSpPr>
        <p:spPr>
          <a:xfrm>
            <a:off x="1714816" y="685800"/>
            <a:ext cx="3429000" cy="3429000"/>
          </a:xfrm>
          <a:custGeom>
            <a:rect b="b" l="l" r="r" t="t"/>
            <a:pathLst>
              <a:path extrusionOk="0" h="120000" w="120000">
                <a:moveTo>
                  <a:pt x="0" y="0"/>
                </a:moveTo>
                <a:lnTo>
                  <a:pt x="120000" y="0"/>
                </a:lnTo>
                <a:lnTo>
                  <a:pt x="120000" y="120000"/>
                </a:lnTo>
                <a:lnTo>
                  <a:pt x="0" y="120000"/>
                </a:lnTo>
                <a:close/>
              </a:path>
            </a:pathLst>
          </a:custGeom>
        </p:spPr>
      </p:sp>
      <p:sp>
        <p:nvSpPr>
          <p:cNvPr id="1050" name="Google Shape;1050;g255558df9fb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1" name="Shape 1241"/>
        <p:cNvGrpSpPr/>
        <p:nvPr/>
      </p:nvGrpSpPr>
      <p:grpSpPr>
        <a:xfrm>
          <a:off x="0" y="0"/>
          <a:ext cx="0" cy="0"/>
          <a:chOff x="0" y="0"/>
          <a:chExt cx="0" cy="0"/>
        </a:xfrm>
      </p:grpSpPr>
      <p:sp>
        <p:nvSpPr>
          <p:cNvPr id="1242" name="Google Shape;1242;g255558df9fb_0_274:notes"/>
          <p:cNvSpPr/>
          <p:nvPr>
            <p:ph idx="2" type="sldImg"/>
          </p:nvPr>
        </p:nvSpPr>
        <p:spPr>
          <a:xfrm>
            <a:off x="1714816" y="685800"/>
            <a:ext cx="3429000" cy="3429000"/>
          </a:xfrm>
          <a:custGeom>
            <a:rect b="b" l="l" r="r" t="t"/>
            <a:pathLst>
              <a:path extrusionOk="0" h="120000" w="120000">
                <a:moveTo>
                  <a:pt x="0" y="0"/>
                </a:moveTo>
                <a:lnTo>
                  <a:pt x="120000" y="0"/>
                </a:lnTo>
                <a:lnTo>
                  <a:pt x="120000" y="120000"/>
                </a:lnTo>
                <a:lnTo>
                  <a:pt x="0" y="120000"/>
                </a:lnTo>
                <a:close/>
              </a:path>
            </a:pathLst>
          </a:custGeom>
        </p:spPr>
      </p:sp>
      <p:sp>
        <p:nvSpPr>
          <p:cNvPr id="1243" name="Google Shape;1243;g255558df9fb_0_2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7" name="Shape 1257"/>
        <p:cNvGrpSpPr/>
        <p:nvPr/>
      </p:nvGrpSpPr>
      <p:grpSpPr>
        <a:xfrm>
          <a:off x="0" y="0"/>
          <a:ext cx="0" cy="0"/>
          <a:chOff x="0" y="0"/>
          <a:chExt cx="0" cy="0"/>
        </a:xfrm>
      </p:grpSpPr>
      <p:sp>
        <p:nvSpPr>
          <p:cNvPr id="1258" name="Google Shape;1258;g255558df9fb_0_288:notes"/>
          <p:cNvSpPr/>
          <p:nvPr>
            <p:ph idx="2" type="sldImg"/>
          </p:nvPr>
        </p:nvSpPr>
        <p:spPr>
          <a:xfrm>
            <a:off x="1714816" y="685800"/>
            <a:ext cx="3429000" cy="3429000"/>
          </a:xfrm>
          <a:custGeom>
            <a:rect b="b" l="l" r="r" t="t"/>
            <a:pathLst>
              <a:path extrusionOk="0" h="120000" w="120000">
                <a:moveTo>
                  <a:pt x="0" y="0"/>
                </a:moveTo>
                <a:lnTo>
                  <a:pt x="120000" y="0"/>
                </a:lnTo>
                <a:lnTo>
                  <a:pt x="120000" y="120000"/>
                </a:lnTo>
                <a:lnTo>
                  <a:pt x="0" y="120000"/>
                </a:lnTo>
                <a:close/>
              </a:path>
            </a:pathLst>
          </a:custGeom>
        </p:spPr>
      </p:sp>
      <p:sp>
        <p:nvSpPr>
          <p:cNvPr id="1259" name="Google Shape;1259;g255558df9fb_0_2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5" name="Shape 1335"/>
        <p:cNvGrpSpPr/>
        <p:nvPr/>
      </p:nvGrpSpPr>
      <p:grpSpPr>
        <a:xfrm>
          <a:off x="0" y="0"/>
          <a:ext cx="0" cy="0"/>
          <a:chOff x="0" y="0"/>
          <a:chExt cx="0" cy="0"/>
        </a:xfrm>
      </p:grpSpPr>
      <p:sp>
        <p:nvSpPr>
          <p:cNvPr id="1336" name="Google Shape;1336;g1148a931c25_3_14158:notes"/>
          <p:cNvSpPr/>
          <p:nvPr>
            <p:ph idx="2" type="sldImg"/>
          </p:nvPr>
        </p:nvSpPr>
        <p:spPr>
          <a:xfrm>
            <a:off x="1714800" y="685800"/>
            <a:ext cx="3429000" cy="3429000"/>
          </a:xfrm>
          <a:custGeom>
            <a:rect b="b" l="l" r="r" t="t"/>
            <a:pathLst>
              <a:path extrusionOk="0" h="120000" w="120000">
                <a:moveTo>
                  <a:pt x="0" y="0"/>
                </a:moveTo>
                <a:lnTo>
                  <a:pt x="120000" y="0"/>
                </a:lnTo>
                <a:lnTo>
                  <a:pt x="120000" y="120000"/>
                </a:lnTo>
                <a:lnTo>
                  <a:pt x="0" y="120000"/>
                </a:lnTo>
                <a:close/>
              </a:path>
            </a:pathLst>
          </a:custGeom>
        </p:spPr>
      </p:sp>
      <p:sp>
        <p:nvSpPr>
          <p:cNvPr id="1337" name="Google Shape;1337;g1148a931c25_3_141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1" name="Shape 1471"/>
        <p:cNvGrpSpPr/>
        <p:nvPr/>
      </p:nvGrpSpPr>
      <p:grpSpPr>
        <a:xfrm>
          <a:off x="0" y="0"/>
          <a:ext cx="0" cy="0"/>
          <a:chOff x="0" y="0"/>
          <a:chExt cx="0" cy="0"/>
        </a:xfrm>
      </p:grpSpPr>
      <p:sp>
        <p:nvSpPr>
          <p:cNvPr id="1472" name="Google Shape;1472;g131e28a467d_0_439:notes"/>
          <p:cNvSpPr/>
          <p:nvPr>
            <p:ph idx="2" type="sldImg"/>
          </p:nvPr>
        </p:nvSpPr>
        <p:spPr>
          <a:xfrm>
            <a:off x="1714816" y="685800"/>
            <a:ext cx="3429000" cy="3429000"/>
          </a:xfrm>
          <a:custGeom>
            <a:rect b="b" l="l" r="r" t="t"/>
            <a:pathLst>
              <a:path extrusionOk="0" h="120000" w="120000">
                <a:moveTo>
                  <a:pt x="0" y="0"/>
                </a:moveTo>
                <a:lnTo>
                  <a:pt x="120000" y="0"/>
                </a:lnTo>
                <a:lnTo>
                  <a:pt x="120000" y="120000"/>
                </a:lnTo>
                <a:lnTo>
                  <a:pt x="0" y="120000"/>
                </a:lnTo>
                <a:close/>
              </a:path>
            </a:pathLst>
          </a:custGeom>
        </p:spPr>
      </p:sp>
      <p:sp>
        <p:nvSpPr>
          <p:cNvPr id="1473" name="Google Shape;1473;g131e28a467d_0_4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2" name="Shape 1502"/>
        <p:cNvGrpSpPr/>
        <p:nvPr/>
      </p:nvGrpSpPr>
      <p:grpSpPr>
        <a:xfrm>
          <a:off x="0" y="0"/>
          <a:ext cx="0" cy="0"/>
          <a:chOff x="0" y="0"/>
          <a:chExt cx="0" cy="0"/>
        </a:xfrm>
      </p:grpSpPr>
      <p:sp>
        <p:nvSpPr>
          <p:cNvPr id="1503" name="Google Shape;1503;g113dc17dd72_0_1300:notes"/>
          <p:cNvSpPr/>
          <p:nvPr>
            <p:ph idx="2" type="sldImg"/>
          </p:nvPr>
        </p:nvSpPr>
        <p:spPr>
          <a:xfrm>
            <a:off x="1714800" y="685800"/>
            <a:ext cx="3429000" cy="3429000"/>
          </a:xfrm>
          <a:custGeom>
            <a:rect b="b" l="l" r="r" t="t"/>
            <a:pathLst>
              <a:path extrusionOk="0" h="120000" w="120000">
                <a:moveTo>
                  <a:pt x="0" y="0"/>
                </a:moveTo>
                <a:lnTo>
                  <a:pt x="120000" y="0"/>
                </a:lnTo>
                <a:lnTo>
                  <a:pt x="120000" y="120000"/>
                </a:lnTo>
                <a:lnTo>
                  <a:pt x="0" y="120000"/>
                </a:lnTo>
                <a:close/>
              </a:path>
            </a:pathLst>
          </a:custGeom>
        </p:spPr>
      </p:sp>
      <p:sp>
        <p:nvSpPr>
          <p:cNvPr id="1504" name="Google Shape;1504;g113dc17dd72_0_13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6" name="Shape 1596"/>
        <p:cNvGrpSpPr/>
        <p:nvPr/>
      </p:nvGrpSpPr>
      <p:grpSpPr>
        <a:xfrm>
          <a:off x="0" y="0"/>
          <a:ext cx="0" cy="0"/>
          <a:chOff x="0" y="0"/>
          <a:chExt cx="0" cy="0"/>
        </a:xfrm>
      </p:grpSpPr>
      <p:sp>
        <p:nvSpPr>
          <p:cNvPr id="1597" name="Google Shape;1597;g255558df9fb_0_925:notes"/>
          <p:cNvSpPr/>
          <p:nvPr>
            <p:ph idx="2" type="sldImg"/>
          </p:nvPr>
        </p:nvSpPr>
        <p:spPr>
          <a:xfrm>
            <a:off x="1714800" y="685800"/>
            <a:ext cx="3429000" cy="3429000"/>
          </a:xfrm>
          <a:custGeom>
            <a:rect b="b" l="l" r="r" t="t"/>
            <a:pathLst>
              <a:path extrusionOk="0" h="120000" w="120000">
                <a:moveTo>
                  <a:pt x="0" y="0"/>
                </a:moveTo>
                <a:lnTo>
                  <a:pt x="120000" y="0"/>
                </a:lnTo>
                <a:lnTo>
                  <a:pt x="120000" y="120000"/>
                </a:lnTo>
                <a:lnTo>
                  <a:pt x="0" y="120000"/>
                </a:lnTo>
                <a:close/>
              </a:path>
            </a:pathLst>
          </a:custGeom>
        </p:spPr>
      </p:sp>
      <p:sp>
        <p:nvSpPr>
          <p:cNvPr id="1598" name="Google Shape;1598;g255558df9fb_0_9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5" name="Shape 1635"/>
        <p:cNvGrpSpPr/>
        <p:nvPr/>
      </p:nvGrpSpPr>
      <p:grpSpPr>
        <a:xfrm>
          <a:off x="0" y="0"/>
          <a:ext cx="0" cy="0"/>
          <a:chOff x="0" y="0"/>
          <a:chExt cx="0" cy="0"/>
        </a:xfrm>
      </p:grpSpPr>
      <p:sp>
        <p:nvSpPr>
          <p:cNvPr id="1636" name="Google Shape;1636;g255558df9fb_0_398:notes"/>
          <p:cNvSpPr/>
          <p:nvPr>
            <p:ph idx="2" type="sldImg"/>
          </p:nvPr>
        </p:nvSpPr>
        <p:spPr>
          <a:xfrm>
            <a:off x="1714800" y="685800"/>
            <a:ext cx="3429000" cy="3429000"/>
          </a:xfrm>
          <a:custGeom>
            <a:rect b="b" l="l" r="r" t="t"/>
            <a:pathLst>
              <a:path extrusionOk="0" h="120000" w="120000">
                <a:moveTo>
                  <a:pt x="0" y="0"/>
                </a:moveTo>
                <a:lnTo>
                  <a:pt x="120000" y="0"/>
                </a:lnTo>
                <a:lnTo>
                  <a:pt x="120000" y="120000"/>
                </a:lnTo>
                <a:lnTo>
                  <a:pt x="0" y="120000"/>
                </a:lnTo>
                <a:close/>
              </a:path>
            </a:pathLst>
          </a:custGeom>
        </p:spPr>
      </p:sp>
      <p:sp>
        <p:nvSpPr>
          <p:cNvPr id="1637" name="Google Shape;1637;g255558df9fb_0_3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8" name="Shape 1738"/>
        <p:cNvGrpSpPr/>
        <p:nvPr/>
      </p:nvGrpSpPr>
      <p:grpSpPr>
        <a:xfrm>
          <a:off x="0" y="0"/>
          <a:ext cx="0" cy="0"/>
          <a:chOff x="0" y="0"/>
          <a:chExt cx="0" cy="0"/>
        </a:xfrm>
      </p:grpSpPr>
      <p:sp>
        <p:nvSpPr>
          <p:cNvPr id="1739" name="Google Shape;1739;g255558df9fb_0_966:notes"/>
          <p:cNvSpPr/>
          <p:nvPr>
            <p:ph idx="2" type="sldImg"/>
          </p:nvPr>
        </p:nvSpPr>
        <p:spPr>
          <a:xfrm>
            <a:off x="1714800" y="685800"/>
            <a:ext cx="3429000" cy="3429000"/>
          </a:xfrm>
          <a:custGeom>
            <a:rect b="b" l="l" r="r" t="t"/>
            <a:pathLst>
              <a:path extrusionOk="0" h="120000" w="120000">
                <a:moveTo>
                  <a:pt x="0" y="0"/>
                </a:moveTo>
                <a:lnTo>
                  <a:pt x="120000" y="0"/>
                </a:lnTo>
                <a:lnTo>
                  <a:pt x="120000" y="120000"/>
                </a:lnTo>
                <a:lnTo>
                  <a:pt x="0" y="120000"/>
                </a:lnTo>
                <a:close/>
              </a:path>
            </a:pathLst>
          </a:custGeom>
        </p:spPr>
      </p:sp>
      <p:sp>
        <p:nvSpPr>
          <p:cNvPr id="1740" name="Google Shape;1740;g255558df9fb_0_9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8" name="Shape 1768"/>
        <p:cNvGrpSpPr/>
        <p:nvPr/>
      </p:nvGrpSpPr>
      <p:grpSpPr>
        <a:xfrm>
          <a:off x="0" y="0"/>
          <a:ext cx="0" cy="0"/>
          <a:chOff x="0" y="0"/>
          <a:chExt cx="0" cy="0"/>
        </a:xfrm>
      </p:grpSpPr>
      <p:sp>
        <p:nvSpPr>
          <p:cNvPr id="1769" name="Google Shape;1769;g255558df9fb_0_503:notes"/>
          <p:cNvSpPr/>
          <p:nvPr>
            <p:ph idx="2" type="sldImg"/>
          </p:nvPr>
        </p:nvSpPr>
        <p:spPr>
          <a:xfrm>
            <a:off x="1714800" y="685800"/>
            <a:ext cx="3429000" cy="3429000"/>
          </a:xfrm>
          <a:custGeom>
            <a:rect b="b" l="l" r="r" t="t"/>
            <a:pathLst>
              <a:path extrusionOk="0" h="120000" w="120000">
                <a:moveTo>
                  <a:pt x="0" y="0"/>
                </a:moveTo>
                <a:lnTo>
                  <a:pt x="120000" y="0"/>
                </a:lnTo>
                <a:lnTo>
                  <a:pt x="120000" y="120000"/>
                </a:lnTo>
                <a:lnTo>
                  <a:pt x="0" y="120000"/>
                </a:lnTo>
                <a:close/>
              </a:path>
            </a:pathLst>
          </a:custGeom>
        </p:spPr>
      </p:sp>
      <p:sp>
        <p:nvSpPr>
          <p:cNvPr id="1770" name="Google Shape;1770;g255558df9fb_0_5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3" name="Shape 1863"/>
        <p:cNvGrpSpPr/>
        <p:nvPr/>
      </p:nvGrpSpPr>
      <p:grpSpPr>
        <a:xfrm>
          <a:off x="0" y="0"/>
          <a:ext cx="0" cy="0"/>
          <a:chOff x="0" y="0"/>
          <a:chExt cx="0" cy="0"/>
        </a:xfrm>
      </p:grpSpPr>
      <p:sp>
        <p:nvSpPr>
          <p:cNvPr id="1864" name="Google Shape;1864;g255558df9fb_0_1002:notes"/>
          <p:cNvSpPr/>
          <p:nvPr>
            <p:ph idx="2" type="sldImg"/>
          </p:nvPr>
        </p:nvSpPr>
        <p:spPr>
          <a:xfrm>
            <a:off x="1714800" y="685800"/>
            <a:ext cx="3429000" cy="3429000"/>
          </a:xfrm>
          <a:custGeom>
            <a:rect b="b" l="l" r="r" t="t"/>
            <a:pathLst>
              <a:path extrusionOk="0" h="120000" w="120000">
                <a:moveTo>
                  <a:pt x="0" y="0"/>
                </a:moveTo>
                <a:lnTo>
                  <a:pt x="120000" y="0"/>
                </a:lnTo>
                <a:lnTo>
                  <a:pt x="120000" y="120000"/>
                </a:lnTo>
                <a:lnTo>
                  <a:pt x="0" y="120000"/>
                </a:lnTo>
                <a:close/>
              </a:path>
            </a:pathLst>
          </a:custGeom>
        </p:spPr>
      </p:sp>
      <p:sp>
        <p:nvSpPr>
          <p:cNvPr id="1865" name="Google Shape;1865;g255558df9fb_0_10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3" name="Shape 1893"/>
        <p:cNvGrpSpPr/>
        <p:nvPr/>
      </p:nvGrpSpPr>
      <p:grpSpPr>
        <a:xfrm>
          <a:off x="0" y="0"/>
          <a:ext cx="0" cy="0"/>
          <a:chOff x="0" y="0"/>
          <a:chExt cx="0" cy="0"/>
        </a:xfrm>
      </p:grpSpPr>
      <p:sp>
        <p:nvSpPr>
          <p:cNvPr id="1894" name="Google Shape;1894;g131e28a467d_0_425:notes"/>
          <p:cNvSpPr/>
          <p:nvPr>
            <p:ph idx="2" type="sldImg"/>
          </p:nvPr>
        </p:nvSpPr>
        <p:spPr>
          <a:xfrm>
            <a:off x="1714816" y="685800"/>
            <a:ext cx="3429000" cy="3429000"/>
          </a:xfrm>
          <a:custGeom>
            <a:rect b="b" l="l" r="r" t="t"/>
            <a:pathLst>
              <a:path extrusionOk="0" h="120000" w="120000">
                <a:moveTo>
                  <a:pt x="0" y="0"/>
                </a:moveTo>
                <a:lnTo>
                  <a:pt x="120000" y="0"/>
                </a:lnTo>
                <a:lnTo>
                  <a:pt x="120000" y="120000"/>
                </a:lnTo>
                <a:lnTo>
                  <a:pt x="0" y="120000"/>
                </a:lnTo>
                <a:close/>
              </a:path>
            </a:pathLst>
          </a:custGeom>
        </p:spPr>
      </p:sp>
      <p:sp>
        <p:nvSpPr>
          <p:cNvPr id="1895" name="Google Shape;1895;g131e28a467d_0_4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5" name="Shape 2005"/>
        <p:cNvGrpSpPr/>
        <p:nvPr/>
      </p:nvGrpSpPr>
      <p:grpSpPr>
        <a:xfrm>
          <a:off x="0" y="0"/>
          <a:ext cx="0" cy="0"/>
          <a:chOff x="0" y="0"/>
          <a:chExt cx="0" cy="0"/>
        </a:xfrm>
      </p:grpSpPr>
      <p:sp>
        <p:nvSpPr>
          <p:cNvPr id="2006" name="Google Shape;2006;g255558df9fb_0_1186:notes"/>
          <p:cNvSpPr/>
          <p:nvPr>
            <p:ph idx="2" type="sldImg"/>
          </p:nvPr>
        </p:nvSpPr>
        <p:spPr>
          <a:xfrm>
            <a:off x="1714800" y="685800"/>
            <a:ext cx="3429000" cy="3429000"/>
          </a:xfrm>
          <a:custGeom>
            <a:rect b="b" l="l" r="r" t="t"/>
            <a:pathLst>
              <a:path extrusionOk="0" h="120000" w="120000">
                <a:moveTo>
                  <a:pt x="0" y="0"/>
                </a:moveTo>
                <a:lnTo>
                  <a:pt x="120000" y="0"/>
                </a:lnTo>
                <a:lnTo>
                  <a:pt x="120000" y="120000"/>
                </a:lnTo>
                <a:lnTo>
                  <a:pt x="0" y="120000"/>
                </a:lnTo>
                <a:close/>
              </a:path>
            </a:pathLst>
          </a:custGeom>
        </p:spPr>
      </p:sp>
      <p:sp>
        <p:nvSpPr>
          <p:cNvPr id="2007" name="Google Shape;2007;g255558df9fb_0_11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9" name="Shape 2019"/>
        <p:cNvGrpSpPr/>
        <p:nvPr/>
      </p:nvGrpSpPr>
      <p:grpSpPr>
        <a:xfrm>
          <a:off x="0" y="0"/>
          <a:ext cx="0" cy="0"/>
          <a:chOff x="0" y="0"/>
          <a:chExt cx="0" cy="0"/>
        </a:xfrm>
      </p:grpSpPr>
      <p:sp>
        <p:nvSpPr>
          <p:cNvPr id="2020" name="Google Shape;2020;g255558df9fb_0_696:notes"/>
          <p:cNvSpPr/>
          <p:nvPr>
            <p:ph idx="2" type="sldImg"/>
          </p:nvPr>
        </p:nvSpPr>
        <p:spPr>
          <a:xfrm>
            <a:off x="1714800" y="685800"/>
            <a:ext cx="3429000" cy="3429000"/>
          </a:xfrm>
          <a:custGeom>
            <a:rect b="b" l="l" r="r" t="t"/>
            <a:pathLst>
              <a:path extrusionOk="0" h="120000" w="120000">
                <a:moveTo>
                  <a:pt x="0" y="0"/>
                </a:moveTo>
                <a:lnTo>
                  <a:pt x="120000" y="0"/>
                </a:lnTo>
                <a:lnTo>
                  <a:pt x="120000" y="120000"/>
                </a:lnTo>
                <a:lnTo>
                  <a:pt x="0" y="120000"/>
                </a:lnTo>
                <a:close/>
              </a:path>
            </a:pathLst>
          </a:custGeom>
        </p:spPr>
      </p:sp>
      <p:sp>
        <p:nvSpPr>
          <p:cNvPr id="2021" name="Google Shape;2021;g255558df9fb_0_6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3" name="Shape 2223"/>
        <p:cNvGrpSpPr/>
        <p:nvPr/>
      </p:nvGrpSpPr>
      <p:grpSpPr>
        <a:xfrm>
          <a:off x="0" y="0"/>
          <a:ext cx="0" cy="0"/>
          <a:chOff x="0" y="0"/>
          <a:chExt cx="0" cy="0"/>
        </a:xfrm>
      </p:grpSpPr>
      <p:sp>
        <p:nvSpPr>
          <p:cNvPr id="2224" name="Google Shape;2224;g114eb6feee5_0_309:notes"/>
          <p:cNvSpPr/>
          <p:nvPr>
            <p:ph idx="2" type="sldImg"/>
          </p:nvPr>
        </p:nvSpPr>
        <p:spPr>
          <a:xfrm>
            <a:off x="1714800" y="685800"/>
            <a:ext cx="3429000" cy="3429000"/>
          </a:xfrm>
          <a:custGeom>
            <a:rect b="b" l="l" r="r" t="t"/>
            <a:pathLst>
              <a:path extrusionOk="0" h="120000" w="120000">
                <a:moveTo>
                  <a:pt x="0" y="0"/>
                </a:moveTo>
                <a:lnTo>
                  <a:pt x="120000" y="0"/>
                </a:lnTo>
                <a:lnTo>
                  <a:pt x="120000" y="120000"/>
                </a:lnTo>
                <a:lnTo>
                  <a:pt x="0" y="120000"/>
                </a:lnTo>
                <a:close/>
              </a:path>
            </a:pathLst>
          </a:custGeom>
        </p:spPr>
      </p:sp>
      <p:sp>
        <p:nvSpPr>
          <p:cNvPr id="2225" name="Google Shape;2225;g114eb6feee5_0_3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0" name="Shape 2250"/>
        <p:cNvGrpSpPr/>
        <p:nvPr/>
      </p:nvGrpSpPr>
      <p:grpSpPr>
        <a:xfrm>
          <a:off x="0" y="0"/>
          <a:ext cx="0" cy="0"/>
          <a:chOff x="0" y="0"/>
          <a:chExt cx="0" cy="0"/>
        </a:xfrm>
      </p:grpSpPr>
      <p:sp>
        <p:nvSpPr>
          <p:cNvPr id="2251" name="Google Shape;2251;g113dc17dd72_0_148:notes"/>
          <p:cNvSpPr/>
          <p:nvPr>
            <p:ph idx="2" type="sldImg"/>
          </p:nvPr>
        </p:nvSpPr>
        <p:spPr>
          <a:xfrm>
            <a:off x="1714800" y="685800"/>
            <a:ext cx="3429000" cy="3429000"/>
          </a:xfrm>
          <a:custGeom>
            <a:rect b="b" l="l" r="r" t="t"/>
            <a:pathLst>
              <a:path extrusionOk="0" h="120000" w="120000">
                <a:moveTo>
                  <a:pt x="0" y="0"/>
                </a:moveTo>
                <a:lnTo>
                  <a:pt x="120000" y="0"/>
                </a:lnTo>
                <a:lnTo>
                  <a:pt x="120000" y="120000"/>
                </a:lnTo>
                <a:lnTo>
                  <a:pt x="0" y="120000"/>
                </a:lnTo>
                <a:close/>
              </a:path>
            </a:pathLst>
          </a:custGeom>
        </p:spPr>
      </p:sp>
      <p:sp>
        <p:nvSpPr>
          <p:cNvPr id="2252" name="Google Shape;2252;g113dc17dd72_0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4" name="Shape 2404"/>
        <p:cNvGrpSpPr/>
        <p:nvPr/>
      </p:nvGrpSpPr>
      <p:grpSpPr>
        <a:xfrm>
          <a:off x="0" y="0"/>
          <a:ext cx="0" cy="0"/>
          <a:chOff x="0" y="0"/>
          <a:chExt cx="0" cy="0"/>
        </a:xfrm>
      </p:grpSpPr>
      <p:sp>
        <p:nvSpPr>
          <p:cNvPr id="2405" name="Google Shape;2405;g113dc17dd72_0_276:notes"/>
          <p:cNvSpPr/>
          <p:nvPr>
            <p:ph idx="2" type="sldImg"/>
          </p:nvPr>
        </p:nvSpPr>
        <p:spPr>
          <a:xfrm>
            <a:off x="1714800" y="685800"/>
            <a:ext cx="3429000" cy="3429000"/>
          </a:xfrm>
          <a:custGeom>
            <a:rect b="b" l="l" r="r" t="t"/>
            <a:pathLst>
              <a:path extrusionOk="0" h="120000" w="120000">
                <a:moveTo>
                  <a:pt x="0" y="0"/>
                </a:moveTo>
                <a:lnTo>
                  <a:pt x="120000" y="0"/>
                </a:lnTo>
                <a:lnTo>
                  <a:pt x="120000" y="120000"/>
                </a:lnTo>
                <a:lnTo>
                  <a:pt x="0" y="120000"/>
                </a:lnTo>
                <a:close/>
              </a:path>
            </a:pathLst>
          </a:custGeom>
        </p:spPr>
      </p:sp>
      <p:sp>
        <p:nvSpPr>
          <p:cNvPr id="2406" name="Google Shape;2406;g113dc17dd72_0_2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6" name="Shape 2436"/>
        <p:cNvGrpSpPr/>
        <p:nvPr/>
      </p:nvGrpSpPr>
      <p:grpSpPr>
        <a:xfrm>
          <a:off x="0" y="0"/>
          <a:ext cx="0" cy="0"/>
          <a:chOff x="0" y="0"/>
          <a:chExt cx="0" cy="0"/>
        </a:xfrm>
      </p:grpSpPr>
      <p:sp>
        <p:nvSpPr>
          <p:cNvPr id="2437" name="Google Shape;2437;g131e28a467d_0_119:notes"/>
          <p:cNvSpPr/>
          <p:nvPr>
            <p:ph idx="2" type="sldImg"/>
          </p:nvPr>
        </p:nvSpPr>
        <p:spPr>
          <a:xfrm>
            <a:off x="1714816" y="685800"/>
            <a:ext cx="3429000" cy="3429000"/>
          </a:xfrm>
          <a:custGeom>
            <a:rect b="b" l="l" r="r" t="t"/>
            <a:pathLst>
              <a:path extrusionOk="0" h="120000" w="120000">
                <a:moveTo>
                  <a:pt x="0" y="0"/>
                </a:moveTo>
                <a:lnTo>
                  <a:pt x="120000" y="0"/>
                </a:lnTo>
                <a:lnTo>
                  <a:pt x="120000" y="120000"/>
                </a:lnTo>
                <a:lnTo>
                  <a:pt x="0" y="120000"/>
                </a:lnTo>
                <a:close/>
              </a:path>
            </a:pathLst>
          </a:custGeom>
        </p:spPr>
      </p:sp>
      <p:sp>
        <p:nvSpPr>
          <p:cNvPr id="2438" name="Google Shape;2438;g131e28a467d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4" name="Shape 2444"/>
        <p:cNvGrpSpPr/>
        <p:nvPr/>
      </p:nvGrpSpPr>
      <p:grpSpPr>
        <a:xfrm>
          <a:off x="0" y="0"/>
          <a:ext cx="0" cy="0"/>
          <a:chOff x="0" y="0"/>
          <a:chExt cx="0" cy="0"/>
        </a:xfrm>
      </p:grpSpPr>
      <p:sp>
        <p:nvSpPr>
          <p:cNvPr id="2445" name="Google Shape;2445;g134257b3b8d_2_29:notes"/>
          <p:cNvSpPr/>
          <p:nvPr>
            <p:ph idx="2" type="sldImg"/>
          </p:nvPr>
        </p:nvSpPr>
        <p:spPr>
          <a:xfrm>
            <a:off x="1714816" y="685800"/>
            <a:ext cx="3429000" cy="3429000"/>
          </a:xfrm>
          <a:custGeom>
            <a:rect b="b" l="l" r="r" t="t"/>
            <a:pathLst>
              <a:path extrusionOk="0" h="120000" w="120000">
                <a:moveTo>
                  <a:pt x="0" y="0"/>
                </a:moveTo>
                <a:lnTo>
                  <a:pt x="120000" y="0"/>
                </a:lnTo>
                <a:lnTo>
                  <a:pt x="120000" y="120000"/>
                </a:lnTo>
                <a:lnTo>
                  <a:pt x="0" y="120000"/>
                </a:lnTo>
                <a:close/>
              </a:path>
            </a:pathLst>
          </a:custGeom>
        </p:spPr>
      </p:sp>
      <p:sp>
        <p:nvSpPr>
          <p:cNvPr id="2446" name="Google Shape;2446;g134257b3b8d_2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6" name="Shape 2716"/>
        <p:cNvGrpSpPr/>
        <p:nvPr/>
      </p:nvGrpSpPr>
      <p:grpSpPr>
        <a:xfrm>
          <a:off x="0" y="0"/>
          <a:ext cx="0" cy="0"/>
          <a:chOff x="0" y="0"/>
          <a:chExt cx="0" cy="0"/>
        </a:xfrm>
      </p:grpSpPr>
      <p:sp>
        <p:nvSpPr>
          <p:cNvPr id="2717" name="Google Shape;2717;g131e28a467d_0_332:notes"/>
          <p:cNvSpPr/>
          <p:nvPr>
            <p:ph idx="2" type="sldImg"/>
          </p:nvPr>
        </p:nvSpPr>
        <p:spPr>
          <a:xfrm>
            <a:off x="1714816" y="685800"/>
            <a:ext cx="3429000" cy="3429000"/>
          </a:xfrm>
          <a:custGeom>
            <a:rect b="b" l="l" r="r" t="t"/>
            <a:pathLst>
              <a:path extrusionOk="0" h="120000" w="120000">
                <a:moveTo>
                  <a:pt x="0" y="0"/>
                </a:moveTo>
                <a:lnTo>
                  <a:pt x="120000" y="0"/>
                </a:lnTo>
                <a:lnTo>
                  <a:pt x="120000" y="120000"/>
                </a:lnTo>
                <a:lnTo>
                  <a:pt x="0" y="120000"/>
                </a:lnTo>
                <a:close/>
              </a:path>
            </a:pathLst>
          </a:custGeom>
        </p:spPr>
      </p:sp>
      <p:sp>
        <p:nvSpPr>
          <p:cNvPr id="2718" name="Google Shape;2718;g131e28a467d_0_3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s://flaticon.com/" TargetMode="External"/><Relationship Id="rId4" Type="http://schemas.openxmlformats.org/officeDocument/2006/relationships/hyperlink" Target="https://freepik.com/" TargetMode="Externa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txBox="1"/>
          <p:nvPr>
            <p:ph type="ctrTitle"/>
          </p:nvPr>
        </p:nvSpPr>
        <p:spPr>
          <a:xfrm>
            <a:off x="1336600" y="889725"/>
            <a:ext cx="7613700" cy="21255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SzPts val="8100"/>
              <a:buNone/>
              <a:defRPr sz="13000"/>
            </a:lvl1pPr>
            <a:lvl2pPr lvl="1" algn="l">
              <a:lnSpc>
                <a:spcPct val="100000"/>
              </a:lnSpc>
              <a:spcBef>
                <a:spcPts val="0"/>
              </a:spcBef>
              <a:spcAft>
                <a:spcPts val="0"/>
              </a:spcAft>
              <a:buSzPts val="8100"/>
              <a:buNone/>
              <a:defRPr sz="8100"/>
            </a:lvl2pPr>
            <a:lvl3pPr lvl="2" algn="l">
              <a:lnSpc>
                <a:spcPct val="100000"/>
              </a:lnSpc>
              <a:spcBef>
                <a:spcPts val="0"/>
              </a:spcBef>
              <a:spcAft>
                <a:spcPts val="0"/>
              </a:spcAft>
              <a:buSzPts val="8100"/>
              <a:buNone/>
              <a:defRPr sz="8100"/>
            </a:lvl3pPr>
            <a:lvl4pPr lvl="3" algn="l">
              <a:lnSpc>
                <a:spcPct val="100000"/>
              </a:lnSpc>
              <a:spcBef>
                <a:spcPts val="0"/>
              </a:spcBef>
              <a:spcAft>
                <a:spcPts val="0"/>
              </a:spcAft>
              <a:buSzPts val="8100"/>
              <a:buNone/>
              <a:defRPr sz="8100"/>
            </a:lvl4pPr>
            <a:lvl5pPr lvl="4" algn="l">
              <a:lnSpc>
                <a:spcPct val="100000"/>
              </a:lnSpc>
              <a:spcBef>
                <a:spcPts val="0"/>
              </a:spcBef>
              <a:spcAft>
                <a:spcPts val="0"/>
              </a:spcAft>
              <a:buSzPts val="8100"/>
              <a:buNone/>
              <a:defRPr sz="8100"/>
            </a:lvl5pPr>
            <a:lvl6pPr lvl="5" algn="l">
              <a:lnSpc>
                <a:spcPct val="100000"/>
              </a:lnSpc>
              <a:spcBef>
                <a:spcPts val="0"/>
              </a:spcBef>
              <a:spcAft>
                <a:spcPts val="0"/>
              </a:spcAft>
              <a:buSzPts val="8100"/>
              <a:buNone/>
              <a:defRPr sz="8100"/>
            </a:lvl6pPr>
            <a:lvl7pPr lvl="6" algn="l">
              <a:lnSpc>
                <a:spcPct val="100000"/>
              </a:lnSpc>
              <a:spcBef>
                <a:spcPts val="0"/>
              </a:spcBef>
              <a:spcAft>
                <a:spcPts val="0"/>
              </a:spcAft>
              <a:buSzPts val="8100"/>
              <a:buNone/>
              <a:defRPr sz="8100"/>
            </a:lvl7pPr>
            <a:lvl8pPr lvl="7" algn="l">
              <a:lnSpc>
                <a:spcPct val="100000"/>
              </a:lnSpc>
              <a:spcBef>
                <a:spcPts val="0"/>
              </a:spcBef>
              <a:spcAft>
                <a:spcPts val="0"/>
              </a:spcAft>
              <a:buSzPts val="8100"/>
              <a:buNone/>
              <a:defRPr sz="8100"/>
            </a:lvl8pPr>
            <a:lvl9pPr lvl="8" algn="l">
              <a:lnSpc>
                <a:spcPct val="100000"/>
              </a:lnSpc>
              <a:spcBef>
                <a:spcPts val="0"/>
              </a:spcBef>
              <a:spcAft>
                <a:spcPts val="0"/>
              </a:spcAft>
              <a:buSzPts val="8100"/>
              <a:buNone/>
              <a:defRPr sz="8100"/>
            </a:lvl9pPr>
          </a:lstStyle>
          <a:p/>
        </p:txBody>
      </p:sp>
      <p:sp>
        <p:nvSpPr>
          <p:cNvPr id="10" name="Google Shape;10;p2"/>
          <p:cNvSpPr txBox="1"/>
          <p:nvPr>
            <p:ph idx="1" type="subTitle"/>
          </p:nvPr>
        </p:nvSpPr>
        <p:spPr>
          <a:xfrm>
            <a:off x="907475" y="2762477"/>
            <a:ext cx="8472000" cy="6369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200"/>
              <a:buNone/>
              <a:defRPr sz="3000">
                <a:solidFill>
                  <a:schemeClr val="dk1"/>
                </a:solidFill>
              </a:defRPr>
            </a:lvl1pPr>
            <a:lvl2pPr lvl="1">
              <a:spcBef>
                <a:spcPts val="0"/>
              </a:spcBef>
              <a:spcAft>
                <a:spcPts val="0"/>
              </a:spcAft>
              <a:buClr>
                <a:schemeClr val="dk1"/>
              </a:buClr>
              <a:buSzPts val="2200"/>
              <a:buNone/>
              <a:defRPr>
                <a:solidFill>
                  <a:schemeClr val="dk1"/>
                </a:solidFill>
              </a:defRPr>
            </a:lvl2pPr>
            <a:lvl3pPr lvl="2">
              <a:spcBef>
                <a:spcPts val="0"/>
              </a:spcBef>
              <a:spcAft>
                <a:spcPts val="0"/>
              </a:spcAft>
              <a:buClr>
                <a:schemeClr val="dk1"/>
              </a:buClr>
              <a:buSzPts val="2200"/>
              <a:buNone/>
              <a:defRPr>
                <a:solidFill>
                  <a:schemeClr val="dk1"/>
                </a:solidFill>
              </a:defRPr>
            </a:lvl3pPr>
            <a:lvl4pPr lvl="3">
              <a:spcBef>
                <a:spcPts val="0"/>
              </a:spcBef>
              <a:spcAft>
                <a:spcPts val="0"/>
              </a:spcAft>
              <a:buClr>
                <a:schemeClr val="dk1"/>
              </a:buClr>
              <a:buSzPts val="2200"/>
              <a:buNone/>
              <a:defRPr>
                <a:solidFill>
                  <a:schemeClr val="dk1"/>
                </a:solidFill>
              </a:defRPr>
            </a:lvl4pPr>
            <a:lvl5pPr lvl="4">
              <a:spcBef>
                <a:spcPts val="0"/>
              </a:spcBef>
              <a:spcAft>
                <a:spcPts val="0"/>
              </a:spcAft>
              <a:buClr>
                <a:schemeClr val="dk1"/>
              </a:buClr>
              <a:buSzPts val="2200"/>
              <a:buNone/>
              <a:defRPr>
                <a:solidFill>
                  <a:schemeClr val="dk1"/>
                </a:solidFill>
              </a:defRPr>
            </a:lvl5pPr>
            <a:lvl6pPr lvl="5">
              <a:spcBef>
                <a:spcPts val="0"/>
              </a:spcBef>
              <a:spcAft>
                <a:spcPts val="0"/>
              </a:spcAft>
              <a:buClr>
                <a:schemeClr val="dk1"/>
              </a:buClr>
              <a:buSzPts val="2200"/>
              <a:buNone/>
              <a:defRPr>
                <a:solidFill>
                  <a:schemeClr val="dk1"/>
                </a:solidFill>
              </a:defRPr>
            </a:lvl6pPr>
            <a:lvl7pPr lvl="6">
              <a:spcBef>
                <a:spcPts val="0"/>
              </a:spcBef>
              <a:spcAft>
                <a:spcPts val="0"/>
              </a:spcAft>
              <a:buClr>
                <a:schemeClr val="dk1"/>
              </a:buClr>
              <a:buSzPts val="2200"/>
              <a:buNone/>
              <a:defRPr>
                <a:solidFill>
                  <a:schemeClr val="dk1"/>
                </a:solidFill>
              </a:defRPr>
            </a:lvl7pPr>
            <a:lvl8pPr lvl="7">
              <a:spcBef>
                <a:spcPts val="0"/>
              </a:spcBef>
              <a:spcAft>
                <a:spcPts val="0"/>
              </a:spcAft>
              <a:buClr>
                <a:schemeClr val="dk1"/>
              </a:buClr>
              <a:buSzPts val="2200"/>
              <a:buNone/>
              <a:defRPr>
                <a:solidFill>
                  <a:schemeClr val="dk1"/>
                </a:solidFill>
              </a:defRPr>
            </a:lvl8pPr>
            <a:lvl9pPr lvl="8">
              <a:spcBef>
                <a:spcPts val="0"/>
              </a:spcBef>
              <a:spcAft>
                <a:spcPts val="0"/>
              </a:spcAft>
              <a:buClr>
                <a:schemeClr val="dk1"/>
              </a:buClr>
              <a:buSzPts val="2200"/>
              <a:buNone/>
              <a:defRPr>
                <a:solidFill>
                  <a:schemeClr val="dk1"/>
                </a:solidFill>
              </a:defRPr>
            </a:lvl9pPr>
          </a:lstStyle>
          <a:p/>
        </p:txBody>
      </p:sp>
      <p:sp>
        <p:nvSpPr>
          <p:cNvPr id="11" name="Google Shape;11;p2"/>
          <p:cNvSpPr/>
          <p:nvPr/>
        </p:nvSpPr>
        <p:spPr>
          <a:xfrm>
            <a:off x="9261589" y="9083660"/>
            <a:ext cx="830723" cy="773578"/>
          </a:xfrm>
          <a:custGeom>
            <a:rect b="b" l="l" r="r" t="t"/>
            <a:pathLst>
              <a:path extrusionOk="0" h="1638" w="1759">
                <a:moveTo>
                  <a:pt x="1074" y="1"/>
                </a:moveTo>
                <a:cubicBezTo>
                  <a:pt x="1067" y="1"/>
                  <a:pt x="1060" y="3"/>
                  <a:pt x="1054" y="5"/>
                </a:cubicBezTo>
                <a:cubicBezTo>
                  <a:pt x="1041" y="18"/>
                  <a:pt x="1025" y="29"/>
                  <a:pt x="1014" y="41"/>
                </a:cubicBezTo>
                <a:cubicBezTo>
                  <a:pt x="1006" y="53"/>
                  <a:pt x="994" y="65"/>
                  <a:pt x="983" y="76"/>
                </a:cubicBezTo>
                <a:cubicBezTo>
                  <a:pt x="947" y="124"/>
                  <a:pt x="912" y="171"/>
                  <a:pt x="872" y="214"/>
                </a:cubicBezTo>
                <a:cubicBezTo>
                  <a:pt x="836" y="262"/>
                  <a:pt x="805" y="309"/>
                  <a:pt x="774" y="356"/>
                </a:cubicBezTo>
                <a:cubicBezTo>
                  <a:pt x="761" y="376"/>
                  <a:pt x="750" y="404"/>
                  <a:pt x="734" y="424"/>
                </a:cubicBezTo>
                <a:cubicBezTo>
                  <a:pt x="723" y="435"/>
                  <a:pt x="710" y="451"/>
                  <a:pt x="703" y="462"/>
                </a:cubicBezTo>
                <a:cubicBezTo>
                  <a:pt x="699" y="473"/>
                  <a:pt x="687" y="508"/>
                  <a:pt x="673" y="508"/>
                </a:cubicBezTo>
                <a:cubicBezTo>
                  <a:pt x="671" y="508"/>
                  <a:pt x="669" y="507"/>
                  <a:pt x="667" y="506"/>
                </a:cubicBezTo>
                <a:cubicBezTo>
                  <a:pt x="659" y="502"/>
                  <a:pt x="659" y="495"/>
                  <a:pt x="652" y="495"/>
                </a:cubicBezTo>
                <a:cubicBezTo>
                  <a:pt x="643" y="495"/>
                  <a:pt x="639" y="498"/>
                  <a:pt x="632" y="498"/>
                </a:cubicBezTo>
                <a:cubicBezTo>
                  <a:pt x="625" y="500"/>
                  <a:pt x="618" y="500"/>
                  <a:pt x="611" y="500"/>
                </a:cubicBezTo>
                <a:cubicBezTo>
                  <a:pt x="596" y="500"/>
                  <a:pt x="582" y="498"/>
                  <a:pt x="568" y="498"/>
                </a:cubicBezTo>
                <a:cubicBezTo>
                  <a:pt x="545" y="495"/>
                  <a:pt x="517" y="491"/>
                  <a:pt x="494" y="491"/>
                </a:cubicBezTo>
                <a:cubicBezTo>
                  <a:pt x="454" y="486"/>
                  <a:pt x="415" y="482"/>
                  <a:pt x="379" y="479"/>
                </a:cubicBezTo>
                <a:cubicBezTo>
                  <a:pt x="359" y="479"/>
                  <a:pt x="339" y="475"/>
                  <a:pt x="320" y="475"/>
                </a:cubicBezTo>
                <a:cubicBezTo>
                  <a:pt x="273" y="471"/>
                  <a:pt x="226" y="462"/>
                  <a:pt x="178" y="462"/>
                </a:cubicBezTo>
                <a:cubicBezTo>
                  <a:pt x="170" y="462"/>
                  <a:pt x="164" y="461"/>
                  <a:pt x="157" y="461"/>
                </a:cubicBezTo>
                <a:cubicBezTo>
                  <a:pt x="154" y="461"/>
                  <a:pt x="150" y="461"/>
                  <a:pt x="146" y="462"/>
                </a:cubicBezTo>
                <a:cubicBezTo>
                  <a:pt x="139" y="462"/>
                  <a:pt x="135" y="462"/>
                  <a:pt x="123" y="459"/>
                </a:cubicBezTo>
                <a:cubicBezTo>
                  <a:pt x="103" y="455"/>
                  <a:pt x="79" y="451"/>
                  <a:pt x="60" y="451"/>
                </a:cubicBezTo>
                <a:cubicBezTo>
                  <a:pt x="48" y="455"/>
                  <a:pt x="36" y="451"/>
                  <a:pt x="28" y="459"/>
                </a:cubicBezTo>
                <a:cubicBezTo>
                  <a:pt x="24" y="462"/>
                  <a:pt x="13" y="471"/>
                  <a:pt x="8" y="479"/>
                </a:cubicBezTo>
                <a:cubicBezTo>
                  <a:pt x="0" y="491"/>
                  <a:pt x="13" y="502"/>
                  <a:pt x="17" y="514"/>
                </a:cubicBezTo>
                <a:cubicBezTo>
                  <a:pt x="24" y="522"/>
                  <a:pt x="28" y="530"/>
                  <a:pt x="36" y="542"/>
                </a:cubicBezTo>
                <a:cubicBezTo>
                  <a:pt x="44" y="553"/>
                  <a:pt x="48" y="562"/>
                  <a:pt x="60" y="573"/>
                </a:cubicBezTo>
                <a:cubicBezTo>
                  <a:pt x="84" y="597"/>
                  <a:pt x="115" y="613"/>
                  <a:pt x="139" y="637"/>
                </a:cubicBezTo>
                <a:cubicBezTo>
                  <a:pt x="162" y="668"/>
                  <a:pt x="182" y="695"/>
                  <a:pt x="210" y="723"/>
                </a:cubicBezTo>
                <a:cubicBezTo>
                  <a:pt x="241" y="751"/>
                  <a:pt x="273" y="775"/>
                  <a:pt x="304" y="802"/>
                </a:cubicBezTo>
                <a:cubicBezTo>
                  <a:pt x="316" y="814"/>
                  <a:pt x="324" y="826"/>
                  <a:pt x="335" y="833"/>
                </a:cubicBezTo>
                <a:cubicBezTo>
                  <a:pt x="344" y="837"/>
                  <a:pt x="352" y="841"/>
                  <a:pt x="355" y="846"/>
                </a:cubicBezTo>
                <a:cubicBezTo>
                  <a:pt x="355" y="849"/>
                  <a:pt x="352" y="857"/>
                  <a:pt x="348" y="861"/>
                </a:cubicBezTo>
                <a:cubicBezTo>
                  <a:pt x="348" y="869"/>
                  <a:pt x="344" y="881"/>
                  <a:pt x="339" y="888"/>
                </a:cubicBezTo>
                <a:cubicBezTo>
                  <a:pt x="316" y="920"/>
                  <a:pt x="297" y="948"/>
                  <a:pt x="281" y="983"/>
                </a:cubicBezTo>
                <a:cubicBezTo>
                  <a:pt x="273" y="999"/>
                  <a:pt x="265" y="1011"/>
                  <a:pt x="261" y="1026"/>
                </a:cubicBezTo>
                <a:cubicBezTo>
                  <a:pt x="253" y="1039"/>
                  <a:pt x="241" y="1050"/>
                  <a:pt x="233" y="1066"/>
                </a:cubicBezTo>
                <a:cubicBezTo>
                  <a:pt x="221" y="1082"/>
                  <a:pt x="213" y="1097"/>
                  <a:pt x="206" y="1110"/>
                </a:cubicBezTo>
                <a:cubicBezTo>
                  <a:pt x="190" y="1130"/>
                  <a:pt x="178" y="1145"/>
                  <a:pt x="166" y="1165"/>
                </a:cubicBezTo>
                <a:cubicBezTo>
                  <a:pt x="159" y="1177"/>
                  <a:pt x="155" y="1188"/>
                  <a:pt x="150" y="1196"/>
                </a:cubicBezTo>
                <a:cubicBezTo>
                  <a:pt x="146" y="1208"/>
                  <a:pt x="139" y="1216"/>
                  <a:pt x="131" y="1228"/>
                </a:cubicBezTo>
                <a:cubicBezTo>
                  <a:pt x="115" y="1248"/>
                  <a:pt x="103" y="1267"/>
                  <a:pt x="91" y="1290"/>
                </a:cubicBezTo>
                <a:cubicBezTo>
                  <a:pt x="84" y="1307"/>
                  <a:pt x="75" y="1326"/>
                  <a:pt x="68" y="1346"/>
                </a:cubicBezTo>
                <a:cubicBezTo>
                  <a:pt x="60" y="1374"/>
                  <a:pt x="44" y="1394"/>
                  <a:pt x="32" y="1417"/>
                </a:cubicBezTo>
                <a:cubicBezTo>
                  <a:pt x="28" y="1421"/>
                  <a:pt x="24" y="1429"/>
                  <a:pt x="28" y="1432"/>
                </a:cubicBezTo>
                <a:cubicBezTo>
                  <a:pt x="28" y="1437"/>
                  <a:pt x="36" y="1441"/>
                  <a:pt x="40" y="1445"/>
                </a:cubicBezTo>
                <a:cubicBezTo>
                  <a:pt x="43" y="1451"/>
                  <a:pt x="46" y="1457"/>
                  <a:pt x="51" y="1457"/>
                </a:cubicBezTo>
                <a:cubicBezTo>
                  <a:pt x="52" y="1457"/>
                  <a:pt x="54" y="1457"/>
                  <a:pt x="55" y="1456"/>
                </a:cubicBezTo>
                <a:cubicBezTo>
                  <a:pt x="75" y="1452"/>
                  <a:pt x="91" y="1445"/>
                  <a:pt x="107" y="1432"/>
                </a:cubicBezTo>
                <a:cubicBezTo>
                  <a:pt x="119" y="1429"/>
                  <a:pt x="126" y="1429"/>
                  <a:pt x="139" y="1429"/>
                </a:cubicBezTo>
                <a:cubicBezTo>
                  <a:pt x="162" y="1425"/>
                  <a:pt x="182" y="1413"/>
                  <a:pt x="202" y="1405"/>
                </a:cubicBezTo>
                <a:cubicBezTo>
                  <a:pt x="253" y="1390"/>
                  <a:pt x="304" y="1374"/>
                  <a:pt x="355" y="1354"/>
                </a:cubicBezTo>
                <a:cubicBezTo>
                  <a:pt x="454" y="1319"/>
                  <a:pt x="552" y="1287"/>
                  <a:pt x="652" y="1252"/>
                </a:cubicBezTo>
                <a:cubicBezTo>
                  <a:pt x="667" y="1287"/>
                  <a:pt x="683" y="1319"/>
                  <a:pt x="706" y="1350"/>
                </a:cubicBezTo>
                <a:cubicBezTo>
                  <a:pt x="770" y="1445"/>
                  <a:pt x="852" y="1523"/>
                  <a:pt x="916" y="1622"/>
                </a:cubicBezTo>
                <a:cubicBezTo>
                  <a:pt x="922" y="1632"/>
                  <a:pt x="934" y="1637"/>
                  <a:pt x="945" y="1637"/>
                </a:cubicBezTo>
                <a:cubicBezTo>
                  <a:pt x="960" y="1637"/>
                  <a:pt x="974" y="1629"/>
                  <a:pt x="978" y="1614"/>
                </a:cubicBezTo>
                <a:cubicBezTo>
                  <a:pt x="1010" y="1508"/>
                  <a:pt x="1034" y="1401"/>
                  <a:pt x="1058" y="1295"/>
                </a:cubicBezTo>
                <a:cubicBezTo>
                  <a:pt x="1069" y="1243"/>
                  <a:pt x="1081" y="1188"/>
                  <a:pt x="1093" y="1137"/>
                </a:cubicBezTo>
                <a:cubicBezTo>
                  <a:pt x="1096" y="1114"/>
                  <a:pt x="1101" y="1086"/>
                  <a:pt x="1105" y="1062"/>
                </a:cubicBezTo>
                <a:lnTo>
                  <a:pt x="1105" y="1050"/>
                </a:lnTo>
                <a:cubicBezTo>
                  <a:pt x="1105" y="1039"/>
                  <a:pt x="1101" y="1026"/>
                  <a:pt x="1105" y="1015"/>
                </a:cubicBezTo>
                <a:cubicBezTo>
                  <a:pt x="1109" y="995"/>
                  <a:pt x="1125" y="983"/>
                  <a:pt x="1140" y="972"/>
                </a:cubicBezTo>
                <a:cubicBezTo>
                  <a:pt x="1164" y="952"/>
                  <a:pt x="1196" y="944"/>
                  <a:pt x="1223" y="932"/>
                </a:cubicBezTo>
                <a:cubicBezTo>
                  <a:pt x="1247" y="920"/>
                  <a:pt x="1270" y="908"/>
                  <a:pt x="1298" y="897"/>
                </a:cubicBezTo>
                <a:cubicBezTo>
                  <a:pt x="1325" y="884"/>
                  <a:pt x="1353" y="873"/>
                  <a:pt x="1385" y="857"/>
                </a:cubicBezTo>
                <a:cubicBezTo>
                  <a:pt x="1409" y="841"/>
                  <a:pt x="1432" y="833"/>
                  <a:pt x="1460" y="826"/>
                </a:cubicBezTo>
                <a:cubicBezTo>
                  <a:pt x="1471" y="822"/>
                  <a:pt x="1483" y="817"/>
                  <a:pt x="1495" y="810"/>
                </a:cubicBezTo>
                <a:cubicBezTo>
                  <a:pt x="1507" y="806"/>
                  <a:pt x="1518" y="798"/>
                  <a:pt x="1531" y="790"/>
                </a:cubicBezTo>
                <a:cubicBezTo>
                  <a:pt x="1574" y="770"/>
                  <a:pt x="1622" y="759"/>
                  <a:pt x="1664" y="735"/>
                </a:cubicBezTo>
                <a:cubicBezTo>
                  <a:pt x="1680" y="727"/>
                  <a:pt x="1696" y="715"/>
                  <a:pt x="1716" y="704"/>
                </a:cubicBezTo>
                <a:cubicBezTo>
                  <a:pt x="1724" y="695"/>
                  <a:pt x="1744" y="684"/>
                  <a:pt x="1751" y="672"/>
                </a:cubicBezTo>
                <a:cubicBezTo>
                  <a:pt x="1759" y="660"/>
                  <a:pt x="1755" y="637"/>
                  <a:pt x="1740" y="628"/>
                </a:cubicBezTo>
                <a:cubicBezTo>
                  <a:pt x="1731" y="620"/>
                  <a:pt x="1711" y="617"/>
                  <a:pt x="1700" y="617"/>
                </a:cubicBezTo>
                <a:lnTo>
                  <a:pt x="1684" y="617"/>
                </a:lnTo>
                <a:cubicBezTo>
                  <a:pt x="1664" y="613"/>
                  <a:pt x="1645" y="609"/>
                  <a:pt x="1625" y="604"/>
                </a:cubicBezTo>
                <a:cubicBezTo>
                  <a:pt x="1605" y="601"/>
                  <a:pt x="1586" y="597"/>
                  <a:pt x="1566" y="593"/>
                </a:cubicBezTo>
                <a:cubicBezTo>
                  <a:pt x="1558" y="589"/>
                  <a:pt x="1542" y="589"/>
                  <a:pt x="1535" y="585"/>
                </a:cubicBezTo>
                <a:cubicBezTo>
                  <a:pt x="1531" y="581"/>
                  <a:pt x="1527" y="577"/>
                  <a:pt x="1518" y="577"/>
                </a:cubicBezTo>
                <a:cubicBezTo>
                  <a:pt x="1495" y="573"/>
                  <a:pt x="1475" y="573"/>
                  <a:pt x="1456" y="573"/>
                </a:cubicBezTo>
                <a:lnTo>
                  <a:pt x="1357" y="573"/>
                </a:lnTo>
                <a:cubicBezTo>
                  <a:pt x="1325" y="573"/>
                  <a:pt x="1294" y="569"/>
                  <a:pt x="1262" y="566"/>
                </a:cubicBezTo>
                <a:cubicBezTo>
                  <a:pt x="1219" y="562"/>
                  <a:pt x="1176" y="562"/>
                  <a:pt x="1136" y="553"/>
                </a:cubicBezTo>
                <a:cubicBezTo>
                  <a:pt x="1120" y="549"/>
                  <a:pt x="1109" y="546"/>
                  <a:pt x="1096" y="546"/>
                </a:cubicBezTo>
                <a:cubicBezTo>
                  <a:pt x="1089" y="546"/>
                  <a:pt x="1081" y="546"/>
                  <a:pt x="1077" y="542"/>
                </a:cubicBezTo>
                <a:cubicBezTo>
                  <a:pt x="1065" y="533"/>
                  <a:pt x="1069" y="518"/>
                  <a:pt x="1069" y="506"/>
                </a:cubicBezTo>
                <a:cubicBezTo>
                  <a:pt x="1069" y="491"/>
                  <a:pt x="1065" y="475"/>
                  <a:pt x="1061" y="459"/>
                </a:cubicBezTo>
                <a:cubicBezTo>
                  <a:pt x="1061" y="439"/>
                  <a:pt x="1065" y="424"/>
                  <a:pt x="1069" y="404"/>
                </a:cubicBezTo>
                <a:cubicBezTo>
                  <a:pt x="1073" y="388"/>
                  <a:pt x="1077" y="373"/>
                  <a:pt x="1077" y="356"/>
                </a:cubicBezTo>
                <a:lnTo>
                  <a:pt x="1077" y="302"/>
                </a:lnTo>
                <a:cubicBezTo>
                  <a:pt x="1081" y="285"/>
                  <a:pt x="1085" y="266"/>
                  <a:pt x="1085" y="249"/>
                </a:cubicBezTo>
                <a:cubicBezTo>
                  <a:pt x="1089" y="226"/>
                  <a:pt x="1085" y="207"/>
                  <a:pt x="1089" y="187"/>
                </a:cubicBezTo>
                <a:cubicBezTo>
                  <a:pt x="1093" y="167"/>
                  <a:pt x="1093" y="151"/>
                  <a:pt x="1096" y="131"/>
                </a:cubicBezTo>
                <a:cubicBezTo>
                  <a:pt x="1101" y="112"/>
                  <a:pt x="1105" y="96"/>
                  <a:pt x="1109" y="76"/>
                </a:cubicBezTo>
                <a:cubicBezTo>
                  <a:pt x="1109" y="56"/>
                  <a:pt x="1109" y="21"/>
                  <a:pt x="1089" y="5"/>
                </a:cubicBezTo>
                <a:cubicBezTo>
                  <a:pt x="1084" y="2"/>
                  <a:pt x="1079" y="1"/>
                  <a:pt x="1074" y="1"/>
                </a:cubicBezTo>
                <a:close/>
              </a:path>
            </a:pathLst>
          </a:custGeom>
          <a:solidFill>
            <a:schemeClr val="accent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a:off x="163807" y="294707"/>
            <a:ext cx="845836" cy="617729"/>
          </a:xfrm>
          <a:custGeom>
            <a:rect b="b" l="l" r="r" t="t"/>
            <a:pathLst>
              <a:path extrusionOk="0" h="1308" w="1791">
                <a:moveTo>
                  <a:pt x="1141" y="1"/>
                </a:moveTo>
                <a:cubicBezTo>
                  <a:pt x="1135" y="1"/>
                  <a:pt x="1129" y="3"/>
                  <a:pt x="1124" y="6"/>
                </a:cubicBezTo>
                <a:cubicBezTo>
                  <a:pt x="951" y="195"/>
                  <a:pt x="797" y="408"/>
                  <a:pt x="675" y="633"/>
                </a:cubicBezTo>
                <a:cubicBezTo>
                  <a:pt x="576" y="428"/>
                  <a:pt x="478" y="226"/>
                  <a:pt x="379" y="22"/>
                </a:cubicBezTo>
                <a:cubicBezTo>
                  <a:pt x="375" y="14"/>
                  <a:pt x="368" y="10"/>
                  <a:pt x="361" y="10"/>
                </a:cubicBezTo>
                <a:cubicBezTo>
                  <a:pt x="354" y="10"/>
                  <a:pt x="347" y="14"/>
                  <a:pt x="344" y="22"/>
                </a:cubicBezTo>
                <a:cubicBezTo>
                  <a:pt x="273" y="183"/>
                  <a:pt x="209" y="349"/>
                  <a:pt x="158" y="518"/>
                </a:cubicBezTo>
                <a:cubicBezTo>
                  <a:pt x="134" y="589"/>
                  <a:pt x="0" y="873"/>
                  <a:pt x="44" y="944"/>
                </a:cubicBezTo>
                <a:cubicBezTo>
                  <a:pt x="47" y="959"/>
                  <a:pt x="67" y="964"/>
                  <a:pt x="80" y="968"/>
                </a:cubicBezTo>
                <a:cubicBezTo>
                  <a:pt x="331" y="1039"/>
                  <a:pt x="580" y="1101"/>
                  <a:pt x="833" y="1161"/>
                </a:cubicBezTo>
                <a:cubicBezTo>
                  <a:pt x="1010" y="1201"/>
                  <a:pt x="1183" y="1236"/>
                  <a:pt x="1361" y="1272"/>
                </a:cubicBezTo>
                <a:cubicBezTo>
                  <a:pt x="1396" y="1277"/>
                  <a:pt x="1514" y="1308"/>
                  <a:pt x="1585" y="1308"/>
                </a:cubicBezTo>
                <a:cubicBezTo>
                  <a:pt x="1609" y="1308"/>
                  <a:pt x="1628" y="1304"/>
                  <a:pt x="1637" y="1295"/>
                </a:cubicBezTo>
                <a:cubicBezTo>
                  <a:pt x="1656" y="1279"/>
                  <a:pt x="1656" y="1248"/>
                  <a:pt x="1656" y="1220"/>
                </a:cubicBezTo>
                <a:cubicBezTo>
                  <a:pt x="1661" y="924"/>
                  <a:pt x="1779" y="637"/>
                  <a:pt x="1791" y="337"/>
                </a:cubicBezTo>
                <a:lnTo>
                  <a:pt x="1791" y="337"/>
                </a:lnTo>
                <a:cubicBezTo>
                  <a:pt x="1625" y="463"/>
                  <a:pt x="1467" y="597"/>
                  <a:pt x="1294" y="715"/>
                </a:cubicBezTo>
                <a:cubicBezTo>
                  <a:pt x="1321" y="621"/>
                  <a:pt x="1230" y="502"/>
                  <a:pt x="1207" y="412"/>
                </a:cubicBezTo>
                <a:cubicBezTo>
                  <a:pt x="1175" y="282"/>
                  <a:pt x="1159" y="151"/>
                  <a:pt x="1159" y="18"/>
                </a:cubicBezTo>
                <a:cubicBezTo>
                  <a:pt x="1159" y="6"/>
                  <a:pt x="1150" y="1"/>
                  <a:pt x="1141" y="1"/>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8823425" y="9870500"/>
            <a:ext cx="233400" cy="233400"/>
          </a:xfrm>
          <a:prstGeom prst="ellipse">
            <a:avLst/>
          </a:pr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a:off x="9919350" y="8905300"/>
            <a:ext cx="233400" cy="233400"/>
          </a:xfrm>
          <a:prstGeom prst="ellipse">
            <a:avLst/>
          </a:pr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a:off x="9560250" y="8264725"/>
            <a:ext cx="233400" cy="233400"/>
          </a:xfrm>
          <a:prstGeom prst="ellipse">
            <a:avLst/>
          </a:pr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10022400" y="5366250"/>
            <a:ext cx="56375" cy="2663275"/>
          </a:xfrm>
          <a:custGeom>
            <a:rect b="b" l="l" r="r" t="t"/>
            <a:pathLst>
              <a:path extrusionOk="0" h="106531" w="2255">
                <a:moveTo>
                  <a:pt x="1515" y="0"/>
                </a:moveTo>
                <a:cubicBezTo>
                  <a:pt x="649" y="35503"/>
                  <a:pt x="4406" y="71291"/>
                  <a:pt x="0" y="106531"/>
                </a:cubicBezTo>
              </a:path>
            </a:pathLst>
          </a:custGeom>
          <a:noFill/>
          <a:ln cap="flat" cmpd="sng" w="28575">
            <a:solidFill>
              <a:schemeClr val="dk1"/>
            </a:solidFill>
            <a:prstDash val="solid"/>
            <a:round/>
            <a:headEnd len="med" w="med" type="none"/>
            <a:tailEnd len="med" w="med" type="none"/>
          </a:ln>
        </p:spPr>
      </p:sp>
      <p:sp>
        <p:nvSpPr>
          <p:cNvPr id="17" name="Google Shape;17;p2"/>
          <p:cNvSpPr/>
          <p:nvPr/>
        </p:nvSpPr>
        <p:spPr>
          <a:xfrm>
            <a:off x="9845700" y="6969250"/>
            <a:ext cx="23625" cy="795200"/>
          </a:xfrm>
          <a:custGeom>
            <a:rect b="b" l="l" r="r" t="t"/>
            <a:pathLst>
              <a:path extrusionOk="0" h="31808" w="945">
                <a:moveTo>
                  <a:pt x="505" y="0"/>
                </a:moveTo>
                <a:cubicBezTo>
                  <a:pt x="1386" y="10567"/>
                  <a:pt x="0" y="21204"/>
                  <a:pt x="0" y="31808"/>
                </a:cubicBezTo>
              </a:path>
            </a:pathLst>
          </a:custGeom>
          <a:noFill/>
          <a:ln cap="flat" cmpd="sng" w="28575">
            <a:solidFill>
              <a:schemeClr val="dk1"/>
            </a:solidFill>
            <a:prstDash val="solid"/>
            <a:round/>
            <a:headEnd len="med" w="med" type="none"/>
            <a:tailEnd len="med" w="med" type="none"/>
          </a:ln>
        </p:spPr>
      </p:sp>
      <p:sp>
        <p:nvSpPr>
          <p:cNvPr id="18" name="Google Shape;18;p2"/>
          <p:cNvSpPr/>
          <p:nvPr/>
        </p:nvSpPr>
        <p:spPr>
          <a:xfrm>
            <a:off x="9631125" y="6287675"/>
            <a:ext cx="88350" cy="1476775"/>
          </a:xfrm>
          <a:custGeom>
            <a:rect b="b" l="l" r="r" t="t"/>
            <a:pathLst>
              <a:path extrusionOk="0" h="59071" w="3534">
                <a:moveTo>
                  <a:pt x="0" y="0"/>
                </a:moveTo>
                <a:cubicBezTo>
                  <a:pt x="1037" y="19698"/>
                  <a:pt x="3534" y="39345"/>
                  <a:pt x="3534" y="59071"/>
                </a:cubicBezTo>
              </a:path>
            </a:pathLst>
          </a:custGeom>
          <a:noFill/>
          <a:ln cap="flat" cmpd="sng" w="28575">
            <a:solidFill>
              <a:schemeClr val="dk1"/>
            </a:solidFill>
            <a:prstDash val="solid"/>
            <a:round/>
            <a:headEnd len="med" w="med" type="none"/>
            <a:tailEnd len="med" w="med" type="none"/>
          </a:ln>
        </p:spPr>
      </p:sp>
      <p:sp>
        <p:nvSpPr>
          <p:cNvPr id="19" name="Google Shape;19;p2"/>
          <p:cNvSpPr/>
          <p:nvPr/>
        </p:nvSpPr>
        <p:spPr>
          <a:xfrm rot="148895">
            <a:off x="269506" y="2196227"/>
            <a:ext cx="138855" cy="2158457"/>
          </a:xfrm>
          <a:custGeom>
            <a:rect b="b" l="l" r="r" t="t"/>
            <a:pathLst>
              <a:path extrusionOk="0" h="86335" w="5554">
                <a:moveTo>
                  <a:pt x="0" y="0"/>
                </a:moveTo>
                <a:cubicBezTo>
                  <a:pt x="1919" y="28774"/>
                  <a:pt x="5554" y="57497"/>
                  <a:pt x="5554" y="86335"/>
                </a:cubicBezTo>
              </a:path>
            </a:pathLst>
          </a:custGeom>
          <a:noFill/>
          <a:ln cap="flat" cmpd="sng" w="28575">
            <a:solidFill>
              <a:schemeClr val="dk1"/>
            </a:solidFill>
            <a:prstDash val="solid"/>
            <a:round/>
            <a:headEnd len="med" w="med" type="none"/>
            <a:tailEnd len="med" w="med" type="none"/>
          </a:ln>
        </p:spPr>
      </p:sp>
      <p:sp>
        <p:nvSpPr>
          <p:cNvPr id="20" name="Google Shape;20;p2"/>
          <p:cNvSpPr/>
          <p:nvPr/>
        </p:nvSpPr>
        <p:spPr>
          <a:xfrm rot="148895">
            <a:off x="494293" y="1824291"/>
            <a:ext cx="39176" cy="1123393"/>
          </a:xfrm>
          <a:custGeom>
            <a:rect b="b" l="l" r="r" t="t"/>
            <a:pathLst>
              <a:path extrusionOk="0" h="44934" w="1567">
                <a:moveTo>
                  <a:pt x="557" y="0"/>
                </a:moveTo>
                <a:cubicBezTo>
                  <a:pt x="-1098" y="14890"/>
                  <a:pt x="1567" y="29952"/>
                  <a:pt x="1567" y="44934"/>
                </a:cubicBezTo>
              </a:path>
            </a:pathLst>
          </a:custGeom>
          <a:noFill/>
          <a:ln cap="flat" cmpd="sng" w="28575">
            <a:solidFill>
              <a:schemeClr val="dk1"/>
            </a:solidFill>
            <a:prstDash val="solid"/>
            <a:round/>
            <a:headEnd len="med" w="med" type="none"/>
            <a:tailEnd len="med" w="med" type="none"/>
          </a:ln>
        </p:spPr>
      </p:sp>
      <p:sp>
        <p:nvSpPr>
          <p:cNvPr id="21" name="Google Shape;21;p2"/>
          <p:cNvSpPr/>
          <p:nvPr/>
        </p:nvSpPr>
        <p:spPr>
          <a:xfrm>
            <a:off x="230400" y="1168675"/>
            <a:ext cx="233400" cy="233400"/>
          </a:xfrm>
          <a:prstGeom prst="ellipse">
            <a:avLst/>
          </a:pr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a:off x="1185800" y="137013"/>
            <a:ext cx="233400" cy="233400"/>
          </a:xfrm>
          <a:prstGeom prst="ellipse">
            <a:avLst/>
          </a:pr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2"/>
          <p:cNvSpPr/>
          <p:nvPr/>
        </p:nvSpPr>
        <p:spPr>
          <a:xfrm>
            <a:off x="1746775" y="486850"/>
            <a:ext cx="233400" cy="233400"/>
          </a:xfrm>
          <a:prstGeom prst="ellipse">
            <a:avLst/>
          </a:pr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lt1"/>
        </a:solidFill>
      </p:bgPr>
    </p:bg>
    <p:spTree>
      <p:nvGrpSpPr>
        <p:cNvPr id="24" name="Shape 24"/>
        <p:cNvGrpSpPr/>
        <p:nvPr/>
      </p:nvGrpSpPr>
      <p:grpSpPr>
        <a:xfrm>
          <a:off x="0" y="0"/>
          <a:ext cx="0" cy="0"/>
          <a:chOff x="0" y="0"/>
          <a:chExt cx="0" cy="0"/>
        </a:xfrm>
      </p:grpSpPr>
      <p:sp>
        <p:nvSpPr>
          <p:cNvPr id="25" name="Google Shape;25;p3"/>
          <p:cNvSpPr txBox="1"/>
          <p:nvPr>
            <p:ph type="title"/>
          </p:nvPr>
        </p:nvSpPr>
        <p:spPr>
          <a:xfrm>
            <a:off x="2201250" y="7154125"/>
            <a:ext cx="5884500" cy="1215000"/>
          </a:xfrm>
          <a:prstGeom prst="rect">
            <a:avLst/>
          </a:prstGeom>
        </p:spPr>
        <p:txBody>
          <a:bodyPr anchorCtr="0" anchor="b" bIns="91425" lIns="91425" spcFirstLastPara="1" rIns="91425" wrap="square" tIns="91425">
            <a:noAutofit/>
          </a:bodyPr>
          <a:lstStyle>
            <a:lvl1pPr lvl="0" algn="l">
              <a:lnSpc>
                <a:spcPct val="100000"/>
              </a:lnSpc>
              <a:spcBef>
                <a:spcPts val="0"/>
              </a:spcBef>
              <a:spcAft>
                <a:spcPts val="0"/>
              </a:spcAft>
              <a:buSzPts val="6800"/>
              <a:buNone/>
              <a:defRPr sz="8000"/>
            </a:lvl1pPr>
            <a:lvl2pPr lvl="1" algn="l">
              <a:lnSpc>
                <a:spcPct val="100000"/>
              </a:lnSpc>
              <a:spcBef>
                <a:spcPts val="0"/>
              </a:spcBef>
              <a:spcAft>
                <a:spcPts val="0"/>
              </a:spcAft>
              <a:buSzPts val="6800"/>
              <a:buNone/>
              <a:defRPr sz="6800"/>
            </a:lvl2pPr>
            <a:lvl3pPr lvl="2" algn="l">
              <a:lnSpc>
                <a:spcPct val="100000"/>
              </a:lnSpc>
              <a:spcBef>
                <a:spcPts val="0"/>
              </a:spcBef>
              <a:spcAft>
                <a:spcPts val="0"/>
              </a:spcAft>
              <a:buSzPts val="6800"/>
              <a:buNone/>
              <a:defRPr sz="6800"/>
            </a:lvl3pPr>
            <a:lvl4pPr lvl="3" algn="l">
              <a:lnSpc>
                <a:spcPct val="100000"/>
              </a:lnSpc>
              <a:spcBef>
                <a:spcPts val="0"/>
              </a:spcBef>
              <a:spcAft>
                <a:spcPts val="0"/>
              </a:spcAft>
              <a:buSzPts val="6800"/>
              <a:buNone/>
              <a:defRPr sz="6800"/>
            </a:lvl4pPr>
            <a:lvl5pPr lvl="4" algn="l">
              <a:lnSpc>
                <a:spcPct val="100000"/>
              </a:lnSpc>
              <a:spcBef>
                <a:spcPts val="0"/>
              </a:spcBef>
              <a:spcAft>
                <a:spcPts val="0"/>
              </a:spcAft>
              <a:buSzPts val="6800"/>
              <a:buNone/>
              <a:defRPr sz="6800"/>
            </a:lvl5pPr>
            <a:lvl6pPr lvl="5" algn="l">
              <a:lnSpc>
                <a:spcPct val="100000"/>
              </a:lnSpc>
              <a:spcBef>
                <a:spcPts val="0"/>
              </a:spcBef>
              <a:spcAft>
                <a:spcPts val="0"/>
              </a:spcAft>
              <a:buSzPts val="6800"/>
              <a:buNone/>
              <a:defRPr sz="6800"/>
            </a:lvl6pPr>
            <a:lvl7pPr lvl="6" algn="l">
              <a:lnSpc>
                <a:spcPct val="100000"/>
              </a:lnSpc>
              <a:spcBef>
                <a:spcPts val="0"/>
              </a:spcBef>
              <a:spcAft>
                <a:spcPts val="0"/>
              </a:spcAft>
              <a:buSzPts val="6800"/>
              <a:buNone/>
              <a:defRPr sz="6800"/>
            </a:lvl7pPr>
            <a:lvl8pPr lvl="7" algn="l">
              <a:lnSpc>
                <a:spcPct val="100000"/>
              </a:lnSpc>
              <a:spcBef>
                <a:spcPts val="0"/>
              </a:spcBef>
              <a:spcAft>
                <a:spcPts val="0"/>
              </a:spcAft>
              <a:buSzPts val="6800"/>
              <a:buNone/>
              <a:defRPr sz="6800"/>
            </a:lvl8pPr>
            <a:lvl9pPr lvl="8" algn="l">
              <a:lnSpc>
                <a:spcPct val="100000"/>
              </a:lnSpc>
              <a:spcBef>
                <a:spcPts val="0"/>
              </a:spcBef>
              <a:spcAft>
                <a:spcPts val="0"/>
              </a:spcAft>
              <a:buSzPts val="6800"/>
              <a:buNone/>
              <a:defRPr sz="6800"/>
            </a:lvl9pPr>
          </a:lstStyle>
          <a:p/>
        </p:txBody>
      </p:sp>
      <p:sp>
        <p:nvSpPr>
          <p:cNvPr id="26" name="Google Shape;26;p3"/>
          <p:cNvSpPr txBox="1"/>
          <p:nvPr>
            <p:ph hasCustomPrompt="1" idx="2" type="title"/>
          </p:nvPr>
        </p:nvSpPr>
        <p:spPr>
          <a:xfrm>
            <a:off x="2208175" y="4716907"/>
            <a:ext cx="2563200" cy="18321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lt1"/>
              </a:buClr>
              <a:buSzPts val="6800"/>
              <a:buNone/>
              <a:defRPr sz="13300"/>
            </a:lvl1pPr>
            <a:lvl2pPr lvl="1" rtl="0" algn="ctr">
              <a:lnSpc>
                <a:spcPct val="100000"/>
              </a:lnSpc>
              <a:spcBef>
                <a:spcPts val="0"/>
              </a:spcBef>
              <a:spcAft>
                <a:spcPts val="0"/>
              </a:spcAft>
              <a:buClr>
                <a:schemeClr val="dk1"/>
              </a:buClr>
              <a:buSzPts val="6800"/>
              <a:buNone/>
              <a:defRPr sz="6800">
                <a:solidFill>
                  <a:schemeClr val="dk1"/>
                </a:solidFill>
              </a:defRPr>
            </a:lvl2pPr>
            <a:lvl3pPr lvl="2" rtl="0" algn="ctr">
              <a:lnSpc>
                <a:spcPct val="100000"/>
              </a:lnSpc>
              <a:spcBef>
                <a:spcPts val="0"/>
              </a:spcBef>
              <a:spcAft>
                <a:spcPts val="0"/>
              </a:spcAft>
              <a:buClr>
                <a:schemeClr val="dk1"/>
              </a:buClr>
              <a:buSzPts val="6800"/>
              <a:buNone/>
              <a:defRPr sz="6800">
                <a:solidFill>
                  <a:schemeClr val="dk1"/>
                </a:solidFill>
              </a:defRPr>
            </a:lvl3pPr>
            <a:lvl4pPr lvl="3" rtl="0" algn="ctr">
              <a:lnSpc>
                <a:spcPct val="100000"/>
              </a:lnSpc>
              <a:spcBef>
                <a:spcPts val="0"/>
              </a:spcBef>
              <a:spcAft>
                <a:spcPts val="0"/>
              </a:spcAft>
              <a:buClr>
                <a:schemeClr val="dk1"/>
              </a:buClr>
              <a:buSzPts val="6800"/>
              <a:buNone/>
              <a:defRPr sz="6800">
                <a:solidFill>
                  <a:schemeClr val="dk1"/>
                </a:solidFill>
              </a:defRPr>
            </a:lvl4pPr>
            <a:lvl5pPr lvl="4" rtl="0" algn="ctr">
              <a:lnSpc>
                <a:spcPct val="100000"/>
              </a:lnSpc>
              <a:spcBef>
                <a:spcPts val="0"/>
              </a:spcBef>
              <a:spcAft>
                <a:spcPts val="0"/>
              </a:spcAft>
              <a:buClr>
                <a:schemeClr val="dk1"/>
              </a:buClr>
              <a:buSzPts val="6800"/>
              <a:buNone/>
              <a:defRPr sz="6800">
                <a:solidFill>
                  <a:schemeClr val="dk1"/>
                </a:solidFill>
              </a:defRPr>
            </a:lvl5pPr>
            <a:lvl6pPr lvl="5" rtl="0" algn="ctr">
              <a:lnSpc>
                <a:spcPct val="100000"/>
              </a:lnSpc>
              <a:spcBef>
                <a:spcPts val="0"/>
              </a:spcBef>
              <a:spcAft>
                <a:spcPts val="0"/>
              </a:spcAft>
              <a:buClr>
                <a:schemeClr val="dk1"/>
              </a:buClr>
              <a:buSzPts val="6800"/>
              <a:buNone/>
              <a:defRPr sz="6800">
                <a:solidFill>
                  <a:schemeClr val="dk1"/>
                </a:solidFill>
              </a:defRPr>
            </a:lvl6pPr>
            <a:lvl7pPr lvl="6" rtl="0" algn="ctr">
              <a:lnSpc>
                <a:spcPct val="100000"/>
              </a:lnSpc>
              <a:spcBef>
                <a:spcPts val="0"/>
              </a:spcBef>
              <a:spcAft>
                <a:spcPts val="0"/>
              </a:spcAft>
              <a:buClr>
                <a:schemeClr val="dk1"/>
              </a:buClr>
              <a:buSzPts val="6800"/>
              <a:buNone/>
              <a:defRPr sz="6800">
                <a:solidFill>
                  <a:schemeClr val="dk1"/>
                </a:solidFill>
              </a:defRPr>
            </a:lvl7pPr>
            <a:lvl8pPr lvl="7" rtl="0" algn="ctr">
              <a:lnSpc>
                <a:spcPct val="100000"/>
              </a:lnSpc>
              <a:spcBef>
                <a:spcPts val="0"/>
              </a:spcBef>
              <a:spcAft>
                <a:spcPts val="0"/>
              </a:spcAft>
              <a:buClr>
                <a:schemeClr val="dk1"/>
              </a:buClr>
              <a:buSzPts val="6800"/>
              <a:buNone/>
              <a:defRPr sz="6800">
                <a:solidFill>
                  <a:schemeClr val="dk1"/>
                </a:solidFill>
              </a:defRPr>
            </a:lvl8pPr>
            <a:lvl9pPr lvl="8" rtl="0" algn="ctr">
              <a:lnSpc>
                <a:spcPct val="100000"/>
              </a:lnSpc>
              <a:spcBef>
                <a:spcPts val="0"/>
              </a:spcBef>
              <a:spcAft>
                <a:spcPts val="0"/>
              </a:spcAft>
              <a:buClr>
                <a:schemeClr val="dk1"/>
              </a:buClr>
              <a:buSzPts val="6800"/>
              <a:buNone/>
              <a:defRPr sz="6800">
                <a:solidFill>
                  <a:schemeClr val="dk1"/>
                </a:solidFill>
              </a:defRPr>
            </a:lvl9pPr>
          </a:lstStyle>
          <a:p>
            <a:r>
              <a:t>xx%</a:t>
            </a:r>
          </a:p>
        </p:txBody>
      </p:sp>
      <p:sp>
        <p:nvSpPr>
          <p:cNvPr id="27" name="Google Shape;27;p3"/>
          <p:cNvSpPr txBox="1"/>
          <p:nvPr>
            <p:ph idx="1" type="subTitle"/>
          </p:nvPr>
        </p:nvSpPr>
        <p:spPr>
          <a:xfrm>
            <a:off x="2201250" y="8155200"/>
            <a:ext cx="5884500" cy="1065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3000"/>
              <a:buNone/>
              <a:defRPr sz="3000">
                <a:solidFill>
                  <a:schemeClr val="dk1"/>
                </a:solidFill>
              </a:defRPr>
            </a:lvl1pPr>
            <a:lvl2pPr lvl="1" rtl="0">
              <a:lnSpc>
                <a:spcPct val="100000"/>
              </a:lnSpc>
              <a:spcBef>
                <a:spcPts val="0"/>
              </a:spcBef>
              <a:spcAft>
                <a:spcPts val="0"/>
              </a:spcAft>
              <a:buClr>
                <a:schemeClr val="dk1"/>
              </a:buClr>
              <a:buSzPts val="3000"/>
              <a:buNone/>
              <a:defRPr sz="3000">
                <a:solidFill>
                  <a:schemeClr val="dk1"/>
                </a:solidFill>
              </a:defRPr>
            </a:lvl2pPr>
            <a:lvl3pPr lvl="2" rtl="0">
              <a:lnSpc>
                <a:spcPct val="100000"/>
              </a:lnSpc>
              <a:spcBef>
                <a:spcPts val="0"/>
              </a:spcBef>
              <a:spcAft>
                <a:spcPts val="0"/>
              </a:spcAft>
              <a:buClr>
                <a:schemeClr val="dk1"/>
              </a:buClr>
              <a:buSzPts val="3000"/>
              <a:buNone/>
              <a:defRPr sz="3000">
                <a:solidFill>
                  <a:schemeClr val="dk1"/>
                </a:solidFill>
              </a:defRPr>
            </a:lvl3pPr>
            <a:lvl4pPr lvl="3" rtl="0">
              <a:lnSpc>
                <a:spcPct val="100000"/>
              </a:lnSpc>
              <a:spcBef>
                <a:spcPts val="0"/>
              </a:spcBef>
              <a:spcAft>
                <a:spcPts val="0"/>
              </a:spcAft>
              <a:buClr>
                <a:schemeClr val="dk1"/>
              </a:buClr>
              <a:buSzPts val="3000"/>
              <a:buNone/>
              <a:defRPr sz="3000">
                <a:solidFill>
                  <a:schemeClr val="dk1"/>
                </a:solidFill>
              </a:defRPr>
            </a:lvl4pPr>
            <a:lvl5pPr lvl="4" rtl="0">
              <a:lnSpc>
                <a:spcPct val="100000"/>
              </a:lnSpc>
              <a:spcBef>
                <a:spcPts val="0"/>
              </a:spcBef>
              <a:spcAft>
                <a:spcPts val="0"/>
              </a:spcAft>
              <a:buClr>
                <a:schemeClr val="dk1"/>
              </a:buClr>
              <a:buSzPts val="3000"/>
              <a:buNone/>
              <a:defRPr sz="3000">
                <a:solidFill>
                  <a:schemeClr val="dk1"/>
                </a:solidFill>
              </a:defRPr>
            </a:lvl5pPr>
            <a:lvl6pPr lvl="5" rtl="0">
              <a:lnSpc>
                <a:spcPct val="100000"/>
              </a:lnSpc>
              <a:spcBef>
                <a:spcPts val="0"/>
              </a:spcBef>
              <a:spcAft>
                <a:spcPts val="0"/>
              </a:spcAft>
              <a:buClr>
                <a:schemeClr val="dk1"/>
              </a:buClr>
              <a:buSzPts val="3000"/>
              <a:buNone/>
              <a:defRPr sz="3000">
                <a:solidFill>
                  <a:schemeClr val="dk1"/>
                </a:solidFill>
              </a:defRPr>
            </a:lvl6pPr>
            <a:lvl7pPr lvl="6" rtl="0">
              <a:lnSpc>
                <a:spcPct val="100000"/>
              </a:lnSpc>
              <a:spcBef>
                <a:spcPts val="0"/>
              </a:spcBef>
              <a:spcAft>
                <a:spcPts val="0"/>
              </a:spcAft>
              <a:buClr>
                <a:schemeClr val="dk1"/>
              </a:buClr>
              <a:buSzPts val="3000"/>
              <a:buNone/>
              <a:defRPr sz="3000">
                <a:solidFill>
                  <a:schemeClr val="dk1"/>
                </a:solidFill>
              </a:defRPr>
            </a:lvl7pPr>
            <a:lvl8pPr lvl="7" rtl="0">
              <a:lnSpc>
                <a:spcPct val="100000"/>
              </a:lnSpc>
              <a:spcBef>
                <a:spcPts val="0"/>
              </a:spcBef>
              <a:spcAft>
                <a:spcPts val="0"/>
              </a:spcAft>
              <a:buClr>
                <a:schemeClr val="dk1"/>
              </a:buClr>
              <a:buSzPts val="3000"/>
              <a:buNone/>
              <a:defRPr sz="3000">
                <a:solidFill>
                  <a:schemeClr val="dk1"/>
                </a:solidFill>
              </a:defRPr>
            </a:lvl8pPr>
            <a:lvl9pPr lvl="8" rtl="0">
              <a:lnSpc>
                <a:spcPct val="100000"/>
              </a:lnSpc>
              <a:spcBef>
                <a:spcPts val="0"/>
              </a:spcBef>
              <a:spcAft>
                <a:spcPts val="0"/>
              </a:spcAft>
              <a:buClr>
                <a:schemeClr val="dk1"/>
              </a:buClr>
              <a:buSzPts val="3000"/>
              <a:buNone/>
              <a:defRPr sz="3000">
                <a:solidFill>
                  <a:schemeClr val="dk1"/>
                </a:solidFill>
              </a:defRPr>
            </a:lvl9pPr>
          </a:lstStyle>
          <a:p/>
        </p:txBody>
      </p:sp>
      <p:sp>
        <p:nvSpPr>
          <p:cNvPr id="28" name="Google Shape;28;p3"/>
          <p:cNvSpPr/>
          <p:nvPr/>
        </p:nvSpPr>
        <p:spPr>
          <a:xfrm>
            <a:off x="230389" y="216760"/>
            <a:ext cx="830723" cy="773578"/>
          </a:xfrm>
          <a:custGeom>
            <a:rect b="b" l="l" r="r" t="t"/>
            <a:pathLst>
              <a:path extrusionOk="0" h="1638" w="1759">
                <a:moveTo>
                  <a:pt x="1074" y="1"/>
                </a:moveTo>
                <a:cubicBezTo>
                  <a:pt x="1067" y="1"/>
                  <a:pt x="1060" y="3"/>
                  <a:pt x="1054" y="5"/>
                </a:cubicBezTo>
                <a:cubicBezTo>
                  <a:pt x="1041" y="18"/>
                  <a:pt x="1025" y="29"/>
                  <a:pt x="1014" y="41"/>
                </a:cubicBezTo>
                <a:cubicBezTo>
                  <a:pt x="1006" y="53"/>
                  <a:pt x="994" y="65"/>
                  <a:pt x="983" y="76"/>
                </a:cubicBezTo>
                <a:cubicBezTo>
                  <a:pt x="947" y="124"/>
                  <a:pt x="912" y="171"/>
                  <a:pt x="872" y="214"/>
                </a:cubicBezTo>
                <a:cubicBezTo>
                  <a:pt x="836" y="262"/>
                  <a:pt x="805" y="309"/>
                  <a:pt x="774" y="356"/>
                </a:cubicBezTo>
                <a:cubicBezTo>
                  <a:pt x="761" y="376"/>
                  <a:pt x="750" y="404"/>
                  <a:pt x="734" y="424"/>
                </a:cubicBezTo>
                <a:cubicBezTo>
                  <a:pt x="723" y="435"/>
                  <a:pt x="710" y="451"/>
                  <a:pt x="703" y="462"/>
                </a:cubicBezTo>
                <a:cubicBezTo>
                  <a:pt x="699" y="473"/>
                  <a:pt x="687" y="508"/>
                  <a:pt x="673" y="508"/>
                </a:cubicBezTo>
                <a:cubicBezTo>
                  <a:pt x="671" y="508"/>
                  <a:pt x="669" y="507"/>
                  <a:pt x="667" y="506"/>
                </a:cubicBezTo>
                <a:cubicBezTo>
                  <a:pt x="659" y="502"/>
                  <a:pt x="659" y="495"/>
                  <a:pt x="652" y="495"/>
                </a:cubicBezTo>
                <a:cubicBezTo>
                  <a:pt x="643" y="495"/>
                  <a:pt x="639" y="498"/>
                  <a:pt x="632" y="498"/>
                </a:cubicBezTo>
                <a:cubicBezTo>
                  <a:pt x="625" y="500"/>
                  <a:pt x="618" y="500"/>
                  <a:pt x="611" y="500"/>
                </a:cubicBezTo>
                <a:cubicBezTo>
                  <a:pt x="596" y="500"/>
                  <a:pt x="582" y="498"/>
                  <a:pt x="568" y="498"/>
                </a:cubicBezTo>
                <a:cubicBezTo>
                  <a:pt x="545" y="495"/>
                  <a:pt x="517" y="491"/>
                  <a:pt x="494" y="491"/>
                </a:cubicBezTo>
                <a:cubicBezTo>
                  <a:pt x="454" y="486"/>
                  <a:pt x="415" y="482"/>
                  <a:pt x="379" y="479"/>
                </a:cubicBezTo>
                <a:cubicBezTo>
                  <a:pt x="359" y="479"/>
                  <a:pt x="339" y="475"/>
                  <a:pt x="320" y="475"/>
                </a:cubicBezTo>
                <a:cubicBezTo>
                  <a:pt x="273" y="471"/>
                  <a:pt x="226" y="462"/>
                  <a:pt x="178" y="462"/>
                </a:cubicBezTo>
                <a:cubicBezTo>
                  <a:pt x="170" y="462"/>
                  <a:pt x="164" y="461"/>
                  <a:pt x="157" y="461"/>
                </a:cubicBezTo>
                <a:cubicBezTo>
                  <a:pt x="154" y="461"/>
                  <a:pt x="150" y="461"/>
                  <a:pt x="146" y="462"/>
                </a:cubicBezTo>
                <a:cubicBezTo>
                  <a:pt x="139" y="462"/>
                  <a:pt x="135" y="462"/>
                  <a:pt x="123" y="459"/>
                </a:cubicBezTo>
                <a:cubicBezTo>
                  <a:pt x="103" y="455"/>
                  <a:pt x="79" y="451"/>
                  <a:pt x="60" y="451"/>
                </a:cubicBezTo>
                <a:cubicBezTo>
                  <a:pt x="48" y="455"/>
                  <a:pt x="36" y="451"/>
                  <a:pt x="28" y="459"/>
                </a:cubicBezTo>
                <a:cubicBezTo>
                  <a:pt x="24" y="462"/>
                  <a:pt x="13" y="471"/>
                  <a:pt x="8" y="479"/>
                </a:cubicBezTo>
                <a:cubicBezTo>
                  <a:pt x="0" y="491"/>
                  <a:pt x="13" y="502"/>
                  <a:pt x="17" y="514"/>
                </a:cubicBezTo>
                <a:cubicBezTo>
                  <a:pt x="24" y="522"/>
                  <a:pt x="28" y="530"/>
                  <a:pt x="36" y="542"/>
                </a:cubicBezTo>
                <a:cubicBezTo>
                  <a:pt x="44" y="553"/>
                  <a:pt x="48" y="562"/>
                  <a:pt x="60" y="573"/>
                </a:cubicBezTo>
                <a:cubicBezTo>
                  <a:pt x="84" y="597"/>
                  <a:pt x="115" y="613"/>
                  <a:pt x="139" y="637"/>
                </a:cubicBezTo>
                <a:cubicBezTo>
                  <a:pt x="162" y="668"/>
                  <a:pt x="182" y="695"/>
                  <a:pt x="210" y="723"/>
                </a:cubicBezTo>
                <a:cubicBezTo>
                  <a:pt x="241" y="751"/>
                  <a:pt x="273" y="775"/>
                  <a:pt x="304" y="802"/>
                </a:cubicBezTo>
                <a:cubicBezTo>
                  <a:pt x="316" y="814"/>
                  <a:pt x="324" y="826"/>
                  <a:pt x="335" y="833"/>
                </a:cubicBezTo>
                <a:cubicBezTo>
                  <a:pt x="344" y="837"/>
                  <a:pt x="352" y="841"/>
                  <a:pt x="355" y="846"/>
                </a:cubicBezTo>
                <a:cubicBezTo>
                  <a:pt x="355" y="849"/>
                  <a:pt x="352" y="857"/>
                  <a:pt x="348" y="861"/>
                </a:cubicBezTo>
                <a:cubicBezTo>
                  <a:pt x="348" y="869"/>
                  <a:pt x="344" y="881"/>
                  <a:pt x="339" y="888"/>
                </a:cubicBezTo>
                <a:cubicBezTo>
                  <a:pt x="316" y="920"/>
                  <a:pt x="297" y="948"/>
                  <a:pt x="281" y="983"/>
                </a:cubicBezTo>
                <a:cubicBezTo>
                  <a:pt x="273" y="999"/>
                  <a:pt x="265" y="1011"/>
                  <a:pt x="261" y="1026"/>
                </a:cubicBezTo>
                <a:cubicBezTo>
                  <a:pt x="253" y="1039"/>
                  <a:pt x="241" y="1050"/>
                  <a:pt x="233" y="1066"/>
                </a:cubicBezTo>
                <a:cubicBezTo>
                  <a:pt x="221" y="1082"/>
                  <a:pt x="213" y="1097"/>
                  <a:pt x="206" y="1110"/>
                </a:cubicBezTo>
                <a:cubicBezTo>
                  <a:pt x="190" y="1130"/>
                  <a:pt x="178" y="1145"/>
                  <a:pt x="166" y="1165"/>
                </a:cubicBezTo>
                <a:cubicBezTo>
                  <a:pt x="159" y="1177"/>
                  <a:pt x="155" y="1188"/>
                  <a:pt x="150" y="1196"/>
                </a:cubicBezTo>
                <a:cubicBezTo>
                  <a:pt x="146" y="1208"/>
                  <a:pt x="139" y="1216"/>
                  <a:pt x="131" y="1228"/>
                </a:cubicBezTo>
                <a:cubicBezTo>
                  <a:pt x="115" y="1248"/>
                  <a:pt x="103" y="1267"/>
                  <a:pt x="91" y="1290"/>
                </a:cubicBezTo>
                <a:cubicBezTo>
                  <a:pt x="84" y="1307"/>
                  <a:pt x="75" y="1326"/>
                  <a:pt x="68" y="1346"/>
                </a:cubicBezTo>
                <a:cubicBezTo>
                  <a:pt x="60" y="1374"/>
                  <a:pt x="44" y="1394"/>
                  <a:pt x="32" y="1417"/>
                </a:cubicBezTo>
                <a:cubicBezTo>
                  <a:pt x="28" y="1421"/>
                  <a:pt x="24" y="1429"/>
                  <a:pt x="28" y="1432"/>
                </a:cubicBezTo>
                <a:cubicBezTo>
                  <a:pt x="28" y="1437"/>
                  <a:pt x="36" y="1441"/>
                  <a:pt x="40" y="1445"/>
                </a:cubicBezTo>
                <a:cubicBezTo>
                  <a:pt x="43" y="1451"/>
                  <a:pt x="46" y="1457"/>
                  <a:pt x="51" y="1457"/>
                </a:cubicBezTo>
                <a:cubicBezTo>
                  <a:pt x="52" y="1457"/>
                  <a:pt x="54" y="1457"/>
                  <a:pt x="55" y="1456"/>
                </a:cubicBezTo>
                <a:cubicBezTo>
                  <a:pt x="75" y="1452"/>
                  <a:pt x="91" y="1445"/>
                  <a:pt x="107" y="1432"/>
                </a:cubicBezTo>
                <a:cubicBezTo>
                  <a:pt x="119" y="1429"/>
                  <a:pt x="126" y="1429"/>
                  <a:pt x="139" y="1429"/>
                </a:cubicBezTo>
                <a:cubicBezTo>
                  <a:pt x="162" y="1425"/>
                  <a:pt x="182" y="1413"/>
                  <a:pt x="202" y="1405"/>
                </a:cubicBezTo>
                <a:cubicBezTo>
                  <a:pt x="253" y="1390"/>
                  <a:pt x="304" y="1374"/>
                  <a:pt x="355" y="1354"/>
                </a:cubicBezTo>
                <a:cubicBezTo>
                  <a:pt x="454" y="1319"/>
                  <a:pt x="552" y="1287"/>
                  <a:pt x="652" y="1252"/>
                </a:cubicBezTo>
                <a:cubicBezTo>
                  <a:pt x="667" y="1287"/>
                  <a:pt x="683" y="1319"/>
                  <a:pt x="706" y="1350"/>
                </a:cubicBezTo>
                <a:cubicBezTo>
                  <a:pt x="770" y="1445"/>
                  <a:pt x="852" y="1523"/>
                  <a:pt x="916" y="1622"/>
                </a:cubicBezTo>
                <a:cubicBezTo>
                  <a:pt x="922" y="1632"/>
                  <a:pt x="934" y="1637"/>
                  <a:pt x="945" y="1637"/>
                </a:cubicBezTo>
                <a:cubicBezTo>
                  <a:pt x="960" y="1637"/>
                  <a:pt x="974" y="1629"/>
                  <a:pt x="978" y="1614"/>
                </a:cubicBezTo>
                <a:cubicBezTo>
                  <a:pt x="1010" y="1508"/>
                  <a:pt x="1034" y="1401"/>
                  <a:pt x="1058" y="1295"/>
                </a:cubicBezTo>
                <a:cubicBezTo>
                  <a:pt x="1069" y="1243"/>
                  <a:pt x="1081" y="1188"/>
                  <a:pt x="1093" y="1137"/>
                </a:cubicBezTo>
                <a:cubicBezTo>
                  <a:pt x="1096" y="1114"/>
                  <a:pt x="1101" y="1086"/>
                  <a:pt x="1105" y="1062"/>
                </a:cubicBezTo>
                <a:lnTo>
                  <a:pt x="1105" y="1050"/>
                </a:lnTo>
                <a:cubicBezTo>
                  <a:pt x="1105" y="1039"/>
                  <a:pt x="1101" y="1026"/>
                  <a:pt x="1105" y="1015"/>
                </a:cubicBezTo>
                <a:cubicBezTo>
                  <a:pt x="1109" y="995"/>
                  <a:pt x="1125" y="983"/>
                  <a:pt x="1140" y="972"/>
                </a:cubicBezTo>
                <a:cubicBezTo>
                  <a:pt x="1164" y="952"/>
                  <a:pt x="1196" y="944"/>
                  <a:pt x="1223" y="932"/>
                </a:cubicBezTo>
                <a:cubicBezTo>
                  <a:pt x="1247" y="920"/>
                  <a:pt x="1270" y="908"/>
                  <a:pt x="1298" y="897"/>
                </a:cubicBezTo>
                <a:cubicBezTo>
                  <a:pt x="1325" y="884"/>
                  <a:pt x="1353" y="873"/>
                  <a:pt x="1385" y="857"/>
                </a:cubicBezTo>
                <a:cubicBezTo>
                  <a:pt x="1409" y="841"/>
                  <a:pt x="1432" y="833"/>
                  <a:pt x="1460" y="826"/>
                </a:cubicBezTo>
                <a:cubicBezTo>
                  <a:pt x="1471" y="822"/>
                  <a:pt x="1483" y="817"/>
                  <a:pt x="1495" y="810"/>
                </a:cubicBezTo>
                <a:cubicBezTo>
                  <a:pt x="1507" y="806"/>
                  <a:pt x="1518" y="798"/>
                  <a:pt x="1531" y="790"/>
                </a:cubicBezTo>
                <a:cubicBezTo>
                  <a:pt x="1574" y="770"/>
                  <a:pt x="1622" y="759"/>
                  <a:pt x="1664" y="735"/>
                </a:cubicBezTo>
                <a:cubicBezTo>
                  <a:pt x="1680" y="727"/>
                  <a:pt x="1696" y="715"/>
                  <a:pt x="1716" y="704"/>
                </a:cubicBezTo>
                <a:cubicBezTo>
                  <a:pt x="1724" y="695"/>
                  <a:pt x="1744" y="684"/>
                  <a:pt x="1751" y="672"/>
                </a:cubicBezTo>
                <a:cubicBezTo>
                  <a:pt x="1759" y="660"/>
                  <a:pt x="1755" y="637"/>
                  <a:pt x="1740" y="628"/>
                </a:cubicBezTo>
                <a:cubicBezTo>
                  <a:pt x="1731" y="620"/>
                  <a:pt x="1711" y="617"/>
                  <a:pt x="1700" y="617"/>
                </a:cubicBezTo>
                <a:lnTo>
                  <a:pt x="1684" y="617"/>
                </a:lnTo>
                <a:cubicBezTo>
                  <a:pt x="1664" y="613"/>
                  <a:pt x="1645" y="609"/>
                  <a:pt x="1625" y="604"/>
                </a:cubicBezTo>
                <a:cubicBezTo>
                  <a:pt x="1605" y="601"/>
                  <a:pt x="1586" y="597"/>
                  <a:pt x="1566" y="593"/>
                </a:cubicBezTo>
                <a:cubicBezTo>
                  <a:pt x="1558" y="589"/>
                  <a:pt x="1542" y="589"/>
                  <a:pt x="1535" y="585"/>
                </a:cubicBezTo>
                <a:cubicBezTo>
                  <a:pt x="1531" y="581"/>
                  <a:pt x="1527" y="577"/>
                  <a:pt x="1518" y="577"/>
                </a:cubicBezTo>
                <a:cubicBezTo>
                  <a:pt x="1495" y="573"/>
                  <a:pt x="1475" y="573"/>
                  <a:pt x="1456" y="573"/>
                </a:cubicBezTo>
                <a:lnTo>
                  <a:pt x="1357" y="573"/>
                </a:lnTo>
                <a:cubicBezTo>
                  <a:pt x="1325" y="573"/>
                  <a:pt x="1294" y="569"/>
                  <a:pt x="1262" y="566"/>
                </a:cubicBezTo>
                <a:cubicBezTo>
                  <a:pt x="1219" y="562"/>
                  <a:pt x="1176" y="562"/>
                  <a:pt x="1136" y="553"/>
                </a:cubicBezTo>
                <a:cubicBezTo>
                  <a:pt x="1120" y="549"/>
                  <a:pt x="1109" y="546"/>
                  <a:pt x="1096" y="546"/>
                </a:cubicBezTo>
                <a:cubicBezTo>
                  <a:pt x="1089" y="546"/>
                  <a:pt x="1081" y="546"/>
                  <a:pt x="1077" y="542"/>
                </a:cubicBezTo>
                <a:cubicBezTo>
                  <a:pt x="1065" y="533"/>
                  <a:pt x="1069" y="518"/>
                  <a:pt x="1069" y="506"/>
                </a:cubicBezTo>
                <a:cubicBezTo>
                  <a:pt x="1069" y="491"/>
                  <a:pt x="1065" y="475"/>
                  <a:pt x="1061" y="459"/>
                </a:cubicBezTo>
                <a:cubicBezTo>
                  <a:pt x="1061" y="439"/>
                  <a:pt x="1065" y="424"/>
                  <a:pt x="1069" y="404"/>
                </a:cubicBezTo>
                <a:cubicBezTo>
                  <a:pt x="1073" y="388"/>
                  <a:pt x="1077" y="373"/>
                  <a:pt x="1077" y="356"/>
                </a:cubicBezTo>
                <a:lnTo>
                  <a:pt x="1077" y="302"/>
                </a:lnTo>
                <a:cubicBezTo>
                  <a:pt x="1081" y="285"/>
                  <a:pt x="1085" y="266"/>
                  <a:pt x="1085" y="249"/>
                </a:cubicBezTo>
                <a:cubicBezTo>
                  <a:pt x="1089" y="226"/>
                  <a:pt x="1085" y="207"/>
                  <a:pt x="1089" y="187"/>
                </a:cubicBezTo>
                <a:cubicBezTo>
                  <a:pt x="1093" y="167"/>
                  <a:pt x="1093" y="151"/>
                  <a:pt x="1096" y="131"/>
                </a:cubicBezTo>
                <a:cubicBezTo>
                  <a:pt x="1101" y="112"/>
                  <a:pt x="1105" y="96"/>
                  <a:pt x="1109" y="76"/>
                </a:cubicBezTo>
                <a:cubicBezTo>
                  <a:pt x="1109" y="56"/>
                  <a:pt x="1109" y="21"/>
                  <a:pt x="1089" y="5"/>
                </a:cubicBezTo>
                <a:cubicBezTo>
                  <a:pt x="1084" y="2"/>
                  <a:pt x="1079" y="1"/>
                  <a:pt x="1074" y="1"/>
                </a:cubicBezTo>
                <a:close/>
              </a:path>
            </a:pathLst>
          </a:custGeom>
          <a:solidFill>
            <a:schemeClr val="accent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a:off x="9056832" y="9161594"/>
            <a:ext cx="845836" cy="617729"/>
          </a:xfrm>
          <a:custGeom>
            <a:rect b="b" l="l" r="r" t="t"/>
            <a:pathLst>
              <a:path extrusionOk="0" h="1308" w="1791">
                <a:moveTo>
                  <a:pt x="1141" y="1"/>
                </a:moveTo>
                <a:cubicBezTo>
                  <a:pt x="1135" y="1"/>
                  <a:pt x="1129" y="3"/>
                  <a:pt x="1124" y="6"/>
                </a:cubicBezTo>
                <a:cubicBezTo>
                  <a:pt x="951" y="195"/>
                  <a:pt x="797" y="408"/>
                  <a:pt x="675" y="633"/>
                </a:cubicBezTo>
                <a:cubicBezTo>
                  <a:pt x="576" y="428"/>
                  <a:pt x="478" y="226"/>
                  <a:pt x="379" y="22"/>
                </a:cubicBezTo>
                <a:cubicBezTo>
                  <a:pt x="375" y="14"/>
                  <a:pt x="368" y="10"/>
                  <a:pt x="361" y="10"/>
                </a:cubicBezTo>
                <a:cubicBezTo>
                  <a:pt x="354" y="10"/>
                  <a:pt x="347" y="14"/>
                  <a:pt x="344" y="22"/>
                </a:cubicBezTo>
                <a:cubicBezTo>
                  <a:pt x="273" y="183"/>
                  <a:pt x="209" y="349"/>
                  <a:pt x="158" y="518"/>
                </a:cubicBezTo>
                <a:cubicBezTo>
                  <a:pt x="134" y="589"/>
                  <a:pt x="0" y="873"/>
                  <a:pt x="44" y="944"/>
                </a:cubicBezTo>
                <a:cubicBezTo>
                  <a:pt x="47" y="959"/>
                  <a:pt x="67" y="964"/>
                  <a:pt x="80" y="968"/>
                </a:cubicBezTo>
                <a:cubicBezTo>
                  <a:pt x="331" y="1039"/>
                  <a:pt x="580" y="1101"/>
                  <a:pt x="833" y="1161"/>
                </a:cubicBezTo>
                <a:cubicBezTo>
                  <a:pt x="1010" y="1201"/>
                  <a:pt x="1183" y="1236"/>
                  <a:pt x="1361" y="1272"/>
                </a:cubicBezTo>
                <a:cubicBezTo>
                  <a:pt x="1396" y="1277"/>
                  <a:pt x="1514" y="1308"/>
                  <a:pt x="1585" y="1308"/>
                </a:cubicBezTo>
                <a:cubicBezTo>
                  <a:pt x="1609" y="1308"/>
                  <a:pt x="1628" y="1304"/>
                  <a:pt x="1637" y="1295"/>
                </a:cubicBezTo>
                <a:cubicBezTo>
                  <a:pt x="1656" y="1279"/>
                  <a:pt x="1656" y="1248"/>
                  <a:pt x="1656" y="1220"/>
                </a:cubicBezTo>
                <a:cubicBezTo>
                  <a:pt x="1661" y="924"/>
                  <a:pt x="1779" y="637"/>
                  <a:pt x="1791" y="337"/>
                </a:cubicBezTo>
                <a:lnTo>
                  <a:pt x="1791" y="337"/>
                </a:lnTo>
                <a:cubicBezTo>
                  <a:pt x="1625" y="463"/>
                  <a:pt x="1467" y="597"/>
                  <a:pt x="1294" y="715"/>
                </a:cubicBezTo>
                <a:cubicBezTo>
                  <a:pt x="1321" y="621"/>
                  <a:pt x="1230" y="502"/>
                  <a:pt x="1207" y="412"/>
                </a:cubicBezTo>
                <a:cubicBezTo>
                  <a:pt x="1175" y="282"/>
                  <a:pt x="1159" y="151"/>
                  <a:pt x="1159" y="18"/>
                </a:cubicBezTo>
                <a:cubicBezTo>
                  <a:pt x="1159" y="6"/>
                  <a:pt x="1150" y="1"/>
                  <a:pt x="1141" y="1"/>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a:off x="9919350" y="8905300"/>
            <a:ext cx="233400" cy="233400"/>
          </a:xfrm>
          <a:prstGeom prst="ellipse">
            <a:avLst/>
          </a:pr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a:off x="9560250" y="8264725"/>
            <a:ext cx="233400" cy="233400"/>
          </a:xfrm>
          <a:prstGeom prst="ellipse">
            <a:avLst/>
          </a:pr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a:off x="10022400" y="5366250"/>
            <a:ext cx="56375" cy="2663275"/>
          </a:xfrm>
          <a:custGeom>
            <a:rect b="b" l="l" r="r" t="t"/>
            <a:pathLst>
              <a:path extrusionOk="0" h="106531" w="2255">
                <a:moveTo>
                  <a:pt x="1515" y="0"/>
                </a:moveTo>
                <a:cubicBezTo>
                  <a:pt x="649" y="35503"/>
                  <a:pt x="4406" y="71291"/>
                  <a:pt x="0" y="106531"/>
                </a:cubicBezTo>
              </a:path>
            </a:pathLst>
          </a:custGeom>
          <a:noFill/>
          <a:ln cap="flat" cmpd="sng" w="28575">
            <a:solidFill>
              <a:schemeClr val="dk1"/>
            </a:solidFill>
            <a:prstDash val="solid"/>
            <a:round/>
            <a:headEnd len="med" w="med" type="none"/>
            <a:tailEnd len="med" w="med" type="none"/>
          </a:ln>
        </p:spPr>
      </p:sp>
      <p:sp>
        <p:nvSpPr>
          <p:cNvPr id="33" name="Google Shape;33;p3"/>
          <p:cNvSpPr/>
          <p:nvPr/>
        </p:nvSpPr>
        <p:spPr>
          <a:xfrm>
            <a:off x="9845700" y="6969250"/>
            <a:ext cx="23625" cy="795200"/>
          </a:xfrm>
          <a:custGeom>
            <a:rect b="b" l="l" r="r" t="t"/>
            <a:pathLst>
              <a:path extrusionOk="0" h="31808" w="945">
                <a:moveTo>
                  <a:pt x="505" y="0"/>
                </a:moveTo>
                <a:cubicBezTo>
                  <a:pt x="1386" y="10567"/>
                  <a:pt x="0" y="21204"/>
                  <a:pt x="0" y="31808"/>
                </a:cubicBezTo>
              </a:path>
            </a:pathLst>
          </a:custGeom>
          <a:noFill/>
          <a:ln cap="flat" cmpd="sng" w="28575">
            <a:solidFill>
              <a:schemeClr val="dk1"/>
            </a:solidFill>
            <a:prstDash val="solid"/>
            <a:round/>
            <a:headEnd len="med" w="med" type="none"/>
            <a:tailEnd len="med" w="med" type="none"/>
          </a:ln>
        </p:spPr>
      </p:sp>
      <p:sp>
        <p:nvSpPr>
          <p:cNvPr id="34" name="Google Shape;34;p3"/>
          <p:cNvSpPr/>
          <p:nvPr/>
        </p:nvSpPr>
        <p:spPr>
          <a:xfrm>
            <a:off x="9631125" y="6287675"/>
            <a:ext cx="88350" cy="1476775"/>
          </a:xfrm>
          <a:custGeom>
            <a:rect b="b" l="l" r="r" t="t"/>
            <a:pathLst>
              <a:path extrusionOk="0" h="59071" w="3534">
                <a:moveTo>
                  <a:pt x="0" y="0"/>
                </a:moveTo>
                <a:cubicBezTo>
                  <a:pt x="1037" y="19698"/>
                  <a:pt x="3534" y="39345"/>
                  <a:pt x="3534" y="59071"/>
                </a:cubicBezTo>
              </a:path>
            </a:pathLst>
          </a:custGeom>
          <a:noFill/>
          <a:ln cap="flat" cmpd="sng" w="28575">
            <a:solidFill>
              <a:schemeClr val="dk1"/>
            </a:solidFill>
            <a:prstDash val="solid"/>
            <a:round/>
            <a:headEnd len="med" w="med" type="none"/>
            <a:tailEnd len="med" w="med" type="none"/>
          </a:ln>
        </p:spPr>
      </p:sp>
      <p:sp>
        <p:nvSpPr>
          <p:cNvPr id="35" name="Google Shape;35;p3"/>
          <p:cNvSpPr/>
          <p:nvPr/>
        </p:nvSpPr>
        <p:spPr>
          <a:xfrm rot="148895">
            <a:off x="269506" y="2196227"/>
            <a:ext cx="138855" cy="2158457"/>
          </a:xfrm>
          <a:custGeom>
            <a:rect b="b" l="l" r="r" t="t"/>
            <a:pathLst>
              <a:path extrusionOk="0" h="86335" w="5554">
                <a:moveTo>
                  <a:pt x="0" y="0"/>
                </a:moveTo>
                <a:cubicBezTo>
                  <a:pt x="1919" y="28774"/>
                  <a:pt x="5554" y="57497"/>
                  <a:pt x="5554" y="86335"/>
                </a:cubicBezTo>
              </a:path>
            </a:pathLst>
          </a:custGeom>
          <a:noFill/>
          <a:ln cap="flat" cmpd="sng" w="28575">
            <a:solidFill>
              <a:schemeClr val="dk1"/>
            </a:solidFill>
            <a:prstDash val="solid"/>
            <a:round/>
            <a:headEnd len="med" w="med" type="none"/>
            <a:tailEnd len="med" w="med" type="none"/>
          </a:ln>
        </p:spPr>
      </p:sp>
      <p:sp>
        <p:nvSpPr>
          <p:cNvPr id="36" name="Google Shape;36;p3"/>
          <p:cNvSpPr/>
          <p:nvPr/>
        </p:nvSpPr>
        <p:spPr>
          <a:xfrm rot="148895">
            <a:off x="494293" y="1824291"/>
            <a:ext cx="39176" cy="1123393"/>
          </a:xfrm>
          <a:custGeom>
            <a:rect b="b" l="l" r="r" t="t"/>
            <a:pathLst>
              <a:path extrusionOk="0" h="44934" w="1567">
                <a:moveTo>
                  <a:pt x="557" y="0"/>
                </a:moveTo>
                <a:cubicBezTo>
                  <a:pt x="-1098" y="14890"/>
                  <a:pt x="1567" y="29952"/>
                  <a:pt x="1567" y="44934"/>
                </a:cubicBezTo>
              </a:path>
            </a:pathLst>
          </a:custGeom>
          <a:noFill/>
          <a:ln cap="flat" cmpd="sng" w="28575">
            <a:solidFill>
              <a:schemeClr val="dk1"/>
            </a:solidFill>
            <a:prstDash val="solid"/>
            <a:round/>
            <a:headEnd len="med" w="med" type="none"/>
            <a:tailEnd len="med" w="med" type="none"/>
          </a:ln>
        </p:spPr>
      </p:sp>
      <p:sp>
        <p:nvSpPr>
          <p:cNvPr id="37" name="Google Shape;37;p3"/>
          <p:cNvSpPr/>
          <p:nvPr/>
        </p:nvSpPr>
        <p:spPr>
          <a:xfrm>
            <a:off x="230400" y="1168675"/>
            <a:ext cx="233400" cy="233400"/>
          </a:xfrm>
          <a:prstGeom prst="ellipse">
            <a:avLst/>
          </a:pr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a:off x="1185800" y="137013"/>
            <a:ext cx="233400" cy="233400"/>
          </a:xfrm>
          <a:prstGeom prst="ellipse">
            <a:avLst/>
          </a:pr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3"/>
          <p:cNvSpPr/>
          <p:nvPr/>
        </p:nvSpPr>
        <p:spPr>
          <a:xfrm>
            <a:off x="1746775" y="486850"/>
            <a:ext cx="233400" cy="233400"/>
          </a:xfrm>
          <a:prstGeom prst="ellipse">
            <a:avLst/>
          </a:pr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0" name="Google Shape;40;p3"/>
          <p:cNvGrpSpPr/>
          <p:nvPr/>
        </p:nvGrpSpPr>
        <p:grpSpPr>
          <a:xfrm rot="-2222989">
            <a:off x="-434472" y="8505982"/>
            <a:ext cx="1896734" cy="1928954"/>
            <a:chOff x="8016283" y="3354199"/>
            <a:chExt cx="1896763" cy="1928983"/>
          </a:xfrm>
        </p:grpSpPr>
        <p:grpSp>
          <p:nvGrpSpPr>
            <p:cNvPr id="41" name="Google Shape;41;p3"/>
            <p:cNvGrpSpPr/>
            <p:nvPr/>
          </p:nvGrpSpPr>
          <p:grpSpPr>
            <a:xfrm>
              <a:off x="8016283" y="3354199"/>
              <a:ext cx="1896763" cy="1928983"/>
              <a:chOff x="3025183" y="3101074"/>
              <a:chExt cx="1896763" cy="1928983"/>
            </a:xfrm>
          </p:grpSpPr>
          <p:sp>
            <p:nvSpPr>
              <p:cNvPr id="42" name="Google Shape;42;p3"/>
              <p:cNvSpPr/>
              <p:nvPr/>
            </p:nvSpPr>
            <p:spPr>
              <a:xfrm>
                <a:off x="3025183" y="3101074"/>
                <a:ext cx="1896763" cy="1928983"/>
              </a:xfrm>
              <a:custGeom>
                <a:rect b="b" l="l" r="r" t="t"/>
                <a:pathLst>
                  <a:path extrusionOk="0" h="1913" w="1881">
                    <a:moveTo>
                      <a:pt x="1496" y="1"/>
                    </a:moveTo>
                    <a:cubicBezTo>
                      <a:pt x="1477" y="1"/>
                      <a:pt x="1459" y="7"/>
                      <a:pt x="1440" y="16"/>
                    </a:cubicBezTo>
                    <a:cubicBezTo>
                      <a:pt x="1416" y="24"/>
                      <a:pt x="1392" y="31"/>
                      <a:pt x="1364" y="31"/>
                    </a:cubicBezTo>
                    <a:lnTo>
                      <a:pt x="0" y="1573"/>
                    </a:lnTo>
                    <a:cubicBezTo>
                      <a:pt x="24" y="1596"/>
                      <a:pt x="35" y="1629"/>
                      <a:pt x="35" y="1664"/>
                    </a:cubicBezTo>
                    <a:cubicBezTo>
                      <a:pt x="63" y="1667"/>
                      <a:pt x="91" y="1680"/>
                      <a:pt x="115" y="1700"/>
                    </a:cubicBezTo>
                    <a:cubicBezTo>
                      <a:pt x="138" y="1719"/>
                      <a:pt x="153" y="1747"/>
                      <a:pt x="162" y="1774"/>
                    </a:cubicBezTo>
                    <a:cubicBezTo>
                      <a:pt x="201" y="1778"/>
                      <a:pt x="237" y="1782"/>
                      <a:pt x="268" y="1806"/>
                    </a:cubicBezTo>
                    <a:cubicBezTo>
                      <a:pt x="304" y="1833"/>
                      <a:pt x="319" y="1869"/>
                      <a:pt x="323" y="1912"/>
                    </a:cubicBezTo>
                    <a:lnTo>
                      <a:pt x="1880" y="153"/>
                    </a:lnTo>
                    <a:lnTo>
                      <a:pt x="1865" y="138"/>
                    </a:lnTo>
                    <a:cubicBezTo>
                      <a:pt x="1860" y="137"/>
                      <a:pt x="1854" y="136"/>
                      <a:pt x="1849" y="136"/>
                    </a:cubicBezTo>
                    <a:cubicBezTo>
                      <a:pt x="1821" y="136"/>
                      <a:pt x="1793" y="151"/>
                      <a:pt x="1766" y="158"/>
                    </a:cubicBezTo>
                    <a:cubicBezTo>
                      <a:pt x="1753" y="160"/>
                      <a:pt x="1741" y="161"/>
                      <a:pt x="1729" y="161"/>
                    </a:cubicBezTo>
                    <a:cubicBezTo>
                      <a:pt x="1682" y="161"/>
                      <a:pt x="1640" y="143"/>
                      <a:pt x="1609" y="102"/>
                    </a:cubicBezTo>
                    <a:cubicBezTo>
                      <a:pt x="1577" y="71"/>
                      <a:pt x="1558" y="16"/>
                      <a:pt x="1518" y="4"/>
                    </a:cubicBezTo>
                    <a:cubicBezTo>
                      <a:pt x="1510" y="2"/>
                      <a:pt x="1503" y="1"/>
                      <a:pt x="1496" y="1"/>
                    </a:cubicBezTo>
                    <a:close/>
                  </a:path>
                </a:pathLst>
              </a:custGeom>
              <a:solidFill>
                <a:schemeClr val="accent5"/>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3"/>
              <p:cNvSpPr/>
              <p:nvPr/>
            </p:nvSpPr>
            <p:spPr>
              <a:xfrm>
                <a:off x="3398283" y="4396808"/>
                <a:ext cx="132098" cy="147220"/>
              </a:xfrm>
              <a:custGeom>
                <a:rect b="b" l="l" r="r" t="t"/>
                <a:pathLst>
                  <a:path extrusionOk="0" h="146" w="131">
                    <a:moveTo>
                      <a:pt x="131" y="0"/>
                    </a:moveTo>
                    <a:lnTo>
                      <a:pt x="131" y="0"/>
                    </a:lnTo>
                    <a:cubicBezTo>
                      <a:pt x="109" y="24"/>
                      <a:pt x="87" y="48"/>
                      <a:pt x="65" y="73"/>
                    </a:cubicBezTo>
                    <a:lnTo>
                      <a:pt x="131" y="0"/>
                    </a:lnTo>
                    <a:close/>
                    <a:moveTo>
                      <a:pt x="65" y="73"/>
                    </a:moveTo>
                    <a:lnTo>
                      <a:pt x="0" y="146"/>
                    </a:lnTo>
                    <a:cubicBezTo>
                      <a:pt x="22" y="122"/>
                      <a:pt x="44" y="98"/>
                      <a:pt x="65" y="73"/>
                    </a:cubicBezTo>
                    <a:close/>
                  </a:path>
                </a:pathLst>
              </a:custGeom>
              <a:solidFill>
                <a:srgbClr val="FFF2A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3"/>
              <p:cNvSpPr/>
              <p:nvPr/>
            </p:nvSpPr>
            <p:spPr>
              <a:xfrm>
                <a:off x="3560633" y="4511760"/>
                <a:ext cx="72603" cy="61510"/>
              </a:xfrm>
              <a:custGeom>
                <a:rect b="b" l="l" r="r" t="t"/>
                <a:pathLst>
                  <a:path extrusionOk="0" h="61" w="72">
                    <a:moveTo>
                      <a:pt x="1" y="60"/>
                    </a:moveTo>
                    <a:cubicBezTo>
                      <a:pt x="25" y="40"/>
                      <a:pt x="48" y="20"/>
                      <a:pt x="72" y="1"/>
                    </a:cubicBezTo>
                    <a:close/>
                  </a:path>
                </a:pathLst>
              </a:custGeom>
              <a:solidFill>
                <a:srgbClr val="FFF2A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3"/>
              <p:cNvSpPr/>
              <p:nvPr/>
            </p:nvSpPr>
            <p:spPr>
              <a:xfrm>
                <a:off x="4396580" y="3513491"/>
                <a:ext cx="44369" cy="76635"/>
              </a:xfrm>
              <a:custGeom>
                <a:rect b="b" l="l" r="r" t="t"/>
                <a:pathLst>
                  <a:path extrusionOk="0" h="76" w="44">
                    <a:moveTo>
                      <a:pt x="44" y="1"/>
                    </a:moveTo>
                    <a:cubicBezTo>
                      <a:pt x="43" y="2"/>
                      <a:pt x="42" y="3"/>
                      <a:pt x="41" y="4"/>
                    </a:cubicBezTo>
                    <a:lnTo>
                      <a:pt x="41" y="4"/>
                    </a:lnTo>
                    <a:lnTo>
                      <a:pt x="44" y="1"/>
                    </a:lnTo>
                    <a:close/>
                    <a:moveTo>
                      <a:pt x="41" y="4"/>
                    </a:moveTo>
                    <a:lnTo>
                      <a:pt x="0" y="75"/>
                    </a:lnTo>
                    <a:cubicBezTo>
                      <a:pt x="15" y="53"/>
                      <a:pt x="26" y="30"/>
                      <a:pt x="41" y="4"/>
                    </a:cubicBezTo>
                    <a:close/>
                  </a:path>
                </a:pathLst>
              </a:custGeom>
              <a:solidFill>
                <a:srgbClr val="FFF2A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6" name="Google Shape;46;p3"/>
            <p:cNvSpPr/>
            <p:nvPr/>
          </p:nvSpPr>
          <p:spPr>
            <a:xfrm>
              <a:off x="8418775" y="4784875"/>
              <a:ext cx="180875" cy="205550"/>
            </a:xfrm>
            <a:custGeom>
              <a:rect b="b" l="l" r="r" t="t"/>
              <a:pathLst>
                <a:path extrusionOk="0" h="8222" w="7235">
                  <a:moveTo>
                    <a:pt x="7235" y="0"/>
                  </a:moveTo>
                  <a:cubicBezTo>
                    <a:pt x="5044" y="2920"/>
                    <a:pt x="2579" y="5639"/>
                    <a:pt x="0" y="8222"/>
                  </a:cubicBezTo>
                </a:path>
              </a:pathLst>
            </a:custGeom>
            <a:noFill/>
            <a:ln cap="flat" cmpd="sng" w="28575">
              <a:solidFill>
                <a:schemeClr val="dk1"/>
              </a:solidFill>
              <a:prstDash val="solid"/>
              <a:round/>
              <a:headEnd len="med" w="med" type="none"/>
              <a:tailEnd len="med" w="med" type="none"/>
            </a:ln>
          </p:spPr>
        </p:sp>
        <p:sp>
          <p:nvSpPr>
            <p:cNvPr id="47" name="Google Shape;47;p3"/>
            <p:cNvSpPr/>
            <p:nvPr/>
          </p:nvSpPr>
          <p:spPr>
            <a:xfrm>
              <a:off x="8336550" y="4834225"/>
              <a:ext cx="74000" cy="106875"/>
            </a:xfrm>
            <a:custGeom>
              <a:rect b="b" l="l" r="r" t="t"/>
              <a:pathLst>
                <a:path extrusionOk="0" h="4275" w="2960">
                  <a:moveTo>
                    <a:pt x="2960" y="0"/>
                  </a:moveTo>
                  <a:cubicBezTo>
                    <a:pt x="2068" y="1486"/>
                    <a:pt x="961" y="2833"/>
                    <a:pt x="0" y="4275"/>
                  </a:cubicBezTo>
                </a:path>
              </a:pathLst>
            </a:custGeom>
            <a:noFill/>
            <a:ln cap="flat" cmpd="sng" w="28575">
              <a:solidFill>
                <a:schemeClr val="dk1"/>
              </a:solidFill>
              <a:prstDash val="solid"/>
              <a:round/>
              <a:headEnd len="med" w="med" type="none"/>
              <a:tailEnd len="med" w="med" type="none"/>
            </a:ln>
          </p:spPr>
        </p:sp>
        <p:sp>
          <p:nvSpPr>
            <p:cNvPr id="48" name="Google Shape;48;p3"/>
            <p:cNvSpPr/>
            <p:nvPr/>
          </p:nvSpPr>
          <p:spPr>
            <a:xfrm>
              <a:off x="9232700" y="3658550"/>
              <a:ext cx="353525" cy="452175"/>
            </a:xfrm>
            <a:custGeom>
              <a:rect b="b" l="l" r="r" t="t"/>
              <a:pathLst>
                <a:path extrusionOk="0" h="18087" w="14141">
                  <a:moveTo>
                    <a:pt x="14141" y="0"/>
                  </a:moveTo>
                  <a:cubicBezTo>
                    <a:pt x="9241" y="5879"/>
                    <a:pt x="4241" y="11716"/>
                    <a:pt x="0" y="18087"/>
                  </a:cubicBezTo>
                </a:path>
              </a:pathLst>
            </a:custGeom>
            <a:noFill/>
            <a:ln cap="flat" cmpd="sng" w="28575">
              <a:solidFill>
                <a:schemeClr val="dk1"/>
              </a:solidFill>
              <a:prstDash val="solid"/>
              <a:round/>
              <a:headEnd len="med" w="med" type="none"/>
              <a:tailEnd len="med" w="med" type="none"/>
            </a:ln>
          </p:spPr>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9" name="Shape 49"/>
        <p:cNvGrpSpPr/>
        <p:nvPr/>
      </p:nvGrpSpPr>
      <p:grpSpPr>
        <a:xfrm>
          <a:off x="0" y="0"/>
          <a:ext cx="0" cy="0"/>
          <a:chOff x="0" y="0"/>
          <a:chExt cx="0" cy="0"/>
        </a:xfrm>
      </p:grpSpPr>
      <p:sp>
        <p:nvSpPr>
          <p:cNvPr id="50" name="Google Shape;50;p4"/>
          <p:cNvSpPr txBox="1"/>
          <p:nvPr>
            <p:ph idx="1" type="body"/>
          </p:nvPr>
        </p:nvSpPr>
        <p:spPr>
          <a:xfrm>
            <a:off x="907600" y="1970325"/>
            <a:ext cx="8472000" cy="1765800"/>
          </a:xfrm>
          <a:prstGeom prst="rect">
            <a:avLst/>
          </a:prstGeom>
        </p:spPr>
        <p:txBody>
          <a:bodyPr anchorCtr="0" anchor="t" bIns="91425" lIns="91425" spcFirstLastPara="1" rIns="91425" wrap="square" tIns="91425">
            <a:noAutofit/>
          </a:bodyPr>
          <a:lstStyle>
            <a:lvl1pPr indent="-368300" lvl="0" marL="457200">
              <a:spcBef>
                <a:spcPts val="0"/>
              </a:spcBef>
              <a:spcAft>
                <a:spcPts val="0"/>
              </a:spcAft>
              <a:buClr>
                <a:schemeClr val="dk2"/>
              </a:buClr>
              <a:buSzPts val="2200"/>
              <a:buChar char="●"/>
              <a:defRPr sz="1900">
                <a:solidFill>
                  <a:schemeClr val="dk1"/>
                </a:solidFill>
              </a:defRPr>
            </a:lvl1pPr>
            <a:lvl2pPr indent="-336550" lvl="1" marL="914400">
              <a:spcBef>
                <a:spcPts val="0"/>
              </a:spcBef>
              <a:spcAft>
                <a:spcPts val="0"/>
              </a:spcAft>
              <a:buClr>
                <a:schemeClr val="dk1"/>
              </a:buClr>
              <a:buSzPts val="1700"/>
              <a:buFont typeface="Roboto Condensed Light"/>
              <a:buChar char="○"/>
              <a:defRPr>
                <a:solidFill>
                  <a:schemeClr val="dk1"/>
                </a:solidFill>
              </a:defRPr>
            </a:lvl2pPr>
            <a:lvl3pPr indent="-336550" lvl="2" marL="1371600">
              <a:spcBef>
                <a:spcPts val="0"/>
              </a:spcBef>
              <a:spcAft>
                <a:spcPts val="0"/>
              </a:spcAft>
              <a:buClr>
                <a:schemeClr val="dk1"/>
              </a:buClr>
              <a:buSzPts val="1700"/>
              <a:buFont typeface="Roboto Condensed Light"/>
              <a:buChar char="■"/>
              <a:defRPr>
                <a:solidFill>
                  <a:schemeClr val="dk1"/>
                </a:solidFill>
              </a:defRPr>
            </a:lvl3pPr>
            <a:lvl4pPr indent="-336550" lvl="3" marL="1828800">
              <a:spcBef>
                <a:spcPts val="0"/>
              </a:spcBef>
              <a:spcAft>
                <a:spcPts val="0"/>
              </a:spcAft>
              <a:buClr>
                <a:schemeClr val="dk1"/>
              </a:buClr>
              <a:buSzPts val="1700"/>
              <a:buFont typeface="Roboto Condensed Light"/>
              <a:buChar char="●"/>
              <a:defRPr>
                <a:solidFill>
                  <a:schemeClr val="dk1"/>
                </a:solidFill>
              </a:defRPr>
            </a:lvl4pPr>
            <a:lvl5pPr indent="-336550" lvl="4" marL="2286000">
              <a:spcBef>
                <a:spcPts val="0"/>
              </a:spcBef>
              <a:spcAft>
                <a:spcPts val="0"/>
              </a:spcAft>
              <a:buClr>
                <a:schemeClr val="dk1"/>
              </a:buClr>
              <a:buSzPts val="1700"/>
              <a:buFont typeface="Roboto Condensed Light"/>
              <a:buChar char="○"/>
              <a:defRPr>
                <a:solidFill>
                  <a:schemeClr val="dk1"/>
                </a:solidFill>
              </a:defRPr>
            </a:lvl5pPr>
            <a:lvl6pPr indent="-336550" lvl="5" marL="2743200">
              <a:spcBef>
                <a:spcPts val="0"/>
              </a:spcBef>
              <a:spcAft>
                <a:spcPts val="0"/>
              </a:spcAft>
              <a:buClr>
                <a:schemeClr val="dk1"/>
              </a:buClr>
              <a:buSzPts val="1700"/>
              <a:buFont typeface="Roboto Condensed Light"/>
              <a:buChar char="■"/>
              <a:defRPr>
                <a:solidFill>
                  <a:schemeClr val="dk1"/>
                </a:solidFill>
              </a:defRPr>
            </a:lvl6pPr>
            <a:lvl7pPr indent="-336550" lvl="6" marL="3200400">
              <a:spcBef>
                <a:spcPts val="0"/>
              </a:spcBef>
              <a:spcAft>
                <a:spcPts val="0"/>
              </a:spcAft>
              <a:buClr>
                <a:schemeClr val="dk1"/>
              </a:buClr>
              <a:buSzPts val="1700"/>
              <a:buFont typeface="Roboto Condensed Light"/>
              <a:buChar char="●"/>
              <a:defRPr>
                <a:solidFill>
                  <a:schemeClr val="dk1"/>
                </a:solidFill>
              </a:defRPr>
            </a:lvl7pPr>
            <a:lvl8pPr indent="-336550" lvl="7" marL="3657600">
              <a:spcBef>
                <a:spcPts val="0"/>
              </a:spcBef>
              <a:spcAft>
                <a:spcPts val="0"/>
              </a:spcAft>
              <a:buClr>
                <a:schemeClr val="dk1"/>
              </a:buClr>
              <a:buSzPts val="1700"/>
              <a:buFont typeface="Roboto Condensed Light"/>
              <a:buChar char="○"/>
              <a:defRPr>
                <a:solidFill>
                  <a:schemeClr val="dk1"/>
                </a:solidFill>
              </a:defRPr>
            </a:lvl8pPr>
            <a:lvl9pPr indent="-336550" lvl="8" marL="4114800">
              <a:spcBef>
                <a:spcPts val="0"/>
              </a:spcBef>
              <a:spcAft>
                <a:spcPts val="0"/>
              </a:spcAft>
              <a:buClr>
                <a:schemeClr val="dk1"/>
              </a:buClr>
              <a:buSzPts val="1700"/>
              <a:buFont typeface="Roboto Condensed Light"/>
              <a:buChar char="■"/>
              <a:defRPr>
                <a:solidFill>
                  <a:schemeClr val="dk1"/>
                </a:solidFill>
              </a:defRPr>
            </a:lvl9pPr>
          </a:lstStyle>
          <a:p/>
        </p:txBody>
      </p:sp>
      <p:sp>
        <p:nvSpPr>
          <p:cNvPr id="51" name="Google Shape;51;p4"/>
          <p:cNvSpPr txBox="1"/>
          <p:nvPr>
            <p:ph type="title"/>
          </p:nvPr>
        </p:nvSpPr>
        <p:spPr>
          <a:xfrm>
            <a:off x="914400" y="888750"/>
            <a:ext cx="8458200" cy="956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6400"/>
              <a:buNone/>
              <a:defRPr/>
            </a:lvl1pPr>
            <a:lvl2pPr lvl="1" rtl="0">
              <a:lnSpc>
                <a:spcPct val="100000"/>
              </a:lnSpc>
              <a:spcBef>
                <a:spcPts val="0"/>
              </a:spcBef>
              <a:spcAft>
                <a:spcPts val="0"/>
              </a:spcAft>
              <a:buSzPts val="6400"/>
              <a:buNone/>
              <a:defRPr/>
            </a:lvl2pPr>
            <a:lvl3pPr lvl="2" rtl="0">
              <a:lnSpc>
                <a:spcPct val="100000"/>
              </a:lnSpc>
              <a:spcBef>
                <a:spcPts val="0"/>
              </a:spcBef>
              <a:spcAft>
                <a:spcPts val="0"/>
              </a:spcAft>
              <a:buSzPts val="6400"/>
              <a:buNone/>
              <a:defRPr/>
            </a:lvl3pPr>
            <a:lvl4pPr lvl="3" rtl="0">
              <a:lnSpc>
                <a:spcPct val="100000"/>
              </a:lnSpc>
              <a:spcBef>
                <a:spcPts val="0"/>
              </a:spcBef>
              <a:spcAft>
                <a:spcPts val="0"/>
              </a:spcAft>
              <a:buSzPts val="6400"/>
              <a:buNone/>
              <a:defRPr/>
            </a:lvl4pPr>
            <a:lvl5pPr lvl="4" rtl="0">
              <a:lnSpc>
                <a:spcPct val="100000"/>
              </a:lnSpc>
              <a:spcBef>
                <a:spcPts val="0"/>
              </a:spcBef>
              <a:spcAft>
                <a:spcPts val="0"/>
              </a:spcAft>
              <a:buSzPts val="6400"/>
              <a:buNone/>
              <a:defRPr/>
            </a:lvl5pPr>
            <a:lvl6pPr lvl="5" rtl="0">
              <a:lnSpc>
                <a:spcPct val="100000"/>
              </a:lnSpc>
              <a:spcBef>
                <a:spcPts val="0"/>
              </a:spcBef>
              <a:spcAft>
                <a:spcPts val="0"/>
              </a:spcAft>
              <a:buSzPts val="6400"/>
              <a:buNone/>
              <a:defRPr/>
            </a:lvl6pPr>
            <a:lvl7pPr lvl="6" rtl="0">
              <a:lnSpc>
                <a:spcPct val="100000"/>
              </a:lnSpc>
              <a:spcBef>
                <a:spcPts val="0"/>
              </a:spcBef>
              <a:spcAft>
                <a:spcPts val="0"/>
              </a:spcAft>
              <a:buSzPts val="6400"/>
              <a:buNone/>
              <a:defRPr/>
            </a:lvl7pPr>
            <a:lvl8pPr lvl="7" rtl="0">
              <a:lnSpc>
                <a:spcPct val="100000"/>
              </a:lnSpc>
              <a:spcBef>
                <a:spcPts val="0"/>
              </a:spcBef>
              <a:spcAft>
                <a:spcPts val="0"/>
              </a:spcAft>
              <a:buSzPts val="6400"/>
              <a:buNone/>
              <a:defRPr/>
            </a:lvl8pPr>
            <a:lvl9pPr lvl="8" rtl="0">
              <a:lnSpc>
                <a:spcPct val="100000"/>
              </a:lnSpc>
              <a:spcBef>
                <a:spcPts val="0"/>
              </a:spcBef>
              <a:spcAft>
                <a:spcPts val="0"/>
              </a:spcAft>
              <a:buSzPts val="6400"/>
              <a:buNone/>
              <a:defRPr/>
            </a:lvl9pPr>
          </a:lstStyle>
          <a:p/>
        </p:txBody>
      </p:sp>
      <p:sp>
        <p:nvSpPr>
          <p:cNvPr id="52" name="Google Shape;52;p4"/>
          <p:cNvSpPr/>
          <p:nvPr/>
        </p:nvSpPr>
        <p:spPr>
          <a:xfrm rot="10800000">
            <a:off x="121250" y="9258210"/>
            <a:ext cx="830723" cy="773578"/>
          </a:xfrm>
          <a:custGeom>
            <a:rect b="b" l="l" r="r" t="t"/>
            <a:pathLst>
              <a:path extrusionOk="0" h="1638" w="1759">
                <a:moveTo>
                  <a:pt x="1074" y="1"/>
                </a:moveTo>
                <a:cubicBezTo>
                  <a:pt x="1067" y="1"/>
                  <a:pt x="1060" y="3"/>
                  <a:pt x="1054" y="5"/>
                </a:cubicBezTo>
                <a:cubicBezTo>
                  <a:pt x="1041" y="18"/>
                  <a:pt x="1025" y="29"/>
                  <a:pt x="1014" y="41"/>
                </a:cubicBezTo>
                <a:cubicBezTo>
                  <a:pt x="1006" y="53"/>
                  <a:pt x="994" y="65"/>
                  <a:pt x="983" y="76"/>
                </a:cubicBezTo>
                <a:cubicBezTo>
                  <a:pt x="947" y="124"/>
                  <a:pt x="912" y="171"/>
                  <a:pt x="872" y="214"/>
                </a:cubicBezTo>
                <a:cubicBezTo>
                  <a:pt x="836" y="262"/>
                  <a:pt x="805" y="309"/>
                  <a:pt x="774" y="356"/>
                </a:cubicBezTo>
                <a:cubicBezTo>
                  <a:pt x="761" y="376"/>
                  <a:pt x="750" y="404"/>
                  <a:pt x="734" y="424"/>
                </a:cubicBezTo>
                <a:cubicBezTo>
                  <a:pt x="723" y="435"/>
                  <a:pt x="710" y="451"/>
                  <a:pt x="703" y="462"/>
                </a:cubicBezTo>
                <a:cubicBezTo>
                  <a:pt x="699" y="473"/>
                  <a:pt x="687" y="508"/>
                  <a:pt x="673" y="508"/>
                </a:cubicBezTo>
                <a:cubicBezTo>
                  <a:pt x="671" y="508"/>
                  <a:pt x="669" y="507"/>
                  <a:pt x="667" y="506"/>
                </a:cubicBezTo>
                <a:cubicBezTo>
                  <a:pt x="659" y="502"/>
                  <a:pt x="659" y="495"/>
                  <a:pt x="652" y="495"/>
                </a:cubicBezTo>
                <a:cubicBezTo>
                  <a:pt x="643" y="495"/>
                  <a:pt x="639" y="498"/>
                  <a:pt x="632" y="498"/>
                </a:cubicBezTo>
                <a:cubicBezTo>
                  <a:pt x="625" y="500"/>
                  <a:pt x="618" y="500"/>
                  <a:pt x="611" y="500"/>
                </a:cubicBezTo>
                <a:cubicBezTo>
                  <a:pt x="596" y="500"/>
                  <a:pt x="582" y="498"/>
                  <a:pt x="568" y="498"/>
                </a:cubicBezTo>
                <a:cubicBezTo>
                  <a:pt x="545" y="495"/>
                  <a:pt x="517" y="491"/>
                  <a:pt x="494" y="491"/>
                </a:cubicBezTo>
                <a:cubicBezTo>
                  <a:pt x="454" y="486"/>
                  <a:pt x="415" y="482"/>
                  <a:pt x="379" y="479"/>
                </a:cubicBezTo>
                <a:cubicBezTo>
                  <a:pt x="359" y="479"/>
                  <a:pt x="339" y="475"/>
                  <a:pt x="320" y="475"/>
                </a:cubicBezTo>
                <a:cubicBezTo>
                  <a:pt x="273" y="471"/>
                  <a:pt x="226" y="462"/>
                  <a:pt x="178" y="462"/>
                </a:cubicBezTo>
                <a:cubicBezTo>
                  <a:pt x="170" y="462"/>
                  <a:pt x="164" y="461"/>
                  <a:pt x="157" y="461"/>
                </a:cubicBezTo>
                <a:cubicBezTo>
                  <a:pt x="154" y="461"/>
                  <a:pt x="150" y="461"/>
                  <a:pt x="146" y="462"/>
                </a:cubicBezTo>
                <a:cubicBezTo>
                  <a:pt x="139" y="462"/>
                  <a:pt x="135" y="462"/>
                  <a:pt x="123" y="459"/>
                </a:cubicBezTo>
                <a:cubicBezTo>
                  <a:pt x="103" y="455"/>
                  <a:pt x="79" y="451"/>
                  <a:pt x="60" y="451"/>
                </a:cubicBezTo>
                <a:cubicBezTo>
                  <a:pt x="48" y="455"/>
                  <a:pt x="36" y="451"/>
                  <a:pt x="28" y="459"/>
                </a:cubicBezTo>
                <a:cubicBezTo>
                  <a:pt x="24" y="462"/>
                  <a:pt x="13" y="471"/>
                  <a:pt x="8" y="479"/>
                </a:cubicBezTo>
                <a:cubicBezTo>
                  <a:pt x="0" y="491"/>
                  <a:pt x="13" y="502"/>
                  <a:pt x="17" y="514"/>
                </a:cubicBezTo>
                <a:cubicBezTo>
                  <a:pt x="24" y="522"/>
                  <a:pt x="28" y="530"/>
                  <a:pt x="36" y="542"/>
                </a:cubicBezTo>
                <a:cubicBezTo>
                  <a:pt x="44" y="553"/>
                  <a:pt x="48" y="562"/>
                  <a:pt x="60" y="573"/>
                </a:cubicBezTo>
                <a:cubicBezTo>
                  <a:pt x="84" y="597"/>
                  <a:pt x="115" y="613"/>
                  <a:pt x="139" y="637"/>
                </a:cubicBezTo>
                <a:cubicBezTo>
                  <a:pt x="162" y="668"/>
                  <a:pt x="182" y="695"/>
                  <a:pt x="210" y="723"/>
                </a:cubicBezTo>
                <a:cubicBezTo>
                  <a:pt x="241" y="751"/>
                  <a:pt x="273" y="775"/>
                  <a:pt x="304" y="802"/>
                </a:cubicBezTo>
                <a:cubicBezTo>
                  <a:pt x="316" y="814"/>
                  <a:pt x="324" y="826"/>
                  <a:pt x="335" y="833"/>
                </a:cubicBezTo>
                <a:cubicBezTo>
                  <a:pt x="344" y="837"/>
                  <a:pt x="352" y="841"/>
                  <a:pt x="355" y="846"/>
                </a:cubicBezTo>
                <a:cubicBezTo>
                  <a:pt x="355" y="849"/>
                  <a:pt x="352" y="857"/>
                  <a:pt x="348" y="861"/>
                </a:cubicBezTo>
                <a:cubicBezTo>
                  <a:pt x="348" y="869"/>
                  <a:pt x="344" y="881"/>
                  <a:pt x="339" y="888"/>
                </a:cubicBezTo>
                <a:cubicBezTo>
                  <a:pt x="316" y="920"/>
                  <a:pt x="297" y="948"/>
                  <a:pt x="281" y="983"/>
                </a:cubicBezTo>
                <a:cubicBezTo>
                  <a:pt x="273" y="999"/>
                  <a:pt x="265" y="1011"/>
                  <a:pt x="261" y="1026"/>
                </a:cubicBezTo>
                <a:cubicBezTo>
                  <a:pt x="253" y="1039"/>
                  <a:pt x="241" y="1050"/>
                  <a:pt x="233" y="1066"/>
                </a:cubicBezTo>
                <a:cubicBezTo>
                  <a:pt x="221" y="1082"/>
                  <a:pt x="213" y="1097"/>
                  <a:pt x="206" y="1110"/>
                </a:cubicBezTo>
                <a:cubicBezTo>
                  <a:pt x="190" y="1130"/>
                  <a:pt x="178" y="1145"/>
                  <a:pt x="166" y="1165"/>
                </a:cubicBezTo>
                <a:cubicBezTo>
                  <a:pt x="159" y="1177"/>
                  <a:pt x="155" y="1188"/>
                  <a:pt x="150" y="1196"/>
                </a:cubicBezTo>
                <a:cubicBezTo>
                  <a:pt x="146" y="1208"/>
                  <a:pt x="139" y="1216"/>
                  <a:pt x="131" y="1228"/>
                </a:cubicBezTo>
                <a:cubicBezTo>
                  <a:pt x="115" y="1248"/>
                  <a:pt x="103" y="1267"/>
                  <a:pt x="91" y="1290"/>
                </a:cubicBezTo>
                <a:cubicBezTo>
                  <a:pt x="84" y="1307"/>
                  <a:pt x="75" y="1326"/>
                  <a:pt x="68" y="1346"/>
                </a:cubicBezTo>
                <a:cubicBezTo>
                  <a:pt x="60" y="1374"/>
                  <a:pt x="44" y="1394"/>
                  <a:pt x="32" y="1417"/>
                </a:cubicBezTo>
                <a:cubicBezTo>
                  <a:pt x="28" y="1421"/>
                  <a:pt x="24" y="1429"/>
                  <a:pt x="28" y="1432"/>
                </a:cubicBezTo>
                <a:cubicBezTo>
                  <a:pt x="28" y="1437"/>
                  <a:pt x="36" y="1441"/>
                  <a:pt x="40" y="1445"/>
                </a:cubicBezTo>
                <a:cubicBezTo>
                  <a:pt x="43" y="1451"/>
                  <a:pt x="46" y="1457"/>
                  <a:pt x="51" y="1457"/>
                </a:cubicBezTo>
                <a:cubicBezTo>
                  <a:pt x="52" y="1457"/>
                  <a:pt x="54" y="1457"/>
                  <a:pt x="55" y="1456"/>
                </a:cubicBezTo>
                <a:cubicBezTo>
                  <a:pt x="75" y="1452"/>
                  <a:pt x="91" y="1445"/>
                  <a:pt x="107" y="1432"/>
                </a:cubicBezTo>
                <a:cubicBezTo>
                  <a:pt x="119" y="1429"/>
                  <a:pt x="126" y="1429"/>
                  <a:pt x="139" y="1429"/>
                </a:cubicBezTo>
                <a:cubicBezTo>
                  <a:pt x="162" y="1425"/>
                  <a:pt x="182" y="1413"/>
                  <a:pt x="202" y="1405"/>
                </a:cubicBezTo>
                <a:cubicBezTo>
                  <a:pt x="253" y="1390"/>
                  <a:pt x="304" y="1374"/>
                  <a:pt x="355" y="1354"/>
                </a:cubicBezTo>
                <a:cubicBezTo>
                  <a:pt x="454" y="1319"/>
                  <a:pt x="552" y="1287"/>
                  <a:pt x="652" y="1252"/>
                </a:cubicBezTo>
                <a:cubicBezTo>
                  <a:pt x="667" y="1287"/>
                  <a:pt x="683" y="1319"/>
                  <a:pt x="706" y="1350"/>
                </a:cubicBezTo>
                <a:cubicBezTo>
                  <a:pt x="770" y="1445"/>
                  <a:pt x="852" y="1523"/>
                  <a:pt x="916" y="1622"/>
                </a:cubicBezTo>
                <a:cubicBezTo>
                  <a:pt x="922" y="1632"/>
                  <a:pt x="934" y="1637"/>
                  <a:pt x="945" y="1637"/>
                </a:cubicBezTo>
                <a:cubicBezTo>
                  <a:pt x="960" y="1637"/>
                  <a:pt x="974" y="1629"/>
                  <a:pt x="978" y="1614"/>
                </a:cubicBezTo>
                <a:cubicBezTo>
                  <a:pt x="1010" y="1508"/>
                  <a:pt x="1034" y="1401"/>
                  <a:pt x="1058" y="1295"/>
                </a:cubicBezTo>
                <a:cubicBezTo>
                  <a:pt x="1069" y="1243"/>
                  <a:pt x="1081" y="1188"/>
                  <a:pt x="1093" y="1137"/>
                </a:cubicBezTo>
                <a:cubicBezTo>
                  <a:pt x="1096" y="1114"/>
                  <a:pt x="1101" y="1086"/>
                  <a:pt x="1105" y="1062"/>
                </a:cubicBezTo>
                <a:lnTo>
                  <a:pt x="1105" y="1050"/>
                </a:lnTo>
                <a:cubicBezTo>
                  <a:pt x="1105" y="1039"/>
                  <a:pt x="1101" y="1026"/>
                  <a:pt x="1105" y="1015"/>
                </a:cubicBezTo>
                <a:cubicBezTo>
                  <a:pt x="1109" y="995"/>
                  <a:pt x="1125" y="983"/>
                  <a:pt x="1140" y="972"/>
                </a:cubicBezTo>
                <a:cubicBezTo>
                  <a:pt x="1164" y="952"/>
                  <a:pt x="1196" y="944"/>
                  <a:pt x="1223" y="932"/>
                </a:cubicBezTo>
                <a:cubicBezTo>
                  <a:pt x="1247" y="920"/>
                  <a:pt x="1270" y="908"/>
                  <a:pt x="1298" y="897"/>
                </a:cubicBezTo>
                <a:cubicBezTo>
                  <a:pt x="1325" y="884"/>
                  <a:pt x="1353" y="873"/>
                  <a:pt x="1385" y="857"/>
                </a:cubicBezTo>
                <a:cubicBezTo>
                  <a:pt x="1409" y="841"/>
                  <a:pt x="1432" y="833"/>
                  <a:pt x="1460" y="826"/>
                </a:cubicBezTo>
                <a:cubicBezTo>
                  <a:pt x="1471" y="822"/>
                  <a:pt x="1483" y="817"/>
                  <a:pt x="1495" y="810"/>
                </a:cubicBezTo>
                <a:cubicBezTo>
                  <a:pt x="1507" y="806"/>
                  <a:pt x="1518" y="798"/>
                  <a:pt x="1531" y="790"/>
                </a:cubicBezTo>
                <a:cubicBezTo>
                  <a:pt x="1574" y="770"/>
                  <a:pt x="1622" y="759"/>
                  <a:pt x="1664" y="735"/>
                </a:cubicBezTo>
                <a:cubicBezTo>
                  <a:pt x="1680" y="727"/>
                  <a:pt x="1696" y="715"/>
                  <a:pt x="1716" y="704"/>
                </a:cubicBezTo>
                <a:cubicBezTo>
                  <a:pt x="1724" y="695"/>
                  <a:pt x="1744" y="684"/>
                  <a:pt x="1751" y="672"/>
                </a:cubicBezTo>
                <a:cubicBezTo>
                  <a:pt x="1759" y="660"/>
                  <a:pt x="1755" y="637"/>
                  <a:pt x="1740" y="628"/>
                </a:cubicBezTo>
                <a:cubicBezTo>
                  <a:pt x="1731" y="620"/>
                  <a:pt x="1711" y="617"/>
                  <a:pt x="1700" y="617"/>
                </a:cubicBezTo>
                <a:lnTo>
                  <a:pt x="1684" y="617"/>
                </a:lnTo>
                <a:cubicBezTo>
                  <a:pt x="1664" y="613"/>
                  <a:pt x="1645" y="609"/>
                  <a:pt x="1625" y="604"/>
                </a:cubicBezTo>
                <a:cubicBezTo>
                  <a:pt x="1605" y="601"/>
                  <a:pt x="1586" y="597"/>
                  <a:pt x="1566" y="593"/>
                </a:cubicBezTo>
                <a:cubicBezTo>
                  <a:pt x="1558" y="589"/>
                  <a:pt x="1542" y="589"/>
                  <a:pt x="1535" y="585"/>
                </a:cubicBezTo>
                <a:cubicBezTo>
                  <a:pt x="1531" y="581"/>
                  <a:pt x="1527" y="577"/>
                  <a:pt x="1518" y="577"/>
                </a:cubicBezTo>
                <a:cubicBezTo>
                  <a:pt x="1495" y="573"/>
                  <a:pt x="1475" y="573"/>
                  <a:pt x="1456" y="573"/>
                </a:cubicBezTo>
                <a:lnTo>
                  <a:pt x="1357" y="573"/>
                </a:lnTo>
                <a:cubicBezTo>
                  <a:pt x="1325" y="573"/>
                  <a:pt x="1294" y="569"/>
                  <a:pt x="1262" y="566"/>
                </a:cubicBezTo>
                <a:cubicBezTo>
                  <a:pt x="1219" y="562"/>
                  <a:pt x="1176" y="562"/>
                  <a:pt x="1136" y="553"/>
                </a:cubicBezTo>
                <a:cubicBezTo>
                  <a:pt x="1120" y="549"/>
                  <a:pt x="1109" y="546"/>
                  <a:pt x="1096" y="546"/>
                </a:cubicBezTo>
                <a:cubicBezTo>
                  <a:pt x="1089" y="546"/>
                  <a:pt x="1081" y="546"/>
                  <a:pt x="1077" y="542"/>
                </a:cubicBezTo>
                <a:cubicBezTo>
                  <a:pt x="1065" y="533"/>
                  <a:pt x="1069" y="518"/>
                  <a:pt x="1069" y="506"/>
                </a:cubicBezTo>
                <a:cubicBezTo>
                  <a:pt x="1069" y="491"/>
                  <a:pt x="1065" y="475"/>
                  <a:pt x="1061" y="459"/>
                </a:cubicBezTo>
                <a:cubicBezTo>
                  <a:pt x="1061" y="439"/>
                  <a:pt x="1065" y="424"/>
                  <a:pt x="1069" y="404"/>
                </a:cubicBezTo>
                <a:cubicBezTo>
                  <a:pt x="1073" y="388"/>
                  <a:pt x="1077" y="373"/>
                  <a:pt x="1077" y="356"/>
                </a:cubicBezTo>
                <a:lnTo>
                  <a:pt x="1077" y="302"/>
                </a:lnTo>
                <a:cubicBezTo>
                  <a:pt x="1081" y="285"/>
                  <a:pt x="1085" y="266"/>
                  <a:pt x="1085" y="249"/>
                </a:cubicBezTo>
                <a:cubicBezTo>
                  <a:pt x="1089" y="226"/>
                  <a:pt x="1085" y="207"/>
                  <a:pt x="1089" y="187"/>
                </a:cubicBezTo>
                <a:cubicBezTo>
                  <a:pt x="1093" y="167"/>
                  <a:pt x="1093" y="151"/>
                  <a:pt x="1096" y="131"/>
                </a:cubicBezTo>
                <a:cubicBezTo>
                  <a:pt x="1101" y="112"/>
                  <a:pt x="1105" y="96"/>
                  <a:pt x="1109" y="76"/>
                </a:cubicBezTo>
                <a:cubicBezTo>
                  <a:pt x="1109" y="56"/>
                  <a:pt x="1109" y="21"/>
                  <a:pt x="1089" y="5"/>
                </a:cubicBezTo>
                <a:cubicBezTo>
                  <a:pt x="1084" y="2"/>
                  <a:pt x="1079" y="1"/>
                  <a:pt x="1074" y="1"/>
                </a:cubicBezTo>
                <a:close/>
              </a:path>
            </a:pathLst>
          </a:custGeom>
          <a:solidFill>
            <a:schemeClr val="accent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4"/>
          <p:cNvSpPr/>
          <p:nvPr/>
        </p:nvSpPr>
        <p:spPr>
          <a:xfrm rot="-878222">
            <a:off x="9299219" y="315351"/>
            <a:ext cx="845835" cy="617729"/>
          </a:xfrm>
          <a:custGeom>
            <a:rect b="b" l="l" r="r" t="t"/>
            <a:pathLst>
              <a:path extrusionOk="0" h="1308" w="1791">
                <a:moveTo>
                  <a:pt x="1141" y="1"/>
                </a:moveTo>
                <a:cubicBezTo>
                  <a:pt x="1135" y="1"/>
                  <a:pt x="1129" y="3"/>
                  <a:pt x="1124" y="6"/>
                </a:cubicBezTo>
                <a:cubicBezTo>
                  <a:pt x="951" y="195"/>
                  <a:pt x="797" y="408"/>
                  <a:pt x="675" y="633"/>
                </a:cubicBezTo>
                <a:cubicBezTo>
                  <a:pt x="576" y="428"/>
                  <a:pt x="478" y="226"/>
                  <a:pt x="379" y="22"/>
                </a:cubicBezTo>
                <a:cubicBezTo>
                  <a:pt x="375" y="14"/>
                  <a:pt x="368" y="10"/>
                  <a:pt x="361" y="10"/>
                </a:cubicBezTo>
                <a:cubicBezTo>
                  <a:pt x="354" y="10"/>
                  <a:pt x="347" y="14"/>
                  <a:pt x="344" y="22"/>
                </a:cubicBezTo>
                <a:cubicBezTo>
                  <a:pt x="273" y="183"/>
                  <a:pt x="209" y="349"/>
                  <a:pt x="158" y="518"/>
                </a:cubicBezTo>
                <a:cubicBezTo>
                  <a:pt x="134" y="589"/>
                  <a:pt x="0" y="873"/>
                  <a:pt x="44" y="944"/>
                </a:cubicBezTo>
                <a:cubicBezTo>
                  <a:pt x="47" y="959"/>
                  <a:pt x="67" y="964"/>
                  <a:pt x="80" y="968"/>
                </a:cubicBezTo>
                <a:cubicBezTo>
                  <a:pt x="331" y="1039"/>
                  <a:pt x="580" y="1101"/>
                  <a:pt x="833" y="1161"/>
                </a:cubicBezTo>
                <a:cubicBezTo>
                  <a:pt x="1010" y="1201"/>
                  <a:pt x="1183" y="1236"/>
                  <a:pt x="1361" y="1272"/>
                </a:cubicBezTo>
                <a:cubicBezTo>
                  <a:pt x="1396" y="1277"/>
                  <a:pt x="1514" y="1308"/>
                  <a:pt x="1585" y="1308"/>
                </a:cubicBezTo>
                <a:cubicBezTo>
                  <a:pt x="1609" y="1308"/>
                  <a:pt x="1628" y="1304"/>
                  <a:pt x="1637" y="1295"/>
                </a:cubicBezTo>
                <a:cubicBezTo>
                  <a:pt x="1656" y="1279"/>
                  <a:pt x="1656" y="1248"/>
                  <a:pt x="1656" y="1220"/>
                </a:cubicBezTo>
                <a:cubicBezTo>
                  <a:pt x="1661" y="924"/>
                  <a:pt x="1779" y="637"/>
                  <a:pt x="1791" y="337"/>
                </a:cubicBezTo>
                <a:lnTo>
                  <a:pt x="1791" y="337"/>
                </a:lnTo>
                <a:cubicBezTo>
                  <a:pt x="1625" y="463"/>
                  <a:pt x="1467" y="597"/>
                  <a:pt x="1294" y="715"/>
                </a:cubicBezTo>
                <a:cubicBezTo>
                  <a:pt x="1321" y="621"/>
                  <a:pt x="1230" y="502"/>
                  <a:pt x="1207" y="412"/>
                </a:cubicBezTo>
                <a:cubicBezTo>
                  <a:pt x="1175" y="282"/>
                  <a:pt x="1159" y="151"/>
                  <a:pt x="1159" y="18"/>
                </a:cubicBezTo>
                <a:cubicBezTo>
                  <a:pt x="1159" y="6"/>
                  <a:pt x="1150" y="1"/>
                  <a:pt x="1141" y="1"/>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4"/>
          <p:cNvSpPr/>
          <p:nvPr/>
        </p:nvSpPr>
        <p:spPr>
          <a:xfrm rot="10800000">
            <a:off x="1280411" y="9598373"/>
            <a:ext cx="233400" cy="233400"/>
          </a:xfrm>
          <a:prstGeom prst="ellipse">
            <a:avLst/>
          </a:pr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4"/>
          <p:cNvSpPr/>
          <p:nvPr/>
        </p:nvSpPr>
        <p:spPr>
          <a:xfrm rot="10800000">
            <a:off x="1200561" y="149173"/>
            <a:ext cx="233400" cy="233400"/>
          </a:xfrm>
          <a:prstGeom prst="ellipse">
            <a:avLst/>
          </a:pr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4"/>
          <p:cNvSpPr/>
          <p:nvPr/>
        </p:nvSpPr>
        <p:spPr>
          <a:xfrm rot="10800000">
            <a:off x="530961" y="8654498"/>
            <a:ext cx="233400" cy="233400"/>
          </a:xfrm>
          <a:prstGeom prst="ellipse">
            <a:avLst/>
          </a:pr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4"/>
          <p:cNvSpPr/>
          <p:nvPr/>
        </p:nvSpPr>
        <p:spPr>
          <a:xfrm flipH="1">
            <a:off x="245836" y="4883173"/>
            <a:ext cx="56375" cy="2663275"/>
          </a:xfrm>
          <a:custGeom>
            <a:rect b="b" l="l" r="r" t="t"/>
            <a:pathLst>
              <a:path extrusionOk="0" h="106531" w="2255">
                <a:moveTo>
                  <a:pt x="1515" y="0"/>
                </a:moveTo>
                <a:cubicBezTo>
                  <a:pt x="649" y="35503"/>
                  <a:pt x="4406" y="71291"/>
                  <a:pt x="0" y="106531"/>
                </a:cubicBezTo>
              </a:path>
            </a:pathLst>
          </a:custGeom>
          <a:noFill/>
          <a:ln cap="flat" cmpd="sng" w="28575">
            <a:solidFill>
              <a:schemeClr val="dk1"/>
            </a:solidFill>
            <a:prstDash val="solid"/>
            <a:round/>
            <a:headEnd len="med" w="med" type="none"/>
            <a:tailEnd len="med" w="med" type="none"/>
          </a:ln>
        </p:spPr>
      </p:sp>
      <p:sp>
        <p:nvSpPr>
          <p:cNvPr id="58" name="Google Shape;58;p4"/>
          <p:cNvSpPr/>
          <p:nvPr/>
        </p:nvSpPr>
        <p:spPr>
          <a:xfrm flipH="1">
            <a:off x="455286" y="6486173"/>
            <a:ext cx="23625" cy="795200"/>
          </a:xfrm>
          <a:custGeom>
            <a:rect b="b" l="l" r="r" t="t"/>
            <a:pathLst>
              <a:path extrusionOk="0" h="31808" w="945">
                <a:moveTo>
                  <a:pt x="505" y="0"/>
                </a:moveTo>
                <a:cubicBezTo>
                  <a:pt x="1386" y="10567"/>
                  <a:pt x="0" y="21204"/>
                  <a:pt x="0" y="31808"/>
                </a:cubicBezTo>
              </a:path>
            </a:pathLst>
          </a:custGeom>
          <a:noFill/>
          <a:ln cap="flat" cmpd="sng" w="28575">
            <a:solidFill>
              <a:schemeClr val="dk1"/>
            </a:solidFill>
            <a:prstDash val="solid"/>
            <a:round/>
            <a:headEnd len="med" w="med" type="none"/>
            <a:tailEnd len="med" w="med" type="none"/>
          </a:ln>
        </p:spPr>
      </p:sp>
      <p:sp>
        <p:nvSpPr>
          <p:cNvPr id="59" name="Google Shape;59;p4"/>
          <p:cNvSpPr/>
          <p:nvPr/>
        </p:nvSpPr>
        <p:spPr>
          <a:xfrm flipH="1">
            <a:off x="605136" y="5804598"/>
            <a:ext cx="88350" cy="1476775"/>
          </a:xfrm>
          <a:custGeom>
            <a:rect b="b" l="l" r="r" t="t"/>
            <a:pathLst>
              <a:path extrusionOk="0" h="59071" w="3534">
                <a:moveTo>
                  <a:pt x="0" y="0"/>
                </a:moveTo>
                <a:cubicBezTo>
                  <a:pt x="1037" y="19698"/>
                  <a:pt x="3534" y="39345"/>
                  <a:pt x="3534" y="59071"/>
                </a:cubicBezTo>
              </a:path>
            </a:pathLst>
          </a:custGeom>
          <a:noFill/>
          <a:ln cap="flat" cmpd="sng" w="28575">
            <a:solidFill>
              <a:schemeClr val="dk1"/>
            </a:solidFill>
            <a:prstDash val="solid"/>
            <a:round/>
            <a:headEnd len="med" w="med" type="none"/>
            <a:tailEnd len="med" w="med" type="none"/>
          </a:ln>
        </p:spPr>
      </p:sp>
      <p:sp>
        <p:nvSpPr>
          <p:cNvPr id="60" name="Google Shape;60;p4"/>
          <p:cNvSpPr/>
          <p:nvPr/>
        </p:nvSpPr>
        <p:spPr>
          <a:xfrm rot="-10651105">
            <a:off x="9916250" y="2881690"/>
            <a:ext cx="138855" cy="2158457"/>
          </a:xfrm>
          <a:custGeom>
            <a:rect b="b" l="l" r="r" t="t"/>
            <a:pathLst>
              <a:path extrusionOk="0" h="86335" w="5554">
                <a:moveTo>
                  <a:pt x="0" y="0"/>
                </a:moveTo>
                <a:cubicBezTo>
                  <a:pt x="1919" y="28774"/>
                  <a:pt x="5554" y="57497"/>
                  <a:pt x="5554" y="86335"/>
                </a:cubicBezTo>
              </a:path>
            </a:pathLst>
          </a:custGeom>
          <a:noFill/>
          <a:ln cap="flat" cmpd="sng" w="28575">
            <a:solidFill>
              <a:schemeClr val="dk1"/>
            </a:solidFill>
            <a:prstDash val="solid"/>
            <a:round/>
            <a:headEnd len="med" w="med" type="none"/>
            <a:tailEnd len="med" w="med" type="none"/>
          </a:ln>
        </p:spPr>
      </p:sp>
      <p:sp>
        <p:nvSpPr>
          <p:cNvPr id="61" name="Google Shape;61;p4"/>
          <p:cNvSpPr/>
          <p:nvPr/>
        </p:nvSpPr>
        <p:spPr>
          <a:xfrm rot="-10651105">
            <a:off x="9791142" y="4310965"/>
            <a:ext cx="39176" cy="1123393"/>
          </a:xfrm>
          <a:custGeom>
            <a:rect b="b" l="l" r="r" t="t"/>
            <a:pathLst>
              <a:path extrusionOk="0" h="44934" w="1567">
                <a:moveTo>
                  <a:pt x="557" y="0"/>
                </a:moveTo>
                <a:cubicBezTo>
                  <a:pt x="-1098" y="14890"/>
                  <a:pt x="1567" y="29952"/>
                  <a:pt x="1567" y="44934"/>
                </a:cubicBezTo>
              </a:path>
            </a:pathLst>
          </a:custGeom>
          <a:noFill/>
          <a:ln cap="flat" cmpd="sng" w="28575">
            <a:solidFill>
              <a:schemeClr val="dk1"/>
            </a:solidFill>
            <a:prstDash val="solid"/>
            <a:round/>
            <a:headEnd len="med" w="med" type="none"/>
            <a:tailEnd len="med" w="med" type="none"/>
          </a:ln>
        </p:spPr>
      </p:sp>
      <p:sp>
        <p:nvSpPr>
          <p:cNvPr id="62" name="Google Shape;62;p4"/>
          <p:cNvSpPr/>
          <p:nvPr/>
        </p:nvSpPr>
        <p:spPr>
          <a:xfrm rot="10800000">
            <a:off x="8108211" y="502948"/>
            <a:ext cx="233400" cy="233400"/>
          </a:xfrm>
          <a:prstGeom prst="ellipse">
            <a:avLst/>
          </a:pr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4"/>
          <p:cNvSpPr/>
          <p:nvPr/>
        </p:nvSpPr>
        <p:spPr>
          <a:xfrm rot="10800000">
            <a:off x="7529336" y="149186"/>
            <a:ext cx="233400" cy="233400"/>
          </a:xfrm>
          <a:prstGeom prst="ellipse">
            <a:avLst/>
          </a:pr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4"/>
          <p:cNvSpPr/>
          <p:nvPr/>
        </p:nvSpPr>
        <p:spPr>
          <a:xfrm rot="10800000">
            <a:off x="8664086" y="149173"/>
            <a:ext cx="233400" cy="233400"/>
          </a:xfrm>
          <a:prstGeom prst="ellipse">
            <a:avLst/>
          </a:pr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5" name="Google Shape;65;p4"/>
          <p:cNvGrpSpPr/>
          <p:nvPr/>
        </p:nvGrpSpPr>
        <p:grpSpPr>
          <a:xfrm rot="-2700000">
            <a:off x="8962963" y="8484053"/>
            <a:ext cx="1896745" cy="1928965"/>
            <a:chOff x="8016283" y="3354199"/>
            <a:chExt cx="1896763" cy="1928983"/>
          </a:xfrm>
        </p:grpSpPr>
        <p:grpSp>
          <p:nvGrpSpPr>
            <p:cNvPr id="66" name="Google Shape;66;p4"/>
            <p:cNvGrpSpPr/>
            <p:nvPr/>
          </p:nvGrpSpPr>
          <p:grpSpPr>
            <a:xfrm>
              <a:off x="8016283" y="3354199"/>
              <a:ext cx="1896763" cy="1928983"/>
              <a:chOff x="3025183" y="3101074"/>
              <a:chExt cx="1896763" cy="1928983"/>
            </a:xfrm>
          </p:grpSpPr>
          <p:sp>
            <p:nvSpPr>
              <p:cNvPr id="67" name="Google Shape;67;p4"/>
              <p:cNvSpPr/>
              <p:nvPr/>
            </p:nvSpPr>
            <p:spPr>
              <a:xfrm>
                <a:off x="3025183" y="3101074"/>
                <a:ext cx="1896763" cy="1928983"/>
              </a:xfrm>
              <a:custGeom>
                <a:rect b="b" l="l" r="r" t="t"/>
                <a:pathLst>
                  <a:path extrusionOk="0" h="1913" w="1881">
                    <a:moveTo>
                      <a:pt x="1496" y="1"/>
                    </a:moveTo>
                    <a:cubicBezTo>
                      <a:pt x="1477" y="1"/>
                      <a:pt x="1459" y="7"/>
                      <a:pt x="1440" y="16"/>
                    </a:cubicBezTo>
                    <a:cubicBezTo>
                      <a:pt x="1416" y="24"/>
                      <a:pt x="1392" y="31"/>
                      <a:pt x="1364" y="31"/>
                    </a:cubicBezTo>
                    <a:lnTo>
                      <a:pt x="0" y="1573"/>
                    </a:lnTo>
                    <a:cubicBezTo>
                      <a:pt x="24" y="1596"/>
                      <a:pt x="35" y="1629"/>
                      <a:pt x="35" y="1664"/>
                    </a:cubicBezTo>
                    <a:cubicBezTo>
                      <a:pt x="63" y="1667"/>
                      <a:pt x="91" y="1680"/>
                      <a:pt x="115" y="1700"/>
                    </a:cubicBezTo>
                    <a:cubicBezTo>
                      <a:pt x="138" y="1719"/>
                      <a:pt x="153" y="1747"/>
                      <a:pt x="162" y="1774"/>
                    </a:cubicBezTo>
                    <a:cubicBezTo>
                      <a:pt x="201" y="1778"/>
                      <a:pt x="237" y="1782"/>
                      <a:pt x="268" y="1806"/>
                    </a:cubicBezTo>
                    <a:cubicBezTo>
                      <a:pt x="304" y="1833"/>
                      <a:pt x="319" y="1869"/>
                      <a:pt x="323" y="1912"/>
                    </a:cubicBezTo>
                    <a:lnTo>
                      <a:pt x="1880" y="153"/>
                    </a:lnTo>
                    <a:lnTo>
                      <a:pt x="1865" y="138"/>
                    </a:lnTo>
                    <a:cubicBezTo>
                      <a:pt x="1860" y="137"/>
                      <a:pt x="1854" y="136"/>
                      <a:pt x="1849" y="136"/>
                    </a:cubicBezTo>
                    <a:cubicBezTo>
                      <a:pt x="1821" y="136"/>
                      <a:pt x="1793" y="151"/>
                      <a:pt x="1766" y="158"/>
                    </a:cubicBezTo>
                    <a:cubicBezTo>
                      <a:pt x="1753" y="160"/>
                      <a:pt x="1741" y="161"/>
                      <a:pt x="1729" y="161"/>
                    </a:cubicBezTo>
                    <a:cubicBezTo>
                      <a:pt x="1682" y="161"/>
                      <a:pt x="1640" y="143"/>
                      <a:pt x="1609" y="102"/>
                    </a:cubicBezTo>
                    <a:cubicBezTo>
                      <a:pt x="1577" y="71"/>
                      <a:pt x="1558" y="16"/>
                      <a:pt x="1518" y="4"/>
                    </a:cubicBezTo>
                    <a:cubicBezTo>
                      <a:pt x="1510" y="2"/>
                      <a:pt x="1503" y="1"/>
                      <a:pt x="1496" y="1"/>
                    </a:cubicBezTo>
                    <a:close/>
                  </a:path>
                </a:pathLst>
              </a:custGeom>
              <a:solidFill>
                <a:schemeClr val="accent5"/>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4"/>
              <p:cNvSpPr/>
              <p:nvPr/>
            </p:nvSpPr>
            <p:spPr>
              <a:xfrm>
                <a:off x="3398283" y="4396808"/>
                <a:ext cx="132098" cy="147220"/>
              </a:xfrm>
              <a:custGeom>
                <a:rect b="b" l="l" r="r" t="t"/>
                <a:pathLst>
                  <a:path extrusionOk="0" h="146" w="131">
                    <a:moveTo>
                      <a:pt x="131" y="0"/>
                    </a:moveTo>
                    <a:lnTo>
                      <a:pt x="131" y="0"/>
                    </a:lnTo>
                    <a:cubicBezTo>
                      <a:pt x="109" y="24"/>
                      <a:pt x="87" y="48"/>
                      <a:pt x="65" y="73"/>
                    </a:cubicBezTo>
                    <a:lnTo>
                      <a:pt x="131" y="0"/>
                    </a:lnTo>
                    <a:close/>
                    <a:moveTo>
                      <a:pt x="65" y="73"/>
                    </a:moveTo>
                    <a:lnTo>
                      <a:pt x="0" y="146"/>
                    </a:lnTo>
                    <a:cubicBezTo>
                      <a:pt x="22" y="122"/>
                      <a:pt x="44" y="98"/>
                      <a:pt x="65" y="73"/>
                    </a:cubicBezTo>
                    <a:close/>
                  </a:path>
                </a:pathLst>
              </a:custGeom>
              <a:solidFill>
                <a:srgbClr val="FFF2A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4"/>
              <p:cNvSpPr/>
              <p:nvPr/>
            </p:nvSpPr>
            <p:spPr>
              <a:xfrm>
                <a:off x="3560633" y="4511760"/>
                <a:ext cx="72603" cy="61510"/>
              </a:xfrm>
              <a:custGeom>
                <a:rect b="b" l="l" r="r" t="t"/>
                <a:pathLst>
                  <a:path extrusionOk="0" h="61" w="72">
                    <a:moveTo>
                      <a:pt x="1" y="60"/>
                    </a:moveTo>
                    <a:cubicBezTo>
                      <a:pt x="25" y="40"/>
                      <a:pt x="48" y="20"/>
                      <a:pt x="72" y="1"/>
                    </a:cubicBezTo>
                    <a:close/>
                  </a:path>
                </a:pathLst>
              </a:custGeom>
              <a:solidFill>
                <a:srgbClr val="FFF2A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4"/>
              <p:cNvSpPr/>
              <p:nvPr/>
            </p:nvSpPr>
            <p:spPr>
              <a:xfrm>
                <a:off x="4396580" y="3513491"/>
                <a:ext cx="44369" cy="76635"/>
              </a:xfrm>
              <a:custGeom>
                <a:rect b="b" l="l" r="r" t="t"/>
                <a:pathLst>
                  <a:path extrusionOk="0" h="76" w="44">
                    <a:moveTo>
                      <a:pt x="44" y="1"/>
                    </a:moveTo>
                    <a:cubicBezTo>
                      <a:pt x="43" y="2"/>
                      <a:pt x="42" y="3"/>
                      <a:pt x="41" y="4"/>
                    </a:cubicBezTo>
                    <a:lnTo>
                      <a:pt x="41" y="4"/>
                    </a:lnTo>
                    <a:lnTo>
                      <a:pt x="44" y="1"/>
                    </a:lnTo>
                    <a:close/>
                    <a:moveTo>
                      <a:pt x="41" y="4"/>
                    </a:moveTo>
                    <a:lnTo>
                      <a:pt x="0" y="75"/>
                    </a:lnTo>
                    <a:cubicBezTo>
                      <a:pt x="15" y="53"/>
                      <a:pt x="26" y="30"/>
                      <a:pt x="41" y="4"/>
                    </a:cubicBezTo>
                    <a:close/>
                  </a:path>
                </a:pathLst>
              </a:custGeom>
              <a:solidFill>
                <a:srgbClr val="FFF2A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1" name="Google Shape;71;p4"/>
            <p:cNvSpPr/>
            <p:nvPr/>
          </p:nvSpPr>
          <p:spPr>
            <a:xfrm>
              <a:off x="8418775" y="4784875"/>
              <a:ext cx="180875" cy="205550"/>
            </a:xfrm>
            <a:custGeom>
              <a:rect b="b" l="l" r="r" t="t"/>
              <a:pathLst>
                <a:path extrusionOk="0" h="8222" w="7235">
                  <a:moveTo>
                    <a:pt x="7235" y="0"/>
                  </a:moveTo>
                  <a:cubicBezTo>
                    <a:pt x="5044" y="2920"/>
                    <a:pt x="2579" y="5639"/>
                    <a:pt x="0" y="8222"/>
                  </a:cubicBezTo>
                </a:path>
              </a:pathLst>
            </a:custGeom>
            <a:noFill/>
            <a:ln cap="flat" cmpd="sng" w="28575">
              <a:solidFill>
                <a:schemeClr val="dk1"/>
              </a:solidFill>
              <a:prstDash val="solid"/>
              <a:round/>
              <a:headEnd len="med" w="med" type="none"/>
              <a:tailEnd len="med" w="med" type="none"/>
            </a:ln>
          </p:spPr>
        </p:sp>
        <p:sp>
          <p:nvSpPr>
            <p:cNvPr id="72" name="Google Shape;72;p4"/>
            <p:cNvSpPr/>
            <p:nvPr/>
          </p:nvSpPr>
          <p:spPr>
            <a:xfrm>
              <a:off x="8336550" y="4834225"/>
              <a:ext cx="74000" cy="106875"/>
            </a:xfrm>
            <a:custGeom>
              <a:rect b="b" l="l" r="r" t="t"/>
              <a:pathLst>
                <a:path extrusionOk="0" h="4275" w="2960">
                  <a:moveTo>
                    <a:pt x="2960" y="0"/>
                  </a:moveTo>
                  <a:cubicBezTo>
                    <a:pt x="2068" y="1486"/>
                    <a:pt x="961" y="2833"/>
                    <a:pt x="0" y="4275"/>
                  </a:cubicBezTo>
                </a:path>
              </a:pathLst>
            </a:custGeom>
            <a:noFill/>
            <a:ln cap="flat" cmpd="sng" w="28575">
              <a:solidFill>
                <a:schemeClr val="dk1"/>
              </a:solidFill>
              <a:prstDash val="solid"/>
              <a:round/>
              <a:headEnd len="med" w="med" type="none"/>
              <a:tailEnd len="med" w="med" type="none"/>
            </a:ln>
          </p:spPr>
        </p:sp>
        <p:sp>
          <p:nvSpPr>
            <p:cNvPr id="73" name="Google Shape;73;p4"/>
            <p:cNvSpPr/>
            <p:nvPr/>
          </p:nvSpPr>
          <p:spPr>
            <a:xfrm>
              <a:off x="9232700" y="3658550"/>
              <a:ext cx="353525" cy="452175"/>
            </a:xfrm>
            <a:custGeom>
              <a:rect b="b" l="l" r="r" t="t"/>
              <a:pathLst>
                <a:path extrusionOk="0" h="18087" w="14141">
                  <a:moveTo>
                    <a:pt x="14141" y="0"/>
                  </a:moveTo>
                  <a:cubicBezTo>
                    <a:pt x="9241" y="5879"/>
                    <a:pt x="4241" y="11716"/>
                    <a:pt x="0" y="18087"/>
                  </a:cubicBezTo>
                </a:path>
              </a:pathLst>
            </a:custGeom>
            <a:noFill/>
            <a:ln cap="flat" cmpd="sng" w="28575">
              <a:solidFill>
                <a:schemeClr val="dk1"/>
              </a:solidFill>
              <a:prstDash val="solid"/>
              <a:round/>
              <a:headEnd len="med" w="med" type="none"/>
              <a:tailEnd len="med" w="med" type="none"/>
            </a:ln>
          </p:spPr>
        </p:sp>
      </p:grpSp>
      <p:sp>
        <p:nvSpPr>
          <p:cNvPr id="74" name="Google Shape;74;p4"/>
          <p:cNvSpPr/>
          <p:nvPr/>
        </p:nvSpPr>
        <p:spPr>
          <a:xfrm flipH="1" rot="10800000">
            <a:off x="121250" y="237422"/>
            <a:ext cx="830723" cy="773578"/>
          </a:xfrm>
          <a:custGeom>
            <a:rect b="b" l="l" r="r" t="t"/>
            <a:pathLst>
              <a:path extrusionOk="0" h="1638" w="1759">
                <a:moveTo>
                  <a:pt x="1074" y="1"/>
                </a:moveTo>
                <a:cubicBezTo>
                  <a:pt x="1067" y="1"/>
                  <a:pt x="1060" y="3"/>
                  <a:pt x="1054" y="5"/>
                </a:cubicBezTo>
                <a:cubicBezTo>
                  <a:pt x="1041" y="18"/>
                  <a:pt x="1025" y="29"/>
                  <a:pt x="1014" y="41"/>
                </a:cubicBezTo>
                <a:cubicBezTo>
                  <a:pt x="1006" y="53"/>
                  <a:pt x="994" y="65"/>
                  <a:pt x="983" y="76"/>
                </a:cubicBezTo>
                <a:cubicBezTo>
                  <a:pt x="947" y="124"/>
                  <a:pt x="912" y="171"/>
                  <a:pt x="872" y="214"/>
                </a:cubicBezTo>
                <a:cubicBezTo>
                  <a:pt x="836" y="262"/>
                  <a:pt x="805" y="309"/>
                  <a:pt x="774" y="356"/>
                </a:cubicBezTo>
                <a:cubicBezTo>
                  <a:pt x="761" y="376"/>
                  <a:pt x="750" y="404"/>
                  <a:pt x="734" y="424"/>
                </a:cubicBezTo>
                <a:cubicBezTo>
                  <a:pt x="723" y="435"/>
                  <a:pt x="710" y="451"/>
                  <a:pt x="703" y="462"/>
                </a:cubicBezTo>
                <a:cubicBezTo>
                  <a:pt x="699" y="473"/>
                  <a:pt x="687" y="508"/>
                  <a:pt x="673" y="508"/>
                </a:cubicBezTo>
                <a:cubicBezTo>
                  <a:pt x="671" y="508"/>
                  <a:pt x="669" y="507"/>
                  <a:pt x="667" y="506"/>
                </a:cubicBezTo>
                <a:cubicBezTo>
                  <a:pt x="659" y="502"/>
                  <a:pt x="659" y="495"/>
                  <a:pt x="652" y="495"/>
                </a:cubicBezTo>
                <a:cubicBezTo>
                  <a:pt x="643" y="495"/>
                  <a:pt x="639" y="498"/>
                  <a:pt x="632" y="498"/>
                </a:cubicBezTo>
                <a:cubicBezTo>
                  <a:pt x="625" y="500"/>
                  <a:pt x="618" y="500"/>
                  <a:pt x="611" y="500"/>
                </a:cubicBezTo>
                <a:cubicBezTo>
                  <a:pt x="596" y="500"/>
                  <a:pt x="582" y="498"/>
                  <a:pt x="568" y="498"/>
                </a:cubicBezTo>
                <a:cubicBezTo>
                  <a:pt x="545" y="495"/>
                  <a:pt x="517" y="491"/>
                  <a:pt x="494" y="491"/>
                </a:cubicBezTo>
                <a:cubicBezTo>
                  <a:pt x="454" y="486"/>
                  <a:pt x="415" y="482"/>
                  <a:pt x="379" y="479"/>
                </a:cubicBezTo>
                <a:cubicBezTo>
                  <a:pt x="359" y="479"/>
                  <a:pt x="339" y="475"/>
                  <a:pt x="320" y="475"/>
                </a:cubicBezTo>
                <a:cubicBezTo>
                  <a:pt x="273" y="471"/>
                  <a:pt x="226" y="462"/>
                  <a:pt x="178" y="462"/>
                </a:cubicBezTo>
                <a:cubicBezTo>
                  <a:pt x="170" y="462"/>
                  <a:pt x="164" y="461"/>
                  <a:pt x="157" y="461"/>
                </a:cubicBezTo>
                <a:cubicBezTo>
                  <a:pt x="154" y="461"/>
                  <a:pt x="150" y="461"/>
                  <a:pt x="146" y="462"/>
                </a:cubicBezTo>
                <a:cubicBezTo>
                  <a:pt x="139" y="462"/>
                  <a:pt x="135" y="462"/>
                  <a:pt x="123" y="459"/>
                </a:cubicBezTo>
                <a:cubicBezTo>
                  <a:pt x="103" y="455"/>
                  <a:pt x="79" y="451"/>
                  <a:pt x="60" y="451"/>
                </a:cubicBezTo>
                <a:cubicBezTo>
                  <a:pt x="48" y="455"/>
                  <a:pt x="36" y="451"/>
                  <a:pt x="28" y="459"/>
                </a:cubicBezTo>
                <a:cubicBezTo>
                  <a:pt x="24" y="462"/>
                  <a:pt x="13" y="471"/>
                  <a:pt x="8" y="479"/>
                </a:cubicBezTo>
                <a:cubicBezTo>
                  <a:pt x="0" y="491"/>
                  <a:pt x="13" y="502"/>
                  <a:pt x="17" y="514"/>
                </a:cubicBezTo>
                <a:cubicBezTo>
                  <a:pt x="24" y="522"/>
                  <a:pt x="28" y="530"/>
                  <a:pt x="36" y="542"/>
                </a:cubicBezTo>
                <a:cubicBezTo>
                  <a:pt x="44" y="553"/>
                  <a:pt x="48" y="562"/>
                  <a:pt x="60" y="573"/>
                </a:cubicBezTo>
                <a:cubicBezTo>
                  <a:pt x="84" y="597"/>
                  <a:pt x="115" y="613"/>
                  <a:pt x="139" y="637"/>
                </a:cubicBezTo>
                <a:cubicBezTo>
                  <a:pt x="162" y="668"/>
                  <a:pt x="182" y="695"/>
                  <a:pt x="210" y="723"/>
                </a:cubicBezTo>
                <a:cubicBezTo>
                  <a:pt x="241" y="751"/>
                  <a:pt x="273" y="775"/>
                  <a:pt x="304" y="802"/>
                </a:cubicBezTo>
                <a:cubicBezTo>
                  <a:pt x="316" y="814"/>
                  <a:pt x="324" y="826"/>
                  <a:pt x="335" y="833"/>
                </a:cubicBezTo>
                <a:cubicBezTo>
                  <a:pt x="344" y="837"/>
                  <a:pt x="352" y="841"/>
                  <a:pt x="355" y="846"/>
                </a:cubicBezTo>
                <a:cubicBezTo>
                  <a:pt x="355" y="849"/>
                  <a:pt x="352" y="857"/>
                  <a:pt x="348" y="861"/>
                </a:cubicBezTo>
                <a:cubicBezTo>
                  <a:pt x="348" y="869"/>
                  <a:pt x="344" y="881"/>
                  <a:pt x="339" y="888"/>
                </a:cubicBezTo>
                <a:cubicBezTo>
                  <a:pt x="316" y="920"/>
                  <a:pt x="297" y="948"/>
                  <a:pt x="281" y="983"/>
                </a:cubicBezTo>
                <a:cubicBezTo>
                  <a:pt x="273" y="999"/>
                  <a:pt x="265" y="1011"/>
                  <a:pt x="261" y="1026"/>
                </a:cubicBezTo>
                <a:cubicBezTo>
                  <a:pt x="253" y="1039"/>
                  <a:pt x="241" y="1050"/>
                  <a:pt x="233" y="1066"/>
                </a:cubicBezTo>
                <a:cubicBezTo>
                  <a:pt x="221" y="1082"/>
                  <a:pt x="213" y="1097"/>
                  <a:pt x="206" y="1110"/>
                </a:cubicBezTo>
                <a:cubicBezTo>
                  <a:pt x="190" y="1130"/>
                  <a:pt x="178" y="1145"/>
                  <a:pt x="166" y="1165"/>
                </a:cubicBezTo>
                <a:cubicBezTo>
                  <a:pt x="159" y="1177"/>
                  <a:pt x="155" y="1188"/>
                  <a:pt x="150" y="1196"/>
                </a:cubicBezTo>
                <a:cubicBezTo>
                  <a:pt x="146" y="1208"/>
                  <a:pt x="139" y="1216"/>
                  <a:pt x="131" y="1228"/>
                </a:cubicBezTo>
                <a:cubicBezTo>
                  <a:pt x="115" y="1248"/>
                  <a:pt x="103" y="1267"/>
                  <a:pt x="91" y="1290"/>
                </a:cubicBezTo>
                <a:cubicBezTo>
                  <a:pt x="84" y="1307"/>
                  <a:pt x="75" y="1326"/>
                  <a:pt x="68" y="1346"/>
                </a:cubicBezTo>
                <a:cubicBezTo>
                  <a:pt x="60" y="1374"/>
                  <a:pt x="44" y="1394"/>
                  <a:pt x="32" y="1417"/>
                </a:cubicBezTo>
                <a:cubicBezTo>
                  <a:pt x="28" y="1421"/>
                  <a:pt x="24" y="1429"/>
                  <a:pt x="28" y="1432"/>
                </a:cubicBezTo>
                <a:cubicBezTo>
                  <a:pt x="28" y="1437"/>
                  <a:pt x="36" y="1441"/>
                  <a:pt x="40" y="1445"/>
                </a:cubicBezTo>
                <a:cubicBezTo>
                  <a:pt x="43" y="1451"/>
                  <a:pt x="46" y="1457"/>
                  <a:pt x="51" y="1457"/>
                </a:cubicBezTo>
                <a:cubicBezTo>
                  <a:pt x="52" y="1457"/>
                  <a:pt x="54" y="1457"/>
                  <a:pt x="55" y="1456"/>
                </a:cubicBezTo>
                <a:cubicBezTo>
                  <a:pt x="75" y="1452"/>
                  <a:pt x="91" y="1445"/>
                  <a:pt x="107" y="1432"/>
                </a:cubicBezTo>
                <a:cubicBezTo>
                  <a:pt x="119" y="1429"/>
                  <a:pt x="126" y="1429"/>
                  <a:pt x="139" y="1429"/>
                </a:cubicBezTo>
                <a:cubicBezTo>
                  <a:pt x="162" y="1425"/>
                  <a:pt x="182" y="1413"/>
                  <a:pt x="202" y="1405"/>
                </a:cubicBezTo>
                <a:cubicBezTo>
                  <a:pt x="253" y="1390"/>
                  <a:pt x="304" y="1374"/>
                  <a:pt x="355" y="1354"/>
                </a:cubicBezTo>
                <a:cubicBezTo>
                  <a:pt x="454" y="1319"/>
                  <a:pt x="552" y="1287"/>
                  <a:pt x="652" y="1252"/>
                </a:cubicBezTo>
                <a:cubicBezTo>
                  <a:pt x="667" y="1287"/>
                  <a:pt x="683" y="1319"/>
                  <a:pt x="706" y="1350"/>
                </a:cubicBezTo>
                <a:cubicBezTo>
                  <a:pt x="770" y="1445"/>
                  <a:pt x="852" y="1523"/>
                  <a:pt x="916" y="1622"/>
                </a:cubicBezTo>
                <a:cubicBezTo>
                  <a:pt x="922" y="1632"/>
                  <a:pt x="934" y="1637"/>
                  <a:pt x="945" y="1637"/>
                </a:cubicBezTo>
                <a:cubicBezTo>
                  <a:pt x="960" y="1637"/>
                  <a:pt x="974" y="1629"/>
                  <a:pt x="978" y="1614"/>
                </a:cubicBezTo>
                <a:cubicBezTo>
                  <a:pt x="1010" y="1508"/>
                  <a:pt x="1034" y="1401"/>
                  <a:pt x="1058" y="1295"/>
                </a:cubicBezTo>
                <a:cubicBezTo>
                  <a:pt x="1069" y="1243"/>
                  <a:pt x="1081" y="1188"/>
                  <a:pt x="1093" y="1137"/>
                </a:cubicBezTo>
                <a:cubicBezTo>
                  <a:pt x="1096" y="1114"/>
                  <a:pt x="1101" y="1086"/>
                  <a:pt x="1105" y="1062"/>
                </a:cubicBezTo>
                <a:lnTo>
                  <a:pt x="1105" y="1050"/>
                </a:lnTo>
                <a:cubicBezTo>
                  <a:pt x="1105" y="1039"/>
                  <a:pt x="1101" y="1026"/>
                  <a:pt x="1105" y="1015"/>
                </a:cubicBezTo>
                <a:cubicBezTo>
                  <a:pt x="1109" y="995"/>
                  <a:pt x="1125" y="983"/>
                  <a:pt x="1140" y="972"/>
                </a:cubicBezTo>
                <a:cubicBezTo>
                  <a:pt x="1164" y="952"/>
                  <a:pt x="1196" y="944"/>
                  <a:pt x="1223" y="932"/>
                </a:cubicBezTo>
                <a:cubicBezTo>
                  <a:pt x="1247" y="920"/>
                  <a:pt x="1270" y="908"/>
                  <a:pt x="1298" y="897"/>
                </a:cubicBezTo>
                <a:cubicBezTo>
                  <a:pt x="1325" y="884"/>
                  <a:pt x="1353" y="873"/>
                  <a:pt x="1385" y="857"/>
                </a:cubicBezTo>
                <a:cubicBezTo>
                  <a:pt x="1409" y="841"/>
                  <a:pt x="1432" y="833"/>
                  <a:pt x="1460" y="826"/>
                </a:cubicBezTo>
                <a:cubicBezTo>
                  <a:pt x="1471" y="822"/>
                  <a:pt x="1483" y="817"/>
                  <a:pt x="1495" y="810"/>
                </a:cubicBezTo>
                <a:cubicBezTo>
                  <a:pt x="1507" y="806"/>
                  <a:pt x="1518" y="798"/>
                  <a:pt x="1531" y="790"/>
                </a:cubicBezTo>
                <a:cubicBezTo>
                  <a:pt x="1574" y="770"/>
                  <a:pt x="1622" y="759"/>
                  <a:pt x="1664" y="735"/>
                </a:cubicBezTo>
                <a:cubicBezTo>
                  <a:pt x="1680" y="727"/>
                  <a:pt x="1696" y="715"/>
                  <a:pt x="1716" y="704"/>
                </a:cubicBezTo>
                <a:cubicBezTo>
                  <a:pt x="1724" y="695"/>
                  <a:pt x="1744" y="684"/>
                  <a:pt x="1751" y="672"/>
                </a:cubicBezTo>
                <a:cubicBezTo>
                  <a:pt x="1759" y="660"/>
                  <a:pt x="1755" y="637"/>
                  <a:pt x="1740" y="628"/>
                </a:cubicBezTo>
                <a:cubicBezTo>
                  <a:pt x="1731" y="620"/>
                  <a:pt x="1711" y="617"/>
                  <a:pt x="1700" y="617"/>
                </a:cubicBezTo>
                <a:lnTo>
                  <a:pt x="1684" y="617"/>
                </a:lnTo>
                <a:cubicBezTo>
                  <a:pt x="1664" y="613"/>
                  <a:pt x="1645" y="609"/>
                  <a:pt x="1625" y="604"/>
                </a:cubicBezTo>
                <a:cubicBezTo>
                  <a:pt x="1605" y="601"/>
                  <a:pt x="1586" y="597"/>
                  <a:pt x="1566" y="593"/>
                </a:cubicBezTo>
                <a:cubicBezTo>
                  <a:pt x="1558" y="589"/>
                  <a:pt x="1542" y="589"/>
                  <a:pt x="1535" y="585"/>
                </a:cubicBezTo>
                <a:cubicBezTo>
                  <a:pt x="1531" y="581"/>
                  <a:pt x="1527" y="577"/>
                  <a:pt x="1518" y="577"/>
                </a:cubicBezTo>
                <a:cubicBezTo>
                  <a:pt x="1495" y="573"/>
                  <a:pt x="1475" y="573"/>
                  <a:pt x="1456" y="573"/>
                </a:cubicBezTo>
                <a:lnTo>
                  <a:pt x="1357" y="573"/>
                </a:lnTo>
                <a:cubicBezTo>
                  <a:pt x="1325" y="573"/>
                  <a:pt x="1294" y="569"/>
                  <a:pt x="1262" y="566"/>
                </a:cubicBezTo>
                <a:cubicBezTo>
                  <a:pt x="1219" y="562"/>
                  <a:pt x="1176" y="562"/>
                  <a:pt x="1136" y="553"/>
                </a:cubicBezTo>
                <a:cubicBezTo>
                  <a:pt x="1120" y="549"/>
                  <a:pt x="1109" y="546"/>
                  <a:pt x="1096" y="546"/>
                </a:cubicBezTo>
                <a:cubicBezTo>
                  <a:pt x="1089" y="546"/>
                  <a:pt x="1081" y="546"/>
                  <a:pt x="1077" y="542"/>
                </a:cubicBezTo>
                <a:cubicBezTo>
                  <a:pt x="1065" y="533"/>
                  <a:pt x="1069" y="518"/>
                  <a:pt x="1069" y="506"/>
                </a:cubicBezTo>
                <a:cubicBezTo>
                  <a:pt x="1069" y="491"/>
                  <a:pt x="1065" y="475"/>
                  <a:pt x="1061" y="459"/>
                </a:cubicBezTo>
                <a:cubicBezTo>
                  <a:pt x="1061" y="439"/>
                  <a:pt x="1065" y="424"/>
                  <a:pt x="1069" y="404"/>
                </a:cubicBezTo>
                <a:cubicBezTo>
                  <a:pt x="1073" y="388"/>
                  <a:pt x="1077" y="373"/>
                  <a:pt x="1077" y="356"/>
                </a:cubicBezTo>
                <a:lnTo>
                  <a:pt x="1077" y="302"/>
                </a:lnTo>
                <a:cubicBezTo>
                  <a:pt x="1081" y="285"/>
                  <a:pt x="1085" y="266"/>
                  <a:pt x="1085" y="249"/>
                </a:cubicBezTo>
                <a:cubicBezTo>
                  <a:pt x="1089" y="226"/>
                  <a:pt x="1085" y="207"/>
                  <a:pt x="1089" y="187"/>
                </a:cubicBezTo>
                <a:cubicBezTo>
                  <a:pt x="1093" y="167"/>
                  <a:pt x="1093" y="151"/>
                  <a:pt x="1096" y="131"/>
                </a:cubicBezTo>
                <a:cubicBezTo>
                  <a:pt x="1101" y="112"/>
                  <a:pt x="1105" y="96"/>
                  <a:pt x="1109" y="76"/>
                </a:cubicBezTo>
                <a:cubicBezTo>
                  <a:pt x="1109" y="56"/>
                  <a:pt x="1109" y="21"/>
                  <a:pt x="1089" y="5"/>
                </a:cubicBezTo>
                <a:cubicBezTo>
                  <a:pt x="1084" y="2"/>
                  <a:pt x="1079" y="1"/>
                  <a:pt x="1074" y="1"/>
                </a:cubicBezTo>
                <a:close/>
              </a:path>
            </a:pathLst>
          </a:custGeom>
          <a:solidFill>
            <a:schemeClr val="accent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75" name="Shape 75"/>
        <p:cNvGrpSpPr/>
        <p:nvPr/>
      </p:nvGrpSpPr>
      <p:grpSpPr>
        <a:xfrm>
          <a:off x="0" y="0"/>
          <a:ext cx="0" cy="0"/>
          <a:chOff x="0" y="0"/>
          <a:chExt cx="0" cy="0"/>
        </a:xfrm>
      </p:grpSpPr>
      <p:sp>
        <p:nvSpPr>
          <p:cNvPr id="76" name="Google Shape;76;p5"/>
          <p:cNvSpPr txBox="1"/>
          <p:nvPr>
            <p:ph idx="1" type="subTitle"/>
          </p:nvPr>
        </p:nvSpPr>
        <p:spPr>
          <a:xfrm>
            <a:off x="914400" y="4162294"/>
            <a:ext cx="4556700" cy="14685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200"/>
              <a:buNone/>
              <a:defRPr sz="2200">
                <a:solidFill>
                  <a:schemeClr val="dk1"/>
                </a:solidFill>
              </a:defRPr>
            </a:lvl1pPr>
            <a:lvl2pPr lvl="1" rtl="0" algn="ctr">
              <a:lnSpc>
                <a:spcPct val="100000"/>
              </a:lnSpc>
              <a:spcBef>
                <a:spcPts val="0"/>
              </a:spcBef>
              <a:spcAft>
                <a:spcPts val="0"/>
              </a:spcAft>
              <a:buClr>
                <a:schemeClr val="dk1"/>
              </a:buClr>
              <a:buSzPts val="2200"/>
              <a:buNone/>
              <a:defRPr sz="2200">
                <a:solidFill>
                  <a:schemeClr val="dk1"/>
                </a:solidFill>
              </a:defRPr>
            </a:lvl2pPr>
            <a:lvl3pPr lvl="2" rtl="0" algn="ctr">
              <a:lnSpc>
                <a:spcPct val="100000"/>
              </a:lnSpc>
              <a:spcBef>
                <a:spcPts val="0"/>
              </a:spcBef>
              <a:spcAft>
                <a:spcPts val="0"/>
              </a:spcAft>
              <a:buClr>
                <a:schemeClr val="dk1"/>
              </a:buClr>
              <a:buSzPts val="2200"/>
              <a:buNone/>
              <a:defRPr sz="2200">
                <a:solidFill>
                  <a:schemeClr val="dk1"/>
                </a:solidFill>
              </a:defRPr>
            </a:lvl3pPr>
            <a:lvl4pPr lvl="3" rtl="0" algn="ctr">
              <a:lnSpc>
                <a:spcPct val="100000"/>
              </a:lnSpc>
              <a:spcBef>
                <a:spcPts val="0"/>
              </a:spcBef>
              <a:spcAft>
                <a:spcPts val="0"/>
              </a:spcAft>
              <a:buClr>
                <a:schemeClr val="dk1"/>
              </a:buClr>
              <a:buSzPts val="2200"/>
              <a:buNone/>
              <a:defRPr sz="2200">
                <a:solidFill>
                  <a:schemeClr val="dk1"/>
                </a:solidFill>
              </a:defRPr>
            </a:lvl4pPr>
            <a:lvl5pPr lvl="4" rtl="0" algn="ctr">
              <a:lnSpc>
                <a:spcPct val="100000"/>
              </a:lnSpc>
              <a:spcBef>
                <a:spcPts val="0"/>
              </a:spcBef>
              <a:spcAft>
                <a:spcPts val="0"/>
              </a:spcAft>
              <a:buClr>
                <a:schemeClr val="dk1"/>
              </a:buClr>
              <a:buSzPts val="2200"/>
              <a:buNone/>
              <a:defRPr sz="2200">
                <a:solidFill>
                  <a:schemeClr val="dk1"/>
                </a:solidFill>
              </a:defRPr>
            </a:lvl5pPr>
            <a:lvl6pPr lvl="5" rtl="0" algn="ctr">
              <a:lnSpc>
                <a:spcPct val="100000"/>
              </a:lnSpc>
              <a:spcBef>
                <a:spcPts val="0"/>
              </a:spcBef>
              <a:spcAft>
                <a:spcPts val="0"/>
              </a:spcAft>
              <a:buClr>
                <a:schemeClr val="dk1"/>
              </a:buClr>
              <a:buSzPts val="2200"/>
              <a:buNone/>
              <a:defRPr sz="2200">
                <a:solidFill>
                  <a:schemeClr val="dk1"/>
                </a:solidFill>
              </a:defRPr>
            </a:lvl6pPr>
            <a:lvl7pPr lvl="6" rtl="0" algn="ctr">
              <a:lnSpc>
                <a:spcPct val="100000"/>
              </a:lnSpc>
              <a:spcBef>
                <a:spcPts val="0"/>
              </a:spcBef>
              <a:spcAft>
                <a:spcPts val="0"/>
              </a:spcAft>
              <a:buClr>
                <a:schemeClr val="dk1"/>
              </a:buClr>
              <a:buSzPts val="2200"/>
              <a:buNone/>
              <a:defRPr sz="2200">
                <a:solidFill>
                  <a:schemeClr val="dk1"/>
                </a:solidFill>
              </a:defRPr>
            </a:lvl7pPr>
            <a:lvl8pPr lvl="7" rtl="0" algn="ctr">
              <a:lnSpc>
                <a:spcPct val="100000"/>
              </a:lnSpc>
              <a:spcBef>
                <a:spcPts val="0"/>
              </a:spcBef>
              <a:spcAft>
                <a:spcPts val="0"/>
              </a:spcAft>
              <a:buClr>
                <a:schemeClr val="dk1"/>
              </a:buClr>
              <a:buSzPts val="2200"/>
              <a:buNone/>
              <a:defRPr sz="2200">
                <a:solidFill>
                  <a:schemeClr val="dk1"/>
                </a:solidFill>
              </a:defRPr>
            </a:lvl8pPr>
            <a:lvl9pPr lvl="8" rtl="0" algn="ctr">
              <a:lnSpc>
                <a:spcPct val="100000"/>
              </a:lnSpc>
              <a:spcBef>
                <a:spcPts val="0"/>
              </a:spcBef>
              <a:spcAft>
                <a:spcPts val="0"/>
              </a:spcAft>
              <a:buClr>
                <a:schemeClr val="dk1"/>
              </a:buClr>
              <a:buSzPts val="2200"/>
              <a:buNone/>
              <a:defRPr sz="2200">
                <a:solidFill>
                  <a:schemeClr val="dk1"/>
                </a:solidFill>
              </a:defRPr>
            </a:lvl9pPr>
          </a:lstStyle>
          <a:p/>
        </p:txBody>
      </p:sp>
      <p:sp>
        <p:nvSpPr>
          <p:cNvPr id="77" name="Google Shape;77;p5"/>
          <p:cNvSpPr txBox="1"/>
          <p:nvPr>
            <p:ph idx="2" type="subTitle"/>
          </p:nvPr>
        </p:nvSpPr>
        <p:spPr>
          <a:xfrm>
            <a:off x="914400" y="3453366"/>
            <a:ext cx="4556700" cy="8283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2"/>
              </a:buClr>
              <a:buSzPts val="3100"/>
              <a:buFont typeface="Bebas Neue"/>
              <a:buNone/>
              <a:defRPr sz="4600">
                <a:solidFill>
                  <a:schemeClr val="dk2"/>
                </a:solidFill>
                <a:latin typeface="Ranchers"/>
                <a:ea typeface="Ranchers"/>
                <a:cs typeface="Ranchers"/>
                <a:sym typeface="Ranchers"/>
              </a:defRPr>
            </a:lvl1pPr>
            <a:lvl2pPr lvl="1" rtl="0" algn="ctr">
              <a:lnSpc>
                <a:spcPct val="100000"/>
              </a:lnSpc>
              <a:spcBef>
                <a:spcPts val="0"/>
              </a:spcBef>
              <a:spcAft>
                <a:spcPts val="0"/>
              </a:spcAft>
              <a:buClr>
                <a:schemeClr val="dk2"/>
              </a:buClr>
              <a:buSzPts val="3100"/>
              <a:buFont typeface="Bebas Neue"/>
              <a:buNone/>
              <a:defRPr sz="3100">
                <a:solidFill>
                  <a:schemeClr val="dk2"/>
                </a:solidFill>
                <a:latin typeface="Bebas Neue"/>
                <a:ea typeface="Bebas Neue"/>
                <a:cs typeface="Bebas Neue"/>
                <a:sym typeface="Bebas Neue"/>
              </a:defRPr>
            </a:lvl2pPr>
            <a:lvl3pPr lvl="2" rtl="0" algn="ctr">
              <a:lnSpc>
                <a:spcPct val="100000"/>
              </a:lnSpc>
              <a:spcBef>
                <a:spcPts val="0"/>
              </a:spcBef>
              <a:spcAft>
                <a:spcPts val="0"/>
              </a:spcAft>
              <a:buClr>
                <a:schemeClr val="dk2"/>
              </a:buClr>
              <a:buSzPts val="3100"/>
              <a:buFont typeface="Bebas Neue"/>
              <a:buNone/>
              <a:defRPr sz="3100">
                <a:solidFill>
                  <a:schemeClr val="dk2"/>
                </a:solidFill>
                <a:latin typeface="Bebas Neue"/>
                <a:ea typeface="Bebas Neue"/>
                <a:cs typeface="Bebas Neue"/>
                <a:sym typeface="Bebas Neue"/>
              </a:defRPr>
            </a:lvl3pPr>
            <a:lvl4pPr lvl="3" rtl="0" algn="ctr">
              <a:lnSpc>
                <a:spcPct val="100000"/>
              </a:lnSpc>
              <a:spcBef>
                <a:spcPts val="0"/>
              </a:spcBef>
              <a:spcAft>
                <a:spcPts val="0"/>
              </a:spcAft>
              <a:buClr>
                <a:schemeClr val="dk2"/>
              </a:buClr>
              <a:buSzPts val="3100"/>
              <a:buFont typeface="Bebas Neue"/>
              <a:buNone/>
              <a:defRPr sz="3100">
                <a:solidFill>
                  <a:schemeClr val="dk2"/>
                </a:solidFill>
                <a:latin typeface="Bebas Neue"/>
                <a:ea typeface="Bebas Neue"/>
                <a:cs typeface="Bebas Neue"/>
                <a:sym typeface="Bebas Neue"/>
              </a:defRPr>
            </a:lvl4pPr>
            <a:lvl5pPr lvl="4" rtl="0" algn="ctr">
              <a:lnSpc>
                <a:spcPct val="100000"/>
              </a:lnSpc>
              <a:spcBef>
                <a:spcPts val="0"/>
              </a:spcBef>
              <a:spcAft>
                <a:spcPts val="0"/>
              </a:spcAft>
              <a:buClr>
                <a:schemeClr val="dk2"/>
              </a:buClr>
              <a:buSzPts val="3100"/>
              <a:buFont typeface="Bebas Neue"/>
              <a:buNone/>
              <a:defRPr sz="3100">
                <a:solidFill>
                  <a:schemeClr val="dk2"/>
                </a:solidFill>
                <a:latin typeface="Bebas Neue"/>
                <a:ea typeface="Bebas Neue"/>
                <a:cs typeface="Bebas Neue"/>
                <a:sym typeface="Bebas Neue"/>
              </a:defRPr>
            </a:lvl5pPr>
            <a:lvl6pPr lvl="5" rtl="0" algn="ctr">
              <a:lnSpc>
                <a:spcPct val="100000"/>
              </a:lnSpc>
              <a:spcBef>
                <a:spcPts val="0"/>
              </a:spcBef>
              <a:spcAft>
                <a:spcPts val="0"/>
              </a:spcAft>
              <a:buClr>
                <a:schemeClr val="dk2"/>
              </a:buClr>
              <a:buSzPts val="3100"/>
              <a:buFont typeface="Bebas Neue"/>
              <a:buNone/>
              <a:defRPr sz="3100">
                <a:solidFill>
                  <a:schemeClr val="dk2"/>
                </a:solidFill>
                <a:latin typeface="Bebas Neue"/>
                <a:ea typeface="Bebas Neue"/>
                <a:cs typeface="Bebas Neue"/>
                <a:sym typeface="Bebas Neue"/>
              </a:defRPr>
            </a:lvl6pPr>
            <a:lvl7pPr lvl="6" rtl="0" algn="ctr">
              <a:lnSpc>
                <a:spcPct val="100000"/>
              </a:lnSpc>
              <a:spcBef>
                <a:spcPts val="0"/>
              </a:spcBef>
              <a:spcAft>
                <a:spcPts val="0"/>
              </a:spcAft>
              <a:buClr>
                <a:schemeClr val="dk2"/>
              </a:buClr>
              <a:buSzPts val="3100"/>
              <a:buFont typeface="Bebas Neue"/>
              <a:buNone/>
              <a:defRPr sz="3100">
                <a:solidFill>
                  <a:schemeClr val="dk2"/>
                </a:solidFill>
                <a:latin typeface="Bebas Neue"/>
                <a:ea typeface="Bebas Neue"/>
                <a:cs typeface="Bebas Neue"/>
                <a:sym typeface="Bebas Neue"/>
              </a:defRPr>
            </a:lvl7pPr>
            <a:lvl8pPr lvl="7" rtl="0" algn="ctr">
              <a:lnSpc>
                <a:spcPct val="100000"/>
              </a:lnSpc>
              <a:spcBef>
                <a:spcPts val="0"/>
              </a:spcBef>
              <a:spcAft>
                <a:spcPts val="0"/>
              </a:spcAft>
              <a:buClr>
                <a:schemeClr val="dk2"/>
              </a:buClr>
              <a:buSzPts val="3100"/>
              <a:buFont typeface="Bebas Neue"/>
              <a:buNone/>
              <a:defRPr sz="3100">
                <a:solidFill>
                  <a:schemeClr val="dk2"/>
                </a:solidFill>
                <a:latin typeface="Bebas Neue"/>
                <a:ea typeface="Bebas Neue"/>
                <a:cs typeface="Bebas Neue"/>
                <a:sym typeface="Bebas Neue"/>
              </a:defRPr>
            </a:lvl8pPr>
            <a:lvl9pPr lvl="8" rtl="0" algn="ctr">
              <a:lnSpc>
                <a:spcPct val="100000"/>
              </a:lnSpc>
              <a:spcBef>
                <a:spcPts val="0"/>
              </a:spcBef>
              <a:spcAft>
                <a:spcPts val="0"/>
              </a:spcAft>
              <a:buClr>
                <a:schemeClr val="dk2"/>
              </a:buClr>
              <a:buSzPts val="3100"/>
              <a:buFont typeface="Bebas Neue"/>
              <a:buNone/>
              <a:defRPr sz="3100">
                <a:solidFill>
                  <a:schemeClr val="dk2"/>
                </a:solidFill>
                <a:latin typeface="Bebas Neue"/>
                <a:ea typeface="Bebas Neue"/>
                <a:cs typeface="Bebas Neue"/>
                <a:sym typeface="Bebas Neue"/>
              </a:defRPr>
            </a:lvl9pPr>
          </a:lstStyle>
          <a:p/>
        </p:txBody>
      </p:sp>
      <p:sp>
        <p:nvSpPr>
          <p:cNvPr id="78" name="Google Shape;78;p5"/>
          <p:cNvSpPr txBox="1"/>
          <p:nvPr>
            <p:ph idx="3" type="subTitle"/>
          </p:nvPr>
        </p:nvSpPr>
        <p:spPr>
          <a:xfrm>
            <a:off x="914400" y="7899069"/>
            <a:ext cx="4556700" cy="14685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200"/>
              <a:buNone/>
              <a:defRPr sz="2200">
                <a:solidFill>
                  <a:schemeClr val="dk1"/>
                </a:solidFill>
              </a:defRPr>
            </a:lvl1pPr>
            <a:lvl2pPr lvl="1" rtl="0" algn="ctr">
              <a:lnSpc>
                <a:spcPct val="100000"/>
              </a:lnSpc>
              <a:spcBef>
                <a:spcPts val="0"/>
              </a:spcBef>
              <a:spcAft>
                <a:spcPts val="0"/>
              </a:spcAft>
              <a:buClr>
                <a:schemeClr val="dk1"/>
              </a:buClr>
              <a:buSzPts val="2200"/>
              <a:buNone/>
              <a:defRPr sz="2200">
                <a:solidFill>
                  <a:schemeClr val="dk1"/>
                </a:solidFill>
              </a:defRPr>
            </a:lvl2pPr>
            <a:lvl3pPr lvl="2" rtl="0" algn="ctr">
              <a:lnSpc>
                <a:spcPct val="100000"/>
              </a:lnSpc>
              <a:spcBef>
                <a:spcPts val="0"/>
              </a:spcBef>
              <a:spcAft>
                <a:spcPts val="0"/>
              </a:spcAft>
              <a:buClr>
                <a:schemeClr val="dk1"/>
              </a:buClr>
              <a:buSzPts val="2200"/>
              <a:buNone/>
              <a:defRPr sz="2200">
                <a:solidFill>
                  <a:schemeClr val="dk1"/>
                </a:solidFill>
              </a:defRPr>
            </a:lvl3pPr>
            <a:lvl4pPr lvl="3" rtl="0" algn="ctr">
              <a:lnSpc>
                <a:spcPct val="100000"/>
              </a:lnSpc>
              <a:spcBef>
                <a:spcPts val="0"/>
              </a:spcBef>
              <a:spcAft>
                <a:spcPts val="0"/>
              </a:spcAft>
              <a:buClr>
                <a:schemeClr val="dk1"/>
              </a:buClr>
              <a:buSzPts val="2200"/>
              <a:buNone/>
              <a:defRPr sz="2200">
                <a:solidFill>
                  <a:schemeClr val="dk1"/>
                </a:solidFill>
              </a:defRPr>
            </a:lvl4pPr>
            <a:lvl5pPr lvl="4" rtl="0" algn="ctr">
              <a:lnSpc>
                <a:spcPct val="100000"/>
              </a:lnSpc>
              <a:spcBef>
                <a:spcPts val="0"/>
              </a:spcBef>
              <a:spcAft>
                <a:spcPts val="0"/>
              </a:spcAft>
              <a:buClr>
                <a:schemeClr val="dk1"/>
              </a:buClr>
              <a:buSzPts val="2200"/>
              <a:buNone/>
              <a:defRPr sz="2200">
                <a:solidFill>
                  <a:schemeClr val="dk1"/>
                </a:solidFill>
              </a:defRPr>
            </a:lvl5pPr>
            <a:lvl6pPr lvl="5" rtl="0" algn="ctr">
              <a:lnSpc>
                <a:spcPct val="100000"/>
              </a:lnSpc>
              <a:spcBef>
                <a:spcPts val="0"/>
              </a:spcBef>
              <a:spcAft>
                <a:spcPts val="0"/>
              </a:spcAft>
              <a:buClr>
                <a:schemeClr val="dk1"/>
              </a:buClr>
              <a:buSzPts val="2200"/>
              <a:buNone/>
              <a:defRPr sz="2200">
                <a:solidFill>
                  <a:schemeClr val="dk1"/>
                </a:solidFill>
              </a:defRPr>
            </a:lvl6pPr>
            <a:lvl7pPr lvl="6" rtl="0" algn="ctr">
              <a:lnSpc>
                <a:spcPct val="100000"/>
              </a:lnSpc>
              <a:spcBef>
                <a:spcPts val="0"/>
              </a:spcBef>
              <a:spcAft>
                <a:spcPts val="0"/>
              </a:spcAft>
              <a:buClr>
                <a:schemeClr val="dk1"/>
              </a:buClr>
              <a:buSzPts val="2200"/>
              <a:buNone/>
              <a:defRPr sz="2200">
                <a:solidFill>
                  <a:schemeClr val="dk1"/>
                </a:solidFill>
              </a:defRPr>
            </a:lvl7pPr>
            <a:lvl8pPr lvl="7" rtl="0" algn="ctr">
              <a:lnSpc>
                <a:spcPct val="100000"/>
              </a:lnSpc>
              <a:spcBef>
                <a:spcPts val="0"/>
              </a:spcBef>
              <a:spcAft>
                <a:spcPts val="0"/>
              </a:spcAft>
              <a:buClr>
                <a:schemeClr val="dk1"/>
              </a:buClr>
              <a:buSzPts val="2200"/>
              <a:buNone/>
              <a:defRPr sz="2200">
                <a:solidFill>
                  <a:schemeClr val="dk1"/>
                </a:solidFill>
              </a:defRPr>
            </a:lvl8pPr>
            <a:lvl9pPr lvl="8" rtl="0" algn="ctr">
              <a:lnSpc>
                <a:spcPct val="100000"/>
              </a:lnSpc>
              <a:spcBef>
                <a:spcPts val="0"/>
              </a:spcBef>
              <a:spcAft>
                <a:spcPts val="0"/>
              </a:spcAft>
              <a:buClr>
                <a:schemeClr val="dk1"/>
              </a:buClr>
              <a:buSzPts val="2200"/>
              <a:buNone/>
              <a:defRPr sz="2200">
                <a:solidFill>
                  <a:schemeClr val="dk1"/>
                </a:solidFill>
              </a:defRPr>
            </a:lvl9pPr>
          </a:lstStyle>
          <a:p/>
        </p:txBody>
      </p:sp>
      <p:sp>
        <p:nvSpPr>
          <p:cNvPr id="79" name="Google Shape;79;p5"/>
          <p:cNvSpPr txBox="1"/>
          <p:nvPr>
            <p:ph idx="4" type="subTitle"/>
          </p:nvPr>
        </p:nvSpPr>
        <p:spPr>
          <a:xfrm>
            <a:off x="914400" y="7190017"/>
            <a:ext cx="4556700" cy="828300"/>
          </a:xfrm>
          <a:prstGeom prst="rect">
            <a:avLst/>
          </a:prstGeom>
          <a:ln>
            <a:noFill/>
          </a:ln>
        </p:spPr>
        <p:txBody>
          <a:bodyPr anchorCtr="0" anchor="b" bIns="91425" lIns="91425" spcFirstLastPara="1" rIns="91425" wrap="square" tIns="91425">
            <a:noAutofit/>
          </a:bodyPr>
          <a:lstStyle>
            <a:lvl1pPr lvl="0" rtl="0">
              <a:spcBef>
                <a:spcPts val="0"/>
              </a:spcBef>
              <a:spcAft>
                <a:spcPts val="0"/>
              </a:spcAft>
              <a:buClr>
                <a:schemeClr val="dk2"/>
              </a:buClr>
              <a:buSzPts val="3100"/>
              <a:buFont typeface="Bebas Neue"/>
              <a:buNone/>
              <a:defRPr sz="4600">
                <a:solidFill>
                  <a:schemeClr val="dk2"/>
                </a:solidFill>
                <a:latin typeface="Ranchers"/>
                <a:ea typeface="Ranchers"/>
                <a:cs typeface="Ranchers"/>
                <a:sym typeface="Ranchers"/>
              </a:defRPr>
            </a:lvl1pPr>
            <a:lvl2pPr lvl="1" rtl="0" algn="ctr">
              <a:lnSpc>
                <a:spcPct val="100000"/>
              </a:lnSpc>
              <a:spcBef>
                <a:spcPts val="0"/>
              </a:spcBef>
              <a:spcAft>
                <a:spcPts val="0"/>
              </a:spcAft>
              <a:buClr>
                <a:schemeClr val="dk2"/>
              </a:buClr>
              <a:buSzPts val="3100"/>
              <a:buFont typeface="Bebas Neue"/>
              <a:buNone/>
              <a:defRPr sz="3100">
                <a:solidFill>
                  <a:schemeClr val="dk2"/>
                </a:solidFill>
                <a:latin typeface="Bebas Neue"/>
                <a:ea typeface="Bebas Neue"/>
                <a:cs typeface="Bebas Neue"/>
                <a:sym typeface="Bebas Neue"/>
              </a:defRPr>
            </a:lvl2pPr>
            <a:lvl3pPr lvl="2" rtl="0" algn="ctr">
              <a:lnSpc>
                <a:spcPct val="100000"/>
              </a:lnSpc>
              <a:spcBef>
                <a:spcPts val="0"/>
              </a:spcBef>
              <a:spcAft>
                <a:spcPts val="0"/>
              </a:spcAft>
              <a:buClr>
                <a:schemeClr val="dk2"/>
              </a:buClr>
              <a:buSzPts val="3100"/>
              <a:buFont typeface="Bebas Neue"/>
              <a:buNone/>
              <a:defRPr sz="3100">
                <a:solidFill>
                  <a:schemeClr val="dk2"/>
                </a:solidFill>
                <a:latin typeface="Bebas Neue"/>
                <a:ea typeface="Bebas Neue"/>
                <a:cs typeface="Bebas Neue"/>
                <a:sym typeface="Bebas Neue"/>
              </a:defRPr>
            </a:lvl3pPr>
            <a:lvl4pPr lvl="3" rtl="0" algn="ctr">
              <a:lnSpc>
                <a:spcPct val="100000"/>
              </a:lnSpc>
              <a:spcBef>
                <a:spcPts val="0"/>
              </a:spcBef>
              <a:spcAft>
                <a:spcPts val="0"/>
              </a:spcAft>
              <a:buClr>
                <a:schemeClr val="dk2"/>
              </a:buClr>
              <a:buSzPts val="3100"/>
              <a:buFont typeface="Bebas Neue"/>
              <a:buNone/>
              <a:defRPr sz="3100">
                <a:solidFill>
                  <a:schemeClr val="dk2"/>
                </a:solidFill>
                <a:latin typeface="Bebas Neue"/>
                <a:ea typeface="Bebas Neue"/>
                <a:cs typeface="Bebas Neue"/>
                <a:sym typeface="Bebas Neue"/>
              </a:defRPr>
            </a:lvl4pPr>
            <a:lvl5pPr lvl="4" rtl="0" algn="ctr">
              <a:lnSpc>
                <a:spcPct val="100000"/>
              </a:lnSpc>
              <a:spcBef>
                <a:spcPts val="0"/>
              </a:spcBef>
              <a:spcAft>
                <a:spcPts val="0"/>
              </a:spcAft>
              <a:buClr>
                <a:schemeClr val="dk2"/>
              </a:buClr>
              <a:buSzPts val="3100"/>
              <a:buFont typeface="Bebas Neue"/>
              <a:buNone/>
              <a:defRPr sz="3100">
                <a:solidFill>
                  <a:schemeClr val="dk2"/>
                </a:solidFill>
                <a:latin typeface="Bebas Neue"/>
                <a:ea typeface="Bebas Neue"/>
                <a:cs typeface="Bebas Neue"/>
                <a:sym typeface="Bebas Neue"/>
              </a:defRPr>
            </a:lvl5pPr>
            <a:lvl6pPr lvl="5" rtl="0" algn="ctr">
              <a:lnSpc>
                <a:spcPct val="100000"/>
              </a:lnSpc>
              <a:spcBef>
                <a:spcPts val="0"/>
              </a:spcBef>
              <a:spcAft>
                <a:spcPts val="0"/>
              </a:spcAft>
              <a:buClr>
                <a:schemeClr val="dk2"/>
              </a:buClr>
              <a:buSzPts val="3100"/>
              <a:buFont typeface="Bebas Neue"/>
              <a:buNone/>
              <a:defRPr sz="3100">
                <a:solidFill>
                  <a:schemeClr val="dk2"/>
                </a:solidFill>
                <a:latin typeface="Bebas Neue"/>
                <a:ea typeface="Bebas Neue"/>
                <a:cs typeface="Bebas Neue"/>
                <a:sym typeface="Bebas Neue"/>
              </a:defRPr>
            </a:lvl6pPr>
            <a:lvl7pPr lvl="6" rtl="0" algn="ctr">
              <a:lnSpc>
                <a:spcPct val="100000"/>
              </a:lnSpc>
              <a:spcBef>
                <a:spcPts val="0"/>
              </a:spcBef>
              <a:spcAft>
                <a:spcPts val="0"/>
              </a:spcAft>
              <a:buClr>
                <a:schemeClr val="dk2"/>
              </a:buClr>
              <a:buSzPts val="3100"/>
              <a:buFont typeface="Bebas Neue"/>
              <a:buNone/>
              <a:defRPr sz="3100">
                <a:solidFill>
                  <a:schemeClr val="dk2"/>
                </a:solidFill>
                <a:latin typeface="Bebas Neue"/>
                <a:ea typeface="Bebas Neue"/>
                <a:cs typeface="Bebas Neue"/>
                <a:sym typeface="Bebas Neue"/>
              </a:defRPr>
            </a:lvl7pPr>
            <a:lvl8pPr lvl="7" rtl="0" algn="ctr">
              <a:lnSpc>
                <a:spcPct val="100000"/>
              </a:lnSpc>
              <a:spcBef>
                <a:spcPts val="0"/>
              </a:spcBef>
              <a:spcAft>
                <a:spcPts val="0"/>
              </a:spcAft>
              <a:buClr>
                <a:schemeClr val="dk2"/>
              </a:buClr>
              <a:buSzPts val="3100"/>
              <a:buFont typeface="Bebas Neue"/>
              <a:buNone/>
              <a:defRPr sz="3100">
                <a:solidFill>
                  <a:schemeClr val="dk2"/>
                </a:solidFill>
                <a:latin typeface="Bebas Neue"/>
                <a:ea typeface="Bebas Neue"/>
                <a:cs typeface="Bebas Neue"/>
                <a:sym typeface="Bebas Neue"/>
              </a:defRPr>
            </a:lvl8pPr>
            <a:lvl9pPr lvl="8" rtl="0" algn="ctr">
              <a:lnSpc>
                <a:spcPct val="100000"/>
              </a:lnSpc>
              <a:spcBef>
                <a:spcPts val="0"/>
              </a:spcBef>
              <a:spcAft>
                <a:spcPts val="0"/>
              </a:spcAft>
              <a:buClr>
                <a:schemeClr val="dk2"/>
              </a:buClr>
              <a:buSzPts val="3100"/>
              <a:buFont typeface="Bebas Neue"/>
              <a:buNone/>
              <a:defRPr sz="3100">
                <a:solidFill>
                  <a:schemeClr val="dk2"/>
                </a:solidFill>
                <a:latin typeface="Bebas Neue"/>
                <a:ea typeface="Bebas Neue"/>
                <a:cs typeface="Bebas Neue"/>
                <a:sym typeface="Bebas Neue"/>
              </a:defRPr>
            </a:lvl9pPr>
          </a:lstStyle>
          <a:p/>
        </p:txBody>
      </p:sp>
      <p:sp>
        <p:nvSpPr>
          <p:cNvPr id="80" name="Google Shape;80;p5"/>
          <p:cNvSpPr txBox="1"/>
          <p:nvPr>
            <p:ph type="title"/>
          </p:nvPr>
        </p:nvSpPr>
        <p:spPr>
          <a:xfrm>
            <a:off x="914400" y="888750"/>
            <a:ext cx="8458200" cy="956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6400"/>
              <a:buNone/>
              <a:defRPr/>
            </a:lvl1pPr>
            <a:lvl2pPr lvl="1" rtl="0">
              <a:lnSpc>
                <a:spcPct val="100000"/>
              </a:lnSpc>
              <a:spcBef>
                <a:spcPts val="0"/>
              </a:spcBef>
              <a:spcAft>
                <a:spcPts val="0"/>
              </a:spcAft>
              <a:buSzPts val="6400"/>
              <a:buNone/>
              <a:defRPr/>
            </a:lvl2pPr>
            <a:lvl3pPr lvl="2" rtl="0">
              <a:lnSpc>
                <a:spcPct val="100000"/>
              </a:lnSpc>
              <a:spcBef>
                <a:spcPts val="0"/>
              </a:spcBef>
              <a:spcAft>
                <a:spcPts val="0"/>
              </a:spcAft>
              <a:buSzPts val="6400"/>
              <a:buNone/>
              <a:defRPr/>
            </a:lvl3pPr>
            <a:lvl4pPr lvl="3" rtl="0">
              <a:lnSpc>
                <a:spcPct val="100000"/>
              </a:lnSpc>
              <a:spcBef>
                <a:spcPts val="0"/>
              </a:spcBef>
              <a:spcAft>
                <a:spcPts val="0"/>
              </a:spcAft>
              <a:buSzPts val="6400"/>
              <a:buNone/>
              <a:defRPr/>
            </a:lvl4pPr>
            <a:lvl5pPr lvl="4" rtl="0">
              <a:lnSpc>
                <a:spcPct val="100000"/>
              </a:lnSpc>
              <a:spcBef>
                <a:spcPts val="0"/>
              </a:spcBef>
              <a:spcAft>
                <a:spcPts val="0"/>
              </a:spcAft>
              <a:buSzPts val="6400"/>
              <a:buNone/>
              <a:defRPr/>
            </a:lvl5pPr>
            <a:lvl6pPr lvl="5" rtl="0">
              <a:lnSpc>
                <a:spcPct val="100000"/>
              </a:lnSpc>
              <a:spcBef>
                <a:spcPts val="0"/>
              </a:spcBef>
              <a:spcAft>
                <a:spcPts val="0"/>
              </a:spcAft>
              <a:buSzPts val="6400"/>
              <a:buNone/>
              <a:defRPr/>
            </a:lvl6pPr>
            <a:lvl7pPr lvl="6" rtl="0">
              <a:lnSpc>
                <a:spcPct val="100000"/>
              </a:lnSpc>
              <a:spcBef>
                <a:spcPts val="0"/>
              </a:spcBef>
              <a:spcAft>
                <a:spcPts val="0"/>
              </a:spcAft>
              <a:buSzPts val="6400"/>
              <a:buNone/>
              <a:defRPr/>
            </a:lvl7pPr>
            <a:lvl8pPr lvl="7" rtl="0">
              <a:lnSpc>
                <a:spcPct val="100000"/>
              </a:lnSpc>
              <a:spcBef>
                <a:spcPts val="0"/>
              </a:spcBef>
              <a:spcAft>
                <a:spcPts val="0"/>
              </a:spcAft>
              <a:buSzPts val="6400"/>
              <a:buNone/>
              <a:defRPr/>
            </a:lvl8pPr>
            <a:lvl9pPr lvl="8" rtl="0">
              <a:lnSpc>
                <a:spcPct val="100000"/>
              </a:lnSpc>
              <a:spcBef>
                <a:spcPts val="0"/>
              </a:spcBef>
              <a:spcAft>
                <a:spcPts val="0"/>
              </a:spcAft>
              <a:buSzPts val="6400"/>
              <a:buNone/>
              <a:defRPr/>
            </a:lvl9pPr>
          </a:lstStyle>
          <a:p/>
        </p:txBody>
      </p:sp>
      <p:sp>
        <p:nvSpPr>
          <p:cNvPr id="81" name="Google Shape;81;p5"/>
          <p:cNvSpPr/>
          <p:nvPr/>
        </p:nvSpPr>
        <p:spPr>
          <a:xfrm rot="10800000">
            <a:off x="9395387" y="9367585"/>
            <a:ext cx="830723" cy="773578"/>
          </a:xfrm>
          <a:custGeom>
            <a:rect b="b" l="l" r="r" t="t"/>
            <a:pathLst>
              <a:path extrusionOk="0" h="1638" w="1759">
                <a:moveTo>
                  <a:pt x="1074" y="1"/>
                </a:moveTo>
                <a:cubicBezTo>
                  <a:pt x="1067" y="1"/>
                  <a:pt x="1060" y="3"/>
                  <a:pt x="1054" y="5"/>
                </a:cubicBezTo>
                <a:cubicBezTo>
                  <a:pt x="1041" y="18"/>
                  <a:pt x="1025" y="29"/>
                  <a:pt x="1014" y="41"/>
                </a:cubicBezTo>
                <a:cubicBezTo>
                  <a:pt x="1006" y="53"/>
                  <a:pt x="994" y="65"/>
                  <a:pt x="983" y="76"/>
                </a:cubicBezTo>
                <a:cubicBezTo>
                  <a:pt x="947" y="124"/>
                  <a:pt x="912" y="171"/>
                  <a:pt x="872" y="214"/>
                </a:cubicBezTo>
                <a:cubicBezTo>
                  <a:pt x="836" y="262"/>
                  <a:pt x="805" y="309"/>
                  <a:pt x="774" y="356"/>
                </a:cubicBezTo>
                <a:cubicBezTo>
                  <a:pt x="761" y="376"/>
                  <a:pt x="750" y="404"/>
                  <a:pt x="734" y="424"/>
                </a:cubicBezTo>
                <a:cubicBezTo>
                  <a:pt x="723" y="435"/>
                  <a:pt x="710" y="451"/>
                  <a:pt x="703" y="462"/>
                </a:cubicBezTo>
                <a:cubicBezTo>
                  <a:pt x="699" y="473"/>
                  <a:pt x="687" y="508"/>
                  <a:pt x="673" y="508"/>
                </a:cubicBezTo>
                <a:cubicBezTo>
                  <a:pt x="671" y="508"/>
                  <a:pt x="669" y="507"/>
                  <a:pt x="667" y="506"/>
                </a:cubicBezTo>
                <a:cubicBezTo>
                  <a:pt x="659" y="502"/>
                  <a:pt x="659" y="495"/>
                  <a:pt x="652" y="495"/>
                </a:cubicBezTo>
                <a:cubicBezTo>
                  <a:pt x="643" y="495"/>
                  <a:pt x="639" y="498"/>
                  <a:pt x="632" y="498"/>
                </a:cubicBezTo>
                <a:cubicBezTo>
                  <a:pt x="625" y="500"/>
                  <a:pt x="618" y="500"/>
                  <a:pt x="611" y="500"/>
                </a:cubicBezTo>
                <a:cubicBezTo>
                  <a:pt x="596" y="500"/>
                  <a:pt x="582" y="498"/>
                  <a:pt x="568" y="498"/>
                </a:cubicBezTo>
                <a:cubicBezTo>
                  <a:pt x="545" y="495"/>
                  <a:pt x="517" y="491"/>
                  <a:pt x="494" y="491"/>
                </a:cubicBezTo>
                <a:cubicBezTo>
                  <a:pt x="454" y="486"/>
                  <a:pt x="415" y="482"/>
                  <a:pt x="379" y="479"/>
                </a:cubicBezTo>
                <a:cubicBezTo>
                  <a:pt x="359" y="479"/>
                  <a:pt x="339" y="475"/>
                  <a:pt x="320" y="475"/>
                </a:cubicBezTo>
                <a:cubicBezTo>
                  <a:pt x="273" y="471"/>
                  <a:pt x="226" y="462"/>
                  <a:pt x="178" y="462"/>
                </a:cubicBezTo>
                <a:cubicBezTo>
                  <a:pt x="170" y="462"/>
                  <a:pt x="164" y="461"/>
                  <a:pt x="157" y="461"/>
                </a:cubicBezTo>
                <a:cubicBezTo>
                  <a:pt x="154" y="461"/>
                  <a:pt x="150" y="461"/>
                  <a:pt x="146" y="462"/>
                </a:cubicBezTo>
                <a:cubicBezTo>
                  <a:pt x="139" y="462"/>
                  <a:pt x="135" y="462"/>
                  <a:pt x="123" y="459"/>
                </a:cubicBezTo>
                <a:cubicBezTo>
                  <a:pt x="103" y="455"/>
                  <a:pt x="79" y="451"/>
                  <a:pt x="60" y="451"/>
                </a:cubicBezTo>
                <a:cubicBezTo>
                  <a:pt x="48" y="455"/>
                  <a:pt x="36" y="451"/>
                  <a:pt x="28" y="459"/>
                </a:cubicBezTo>
                <a:cubicBezTo>
                  <a:pt x="24" y="462"/>
                  <a:pt x="13" y="471"/>
                  <a:pt x="8" y="479"/>
                </a:cubicBezTo>
                <a:cubicBezTo>
                  <a:pt x="0" y="491"/>
                  <a:pt x="13" y="502"/>
                  <a:pt x="17" y="514"/>
                </a:cubicBezTo>
                <a:cubicBezTo>
                  <a:pt x="24" y="522"/>
                  <a:pt x="28" y="530"/>
                  <a:pt x="36" y="542"/>
                </a:cubicBezTo>
                <a:cubicBezTo>
                  <a:pt x="44" y="553"/>
                  <a:pt x="48" y="562"/>
                  <a:pt x="60" y="573"/>
                </a:cubicBezTo>
                <a:cubicBezTo>
                  <a:pt x="84" y="597"/>
                  <a:pt x="115" y="613"/>
                  <a:pt x="139" y="637"/>
                </a:cubicBezTo>
                <a:cubicBezTo>
                  <a:pt x="162" y="668"/>
                  <a:pt x="182" y="695"/>
                  <a:pt x="210" y="723"/>
                </a:cubicBezTo>
                <a:cubicBezTo>
                  <a:pt x="241" y="751"/>
                  <a:pt x="273" y="775"/>
                  <a:pt x="304" y="802"/>
                </a:cubicBezTo>
                <a:cubicBezTo>
                  <a:pt x="316" y="814"/>
                  <a:pt x="324" y="826"/>
                  <a:pt x="335" y="833"/>
                </a:cubicBezTo>
                <a:cubicBezTo>
                  <a:pt x="344" y="837"/>
                  <a:pt x="352" y="841"/>
                  <a:pt x="355" y="846"/>
                </a:cubicBezTo>
                <a:cubicBezTo>
                  <a:pt x="355" y="849"/>
                  <a:pt x="352" y="857"/>
                  <a:pt x="348" y="861"/>
                </a:cubicBezTo>
                <a:cubicBezTo>
                  <a:pt x="348" y="869"/>
                  <a:pt x="344" y="881"/>
                  <a:pt x="339" y="888"/>
                </a:cubicBezTo>
                <a:cubicBezTo>
                  <a:pt x="316" y="920"/>
                  <a:pt x="297" y="948"/>
                  <a:pt x="281" y="983"/>
                </a:cubicBezTo>
                <a:cubicBezTo>
                  <a:pt x="273" y="999"/>
                  <a:pt x="265" y="1011"/>
                  <a:pt x="261" y="1026"/>
                </a:cubicBezTo>
                <a:cubicBezTo>
                  <a:pt x="253" y="1039"/>
                  <a:pt x="241" y="1050"/>
                  <a:pt x="233" y="1066"/>
                </a:cubicBezTo>
                <a:cubicBezTo>
                  <a:pt x="221" y="1082"/>
                  <a:pt x="213" y="1097"/>
                  <a:pt x="206" y="1110"/>
                </a:cubicBezTo>
                <a:cubicBezTo>
                  <a:pt x="190" y="1130"/>
                  <a:pt x="178" y="1145"/>
                  <a:pt x="166" y="1165"/>
                </a:cubicBezTo>
                <a:cubicBezTo>
                  <a:pt x="159" y="1177"/>
                  <a:pt x="155" y="1188"/>
                  <a:pt x="150" y="1196"/>
                </a:cubicBezTo>
                <a:cubicBezTo>
                  <a:pt x="146" y="1208"/>
                  <a:pt x="139" y="1216"/>
                  <a:pt x="131" y="1228"/>
                </a:cubicBezTo>
                <a:cubicBezTo>
                  <a:pt x="115" y="1248"/>
                  <a:pt x="103" y="1267"/>
                  <a:pt x="91" y="1290"/>
                </a:cubicBezTo>
                <a:cubicBezTo>
                  <a:pt x="84" y="1307"/>
                  <a:pt x="75" y="1326"/>
                  <a:pt x="68" y="1346"/>
                </a:cubicBezTo>
                <a:cubicBezTo>
                  <a:pt x="60" y="1374"/>
                  <a:pt x="44" y="1394"/>
                  <a:pt x="32" y="1417"/>
                </a:cubicBezTo>
                <a:cubicBezTo>
                  <a:pt x="28" y="1421"/>
                  <a:pt x="24" y="1429"/>
                  <a:pt x="28" y="1432"/>
                </a:cubicBezTo>
                <a:cubicBezTo>
                  <a:pt x="28" y="1437"/>
                  <a:pt x="36" y="1441"/>
                  <a:pt x="40" y="1445"/>
                </a:cubicBezTo>
                <a:cubicBezTo>
                  <a:pt x="43" y="1451"/>
                  <a:pt x="46" y="1457"/>
                  <a:pt x="51" y="1457"/>
                </a:cubicBezTo>
                <a:cubicBezTo>
                  <a:pt x="52" y="1457"/>
                  <a:pt x="54" y="1457"/>
                  <a:pt x="55" y="1456"/>
                </a:cubicBezTo>
                <a:cubicBezTo>
                  <a:pt x="75" y="1452"/>
                  <a:pt x="91" y="1445"/>
                  <a:pt x="107" y="1432"/>
                </a:cubicBezTo>
                <a:cubicBezTo>
                  <a:pt x="119" y="1429"/>
                  <a:pt x="126" y="1429"/>
                  <a:pt x="139" y="1429"/>
                </a:cubicBezTo>
                <a:cubicBezTo>
                  <a:pt x="162" y="1425"/>
                  <a:pt x="182" y="1413"/>
                  <a:pt x="202" y="1405"/>
                </a:cubicBezTo>
                <a:cubicBezTo>
                  <a:pt x="253" y="1390"/>
                  <a:pt x="304" y="1374"/>
                  <a:pt x="355" y="1354"/>
                </a:cubicBezTo>
                <a:cubicBezTo>
                  <a:pt x="454" y="1319"/>
                  <a:pt x="552" y="1287"/>
                  <a:pt x="652" y="1252"/>
                </a:cubicBezTo>
                <a:cubicBezTo>
                  <a:pt x="667" y="1287"/>
                  <a:pt x="683" y="1319"/>
                  <a:pt x="706" y="1350"/>
                </a:cubicBezTo>
                <a:cubicBezTo>
                  <a:pt x="770" y="1445"/>
                  <a:pt x="852" y="1523"/>
                  <a:pt x="916" y="1622"/>
                </a:cubicBezTo>
                <a:cubicBezTo>
                  <a:pt x="922" y="1632"/>
                  <a:pt x="934" y="1637"/>
                  <a:pt x="945" y="1637"/>
                </a:cubicBezTo>
                <a:cubicBezTo>
                  <a:pt x="960" y="1637"/>
                  <a:pt x="974" y="1629"/>
                  <a:pt x="978" y="1614"/>
                </a:cubicBezTo>
                <a:cubicBezTo>
                  <a:pt x="1010" y="1508"/>
                  <a:pt x="1034" y="1401"/>
                  <a:pt x="1058" y="1295"/>
                </a:cubicBezTo>
                <a:cubicBezTo>
                  <a:pt x="1069" y="1243"/>
                  <a:pt x="1081" y="1188"/>
                  <a:pt x="1093" y="1137"/>
                </a:cubicBezTo>
                <a:cubicBezTo>
                  <a:pt x="1096" y="1114"/>
                  <a:pt x="1101" y="1086"/>
                  <a:pt x="1105" y="1062"/>
                </a:cubicBezTo>
                <a:lnTo>
                  <a:pt x="1105" y="1050"/>
                </a:lnTo>
                <a:cubicBezTo>
                  <a:pt x="1105" y="1039"/>
                  <a:pt x="1101" y="1026"/>
                  <a:pt x="1105" y="1015"/>
                </a:cubicBezTo>
                <a:cubicBezTo>
                  <a:pt x="1109" y="995"/>
                  <a:pt x="1125" y="983"/>
                  <a:pt x="1140" y="972"/>
                </a:cubicBezTo>
                <a:cubicBezTo>
                  <a:pt x="1164" y="952"/>
                  <a:pt x="1196" y="944"/>
                  <a:pt x="1223" y="932"/>
                </a:cubicBezTo>
                <a:cubicBezTo>
                  <a:pt x="1247" y="920"/>
                  <a:pt x="1270" y="908"/>
                  <a:pt x="1298" y="897"/>
                </a:cubicBezTo>
                <a:cubicBezTo>
                  <a:pt x="1325" y="884"/>
                  <a:pt x="1353" y="873"/>
                  <a:pt x="1385" y="857"/>
                </a:cubicBezTo>
                <a:cubicBezTo>
                  <a:pt x="1409" y="841"/>
                  <a:pt x="1432" y="833"/>
                  <a:pt x="1460" y="826"/>
                </a:cubicBezTo>
                <a:cubicBezTo>
                  <a:pt x="1471" y="822"/>
                  <a:pt x="1483" y="817"/>
                  <a:pt x="1495" y="810"/>
                </a:cubicBezTo>
                <a:cubicBezTo>
                  <a:pt x="1507" y="806"/>
                  <a:pt x="1518" y="798"/>
                  <a:pt x="1531" y="790"/>
                </a:cubicBezTo>
                <a:cubicBezTo>
                  <a:pt x="1574" y="770"/>
                  <a:pt x="1622" y="759"/>
                  <a:pt x="1664" y="735"/>
                </a:cubicBezTo>
                <a:cubicBezTo>
                  <a:pt x="1680" y="727"/>
                  <a:pt x="1696" y="715"/>
                  <a:pt x="1716" y="704"/>
                </a:cubicBezTo>
                <a:cubicBezTo>
                  <a:pt x="1724" y="695"/>
                  <a:pt x="1744" y="684"/>
                  <a:pt x="1751" y="672"/>
                </a:cubicBezTo>
                <a:cubicBezTo>
                  <a:pt x="1759" y="660"/>
                  <a:pt x="1755" y="637"/>
                  <a:pt x="1740" y="628"/>
                </a:cubicBezTo>
                <a:cubicBezTo>
                  <a:pt x="1731" y="620"/>
                  <a:pt x="1711" y="617"/>
                  <a:pt x="1700" y="617"/>
                </a:cubicBezTo>
                <a:lnTo>
                  <a:pt x="1684" y="617"/>
                </a:lnTo>
                <a:cubicBezTo>
                  <a:pt x="1664" y="613"/>
                  <a:pt x="1645" y="609"/>
                  <a:pt x="1625" y="604"/>
                </a:cubicBezTo>
                <a:cubicBezTo>
                  <a:pt x="1605" y="601"/>
                  <a:pt x="1586" y="597"/>
                  <a:pt x="1566" y="593"/>
                </a:cubicBezTo>
                <a:cubicBezTo>
                  <a:pt x="1558" y="589"/>
                  <a:pt x="1542" y="589"/>
                  <a:pt x="1535" y="585"/>
                </a:cubicBezTo>
                <a:cubicBezTo>
                  <a:pt x="1531" y="581"/>
                  <a:pt x="1527" y="577"/>
                  <a:pt x="1518" y="577"/>
                </a:cubicBezTo>
                <a:cubicBezTo>
                  <a:pt x="1495" y="573"/>
                  <a:pt x="1475" y="573"/>
                  <a:pt x="1456" y="573"/>
                </a:cubicBezTo>
                <a:lnTo>
                  <a:pt x="1357" y="573"/>
                </a:lnTo>
                <a:cubicBezTo>
                  <a:pt x="1325" y="573"/>
                  <a:pt x="1294" y="569"/>
                  <a:pt x="1262" y="566"/>
                </a:cubicBezTo>
                <a:cubicBezTo>
                  <a:pt x="1219" y="562"/>
                  <a:pt x="1176" y="562"/>
                  <a:pt x="1136" y="553"/>
                </a:cubicBezTo>
                <a:cubicBezTo>
                  <a:pt x="1120" y="549"/>
                  <a:pt x="1109" y="546"/>
                  <a:pt x="1096" y="546"/>
                </a:cubicBezTo>
                <a:cubicBezTo>
                  <a:pt x="1089" y="546"/>
                  <a:pt x="1081" y="546"/>
                  <a:pt x="1077" y="542"/>
                </a:cubicBezTo>
                <a:cubicBezTo>
                  <a:pt x="1065" y="533"/>
                  <a:pt x="1069" y="518"/>
                  <a:pt x="1069" y="506"/>
                </a:cubicBezTo>
                <a:cubicBezTo>
                  <a:pt x="1069" y="491"/>
                  <a:pt x="1065" y="475"/>
                  <a:pt x="1061" y="459"/>
                </a:cubicBezTo>
                <a:cubicBezTo>
                  <a:pt x="1061" y="439"/>
                  <a:pt x="1065" y="424"/>
                  <a:pt x="1069" y="404"/>
                </a:cubicBezTo>
                <a:cubicBezTo>
                  <a:pt x="1073" y="388"/>
                  <a:pt x="1077" y="373"/>
                  <a:pt x="1077" y="356"/>
                </a:cubicBezTo>
                <a:lnTo>
                  <a:pt x="1077" y="302"/>
                </a:lnTo>
                <a:cubicBezTo>
                  <a:pt x="1081" y="285"/>
                  <a:pt x="1085" y="266"/>
                  <a:pt x="1085" y="249"/>
                </a:cubicBezTo>
                <a:cubicBezTo>
                  <a:pt x="1089" y="226"/>
                  <a:pt x="1085" y="207"/>
                  <a:pt x="1089" y="187"/>
                </a:cubicBezTo>
                <a:cubicBezTo>
                  <a:pt x="1093" y="167"/>
                  <a:pt x="1093" y="151"/>
                  <a:pt x="1096" y="131"/>
                </a:cubicBezTo>
                <a:cubicBezTo>
                  <a:pt x="1101" y="112"/>
                  <a:pt x="1105" y="96"/>
                  <a:pt x="1109" y="76"/>
                </a:cubicBezTo>
                <a:cubicBezTo>
                  <a:pt x="1109" y="56"/>
                  <a:pt x="1109" y="21"/>
                  <a:pt x="1089" y="5"/>
                </a:cubicBezTo>
                <a:cubicBezTo>
                  <a:pt x="1084" y="2"/>
                  <a:pt x="1079" y="1"/>
                  <a:pt x="1074" y="1"/>
                </a:cubicBezTo>
                <a:close/>
              </a:path>
            </a:pathLst>
          </a:custGeom>
          <a:solidFill>
            <a:schemeClr val="accent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5"/>
          <p:cNvSpPr/>
          <p:nvPr/>
        </p:nvSpPr>
        <p:spPr>
          <a:xfrm rot="5400000">
            <a:off x="44169" y="352038"/>
            <a:ext cx="845836" cy="617729"/>
          </a:xfrm>
          <a:custGeom>
            <a:rect b="b" l="l" r="r" t="t"/>
            <a:pathLst>
              <a:path extrusionOk="0" h="1308" w="1791">
                <a:moveTo>
                  <a:pt x="1141" y="1"/>
                </a:moveTo>
                <a:cubicBezTo>
                  <a:pt x="1135" y="1"/>
                  <a:pt x="1129" y="3"/>
                  <a:pt x="1124" y="6"/>
                </a:cubicBezTo>
                <a:cubicBezTo>
                  <a:pt x="951" y="195"/>
                  <a:pt x="797" y="408"/>
                  <a:pt x="675" y="633"/>
                </a:cubicBezTo>
                <a:cubicBezTo>
                  <a:pt x="576" y="428"/>
                  <a:pt x="478" y="226"/>
                  <a:pt x="379" y="22"/>
                </a:cubicBezTo>
                <a:cubicBezTo>
                  <a:pt x="375" y="14"/>
                  <a:pt x="368" y="10"/>
                  <a:pt x="361" y="10"/>
                </a:cubicBezTo>
                <a:cubicBezTo>
                  <a:pt x="354" y="10"/>
                  <a:pt x="347" y="14"/>
                  <a:pt x="344" y="22"/>
                </a:cubicBezTo>
                <a:cubicBezTo>
                  <a:pt x="273" y="183"/>
                  <a:pt x="209" y="349"/>
                  <a:pt x="158" y="518"/>
                </a:cubicBezTo>
                <a:cubicBezTo>
                  <a:pt x="134" y="589"/>
                  <a:pt x="0" y="873"/>
                  <a:pt x="44" y="944"/>
                </a:cubicBezTo>
                <a:cubicBezTo>
                  <a:pt x="47" y="959"/>
                  <a:pt x="67" y="964"/>
                  <a:pt x="80" y="968"/>
                </a:cubicBezTo>
                <a:cubicBezTo>
                  <a:pt x="331" y="1039"/>
                  <a:pt x="580" y="1101"/>
                  <a:pt x="833" y="1161"/>
                </a:cubicBezTo>
                <a:cubicBezTo>
                  <a:pt x="1010" y="1201"/>
                  <a:pt x="1183" y="1236"/>
                  <a:pt x="1361" y="1272"/>
                </a:cubicBezTo>
                <a:cubicBezTo>
                  <a:pt x="1396" y="1277"/>
                  <a:pt x="1514" y="1308"/>
                  <a:pt x="1585" y="1308"/>
                </a:cubicBezTo>
                <a:cubicBezTo>
                  <a:pt x="1609" y="1308"/>
                  <a:pt x="1628" y="1304"/>
                  <a:pt x="1637" y="1295"/>
                </a:cubicBezTo>
                <a:cubicBezTo>
                  <a:pt x="1656" y="1279"/>
                  <a:pt x="1656" y="1248"/>
                  <a:pt x="1656" y="1220"/>
                </a:cubicBezTo>
                <a:cubicBezTo>
                  <a:pt x="1661" y="924"/>
                  <a:pt x="1779" y="637"/>
                  <a:pt x="1791" y="337"/>
                </a:cubicBezTo>
                <a:lnTo>
                  <a:pt x="1791" y="337"/>
                </a:lnTo>
                <a:cubicBezTo>
                  <a:pt x="1625" y="463"/>
                  <a:pt x="1467" y="597"/>
                  <a:pt x="1294" y="715"/>
                </a:cubicBezTo>
                <a:cubicBezTo>
                  <a:pt x="1321" y="621"/>
                  <a:pt x="1230" y="502"/>
                  <a:pt x="1207" y="412"/>
                </a:cubicBezTo>
                <a:cubicBezTo>
                  <a:pt x="1175" y="282"/>
                  <a:pt x="1159" y="151"/>
                  <a:pt x="1159" y="18"/>
                </a:cubicBezTo>
                <a:cubicBezTo>
                  <a:pt x="1159" y="6"/>
                  <a:pt x="1150" y="1"/>
                  <a:pt x="1141" y="1"/>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5"/>
          <p:cNvSpPr/>
          <p:nvPr/>
        </p:nvSpPr>
        <p:spPr>
          <a:xfrm rot="10800000">
            <a:off x="9694049" y="8770573"/>
            <a:ext cx="233400" cy="233400"/>
          </a:xfrm>
          <a:prstGeom prst="ellipse">
            <a:avLst/>
          </a:pr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5"/>
          <p:cNvSpPr/>
          <p:nvPr/>
        </p:nvSpPr>
        <p:spPr>
          <a:xfrm rot="10800000">
            <a:off x="8999561" y="9726748"/>
            <a:ext cx="233400" cy="233400"/>
          </a:xfrm>
          <a:prstGeom prst="ellipse">
            <a:avLst/>
          </a:pr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5"/>
          <p:cNvSpPr/>
          <p:nvPr/>
        </p:nvSpPr>
        <p:spPr>
          <a:xfrm flipH="1">
            <a:off x="350561" y="7301686"/>
            <a:ext cx="56375" cy="2663275"/>
          </a:xfrm>
          <a:custGeom>
            <a:rect b="b" l="l" r="r" t="t"/>
            <a:pathLst>
              <a:path extrusionOk="0" h="106531" w="2255">
                <a:moveTo>
                  <a:pt x="1515" y="0"/>
                </a:moveTo>
                <a:cubicBezTo>
                  <a:pt x="649" y="35503"/>
                  <a:pt x="4406" y="71291"/>
                  <a:pt x="0" y="106531"/>
                </a:cubicBezTo>
              </a:path>
            </a:pathLst>
          </a:custGeom>
          <a:noFill/>
          <a:ln cap="flat" cmpd="sng" w="28575">
            <a:solidFill>
              <a:schemeClr val="dk1"/>
            </a:solidFill>
            <a:prstDash val="solid"/>
            <a:round/>
            <a:headEnd len="med" w="med" type="none"/>
            <a:tailEnd len="med" w="med" type="none"/>
          </a:ln>
        </p:spPr>
      </p:sp>
      <p:sp>
        <p:nvSpPr>
          <p:cNvPr id="86" name="Google Shape;86;p5"/>
          <p:cNvSpPr/>
          <p:nvPr/>
        </p:nvSpPr>
        <p:spPr>
          <a:xfrm flipH="1">
            <a:off x="560011" y="8904686"/>
            <a:ext cx="23625" cy="795200"/>
          </a:xfrm>
          <a:custGeom>
            <a:rect b="b" l="l" r="r" t="t"/>
            <a:pathLst>
              <a:path extrusionOk="0" h="31808" w="945">
                <a:moveTo>
                  <a:pt x="505" y="0"/>
                </a:moveTo>
                <a:cubicBezTo>
                  <a:pt x="1386" y="10567"/>
                  <a:pt x="0" y="21204"/>
                  <a:pt x="0" y="31808"/>
                </a:cubicBezTo>
              </a:path>
            </a:pathLst>
          </a:custGeom>
          <a:noFill/>
          <a:ln cap="flat" cmpd="sng" w="28575">
            <a:solidFill>
              <a:schemeClr val="dk1"/>
            </a:solidFill>
            <a:prstDash val="solid"/>
            <a:round/>
            <a:headEnd len="med" w="med" type="none"/>
            <a:tailEnd len="med" w="med" type="none"/>
          </a:ln>
        </p:spPr>
      </p:sp>
      <p:sp>
        <p:nvSpPr>
          <p:cNvPr id="87" name="Google Shape;87;p5"/>
          <p:cNvSpPr/>
          <p:nvPr/>
        </p:nvSpPr>
        <p:spPr>
          <a:xfrm rot="-10651105">
            <a:off x="9792687" y="5758240"/>
            <a:ext cx="138855" cy="2158457"/>
          </a:xfrm>
          <a:custGeom>
            <a:rect b="b" l="l" r="r" t="t"/>
            <a:pathLst>
              <a:path extrusionOk="0" h="86335" w="5554">
                <a:moveTo>
                  <a:pt x="0" y="0"/>
                </a:moveTo>
                <a:cubicBezTo>
                  <a:pt x="1919" y="28774"/>
                  <a:pt x="5554" y="57497"/>
                  <a:pt x="5554" y="86335"/>
                </a:cubicBezTo>
              </a:path>
            </a:pathLst>
          </a:custGeom>
          <a:noFill/>
          <a:ln cap="flat" cmpd="sng" w="28575">
            <a:solidFill>
              <a:schemeClr val="dk1"/>
            </a:solidFill>
            <a:prstDash val="solid"/>
            <a:round/>
            <a:headEnd len="med" w="med" type="none"/>
            <a:tailEnd len="med" w="med" type="none"/>
          </a:ln>
        </p:spPr>
      </p:sp>
      <p:sp>
        <p:nvSpPr>
          <p:cNvPr id="88" name="Google Shape;88;p5"/>
          <p:cNvSpPr/>
          <p:nvPr/>
        </p:nvSpPr>
        <p:spPr>
          <a:xfrm rot="-10651105">
            <a:off x="9667579" y="7187515"/>
            <a:ext cx="39176" cy="1123393"/>
          </a:xfrm>
          <a:custGeom>
            <a:rect b="b" l="l" r="r" t="t"/>
            <a:pathLst>
              <a:path extrusionOk="0" h="44934" w="1567">
                <a:moveTo>
                  <a:pt x="557" y="0"/>
                </a:moveTo>
                <a:cubicBezTo>
                  <a:pt x="-1098" y="14890"/>
                  <a:pt x="1567" y="29952"/>
                  <a:pt x="1567" y="44934"/>
                </a:cubicBezTo>
              </a:path>
            </a:pathLst>
          </a:custGeom>
          <a:noFill/>
          <a:ln cap="flat" cmpd="sng" w="28575">
            <a:solidFill>
              <a:schemeClr val="dk1"/>
            </a:solidFill>
            <a:prstDash val="solid"/>
            <a:round/>
            <a:headEnd len="med" w="med" type="none"/>
            <a:tailEnd len="med" w="med" type="none"/>
          </a:ln>
        </p:spPr>
      </p:sp>
      <p:sp>
        <p:nvSpPr>
          <p:cNvPr id="89" name="Google Shape;89;p5"/>
          <p:cNvSpPr/>
          <p:nvPr/>
        </p:nvSpPr>
        <p:spPr>
          <a:xfrm rot="10800000">
            <a:off x="157311" y="2261148"/>
            <a:ext cx="233400" cy="233400"/>
          </a:xfrm>
          <a:prstGeom prst="ellipse">
            <a:avLst/>
          </a:pr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5"/>
          <p:cNvSpPr/>
          <p:nvPr/>
        </p:nvSpPr>
        <p:spPr>
          <a:xfrm rot="10800000">
            <a:off x="478899" y="1530236"/>
            <a:ext cx="233400" cy="233400"/>
          </a:xfrm>
          <a:prstGeom prst="ellipse">
            <a:avLst/>
          </a:pr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5"/>
          <p:cNvSpPr/>
          <p:nvPr/>
        </p:nvSpPr>
        <p:spPr>
          <a:xfrm rot="10800000">
            <a:off x="990136" y="365473"/>
            <a:ext cx="233400" cy="233400"/>
          </a:xfrm>
          <a:prstGeom prst="ellipse">
            <a:avLst/>
          </a:pr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2" name="Google Shape;92;p5"/>
          <p:cNvGrpSpPr/>
          <p:nvPr/>
        </p:nvGrpSpPr>
        <p:grpSpPr>
          <a:xfrm rot="-6567601">
            <a:off x="9185084" y="-401794"/>
            <a:ext cx="2448651" cy="2125389"/>
            <a:chOff x="1322124" y="4079650"/>
            <a:chExt cx="3420400" cy="2968851"/>
          </a:xfrm>
        </p:grpSpPr>
        <p:sp>
          <p:nvSpPr>
            <p:cNvPr id="93" name="Google Shape;93;p5"/>
            <p:cNvSpPr/>
            <p:nvPr/>
          </p:nvSpPr>
          <p:spPr>
            <a:xfrm>
              <a:off x="1322124" y="4377475"/>
              <a:ext cx="3420400" cy="2671026"/>
            </a:xfrm>
            <a:custGeom>
              <a:rect b="b" l="l" r="r" t="t"/>
              <a:pathLst>
                <a:path extrusionOk="0" h="2556" w="3273">
                  <a:moveTo>
                    <a:pt x="228" y="0"/>
                  </a:moveTo>
                  <a:cubicBezTo>
                    <a:pt x="244" y="548"/>
                    <a:pt x="157" y="1345"/>
                    <a:pt x="0" y="2331"/>
                  </a:cubicBezTo>
                  <a:lnTo>
                    <a:pt x="3040" y="2555"/>
                  </a:lnTo>
                  <a:cubicBezTo>
                    <a:pt x="3186" y="1767"/>
                    <a:pt x="3273" y="998"/>
                    <a:pt x="3269" y="257"/>
                  </a:cubicBezTo>
                  <a:lnTo>
                    <a:pt x="3143" y="249"/>
                  </a:lnTo>
                  <a:lnTo>
                    <a:pt x="3143" y="249"/>
                  </a:lnTo>
                  <a:cubicBezTo>
                    <a:pt x="3154" y="320"/>
                    <a:pt x="3115" y="402"/>
                    <a:pt x="3020" y="402"/>
                  </a:cubicBezTo>
                  <a:cubicBezTo>
                    <a:pt x="2918" y="402"/>
                    <a:pt x="2878" y="304"/>
                    <a:pt x="2902" y="229"/>
                  </a:cubicBezTo>
                  <a:lnTo>
                    <a:pt x="2674" y="209"/>
                  </a:lnTo>
                  <a:lnTo>
                    <a:pt x="2674" y="209"/>
                  </a:lnTo>
                  <a:cubicBezTo>
                    <a:pt x="2677" y="213"/>
                    <a:pt x="2677" y="222"/>
                    <a:pt x="2677" y="229"/>
                  </a:cubicBezTo>
                  <a:lnTo>
                    <a:pt x="2677" y="237"/>
                  </a:lnTo>
                  <a:cubicBezTo>
                    <a:pt x="2677" y="261"/>
                    <a:pt x="2670" y="280"/>
                    <a:pt x="2657" y="300"/>
                  </a:cubicBezTo>
                  <a:cubicBezTo>
                    <a:pt x="2654" y="312"/>
                    <a:pt x="2646" y="320"/>
                    <a:pt x="2638" y="328"/>
                  </a:cubicBezTo>
                  <a:cubicBezTo>
                    <a:pt x="2622" y="344"/>
                    <a:pt x="2603" y="355"/>
                    <a:pt x="2583" y="364"/>
                  </a:cubicBezTo>
                  <a:lnTo>
                    <a:pt x="2547" y="367"/>
                  </a:lnTo>
                  <a:cubicBezTo>
                    <a:pt x="2528" y="367"/>
                    <a:pt x="2512" y="364"/>
                    <a:pt x="2496" y="355"/>
                  </a:cubicBezTo>
                  <a:cubicBezTo>
                    <a:pt x="2480" y="351"/>
                    <a:pt x="2468" y="340"/>
                    <a:pt x="2457" y="328"/>
                  </a:cubicBezTo>
                  <a:cubicBezTo>
                    <a:pt x="2441" y="316"/>
                    <a:pt x="2433" y="304"/>
                    <a:pt x="2428" y="288"/>
                  </a:cubicBezTo>
                  <a:cubicBezTo>
                    <a:pt x="2421" y="273"/>
                    <a:pt x="2417" y="253"/>
                    <a:pt x="2417" y="237"/>
                  </a:cubicBezTo>
                  <a:lnTo>
                    <a:pt x="2417" y="229"/>
                  </a:lnTo>
                  <a:cubicBezTo>
                    <a:pt x="2417" y="213"/>
                    <a:pt x="2421" y="202"/>
                    <a:pt x="2425" y="186"/>
                  </a:cubicBezTo>
                  <a:lnTo>
                    <a:pt x="2208" y="170"/>
                  </a:lnTo>
                  <a:lnTo>
                    <a:pt x="2208" y="170"/>
                  </a:lnTo>
                  <a:cubicBezTo>
                    <a:pt x="2228" y="245"/>
                    <a:pt x="2188" y="335"/>
                    <a:pt x="2090" y="335"/>
                  </a:cubicBezTo>
                  <a:cubicBezTo>
                    <a:pt x="1979" y="335"/>
                    <a:pt x="1940" y="225"/>
                    <a:pt x="1975" y="151"/>
                  </a:cubicBezTo>
                  <a:lnTo>
                    <a:pt x="1660" y="122"/>
                  </a:lnTo>
                  <a:lnTo>
                    <a:pt x="1660" y="122"/>
                  </a:lnTo>
                  <a:cubicBezTo>
                    <a:pt x="1684" y="198"/>
                    <a:pt x="1644" y="293"/>
                    <a:pt x="1542" y="293"/>
                  </a:cubicBezTo>
                  <a:cubicBezTo>
                    <a:pt x="1431" y="293"/>
                    <a:pt x="1396" y="182"/>
                    <a:pt x="1431" y="103"/>
                  </a:cubicBezTo>
                  <a:lnTo>
                    <a:pt x="1171" y="84"/>
                  </a:lnTo>
                  <a:lnTo>
                    <a:pt x="1171" y="84"/>
                  </a:lnTo>
                  <a:cubicBezTo>
                    <a:pt x="1183" y="155"/>
                    <a:pt x="1140" y="237"/>
                    <a:pt x="1049" y="237"/>
                  </a:cubicBezTo>
                  <a:cubicBezTo>
                    <a:pt x="946" y="237"/>
                    <a:pt x="907" y="138"/>
                    <a:pt x="930" y="60"/>
                  </a:cubicBezTo>
                  <a:lnTo>
                    <a:pt x="678" y="40"/>
                  </a:lnTo>
                  <a:cubicBezTo>
                    <a:pt x="678" y="107"/>
                    <a:pt x="635" y="170"/>
                    <a:pt x="552" y="170"/>
                  </a:cubicBezTo>
                  <a:cubicBezTo>
                    <a:pt x="461" y="170"/>
                    <a:pt x="417" y="91"/>
                    <a:pt x="430" y="20"/>
                  </a:cubicBezTo>
                  <a:lnTo>
                    <a:pt x="228" y="0"/>
                  </a:lnTo>
                  <a:close/>
                </a:path>
              </a:pathLst>
            </a:custGeom>
            <a:solidFill>
              <a:schemeClr val="accent5"/>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5"/>
            <p:cNvSpPr/>
            <p:nvPr/>
          </p:nvSpPr>
          <p:spPr>
            <a:xfrm>
              <a:off x="3019260" y="4421365"/>
              <a:ext cx="391888" cy="506826"/>
            </a:xfrm>
            <a:custGeom>
              <a:rect b="b" l="l" r="r" t="t"/>
              <a:pathLst>
                <a:path extrusionOk="0" h="485" w="375">
                  <a:moveTo>
                    <a:pt x="26" y="0"/>
                  </a:moveTo>
                  <a:cubicBezTo>
                    <a:pt x="21" y="0"/>
                    <a:pt x="16" y="2"/>
                    <a:pt x="12" y="6"/>
                  </a:cubicBezTo>
                  <a:cubicBezTo>
                    <a:pt x="0" y="9"/>
                    <a:pt x="0" y="25"/>
                    <a:pt x="9" y="33"/>
                  </a:cubicBezTo>
                  <a:lnTo>
                    <a:pt x="331" y="475"/>
                  </a:lnTo>
                  <a:cubicBezTo>
                    <a:pt x="336" y="482"/>
                    <a:pt x="341" y="485"/>
                    <a:pt x="347" y="485"/>
                  </a:cubicBezTo>
                  <a:cubicBezTo>
                    <a:pt x="352" y="485"/>
                    <a:pt x="358" y="483"/>
                    <a:pt x="363" y="479"/>
                  </a:cubicBezTo>
                  <a:cubicBezTo>
                    <a:pt x="371" y="475"/>
                    <a:pt x="375" y="459"/>
                    <a:pt x="367" y="451"/>
                  </a:cubicBezTo>
                  <a:lnTo>
                    <a:pt x="40" y="9"/>
                  </a:lnTo>
                  <a:cubicBezTo>
                    <a:pt x="38" y="3"/>
                    <a:pt x="32" y="0"/>
                    <a:pt x="2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5"/>
            <p:cNvSpPr/>
            <p:nvPr/>
          </p:nvSpPr>
          <p:spPr>
            <a:xfrm>
              <a:off x="2779947" y="4154890"/>
              <a:ext cx="755560" cy="640587"/>
            </a:xfrm>
            <a:custGeom>
              <a:rect b="b" l="l" r="r" t="t"/>
              <a:pathLst>
                <a:path extrusionOk="0" h="613" w="723">
                  <a:moveTo>
                    <a:pt x="311" y="0"/>
                  </a:moveTo>
                  <a:cubicBezTo>
                    <a:pt x="154" y="0"/>
                    <a:pt x="19" y="127"/>
                    <a:pt x="9" y="300"/>
                  </a:cubicBezTo>
                  <a:cubicBezTo>
                    <a:pt x="1" y="422"/>
                    <a:pt x="87" y="561"/>
                    <a:pt x="210" y="596"/>
                  </a:cubicBezTo>
                  <a:cubicBezTo>
                    <a:pt x="249" y="606"/>
                    <a:pt x="286" y="612"/>
                    <a:pt x="323" y="612"/>
                  </a:cubicBezTo>
                  <a:cubicBezTo>
                    <a:pt x="384" y="612"/>
                    <a:pt x="442" y="596"/>
                    <a:pt x="494" y="557"/>
                  </a:cubicBezTo>
                  <a:cubicBezTo>
                    <a:pt x="722" y="387"/>
                    <a:pt x="596" y="87"/>
                    <a:pt x="418" y="20"/>
                  </a:cubicBezTo>
                  <a:cubicBezTo>
                    <a:pt x="382" y="6"/>
                    <a:pt x="346" y="0"/>
                    <a:pt x="311" y="0"/>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5"/>
            <p:cNvSpPr/>
            <p:nvPr/>
          </p:nvSpPr>
          <p:spPr>
            <a:xfrm>
              <a:off x="2751731" y="4079650"/>
              <a:ext cx="638516" cy="558031"/>
            </a:xfrm>
            <a:custGeom>
              <a:rect b="b" l="l" r="r" t="t"/>
              <a:pathLst>
                <a:path extrusionOk="0" h="534" w="611">
                  <a:moveTo>
                    <a:pt x="247" y="0"/>
                  </a:moveTo>
                  <a:cubicBezTo>
                    <a:pt x="117" y="0"/>
                    <a:pt x="10" y="106"/>
                    <a:pt x="4" y="254"/>
                  </a:cubicBezTo>
                  <a:cubicBezTo>
                    <a:pt x="1" y="360"/>
                    <a:pt x="79" y="483"/>
                    <a:pt x="181" y="518"/>
                  </a:cubicBezTo>
                  <a:cubicBezTo>
                    <a:pt x="214" y="528"/>
                    <a:pt x="246" y="534"/>
                    <a:pt x="277" y="534"/>
                  </a:cubicBezTo>
                  <a:cubicBezTo>
                    <a:pt x="328" y="534"/>
                    <a:pt x="377" y="519"/>
                    <a:pt x="422" y="487"/>
                  </a:cubicBezTo>
                  <a:cubicBezTo>
                    <a:pt x="611" y="345"/>
                    <a:pt x="497" y="81"/>
                    <a:pt x="347" y="21"/>
                  </a:cubicBezTo>
                  <a:cubicBezTo>
                    <a:pt x="313" y="7"/>
                    <a:pt x="279" y="0"/>
                    <a:pt x="247" y="0"/>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5"/>
            <p:cNvSpPr/>
            <p:nvPr/>
          </p:nvSpPr>
          <p:spPr>
            <a:xfrm>
              <a:off x="1802840" y="5085985"/>
              <a:ext cx="2642894" cy="248711"/>
            </a:xfrm>
            <a:custGeom>
              <a:rect b="b" l="l" r="r" t="t"/>
              <a:pathLst>
                <a:path extrusionOk="0" h="238" w="2529">
                  <a:moveTo>
                    <a:pt x="13" y="1"/>
                  </a:moveTo>
                  <a:cubicBezTo>
                    <a:pt x="9" y="1"/>
                    <a:pt x="5" y="5"/>
                    <a:pt x="1" y="12"/>
                  </a:cubicBezTo>
                  <a:cubicBezTo>
                    <a:pt x="1" y="17"/>
                    <a:pt x="5" y="24"/>
                    <a:pt x="13" y="24"/>
                  </a:cubicBezTo>
                  <a:lnTo>
                    <a:pt x="186" y="41"/>
                  </a:lnTo>
                  <a:cubicBezTo>
                    <a:pt x="190" y="41"/>
                    <a:pt x="199" y="36"/>
                    <a:pt x="199" y="28"/>
                  </a:cubicBezTo>
                  <a:cubicBezTo>
                    <a:pt x="199" y="24"/>
                    <a:pt x="194" y="17"/>
                    <a:pt x="186" y="17"/>
                  </a:cubicBezTo>
                  <a:lnTo>
                    <a:pt x="13" y="1"/>
                  </a:lnTo>
                  <a:close/>
                  <a:moveTo>
                    <a:pt x="360" y="32"/>
                  </a:moveTo>
                  <a:cubicBezTo>
                    <a:pt x="356" y="32"/>
                    <a:pt x="352" y="36"/>
                    <a:pt x="348" y="41"/>
                  </a:cubicBezTo>
                  <a:cubicBezTo>
                    <a:pt x="348" y="48"/>
                    <a:pt x="352" y="52"/>
                    <a:pt x="360" y="52"/>
                  </a:cubicBezTo>
                  <a:lnTo>
                    <a:pt x="534" y="68"/>
                  </a:lnTo>
                  <a:cubicBezTo>
                    <a:pt x="541" y="68"/>
                    <a:pt x="545" y="64"/>
                    <a:pt x="545" y="59"/>
                  </a:cubicBezTo>
                  <a:cubicBezTo>
                    <a:pt x="545" y="52"/>
                    <a:pt x="541" y="48"/>
                    <a:pt x="534" y="48"/>
                  </a:cubicBezTo>
                  <a:lnTo>
                    <a:pt x="360" y="32"/>
                  </a:lnTo>
                  <a:close/>
                  <a:moveTo>
                    <a:pt x="707" y="59"/>
                  </a:moveTo>
                  <a:cubicBezTo>
                    <a:pt x="703" y="59"/>
                    <a:pt x="699" y="64"/>
                    <a:pt x="699" y="72"/>
                  </a:cubicBezTo>
                  <a:cubicBezTo>
                    <a:pt x="696" y="76"/>
                    <a:pt x="703" y="83"/>
                    <a:pt x="707" y="83"/>
                  </a:cubicBezTo>
                  <a:lnTo>
                    <a:pt x="880" y="99"/>
                  </a:lnTo>
                  <a:cubicBezTo>
                    <a:pt x="889" y="99"/>
                    <a:pt x="892" y="95"/>
                    <a:pt x="892" y="88"/>
                  </a:cubicBezTo>
                  <a:cubicBezTo>
                    <a:pt x="892" y="83"/>
                    <a:pt x="889" y="76"/>
                    <a:pt x="885" y="76"/>
                  </a:cubicBezTo>
                  <a:lnTo>
                    <a:pt x="707" y="59"/>
                  </a:lnTo>
                  <a:close/>
                  <a:moveTo>
                    <a:pt x="1058" y="92"/>
                  </a:moveTo>
                  <a:cubicBezTo>
                    <a:pt x="1050" y="92"/>
                    <a:pt x="1046" y="95"/>
                    <a:pt x="1046" y="99"/>
                  </a:cubicBezTo>
                  <a:cubicBezTo>
                    <a:pt x="1042" y="107"/>
                    <a:pt x="1050" y="112"/>
                    <a:pt x="1054" y="112"/>
                  </a:cubicBezTo>
                  <a:lnTo>
                    <a:pt x="1227" y="127"/>
                  </a:lnTo>
                  <a:cubicBezTo>
                    <a:pt x="1235" y="127"/>
                    <a:pt x="1240" y="123"/>
                    <a:pt x="1240" y="119"/>
                  </a:cubicBezTo>
                  <a:cubicBezTo>
                    <a:pt x="1240" y="112"/>
                    <a:pt x="1235" y="107"/>
                    <a:pt x="1231" y="107"/>
                  </a:cubicBezTo>
                  <a:lnTo>
                    <a:pt x="1058" y="92"/>
                  </a:lnTo>
                  <a:close/>
                  <a:moveTo>
                    <a:pt x="1405" y="119"/>
                  </a:moveTo>
                  <a:cubicBezTo>
                    <a:pt x="1397" y="119"/>
                    <a:pt x="1393" y="123"/>
                    <a:pt x="1393" y="130"/>
                  </a:cubicBezTo>
                  <a:cubicBezTo>
                    <a:pt x="1393" y="139"/>
                    <a:pt x="1397" y="143"/>
                    <a:pt x="1401" y="143"/>
                  </a:cubicBezTo>
                  <a:lnTo>
                    <a:pt x="1575" y="159"/>
                  </a:lnTo>
                  <a:cubicBezTo>
                    <a:pt x="1582" y="159"/>
                    <a:pt x="1586" y="154"/>
                    <a:pt x="1586" y="147"/>
                  </a:cubicBezTo>
                  <a:cubicBezTo>
                    <a:pt x="1586" y="143"/>
                    <a:pt x="1582" y="135"/>
                    <a:pt x="1579" y="135"/>
                  </a:cubicBezTo>
                  <a:lnTo>
                    <a:pt x="1405" y="119"/>
                  </a:lnTo>
                  <a:close/>
                  <a:moveTo>
                    <a:pt x="1752" y="150"/>
                  </a:moveTo>
                  <a:cubicBezTo>
                    <a:pt x="1744" y="150"/>
                    <a:pt x="1740" y="154"/>
                    <a:pt x="1740" y="163"/>
                  </a:cubicBezTo>
                  <a:cubicBezTo>
                    <a:pt x="1740" y="166"/>
                    <a:pt x="1744" y="170"/>
                    <a:pt x="1748" y="170"/>
                  </a:cubicBezTo>
                  <a:lnTo>
                    <a:pt x="1921" y="186"/>
                  </a:lnTo>
                  <a:cubicBezTo>
                    <a:pt x="1930" y="186"/>
                    <a:pt x="1933" y="182"/>
                    <a:pt x="1933" y="178"/>
                  </a:cubicBezTo>
                  <a:cubicBezTo>
                    <a:pt x="1933" y="170"/>
                    <a:pt x="1930" y="166"/>
                    <a:pt x="1926" y="166"/>
                  </a:cubicBezTo>
                  <a:lnTo>
                    <a:pt x="1752" y="150"/>
                  </a:lnTo>
                  <a:close/>
                  <a:moveTo>
                    <a:pt x="2095" y="181"/>
                  </a:moveTo>
                  <a:cubicBezTo>
                    <a:pt x="2090" y="181"/>
                    <a:pt x="2087" y="187"/>
                    <a:pt x="2087" y="190"/>
                  </a:cubicBezTo>
                  <a:cubicBezTo>
                    <a:pt x="2087" y="198"/>
                    <a:pt x="2091" y="201"/>
                    <a:pt x="2095" y="201"/>
                  </a:cubicBezTo>
                  <a:lnTo>
                    <a:pt x="2268" y="218"/>
                  </a:lnTo>
                  <a:cubicBezTo>
                    <a:pt x="2276" y="218"/>
                    <a:pt x="2281" y="214"/>
                    <a:pt x="2281" y="206"/>
                  </a:cubicBezTo>
                  <a:cubicBezTo>
                    <a:pt x="2281" y="201"/>
                    <a:pt x="2276" y="194"/>
                    <a:pt x="2272" y="194"/>
                  </a:cubicBezTo>
                  <a:lnTo>
                    <a:pt x="2099" y="182"/>
                  </a:lnTo>
                  <a:cubicBezTo>
                    <a:pt x="2097" y="182"/>
                    <a:pt x="2096" y="181"/>
                    <a:pt x="2095" y="181"/>
                  </a:cubicBezTo>
                  <a:close/>
                  <a:moveTo>
                    <a:pt x="2446" y="210"/>
                  </a:moveTo>
                  <a:cubicBezTo>
                    <a:pt x="2438" y="210"/>
                    <a:pt x="2434" y="214"/>
                    <a:pt x="2434" y="221"/>
                  </a:cubicBezTo>
                  <a:cubicBezTo>
                    <a:pt x="2434" y="225"/>
                    <a:pt x="2438" y="230"/>
                    <a:pt x="2442" y="234"/>
                  </a:cubicBezTo>
                  <a:lnTo>
                    <a:pt x="2517" y="237"/>
                  </a:lnTo>
                  <a:cubicBezTo>
                    <a:pt x="2521" y="237"/>
                    <a:pt x="2525" y="234"/>
                    <a:pt x="2529" y="230"/>
                  </a:cubicBezTo>
                  <a:cubicBezTo>
                    <a:pt x="2529" y="221"/>
                    <a:pt x="2525" y="218"/>
                    <a:pt x="2517" y="218"/>
                  </a:cubicBezTo>
                  <a:lnTo>
                    <a:pt x="2446" y="210"/>
                  </a:lnTo>
                  <a:close/>
                </a:path>
              </a:pathLst>
            </a:cu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5"/>
            <p:cNvSpPr/>
            <p:nvPr/>
          </p:nvSpPr>
          <p:spPr>
            <a:xfrm>
              <a:off x="1778804" y="5539515"/>
              <a:ext cx="2646029" cy="177650"/>
            </a:xfrm>
            <a:custGeom>
              <a:rect b="b" l="l" r="r" t="t"/>
              <a:pathLst>
                <a:path extrusionOk="0" h="170" w="2532">
                  <a:moveTo>
                    <a:pt x="13" y="0"/>
                  </a:moveTo>
                  <a:cubicBezTo>
                    <a:pt x="4" y="0"/>
                    <a:pt x="0" y="9"/>
                    <a:pt x="0" y="13"/>
                  </a:cubicBezTo>
                  <a:cubicBezTo>
                    <a:pt x="0" y="20"/>
                    <a:pt x="4" y="24"/>
                    <a:pt x="13" y="24"/>
                  </a:cubicBezTo>
                  <a:lnTo>
                    <a:pt x="186" y="36"/>
                  </a:lnTo>
                  <a:cubicBezTo>
                    <a:pt x="190" y="36"/>
                    <a:pt x="193" y="28"/>
                    <a:pt x="198" y="24"/>
                  </a:cubicBezTo>
                  <a:cubicBezTo>
                    <a:pt x="198" y="16"/>
                    <a:pt x="190" y="13"/>
                    <a:pt x="186" y="13"/>
                  </a:cubicBezTo>
                  <a:lnTo>
                    <a:pt x="13" y="0"/>
                  </a:lnTo>
                  <a:close/>
                  <a:moveTo>
                    <a:pt x="357" y="23"/>
                  </a:moveTo>
                  <a:cubicBezTo>
                    <a:pt x="353" y="23"/>
                    <a:pt x="348" y="29"/>
                    <a:pt x="348" y="32"/>
                  </a:cubicBezTo>
                  <a:cubicBezTo>
                    <a:pt x="348" y="40"/>
                    <a:pt x="351" y="44"/>
                    <a:pt x="359" y="44"/>
                  </a:cubicBezTo>
                  <a:lnTo>
                    <a:pt x="533" y="56"/>
                  </a:lnTo>
                  <a:cubicBezTo>
                    <a:pt x="537" y="56"/>
                    <a:pt x="544" y="51"/>
                    <a:pt x="544" y="44"/>
                  </a:cubicBezTo>
                  <a:cubicBezTo>
                    <a:pt x="544" y="40"/>
                    <a:pt x="541" y="32"/>
                    <a:pt x="533" y="32"/>
                  </a:cubicBezTo>
                  <a:lnTo>
                    <a:pt x="359" y="24"/>
                  </a:lnTo>
                  <a:cubicBezTo>
                    <a:pt x="358" y="23"/>
                    <a:pt x="357" y="23"/>
                    <a:pt x="357" y="23"/>
                  </a:cubicBezTo>
                  <a:close/>
                  <a:moveTo>
                    <a:pt x="706" y="44"/>
                  </a:moveTo>
                  <a:cubicBezTo>
                    <a:pt x="703" y="44"/>
                    <a:pt x="695" y="48"/>
                    <a:pt x="695" y="51"/>
                  </a:cubicBezTo>
                  <a:cubicBezTo>
                    <a:pt x="695" y="60"/>
                    <a:pt x="699" y="64"/>
                    <a:pt x="706" y="64"/>
                  </a:cubicBezTo>
                  <a:lnTo>
                    <a:pt x="879" y="75"/>
                  </a:lnTo>
                  <a:cubicBezTo>
                    <a:pt x="888" y="75"/>
                    <a:pt x="892" y="71"/>
                    <a:pt x="892" y="64"/>
                  </a:cubicBezTo>
                  <a:cubicBezTo>
                    <a:pt x="892" y="60"/>
                    <a:pt x="888" y="51"/>
                    <a:pt x="879" y="51"/>
                  </a:cubicBezTo>
                  <a:lnTo>
                    <a:pt x="706" y="44"/>
                  </a:lnTo>
                  <a:close/>
                  <a:moveTo>
                    <a:pt x="1057" y="64"/>
                  </a:moveTo>
                  <a:cubicBezTo>
                    <a:pt x="1050" y="64"/>
                    <a:pt x="1045" y="67"/>
                    <a:pt x="1045" y="71"/>
                  </a:cubicBezTo>
                  <a:cubicBezTo>
                    <a:pt x="1045" y="80"/>
                    <a:pt x="1050" y="84"/>
                    <a:pt x="1054" y="84"/>
                  </a:cubicBezTo>
                  <a:lnTo>
                    <a:pt x="1227" y="95"/>
                  </a:lnTo>
                  <a:cubicBezTo>
                    <a:pt x="1234" y="95"/>
                    <a:pt x="1239" y="91"/>
                    <a:pt x="1239" y="84"/>
                  </a:cubicBezTo>
                  <a:cubicBezTo>
                    <a:pt x="1239" y="80"/>
                    <a:pt x="1234" y="71"/>
                    <a:pt x="1231" y="71"/>
                  </a:cubicBezTo>
                  <a:lnTo>
                    <a:pt x="1057" y="64"/>
                  </a:lnTo>
                  <a:close/>
                  <a:moveTo>
                    <a:pt x="1405" y="84"/>
                  </a:moveTo>
                  <a:cubicBezTo>
                    <a:pt x="1396" y="84"/>
                    <a:pt x="1392" y="87"/>
                    <a:pt x="1392" y="95"/>
                  </a:cubicBezTo>
                  <a:cubicBezTo>
                    <a:pt x="1392" y="99"/>
                    <a:pt x="1396" y="103"/>
                    <a:pt x="1400" y="103"/>
                  </a:cubicBezTo>
                  <a:lnTo>
                    <a:pt x="1578" y="115"/>
                  </a:lnTo>
                  <a:cubicBezTo>
                    <a:pt x="1582" y="115"/>
                    <a:pt x="1585" y="111"/>
                    <a:pt x="1589" y="103"/>
                  </a:cubicBezTo>
                  <a:cubicBezTo>
                    <a:pt x="1589" y="99"/>
                    <a:pt x="1582" y="95"/>
                    <a:pt x="1578" y="91"/>
                  </a:cubicBezTo>
                  <a:lnTo>
                    <a:pt x="1405" y="84"/>
                  </a:lnTo>
                  <a:close/>
                  <a:moveTo>
                    <a:pt x="1751" y="103"/>
                  </a:moveTo>
                  <a:cubicBezTo>
                    <a:pt x="1747" y="103"/>
                    <a:pt x="1740" y="107"/>
                    <a:pt x="1740" y="115"/>
                  </a:cubicBezTo>
                  <a:cubicBezTo>
                    <a:pt x="1740" y="119"/>
                    <a:pt x="1743" y="122"/>
                    <a:pt x="1751" y="127"/>
                  </a:cubicBezTo>
                  <a:lnTo>
                    <a:pt x="1925" y="135"/>
                  </a:lnTo>
                  <a:cubicBezTo>
                    <a:pt x="1929" y="135"/>
                    <a:pt x="1937" y="131"/>
                    <a:pt x="1937" y="122"/>
                  </a:cubicBezTo>
                  <a:cubicBezTo>
                    <a:pt x="1937" y="119"/>
                    <a:pt x="1933" y="115"/>
                    <a:pt x="1925" y="115"/>
                  </a:cubicBezTo>
                  <a:lnTo>
                    <a:pt x="1751" y="103"/>
                  </a:lnTo>
                  <a:close/>
                  <a:moveTo>
                    <a:pt x="2098" y="122"/>
                  </a:moveTo>
                  <a:cubicBezTo>
                    <a:pt x="2095" y="122"/>
                    <a:pt x="2086" y="127"/>
                    <a:pt x="2086" y="135"/>
                  </a:cubicBezTo>
                  <a:cubicBezTo>
                    <a:pt x="2086" y="138"/>
                    <a:pt x="2091" y="146"/>
                    <a:pt x="2098" y="146"/>
                  </a:cubicBezTo>
                  <a:lnTo>
                    <a:pt x="2272" y="154"/>
                  </a:lnTo>
                  <a:cubicBezTo>
                    <a:pt x="2280" y="154"/>
                    <a:pt x="2284" y="151"/>
                    <a:pt x="2284" y="146"/>
                  </a:cubicBezTo>
                  <a:cubicBezTo>
                    <a:pt x="2284" y="138"/>
                    <a:pt x="2280" y="135"/>
                    <a:pt x="2272" y="135"/>
                  </a:cubicBezTo>
                  <a:lnTo>
                    <a:pt x="2098" y="122"/>
                  </a:lnTo>
                  <a:close/>
                  <a:moveTo>
                    <a:pt x="2449" y="142"/>
                  </a:moveTo>
                  <a:cubicBezTo>
                    <a:pt x="2441" y="142"/>
                    <a:pt x="2437" y="146"/>
                    <a:pt x="2437" y="154"/>
                  </a:cubicBezTo>
                  <a:cubicBezTo>
                    <a:pt x="2437" y="158"/>
                    <a:pt x="2441" y="166"/>
                    <a:pt x="2446" y="166"/>
                  </a:cubicBezTo>
                  <a:lnTo>
                    <a:pt x="2520" y="170"/>
                  </a:lnTo>
                  <a:cubicBezTo>
                    <a:pt x="2524" y="170"/>
                    <a:pt x="2528" y="166"/>
                    <a:pt x="2528" y="158"/>
                  </a:cubicBezTo>
                  <a:cubicBezTo>
                    <a:pt x="2532" y="154"/>
                    <a:pt x="2524" y="146"/>
                    <a:pt x="2520" y="146"/>
                  </a:cubicBezTo>
                  <a:lnTo>
                    <a:pt x="2449" y="142"/>
                  </a:lnTo>
                  <a:close/>
                </a:path>
              </a:pathLst>
            </a:cu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5"/>
            <p:cNvSpPr/>
            <p:nvPr/>
          </p:nvSpPr>
          <p:spPr>
            <a:xfrm>
              <a:off x="1704607" y="5959605"/>
              <a:ext cx="2642894" cy="203775"/>
            </a:xfrm>
            <a:custGeom>
              <a:rect b="b" l="l" r="r" t="t"/>
              <a:pathLst>
                <a:path extrusionOk="0" h="195" w="2529">
                  <a:moveTo>
                    <a:pt x="13" y="0"/>
                  </a:moveTo>
                  <a:cubicBezTo>
                    <a:pt x="4" y="0"/>
                    <a:pt x="0" y="4"/>
                    <a:pt x="0" y="9"/>
                  </a:cubicBezTo>
                  <a:cubicBezTo>
                    <a:pt x="0" y="17"/>
                    <a:pt x="4" y="20"/>
                    <a:pt x="9" y="20"/>
                  </a:cubicBezTo>
                  <a:lnTo>
                    <a:pt x="182" y="33"/>
                  </a:lnTo>
                  <a:cubicBezTo>
                    <a:pt x="183" y="33"/>
                    <a:pt x="185" y="34"/>
                    <a:pt x="186" y="34"/>
                  </a:cubicBezTo>
                  <a:cubicBezTo>
                    <a:pt x="191" y="34"/>
                    <a:pt x="193" y="27"/>
                    <a:pt x="193" y="24"/>
                  </a:cubicBezTo>
                  <a:cubicBezTo>
                    <a:pt x="198" y="17"/>
                    <a:pt x="190" y="13"/>
                    <a:pt x="186" y="13"/>
                  </a:cubicBezTo>
                  <a:lnTo>
                    <a:pt x="13" y="0"/>
                  </a:lnTo>
                  <a:close/>
                  <a:moveTo>
                    <a:pt x="359" y="24"/>
                  </a:moveTo>
                  <a:cubicBezTo>
                    <a:pt x="351" y="24"/>
                    <a:pt x="348" y="28"/>
                    <a:pt x="348" y="36"/>
                  </a:cubicBezTo>
                  <a:cubicBezTo>
                    <a:pt x="348" y="40"/>
                    <a:pt x="351" y="44"/>
                    <a:pt x="359" y="44"/>
                  </a:cubicBezTo>
                  <a:lnTo>
                    <a:pt x="533" y="60"/>
                  </a:lnTo>
                  <a:cubicBezTo>
                    <a:pt x="537" y="60"/>
                    <a:pt x="541" y="52"/>
                    <a:pt x="544" y="48"/>
                  </a:cubicBezTo>
                  <a:cubicBezTo>
                    <a:pt x="544" y="40"/>
                    <a:pt x="541" y="36"/>
                    <a:pt x="533" y="36"/>
                  </a:cubicBezTo>
                  <a:lnTo>
                    <a:pt x="359" y="24"/>
                  </a:lnTo>
                  <a:close/>
                  <a:moveTo>
                    <a:pt x="706" y="48"/>
                  </a:moveTo>
                  <a:cubicBezTo>
                    <a:pt x="703" y="48"/>
                    <a:pt x="695" y="52"/>
                    <a:pt x="695" y="60"/>
                  </a:cubicBezTo>
                  <a:cubicBezTo>
                    <a:pt x="695" y="64"/>
                    <a:pt x="699" y="68"/>
                    <a:pt x="706" y="71"/>
                  </a:cubicBezTo>
                  <a:lnTo>
                    <a:pt x="879" y="84"/>
                  </a:lnTo>
                  <a:cubicBezTo>
                    <a:pt x="884" y="84"/>
                    <a:pt x="892" y="80"/>
                    <a:pt x="892" y="71"/>
                  </a:cubicBezTo>
                  <a:cubicBezTo>
                    <a:pt x="892" y="68"/>
                    <a:pt x="888" y="60"/>
                    <a:pt x="879" y="60"/>
                  </a:cubicBezTo>
                  <a:lnTo>
                    <a:pt x="706" y="48"/>
                  </a:lnTo>
                  <a:close/>
                  <a:moveTo>
                    <a:pt x="1054" y="71"/>
                  </a:moveTo>
                  <a:cubicBezTo>
                    <a:pt x="1050" y="71"/>
                    <a:pt x="1041" y="75"/>
                    <a:pt x="1041" y="84"/>
                  </a:cubicBezTo>
                  <a:cubicBezTo>
                    <a:pt x="1041" y="87"/>
                    <a:pt x="1045" y="95"/>
                    <a:pt x="1054" y="95"/>
                  </a:cubicBezTo>
                  <a:lnTo>
                    <a:pt x="1227" y="107"/>
                  </a:lnTo>
                  <a:cubicBezTo>
                    <a:pt x="1234" y="107"/>
                    <a:pt x="1239" y="104"/>
                    <a:pt x="1239" y="95"/>
                  </a:cubicBezTo>
                  <a:cubicBezTo>
                    <a:pt x="1239" y="91"/>
                    <a:pt x="1234" y="84"/>
                    <a:pt x="1227" y="84"/>
                  </a:cubicBezTo>
                  <a:lnTo>
                    <a:pt x="1054" y="71"/>
                  </a:lnTo>
                  <a:close/>
                  <a:moveTo>
                    <a:pt x="1400" y="95"/>
                  </a:moveTo>
                  <a:cubicBezTo>
                    <a:pt x="1396" y="95"/>
                    <a:pt x="1392" y="99"/>
                    <a:pt x="1392" y="107"/>
                  </a:cubicBezTo>
                  <a:cubicBezTo>
                    <a:pt x="1389" y="111"/>
                    <a:pt x="1396" y="119"/>
                    <a:pt x="1400" y="119"/>
                  </a:cubicBezTo>
                  <a:lnTo>
                    <a:pt x="1574" y="131"/>
                  </a:lnTo>
                  <a:cubicBezTo>
                    <a:pt x="1582" y="131"/>
                    <a:pt x="1585" y="127"/>
                    <a:pt x="1585" y="119"/>
                  </a:cubicBezTo>
                  <a:cubicBezTo>
                    <a:pt x="1585" y="115"/>
                    <a:pt x="1582" y="107"/>
                    <a:pt x="1578" y="107"/>
                  </a:cubicBezTo>
                  <a:lnTo>
                    <a:pt x="1400" y="95"/>
                  </a:lnTo>
                  <a:close/>
                  <a:moveTo>
                    <a:pt x="1751" y="119"/>
                  </a:moveTo>
                  <a:cubicBezTo>
                    <a:pt x="1744" y="119"/>
                    <a:pt x="1740" y="123"/>
                    <a:pt x="1740" y="131"/>
                  </a:cubicBezTo>
                  <a:cubicBezTo>
                    <a:pt x="1740" y="139"/>
                    <a:pt x="1744" y="142"/>
                    <a:pt x="1747" y="142"/>
                  </a:cubicBezTo>
                  <a:lnTo>
                    <a:pt x="1920" y="155"/>
                  </a:lnTo>
                  <a:cubicBezTo>
                    <a:pt x="1929" y="155"/>
                    <a:pt x="1933" y="151"/>
                    <a:pt x="1933" y="142"/>
                  </a:cubicBezTo>
                  <a:cubicBezTo>
                    <a:pt x="1933" y="139"/>
                    <a:pt x="1929" y="135"/>
                    <a:pt x="1925" y="135"/>
                  </a:cubicBezTo>
                  <a:lnTo>
                    <a:pt x="1751" y="119"/>
                  </a:lnTo>
                  <a:close/>
                  <a:moveTo>
                    <a:pt x="2095" y="145"/>
                  </a:moveTo>
                  <a:cubicBezTo>
                    <a:pt x="2089" y="145"/>
                    <a:pt x="2086" y="152"/>
                    <a:pt x="2086" y="155"/>
                  </a:cubicBezTo>
                  <a:cubicBezTo>
                    <a:pt x="2086" y="162"/>
                    <a:pt x="2091" y="166"/>
                    <a:pt x="2095" y="166"/>
                  </a:cubicBezTo>
                  <a:lnTo>
                    <a:pt x="2272" y="178"/>
                  </a:lnTo>
                  <a:cubicBezTo>
                    <a:pt x="2275" y="178"/>
                    <a:pt x="2280" y="175"/>
                    <a:pt x="2280" y="170"/>
                  </a:cubicBezTo>
                  <a:cubicBezTo>
                    <a:pt x="2284" y="162"/>
                    <a:pt x="2275" y="158"/>
                    <a:pt x="2272" y="158"/>
                  </a:cubicBezTo>
                  <a:lnTo>
                    <a:pt x="2098" y="146"/>
                  </a:lnTo>
                  <a:cubicBezTo>
                    <a:pt x="2097" y="145"/>
                    <a:pt x="2096" y="145"/>
                    <a:pt x="2095" y="145"/>
                  </a:cubicBezTo>
                  <a:close/>
                  <a:moveTo>
                    <a:pt x="2446" y="170"/>
                  </a:moveTo>
                  <a:cubicBezTo>
                    <a:pt x="2437" y="170"/>
                    <a:pt x="2433" y="175"/>
                    <a:pt x="2433" y="178"/>
                  </a:cubicBezTo>
                  <a:cubicBezTo>
                    <a:pt x="2433" y="186"/>
                    <a:pt x="2437" y="190"/>
                    <a:pt x="2446" y="190"/>
                  </a:cubicBezTo>
                  <a:lnTo>
                    <a:pt x="2517" y="193"/>
                  </a:lnTo>
                  <a:cubicBezTo>
                    <a:pt x="2517" y="194"/>
                    <a:pt x="2518" y="195"/>
                    <a:pt x="2519" y="195"/>
                  </a:cubicBezTo>
                  <a:cubicBezTo>
                    <a:pt x="2523" y="195"/>
                    <a:pt x="2528" y="189"/>
                    <a:pt x="2528" y="186"/>
                  </a:cubicBezTo>
                  <a:cubicBezTo>
                    <a:pt x="2528" y="178"/>
                    <a:pt x="2524" y="175"/>
                    <a:pt x="2517" y="175"/>
                  </a:cubicBezTo>
                  <a:lnTo>
                    <a:pt x="2446" y="170"/>
                  </a:lnTo>
                  <a:close/>
                </a:path>
              </a:pathLst>
            </a:cu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5"/>
            <p:cNvSpPr/>
            <p:nvPr/>
          </p:nvSpPr>
          <p:spPr>
            <a:xfrm>
              <a:off x="1626229" y="6458070"/>
              <a:ext cx="2642894" cy="207955"/>
            </a:xfrm>
            <a:custGeom>
              <a:rect b="b" l="l" r="r" t="t"/>
              <a:pathLst>
                <a:path extrusionOk="0" h="199" w="2529">
                  <a:moveTo>
                    <a:pt x="13" y="0"/>
                  </a:moveTo>
                  <a:cubicBezTo>
                    <a:pt x="4" y="0"/>
                    <a:pt x="1" y="5"/>
                    <a:pt x="1" y="13"/>
                  </a:cubicBezTo>
                  <a:cubicBezTo>
                    <a:pt x="1" y="16"/>
                    <a:pt x="4" y="24"/>
                    <a:pt x="8" y="24"/>
                  </a:cubicBezTo>
                  <a:lnTo>
                    <a:pt x="182" y="36"/>
                  </a:lnTo>
                  <a:cubicBezTo>
                    <a:pt x="190" y="36"/>
                    <a:pt x="194" y="33"/>
                    <a:pt x="194" y="24"/>
                  </a:cubicBezTo>
                  <a:cubicBezTo>
                    <a:pt x="194" y="20"/>
                    <a:pt x="190" y="13"/>
                    <a:pt x="186" y="13"/>
                  </a:cubicBezTo>
                  <a:lnTo>
                    <a:pt x="13" y="0"/>
                  </a:lnTo>
                  <a:close/>
                  <a:moveTo>
                    <a:pt x="359" y="24"/>
                  </a:moveTo>
                  <a:cubicBezTo>
                    <a:pt x="352" y="24"/>
                    <a:pt x="348" y="29"/>
                    <a:pt x="348" y="36"/>
                  </a:cubicBezTo>
                  <a:cubicBezTo>
                    <a:pt x="348" y="44"/>
                    <a:pt x="352" y="48"/>
                    <a:pt x="359" y="48"/>
                  </a:cubicBezTo>
                  <a:lnTo>
                    <a:pt x="533" y="60"/>
                  </a:lnTo>
                  <a:cubicBezTo>
                    <a:pt x="537" y="60"/>
                    <a:pt x="541" y="56"/>
                    <a:pt x="545" y="48"/>
                  </a:cubicBezTo>
                  <a:cubicBezTo>
                    <a:pt x="545" y="44"/>
                    <a:pt x="541" y="40"/>
                    <a:pt x="533" y="36"/>
                  </a:cubicBezTo>
                  <a:lnTo>
                    <a:pt x="359" y="24"/>
                  </a:lnTo>
                  <a:close/>
                  <a:moveTo>
                    <a:pt x="704" y="51"/>
                  </a:moveTo>
                  <a:cubicBezTo>
                    <a:pt x="700" y="51"/>
                    <a:pt x="694" y="57"/>
                    <a:pt x="694" y="60"/>
                  </a:cubicBezTo>
                  <a:cubicBezTo>
                    <a:pt x="694" y="68"/>
                    <a:pt x="699" y="71"/>
                    <a:pt x="707" y="71"/>
                  </a:cubicBezTo>
                  <a:lnTo>
                    <a:pt x="880" y="84"/>
                  </a:lnTo>
                  <a:cubicBezTo>
                    <a:pt x="884" y="84"/>
                    <a:pt x="892" y="80"/>
                    <a:pt x="892" y="76"/>
                  </a:cubicBezTo>
                  <a:cubicBezTo>
                    <a:pt x="892" y="68"/>
                    <a:pt x="888" y="64"/>
                    <a:pt x="880" y="64"/>
                  </a:cubicBezTo>
                  <a:lnTo>
                    <a:pt x="707" y="52"/>
                  </a:lnTo>
                  <a:cubicBezTo>
                    <a:pt x="706" y="51"/>
                    <a:pt x="705" y="51"/>
                    <a:pt x="704" y="51"/>
                  </a:cubicBezTo>
                  <a:close/>
                  <a:moveTo>
                    <a:pt x="1054" y="76"/>
                  </a:moveTo>
                  <a:cubicBezTo>
                    <a:pt x="1049" y="76"/>
                    <a:pt x="1042" y="80"/>
                    <a:pt x="1042" y="84"/>
                  </a:cubicBezTo>
                  <a:cubicBezTo>
                    <a:pt x="1042" y="91"/>
                    <a:pt x="1045" y="95"/>
                    <a:pt x="1054" y="95"/>
                  </a:cubicBezTo>
                  <a:lnTo>
                    <a:pt x="1227" y="107"/>
                  </a:lnTo>
                  <a:cubicBezTo>
                    <a:pt x="1231" y="107"/>
                    <a:pt x="1238" y="104"/>
                    <a:pt x="1238" y="100"/>
                  </a:cubicBezTo>
                  <a:cubicBezTo>
                    <a:pt x="1238" y="91"/>
                    <a:pt x="1235" y="87"/>
                    <a:pt x="1227" y="87"/>
                  </a:cubicBezTo>
                  <a:lnTo>
                    <a:pt x="1054" y="76"/>
                  </a:lnTo>
                  <a:close/>
                  <a:moveTo>
                    <a:pt x="1400" y="100"/>
                  </a:moveTo>
                  <a:cubicBezTo>
                    <a:pt x="1396" y="100"/>
                    <a:pt x="1393" y="104"/>
                    <a:pt x="1389" y="107"/>
                  </a:cubicBezTo>
                  <a:cubicBezTo>
                    <a:pt x="1389" y="115"/>
                    <a:pt x="1396" y="119"/>
                    <a:pt x="1400" y="119"/>
                  </a:cubicBezTo>
                  <a:lnTo>
                    <a:pt x="1574" y="131"/>
                  </a:lnTo>
                  <a:cubicBezTo>
                    <a:pt x="1582" y="131"/>
                    <a:pt x="1586" y="127"/>
                    <a:pt x="1586" y="123"/>
                  </a:cubicBezTo>
                  <a:cubicBezTo>
                    <a:pt x="1586" y="115"/>
                    <a:pt x="1582" y="111"/>
                    <a:pt x="1578" y="111"/>
                  </a:cubicBezTo>
                  <a:lnTo>
                    <a:pt x="1400" y="100"/>
                  </a:lnTo>
                  <a:close/>
                  <a:moveTo>
                    <a:pt x="1751" y="123"/>
                  </a:moveTo>
                  <a:cubicBezTo>
                    <a:pt x="1744" y="123"/>
                    <a:pt x="1740" y="127"/>
                    <a:pt x="1740" y="131"/>
                  </a:cubicBezTo>
                  <a:cubicBezTo>
                    <a:pt x="1740" y="139"/>
                    <a:pt x="1744" y="142"/>
                    <a:pt x="1748" y="142"/>
                  </a:cubicBezTo>
                  <a:lnTo>
                    <a:pt x="1921" y="158"/>
                  </a:lnTo>
                  <a:cubicBezTo>
                    <a:pt x="1929" y="158"/>
                    <a:pt x="1933" y="151"/>
                    <a:pt x="1933" y="147"/>
                  </a:cubicBezTo>
                  <a:cubicBezTo>
                    <a:pt x="1933" y="139"/>
                    <a:pt x="1929" y="135"/>
                    <a:pt x="1924" y="135"/>
                  </a:cubicBezTo>
                  <a:lnTo>
                    <a:pt x="1751" y="123"/>
                  </a:lnTo>
                  <a:close/>
                  <a:moveTo>
                    <a:pt x="2099" y="147"/>
                  </a:moveTo>
                  <a:cubicBezTo>
                    <a:pt x="2090" y="147"/>
                    <a:pt x="2086" y="151"/>
                    <a:pt x="2086" y="158"/>
                  </a:cubicBezTo>
                  <a:cubicBezTo>
                    <a:pt x="2086" y="162"/>
                    <a:pt x="2090" y="166"/>
                    <a:pt x="2095" y="171"/>
                  </a:cubicBezTo>
                  <a:lnTo>
                    <a:pt x="2272" y="182"/>
                  </a:lnTo>
                  <a:cubicBezTo>
                    <a:pt x="2276" y="182"/>
                    <a:pt x="2279" y="178"/>
                    <a:pt x="2279" y="171"/>
                  </a:cubicBezTo>
                  <a:cubicBezTo>
                    <a:pt x="2284" y="166"/>
                    <a:pt x="2276" y="158"/>
                    <a:pt x="2272" y="158"/>
                  </a:cubicBezTo>
                  <a:lnTo>
                    <a:pt x="2099" y="147"/>
                  </a:lnTo>
                  <a:close/>
                  <a:moveTo>
                    <a:pt x="2445" y="171"/>
                  </a:moveTo>
                  <a:cubicBezTo>
                    <a:pt x="2437" y="171"/>
                    <a:pt x="2434" y="175"/>
                    <a:pt x="2434" y="182"/>
                  </a:cubicBezTo>
                  <a:cubicBezTo>
                    <a:pt x="2434" y="186"/>
                    <a:pt x="2437" y="194"/>
                    <a:pt x="2445" y="194"/>
                  </a:cubicBezTo>
                  <a:lnTo>
                    <a:pt x="2516" y="198"/>
                  </a:lnTo>
                  <a:cubicBezTo>
                    <a:pt x="2521" y="198"/>
                    <a:pt x="2528" y="194"/>
                    <a:pt x="2528" y="186"/>
                  </a:cubicBezTo>
                  <a:cubicBezTo>
                    <a:pt x="2528" y="182"/>
                    <a:pt x="2524" y="178"/>
                    <a:pt x="2516" y="175"/>
                  </a:cubicBezTo>
                  <a:lnTo>
                    <a:pt x="2445" y="171"/>
                  </a:lnTo>
                  <a:close/>
                </a:path>
              </a:pathLst>
            </a:cu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1" name="Shape 101"/>
        <p:cNvGrpSpPr/>
        <p:nvPr/>
      </p:nvGrpSpPr>
      <p:grpSpPr>
        <a:xfrm>
          <a:off x="0" y="0"/>
          <a:ext cx="0" cy="0"/>
          <a:chOff x="0" y="0"/>
          <a:chExt cx="0" cy="0"/>
        </a:xfrm>
      </p:grpSpPr>
      <p:sp>
        <p:nvSpPr>
          <p:cNvPr id="102" name="Google Shape;102;p6"/>
          <p:cNvSpPr txBox="1"/>
          <p:nvPr>
            <p:ph type="title"/>
          </p:nvPr>
        </p:nvSpPr>
        <p:spPr>
          <a:xfrm>
            <a:off x="914400" y="888750"/>
            <a:ext cx="8458200" cy="956400"/>
          </a:xfrm>
          <a:prstGeom prst="rect">
            <a:avLst/>
          </a:prstGeom>
        </p:spPr>
        <p:txBody>
          <a:bodyPr anchorCtr="0" anchor="t" bIns="91425" lIns="91425" spcFirstLastPara="1" rIns="91425" wrap="square" tIns="91425">
            <a:noAutofit/>
          </a:bodyPr>
          <a:lstStyle>
            <a:lvl1pPr lvl="0" rtl="0">
              <a:spcBef>
                <a:spcPts val="0"/>
              </a:spcBef>
              <a:spcAft>
                <a:spcPts val="0"/>
              </a:spcAft>
              <a:buSzPts val="6400"/>
              <a:buNone/>
              <a:defRPr>
                <a:solidFill>
                  <a:schemeClr val="dk1"/>
                </a:solidFill>
              </a:defRPr>
            </a:lvl1pPr>
            <a:lvl2pPr lvl="1" rtl="0">
              <a:spcBef>
                <a:spcPts val="0"/>
              </a:spcBef>
              <a:spcAft>
                <a:spcPts val="0"/>
              </a:spcAft>
              <a:buSzPts val="6400"/>
              <a:buNone/>
              <a:defRPr/>
            </a:lvl2pPr>
            <a:lvl3pPr lvl="2" rtl="0">
              <a:spcBef>
                <a:spcPts val="0"/>
              </a:spcBef>
              <a:spcAft>
                <a:spcPts val="0"/>
              </a:spcAft>
              <a:buSzPts val="6400"/>
              <a:buNone/>
              <a:defRPr/>
            </a:lvl3pPr>
            <a:lvl4pPr lvl="3" rtl="0">
              <a:spcBef>
                <a:spcPts val="0"/>
              </a:spcBef>
              <a:spcAft>
                <a:spcPts val="0"/>
              </a:spcAft>
              <a:buSzPts val="6400"/>
              <a:buNone/>
              <a:defRPr/>
            </a:lvl4pPr>
            <a:lvl5pPr lvl="4" rtl="0">
              <a:spcBef>
                <a:spcPts val="0"/>
              </a:spcBef>
              <a:spcAft>
                <a:spcPts val="0"/>
              </a:spcAft>
              <a:buSzPts val="6400"/>
              <a:buNone/>
              <a:defRPr/>
            </a:lvl5pPr>
            <a:lvl6pPr lvl="5" rtl="0">
              <a:spcBef>
                <a:spcPts val="0"/>
              </a:spcBef>
              <a:spcAft>
                <a:spcPts val="0"/>
              </a:spcAft>
              <a:buSzPts val="6400"/>
              <a:buNone/>
              <a:defRPr/>
            </a:lvl6pPr>
            <a:lvl7pPr lvl="6" rtl="0">
              <a:spcBef>
                <a:spcPts val="0"/>
              </a:spcBef>
              <a:spcAft>
                <a:spcPts val="0"/>
              </a:spcAft>
              <a:buSzPts val="6400"/>
              <a:buNone/>
              <a:defRPr/>
            </a:lvl7pPr>
            <a:lvl8pPr lvl="7" rtl="0">
              <a:spcBef>
                <a:spcPts val="0"/>
              </a:spcBef>
              <a:spcAft>
                <a:spcPts val="0"/>
              </a:spcAft>
              <a:buSzPts val="6400"/>
              <a:buNone/>
              <a:defRPr/>
            </a:lvl8pPr>
            <a:lvl9pPr lvl="8" rtl="0">
              <a:spcBef>
                <a:spcPts val="0"/>
              </a:spcBef>
              <a:spcAft>
                <a:spcPts val="0"/>
              </a:spcAft>
              <a:buSzPts val="6400"/>
              <a:buNone/>
              <a:defRPr/>
            </a:lvl9pPr>
          </a:lstStyle>
          <a:p/>
        </p:txBody>
      </p:sp>
      <p:sp>
        <p:nvSpPr>
          <p:cNvPr id="103" name="Google Shape;103;p6"/>
          <p:cNvSpPr/>
          <p:nvPr/>
        </p:nvSpPr>
        <p:spPr>
          <a:xfrm rot="10800000">
            <a:off x="121250" y="9258210"/>
            <a:ext cx="830723" cy="773578"/>
          </a:xfrm>
          <a:custGeom>
            <a:rect b="b" l="l" r="r" t="t"/>
            <a:pathLst>
              <a:path extrusionOk="0" h="1638" w="1759">
                <a:moveTo>
                  <a:pt x="1074" y="1"/>
                </a:moveTo>
                <a:cubicBezTo>
                  <a:pt x="1067" y="1"/>
                  <a:pt x="1060" y="3"/>
                  <a:pt x="1054" y="5"/>
                </a:cubicBezTo>
                <a:cubicBezTo>
                  <a:pt x="1041" y="18"/>
                  <a:pt x="1025" y="29"/>
                  <a:pt x="1014" y="41"/>
                </a:cubicBezTo>
                <a:cubicBezTo>
                  <a:pt x="1006" y="53"/>
                  <a:pt x="994" y="65"/>
                  <a:pt x="983" y="76"/>
                </a:cubicBezTo>
                <a:cubicBezTo>
                  <a:pt x="947" y="124"/>
                  <a:pt x="912" y="171"/>
                  <a:pt x="872" y="214"/>
                </a:cubicBezTo>
                <a:cubicBezTo>
                  <a:pt x="836" y="262"/>
                  <a:pt x="805" y="309"/>
                  <a:pt x="774" y="356"/>
                </a:cubicBezTo>
                <a:cubicBezTo>
                  <a:pt x="761" y="376"/>
                  <a:pt x="750" y="404"/>
                  <a:pt x="734" y="424"/>
                </a:cubicBezTo>
                <a:cubicBezTo>
                  <a:pt x="723" y="435"/>
                  <a:pt x="710" y="451"/>
                  <a:pt x="703" y="462"/>
                </a:cubicBezTo>
                <a:cubicBezTo>
                  <a:pt x="699" y="473"/>
                  <a:pt x="687" y="508"/>
                  <a:pt x="673" y="508"/>
                </a:cubicBezTo>
                <a:cubicBezTo>
                  <a:pt x="671" y="508"/>
                  <a:pt x="669" y="507"/>
                  <a:pt x="667" y="506"/>
                </a:cubicBezTo>
                <a:cubicBezTo>
                  <a:pt x="659" y="502"/>
                  <a:pt x="659" y="495"/>
                  <a:pt x="652" y="495"/>
                </a:cubicBezTo>
                <a:cubicBezTo>
                  <a:pt x="643" y="495"/>
                  <a:pt x="639" y="498"/>
                  <a:pt x="632" y="498"/>
                </a:cubicBezTo>
                <a:cubicBezTo>
                  <a:pt x="625" y="500"/>
                  <a:pt x="618" y="500"/>
                  <a:pt x="611" y="500"/>
                </a:cubicBezTo>
                <a:cubicBezTo>
                  <a:pt x="596" y="500"/>
                  <a:pt x="582" y="498"/>
                  <a:pt x="568" y="498"/>
                </a:cubicBezTo>
                <a:cubicBezTo>
                  <a:pt x="545" y="495"/>
                  <a:pt x="517" y="491"/>
                  <a:pt x="494" y="491"/>
                </a:cubicBezTo>
                <a:cubicBezTo>
                  <a:pt x="454" y="486"/>
                  <a:pt x="415" y="482"/>
                  <a:pt x="379" y="479"/>
                </a:cubicBezTo>
                <a:cubicBezTo>
                  <a:pt x="359" y="479"/>
                  <a:pt x="339" y="475"/>
                  <a:pt x="320" y="475"/>
                </a:cubicBezTo>
                <a:cubicBezTo>
                  <a:pt x="273" y="471"/>
                  <a:pt x="226" y="462"/>
                  <a:pt x="178" y="462"/>
                </a:cubicBezTo>
                <a:cubicBezTo>
                  <a:pt x="170" y="462"/>
                  <a:pt x="164" y="461"/>
                  <a:pt x="157" y="461"/>
                </a:cubicBezTo>
                <a:cubicBezTo>
                  <a:pt x="154" y="461"/>
                  <a:pt x="150" y="461"/>
                  <a:pt x="146" y="462"/>
                </a:cubicBezTo>
                <a:cubicBezTo>
                  <a:pt x="139" y="462"/>
                  <a:pt x="135" y="462"/>
                  <a:pt x="123" y="459"/>
                </a:cubicBezTo>
                <a:cubicBezTo>
                  <a:pt x="103" y="455"/>
                  <a:pt x="79" y="451"/>
                  <a:pt x="60" y="451"/>
                </a:cubicBezTo>
                <a:cubicBezTo>
                  <a:pt x="48" y="455"/>
                  <a:pt x="36" y="451"/>
                  <a:pt x="28" y="459"/>
                </a:cubicBezTo>
                <a:cubicBezTo>
                  <a:pt x="24" y="462"/>
                  <a:pt x="13" y="471"/>
                  <a:pt x="8" y="479"/>
                </a:cubicBezTo>
                <a:cubicBezTo>
                  <a:pt x="0" y="491"/>
                  <a:pt x="13" y="502"/>
                  <a:pt x="17" y="514"/>
                </a:cubicBezTo>
                <a:cubicBezTo>
                  <a:pt x="24" y="522"/>
                  <a:pt x="28" y="530"/>
                  <a:pt x="36" y="542"/>
                </a:cubicBezTo>
                <a:cubicBezTo>
                  <a:pt x="44" y="553"/>
                  <a:pt x="48" y="562"/>
                  <a:pt x="60" y="573"/>
                </a:cubicBezTo>
                <a:cubicBezTo>
                  <a:pt x="84" y="597"/>
                  <a:pt x="115" y="613"/>
                  <a:pt x="139" y="637"/>
                </a:cubicBezTo>
                <a:cubicBezTo>
                  <a:pt x="162" y="668"/>
                  <a:pt x="182" y="695"/>
                  <a:pt x="210" y="723"/>
                </a:cubicBezTo>
                <a:cubicBezTo>
                  <a:pt x="241" y="751"/>
                  <a:pt x="273" y="775"/>
                  <a:pt x="304" y="802"/>
                </a:cubicBezTo>
                <a:cubicBezTo>
                  <a:pt x="316" y="814"/>
                  <a:pt x="324" y="826"/>
                  <a:pt x="335" y="833"/>
                </a:cubicBezTo>
                <a:cubicBezTo>
                  <a:pt x="344" y="837"/>
                  <a:pt x="352" y="841"/>
                  <a:pt x="355" y="846"/>
                </a:cubicBezTo>
                <a:cubicBezTo>
                  <a:pt x="355" y="849"/>
                  <a:pt x="352" y="857"/>
                  <a:pt x="348" y="861"/>
                </a:cubicBezTo>
                <a:cubicBezTo>
                  <a:pt x="348" y="869"/>
                  <a:pt x="344" y="881"/>
                  <a:pt x="339" y="888"/>
                </a:cubicBezTo>
                <a:cubicBezTo>
                  <a:pt x="316" y="920"/>
                  <a:pt x="297" y="948"/>
                  <a:pt x="281" y="983"/>
                </a:cubicBezTo>
                <a:cubicBezTo>
                  <a:pt x="273" y="999"/>
                  <a:pt x="265" y="1011"/>
                  <a:pt x="261" y="1026"/>
                </a:cubicBezTo>
                <a:cubicBezTo>
                  <a:pt x="253" y="1039"/>
                  <a:pt x="241" y="1050"/>
                  <a:pt x="233" y="1066"/>
                </a:cubicBezTo>
                <a:cubicBezTo>
                  <a:pt x="221" y="1082"/>
                  <a:pt x="213" y="1097"/>
                  <a:pt x="206" y="1110"/>
                </a:cubicBezTo>
                <a:cubicBezTo>
                  <a:pt x="190" y="1130"/>
                  <a:pt x="178" y="1145"/>
                  <a:pt x="166" y="1165"/>
                </a:cubicBezTo>
                <a:cubicBezTo>
                  <a:pt x="159" y="1177"/>
                  <a:pt x="155" y="1188"/>
                  <a:pt x="150" y="1196"/>
                </a:cubicBezTo>
                <a:cubicBezTo>
                  <a:pt x="146" y="1208"/>
                  <a:pt x="139" y="1216"/>
                  <a:pt x="131" y="1228"/>
                </a:cubicBezTo>
                <a:cubicBezTo>
                  <a:pt x="115" y="1248"/>
                  <a:pt x="103" y="1267"/>
                  <a:pt x="91" y="1290"/>
                </a:cubicBezTo>
                <a:cubicBezTo>
                  <a:pt x="84" y="1307"/>
                  <a:pt x="75" y="1326"/>
                  <a:pt x="68" y="1346"/>
                </a:cubicBezTo>
                <a:cubicBezTo>
                  <a:pt x="60" y="1374"/>
                  <a:pt x="44" y="1394"/>
                  <a:pt x="32" y="1417"/>
                </a:cubicBezTo>
                <a:cubicBezTo>
                  <a:pt x="28" y="1421"/>
                  <a:pt x="24" y="1429"/>
                  <a:pt x="28" y="1432"/>
                </a:cubicBezTo>
                <a:cubicBezTo>
                  <a:pt x="28" y="1437"/>
                  <a:pt x="36" y="1441"/>
                  <a:pt x="40" y="1445"/>
                </a:cubicBezTo>
                <a:cubicBezTo>
                  <a:pt x="43" y="1451"/>
                  <a:pt x="46" y="1457"/>
                  <a:pt x="51" y="1457"/>
                </a:cubicBezTo>
                <a:cubicBezTo>
                  <a:pt x="52" y="1457"/>
                  <a:pt x="54" y="1457"/>
                  <a:pt x="55" y="1456"/>
                </a:cubicBezTo>
                <a:cubicBezTo>
                  <a:pt x="75" y="1452"/>
                  <a:pt x="91" y="1445"/>
                  <a:pt x="107" y="1432"/>
                </a:cubicBezTo>
                <a:cubicBezTo>
                  <a:pt x="119" y="1429"/>
                  <a:pt x="126" y="1429"/>
                  <a:pt x="139" y="1429"/>
                </a:cubicBezTo>
                <a:cubicBezTo>
                  <a:pt x="162" y="1425"/>
                  <a:pt x="182" y="1413"/>
                  <a:pt x="202" y="1405"/>
                </a:cubicBezTo>
                <a:cubicBezTo>
                  <a:pt x="253" y="1390"/>
                  <a:pt x="304" y="1374"/>
                  <a:pt x="355" y="1354"/>
                </a:cubicBezTo>
                <a:cubicBezTo>
                  <a:pt x="454" y="1319"/>
                  <a:pt x="552" y="1287"/>
                  <a:pt x="652" y="1252"/>
                </a:cubicBezTo>
                <a:cubicBezTo>
                  <a:pt x="667" y="1287"/>
                  <a:pt x="683" y="1319"/>
                  <a:pt x="706" y="1350"/>
                </a:cubicBezTo>
                <a:cubicBezTo>
                  <a:pt x="770" y="1445"/>
                  <a:pt x="852" y="1523"/>
                  <a:pt x="916" y="1622"/>
                </a:cubicBezTo>
                <a:cubicBezTo>
                  <a:pt x="922" y="1632"/>
                  <a:pt x="934" y="1637"/>
                  <a:pt x="945" y="1637"/>
                </a:cubicBezTo>
                <a:cubicBezTo>
                  <a:pt x="960" y="1637"/>
                  <a:pt x="974" y="1629"/>
                  <a:pt x="978" y="1614"/>
                </a:cubicBezTo>
                <a:cubicBezTo>
                  <a:pt x="1010" y="1508"/>
                  <a:pt x="1034" y="1401"/>
                  <a:pt x="1058" y="1295"/>
                </a:cubicBezTo>
                <a:cubicBezTo>
                  <a:pt x="1069" y="1243"/>
                  <a:pt x="1081" y="1188"/>
                  <a:pt x="1093" y="1137"/>
                </a:cubicBezTo>
                <a:cubicBezTo>
                  <a:pt x="1096" y="1114"/>
                  <a:pt x="1101" y="1086"/>
                  <a:pt x="1105" y="1062"/>
                </a:cubicBezTo>
                <a:lnTo>
                  <a:pt x="1105" y="1050"/>
                </a:lnTo>
                <a:cubicBezTo>
                  <a:pt x="1105" y="1039"/>
                  <a:pt x="1101" y="1026"/>
                  <a:pt x="1105" y="1015"/>
                </a:cubicBezTo>
                <a:cubicBezTo>
                  <a:pt x="1109" y="995"/>
                  <a:pt x="1125" y="983"/>
                  <a:pt x="1140" y="972"/>
                </a:cubicBezTo>
                <a:cubicBezTo>
                  <a:pt x="1164" y="952"/>
                  <a:pt x="1196" y="944"/>
                  <a:pt x="1223" y="932"/>
                </a:cubicBezTo>
                <a:cubicBezTo>
                  <a:pt x="1247" y="920"/>
                  <a:pt x="1270" y="908"/>
                  <a:pt x="1298" y="897"/>
                </a:cubicBezTo>
                <a:cubicBezTo>
                  <a:pt x="1325" y="884"/>
                  <a:pt x="1353" y="873"/>
                  <a:pt x="1385" y="857"/>
                </a:cubicBezTo>
                <a:cubicBezTo>
                  <a:pt x="1409" y="841"/>
                  <a:pt x="1432" y="833"/>
                  <a:pt x="1460" y="826"/>
                </a:cubicBezTo>
                <a:cubicBezTo>
                  <a:pt x="1471" y="822"/>
                  <a:pt x="1483" y="817"/>
                  <a:pt x="1495" y="810"/>
                </a:cubicBezTo>
                <a:cubicBezTo>
                  <a:pt x="1507" y="806"/>
                  <a:pt x="1518" y="798"/>
                  <a:pt x="1531" y="790"/>
                </a:cubicBezTo>
                <a:cubicBezTo>
                  <a:pt x="1574" y="770"/>
                  <a:pt x="1622" y="759"/>
                  <a:pt x="1664" y="735"/>
                </a:cubicBezTo>
                <a:cubicBezTo>
                  <a:pt x="1680" y="727"/>
                  <a:pt x="1696" y="715"/>
                  <a:pt x="1716" y="704"/>
                </a:cubicBezTo>
                <a:cubicBezTo>
                  <a:pt x="1724" y="695"/>
                  <a:pt x="1744" y="684"/>
                  <a:pt x="1751" y="672"/>
                </a:cubicBezTo>
                <a:cubicBezTo>
                  <a:pt x="1759" y="660"/>
                  <a:pt x="1755" y="637"/>
                  <a:pt x="1740" y="628"/>
                </a:cubicBezTo>
                <a:cubicBezTo>
                  <a:pt x="1731" y="620"/>
                  <a:pt x="1711" y="617"/>
                  <a:pt x="1700" y="617"/>
                </a:cubicBezTo>
                <a:lnTo>
                  <a:pt x="1684" y="617"/>
                </a:lnTo>
                <a:cubicBezTo>
                  <a:pt x="1664" y="613"/>
                  <a:pt x="1645" y="609"/>
                  <a:pt x="1625" y="604"/>
                </a:cubicBezTo>
                <a:cubicBezTo>
                  <a:pt x="1605" y="601"/>
                  <a:pt x="1586" y="597"/>
                  <a:pt x="1566" y="593"/>
                </a:cubicBezTo>
                <a:cubicBezTo>
                  <a:pt x="1558" y="589"/>
                  <a:pt x="1542" y="589"/>
                  <a:pt x="1535" y="585"/>
                </a:cubicBezTo>
                <a:cubicBezTo>
                  <a:pt x="1531" y="581"/>
                  <a:pt x="1527" y="577"/>
                  <a:pt x="1518" y="577"/>
                </a:cubicBezTo>
                <a:cubicBezTo>
                  <a:pt x="1495" y="573"/>
                  <a:pt x="1475" y="573"/>
                  <a:pt x="1456" y="573"/>
                </a:cubicBezTo>
                <a:lnTo>
                  <a:pt x="1357" y="573"/>
                </a:lnTo>
                <a:cubicBezTo>
                  <a:pt x="1325" y="573"/>
                  <a:pt x="1294" y="569"/>
                  <a:pt x="1262" y="566"/>
                </a:cubicBezTo>
                <a:cubicBezTo>
                  <a:pt x="1219" y="562"/>
                  <a:pt x="1176" y="562"/>
                  <a:pt x="1136" y="553"/>
                </a:cubicBezTo>
                <a:cubicBezTo>
                  <a:pt x="1120" y="549"/>
                  <a:pt x="1109" y="546"/>
                  <a:pt x="1096" y="546"/>
                </a:cubicBezTo>
                <a:cubicBezTo>
                  <a:pt x="1089" y="546"/>
                  <a:pt x="1081" y="546"/>
                  <a:pt x="1077" y="542"/>
                </a:cubicBezTo>
                <a:cubicBezTo>
                  <a:pt x="1065" y="533"/>
                  <a:pt x="1069" y="518"/>
                  <a:pt x="1069" y="506"/>
                </a:cubicBezTo>
                <a:cubicBezTo>
                  <a:pt x="1069" y="491"/>
                  <a:pt x="1065" y="475"/>
                  <a:pt x="1061" y="459"/>
                </a:cubicBezTo>
                <a:cubicBezTo>
                  <a:pt x="1061" y="439"/>
                  <a:pt x="1065" y="424"/>
                  <a:pt x="1069" y="404"/>
                </a:cubicBezTo>
                <a:cubicBezTo>
                  <a:pt x="1073" y="388"/>
                  <a:pt x="1077" y="373"/>
                  <a:pt x="1077" y="356"/>
                </a:cubicBezTo>
                <a:lnTo>
                  <a:pt x="1077" y="302"/>
                </a:lnTo>
                <a:cubicBezTo>
                  <a:pt x="1081" y="285"/>
                  <a:pt x="1085" y="266"/>
                  <a:pt x="1085" y="249"/>
                </a:cubicBezTo>
                <a:cubicBezTo>
                  <a:pt x="1089" y="226"/>
                  <a:pt x="1085" y="207"/>
                  <a:pt x="1089" y="187"/>
                </a:cubicBezTo>
                <a:cubicBezTo>
                  <a:pt x="1093" y="167"/>
                  <a:pt x="1093" y="151"/>
                  <a:pt x="1096" y="131"/>
                </a:cubicBezTo>
                <a:cubicBezTo>
                  <a:pt x="1101" y="112"/>
                  <a:pt x="1105" y="96"/>
                  <a:pt x="1109" y="76"/>
                </a:cubicBezTo>
                <a:cubicBezTo>
                  <a:pt x="1109" y="56"/>
                  <a:pt x="1109" y="21"/>
                  <a:pt x="1089" y="5"/>
                </a:cubicBezTo>
                <a:cubicBezTo>
                  <a:pt x="1084" y="2"/>
                  <a:pt x="1079" y="1"/>
                  <a:pt x="1074" y="1"/>
                </a:cubicBezTo>
                <a:close/>
              </a:path>
            </a:pathLst>
          </a:custGeom>
          <a:solidFill>
            <a:schemeClr val="accent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6"/>
          <p:cNvSpPr/>
          <p:nvPr/>
        </p:nvSpPr>
        <p:spPr>
          <a:xfrm rot="10800000">
            <a:off x="9299219" y="315350"/>
            <a:ext cx="845836" cy="617729"/>
          </a:xfrm>
          <a:custGeom>
            <a:rect b="b" l="l" r="r" t="t"/>
            <a:pathLst>
              <a:path extrusionOk="0" h="1308" w="1791">
                <a:moveTo>
                  <a:pt x="1141" y="1"/>
                </a:moveTo>
                <a:cubicBezTo>
                  <a:pt x="1135" y="1"/>
                  <a:pt x="1129" y="3"/>
                  <a:pt x="1124" y="6"/>
                </a:cubicBezTo>
                <a:cubicBezTo>
                  <a:pt x="951" y="195"/>
                  <a:pt x="797" y="408"/>
                  <a:pt x="675" y="633"/>
                </a:cubicBezTo>
                <a:cubicBezTo>
                  <a:pt x="576" y="428"/>
                  <a:pt x="478" y="226"/>
                  <a:pt x="379" y="22"/>
                </a:cubicBezTo>
                <a:cubicBezTo>
                  <a:pt x="375" y="14"/>
                  <a:pt x="368" y="10"/>
                  <a:pt x="361" y="10"/>
                </a:cubicBezTo>
                <a:cubicBezTo>
                  <a:pt x="354" y="10"/>
                  <a:pt x="347" y="14"/>
                  <a:pt x="344" y="22"/>
                </a:cubicBezTo>
                <a:cubicBezTo>
                  <a:pt x="273" y="183"/>
                  <a:pt x="209" y="349"/>
                  <a:pt x="158" y="518"/>
                </a:cubicBezTo>
                <a:cubicBezTo>
                  <a:pt x="134" y="589"/>
                  <a:pt x="0" y="873"/>
                  <a:pt x="44" y="944"/>
                </a:cubicBezTo>
                <a:cubicBezTo>
                  <a:pt x="47" y="959"/>
                  <a:pt x="67" y="964"/>
                  <a:pt x="80" y="968"/>
                </a:cubicBezTo>
                <a:cubicBezTo>
                  <a:pt x="331" y="1039"/>
                  <a:pt x="580" y="1101"/>
                  <a:pt x="833" y="1161"/>
                </a:cubicBezTo>
                <a:cubicBezTo>
                  <a:pt x="1010" y="1201"/>
                  <a:pt x="1183" y="1236"/>
                  <a:pt x="1361" y="1272"/>
                </a:cubicBezTo>
                <a:cubicBezTo>
                  <a:pt x="1396" y="1277"/>
                  <a:pt x="1514" y="1308"/>
                  <a:pt x="1585" y="1308"/>
                </a:cubicBezTo>
                <a:cubicBezTo>
                  <a:pt x="1609" y="1308"/>
                  <a:pt x="1628" y="1304"/>
                  <a:pt x="1637" y="1295"/>
                </a:cubicBezTo>
                <a:cubicBezTo>
                  <a:pt x="1656" y="1279"/>
                  <a:pt x="1656" y="1248"/>
                  <a:pt x="1656" y="1220"/>
                </a:cubicBezTo>
                <a:cubicBezTo>
                  <a:pt x="1661" y="924"/>
                  <a:pt x="1779" y="637"/>
                  <a:pt x="1791" y="337"/>
                </a:cubicBezTo>
                <a:lnTo>
                  <a:pt x="1791" y="337"/>
                </a:lnTo>
                <a:cubicBezTo>
                  <a:pt x="1625" y="463"/>
                  <a:pt x="1467" y="597"/>
                  <a:pt x="1294" y="715"/>
                </a:cubicBezTo>
                <a:cubicBezTo>
                  <a:pt x="1321" y="621"/>
                  <a:pt x="1230" y="502"/>
                  <a:pt x="1207" y="412"/>
                </a:cubicBezTo>
                <a:cubicBezTo>
                  <a:pt x="1175" y="282"/>
                  <a:pt x="1159" y="151"/>
                  <a:pt x="1159" y="18"/>
                </a:cubicBezTo>
                <a:cubicBezTo>
                  <a:pt x="1159" y="6"/>
                  <a:pt x="1150" y="1"/>
                  <a:pt x="1141" y="1"/>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6"/>
          <p:cNvSpPr/>
          <p:nvPr/>
        </p:nvSpPr>
        <p:spPr>
          <a:xfrm rot="10800000">
            <a:off x="1147061" y="9800998"/>
            <a:ext cx="233400" cy="233400"/>
          </a:xfrm>
          <a:prstGeom prst="ellipse">
            <a:avLst/>
          </a:pr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6"/>
          <p:cNvSpPr/>
          <p:nvPr/>
        </p:nvSpPr>
        <p:spPr>
          <a:xfrm rot="10800000">
            <a:off x="409011" y="8023348"/>
            <a:ext cx="233400" cy="233400"/>
          </a:xfrm>
          <a:prstGeom prst="ellipse">
            <a:avLst/>
          </a:pr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6"/>
          <p:cNvSpPr/>
          <p:nvPr/>
        </p:nvSpPr>
        <p:spPr>
          <a:xfrm rot="10800000">
            <a:off x="157324" y="8781148"/>
            <a:ext cx="233400" cy="233400"/>
          </a:xfrm>
          <a:prstGeom prst="ellipse">
            <a:avLst/>
          </a:pr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6"/>
          <p:cNvSpPr/>
          <p:nvPr/>
        </p:nvSpPr>
        <p:spPr>
          <a:xfrm flipH="1">
            <a:off x="245836" y="4883173"/>
            <a:ext cx="56375" cy="2663275"/>
          </a:xfrm>
          <a:custGeom>
            <a:rect b="b" l="l" r="r" t="t"/>
            <a:pathLst>
              <a:path extrusionOk="0" h="106531" w="2255">
                <a:moveTo>
                  <a:pt x="1515" y="0"/>
                </a:moveTo>
                <a:cubicBezTo>
                  <a:pt x="649" y="35503"/>
                  <a:pt x="4406" y="71291"/>
                  <a:pt x="0" y="106531"/>
                </a:cubicBezTo>
              </a:path>
            </a:pathLst>
          </a:custGeom>
          <a:noFill/>
          <a:ln cap="flat" cmpd="sng" w="28575">
            <a:solidFill>
              <a:schemeClr val="dk1"/>
            </a:solidFill>
            <a:prstDash val="solid"/>
            <a:round/>
            <a:headEnd len="med" w="med" type="none"/>
            <a:tailEnd len="med" w="med" type="none"/>
          </a:ln>
        </p:spPr>
      </p:sp>
      <p:sp>
        <p:nvSpPr>
          <p:cNvPr id="109" name="Google Shape;109;p6"/>
          <p:cNvSpPr/>
          <p:nvPr/>
        </p:nvSpPr>
        <p:spPr>
          <a:xfrm flipH="1">
            <a:off x="455286" y="6486173"/>
            <a:ext cx="23625" cy="795200"/>
          </a:xfrm>
          <a:custGeom>
            <a:rect b="b" l="l" r="r" t="t"/>
            <a:pathLst>
              <a:path extrusionOk="0" h="31808" w="945">
                <a:moveTo>
                  <a:pt x="505" y="0"/>
                </a:moveTo>
                <a:cubicBezTo>
                  <a:pt x="1386" y="10567"/>
                  <a:pt x="0" y="21204"/>
                  <a:pt x="0" y="31808"/>
                </a:cubicBezTo>
              </a:path>
            </a:pathLst>
          </a:custGeom>
          <a:noFill/>
          <a:ln cap="flat" cmpd="sng" w="28575">
            <a:solidFill>
              <a:schemeClr val="dk1"/>
            </a:solidFill>
            <a:prstDash val="solid"/>
            <a:round/>
            <a:headEnd len="med" w="med" type="none"/>
            <a:tailEnd len="med" w="med" type="none"/>
          </a:ln>
        </p:spPr>
      </p:sp>
      <p:sp>
        <p:nvSpPr>
          <p:cNvPr id="110" name="Google Shape;110;p6"/>
          <p:cNvSpPr/>
          <p:nvPr/>
        </p:nvSpPr>
        <p:spPr>
          <a:xfrm flipH="1">
            <a:off x="605136" y="5804598"/>
            <a:ext cx="88350" cy="1476775"/>
          </a:xfrm>
          <a:custGeom>
            <a:rect b="b" l="l" r="r" t="t"/>
            <a:pathLst>
              <a:path extrusionOk="0" h="59071" w="3534">
                <a:moveTo>
                  <a:pt x="0" y="0"/>
                </a:moveTo>
                <a:cubicBezTo>
                  <a:pt x="1037" y="19698"/>
                  <a:pt x="3534" y="39345"/>
                  <a:pt x="3534" y="59071"/>
                </a:cubicBezTo>
              </a:path>
            </a:pathLst>
          </a:custGeom>
          <a:noFill/>
          <a:ln cap="flat" cmpd="sng" w="28575">
            <a:solidFill>
              <a:schemeClr val="dk1"/>
            </a:solidFill>
            <a:prstDash val="solid"/>
            <a:round/>
            <a:headEnd len="med" w="med" type="none"/>
            <a:tailEnd len="med" w="med" type="none"/>
          </a:ln>
        </p:spPr>
      </p:sp>
      <p:sp>
        <p:nvSpPr>
          <p:cNvPr id="111" name="Google Shape;111;p6"/>
          <p:cNvSpPr/>
          <p:nvPr/>
        </p:nvSpPr>
        <p:spPr>
          <a:xfrm rot="-10651105">
            <a:off x="9916250" y="2881690"/>
            <a:ext cx="138855" cy="2158457"/>
          </a:xfrm>
          <a:custGeom>
            <a:rect b="b" l="l" r="r" t="t"/>
            <a:pathLst>
              <a:path extrusionOk="0" h="86335" w="5554">
                <a:moveTo>
                  <a:pt x="0" y="0"/>
                </a:moveTo>
                <a:cubicBezTo>
                  <a:pt x="1919" y="28774"/>
                  <a:pt x="5554" y="57497"/>
                  <a:pt x="5554" y="86335"/>
                </a:cubicBezTo>
              </a:path>
            </a:pathLst>
          </a:custGeom>
          <a:noFill/>
          <a:ln cap="flat" cmpd="sng" w="28575">
            <a:solidFill>
              <a:schemeClr val="dk1"/>
            </a:solidFill>
            <a:prstDash val="solid"/>
            <a:round/>
            <a:headEnd len="med" w="med" type="none"/>
            <a:tailEnd len="med" w="med" type="none"/>
          </a:ln>
        </p:spPr>
      </p:sp>
      <p:sp>
        <p:nvSpPr>
          <p:cNvPr id="112" name="Google Shape;112;p6"/>
          <p:cNvSpPr/>
          <p:nvPr/>
        </p:nvSpPr>
        <p:spPr>
          <a:xfrm rot="-10651105">
            <a:off x="9791142" y="4310965"/>
            <a:ext cx="39176" cy="1123393"/>
          </a:xfrm>
          <a:custGeom>
            <a:rect b="b" l="l" r="r" t="t"/>
            <a:pathLst>
              <a:path extrusionOk="0" h="44934" w="1567">
                <a:moveTo>
                  <a:pt x="557" y="0"/>
                </a:moveTo>
                <a:cubicBezTo>
                  <a:pt x="-1098" y="14890"/>
                  <a:pt x="1567" y="29952"/>
                  <a:pt x="1567" y="44934"/>
                </a:cubicBezTo>
              </a:path>
            </a:pathLst>
          </a:custGeom>
          <a:noFill/>
          <a:ln cap="flat" cmpd="sng" w="28575">
            <a:solidFill>
              <a:schemeClr val="dk1"/>
            </a:solidFill>
            <a:prstDash val="solid"/>
            <a:round/>
            <a:headEnd len="med" w="med" type="none"/>
            <a:tailEnd len="med" w="med" type="none"/>
          </a:ln>
        </p:spPr>
      </p:sp>
      <p:sp>
        <p:nvSpPr>
          <p:cNvPr id="113" name="Google Shape;113;p6"/>
          <p:cNvSpPr/>
          <p:nvPr/>
        </p:nvSpPr>
        <p:spPr>
          <a:xfrm rot="10800000">
            <a:off x="9860811" y="1234898"/>
            <a:ext cx="233400" cy="233400"/>
          </a:xfrm>
          <a:prstGeom prst="ellipse">
            <a:avLst/>
          </a:pr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6"/>
          <p:cNvSpPr/>
          <p:nvPr/>
        </p:nvSpPr>
        <p:spPr>
          <a:xfrm rot="10800000">
            <a:off x="9621186" y="2090086"/>
            <a:ext cx="233400" cy="233400"/>
          </a:xfrm>
          <a:prstGeom prst="ellipse">
            <a:avLst/>
          </a:pr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6"/>
          <p:cNvSpPr/>
          <p:nvPr/>
        </p:nvSpPr>
        <p:spPr>
          <a:xfrm rot="10800000">
            <a:off x="9026036" y="159873"/>
            <a:ext cx="233400" cy="233400"/>
          </a:xfrm>
          <a:prstGeom prst="ellipse">
            <a:avLst/>
          </a:pr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6" name="Google Shape;116;p6"/>
          <p:cNvGrpSpPr/>
          <p:nvPr/>
        </p:nvGrpSpPr>
        <p:grpSpPr>
          <a:xfrm rot="6181261">
            <a:off x="-1309620" y="122061"/>
            <a:ext cx="2448691" cy="2125424"/>
            <a:chOff x="1322124" y="4079650"/>
            <a:chExt cx="3420400" cy="2968851"/>
          </a:xfrm>
        </p:grpSpPr>
        <p:sp>
          <p:nvSpPr>
            <p:cNvPr id="117" name="Google Shape;117;p6"/>
            <p:cNvSpPr/>
            <p:nvPr/>
          </p:nvSpPr>
          <p:spPr>
            <a:xfrm>
              <a:off x="1322124" y="4377475"/>
              <a:ext cx="3420400" cy="2671026"/>
            </a:xfrm>
            <a:custGeom>
              <a:rect b="b" l="l" r="r" t="t"/>
              <a:pathLst>
                <a:path extrusionOk="0" h="2556" w="3273">
                  <a:moveTo>
                    <a:pt x="228" y="0"/>
                  </a:moveTo>
                  <a:cubicBezTo>
                    <a:pt x="244" y="548"/>
                    <a:pt x="157" y="1345"/>
                    <a:pt x="0" y="2331"/>
                  </a:cubicBezTo>
                  <a:lnTo>
                    <a:pt x="3040" y="2555"/>
                  </a:lnTo>
                  <a:cubicBezTo>
                    <a:pt x="3186" y="1767"/>
                    <a:pt x="3273" y="998"/>
                    <a:pt x="3269" y="257"/>
                  </a:cubicBezTo>
                  <a:lnTo>
                    <a:pt x="3143" y="249"/>
                  </a:lnTo>
                  <a:lnTo>
                    <a:pt x="3143" y="249"/>
                  </a:lnTo>
                  <a:cubicBezTo>
                    <a:pt x="3154" y="320"/>
                    <a:pt x="3115" y="402"/>
                    <a:pt x="3020" y="402"/>
                  </a:cubicBezTo>
                  <a:cubicBezTo>
                    <a:pt x="2918" y="402"/>
                    <a:pt x="2878" y="304"/>
                    <a:pt x="2902" y="229"/>
                  </a:cubicBezTo>
                  <a:lnTo>
                    <a:pt x="2674" y="209"/>
                  </a:lnTo>
                  <a:lnTo>
                    <a:pt x="2674" y="209"/>
                  </a:lnTo>
                  <a:cubicBezTo>
                    <a:pt x="2677" y="213"/>
                    <a:pt x="2677" y="222"/>
                    <a:pt x="2677" y="229"/>
                  </a:cubicBezTo>
                  <a:lnTo>
                    <a:pt x="2677" y="237"/>
                  </a:lnTo>
                  <a:cubicBezTo>
                    <a:pt x="2677" y="261"/>
                    <a:pt x="2670" y="280"/>
                    <a:pt x="2657" y="300"/>
                  </a:cubicBezTo>
                  <a:cubicBezTo>
                    <a:pt x="2654" y="312"/>
                    <a:pt x="2646" y="320"/>
                    <a:pt x="2638" y="328"/>
                  </a:cubicBezTo>
                  <a:cubicBezTo>
                    <a:pt x="2622" y="344"/>
                    <a:pt x="2603" y="355"/>
                    <a:pt x="2583" y="364"/>
                  </a:cubicBezTo>
                  <a:lnTo>
                    <a:pt x="2547" y="367"/>
                  </a:lnTo>
                  <a:cubicBezTo>
                    <a:pt x="2528" y="367"/>
                    <a:pt x="2512" y="364"/>
                    <a:pt x="2496" y="355"/>
                  </a:cubicBezTo>
                  <a:cubicBezTo>
                    <a:pt x="2480" y="351"/>
                    <a:pt x="2468" y="340"/>
                    <a:pt x="2457" y="328"/>
                  </a:cubicBezTo>
                  <a:cubicBezTo>
                    <a:pt x="2441" y="316"/>
                    <a:pt x="2433" y="304"/>
                    <a:pt x="2428" y="288"/>
                  </a:cubicBezTo>
                  <a:cubicBezTo>
                    <a:pt x="2421" y="273"/>
                    <a:pt x="2417" y="253"/>
                    <a:pt x="2417" y="237"/>
                  </a:cubicBezTo>
                  <a:lnTo>
                    <a:pt x="2417" y="229"/>
                  </a:lnTo>
                  <a:cubicBezTo>
                    <a:pt x="2417" y="213"/>
                    <a:pt x="2421" y="202"/>
                    <a:pt x="2425" y="186"/>
                  </a:cubicBezTo>
                  <a:lnTo>
                    <a:pt x="2208" y="170"/>
                  </a:lnTo>
                  <a:lnTo>
                    <a:pt x="2208" y="170"/>
                  </a:lnTo>
                  <a:cubicBezTo>
                    <a:pt x="2228" y="245"/>
                    <a:pt x="2188" y="335"/>
                    <a:pt x="2090" y="335"/>
                  </a:cubicBezTo>
                  <a:cubicBezTo>
                    <a:pt x="1979" y="335"/>
                    <a:pt x="1940" y="225"/>
                    <a:pt x="1975" y="151"/>
                  </a:cubicBezTo>
                  <a:lnTo>
                    <a:pt x="1660" y="122"/>
                  </a:lnTo>
                  <a:lnTo>
                    <a:pt x="1660" y="122"/>
                  </a:lnTo>
                  <a:cubicBezTo>
                    <a:pt x="1684" y="198"/>
                    <a:pt x="1644" y="293"/>
                    <a:pt x="1542" y="293"/>
                  </a:cubicBezTo>
                  <a:cubicBezTo>
                    <a:pt x="1431" y="293"/>
                    <a:pt x="1396" y="182"/>
                    <a:pt x="1431" y="103"/>
                  </a:cubicBezTo>
                  <a:lnTo>
                    <a:pt x="1171" y="84"/>
                  </a:lnTo>
                  <a:lnTo>
                    <a:pt x="1171" y="84"/>
                  </a:lnTo>
                  <a:cubicBezTo>
                    <a:pt x="1183" y="155"/>
                    <a:pt x="1140" y="237"/>
                    <a:pt x="1049" y="237"/>
                  </a:cubicBezTo>
                  <a:cubicBezTo>
                    <a:pt x="946" y="237"/>
                    <a:pt x="907" y="138"/>
                    <a:pt x="930" y="60"/>
                  </a:cubicBezTo>
                  <a:lnTo>
                    <a:pt x="678" y="40"/>
                  </a:lnTo>
                  <a:cubicBezTo>
                    <a:pt x="678" y="107"/>
                    <a:pt x="635" y="170"/>
                    <a:pt x="552" y="170"/>
                  </a:cubicBezTo>
                  <a:cubicBezTo>
                    <a:pt x="461" y="170"/>
                    <a:pt x="417" y="91"/>
                    <a:pt x="430" y="20"/>
                  </a:cubicBezTo>
                  <a:lnTo>
                    <a:pt x="228" y="0"/>
                  </a:lnTo>
                  <a:close/>
                </a:path>
              </a:pathLst>
            </a:custGeom>
            <a:solidFill>
              <a:schemeClr val="accent5"/>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6"/>
            <p:cNvSpPr/>
            <p:nvPr/>
          </p:nvSpPr>
          <p:spPr>
            <a:xfrm>
              <a:off x="3019260" y="4421365"/>
              <a:ext cx="391888" cy="506826"/>
            </a:xfrm>
            <a:custGeom>
              <a:rect b="b" l="l" r="r" t="t"/>
              <a:pathLst>
                <a:path extrusionOk="0" h="485" w="375">
                  <a:moveTo>
                    <a:pt x="26" y="0"/>
                  </a:moveTo>
                  <a:cubicBezTo>
                    <a:pt x="21" y="0"/>
                    <a:pt x="16" y="2"/>
                    <a:pt x="12" y="6"/>
                  </a:cubicBezTo>
                  <a:cubicBezTo>
                    <a:pt x="0" y="9"/>
                    <a:pt x="0" y="25"/>
                    <a:pt x="9" y="33"/>
                  </a:cubicBezTo>
                  <a:lnTo>
                    <a:pt x="331" y="475"/>
                  </a:lnTo>
                  <a:cubicBezTo>
                    <a:pt x="336" y="482"/>
                    <a:pt x="341" y="485"/>
                    <a:pt x="347" y="485"/>
                  </a:cubicBezTo>
                  <a:cubicBezTo>
                    <a:pt x="352" y="485"/>
                    <a:pt x="358" y="483"/>
                    <a:pt x="363" y="479"/>
                  </a:cubicBezTo>
                  <a:cubicBezTo>
                    <a:pt x="371" y="475"/>
                    <a:pt x="375" y="459"/>
                    <a:pt x="367" y="451"/>
                  </a:cubicBezTo>
                  <a:lnTo>
                    <a:pt x="40" y="9"/>
                  </a:lnTo>
                  <a:cubicBezTo>
                    <a:pt x="38" y="3"/>
                    <a:pt x="32" y="0"/>
                    <a:pt x="2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6"/>
            <p:cNvSpPr/>
            <p:nvPr/>
          </p:nvSpPr>
          <p:spPr>
            <a:xfrm>
              <a:off x="2779947" y="4154890"/>
              <a:ext cx="755560" cy="640587"/>
            </a:xfrm>
            <a:custGeom>
              <a:rect b="b" l="l" r="r" t="t"/>
              <a:pathLst>
                <a:path extrusionOk="0" h="613" w="723">
                  <a:moveTo>
                    <a:pt x="311" y="0"/>
                  </a:moveTo>
                  <a:cubicBezTo>
                    <a:pt x="154" y="0"/>
                    <a:pt x="19" y="127"/>
                    <a:pt x="9" y="300"/>
                  </a:cubicBezTo>
                  <a:cubicBezTo>
                    <a:pt x="1" y="422"/>
                    <a:pt x="87" y="561"/>
                    <a:pt x="210" y="596"/>
                  </a:cubicBezTo>
                  <a:cubicBezTo>
                    <a:pt x="249" y="606"/>
                    <a:pt x="286" y="612"/>
                    <a:pt x="323" y="612"/>
                  </a:cubicBezTo>
                  <a:cubicBezTo>
                    <a:pt x="384" y="612"/>
                    <a:pt x="442" y="596"/>
                    <a:pt x="494" y="557"/>
                  </a:cubicBezTo>
                  <a:cubicBezTo>
                    <a:pt x="722" y="387"/>
                    <a:pt x="596" y="87"/>
                    <a:pt x="418" y="20"/>
                  </a:cubicBezTo>
                  <a:cubicBezTo>
                    <a:pt x="382" y="6"/>
                    <a:pt x="346" y="0"/>
                    <a:pt x="311" y="0"/>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6"/>
            <p:cNvSpPr/>
            <p:nvPr/>
          </p:nvSpPr>
          <p:spPr>
            <a:xfrm>
              <a:off x="2751731" y="4079650"/>
              <a:ext cx="638516" cy="558031"/>
            </a:xfrm>
            <a:custGeom>
              <a:rect b="b" l="l" r="r" t="t"/>
              <a:pathLst>
                <a:path extrusionOk="0" h="534" w="611">
                  <a:moveTo>
                    <a:pt x="247" y="0"/>
                  </a:moveTo>
                  <a:cubicBezTo>
                    <a:pt x="117" y="0"/>
                    <a:pt x="10" y="106"/>
                    <a:pt x="4" y="254"/>
                  </a:cubicBezTo>
                  <a:cubicBezTo>
                    <a:pt x="1" y="360"/>
                    <a:pt x="79" y="483"/>
                    <a:pt x="181" y="518"/>
                  </a:cubicBezTo>
                  <a:cubicBezTo>
                    <a:pt x="214" y="528"/>
                    <a:pt x="246" y="534"/>
                    <a:pt x="277" y="534"/>
                  </a:cubicBezTo>
                  <a:cubicBezTo>
                    <a:pt x="328" y="534"/>
                    <a:pt x="377" y="519"/>
                    <a:pt x="422" y="487"/>
                  </a:cubicBezTo>
                  <a:cubicBezTo>
                    <a:pt x="611" y="345"/>
                    <a:pt x="497" y="81"/>
                    <a:pt x="347" y="21"/>
                  </a:cubicBezTo>
                  <a:cubicBezTo>
                    <a:pt x="313" y="7"/>
                    <a:pt x="279" y="0"/>
                    <a:pt x="247" y="0"/>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6"/>
            <p:cNvSpPr/>
            <p:nvPr/>
          </p:nvSpPr>
          <p:spPr>
            <a:xfrm>
              <a:off x="1802840" y="5085985"/>
              <a:ext cx="2642894" cy="248711"/>
            </a:xfrm>
            <a:custGeom>
              <a:rect b="b" l="l" r="r" t="t"/>
              <a:pathLst>
                <a:path extrusionOk="0" h="238" w="2529">
                  <a:moveTo>
                    <a:pt x="13" y="1"/>
                  </a:moveTo>
                  <a:cubicBezTo>
                    <a:pt x="9" y="1"/>
                    <a:pt x="5" y="5"/>
                    <a:pt x="1" y="12"/>
                  </a:cubicBezTo>
                  <a:cubicBezTo>
                    <a:pt x="1" y="17"/>
                    <a:pt x="5" y="24"/>
                    <a:pt x="13" y="24"/>
                  </a:cubicBezTo>
                  <a:lnTo>
                    <a:pt x="186" y="41"/>
                  </a:lnTo>
                  <a:cubicBezTo>
                    <a:pt x="190" y="41"/>
                    <a:pt x="199" y="36"/>
                    <a:pt x="199" y="28"/>
                  </a:cubicBezTo>
                  <a:cubicBezTo>
                    <a:pt x="199" y="24"/>
                    <a:pt x="194" y="17"/>
                    <a:pt x="186" y="17"/>
                  </a:cubicBezTo>
                  <a:lnTo>
                    <a:pt x="13" y="1"/>
                  </a:lnTo>
                  <a:close/>
                  <a:moveTo>
                    <a:pt x="360" y="32"/>
                  </a:moveTo>
                  <a:cubicBezTo>
                    <a:pt x="356" y="32"/>
                    <a:pt x="352" y="36"/>
                    <a:pt x="348" y="41"/>
                  </a:cubicBezTo>
                  <a:cubicBezTo>
                    <a:pt x="348" y="48"/>
                    <a:pt x="352" y="52"/>
                    <a:pt x="360" y="52"/>
                  </a:cubicBezTo>
                  <a:lnTo>
                    <a:pt x="534" y="68"/>
                  </a:lnTo>
                  <a:cubicBezTo>
                    <a:pt x="541" y="68"/>
                    <a:pt x="545" y="64"/>
                    <a:pt x="545" y="59"/>
                  </a:cubicBezTo>
                  <a:cubicBezTo>
                    <a:pt x="545" y="52"/>
                    <a:pt x="541" y="48"/>
                    <a:pt x="534" y="48"/>
                  </a:cubicBezTo>
                  <a:lnTo>
                    <a:pt x="360" y="32"/>
                  </a:lnTo>
                  <a:close/>
                  <a:moveTo>
                    <a:pt x="707" y="59"/>
                  </a:moveTo>
                  <a:cubicBezTo>
                    <a:pt x="703" y="59"/>
                    <a:pt x="699" y="64"/>
                    <a:pt x="699" y="72"/>
                  </a:cubicBezTo>
                  <a:cubicBezTo>
                    <a:pt x="696" y="76"/>
                    <a:pt x="703" y="83"/>
                    <a:pt x="707" y="83"/>
                  </a:cubicBezTo>
                  <a:lnTo>
                    <a:pt x="880" y="99"/>
                  </a:lnTo>
                  <a:cubicBezTo>
                    <a:pt x="889" y="99"/>
                    <a:pt x="892" y="95"/>
                    <a:pt x="892" y="88"/>
                  </a:cubicBezTo>
                  <a:cubicBezTo>
                    <a:pt x="892" y="83"/>
                    <a:pt x="889" y="76"/>
                    <a:pt x="885" y="76"/>
                  </a:cubicBezTo>
                  <a:lnTo>
                    <a:pt x="707" y="59"/>
                  </a:lnTo>
                  <a:close/>
                  <a:moveTo>
                    <a:pt x="1058" y="92"/>
                  </a:moveTo>
                  <a:cubicBezTo>
                    <a:pt x="1050" y="92"/>
                    <a:pt x="1046" y="95"/>
                    <a:pt x="1046" y="99"/>
                  </a:cubicBezTo>
                  <a:cubicBezTo>
                    <a:pt x="1042" y="107"/>
                    <a:pt x="1050" y="112"/>
                    <a:pt x="1054" y="112"/>
                  </a:cubicBezTo>
                  <a:lnTo>
                    <a:pt x="1227" y="127"/>
                  </a:lnTo>
                  <a:cubicBezTo>
                    <a:pt x="1235" y="127"/>
                    <a:pt x="1240" y="123"/>
                    <a:pt x="1240" y="119"/>
                  </a:cubicBezTo>
                  <a:cubicBezTo>
                    <a:pt x="1240" y="112"/>
                    <a:pt x="1235" y="107"/>
                    <a:pt x="1231" y="107"/>
                  </a:cubicBezTo>
                  <a:lnTo>
                    <a:pt x="1058" y="92"/>
                  </a:lnTo>
                  <a:close/>
                  <a:moveTo>
                    <a:pt x="1405" y="119"/>
                  </a:moveTo>
                  <a:cubicBezTo>
                    <a:pt x="1397" y="119"/>
                    <a:pt x="1393" y="123"/>
                    <a:pt x="1393" y="130"/>
                  </a:cubicBezTo>
                  <a:cubicBezTo>
                    <a:pt x="1393" y="139"/>
                    <a:pt x="1397" y="143"/>
                    <a:pt x="1401" y="143"/>
                  </a:cubicBezTo>
                  <a:lnTo>
                    <a:pt x="1575" y="159"/>
                  </a:lnTo>
                  <a:cubicBezTo>
                    <a:pt x="1582" y="159"/>
                    <a:pt x="1586" y="154"/>
                    <a:pt x="1586" y="147"/>
                  </a:cubicBezTo>
                  <a:cubicBezTo>
                    <a:pt x="1586" y="143"/>
                    <a:pt x="1582" y="135"/>
                    <a:pt x="1579" y="135"/>
                  </a:cubicBezTo>
                  <a:lnTo>
                    <a:pt x="1405" y="119"/>
                  </a:lnTo>
                  <a:close/>
                  <a:moveTo>
                    <a:pt x="1752" y="150"/>
                  </a:moveTo>
                  <a:cubicBezTo>
                    <a:pt x="1744" y="150"/>
                    <a:pt x="1740" y="154"/>
                    <a:pt x="1740" y="163"/>
                  </a:cubicBezTo>
                  <a:cubicBezTo>
                    <a:pt x="1740" y="166"/>
                    <a:pt x="1744" y="170"/>
                    <a:pt x="1748" y="170"/>
                  </a:cubicBezTo>
                  <a:lnTo>
                    <a:pt x="1921" y="186"/>
                  </a:lnTo>
                  <a:cubicBezTo>
                    <a:pt x="1930" y="186"/>
                    <a:pt x="1933" y="182"/>
                    <a:pt x="1933" y="178"/>
                  </a:cubicBezTo>
                  <a:cubicBezTo>
                    <a:pt x="1933" y="170"/>
                    <a:pt x="1930" y="166"/>
                    <a:pt x="1926" y="166"/>
                  </a:cubicBezTo>
                  <a:lnTo>
                    <a:pt x="1752" y="150"/>
                  </a:lnTo>
                  <a:close/>
                  <a:moveTo>
                    <a:pt x="2095" y="181"/>
                  </a:moveTo>
                  <a:cubicBezTo>
                    <a:pt x="2090" y="181"/>
                    <a:pt x="2087" y="187"/>
                    <a:pt x="2087" y="190"/>
                  </a:cubicBezTo>
                  <a:cubicBezTo>
                    <a:pt x="2087" y="198"/>
                    <a:pt x="2091" y="201"/>
                    <a:pt x="2095" y="201"/>
                  </a:cubicBezTo>
                  <a:lnTo>
                    <a:pt x="2268" y="218"/>
                  </a:lnTo>
                  <a:cubicBezTo>
                    <a:pt x="2276" y="218"/>
                    <a:pt x="2281" y="214"/>
                    <a:pt x="2281" y="206"/>
                  </a:cubicBezTo>
                  <a:cubicBezTo>
                    <a:pt x="2281" y="201"/>
                    <a:pt x="2276" y="194"/>
                    <a:pt x="2272" y="194"/>
                  </a:cubicBezTo>
                  <a:lnTo>
                    <a:pt x="2099" y="182"/>
                  </a:lnTo>
                  <a:cubicBezTo>
                    <a:pt x="2097" y="182"/>
                    <a:pt x="2096" y="181"/>
                    <a:pt x="2095" y="181"/>
                  </a:cubicBezTo>
                  <a:close/>
                  <a:moveTo>
                    <a:pt x="2446" y="210"/>
                  </a:moveTo>
                  <a:cubicBezTo>
                    <a:pt x="2438" y="210"/>
                    <a:pt x="2434" y="214"/>
                    <a:pt x="2434" y="221"/>
                  </a:cubicBezTo>
                  <a:cubicBezTo>
                    <a:pt x="2434" y="225"/>
                    <a:pt x="2438" y="230"/>
                    <a:pt x="2442" y="234"/>
                  </a:cubicBezTo>
                  <a:lnTo>
                    <a:pt x="2517" y="237"/>
                  </a:lnTo>
                  <a:cubicBezTo>
                    <a:pt x="2521" y="237"/>
                    <a:pt x="2525" y="234"/>
                    <a:pt x="2529" y="230"/>
                  </a:cubicBezTo>
                  <a:cubicBezTo>
                    <a:pt x="2529" y="221"/>
                    <a:pt x="2525" y="218"/>
                    <a:pt x="2517" y="218"/>
                  </a:cubicBezTo>
                  <a:lnTo>
                    <a:pt x="2446" y="210"/>
                  </a:lnTo>
                  <a:close/>
                </a:path>
              </a:pathLst>
            </a:cu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6"/>
            <p:cNvSpPr/>
            <p:nvPr/>
          </p:nvSpPr>
          <p:spPr>
            <a:xfrm>
              <a:off x="1778804" y="5539515"/>
              <a:ext cx="2646029" cy="177650"/>
            </a:xfrm>
            <a:custGeom>
              <a:rect b="b" l="l" r="r" t="t"/>
              <a:pathLst>
                <a:path extrusionOk="0" h="170" w="2532">
                  <a:moveTo>
                    <a:pt x="13" y="0"/>
                  </a:moveTo>
                  <a:cubicBezTo>
                    <a:pt x="4" y="0"/>
                    <a:pt x="0" y="9"/>
                    <a:pt x="0" y="13"/>
                  </a:cubicBezTo>
                  <a:cubicBezTo>
                    <a:pt x="0" y="20"/>
                    <a:pt x="4" y="24"/>
                    <a:pt x="13" y="24"/>
                  </a:cubicBezTo>
                  <a:lnTo>
                    <a:pt x="186" y="36"/>
                  </a:lnTo>
                  <a:cubicBezTo>
                    <a:pt x="190" y="36"/>
                    <a:pt x="193" y="28"/>
                    <a:pt x="198" y="24"/>
                  </a:cubicBezTo>
                  <a:cubicBezTo>
                    <a:pt x="198" y="16"/>
                    <a:pt x="190" y="13"/>
                    <a:pt x="186" y="13"/>
                  </a:cubicBezTo>
                  <a:lnTo>
                    <a:pt x="13" y="0"/>
                  </a:lnTo>
                  <a:close/>
                  <a:moveTo>
                    <a:pt x="357" y="23"/>
                  </a:moveTo>
                  <a:cubicBezTo>
                    <a:pt x="353" y="23"/>
                    <a:pt x="348" y="29"/>
                    <a:pt x="348" y="32"/>
                  </a:cubicBezTo>
                  <a:cubicBezTo>
                    <a:pt x="348" y="40"/>
                    <a:pt x="351" y="44"/>
                    <a:pt x="359" y="44"/>
                  </a:cubicBezTo>
                  <a:lnTo>
                    <a:pt x="533" y="56"/>
                  </a:lnTo>
                  <a:cubicBezTo>
                    <a:pt x="537" y="56"/>
                    <a:pt x="544" y="51"/>
                    <a:pt x="544" y="44"/>
                  </a:cubicBezTo>
                  <a:cubicBezTo>
                    <a:pt x="544" y="40"/>
                    <a:pt x="541" y="32"/>
                    <a:pt x="533" y="32"/>
                  </a:cubicBezTo>
                  <a:lnTo>
                    <a:pt x="359" y="24"/>
                  </a:lnTo>
                  <a:cubicBezTo>
                    <a:pt x="358" y="23"/>
                    <a:pt x="357" y="23"/>
                    <a:pt x="357" y="23"/>
                  </a:cubicBezTo>
                  <a:close/>
                  <a:moveTo>
                    <a:pt x="706" y="44"/>
                  </a:moveTo>
                  <a:cubicBezTo>
                    <a:pt x="703" y="44"/>
                    <a:pt x="695" y="48"/>
                    <a:pt x="695" y="51"/>
                  </a:cubicBezTo>
                  <a:cubicBezTo>
                    <a:pt x="695" y="60"/>
                    <a:pt x="699" y="64"/>
                    <a:pt x="706" y="64"/>
                  </a:cubicBezTo>
                  <a:lnTo>
                    <a:pt x="879" y="75"/>
                  </a:lnTo>
                  <a:cubicBezTo>
                    <a:pt x="888" y="75"/>
                    <a:pt x="892" y="71"/>
                    <a:pt x="892" y="64"/>
                  </a:cubicBezTo>
                  <a:cubicBezTo>
                    <a:pt x="892" y="60"/>
                    <a:pt x="888" y="51"/>
                    <a:pt x="879" y="51"/>
                  </a:cubicBezTo>
                  <a:lnTo>
                    <a:pt x="706" y="44"/>
                  </a:lnTo>
                  <a:close/>
                  <a:moveTo>
                    <a:pt x="1057" y="64"/>
                  </a:moveTo>
                  <a:cubicBezTo>
                    <a:pt x="1050" y="64"/>
                    <a:pt x="1045" y="67"/>
                    <a:pt x="1045" y="71"/>
                  </a:cubicBezTo>
                  <a:cubicBezTo>
                    <a:pt x="1045" y="80"/>
                    <a:pt x="1050" y="84"/>
                    <a:pt x="1054" y="84"/>
                  </a:cubicBezTo>
                  <a:lnTo>
                    <a:pt x="1227" y="95"/>
                  </a:lnTo>
                  <a:cubicBezTo>
                    <a:pt x="1234" y="95"/>
                    <a:pt x="1239" y="91"/>
                    <a:pt x="1239" y="84"/>
                  </a:cubicBezTo>
                  <a:cubicBezTo>
                    <a:pt x="1239" y="80"/>
                    <a:pt x="1234" y="71"/>
                    <a:pt x="1231" y="71"/>
                  </a:cubicBezTo>
                  <a:lnTo>
                    <a:pt x="1057" y="64"/>
                  </a:lnTo>
                  <a:close/>
                  <a:moveTo>
                    <a:pt x="1405" y="84"/>
                  </a:moveTo>
                  <a:cubicBezTo>
                    <a:pt x="1396" y="84"/>
                    <a:pt x="1392" y="87"/>
                    <a:pt x="1392" y="95"/>
                  </a:cubicBezTo>
                  <a:cubicBezTo>
                    <a:pt x="1392" y="99"/>
                    <a:pt x="1396" y="103"/>
                    <a:pt x="1400" y="103"/>
                  </a:cubicBezTo>
                  <a:lnTo>
                    <a:pt x="1578" y="115"/>
                  </a:lnTo>
                  <a:cubicBezTo>
                    <a:pt x="1582" y="115"/>
                    <a:pt x="1585" y="111"/>
                    <a:pt x="1589" y="103"/>
                  </a:cubicBezTo>
                  <a:cubicBezTo>
                    <a:pt x="1589" y="99"/>
                    <a:pt x="1582" y="95"/>
                    <a:pt x="1578" y="91"/>
                  </a:cubicBezTo>
                  <a:lnTo>
                    <a:pt x="1405" y="84"/>
                  </a:lnTo>
                  <a:close/>
                  <a:moveTo>
                    <a:pt x="1751" y="103"/>
                  </a:moveTo>
                  <a:cubicBezTo>
                    <a:pt x="1747" y="103"/>
                    <a:pt x="1740" y="107"/>
                    <a:pt x="1740" y="115"/>
                  </a:cubicBezTo>
                  <a:cubicBezTo>
                    <a:pt x="1740" y="119"/>
                    <a:pt x="1743" y="122"/>
                    <a:pt x="1751" y="127"/>
                  </a:cubicBezTo>
                  <a:lnTo>
                    <a:pt x="1925" y="135"/>
                  </a:lnTo>
                  <a:cubicBezTo>
                    <a:pt x="1929" y="135"/>
                    <a:pt x="1937" y="131"/>
                    <a:pt x="1937" y="122"/>
                  </a:cubicBezTo>
                  <a:cubicBezTo>
                    <a:pt x="1937" y="119"/>
                    <a:pt x="1933" y="115"/>
                    <a:pt x="1925" y="115"/>
                  </a:cubicBezTo>
                  <a:lnTo>
                    <a:pt x="1751" y="103"/>
                  </a:lnTo>
                  <a:close/>
                  <a:moveTo>
                    <a:pt x="2098" y="122"/>
                  </a:moveTo>
                  <a:cubicBezTo>
                    <a:pt x="2095" y="122"/>
                    <a:pt x="2086" y="127"/>
                    <a:pt x="2086" y="135"/>
                  </a:cubicBezTo>
                  <a:cubicBezTo>
                    <a:pt x="2086" y="138"/>
                    <a:pt x="2091" y="146"/>
                    <a:pt x="2098" y="146"/>
                  </a:cubicBezTo>
                  <a:lnTo>
                    <a:pt x="2272" y="154"/>
                  </a:lnTo>
                  <a:cubicBezTo>
                    <a:pt x="2280" y="154"/>
                    <a:pt x="2284" y="151"/>
                    <a:pt x="2284" y="146"/>
                  </a:cubicBezTo>
                  <a:cubicBezTo>
                    <a:pt x="2284" y="138"/>
                    <a:pt x="2280" y="135"/>
                    <a:pt x="2272" y="135"/>
                  </a:cubicBezTo>
                  <a:lnTo>
                    <a:pt x="2098" y="122"/>
                  </a:lnTo>
                  <a:close/>
                  <a:moveTo>
                    <a:pt x="2449" y="142"/>
                  </a:moveTo>
                  <a:cubicBezTo>
                    <a:pt x="2441" y="142"/>
                    <a:pt x="2437" y="146"/>
                    <a:pt x="2437" y="154"/>
                  </a:cubicBezTo>
                  <a:cubicBezTo>
                    <a:pt x="2437" y="158"/>
                    <a:pt x="2441" y="166"/>
                    <a:pt x="2446" y="166"/>
                  </a:cubicBezTo>
                  <a:lnTo>
                    <a:pt x="2520" y="170"/>
                  </a:lnTo>
                  <a:cubicBezTo>
                    <a:pt x="2524" y="170"/>
                    <a:pt x="2528" y="166"/>
                    <a:pt x="2528" y="158"/>
                  </a:cubicBezTo>
                  <a:cubicBezTo>
                    <a:pt x="2532" y="154"/>
                    <a:pt x="2524" y="146"/>
                    <a:pt x="2520" y="146"/>
                  </a:cubicBezTo>
                  <a:lnTo>
                    <a:pt x="2449" y="142"/>
                  </a:lnTo>
                  <a:close/>
                </a:path>
              </a:pathLst>
            </a:cu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6"/>
            <p:cNvSpPr/>
            <p:nvPr/>
          </p:nvSpPr>
          <p:spPr>
            <a:xfrm>
              <a:off x="1704607" y="5959605"/>
              <a:ext cx="2642894" cy="203775"/>
            </a:xfrm>
            <a:custGeom>
              <a:rect b="b" l="l" r="r" t="t"/>
              <a:pathLst>
                <a:path extrusionOk="0" h="195" w="2529">
                  <a:moveTo>
                    <a:pt x="13" y="0"/>
                  </a:moveTo>
                  <a:cubicBezTo>
                    <a:pt x="4" y="0"/>
                    <a:pt x="0" y="4"/>
                    <a:pt x="0" y="9"/>
                  </a:cubicBezTo>
                  <a:cubicBezTo>
                    <a:pt x="0" y="17"/>
                    <a:pt x="4" y="20"/>
                    <a:pt x="9" y="20"/>
                  </a:cubicBezTo>
                  <a:lnTo>
                    <a:pt x="182" y="33"/>
                  </a:lnTo>
                  <a:cubicBezTo>
                    <a:pt x="183" y="33"/>
                    <a:pt x="185" y="34"/>
                    <a:pt x="186" y="34"/>
                  </a:cubicBezTo>
                  <a:cubicBezTo>
                    <a:pt x="191" y="34"/>
                    <a:pt x="193" y="27"/>
                    <a:pt x="193" y="24"/>
                  </a:cubicBezTo>
                  <a:cubicBezTo>
                    <a:pt x="198" y="17"/>
                    <a:pt x="190" y="13"/>
                    <a:pt x="186" y="13"/>
                  </a:cubicBezTo>
                  <a:lnTo>
                    <a:pt x="13" y="0"/>
                  </a:lnTo>
                  <a:close/>
                  <a:moveTo>
                    <a:pt x="359" y="24"/>
                  </a:moveTo>
                  <a:cubicBezTo>
                    <a:pt x="351" y="24"/>
                    <a:pt x="348" y="28"/>
                    <a:pt x="348" y="36"/>
                  </a:cubicBezTo>
                  <a:cubicBezTo>
                    <a:pt x="348" y="40"/>
                    <a:pt x="351" y="44"/>
                    <a:pt x="359" y="44"/>
                  </a:cubicBezTo>
                  <a:lnTo>
                    <a:pt x="533" y="60"/>
                  </a:lnTo>
                  <a:cubicBezTo>
                    <a:pt x="537" y="60"/>
                    <a:pt x="541" y="52"/>
                    <a:pt x="544" y="48"/>
                  </a:cubicBezTo>
                  <a:cubicBezTo>
                    <a:pt x="544" y="40"/>
                    <a:pt x="541" y="36"/>
                    <a:pt x="533" y="36"/>
                  </a:cubicBezTo>
                  <a:lnTo>
                    <a:pt x="359" y="24"/>
                  </a:lnTo>
                  <a:close/>
                  <a:moveTo>
                    <a:pt x="706" y="48"/>
                  </a:moveTo>
                  <a:cubicBezTo>
                    <a:pt x="703" y="48"/>
                    <a:pt x="695" y="52"/>
                    <a:pt x="695" y="60"/>
                  </a:cubicBezTo>
                  <a:cubicBezTo>
                    <a:pt x="695" y="64"/>
                    <a:pt x="699" y="68"/>
                    <a:pt x="706" y="71"/>
                  </a:cubicBezTo>
                  <a:lnTo>
                    <a:pt x="879" y="84"/>
                  </a:lnTo>
                  <a:cubicBezTo>
                    <a:pt x="884" y="84"/>
                    <a:pt x="892" y="80"/>
                    <a:pt x="892" y="71"/>
                  </a:cubicBezTo>
                  <a:cubicBezTo>
                    <a:pt x="892" y="68"/>
                    <a:pt x="888" y="60"/>
                    <a:pt x="879" y="60"/>
                  </a:cubicBezTo>
                  <a:lnTo>
                    <a:pt x="706" y="48"/>
                  </a:lnTo>
                  <a:close/>
                  <a:moveTo>
                    <a:pt x="1054" y="71"/>
                  </a:moveTo>
                  <a:cubicBezTo>
                    <a:pt x="1050" y="71"/>
                    <a:pt x="1041" y="75"/>
                    <a:pt x="1041" y="84"/>
                  </a:cubicBezTo>
                  <a:cubicBezTo>
                    <a:pt x="1041" y="87"/>
                    <a:pt x="1045" y="95"/>
                    <a:pt x="1054" y="95"/>
                  </a:cubicBezTo>
                  <a:lnTo>
                    <a:pt x="1227" y="107"/>
                  </a:lnTo>
                  <a:cubicBezTo>
                    <a:pt x="1234" y="107"/>
                    <a:pt x="1239" y="104"/>
                    <a:pt x="1239" y="95"/>
                  </a:cubicBezTo>
                  <a:cubicBezTo>
                    <a:pt x="1239" y="91"/>
                    <a:pt x="1234" y="84"/>
                    <a:pt x="1227" y="84"/>
                  </a:cubicBezTo>
                  <a:lnTo>
                    <a:pt x="1054" y="71"/>
                  </a:lnTo>
                  <a:close/>
                  <a:moveTo>
                    <a:pt x="1400" y="95"/>
                  </a:moveTo>
                  <a:cubicBezTo>
                    <a:pt x="1396" y="95"/>
                    <a:pt x="1392" y="99"/>
                    <a:pt x="1392" y="107"/>
                  </a:cubicBezTo>
                  <a:cubicBezTo>
                    <a:pt x="1389" y="111"/>
                    <a:pt x="1396" y="119"/>
                    <a:pt x="1400" y="119"/>
                  </a:cubicBezTo>
                  <a:lnTo>
                    <a:pt x="1574" y="131"/>
                  </a:lnTo>
                  <a:cubicBezTo>
                    <a:pt x="1582" y="131"/>
                    <a:pt x="1585" y="127"/>
                    <a:pt x="1585" y="119"/>
                  </a:cubicBezTo>
                  <a:cubicBezTo>
                    <a:pt x="1585" y="115"/>
                    <a:pt x="1582" y="107"/>
                    <a:pt x="1578" y="107"/>
                  </a:cubicBezTo>
                  <a:lnTo>
                    <a:pt x="1400" y="95"/>
                  </a:lnTo>
                  <a:close/>
                  <a:moveTo>
                    <a:pt x="1751" y="119"/>
                  </a:moveTo>
                  <a:cubicBezTo>
                    <a:pt x="1744" y="119"/>
                    <a:pt x="1740" y="123"/>
                    <a:pt x="1740" y="131"/>
                  </a:cubicBezTo>
                  <a:cubicBezTo>
                    <a:pt x="1740" y="139"/>
                    <a:pt x="1744" y="142"/>
                    <a:pt x="1747" y="142"/>
                  </a:cubicBezTo>
                  <a:lnTo>
                    <a:pt x="1920" y="155"/>
                  </a:lnTo>
                  <a:cubicBezTo>
                    <a:pt x="1929" y="155"/>
                    <a:pt x="1933" y="151"/>
                    <a:pt x="1933" y="142"/>
                  </a:cubicBezTo>
                  <a:cubicBezTo>
                    <a:pt x="1933" y="139"/>
                    <a:pt x="1929" y="135"/>
                    <a:pt x="1925" y="135"/>
                  </a:cubicBezTo>
                  <a:lnTo>
                    <a:pt x="1751" y="119"/>
                  </a:lnTo>
                  <a:close/>
                  <a:moveTo>
                    <a:pt x="2095" y="145"/>
                  </a:moveTo>
                  <a:cubicBezTo>
                    <a:pt x="2089" y="145"/>
                    <a:pt x="2086" y="152"/>
                    <a:pt x="2086" y="155"/>
                  </a:cubicBezTo>
                  <a:cubicBezTo>
                    <a:pt x="2086" y="162"/>
                    <a:pt x="2091" y="166"/>
                    <a:pt x="2095" y="166"/>
                  </a:cubicBezTo>
                  <a:lnTo>
                    <a:pt x="2272" y="178"/>
                  </a:lnTo>
                  <a:cubicBezTo>
                    <a:pt x="2275" y="178"/>
                    <a:pt x="2280" y="175"/>
                    <a:pt x="2280" y="170"/>
                  </a:cubicBezTo>
                  <a:cubicBezTo>
                    <a:pt x="2284" y="162"/>
                    <a:pt x="2275" y="158"/>
                    <a:pt x="2272" y="158"/>
                  </a:cubicBezTo>
                  <a:lnTo>
                    <a:pt x="2098" y="146"/>
                  </a:lnTo>
                  <a:cubicBezTo>
                    <a:pt x="2097" y="145"/>
                    <a:pt x="2096" y="145"/>
                    <a:pt x="2095" y="145"/>
                  </a:cubicBezTo>
                  <a:close/>
                  <a:moveTo>
                    <a:pt x="2446" y="170"/>
                  </a:moveTo>
                  <a:cubicBezTo>
                    <a:pt x="2437" y="170"/>
                    <a:pt x="2433" y="175"/>
                    <a:pt x="2433" y="178"/>
                  </a:cubicBezTo>
                  <a:cubicBezTo>
                    <a:pt x="2433" y="186"/>
                    <a:pt x="2437" y="190"/>
                    <a:pt x="2446" y="190"/>
                  </a:cubicBezTo>
                  <a:lnTo>
                    <a:pt x="2517" y="193"/>
                  </a:lnTo>
                  <a:cubicBezTo>
                    <a:pt x="2517" y="194"/>
                    <a:pt x="2518" y="195"/>
                    <a:pt x="2519" y="195"/>
                  </a:cubicBezTo>
                  <a:cubicBezTo>
                    <a:pt x="2523" y="195"/>
                    <a:pt x="2528" y="189"/>
                    <a:pt x="2528" y="186"/>
                  </a:cubicBezTo>
                  <a:cubicBezTo>
                    <a:pt x="2528" y="178"/>
                    <a:pt x="2524" y="175"/>
                    <a:pt x="2517" y="175"/>
                  </a:cubicBezTo>
                  <a:lnTo>
                    <a:pt x="2446" y="170"/>
                  </a:lnTo>
                  <a:close/>
                </a:path>
              </a:pathLst>
            </a:cu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6"/>
            <p:cNvSpPr/>
            <p:nvPr/>
          </p:nvSpPr>
          <p:spPr>
            <a:xfrm>
              <a:off x="1626229" y="6458070"/>
              <a:ext cx="2642894" cy="207955"/>
            </a:xfrm>
            <a:custGeom>
              <a:rect b="b" l="l" r="r" t="t"/>
              <a:pathLst>
                <a:path extrusionOk="0" h="199" w="2529">
                  <a:moveTo>
                    <a:pt x="13" y="0"/>
                  </a:moveTo>
                  <a:cubicBezTo>
                    <a:pt x="4" y="0"/>
                    <a:pt x="1" y="5"/>
                    <a:pt x="1" y="13"/>
                  </a:cubicBezTo>
                  <a:cubicBezTo>
                    <a:pt x="1" y="16"/>
                    <a:pt x="4" y="24"/>
                    <a:pt x="8" y="24"/>
                  </a:cubicBezTo>
                  <a:lnTo>
                    <a:pt x="182" y="36"/>
                  </a:lnTo>
                  <a:cubicBezTo>
                    <a:pt x="190" y="36"/>
                    <a:pt x="194" y="33"/>
                    <a:pt x="194" y="24"/>
                  </a:cubicBezTo>
                  <a:cubicBezTo>
                    <a:pt x="194" y="20"/>
                    <a:pt x="190" y="13"/>
                    <a:pt x="186" y="13"/>
                  </a:cubicBezTo>
                  <a:lnTo>
                    <a:pt x="13" y="0"/>
                  </a:lnTo>
                  <a:close/>
                  <a:moveTo>
                    <a:pt x="359" y="24"/>
                  </a:moveTo>
                  <a:cubicBezTo>
                    <a:pt x="352" y="24"/>
                    <a:pt x="348" y="29"/>
                    <a:pt x="348" y="36"/>
                  </a:cubicBezTo>
                  <a:cubicBezTo>
                    <a:pt x="348" y="44"/>
                    <a:pt x="352" y="48"/>
                    <a:pt x="359" y="48"/>
                  </a:cubicBezTo>
                  <a:lnTo>
                    <a:pt x="533" y="60"/>
                  </a:lnTo>
                  <a:cubicBezTo>
                    <a:pt x="537" y="60"/>
                    <a:pt x="541" y="56"/>
                    <a:pt x="545" y="48"/>
                  </a:cubicBezTo>
                  <a:cubicBezTo>
                    <a:pt x="545" y="44"/>
                    <a:pt x="541" y="40"/>
                    <a:pt x="533" y="36"/>
                  </a:cubicBezTo>
                  <a:lnTo>
                    <a:pt x="359" y="24"/>
                  </a:lnTo>
                  <a:close/>
                  <a:moveTo>
                    <a:pt x="704" y="51"/>
                  </a:moveTo>
                  <a:cubicBezTo>
                    <a:pt x="700" y="51"/>
                    <a:pt x="694" y="57"/>
                    <a:pt x="694" y="60"/>
                  </a:cubicBezTo>
                  <a:cubicBezTo>
                    <a:pt x="694" y="68"/>
                    <a:pt x="699" y="71"/>
                    <a:pt x="707" y="71"/>
                  </a:cubicBezTo>
                  <a:lnTo>
                    <a:pt x="880" y="84"/>
                  </a:lnTo>
                  <a:cubicBezTo>
                    <a:pt x="884" y="84"/>
                    <a:pt x="892" y="80"/>
                    <a:pt x="892" y="76"/>
                  </a:cubicBezTo>
                  <a:cubicBezTo>
                    <a:pt x="892" y="68"/>
                    <a:pt x="888" y="64"/>
                    <a:pt x="880" y="64"/>
                  </a:cubicBezTo>
                  <a:lnTo>
                    <a:pt x="707" y="52"/>
                  </a:lnTo>
                  <a:cubicBezTo>
                    <a:pt x="706" y="51"/>
                    <a:pt x="705" y="51"/>
                    <a:pt x="704" y="51"/>
                  </a:cubicBezTo>
                  <a:close/>
                  <a:moveTo>
                    <a:pt x="1054" y="76"/>
                  </a:moveTo>
                  <a:cubicBezTo>
                    <a:pt x="1049" y="76"/>
                    <a:pt x="1042" y="80"/>
                    <a:pt x="1042" y="84"/>
                  </a:cubicBezTo>
                  <a:cubicBezTo>
                    <a:pt x="1042" y="91"/>
                    <a:pt x="1045" y="95"/>
                    <a:pt x="1054" y="95"/>
                  </a:cubicBezTo>
                  <a:lnTo>
                    <a:pt x="1227" y="107"/>
                  </a:lnTo>
                  <a:cubicBezTo>
                    <a:pt x="1231" y="107"/>
                    <a:pt x="1238" y="104"/>
                    <a:pt x="1238" y="100"/>
                  </a:cubicBezTo>
                  <a:cubicBezTo>
                    <a:pt x="1238" y="91"/>
                    <a:pt x="1235" y="87"/>
                    <a:pt x="1227" y="87"/>
                  </a:cubicBezTo>
                  <a:lnTo>
                    <a:pt x="1054" y="76"/>
                  </a:lnTo>
                  <a:close/>
                  <a:moveTo>
                    <a:pt x="1400" y="100"/>
                  </a:moveTo>
                  <a:cubicBezTo>
                    <a:pt x="1396" y="100"/>
                    <a:pt x="1393" y="104"/>
                    <a:pt x="1389" y="107"/>
                  </a:cubicBezTo>
                  <a:cubicBezTo>
                    <a:pt x="1389" y="115"/>
                    <a:pt x="1396" y="119"/>
                    <a:pt x="1400" y="119"/>
                  </a:cubicBezTo>
                  <a:lnTo>
                    <a:pt x="1574" y="131"/>
                  </a:lnTo>
                  <a:cubicBezTo>
                    <a:pt x="1582" y="131"/>
                    <a:pt x="1586" y="127"/>
                    <a:pt x="1586" y="123"/>
                  </a:cubicBezTo>
                  <a:cubicBezTo>
                    <a:pt x="1586" y="115"/>
                    <a:pt x="1582" y="111"/>
                    <a:pt x="1578" y="111"/>
                  </a:cubicBezTo>
                  <a:lnTo>
                    <a:pt x="1400" y="100"/>
                  </a:lnTo>
                  <a:close/>
                  <a:moveTo>
                    <a:pt x="1751" y="123"/>
                  </a:moveTo>
                  <a:cubicBezTo>
                    <a:pt x="1744" y="123"/>
                    <a:pt x="1740" y="127"/>
                    <a:pt x="1740" y="131"/>
                  </a:cubicBezTo>
                  <a:cubicBezTo>
                    <a:pt x="1740" y="139"/>
                    <a:pt x="1744" y="142"/>
                    <a:pt x="1748" y="142"/>
                  </a:cubicBezTo>
                  <a:lnTo>
                    <a:pt x="1921" y="158"/>
                  </a:lnTo>
                  <a:cubicBezTo>
                    <a:pt x="1929" y="158"/>
                    <a:pt x="1933" y="151"/>
                    <a:pt x="1933" y="147"/>
                  </a:cubicBezTo>
                  <a:cubicBezTo>
                    <a:pt x="1933" y="139"/>
                    <a:pt x="1929" y="135"/>
                    <a:pt x="1924" y="135"/>
                  </a:cubicBezTo>
                  <a:lnTo>
                    <a:pt x="1751" y="123"/>
                  </a:lnTo>
                  <a:close/>
                  <a:moveTo>
                    <a:pt x="2099" y="147"/>
                  </a:moveTo>
                  <a:cubicBezTo>
                    <a:pt x="2090" y="147"/>
                    <a:pt x="2086" y="151"/>
                    <a:pt x="2086" y="158"/>
                  </a:cubicBezTo>
                  <a:cubicBezTo>
                    <a:pt x="2086" y="162"/>
                    <a:pt x="2090" y="166"/>
                    <a:pt x="2095" y="171"/>
                  </a:cubicBezTo>
                  <a:lnTo>
                    <a:pt x="2272" y="182"/>
                  </a:lnTo>
                  <a:cubicBezTo>
                    <a:pt x="2276" y="182"/>
                    <a:pt x="2279" y="178"/>
                    <a:pt x="2279" y="171"/>
                  </a:cubicBezTo>
                  <a:cubicBezTo>
                    <a:pt x="2284" y="166"/>
                    <a:pt x="2276" y="158"/>
                    <a:pt x="2272" y="158"/>
                  </a:cubicBezTo>
                  <a:lnTo>
                    <a:pt x="2099" y="147"/>
                  </a:lnTo>
                  <a:close/>
                  <a:moveTo>
                    <a:pt x="2445" y="171"/>
                  </a:moveTo>
                  <a:cubicBezTo>
                    <a:pt x="2437" y="171"/>
                    <a:pt x="2434" y="175"/>
                    <a:pt x="2434" y="182"/>
                  </a:cubicBezTo>
                  <a:cubicBezTo>
                    <a:pt x="2434" y="186"/>
                    <a:pt x="2437" y="194"/>
                    <a:pt x="2445" y="194"/>
                  </a:cubicBezTo>
                  <a:lnTo>
                    <a:pt x="2516" y="198"/>
                  </a:lnTo>
                  <a:cubicBezTo>
                    <a:pt x="2521" y="198"/>
                    <a:pt x="2528" y="194"/>
                    <a:pt x="2528" y="186"/>
                  </a:cubicBezTo>
                  <a:cubicBezTo>
                    <a:pt x="2528" y="182"/>
                    <a:pt x="2524" y="178"/>
                    <a:pt x="2516" y="175"/>
                  </a:cubicBezTo>
                  <a:lnTo>
                    <a:pt x="2445" y="171"/>
                  </a:lnTo>
                  <a:close/>
                </a:path>
              </a:pathLst>
            </a:cu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5" name="Google Shape;125;p6"/>
          <p:cNvGrpSpPr/>
          <p:nvPr/>
        </p:nvGrpSpPr>
        <p:grpSpPr>
          <a:xfrm rot="-2700000">
            <a:off x="8962963" y="8484053"/>
            <a:ext cx="1896745" cy="1928965"/>
            <a:chOff x="8016283" y="3354199"/>
            <a:chExt cx="1896763" cy="1928983"/>
          </a:xfrm>
        </p:grpSpPr>
        <p:grpSp>
          <p:nvGrpSpPr>
            <p:cNvPr id="126" name="Google Shape;126;p6"/>
            <p:cNvGrpSpPr/>
            <p:nvPr/>
          </p:nvGrpSpPr>
          <p:grpSpPr>
            <a:xfrm>
              <a:off x="8016283" y="3354199"/>
              <a:ext cx="1896763" cy="1928983"/>
              <a:chOff x="3025183" y="3101074"/>
              <a:chExt cx="1896763" cy="1928983"/>
            </a:xfrm>
          </p:grpSpPr>
          <p:sp>
            <p:nvSpPr>
              <p:cNvPr id="127" name="Google Shape;127;p6"/>
              <p:cNvSpPr/>
              <p:nvPr/>
            </p:nvSpPr>
            <p:spPr>
              <a:xfrm>
                <a:off x="3025183" y="3101074"/>
                <a:ext cx="1896763" cy="1928983"/>
              </a:xfrm>
              <a:custGeom>
                <a:rect b="b" l="l" r="r" t="t"/>
                <a:pathLst>
                  <a:path extrusionOk="0" h="1913" w="1881">
                    <a:moveTo>
                      <a:pt x="1496" y="1"/>
                    </a:moveTo>
                    <a:cubicBezTo>
                      <a:pt x="1477" y="1"/>
                      <a:pt x="1459" y="7"/>
                      <a:pt x="1440" y="16"/>
                    </a:cubicBezTo>
                    <a:cubicBezTo>
                      <a:pt x="1416" y="24"/>
                      <a:pt x="1392" y="31"/>
                      <a:pt x="1364" y="31"/>
                    </a:cubicBezTo>
                    <a:lnTo>
                      <a:pt x="0" y="1573"/>
                    </a:lnTo>
                    <a:cubicBezTo>
                      <a:pt x="24" y="1596"/>
                      <a:pt x="35" y="1629"/>
                      <a:pt x="35" y="1664"/>
                    </a:cubicBezTo>
                    <a:cubicBezTo>
                      <a:pt x="63" y="1667"/>
                      <a:pt x="91" y="1680"/>
                      <a:pt x="115" y="1700"/>
                    </a:cubicBezTo>
                    <a:cubicBezTo>
                      <a:pt x="138" y="1719"/>
                      <a:pt x="153" y="1747"/>
                      <a:pt x="162" y="1774"/>
                    </a:cubicBezTo>
                    <a:cubicBezTo>
                      <a:pt x="201" y="1778"/>
                      <a:pt x="237" y="1782"/>
                      <a:pt x="268" y="1806"/>
                    </a:cubicBezTo>
                    <a:cubicBezTo>
                      <a:pt x="304" y="1833"/>
                      <a:pt x="319" y="1869"/>
                      <a:pt x="323" y="1912"/>
                    </a:cubicBezTo>
                    <a:lnTo>
                      <a:pt x="1880" y="153"/>
                    </a:lnTo>
                    <a:lnTo>
                      <a:pt x="1865" y="138"/>
                    </a:lnTo>
                    <a:cubicBezTo>
                      <a:pt x="1860" y="137"/>
                      <a:pt x="1854" y="136"/>
                      <a:pt x="1849" y="136"/>
                    </a:cubicBezTo>
                    <a:cubicBezTo>
                      <a:pt x="1821" y="136"/>
                      <a:pt x="1793" y="151"/>
                      <a:pt x="1766" y="158"/>
                    </a:cubicBezTo>
                    <a:cubicBezTo>
                      <a:pt x="1753" y="160"/>
                      <a:pt x="1741" y="161"/>
                      <a:pt x="1729" y="161"/>
                    </a:cubicBezTo>
                    <a:cubicBezTo>
                      <a:pt x="1682" y="161"/>
                      <a:pt x="1640" y="143"/>
                      <a:pt x="1609" y="102"/>
                    </a:cubicBezTo>
                    <a:cubicBezTo>
                      <a:pt x="1577" y="71"/>
                      <a:pt x="1558" y="16"/>
                      <a:pt x="1518" y="4"/>
                    </a:cubicBezTo>
                    <a:cubicBezTo>
                      <a:pt x="1510" y="2"/>
                      <a:pt x="1503" y="1"/>
                      <a:pt x="1496" y="1"/>
                    </a:cubicBezTo>
                    <a:close/>
                  </a:path>
                </a:pathLst>
              </a:custGeom>
              <a:solidFill>
                <a:schemeClr val="accent5"/>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6"/>
              <p:cNvSpPr/>
              <p:nvPr/>
            </p:nvSpPr>
            <p:spPr>
              <a:xfrm>
                <a:off x="3398283" y="4396808"/>
                <a:ext cx="132098" cy="147220"/>
              </a:xfrm>
              <a:custGeom>
                <a:rect b="b" l="l" r="r" t="t"/>
                <a:pathLst>
                  <a:path extrusionOk="0" h="146" w="131">
                    <a:moveTo>
                      <a:pt x="131" y="0"/>
                    </a:moveTo>
                    <a:lnTo>
                      <a:pt x="131" y="0"/>
                    </a:lnTo>
                    <a:cubicBezTo>
                      <a:pt x="109" y="24"/>
                      <a:pt x="87" y="48"/>
                      <a:pt x="65" y="73"/>
                    </a:cubicBezTo>
                    <a:lnTo>
                      <a:pt x="131" y="0"/>
                    </a:lnTo>
                    <a:close/>
                    <a:moveTo>
                      <a:pt x="65" y="73"/>
                    </a:moveTo>
                    <a:lnTo>
                      <a:pt x="0" y="146"/>
                    </a:lnTo>
                    <a:cubicBezTo>
                      <a:pt x="22" y="122"/>
                      <a:pt x="44" y="98"/>
                      <a:pt x="65" y="73"/>
                    </a:cubicBezTo>
                    <a:close/>
                  </a:path>
                </a:pathLst>
              </a:custGeom>
              <a:solidFill>
                <a:srgbClr val="FFF2A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6"/>
              <p:cNvSpPr/>
              <p:nvPr/>
            </p:nvSpPr>
            <p:spPr>
              <a:xfrm>
                <a:off x="3560633" y="4511760"/>
                <a:ext cx="72603" cy="61510"/>
              </a:xfrm>
              <a:custGeom>
                <a:rect b="b" l="l" r="r" t="t"/>
                <a:pathLst>
                  <a:path extrusionOk="0" h="61" w="72">
                    <a:moveTo>
                      <a:pt x="1" y="60"/>
                    </a:moveTo>
                    <a:cubicBezTo>
                      <a:pt x="25" y="40"/>
                      <a:pt x="48" y="20"/>
                      <a:pt x="72" y="1"/>
                    </a:cubicBezTo>
                    <a:close/>
                  </a:path>
                </a:pathLst>
              </a:custGeom>
              <a:solidFill>
                <a:srgbClr val="FFF2A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6"/>
              <p:cNvSpPr/>
              <p:nvPr/>
            </p:nvSpPr>
            <p:spPr>
              <a:xfrm>
                <a:off x="4396580" y="3513491"/>
                <a:ext cx="44369" cy="76635"/>
              </a:xfrm>
              <a:custGeom>
                <a:rect b="b" l="l" r="r" t="t"/>
                <a:pathLst>
                  <a:path extrusionOk="0" h="76" w="44">
                    <a:moveTo>
                      <a:pt x="44" y="1"/>
                    </a:moveTo>
                    <a:cubicBezTo>
                      <a:pt x="43" y="2"/>
                      <a:pt x="42" y="3"/>
                      <a:pt x="41" y="4"/>
                    </a:cubicBezTo>
                    <a:lnTo>
                      <a:pt x="41" y="4"/>
                    </a:lnTo>
                    <a:lnTo>
                      <a:pt x="44" y="1"/>
                    </a:lnTo>
                    <a:close/>
                    <a:moveTo>
                      <a:pt x="41" y="4"/>
                    </a:moveTo>
                    <a:lnTo>
                      <a:pt x="0" y="75"/>
                    </a:lnTo>
                    <a:cubicBezTo>
                      <a:pt x="15" y="53"/>
                      <a:pt x="26" y="30"/>
                      <a:pt x="41" y="4"/>
                    </a:cubicBezTo>
                    <a:close/>
                  </a:path>
                </a:pathLst>
              </a:custGeom>
              <a:solidFill>
                <a:srgbClr val="FFF2A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1" name="Google Shape;131;p6"/>
            <p:cNvSpPr/>
            <p:nvPr/>
          </p:nvSpPr>
          <p:spPr>
            <a:xfrm>
              <a:off x="8418775" y="4784875"/>
              <a:ext cx="180875" cy="205550"/>
            </a:xfrm>
            <a:custGeom>
              <a:rect b="b" l="l" r="r" t="t"/>
              <a:pathLst>
                <a:path extrusionOk="0" h="8222" w="7235">
                  <a:moveTo>
                    <a:pt x="7235" y="0"/>
                  </a:moveTo>
                  <a:cubicBezTo>
                    <a:pt x="5044" y="2920"/>
                    <a:pt x="2579" y="5639"/>
                    <a:pt x="0" y="8222"/>
                  </a:cubicBezTo>
                </a:path>
              </a:pathLst>
            </a:custGeom>
            <a:noFill/>
            <a:ln cap="flat" cmpd="sng" w="28575">
              <a:solidFill>
                <a:schemeClr val="dk1"/>
              </a:solidFill>
              <a:prstDash val="solid"/>
              <a:round/>
              <a:headEnd len="med" w="med" type="none"/>
              <a:tailEnd len="med" w="med" type="none"/>
            </a:ln>
          </p:spPr>
        </p:sp>
        <p:sp>
          <p:nvSpPr>
            <p:cNvPr id="132" name="Google Shape;132;p6"/>
            <p:cNvSpPr/>
            <p:nvPr/>
          </p:nvSpPr>
          <p:spPr>
            <a:xfrm>
              <a:off x="8336550" y="4834225"/>
              <a:ext cx="74000" cy="106875"/>
            </a:xfrm>
            <a:custGeom>
              <a:rect b="b" l="l" r="r" t="t"/>
              <a:pathLst>
                <a:path extrusionOk="0" h="4275" w="2960">
                  <a:moveTo>
                    <a:pt x="2960" y="0"/>
                  </a:moveTo>
                  <a:cubicBezTo>
                    <a:pt x="2068" y="1486"/>
                    <a:pt x="961" y="2833"/>
                    <a:pt x="0" y="4275"/>
                  </a:cubicBezTo>
                </a:path>
              </a:pathLst>
            </a:custGeom>
            <a:noFill/>
            <a:ln cap="flat" cmpd="sng" w="28575">
              <a:solidFill>
                <a:schemeClr val="dk1"/>
              </a:solidFill>
              <a:prstDash val="solid"/>
              <a:round/>
              <a:headEnd len="med" w="med" type="none"/>
              <a:tailEnd len="med" w="med" type="none"/>
            </a:ln>
          </p:spPr>
        </p:sp>
        <p:sp>
          <p:nvSpPr>
            <p:cNvPr id="133" name="Google Shape;133;p6"/>
            <p:cNvSpPr/>
            <p:nvPr/>
          </p:nvSpPr>
          <p:spPr>
            <a:xfrm>
              <a:off x="9232700" y="3658550"/>
              <a:ext cx="353525" cy="452175"/>
            </a:xfrm>
            <a:custGeom>
              <a:rect b="b" l="l" r="r" t="t"/>
              <a:pathLst>
                <a:path extrusionOk="0" h="18087" w="14141">
                  <a:moveTo>
                    <a:pt x="14141" y="0"/>
                  </a:moveTo>
                  <a:cubicBezTo>
                    <a:pt x="9241" y="5879"/>
                    <a:pt x="4241" y="11716"/>
                    <a:pt x="0" y="18087"/>
                  </a:cubicBezTo>
                </a:path>
              </a:pathLst>
            </a:custGeom>
            <a:noFill/>
            <a:ln cap="flat" cmpd="sng" w="28575">
              <a:solidFill>
                <a:schemeClr val="dk1"/>
              </a:solidFill>
              <a:prstDash val="solid"/>
              <a:round/>
              <a:headEnd len="med" w="med" type="none"/>
              <a:tailEnd len="med" w="med" type="none"/>
            </a:ln>
          </p:spPr>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34" name="Shape 134"/>
        <p:cNvGrpSpPr/>
        <p:nvPr/>
      </p:nvGrpSpPr>
      <p:grpSpPr>
        <a:xfrm>
          <a:off x="0" y="0"/>
          <a:ext cx="0" cy="0"/>
          <a:chOff x="0" y="0"/>
          <a:chExt cx="0" cy="0"/>
        </a:xfrm>
      </p:grpSpPr>
      <p:sp>
        <p:nvSpPr>
          <p:cNvPr id="135" name="Google Shape;135;p7"/>
          <p:cNvSpPr txBox="1"/>
          <p:nvPr>
            <p:ph idx="1" type="body"/>
          </p:nvPr>
        </p:nvSpPr>
        <p:spPr>
          <a:xfrm>
            <a:off x="1413600" y="2916575"/>
            <a:ext cx="7459800" cy="1222200"/>
          </a:xfrm>
          <a:prstGeom prst="rect">
            <a:avLst/>
          </a:prstGeom>
        </p:spPr>
        <p:txBody>
          <a:bodyPr anchorCtr="0" anchor="t" bIns="91425" lIns="91425" spcFirstLastPara="1" rIns="91425" wrap="square" tIns="91425">
            <a:noAutofit/>
          </a:bodyPr>
          <a:lstStyle>
            <a:lvl1pPr indent="-368300" lvl="0" marL="457200" rtl="0" algn="ctr">
              <a:spcBef>
                <a:spcPts val="0"/>
              </a:spcBef>
              <a:spcAft>
                <a:spcPts val="0"/>
              </a:spcAft>
              <a:buClr>
                <a:schemeClr val="dk1"/>
              </a:buClr>
              <a:buSzPts val="2200"/>
              <a:buFont typeface="Arial"/>
              <a:buChar char="●"/>
              <a:defRPr sz="2200">
                <a:solidFill>
                  <a:schemeClr val="dk1"/>
                </a:solidFill>
              </a:defRPr>
            </a:lvl1pPr>
            <a:lvl2pPr indent="-368300" lvl="1" marL="914400" rtl="0">
              <a:spcBef>
                <a:spcPts val="1200"/>
              </a:spcBef>
              <a:spcAft>
                <a:spcPts val="0"/>
              </a:spcAft>
              <a:buClr>
                <a:schemeClr val="dk1"/>
              </a:buClr>
              <a:buSzPts val="2200"/>
              <a:buFont typeface="Arial"/>
              <a:buChar char="○"/>
              <a:defRPr>
                <a:solidFill>
                  <a:schemeClr val="dk1"/>
                </a:solidFill>
              </a:defRPr>
            </a:lvl2pPr>
            <a:lvl3pPr indent="-368300" lvl="2" marL="1371600" rtl="0">
              <a:spcBef>
                <a:spcPts val="0"/>
              </a:spcBef>
              <a:spcAft>
                <a:spcPts val="0"/>
              </a:spcAft>
              <a:buClr>
                <a:schemeClr val="dk1"/>
              </a:buClr>
              <a:buSzPts val="2200"/>
              <a:buFont typeface="Arial"/>
              <a:buChar char="■"/>
              <a:defRPr>
                <a:solidFill>
                  <a:schemeClr val="dk1"/>
                </a:solidFill>
              </a:defRPr>
            </a:lvl3pPr>
            <a:lvl4pPr indent="-368300" lvl="3" marL="1828800" rtl="0">
              <a:spcBef>
                <a:spcPts val="0"/>
              </a:spcBef>
              <a:spcAft>
                <a:spcPts val="0"/>
              </a:spcAft>
              <a:buClr>
                <a:schemeClr val="dk1"/>
              </a:buClr>
              <a:buSzPts val="2200"/>
              <a:buFont typeface="Arial"/>
              <a:buChar char="●"/>
              <a:defRPr>
                <a:solidFill>
                  <a:schemeClr val="dk1"/>
                </a:solidFill>
              </a:defRPr>
            </a:lvl4pPr>
            <a:lvl5pPr indent="-368300" lvl="4" marL="2286000" rtl="0">
              <a:spcBef>
                <a:spcPts val="0"/>
              </a:spcBef>
              <a:spcAft>
                <a:spcPts val="0"/>
              </a:spcAft>
              <a:buClr>
                <a:schemeClr val="dk1"/>
              </a:buClr>
              <a:buSzPts val="2200"/>
              <a:buFont typeface="Arial"/>
              <a:buChar char="○"/>
              <a:defRPr>
                <a:solidFill>
                  <a:schemeClr val="dk1"/>
                </a:solidFill>
              </a:defRPr>
            </a:lvl5pPr>
            <a:lvl6pPr indent="-368300" lvl="5" marL="2743200" rtl="0">
              <a:spcBef>
                <a:spcPts val="0"/>
              </a:spcBef>
              <a:spcAft>
                <a:spcPts val="0"/>
              </a:spcAft>
              <a:buClr>
                <a:schemeClr val="dk1"/>
              </a:buClr>
              <a:buSzPts val="2200"/>
              <a:buFont typeface="Arial"/>
              <a:buChar char="■"/>
              <a:defRPr>
                <a:solidFill>
                  <a:schemeClr val="dk1"/>
                </a:solidFill>
              </a:defRPr>
            </a:lvl6pPr>
            <a:lvl7pPr indent="-368300" lvl="6" marL="3200400" rtl="0">
              <a:spcBef>
                <a:spcPts val="0"/>
              </a:spcBef>
              <a:spcAft>
                <a:spcPts val="0"/>
              </a:spcAft>
              <a:buClr>
                <a:schemeClr val="dk1"/>
              </a:buClr>
              <a:buSzPts val="2200"/>
              <a:buFont typeface="Arial"/>
              <a:buChar char="●"/>
              <a:defRPr>
                <a:solidFill>
                  <a:schemeClr val="dk1"/>
                </a:solidFill>
              </a:defRPr>
            </a:lvl7pPr>
            <a:lvl8pPr indent="-368300" lvl="7" marL="3657600" rtl="0">
              <a:spcBef>
                <a:spcPts val="0"/>
              </a:spcBef>
              <a:spcAft>
                <a:spcPts val="0"/>
              </a:spcAft>
              <a:buClr>
                <a:schemeClr val="dk1"/>
              </a:buClr>
              <a:buSzPts val="2200"/>
              <a:buFont typeface="Arial"/>
              <a:buChar char="○"/>
              <a:defRPr>
                <a:solidFill>
                  <a:schemeClr val="dk1"/>
                </a:solidFill>
              </a:defRPr>
            </a:lvl8pPr>
            <a:lvl9pPr indent="-368300" lvl="8" marL="4114800" rtl="0">
              <a:spcBef>
                <a:spcPts val="0"/>
              </a:spcBef>
              <a:spcAft>
                <a:spcPts val="0"/>
              </a:spcAft>
              <a:buClr>
                <a:schemeClr val="dk1"/>
              </a:buClr>
              <a:buSzPts val="2200"/>
              <a:buFont typeface="Arial"/>
              <a:buChar char="■"/>
              <a:defRPr>
                <a:solidFill>
                  <a:schemeClr val="dk1"/>
                </a:solidFill>
              </a:defRPr>
            </a:lvl9pPr>
          </a:lstStyle>
          <a:p/>
        </p:txBody>
      </p:sp>
      <p:sp>
        <p:nvSpPr>
          <p:cNvPr id="136" name="Google Shape;136;p7"/>
          <p:cNvSpPr txBox="1"/>
          <p:nvPr>
            <p:ph type="title"/>
          </p:nvPr>
        </p:nvSpPr>
        <p:spPr>
          <a:xfrm>
            <a:off x="1413600" y="888750"/>
            <a:ext cx="7459800" cy="2039700"/>
          </a:xfrm>
          <a:prstGeom prst="rect">
            <a:avLst/>
          </a:prstGeom>
        </p:spPr>
        <p:txBody>
          <a:bodyPr anchorCtr="0" anchor="t" bIns="91425" lIns="91425" spcFirstLastPara="1" rIns="91425" wrap="square" tIns="91425">
            <a:noAutofit/>
          </a:bodyPr>
          <a:lstStyle>
            <a:lvl1pPr lvl="0" rtl="0">
              <a:spcBef>
                <a:spcPts val="0"/>
              </a:spcBef>
              <a:spcAft>
                <a:spcPts val="0"/>
              </a:spcAft>
              <a:buSzPts val="6400"/>
              <a:buNone/>
              <a:defRPr/>
            </a:lvl1pPr>
            <a:lvl2pPr lvl="1" rtl="0">
              <a:lnSpc>
                <a:spcPct val="100000"/>
              </a:lnSpc>
              <a:spcBef>
                <a:spcPts val="0"/>
              </a:spcBef>
              <a:spcAft>
                <a:spcPts val="0"/>
              </a:spcAft>
              <a:buSzPts val="6400"/>
              <a:buNone/>
              <a:defRPr/>
            </a:lvl2pPr>
            <a:lvl3pPr lvl="2" rtl="0">
              <a:lnSpc>
                <a:spcPct val="100000"/>
              </a:lnSpc>
              <a:spcBef>
                <a:spcPts val="0"/>
              </a:spcBef>
              <a:spcAft>
                <a:spcPts val="0"/>
              </a:spcAft>
              <a:buSzPts val="6400"/>
              <a:buNone/>
              <a:defRPr/>
            </a:lvl3pPr>
            <a:lvl4pPr lvl="3" rtl="0">
              <a:lnSpc>
                <a:spcPct val="100000"/>
              </a:lnSpc>
              <a:spcBef>
                <a:spcPts val="0"/>
              </a:spcBef>
              <a:spcAft>
                <a:spcPts val="0"/>
              </a:spcAft>
              <a:buSzPts val="6400"/>
              <a:buNone/>
              <a:defRPr/>
            </a:lvl4pPr>
            <a:lvl5pPr lvl="4" rtl="0">
              <a:lnSpc>
                <a:spcPct val="100000"/>
              </a:lnSpc>
              <a:spcBef>
                <a:spcPts val="0"/>
              </a:spcBef>
              <a:spcAft>
                <a:spcPts val="0"/>
              </a:spcAft>
              <a:buSzPts val="6400"/>
              <a:buNone/>
              <a:defRPr/>
            </a:lvl5pPr>
            <a:lvl6pPr lvl="5" rtl="0">
              <a:lnSpc>
                <a:spcPct val="100000"/>
              </a:lnSpc>
              <a:spcBef>
                <a:spcPts val="0"/>
              </a:spcBef>
              <a:spcAft>
                <a:spcPts val="0"/>
              </a:spcAft>
              <a:buSzPts val="6400"/>
              <a:buNone/>
              <a:defRPr/>
            </a:lvl6pPr>
            <a:lvl7pPr lvl="6" rtl="0">
              <a:lnSpc>
                <a:spcPct val="100000"/>
              </a:lnSpc>
              <a:spcBef>
                <a:spcPts val="0"/>
              </a:spcBef>
              <a:spcAft>
                <a:spcPts val="0"/>
              </a:spcAft>
              <a:buSzPts val="6400"/>
              <a:buNone/>
              <a:defRPr/>
            </a:lvl7pPr>
            <a:lvl8pPr lvl="7" rtl="0">
              <a:lnSpc>
                <a:spcPct val="100000"/>
              </a:lnSpc>
              <a:spcBef>
                <a:spcPts val="0"/>
              </a:spcBef>
              <a:spcAft>
                <a:spcPts val="0"/>
              </a:spcAft>
              <a:buSzPts val="6400"/>
              <a:buNone/>
              <a:defRPr/>
            </a:lvl8pPr>
            <a:lvl9pPr lvl="8" rtl="0">
              <a:lnSpc>
                <a:spcPct val="100000"/>
              </a:lnSpc>
              <a:spcBef>
                <a:spcPts val="0"/>
              </a:spcBef>
              <a:spcAft>
                <a:spcPts val="0"/>
              </a:spcAft>
              <a:buSzPts val="6400"/>
              <a:buNone/>
              <a:defRPr/>
            </a:lvl9pPr>
          </a:lstStyle>
          <a:p/>
        </p:txBody>
      </p:sp>
      <p:sp>
        <p:nvSpPr>
          <p:cNvPr id="137" name="Google Shape;137;p7"/>
          <p:cNvSpPr/>
          <p:nvPr/>
        </p:nvSpPr>
        <p:spPr>
          <a:xfrm flipH="1">
            <a:off x="9395387" y="150867"/>
            <a:ext cx="830723" cy="773578"/>
          </a:xfrm>
          <a:custGeom>
            <a:rect b="b" l="l" r="r" t="t"/>
            <a:pathLst>
              <a:path extrusionOk="0" h="1638" w="1759">
                <a:moveTo>
                  <a:pt x="1074" y="1"/>
                </a:moveTo>
                <a:cubicBezTo>
                  <a:pt x="1067" y="1"/>
                  <a:pt x="1060" y="3"/>
                  <a:pt x="1054" y="5"/>
                </a:cubicBezTo>
                <a:cubicBezTo>
                  <a:pt x="1041" y="18"/>
                  <a:pt x="1025" y="29"/>
                  <a:pt x="1014" y="41"/>
                </a:cubicBezTo>
                <a:cubicBezTo>
                  <a:pt x="1006" y="53"/>
                  <a:pt x="994" y="65"/>
                  <a:pt x="983" y="76"/>
                </a:cubicBezTo>
                <a:cubicBezTo>
                  <a:pt x="947" y="124"/>
                  <a:pt x="912" y="171"/>
                  <a:pt x="872" y="214"/>
                </a:cubicBezTo>
                <a:cubicBezTo>
                  <a:pt x="836" y="262"/>
                  <a:pt x="805" y="309"/>
                  <a:pt x="774" y="356"/>
                </a:cubicBezTo>
                <a:cubicBezTo>
                  <a:pt x="761" y="376"/>
                  <a:pt x="750" y="404"/>
                  <a:pt x="734" y="424"/>
                </a:cubicBezTo>
                <a:cubicBezTo>
                  <a:pt x="723" y="435"/>
                  <a:pt x="710" y="451"/>
                  <a:pt x="703" y="462"/>
                </a:cubicBezTo>
                <a:cubicBezTo>
                  <a:pt x="699" y="473"/>
                  <a:pt x="687" y="508"/>
                  <a:pt x="673" y="508"/>
                </a:cubicBezTo>
                <a:cubicBezTo>
                  <a:pt x="671" y="508"/>
                  <a:pt x="669" y="507"/>
                  <a:pt x="667" y="506"/>
                </a:cubicBezTo>
                <a:cubicBezTo>
                  <a:pt x="659" y="502"/>
                  <a:pt x="659" y="495"/>
                  <a:pt x="652" y="495"/>
                </a:cubicBezTo>
                <a:cubicBezTo>
                  <a:pt x="643" y="495"/>
                  <a:pt x="639" y="498"/>
                  <a:pt x="632" y="498"/>
                </a:cubicBezTo>
                <a:cubicBezTo>
                  <a:pt x="625" y="500"/>
                  <a:pt x="618" y="500"/>
                  <a:pt x="611" y="500"/>
                </a:cubicBezTo>
                <a:cubicBezTo>
                  <a:pt x="596" y="500"/>
                  <a:pt x="582" y="498"/>
                  <a:pt x="568" y="498"/>
                </a:cubicBezTo>
                <a:cubicBezTo>
                  <a:pt x="545" y="495"/>
                  <a:pt x="517" y="491"/>
                  <a:pt x="494" y="491"/>
                </a:cubicBezTo>
                <a:cubicBezTo>
                  <a:pt x="454" y="486"/>
                  <a:pt x="415" y="482"/>
                  <a:pt x="379" y="479"/>
                </a:cubicBezTo>
                <a:cubicBezTo>
                  <a:pt x="359" y="479"/>
                  <a:pt x="339" y="475"/>
                  <a:pt x="320" y="475"/>
                </a:cubicBezTo>
                <a:cubicBezTo>
                  <a:pt x="273" y="471"/>
                  <a:pt x="226" y="462"/>
                  <a:pt x="178" y="462"/>
                </a:cubicBezTo>
                <a:cubicBezTo>
                  <a:pt x="170" y="462"/>
                  <a:pt x="164" y="461"/>
                  <a:pt x="157" y="461"/>
                </a:cubicBezTo>
                <a:cubicBezTo>
                  <a:pt x="154" y="461"/>
                  <a:pt x="150" y="461"/>
                  <a:pt x="146" y="462"/>
                </a:cubicBezTo>
                <a:cubicBezTo>
                  <a:pt x="139" y="462"/>
                  <a:pt x="135" y="462"/>
                  <a:pt x="123" y="459"/>
                </a:cubicBezTo>
                <a:cubicBezTo>
                  <a:pt x="103" y="455"/>
                  <a:pt x="79" y="451"/>
                  <a:pt x="60" y="451"/>
                </a:cubicBezTo>
                <a:cubicBezTo>
                  <a:pt x="48" y="455"/>
                  <a:pt x="36" y="451"/>
                  <a:pt x="28" y="459"/>
                </a:cubicBezTo>
                <a:cubicBezTo>
                  <a:pt x="24" y="462"/>
                  <a:pt x="13" y="471"/>
                  <a:pt x="8" y="479"/>
                </a:cubicBezTo>
                <a:cubicBezTo>
                  <a:pt x="0" y="491"/>
                  <a:pt x="13" y="502"/>
                  <a:pt x="17" y="514"/>
                </a:cubicBezTo>
                <a:cubicBezTo>
                  <a:pt x="24" y="522"/>
                  <a:pt x="28" y="530"/>
                  <a:pt x="36" y="542"/>
                </a:cubicBezTo>
                <a:cubicBezTo>
                  <a:pt x="44" y="553"/>
                  <a:pt x="48" y="562"/>
                  <a:pt x="60" y="573"/>
                </a:cubicBezTo>
                <a:cubicBezTo>
                  <a:pt x="84" y="597"/>
                  <a:pt x="115" y="613"/>
                  <a:pt x="139" y="637"/>
                </a:cubicBezTo>
                <a:cubicBezTo>
                  <a:pt x="162" y="668"/>
                  <a:pt x="182" y="695"/>
                  <a:pt x="210" y="723"/>
                </a:cubicBezTo>
                <a:cubicBezTo>
                  <a:pt x="241" y="751"/>
                  <a:pt x="273" y="775"/>
                  <a:pt x="304" y="802"/>
                </a:cubicBezTo>
                <a:cubicBezTo>
                  <a:pt x="316" y="814"/>
                  <a:pt x="324" y="826"/>
                  <a:pt x="335" y="833"/>
                </a:cubicBezTo>
                <a:cubicBezTo>
                  <a:pt x="344" y="837"/>
                  <a:pt x="352" y="841"/>
                  <a:pt x="355" y="846"/>
                </a:cubicBezTo>
                <a:cubicBezTo>
                  <a:pt x="355" y="849"/>
                  <a:pt x="352" y="857"/>
                  <a:pt x="348" y="861"/>
                </a:cubicBezTo>
                <a:cubicBezTo>
                  <a:pt x="348" y="869"/>
                  <a:pt x="344" y="881"/>
                  <a:pt x="339" y="888"/>
                </a:cubicBezTo>
                <a:cubicBezTo>
                  <a:pt x="316" y="920"/>
                  <a:pt x="297" y="948"/>
                  <a:pt x="281" y="983"/>
                </a:cubicBezTo>
                <a:cubicBezTo>
                  <a:pt x="273" y="999"/>
                  <a:pt x="265" y="1011"/>
                  <a:pt x="261" y="1026"/>
                </a:cubicBezTo>
                <a:cubicBezTo>
                  <a:pt x="253" y="1039"/>
                  <a:pt x="241" y="1050"/>
                  <a:pt x="233" y="1066"/>
                </a:cubicBezTo>
                <a:cubicBezTo>
                  <a:pt x="221" y="1082"/>
                  <a:pt x="213" y="1097"/>
                  <a:pt x="206" y="1110"/>
                </a:cubicBezTo>
                <a:cubicBezTo>
                  <a:pt x="190" y="1130"/>
                  <a:pt x="178" y="1145"/>
                  <a:pt x="166" y="1165"/>
                </a:cubicBezTo>
                <a:cubicBezTo>
                  <a:pt x="159" y="1177"/>
                  <a:pt x="155" y="1188"/>
                  <a:pt x="150" y="1196"/>
                </a:cubicBezTo>
                <a:cubicBezTo>
                  <a:pt x="146" y="1208"/>
                  <a:pt x="139" y="1216"/>
                  <a:pt x="131" y="1228"/>
                </a:cubicBezTo>
                <a:cubicBezTo>
                  <a:pt x="115" y="1248"/>
                  <a:pt x="103" y="1267"/>
                  <a:pt x="91" y="1290"/>
                </a:cubicBezTo>
                <a:cubicBezTo>
                  <a:pt x="84" y="1307"/>
                  <a:pt x="75" y="1326"/>
                  <a:pt x="68" y="1346"/>
                </a:cubicBezTo>
                <a:cubicBezTo>
                  <a:pt x="60" y="1374"/>
                  <a:pt x="44" y="1394"/>
                  <a:pt x="32" y="1417"/>
                </a:cubicBezTo>
                <a:cubicBezTo>
                  <a:pt x="28" y="1421"/>
                  <a:pt x="24" y="1429"/>
                  <a:pt x="28" y="1432"/>
                </a:cubicBezTo>
                <a:cubicBezTo>
                  <a:pt x="28" y="1437"/>
                  <a:pt x="36" y="1441"/>
                  <a:pt x="40" y="1445"/>
                </a:cubicBezTo>
                <a:cubicBezTo>
                  <a:pt x="43" y="1451"/>
                  <a:pt x="46" y="1457"/>
                  <a:pt x="51" y="1457"/>
                </a:cubicBezTo>
                <a:cubicBezTo>
                  <a:pt x="52" y="1457"/>
                  <a:pt x="54" y="1457"/>
                  <a:pt x="55" y="1456"/>
                </a:cubicBezTo>
                <a:cubicBezTo>
                  <a:pt x="75" y="1452"/>
                  <a:pt x="91" y="1445"/>
                  <a:pt x="107" y="1432"/>
                </a:cubicBezTo>
                <a:cubicBezTo>
                  <a:pt x="119" y="1429"/>
                  <a:pt x="126" y="1429"/>
                  <a:pt x="139" y="1429"/>
                </a:cubicBezTo>
                <a:cubicBezTo>
                  <a:pt x="162" y="1425"/>
                  <a:pt x="182" y="1413"/>
                  <a:pt x="202" y="1405"/>
                </a:cubicBezTo>
                <a:cubicBezTo>
                  <a:pt x="253" y="1390"/>
                  <a:pt x="304" y="1374"/>
                  <a:pt x="355" y="1354"/>
                </a:cubicBezTo>
                <a:cubicBezTo>
                  <a:pt x="454" y="1319"/>
                  <a:pt x="552" y="1287"/>
                  <a:pt x="652" y="1252"/>
                </a:cubicBezTo>
                <a:cubicBezTo>
                  <a:pt x="667" y="1287"/>
                  <a:pt x="683" y="1319"/>
                  <a:pt x="706" y="1350"/>
                </a:cubicBezTo>
                <a:cubicBezTo>
                  <a:pt x="770" y="1445"/>
                  <a:pt x="852" y="1523"/>
                  <a:pt x="916" y="1622"/>
                </a:cubicBezTo>
                <a:cubicBezTo>
                  <a:pt x="922" y="1632"/>
                  <a:pt x="934" y="1637"/>
                  <a:pt x="945" y="1637"/>
                </a:cubicBezTo>
                <a:cubicBezTo>
                  <a:pt x="960" y="1637"/>
                  <a:pt x="974" y="1629"/>
                  <a:pt x="978" y="1614"/>
                </a:cubicBezTo>
                <a:cubicBezTo>
                  <a:pt x="1010" y="1508"/>
                  <a:pt x="1034" y="1401"/>
                  <a:pt x="1058" y="1295"/>
                </a:cubicBezTo>
                <a:cubicBezTo>
                  <a:pt x="1069" y="1243"/>
                  <a:pt x="1081" y="1188"/>
                  <a:pt x="1093" y="1137"/>
                </a:cubicBezTo>
                <a:cubicBezTo>
                  <a:pt x="1096" y="1114"/>
                  <a:pt x="1101" y="1086"/>
                  <a:pt x="1105" y="1062"/>
                </a:cubicBezTo>
                <a:lnTo>
                  <a:pt x="1105" y="1050"/>
                </a:lnTo>
                <a:cubicBezTo>
                  <a:pt x="1105" y="1039"/>
                  <a:pt x="1101" y="1026"/>
                  <a:pt x="1105" y="1015"/>
                </a:cubicBezTo>
                <a:cubicBezTo>
                  <a:pt x="1109" y="995"/>
                  <a:pt x="1125" y="983"/>
                  <a:pt x="1140" y="972"/>
                </a:cubicBezTo>
                <a:cubicBezTo>
                  <a:pt x="1164" y="952"/>
                  <a:pt x="1196" y="944"/>
                  <a:pt x="1223" y="932"/>
                </a:cubicBezTo>
                <a:cubicBezTo>
                  <a:pt x="1247" y="920"/>
                  <a:pt x="1270" y="908"/>
                  <a:pt x="1298" y="897"/>
                </a:cubicBezTo>
                <a:cubicBezTo>
                  <a:pt x="1325" y="884"/>
                  <a:pt x="1353" y="873"/>
                  <a:pt x="1385" y="857"/>
                </a:cubicBezTo>
                <a:cubicBezTo>
                  <a:pt x="1409" y="841"/>
                  <a:pt x="1432" y="833"/>
                  <a:pt x="1460" y="826"/>
                </a:cubicBezTo>
                <a:cubicBezTo>
                  <a:pt x="1471" y="822"/>
                  <a:pt x="1483" y="817"/>
                  <a:pt x="1495" y="810"/>
                </a:cubicBezTo>
                <a:cubicBezTo>
                  <a:pt x="1507" y="806"/>
                  <a:pt x="1518" y="798"/>
                  <a:pt x="1531" y="790"/>
                </a:cubicBezTo>
                <a:cubicBezTo>
                  <a:pt x="1574" y="770"/>
                  <a:pt x="1622" y="759"/>
                  <a:pt x="1664" y="735"/>
                </a:cubicBezTo>
                <a:cubicBezTo>
                  <a:pt x="1680" y="727"/>
                  <a:pt x="1696" y="715"/>
                  <a:pt x="1716" y="704"/>
                </a:cubicBezTo>
                <a:cubicBezTo>
                  <a:pt x="1724" y="695"/>
                  <a:pt x="1744" y="684"/>
                  <a:pt x="1751" y="672"/>
                </a:cubicBezTo>
                <a:cubicBezTo>
                  <a:pt x="1759" y="660"/>
                  <a:pt x="1755" y="637"/>
                  <a:pt x="1740" y="628"/>
                </a:cubicBezTo>
                <a:cubicBezTo>
                  <a:pt x="1731" y="620"/>
                  <a:pt x="1711" y="617"/>
                  <a:pt x="1700" y="617"/>
                </a:cubicBezTo>
                <a:lnTo>
                  <a:pt x="1684" y="617"/>
                </a:lnTo>
                <a:cubicBezTo>
                  <a:pt x="1664" y="613"/>
                  <a:pt x="1645" y="609"/>
                  <a:pt x="1625" y="604"/>
                </a:cubicBezTo>
                <a:cubicBezTo>
                  <a:pt x="1605" y="601"/>
                  <a:pt x="1586" y="597"/>
                  <a:pt x="1566" y="593"/>
                </a:cubicBezTo>
                <a:cubicBezTo>
                  <a:pt x="1558" y="589"/>
                  <a:pt x="1542" y="589"/>
                  <a:pt x="1535" y="585"/>
                </a:cubicBezTo>
                <a:cubicBezTo>
                  <a:pt x="1531" y="581"/>
                  <a:pt x="1527" y="577"/>
                  <a:pt x="1518" y="577"/>
                </a:cubicBezTo>
                <a:cubicBezTo>
                  <a:pt x="1495" y="573"/>
                  <a:pt x="1475" y="573"/>
                  <a:pt x="1456" y="573"/>
                </a:cubicBezTo>
                <a:lnTo>
                  <a:pt x="1357" y="573"/>
                </a:lnTo>
                <a:cubicBezTo>
                  <a:pt x="1325" y="573"/>
                  <a:pt x="1294" y="569"/>
                  <a:pt x="1262" y="566"/>
                </a:cubicBezTo>
                <a:cubicBezTo>
                  <a:pt x="1219" y="562"/>
                  <a:pt x="1176" y="562"/>
                  <a:pt x="1136" y="553"/>
                </a:cubicBezTo>
                <a:cubicBezTo>
                  <a:pt x="1120" y="549"/>
                  <a:pt x="1109" y="546"/>
                  <a:pt x="1096" y="546"/>
                </a:cubicBezTo>
                <a:cubicBezTo>
                  <a:pt x="1089" y="546"/>
                  <a:pt x="1081" y="546"/>
                  <a:pt x="1077" y="542"/>
                </a:cubicBezTo>
                <a:cubicBezTo>
                  <a:pt x="1065" y="533"/>
                  <a:pt x="1069" y="518"/>
                  <a:pt x="1069" y="506"/>
                </a:cubicBezTo>
                <a:cubicBezTo>
                  <a:pt x="1069" y="491"/>
                  <a:pt x="1065" y="475"/>
                  <a:pt x="1061" y="459"/>
                </a:cubicBezTo>
                <a:cubicBezTo>
                  <a:pt x="1061" y="439"/>
                  <a:pt x="1065" y="424"/>
                  <a:pt x="1069" y="404"/>
                </a:cubicBezTo>
                <a:cubicBezTo>
                  <a:pt x="1073" y="388"/>
                  <a:pt x="1077" y="373"/>
                  <a:pt x="1077" y="356"/>
                </a:cubicBezTo>
                <a:lnTo>
                  <a:pt x="1077" y="302"/>
                </a:lnTo>
                <a:cubicBezTo>
                  <a:pt x="1081" y="285"/>
                  <a:pt x="1085" y="266"/>
                  <a:pt x="1085" y="249"/>
                </a:cubicBezTo>
                <a:cubicBezTo>
                  <a:pt x="1089" y="226"/>
                  <a:pt x="1085" y="207"/>
                  <a:pt x="1089" y="187"/>
                </a:cubicBezTo>
                <a:cubicBezTo>
                  <a:pt x="1093" y="167"/>
                  <a:pt x="1093" y="151"/>
                  <a:pt x="1096" y="131"/>
                </a:cubicBezTo>
                <a:cubicBezTo>
                  <a:pt x="1101" y="112"/>
                  <a:pt x="1105" y="96"/>
                  <a:pt x="1109" y="76"/>
                </a:cubicBezTo>
                <a:cubicBezTo>
                  <a:pt x="1109" y="56"/>
                  <a:pt x="1109" y="21"/>
                  <a:pt x="1089" y="5"/>
                </a:cubicBezTo>
                <a:cubicBezTo>
                  <a:pt x="1084" y="2"/>
                  <a:pt x="1079" y="1"/>
                  <a:pt x="1074" y="1"/>
                </a:cubicBezTo>
                <a:close/>
              </a:path>
            </a:pathLst>
          </a:custGeom>
          <a:solidFill>
            <a:schemeClr val="accent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7"/>
          <p:cNvSpPr/>
          <p:nvPr/>
        </p:nvSpPr>
        <p:spPr>
          <a:xfrm flipH="1" rot="587817">
            <a:off x="119895" y="9474428"/>
            <a:ext cx="845835" cy="617729"/>
          </a:xfrm>
          <a:custGeom>
            <a:rect b="b" l="l" r="r" t="t"/>
            <a:pathLst>
              <a:path extrusionOk="0" h="1308" w="1791">
                <a:moveTo>
                  <a:pt x="1141" y="1"/>
                </a:moveTo>
                <a:cubicBezTo>
                  <a:pt x="1135" y="1"/>
                  <a:pt x="1129" y="3"/>
                  <a:pt x="1124" y="6"/>
                </a:cubicBezTo>
                <a:cubicBezTo>
                  <a:pt x="951" y="195"/>
                  <a:pt x="797" y="408"/>
                  <a:pt x="675" y="633"/>
                </a:cubicBezTo>
                <a:cubicBezTo>
                  <a:pt x="576" y="428"/>
                  <a:pt x="478" y="226"/>
                  <a:pt x="379" y="22"/>
                </a:cubicBezTo>
                <a:cubicBezTo>
                  <a:pt x="375" y="14"/>
                  <a:pt x="368" y="10"/>
                  <a:pt x="361" y="10"/>
                </a:cubicBezTo>
                <a:cubicBezTo>
                  <a:pt x="354" y="10"/>
                  <a:pt x="347" y="14"/>
                  <a:pt x="344" y="22"/>
                </a:cubicBezTo>
                <a:cubicBezTo>
                  <a:pt x="273" y="183"/>
                  <a:pt x="209" y="349"/>
                  <a:pt x="158" y="518"/>
                </a:cubicBezTo>
                <a:cubicBezTo>
                  <a:pt x="134" y="589"/>
                  <a:pt x="0" y="873"/>
                  <a:pt x="44" y="944"/>
                </a:cubicBezTo>
                <a:cubicBezTo>
                  <a:pt x="47" y="959"/>
                  <a:pt x="67" y="964"/>
                  <a:pt x="80" y="968"/>
                </a:cubicBezTo>
                <a:cubicBezTo>
                  <a:pt x="331" y="1039"/>
                  <a:pt x="580" y="1101"/>
                  <a:pt x="833" y="1161"/>
                </a:cubicBezTo>
                <a:cubicBezTo>
                  <a:pt x="1010" y="1201"/>
                  <a:pt x="1183" y="1236"/>
                  <a:pt x="1361" y="1272"/>
                </a:cubicBezTo>
                <a:cubicBezTo>
                  <a:pt x="1396" y="1277"/>
                  <a:pt x="1514" y="1308"/>
                  <a:pt x="1585" y="1308"/>
                </a:cubicBezTo>
                <a:cubicBezTo>
                  <a:pt x="1609" y="1308"/>
                  <a:pt x="1628" y="1304"/>
                  <a:pt x="1637" y="1295"/>
                </a:cubicBezTo>
                <a:cubicBezTo>
                  <a:pt x="1656" y="1279"/>
                  <a:pt x="1656" y="1248"/>
                  <a:pt x="1656" y="1220"/>
                </a:cubicBezTo>
                <a:cubicBezTo>
                  <a:pt x="1661" y="924"/>
                  <a:pt x="1779" y="637"/>
                  <a:pt x="1791" y="337"/>
                </a:cubicBezTo>
                <a:lnTo>
                  <a:pt x="1791" y="337"/>
                </a:lnTo>
                <a:cubicBezTo>
                  <a:pt x="1625" y="463"/>
                  <a:pt x="1467" y="597"/>
                  <a:pt x="1294" y="715"/>
                </a:cubicBezTo>
                <a:cubicBezTo>
                  <a:pt x="1321" y="621"/>
                  <a:pt x="1230" y="502"/>
                  <a:pt x="1207" y="412"/>
                </a:cubicBezTo>
                <a:cubicBezTo>
                  <a:pt x="1175" y="282"/>
                  <a:pt x="1159" y="151"/>
                  <a:pt x="1159" y="18"/>
                </a:cubicBezTo>
                <a:cubicBezTo>
                  <a:pt x="1159" y="6"/>
                  <a:pt x="1150" y="1"/>
                  <a:pt x="1141" y="1"/>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7"/>
          <p:cNvSpPr/>
          <p:nvPr/>
        </p:nvSpPr>
        <p:spPr>
          <a:xfrm flipH="1">
            <a:off x="9868974" y="1276145"/>
            <a:ext cx="233400" cy="233400"/>
          </a:xfrm>
          <a:prstGeom prst="ellipse">
            <a:avLst/>
          </a:pr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7"/>
          <p:cNvSpPr/>
          <p:nvPr/>
        </p:nvSpPr>
        <p:spPr>
          <a:xfrm flipH="1">
            <a:off x="8873411" y="420957"/>
            <a:ext cx="233400" cy="233400"/>
          </a:xfrm>
          <a:prstGeom prst="ellipse">
            <a:avLst/>
          </a:pr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7"/>
          <p:cNvSpPr/>
          <p:nvPr/>
        </p:nvSpPr>
        <p:spPr>
          <a:xfrm>
            <a:off x="602986" y="318170"/>
            <a:ext cx="56375" cy="2663275"/>
          </a:xfrm>
          <a:custGeom>
            <a:rect b="b" l="l" r="r" t="t"/>
            <a:pathLst>
              <a:path extrusionOk="0" h="106531" w="2255">
                <a:moveTo>
                  <a:pt x="1515" y="0"/>
                </a:moveTo>
                <a:cubicBezTo>
                  <a:pt x="649" y="35503"/>
                  <a:pt x="4406" y="71291"/>
                  <a:pt x="0" y="106531"/>
                </a:cubicBezTo>
              </a:path>
            </a:pathLst>
          </a:custGeom>
          <a:noFill/>
          <a:ln cap="flat" cmpd="sng" w="28575">
            <a:solidFill>
              <a:schemeClr val="dk1"/>
            </a:solidFill>
            <a:prstDash val="solid"/>
            <a:round/>
            <a:headEnd len="med" w="med" type="none"/>
            <a:tailEnd len="med" w="med" type="none"/>
          </a:ln>
        </p:spPr>
      </p:sp>
      <p:sp>
        <p:nvSpPr>
          <p:cNvPr id="142" name="Google Shape;142;p7"/>
          <p:cNvSpPr/>
          <p:nvPr/>
        </p:nvSpPr>
        <p:spPr>
          <a:xfrm>
            <a:off x="426286" y="1921170"/>
            <a:ext cx="23625" cy="795200"/>
          </a:xfrm>
          <a:custGeom>
            <a:rect b="b" l="l" r="r" t="t"/>
            <a:pathLst>
              <a:path extrusionOk="0" h="31808" w="945">
                <a:moveTo>
                  <a:pt x="505" y="0"/>
                </a:moveTo>
                <a:cubicBezTo>
                  <a:pt x="1386" y="10567"/>
                  <a:pt x="0" y="21204"/>
                  <a:pt x="0" y="31808"/>
                </a:cubicBezTo>
              </a:path>
            </a:pathLst>
          </a:custGeom>
          <a:noFill/>
          <a:ln cap="flat" cmpd="sng" w="28575">
            <a:solidFill>
              <a:schemeClr val="dk1"/>
            </a:solidFill>
            <a:prstDash val="solid"/>
            <a:round/>
            <a:headEnd len="med" w="med" type="none"/>
            <a:tailEnd len="med" w="med" type="none"/>
          </a:ln>
        </p:spPr>
      </p:sp>
      <p:sp>
        <p:nvSpPr>
          <p:cNvPr id="143" name="Google Shape;143;p7"/>
          <p:cNvSpPr/>
          <p:nvPr/>
        </p:nvSpPr>
        <p:spPr>
          <a:xfrm flipH="1" rot="-148895">
            <a:off x="9916250" y="5340947"/>
            <a:ext cx="138855" cy="2158457"/>
          </a:xfrm>
          <a:custGeom>
            <a:rect b="b" l="l" r="r" t="t"/>
            <a:pathLst>
              <a:path extrusionOk="0" h="86335" w="5554">
                <a:moveTo>
                  <a:pt x="0" y="0"/>
                </a:moveTo>
                <a:cubicBezTo>
                  <a:pt x="1919" y="28774"/>
                  <a:pt x="5554" y="57497"/>
                  <a:pt x="5554" y="86335"/>
                </a:cubicBezTo>
              </a:path>
            </a:pathLst>
          </a:custGeom>
          <a:noFill/>
          <a:ln cap="flat" cmpd="sng" w="28575">
            <a:solidFill>
              <a:schemeClr val="dk1"/>
            </a:solidFill>
            <a:prstDash val="solid"/>
            <a:round/>
            <a:headEnd len="med" w="med" type="none"/>
            <a:tailEnd len="med" w="med" type="none"/>
          </a:ln>
        </p:spPr>
      </p:sp>
      <p:sp>
        <p:nvSpPr>
          <p:cNvPr id="144" name="Google Shape;144;p7"/>
          <p:cNvSpPr/>
          <p:nvPr/>
        </p:nvSpPr>
        <p:spPr>
          <a:xfrm flipH="1" rot="-148895">
            <a:off x="9791142" y="4946736"/>
            <a:ext cx="39176" cy="1123393"/>
          </a:xfrm>
          <a:custGeom>
            <a:rect b="b" l="l" r="r" t="t"/>
            <a:pathLst>
              <a:path extrusionOk="0" h="44934" w="1567">
                <a:moveTo>
                  <a:pt x="557" y="0"/>
                </a:moveTo>
                <a:cubicBezTo>
                  <a:pt x="-1098" y="14890"/>
                  <a:pt x="1567" y="29952"/>
                  <a:pt x="1567" y="44934"/>
                </a:cubicBezTo>
              </a:path>
            </a:pathLst>
          </a:custGeom>
          <a:noFill/>
          <a:ln cap="flat" cmpd="sng" w="28575">
            <a:solidFill>
              <a:schemeClr val="dk1"/>
            </a:solidFill>
            <a:prstDash val="solid"/>
            <a:round/>
            <a:headEnd len="med" w="med" type="none"/>
            <a:tailEnd len="med" w="med" type="none"/>
          </a:ln>
        </p:spPr>
      </p:sp>
      <p:sp>
        <p:nvSpPr>
          <p:cNvPr id="145" name="Google Shape;145;p7"/>
          <p:cNvSpPr/>
          <p:nvPr/>
        </p:nvSpPr>
        <p:spPr>
          <a:xfrm flipH="1">
            <a:off x="530961" y="7769795"/>
            <a:ext cx="233400" cy="233400"/>
          </a:xfrm>
          <a:prstGeom prst="ellipse">
            <a:avLst/>
          </a:pr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7"/>
          <p:cNvSpPr/>
          <p:nvPr/>
        </p:nvSpPr>
        <p:spPr>
          <a:xfrm flipH="1">
            <a:off x="245824" y="8657807"/>
            <a:ext cx="233400" cy="233400"/>
          </a:xfrm>
          <a:prstGeom prst="ellipse">
            <a:avLst/>
          </a:pr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7"/>
          <p:cNvSpPr/>
          <p:nvPr/>
        </p:nvSpPr>
        <p:spPr>
          <a:xfrm flipH="1">
            <a:off x="1180211" y="9726745"/>
            <a:ext cx="233400" cy="233400"/>
          </a:xfrm>
          <a:prstGeom prst="ellipse">
            <a:avLst/>
          </a:pr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8" name="Google Shape;148;p7"/>
          <p:cNvGrpSpPr/>
          <p:nvPr/>
        </p:nvGrpSpPr>
        <p:grpSpPr>
          <a:xfrm flipH="1" rot="-3037365">
            <a:off x="9185036" y="8215679"/>
            <a:ext cx="2448751" cy="2125476"/>
            <a:chOff x="1322124" y="4079650"/>
            <a:chExt cx="3420400" cy="2968851"/>
          </a:xfrm>
        </p:grpSpPr>
        <p:sp>
          <p:nvSpPr>
            <p:cNvPr id="149" name="Google Shape;149;p7"/>
            <p:cNvSpPr/>
            <p:nvPr/>
          </p:nvSpPr>
          <p:spPr>
            <a:xfrm>
              <a:off x="1322124" y="4377475"/>
              <a:ext cx="3420400" cy="2671026"/>
            </a:xfrm>
            <a:custGeom>
              <a:rect b="b" l="l" r="r" t="t"/>
              <a:pathLst>
                <a:path extrusionOk="0" h="2556" w="3273">
                  <a:moveTo>
                    <a:pt x="228" y="0"/>
                  </a:moveTo>
                  <a:cubicBezTo>
                    <a:pt x="244" y="548"/>
                    <a:pt x="157" y="1345"/>
                    <a:pt x="0" y="2331"/>
                  </a:cubicBezTo>
                  <a:lnTo>
                    <a:pt x="3040" y="2555"/>
                  </a:lnTo>
                  <a:cubicBezTo>
                    <a:pt x="3186" y="1767"/>
                    <a:pt x="3273" y="998"/>
                    <a:pt x="3269" y="257"/>
                  </a:cubicBezTo>
                  <a:lnTo>
                    <a:pt x="3143" y="249"/>
                  </a:lnTo>
                  <a:lnTo>
                    <a:pt x="3143" y="249"/>
                  </a:lnTo>
                  <a:cubicBezTo>
                    <a:pt x="3154" y="320"/>
                    <a:pt x="3115" y="402"/>
                    <a:pt x="3020" y="402"/>
                  </a:cubicBezTo>
                  <a:cubicBezTo>
                    <a:pt x="2918" y="402"/>
                    <a:pt x="2878" y="304"/>
                    <a:pt x="2902" y="229"/>
                  </a:cubicBezTo>
                  <a:lnTo>
                    <a:pt x="2674" y="209"/>
                  </a:lnTo>
                  <a:lnTo>
                    <a:pt x="2674" y="209"/>
                  </a:lnTo>
                  <a:cubicBezTo>
                    <a:pt x="2677" y="213"/>
                    <a:pt x="2677" y="222"/>
                    <a:pt x="2677" y="229"/>
                  </a:cubicBezTo>
                  <a:lnTo>
                    <a:pt x="2677" y="237"/>
                  </a:lnTo>
                  <a:cubicBezTo>
                    <a:pt x="2677" y="261"/>
                    <a:pt x="2670" y="280"/>
                    <a:pt x="2657" y="300"/>
                  </a:cubicBezTo>
                  <a:cubicBezTo>
                    <a:pt x="2654" y="312"/>
                    <a:pt x="2646" y="320"/>
                    <a:pt x="2638" y="328"/>
                  </a:cubicBezTo>
                  <a:cubicBezTo>
                    <a:pt x="2622" y="344"/>
                    <a:pt x="2603" y="355"/>
                    <a:pt x="2583" y="364"/>
                  </a:cubicBezTo>
                  <a:lnTo>
                    <a:pt x="2547" y="367"/>
                  </a:lnTo>
                  <a:cubicBezTo>
                    <a:pt x="2528" y="367"/>
                    <a:pt x="2512" y="364"/>
                    <a:pt x="2496" y="355"/>
                  </a:cubicBezTo>
                  <a:cubicBezTo>
                    <a:pt x="2480" y="351"/>
                    <a:pt x="2468" y="340"/>
                    <a:pt x="2457" y="328"/>
                  </a:cubicBezTo>
                  <a:cubicBezTo>
                    <a:pt x="2441" y="316"/>
                    <a:pt x="2433" y="304"/>
                    <a:pt x="2428" y="288"/>
                  </a:cubicBezTo>
                  <a:cubicBezTo>
                    <a:pt x="2421" y="273"/>
                    <a:pt x="2417" y="253"/>
                    <a:pt x="2417" y="237"/>
                  </a:cubicBezTo>
                  <a:lnTo>
                    <a:pt x="2417" y="229"/>
                  </a:lnTo>
                  <a:cubicBezTo>
                    <a:pt x="2417" y="213"/>
                    <a:pt x="2421" y="202"/>
                    <a:pt x="2425" y="186"/>
                  </a:cubicBezTo>
                  <a:lnTo>
                    <a:pt x="2208" y="170"/>
                  </a:lnTo>
                  <a:lnTo>
                    <a:pt x="2208" y="170"/>
                  </a:lnTo>
                  <a:cubicBezTo>
                    <a:pt x="2228" y="245"/>
                    <a:pt x="2188" y="335"/>
                    <a:pt x="2090" y="335"/>
                  </a:cubicBezTo>
                  <a:cubicBezTo>
                    <a:pt x="1979" y="335"/>
                    <a:pt x="1940" y="225"/>
                    <a:pt x="1975" y="151"/>
                  </a:cubicBezTo>
                  <a:lnTo>
                    <a:pt x="1660" y="122"/>
                  </a:lnTo>
                  <a:lnTo>
                    <a:pt x="1660" y="122"/>
                  </a:lnTo>
                  <a:cubicBezTo>
                    <a:pt x="1684" y="198"/>
                    <a:pt x="1644" y="293"/>
                    <a:pt x="1542" y="293"/>
                  </a:cubicBezTo>
                  <a:cubicBezTo>
                    <a:pt x="1431" y="293"/>
                    <a:pt x="1396" y="182"/>
                    <a:pt x="1431" y="103"/>
                  </a:cubicBezTo>
                  <a:lnTo>
                    <a:pt x="1171" y="84"/>
                  </a:lnTo>
                  <a:lnTo>
                    <a:pt x="1171" y="84"/>
                  </a:lnTo>
                  <a:cubicBezTo>
                    <a:pt x="1183" y="155"/>
                    <a:pt x="1140" y="237"/>
                    <a:pt x="1049" y="237"/>
                  </a:cubicBezTo>
                  <a:cubicBezTo>
                    <a:pt x="946" y="237"/>
                    <a:pt x="907" y="138"/>
                    <a:pt x="930" y="60"/>
                  </a:cubicBezTo>
                  <a:lnTo>
                    <a:pt x="678" y="40"/>
                  </a:lnTo>
                  <a:cubicBezTo>
                    <a:pt x="678" y="107"/>
                    <a:pt x="635" y="170"/>
                    <a:pt x="552" y="170"/>
                  </a:cubicBezTo>
                  <a:cubicBezTo>
                    <a:pt x="461" y="170"/>
                    <a:pt x="417" y="91"/>
                    <a:pt x="430" y="20"/>
                  </a:cubicBezTo>
                  <a:lnTo>
                    <a:pt x="228" y="0"/>
                  </a:lnTo>
                  <a:close/>
                </a:path>
              </a:pathLst>
            </a:custGeom>
            <a:solidFill>
              <a:schemeClr val="accent5"/>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7"/>
            <p:cNvSpPr/>
            <p:nvPr/>
          </p:nvSpPr>
          <p:spPr>
            <a:xfrm>
              <a:off x="3019260" y="4421365"/>
              <a:ext cx="391888" cy="506826"/>
            </a:xfrm>
            <a:custGeom>
              <a:rect b="b" l="l" r="r" t="t"/>
              <a:pathLst>
                <a:path extrusionOk="0" h="485" w="375">
                  <a:moveTo>
                    <a:pt x="26" y="0"/>
                  </a:moveTo>
                  <a:cubicBezTo>
                    <a:pt x="21" y="0"/>
                    <a:pt x="16" y="2"/>
                    <a:pt x="12" y="6"/>
                  </a:cubicBezTo>
                  <a:cubicBezTo>
                    <a:pt x="0" y="9"/>
                    <a:pt x="0" y="25"/>
                    <a:pt x="9" y="33"/>
                  </a:cubicBezTo>
                  <a:lnTo>
                    <a:pt x="331" y="475"/>
                  </a:lnTo>
                  <a:cubicBezTo>
                    <a:pt x="336" y="482"/>
                    <a:pt x="341" y="485"/>
                    <a:pt x="347" y="485"/>
                  </a:cubicBezTo>
                  <a:cubicBezTo>
                    <a:pt x="352" y="485"/>
                    <a:pt x="358" y="483"/>
                    <a:pt x="363" y="479"/>
                  </a:cubicBezTo>
                  <a:cubicBezTo>
                    <a:pt x="371" y="475"/>
                    <a:pt x="375" y="459"/>
                    <a:pt x="367" y="451"/>
                  </a:cubicBezTo>
                  <a:lnTo>
                    <a:pt x="40" y="9"/>
                  </a:lnTo>
                  <a:cubicBezTo>
                    <a:pt x="38" y="3"/>
                    <a:pt x="32" y="0"/>
                    <a:pt x="2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7"/>
            <p:cNvSpPr/>
            <p:nvPr/>
          </p:nvSpPr>
          <p:spPr>
            <a:xfrm>
              <a:off x="2779947" y="4154890"/>
              <a:ext cx="755560" cy="640587"/>
            </a:xfrm>
            <a:custGeom>
              <a:rect b="b" l="l" r="r" t="t"/>
              <a:pathLst>
                <a:path extrusionOk="0" h="613" w="723">
                  <a:moveTo>
                    <a:pt x="311" y="0"/>
                  </a:moveTo>
                  <a:cubicBezTo>
                    <a:pt x="154" y="0"/>
                    <a:pt x="19" y="127"/>
                    <a:pt x="9" y="300"/>
                  </a:cubicBezTo>
                  <a:cubicBezTo>
                    <a:pt x="1" y="422"/>
                    <a:pt x="87" y="561"/>
                    <a:pt x="210" y="596"/>
                  </a:cubicBezTo>
                  <a:cubicBezTo>
                    <a:pt x="249" y="606"/>
                    <a:pt x="286" y="612"/>
                    <a:pt x="323" y="612"/>
                  </a:cubicBezTo>
                  <a:cubicBezTo>
                    <a:pt x="384" y="612"/>
                    <a:pt x="442" y="596"/>
                    <a:pt x="494" y="557"/>
                  </a:cubicBezTo>
                  <a:cubicBezTo>
                    <a:pt x="722" y="387"/>
                    <a:pt x="596" y="87"/>
                    <a:pt x="418" y="20"/>
                  </a:cubicBezTo>
                  <a:cubicBezTo>
                    <a:pt x="382" y="6"/>
                    <a:pt x="346" y="0"/>
                    <a:pt x="311" y="0"/>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7"/>
            <p:cNvSpPr/>
            <p:nvPr/>
          </p:nvSpPr>
          <p:spPr>
            <a:xfrm>
              <a:off x="2751731" y="4079650"/>
              <a:ext cx="638516" cy="558031"/>
            </a:xfrm>
            <a:custGeom>
              <a:rect b="b" l="l" r="r" t="t"/>
              <a:pathLst>
                <a:path extrusionOk="0" h="534" w="611">
                  <a:moveTo>
                    <a:pt x="247" y="0"/>
                  </a:moveTo>
                  <a:cubicBezTo>
                    <a:pt x="117" y="0"/>
                    <a:pt x="10" y="106"/>
                    <a:pt x="4" y="254"/>
                  </a:cubicBezTo>
                  <a:cubicBezTo>
                    <a:pt x="1" y="360"/>
                    <a:pt x="79" y="483"/>
                    <a:pt x="181" y="518"/>
                  </a:cubicBezTo>
                  <a:cubicBezTo>
                    <a:pt x="214" y="528"/>
                    <a:pt x="246" y="534"/>
                    <a:pt x="277" y="534"/>
                  </a:cubicBezTo>
                  <a:cubicBezTo>
                    <a:pt x="328" y="534"/>
                    <a:pt x="377" y="519"/>
                    <a:pt x="422" y="487"/>
                  </a:cubicBezTo>
                  <a:cubicBezTo>
                    <a:pt x="611" y="345"/>
                    <a:pt x="497" y="81"/>
                    <a:pt x="347" y="21"/>
                  </a:cubicBezTo>
                  <a:cubicBezTo>
                    <a:pt x="313" y="7"/>
                    <a:pt x="279" y="0"/>
                    <a:pt x="247" y="0"/>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7"/>
            <p:cNvSpPr/>
            <p:nvPr/>
          </p:nvSpPr>
          <p:spPr>
            <a:xfrm>
              <a:off x="1802840" y="5085985"/>
              <a:ext cx="2642894" cy="248711"/>
            </a:xfrm>
            <a:custGeom>
              <a:rect b="b" l="l" r="r" t="t"/>
              <a:pathLst>
                <a:path extrusionOk="0" h="238" w="2529">
                  <a:moveTo>
                    <a:pt x="13" y="1"/>
                  </a:moveTo>
                  <a:cubicBezTo>
                    <a:pt x="9" y="1"/>
                    <a:pt x="5" y="5"/>
                    <a:pt x="1" y="12"/>
                  </a:cubicBezTo>
                  <a:cubicBezTo>
                    <a:pt x="1" y="17"/>
                    <a:pt x="5" y="24"/>
                    <a:pt x="13" y="24"/>
                  </a:cubicBezTo>
                  <a:lnTo>
                    <a:pt x="186" y="41"/>
                  </a:lnTo>
                  <a:cubicBezTo>
                    <a:pt x="190" y="41"/>
                    <a:pt x="199" y="36"/>
                    <a:pt x="199" y="28"/>
                  </a:cubicBezTo>
                  <a:cubicBezTo>
                    <a:pt x="199" y="24"/>
                    <a:pt x="194" y="17"/>
                    <a:pt x="186" y="17"/>
                  </a:cubicBezTo>
                  <a:lnTo>
                    <a:pt x="13" y="1"/>
                  </a:lnTo>
                  <a:close/>
                  <a:moveTo>
                    <a:pt x="360" y="32"/>
                  </a:moveTo>
                  <a:cubicBezTo>
                    <a:pt x="356" y="32"/>
                    <a:pt x="352" y="36"/>
                    <a:pt x="348" y="41"/>
                  </a:cubicBezTo>
                  <a:cubicBezTo>
                    <a:pt x="348" y="48"/>
                    <a:pt x="352" y="52"/>
                    <a:pt x="360" y="52"/>
                  </a:cubicBezTo>
                  <a:lnTo>
                    <a:pt x="534" y="68"/>
                  </a:lnTo>
                  <a:cubicBezTo>
                    <a:pt x="541" y="68"/>
                    <a:pt x="545" y="64"/>
                    <a:pt x="545" y="59"/>
                  </a:cubicBezTo>
                  <a:cubicBezTo>
                    <a:pt x="545" y="52"/>
                    <a:pt x="541" y="48"/>
                    <a:pt x="534" y="48"/>
                  </a:cubicBezTo>
                  <a:lnTo>
                    <a:pt x="360" y="32"/>
                  </a:lnTo>
                  <a:close/>
                  <a:moveTo>
                    <a:pt x="707" y="59"/>
                  </a:moveTo>
                  <a:cubicBezTo>
                    <a:pt x="703" y="59"/>
                    <a:pt x="699" y="64"/>
                    <a:pt x="699" y="72"/>
                  </a:cubicBezTo>
                  <a:cubicBezTo>
                    <a:pt x="696" y="76"/>
                    <a:pt x="703" y="83"/>
                    <a:pt x="707" y="83"/>
                  </a:cubicBezTo>
                  <a:lnTo>
                    <a:pt x="880" y="99"/>
                  </a:lnTo>
                  <a:cubicBezTo>
                    <a:pt x="889" y="99"/>
                    <a:pt x="892" y="95"/>
                    <a:pt x="892" y="88"/>
                  </a:cubicBezTo>
                  <a:cubicBezTo>
                    <a:pt x="892" y="83"/>
                    <a:pt x="889" y="76"/>
                    <a:pt x="885" y="76"/>
                  </a:cubicBezTo>
                  <a:lnTo>
                    <a:pt x="707" y="59"/>
                  </a:lnTo>
                  <a:close/>
                  <a:moveTo>
                    <a:pt x="1058" y="92"/>
                  </a:moveTo>
                  <a:cubicBezTo>
                    <a:pt x="1050" y="92"/>
                    <a:pt x="1046" y="95"/>
                    <a:pt x="1046" y="99"/>
                  </a:cubicBezTo>
                  <a:cubicBezTo>
                    <a:pt x="1042" y="107"/>
                    <a:pt x="1050" y="112"/>
                    <a:pt x="1054" y="112"/>
                  </a:cubicBezTo>
                  <a:lnTo>
                    <a:pt x="1227" y="127"/>
                  </a:lnTo>
                  <a:cubicBezTo>
                    <a:pt x="1235" y="127"/>
                    <a:pt x="1240" y="123"/>
                    <a:pt x="1240" y="119"/>
                  </a:cubicBezTo>
                  <a:cubicBezTo>
                    <a:pt x="1240" y="112"/>
                    <a:pt x="1235" y="107"/>
                    <a:pt x="1231" y="107"/>
                  </a:cubicBezTo>
                  <a:lnTo>
                    <a:pt x="1058" y="92"/>
                  </a:lnTo>
                  <a:close/>
                  <a:moveTo>
                    <a:pt x="1405" y="119"/>
                  </a:moveTo>
                  <a:cubicBezTo>
                    <a:pt x="1397" y="119"/>
                    <a:pt x="1393" y="123"/>
                    <a:pt x="1393" y="130"/>
                  </a:cubicBezTo>
                  <a:cubicBezTo>
                    <a:pt x="1393" y="139"/>
                    <a:pt x="1397" y="143"/>
                    <a:pt x="1401" y="143"/>
                  </a:cubicBezTo>
                  <a:lnTo>
                    <a:pt x="1575" y="159"/>
                  </a:lnTo>
                  <a:cubicBezTo>
                    <a:pt x="1582" y="159"/>
                    <a:pt x="1586" y="154"/>
                    <a:pt x="1586" y="147"/>
                  </a:cubicBezTo>
                  <a:cubicBezTo>
                    <a:pt x="1586" y="143"/>
                    <a:pt x="1582" y="135"/>
                    <a:pt x="1579" y="135"/>
                  </a:cubicBezTo>
                  <a:lnTo>
                    <a:pt x="1405" y="119"/>
                  </a:lnTo>
                  <a:close/>
                  <a:moveTo>
                    <a:pt x="1752" y="150"/>
                  </a:moveTo>
                  <a:cubicBezTo>
                    <a:pt x="1744" y="150"/>
                    <a:pt x="1740" y="154"/>
                    <a:pt x="1740" y="163"/>
                  </a:cubicBezTo>
                  <a:cubicBezTo>
                    <a:pt x="1740" y="166"/>
                    <a:pt x="1744" y="170"/>
                    <a:pt x="1748" y="170"/>
                  </a:cubicBezTo>
                  <a:lnTo>
                    <a:pt x="1921" y="186"/>
                  </a:lnTo>
                  <a:cubicBezTo>
                    <a:pt x="1930" y="186"/>
                    <a:pt x="1933" y="182"/>
                    <a:pt x="1933" y="178"/>
                  </a:cubicBezTo>
                  <a:cubicBezTo>
                    <a:pt x="1933" y="170"/>
                    <a:pt x="1930" y="166"/>
                    <a:pt x="1926" y="166"/>
                  </a:cubicBezTo>
                  <a:lnTo>
                    <a:pt x="1752" y="150"/>
                  </a:lnTo>
                  <a:close/>
                  <a:moveTo>
                    <a:pt x="2095" y="181"/>
                  </a:moveTo>
                  <a:cubicBezTo>
                    <a:pt x="2090" y="181"/>
                    <a:pt x="2087" y="187"/>
                    <a:pt x="2087" y="190"/>
                  </a:cubicBezTo>
                  <a:cubicBezTo>
                    <a:pt x="2087" y="198"/>
                    <a:pt x="2091" y="201"/>
                    <a:pt x="2095" y="201"/>
                  </a:cubicBezTo>
                  <a:lnTo>
                    <a:pt x="2268" y="218"/>
                  </a:lnTo>
                  <a:cubicBezTo>
                    <a:pt x="2276" y="218"/>
                    <a:pt x="2281" y="214"/>
                    <a:pt x="2281" y="206"/>
                  </a:cubicBezTo>
                  <a:cubicBezTo>
                    <a:pt x="2281" y="201"/>
                    <a:pt x="2276" y="194"/>
                    <a:pt x="2272" y="194"/>
                  </a:cubicBezTo>
                  <a:lnTo>
                    <a:pt x="2099" y="182"/>
                  </a:lnTo>
                  <a:cubicBezTo>
                    <a:pt x="2097" y="182"/>
                    <a:pt x="2096" y="181"/>
                    <a:pt x="2095" y="181"/>
                  </a:cubicBezTo>
                  <a:close/>
                  <a:moveTo>
                    <a:pt x="2446" y="210"/>
                  </a:moveTo>
                  <a:cubicBezTo>
                    <a:pt x="2438" y="210"/>
                    <a:pt x="2434" y="214"/>
                    <a:pt x="2434" y="221"/>
                  </a:cubicBezTo>
                  <a:cubicBezTo>
                    <a:pt x="2434" y="225"/>
                    <a:pt x="2438" y="230"/>
                    <a:pt x="2442" y="234"/>
                  </a:cubicBezTo>
                  <a:lnTo>
                    <a:pt x="2517" y="237"/>
                  </a:lnTo>
                  <a:cubicBezTo>
                    <a:pt x="2521" y="237"/>
                    <a:pt x="2525" y="234"/>
                    <a:pt x="2529" y="230"/>
                  </a:cubicBezTo>
                  <a:cubicBezTo>
                    <a:pt x="2529" y="221"/>
                    <a:pt x="2525" y="218"/>
                    <a:pt x="2517" y="218"/>
                  </a:cubicBezTo>
                  <a:lnTo>
                    <a:pt x="2446" y="210"/>
                  </a:lnTo>
                  <a:close/>
                </a:path>
              </a:pathLst>
            </a:cu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7"/>
            <p:cNvSpPr/>
            <p:nvPr/>
          </p:nvSpPr>
          <p:spPr>
            <a:xfrm>
              <a:off x="1778804" y="5539515"/>
              <a:ext cx="2646029" cy="177650"/>
            </a:xfrm>
            <a:custGeom>
              <a:rect b="b" l="l" r="r" t="t"/>
              <a:pathLst>
                <a:path extrusionOk="0" h="170" w="2532">
                  <a:moveTo>
                    <a:pt x="13" y="0"/>
                  </a:moveTo>
                  <a:cubicBezTo>
                    <a:pt x="4" y="0"/>
                    <a:pt x="0" y="9"/>
                    <a:pt x="0" y="13"/>
                  </a:cubicBezTo>
                  <a:cubicBezTo>
                    <a:pt x="0" y="20"/>
                    <a:pt x="4" y="24"/>
                    <a:pt x="13" y="24"/>
                  </a:cubicBezTo>
                  <a:lnTo>
                    <a:pt x="186" y="36"/>
                  </a:lnTo>
                  <a:cubicBezTo>
                    <a:pt x="190" y="36"/>
                    <a:pt x="193" y="28"/>
                    <a:pt x="198" y="24"/>
                  </a:cubicBezTo>
                  <a:cubicBezTo>
                    <a:pt x="198" y="16"/>
                    <a:pt x="190" y="13"/>
                    <a:pt x="186" y="13"/>
                  </a:cubicBezTo>
                  <a:lnTo>
                    <a:pt x="13" y="0"/>
                  </a:lnTo>
                  <a:close/>
                  <a:moveTo>
                    <a:pt x="357" y="23"/>
                  </a:moveTo>
                  <a:cubicBezTo>
                    <a:pt x="353" y="23"/>
                    <a:pt x="348" y="29"/>
                    <a:pt x="348" y="32"/>
                  </a:cubicBezTo>
                  <a:cubicBezTo>
                    <a:pt x="348" y="40"/>
                    <a:pt x="351" y="44"/>
                    <a:pt x="359" y="44"/>
                  </a:cubicBezTo>
                  <a:lnTo>
                    <a:pt x="533" y="56"/>
                  </a:lnTo>
                  <a:cubicBezTo>
                    <a:pt x="537" y="56"/>
                    <a:pt x="544" y="51"/>
                    <a:pt x="544" y="44"/>
                  </a:cubicBezTo>
                  <a:cubicBezTo>
                    <a:pt x="544" y="40"/>
                    <a:pt x="541" y="32"/>
                    <a:pt x="533" y="32"/>
                  </a:cubicBezTo>
                  <a:lnTo>
                    <a:pt x="359" y="24"/>
                  </a:lnTo>
                  <a:cubicBezTo>
                    <a:pt x="358" y="23"/>
                    <a:pt x="357" y="23"/>
                    <a:pt x="357" y="23"/>
                  </a:cubicBezTo>
                  <a:close/>
                  <a:moveTo>
                    <a:pt x="706" y="44"/>
                  </a:moveTo>
                  <a:cubicBezTo>
                    <a:pt x="703" y="44"/>
                    <a:pt x="695" y="48"/>
                    <a:pt x="695" y="51"/>
                  </a:cubicBezTo>
                  <a:cubicBezTo>
                    <a:pt x="695" y="60"/>
                    <a:pt x="699" y="64"/>
                    <a:pt x="706" y="64"/>
                  </a:cubicBezTo>
                  <a:lnTo>
                    <a:pt x="879" y="75"/>
                  </a:lnTo>
                  <a:cubicBezTo>
                    <a:pt x="888" y="75"/>
                    <a:pt x="892" y="71"/>
                    <a:pt x="892" y="64"/>
                  </a:cubicBezTo>
                  <a:cubicBezTo>
                    <a:pt x="892" y="60"/>
                    <a:pt x="888" y="51"/>
                    <a:pt x="879" y="51"/>
                  </a:cubicBezTo>
                  <a:lnTo>
                    <a:pt x="706" y="44"/>
                  </a:lnTo>
                  <a:close/>
                  <a:moveTo>
                    <a:pt x="1057" y="64"/>
                  </a:moveTo>
                  <a:cubicBezTo>
                    <a:pt x="1050" y="64"/>
                    <a:pt x="1045" y="67"/>
                    <a:pt x="1045" y="71"/>
                  </a:cubicBezTo>
                  <a:cubicBezTo>
                    <a:pt x="1045" y="80"/>
                    <a:pt x="1050" y="84"/>
                    <a:pt x="1054" y="84"/>
                  </a:cubicBezTo>
                  <a:lnTo>
                    <a:pt x="1227" y="95"/>
                  </a:lnTo>
                  <a:cubicBezTo>
                    <a:pt x="1234" y="95"/>
                    <a:pt x="1239" y="91"/>
                    <a:pt x="1239" y="84"/>
                  </a:cubicBezTo>
                  <a:cubicBezTo>
                    <a:pt x="1239" y="80"/>
                    <a:pt x="1234" y="71"/>
                    <a:pt x="1231" y="71"/>
                  </a:cubicBezTo>
                  <a:lnTo>
                    <a:pt x="1057" y="64"/>
                  </a:lnTo>
                  <a:close/>
                  <a:moveTo>
                    <a:pt x="1405" y="84"/>
                  </a:moveTo>
                  <a:cubicBezTo>
                    <a:pt x="1396" y="84"/>
                    <a:pt x="1392" y="87"/>
                    <a:pt x="1392" y="95"/>
                  </a:cubicBezTo>
                  <a:cubicBezTo>
                    <a:pt x="1392" y="99"/>
                    <a:pt x="1396" y="103"/>
                    <a:pt x="1400" y="103"/>
                  </a:cubicBezTo>
                  <a:lnTo>
                    <a:pt x="1578" y="115"/>
                  </a:lnTo>
                  <a:cubicBezTo>
                    <a:pt x="1582" y="115"/>
                    <a:pt x="1585" y="111"/>
                    <a:pt x="1589" y="103"/>
                  </a:cubicBezTo>
                  <a:cubicBezTo>
                    <a:pt x="1589" y="99"/>
                    <a:pt x="1582" y="95"/>
                    <a:pt x="1578" y="91"/>
                  </a:cubicBezTo>
                  <a:lnTo>
                    <a:pt x="1405" y="84"/>
                  </a:lnTo>
                  <a:close/>
                  <a:moveTo>
                    <a:pt x="1751" y="103"/>
                  </a:moveTo>
                  <a:cubicBezTo>
                    <a:pt x="1747" y="103"/>
                    <a:pt x="1740" y="107"/>
                    <a:pt x="1740" y="115"/>
                  </a:cubicBezTo>
                  <a:cubicBezTo>
                    <a:pt x="1740" y="119"/>
                    <a:pt x="1743" y="122"/>
                    <a:pt x="1751" y="127"/>
                  </a:cubicBezTo>
                  <a:lnTo>
                    <a:pt x="1925" y="135"/>
                  </a:lnTo>
                  <a:cubicBezTo>
                    <a:pt x="1929" y="135"/>
                    <a:pt x="1937" y="131"/>
                    <a:pt x="1937" y="122"/>
                  </a:cubicBezTo>
                  <a:cubicBezTo>
                    <a:pt x="1937" y="119"/>
                    <a:pt x="1933" y="115"/>
                    <a:pt x="1925" y="115"/>
                  </a:cubicBezTo>
                  <a:lnTo>
                    <a:pt x="1751" y="103"/>
                  </a:lnTo>
                  <a:close/>
                  <a:moveTo>
                    <a:pt x="2098" y="122"/>
                  </a:moveTo>
                  <a:cubicBezTo>
                    <a:pt x="2095" y="122"/>
                    <a:pt x="2086" y="127"/>
                    <a:pt x="2086" y="135"/>
                  </a:cubicBezTo>
                  <a:cubicBezTo>
                    <a:pt x="2086" y="138"/>
                    <a:pt x="2091" y="146"/>
                    <a:pt x="2098" y="146"/>
                  </a:cubicBezTo>
                  <a:lnTo>
                    <a:pt x="2272" y="154"/>
                  </a:lnTo>
                  <a:cubicBezTo>
                    <a:pt x="2280" y="154"/>
                    <a:pt x="2284" y="151"/>
                    <a:pt x="2284" y="146"/>
                  </a:cubicBezTo>
                  <a:cubicBezTo>
                    <a:pt x="2284" y="138"/>
                    <a:pt x="2280" y="135"/>
                    <a:pt x="2272" y="135"/>
                  </a:cubicBezTo>
                  <a:lnTo>
                    <a:pt x="2098" y="122"/>
                  </a:lnTo>
                  <a:close/>
                  <a:moveTo>
                    <a:pt x="2449" y="142"/>
                  </a:moveTo>
                  <a:cubicBezTo>
                    <a:pt x="2441" y="142"/>
                    <a:pt x="2437" y="146"/>
                    <a:pt x="2437" y="154"/>
                  </a:cubicBezTo>
                  <a:cubicBezTo>
                    <a:pt x="2437" y="158"/>
                    <a:pt x="2441" y="166"/>
                    <a:pt x="2446" y="166"/>
                  </a:cubicBezTo>
                  <a:lnTo>
                    <a:pt x="2520" y="170"/>
                  </a:lnTo>
                  <a:cubicBezTo>
                    <a:pt x="2524" y="170"/>
                    <a:pt x="2528" y="166"/>
                    <a:pt x="2528" y="158"/>
                  </a:cubicBezTo>
                  <a:cubicBezTo>
                    <a:pt x="2532" y="154"/>
                    <a:pt x="2524" y="146"/>
                    <a:pt x="2520" y="146"/>
                  </a:cubicBezTo>
                  <a:lnTo>
                    <a:pt x="2449" y="142"/>
                  </a:lnTo>
                  <a:close/>
                </a:path>
              </a:pathLst>
            </a:cu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7"/>
            <p:cNvSpPr/>
            <p:nvPr/>
          </p:nvSpPr>
          <p:spPr>
            <a:xfrm>
              <a:off x="1704607" y="5959605"/>
              <a:ext cx="2642894" cy="203775"/>
            </a:xfrm>
            <a:custGeom>
              <a:rect b="b" l="l" r="r" t="t"/>
              <a:pathLst>
                <a:path extrusionOk="0" h="195" w="2529">
                  <a:moveTo>
                    <a:pt x="13" y="0"/>
                  </a:moveTo>
                  <a:cubicBezTo>
                    <a:pt x="4" y="0"/>
                    <a:pt x="0" y="4"/>
                    <a:pt x="0" y="9"/>
                  </a:cubicBezTo>
                  <a:cubicBezTo>
                    <a:pt x="0" y="17"/>
                    <a:pt x="4" y="20"/>
                    <a:pt x="9" y="20"/>
                  </a:cubicBezTo>
                  <a:lnTo>
                    <a:pt x="182" y="33"/>
                  </a:lnTo>
                  <a:cubicBezTo>
                    <a:pt x="183" y="33"/>
                    <a:pt x="185" y="34"/>
                    <a:pt x="186" y="34"/>
                  </a:cubicBezTo>
                  <a:cubicBezTo>
                    <a:pt x="191" y="34"/>
                    <a:pt x="193" y="27"/>
                    <a:pt x="193" y="24"/>
                  </a:cubicBezTo>
                  <a:cubicBezTo>
                    <a:pt x="198" y="17"/>
                    <a:pt x="190" y="13"/>
                    <a:pt x="186" y="13"/>
                  </a:cubicBezTo>
                  <a:lnTo>
                    <a:pt x="13" y="0"/>
                  </a:lnTo>
                  <a:close/>
                  <a:moveTo>
                    <a:pt x="359" y="24"/>
                  </a:moveTo>
                  <a:cubicBezTo>
                    <a:pt x="351" y="24"/>
                    <a:pt x="348" y="28"/>
                    <a:pt x="348" y="36"/>
                  </a:cubicBezTo>
                  <a:cubicBezTo>
                    <a:pt x="348" y="40"/>
                    <a:pt x="351" y="44"/>
                    <a:pt x="359" y="44"/>
                  </a:cubicBezTo>
                  <a:lnTo>
                    <a:pt x="533" y="60"/>
                  </a:lnTo>
                  <a:cubicBezTo>
                    <a:pt x="537" y="60"/>
                    <a:pt x="541" y="52"/>
                    <a:pt x="544" y="48"/>
                  </a:cubicBezTo>
                  <a:cubicBezTo>
                    <a:pt x="544" y="40"/>
                    <a:pt x="541" y="36"/>
                    <a:pt x="533" y="36"/>
                  </a:cubicBezTo>
                  <a:lnTo>
                    <a:pt x="359" y="24"/>
                  </a:lnTo>
                  <a:close/>
                  <a:moveTo>
                    <a:pt x="706" y="48"/>
                  </a:moveTo>
                  <a:cubicBezTo>
                    <a:pt x="703" y="48"/>
                    <a:pt x="695" y="52"/>
                    <a:pt x="695" y="60"/>
                  </a:cubicBezTo>
                  <a:cubicBezTo>
                    <a:pt x="695" y="64"/>
                    <a:pt x="699" y="68"/>
                    <a:pt x="706" y="71"/>
                  </a:cubicBezTo>
                  <a:lnTo>
                    <a:pt x="879" y="84"/>
                  </a:lnTo>
                  <a:cubicBezTo>
                    <a:pt x="884" y="84"/>
                    <a:pt x="892" y="80"/>
                    <a:pt x="892" y="71"/>
                  </a:cubicBezTo>
                  <a:cubicBezTo>
                    <a:pt x="892" y="68"/>
                    <a:pt x="888" y="60"/>
                    <a:pt x="879" y="60"/>
                  </a:cubicBezTo>
                  <a:lnTo>
                    <a:pt x="706" y="48"/>
                  </a:lnTo>
                  <a:close/>
                  <a:moveTo>
                    <a:pt x="1054" y="71"/>
                  </a:moveTo>
                  <a:cubicBezTo>
                    <a:pt x="1050" y="71"/>
                    <a:pt x="1041" y="75"/>
                    <a:pt x="1041" y="84"/>
                  </a:cubicBezTo>
                  <a:cubicBezTo>
                    <a:pt x="1041" y="87"/>
                    <a:pt x="1045" y="95"/>
                    <a:pt x="1054" y="95"/>
                  </a:cubicBezTo>
                  <a:lnTo>
                    <a:pt x="1227" y="107"/>
                  </a:lnTo>
                  <a:cubicBezTo>
                    <a:pt x="1234" y="107"/>
                    <a:pt x="1239" y="104"/>
                    <a:pt x="1239" y="95"/>
                  </a:cubicBezTo>
                  <a:cubicBezTo>
                    <a:pt x="1239" y="91"/>
                    <a:pt x="1234" y="84"/>
                    <a:pt x="1227" y="84"/>
                  </a:cubicBezTo>
                  <a:lnTo>
                    <a:pt x="1054" y="71"/>
                  </a:lnTo>
                  <a:close/>
                  <a:moveTo>
                    <a:pt x="1400" y="95"/>
                  </a:moveTo>
                  <a:cubicBezTo>
                    <a:pt x="1396" y="95"/>
                    <a:pt x="1392" y="99"/>
                    <a:pt x="1392" y="107"/>
                  </a:cubicBezTo>
                  <a:cubicBezTo>
                    <a:pt x="1389" y="111"/>
                    <a:pt x="1396" y="119"/>
                    <a:pt x="1400" y="119"/>
                  </a:cubicBezTo>
                  <a:lnTo>
                    <a:pt x="1574" y="131"/>
                  </a:lnTo>
                  <a:cubicBezTo>
                    <a:pt x="1582" y="131"/>
                    <a:pt x="1585" y="127"/>
                    <a:pt x="1585" y="119"/>
                  </a:cubicBezTo>
                  <a:cubicBezTo>
                    <a:pt x="1585" y="115"/>
                    <a:pt x="1582" y="107"/>
                    <a:pt x="1578" y="107"/>
                  </a:cubicBezTo>
                  <a:lnTo>
                    <a:pt x="1400" y="95"/>
                  </a:lnTo>
                  <a:close/>
                  <a:moveTo>
                    <a:pt x="1751" y="119"/>
                  </a:moveTo>
                  <a:cubicBezTo>
                    <a:pt x="1744" y="119"/>
                    <a:pt x="1740" y="123"/>
                    <a:pt x="1740" y="131"/>
                  </a:cubicBezTo>
                  <a:cubicBezTo>
                    <a:pt x="1740" y="139"/>
                    <a:pt x="1744" y="142"/>
                    <a:pt x="1747" y="142"/>
                  </a:cubicBezTo>
                  <a:lnTo>
                    <a:pt x="1920" y="155"/>
                  </a:lnTo>
                  <a:cubicBezTo>
                    <a:pt x="1929" y="155"/>
                    <a:pt x="1933" y="151"/>
                    <a:pt x="1933" y="142"/>
                  </a:cubicBezTo>
                  <a:cubicBezTo>
                    <a:pt x="1933" y="139"/>
                    <a:pt x="1929" y="135"/>
                    <a:pt x="1925" y="135"/>
                  </a:cubicBezTo>
                  <a:lnTo>
                    <a:pt x="1751" y="119"/>
                  </a:lnTo>
                  <a:close/>
                  <a:moveTo>
                    <a:pt x="2095" y="145"/>
                  </a:moveTo>
                  <a:cubicBezTo>
                    <a:pt x="2089" y="145"/>
                    <a:pt x="2086" y="152"/>
                    <a:pt x="2086" y="155"/>
                  </a:cubicBezTo>
                  <a:cubicBezTo>
                    <a:pt x="2086" y="162"/>
                    <a:pt x="2091" y="166"/>
                    <a:pt x="2095" y="166"/>
                  </a:cubicBezTo>
                  <a:lnTo>
                    <a:pt x="2272" y="178"/>
                  </a:lnTo>
                  <a:cubicBezTo>
                    <a:pt x="2275" y="178"/>
                    <a:pt x="2280" y="175"/>
                    <a:pt x="2280" y="170"/>
                  </a:cubicBezTo>
                  <a:cubicBezTo>
                    <a:pt x="2284" y="162"/>
                    <a:pt x="2275" y="158"/>
                    <a:pt x="2272" y="158"/>
                  </a:cubicBezTo>
                  <a:lnTo>
                    <a:pt x="2098" y="146"/>
                  </a:lnTo>
                  <a:cubicBezTo>
                    <a:pt x="2097" y="145"/>
                    <a:pt x="2096" y="145"/>
                    <a:pt x="2095" y="145"/>
                  </a:cubicBezTo>
                  <a:close/>
                  <a:moveTo>
                    <a:pt x="2446" y="170"/>
                  </a:moveTo>
                  <a:cubicBezTo>
                    <a:pt x="2437" y="170"/>
                    <a:pt x="2433" y="175"/>
                    <a:pt x="2433" y="178"/>
                  </a:cubicBezTo>
                  <a:cubicBezTo>
                    <a:pt x="2433" y="186"/>
                    <a:pt x="2437" y="190"/>
                    <a:pt x="2446" y="190"/>
                  </a:cubicBezTo>
                  <a:lnTo>
                    <a:pt x="2517" y="193"/>
                  </a:lnTo>
                  <a:cubicBezTo>
                    <a:pt x="2517" y="194"/>
                    <a:pt x="2518" y="195"/>
                    <a:pt x="2519" y="195"/>
                  </a:cubicBezTo>
                  <a:cubicBezTo>
                    <a:pt x="2523" y="195"/>
                    <a:pt x="2528" y="189"/>
                    <a:pt x="2528" y="186"/>
                  </a:cubicBezTo>
                  <a:cubicBezTo>
                    <a:pt x="2528" y="178"/>
                    <a:pt x="2524" y="175"/>
                    <a:pt x="2517" y="175"/>
                  </a:cubicBezTo>
                  <a:lnTo>
                    <a:pt x="2446" y="170"/>
                  </a:lnTo>
                  <a:close/>
                </a:path>
              </a:pathLst>
            </a:cu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7"/>
            <p:cNvSpPr/>
            <p:nvPr/>
          </p:nvSpPr>
          <p:spPr>
            <a:xfrm>
              <a:off x="1626229" y="6458070"/>
              <a:ext cx="2642894" cy="207955"/>
            </a:xfrm>
            <a:custGeom>
              <a:rect b="b" l="l" r="r" t="t"/>
              <a:pathLst>
                <a:path extrusionOk="0" h="199" w="2529">
                  <a:moveTo>
                    <a:pt x="13" y="0"/>
                  </a:moveTo>
                  <a:cubicBezTo>
                    <a:pt x="4" y="0"/>
                    <a:pt x="1" y="5"/>
                    <a:pt x="1" y="13"/>
                  </a:cubicBezTo>
                  <a:cubicBezTo>
                    <a:pt x="1" y="16"/>
                    <a:pt x="4" y="24"/>
                    <a:pt x="8" y="24"/>
                  </a:cubicBezTo>
                  <a:lnTo>
                    <a:pt x="182" y="36"/>
                  </a:lnTo>
                  <a:cubicBezTo>
                    <a:pt x="190" y="36"/>
                    <a:pt x="194" y="33"/>
                    <a:pt x="194" y="24"/>
                  </a:cubicBezTo>
                  <a:cubicBezTo>
                    <a:pt x="194" y="20"/>
                    <a:pt x="190" y="13"/>
                    <a:pt x="186" y="13"/>
                  </a:cubicBezTo>
                  <a:lnTo>
                    <a:pt x="13" y="0"/>
                  </a:lnTo>
                  <a:close/>
                  <a:moveTo>
                    <a:pt x="359" y="24"/>
                  </a:moveTo>
                  <a:cubicBezTo>
                    <a:pt x="352" y="24"/>
                    <a:pt x="348" y="29"/>
                    <a:pt x="348" y="36"/>
                  </a:cubicBezTo>
                  <a:cubicBezTo>
                    <a:pt x="348" y="44"/>
                    <a:pt x="352" y="48"/>
                    <a:pt x="359" y="48"/>
                  </a:cubicBezTo>
                  <a:lnTo>
                    <a:pt x="533" y="60"/>
                  </a:lnTo>
                  <a:cubicBezTo>
                    <a:pt x="537" y="60"/>
                    <a:pt x="541" y="56"/>
                    <a:pt x="545" y="48"/>
                  </a:cubicBezTo>
                  <a:cubicBezTo>
                    <a:pt x="545" y="44"/>
                    <a:pt x="541" y="40"/>
                    <a:pt x="533" y="36"/>
                  </a:cubicBezTo>
                  <a:lnTo>
                    <a:pt x="359" y="24"/>
                  </a:lnTo>
                  <a:close/>
                  <a:moveTo>
                    <a:pt x="704" y="51"/>
                  </a:moveTo>
                  <a:cubicBezTo>
                    <a:pt x="700" y="51"/>
                    <a:pt x="694" y="57"/>
                    <a:pt x="694" y="60"/>
                  </a:cubicBezTo>
                  <a:cubicBezTo>
                    <a:pt x="694" y="68"/>
                    <a:pt x="699" y="71"/>
                    <a:pt x="707" y="71"/>
                  </a:cubicBezTo>
                  <a:lnTo>
                    <a:pt x="880" y="84"/>
                  </a:lnTo>
                  <a:cubicBezTo>
                    <a:pt x="884" y="84"/>
                    <a:pt x="892" y="80"/>
                    <a:pt x="892" y="76"/>
                  </a:cubicBezTo>
                  <a:cubicBezTo>
                    <a:pt x="892" y="68"/>
                    <a:pt x="888" y="64"/>
                    <a:pt x="880" y="64"/>
                  </a:cubicBezTo>
                  <a:lnTo>
                    <a:pt x="707" y="52"/>
                  </a:lnTo>
                  <a:cubicBezTo>
                    <a:pt x="706" y="51"/>
                    <a:pt x="705" y="51"/>
                    <a:pt x="704" y="51"/>
                  </a:cubicBezTo>
                  <a:close/>
                  <a:moveTo>
                    <a:pt x="1054" y="76"/>
                  </a:moveTo>
                  <a:cubicBezTo>
                    <a:pt x="1049" y="76"/>
                    <a:pt x="1042" y="80"/>
                    <a:pt x="1042" y="84"/>
                  </a:cubicBezTo>
                  <a:cubicBezTo>
                    <a:pt x="1042" y="91"/>
                    <a:pt x="1045" y="95"/>
                    <a:pt x="1054" y="95"/>
                  </a:cubicBezTo>
                  <a:lnTo>
                    <a:pt x="1227" y="107"/>
                  </a:lnTo>
                  <a:cubicBezTo>
                    <a:pt x="1231" y="107"/>
                    <a:pt x="1238" y="104"/>
                    <a:pt x="1238" y="100"/>
                  </a:cubicBezTo>
                  <a:cubicBezTo>
                    <a:pt x="1238" y="91"/>
                    <a:pt x="1235" y="87"/>
                    <a:pt x="1227" y="87"/>
                  </a:cubicBezTo>
                  <a:lnTo>
                    <a:pt x="1054" y="76"/>
                  </a:lnTo>
                  <a:close/>
                  <a:moveTo>
                    <a:pt x="1400" y="100"/>
                  </a:moveTo>
                  <a:cubicBezTo>
                    <a:pt x="1396" y="100"/>
                    <a:pt x="1393" y="104"/>
                    <a:pt x="1389" y="107"/>
                  </a:cubicBezTo>
                  <a:cubicBezTo>
                    <a:pt x="1389" y="115"/>
                    <a:pt x="1396" y="119"/>
                    <a:pt x="1400" y="119"/>
                  </a:cubicBezTo>
                  <a:lnTo>
                    <a:pt x="1574" y="131"/>
                  </a:lnTo>
                  <a:cubicBezTo>
                    <a:pt x="1582" y="131"/>
                    <a:pt x="1586" y="127"/>
                    <a:pt x="1586" y="123"/>
                  </a:cubicBezTo>
                  <a:cubicBezTo>
                    <a:pt x="1586" y="115"/>
                    <a:pt x="1582" y="111"/>
                    <a:pt x="1578" y="111"/>
                  </a:cubicBezTo>
                  <a:lnTo>
                    <a:pt x="1400" y="100"/>
                  </a:lnTo>
                  <a:close/>
                  <a:moveTo>
                    <a:pt x="1751" y="123"/>
                  </a:moveTo>
                  <a:cubicBezTo>
                    <a:pt x="1744" y="123"/>
                    <a:pt x="1740" y="127"/>
                    <a:pt x="1740" y="131"/>
                  </a:cubicBezTo>
                  <a:cubicBezTo>
                    <a:pt x="1740" y="139"/>
                    <a:pt x="1744" y="142"/>
                    <a:pt x="1748" y="142"/>
                  </a:cubicBezTo>
                  <a:lnTo>
                    <a:pt x="1921" y="158"/>
                  </a:lnTo>
                  <a:cubicBezTo>
                    <a:pt x="1929" y="158"/>
                    <a:pt x="1933" y="151"/>
                    <a:pt x="1933" y="147"/>
                  </a:cubicBezTo>
                  <a:cubicBezTo>
                    <a:pt x="1933" y="139"/>
                    <a:pt x="1929" y="135"/>
                    <a:pt x="1924" y="135"/>
                  </a:cubicBezTo>
                  <a:lnTo>
                    <a:pt x="1751" y="123"/>
                  </a:lnTo>
                  <a:close/>
                  <a:moveTo>
                    <a:pt x="2099" y="147"/>
                  </a:moveTo>
                  <a:cubicBezTo>
                    <a:pt x="2090" y="147"/>
                    <a:pt x="2086" y="151"/>
                    <a:pt x="2086" y="158"/>
                  </a:cubicBezTo>
                  <a:cubicBezTo>
                    <a:pt x="2086" y="162"/>
                    <a:pt x="2090" y="166"/>
                    <a:pt x="2095" y="171"/>
                  </a:cubicBezTo>
                  <a:lnTo>
                    <a:pt x="2272" y="182"/>
                  </a:lnTo>
                  <a:cubicBezTo>
                    <a:pt x="2276" y="182"/>
                    <a:pt x="2279" y="178"/>
                    <a:pt x="2279" y="171"/>
                  </a:cubicBezTo>
                  <a:cubicBezTo>
                    <a:pt x="2284" y="166"/>
                    <a:pt x="2276" y="158"/>
                    <a:pt x="2272" y="158"/>
                  </a:cubicBezTo>
                  <a:lnTo>
                    <a:pt x="2099" y="147"/>
                  </a:lnTo>
                  <a:close/>
                  <a:moveTo>
                    <a:pt x="2445" y="171"/>
                  </a:moveTo>
                  <a:cubicBezTo>
                    <a:pt x="2437" y="171"/>
                    <a:pt x="2434" y="175"/>
                    <a:pt x="2434" y="182"/>
                  </a:cubicBezTo>
                  <a:cubicBezTo>
                    <a:pt x="2434" y="186"/>
                    <a:pt x="2437" y="194"/>
                    <a:pt x="2445" y="194"/>
                  </a:cubicBezTo>
                  <a:lnTo>
                    <a:pt x="2516" y="198"/>
                  </a:lnTo>
                  <a:cubicBezTo>
                    <a:pt x="2521" y="198"/>
                    <a:pt x="2528" y="194"/>
                    <a:pt x="2528" y="186"/>
                  </a:cubicBezTo>
                  <a:cubicBezTo>
                    <a:pt x="2528" y="182"/>
                    <a:pt x="2524" y="178"/>
                    <a:pt x="2516" y="175"/>
                  </a:cubicBezTo>
                  <a:lnTo>
                    <a:pt x="2445" y="171"/>
                  </a:lnTo>
                  <a:close/>
                </a:path>
              </a:pathLst>
            </a:cu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1"/>
        </a:solidFill>
      </p:bgPr>
    </p:bg>
    <p:spTree>
      <p:nvGrpSpPr>
        <p:cNvPr id="157" name="Shape 157"/>
        <p:cNvGrpSpPr/>
        <p:nvPr/>
      </p:nvGrpSpPr>
      <p:grpSpPr>
        <a:xfrm>
          <a:off x="0" y="0"/>
          <a:ext cx="0" cy="0"/>
          <a:chOff x="0" y="0"/>
          <a:chExt cx="0" cy="0"/>
        </a:xfrm>
      </p:grpSpPr>
      <p:sp>
        <p:nvSpPr>
          <p:cNvPr id="158" name="Google Shape;158;p8"/>
          <p:cNvSpPr txBox="1"/>
          <p:nvPr>
            <p:ph type="title"/>
          </p:nvPr>
        </p:nvSpPr>
        <p:spPr>
          <a:xfrm>
            <a:off x="1048800" y="3086400"/>
            <a:ext cx="8189400" cy="41142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dk1"/>
              </a:buClr>
              <a:buSzPts val="13600"/>
              <a:buNone/>
              <a:defRPr sz="13000">
                <a:solidFill>
                  <a:schemeClr val="dk1"/>
                </a:solidFill>
              </a:defRPr>
            </a:lvl1pPr>
            <a:lvl2pPr lvl="1">
              <a:lnSpc>
                <a:spcPct val="100000"/>
              </a:lnSpc>
              <a:spcBef>
                <a:spcPts val="0"/>
              </a:spcBef>
              <a:spcAft>
                <a:spcPts val="0"/>
              </a:spcAft>
              <a:buClr>
                <a:schemeClr val="dk1"/>
              </a:buClr>
              <a:buSzPts val="13600"/>
              <a:buNone/>
              <a:defRPr sz="13600">
                <a:solidFill>
                  <a:schemeClr val="dk1"/>
                </a:solidFill>
              </a:defRPr>
            </a:lvl2pPr>
            <a:lvl3pPr lvl="2">
              <a:lnSpc>
                <a:spcPct val="100000"/>
              </a:lnSpc>
              <a:spcBef>
                <a:spcPts val="0"/>
              </a:spcBef>
              <a:spcAft>
                <a:spcPts val="0"/>
              </a:spcAft>
              <a:buClr>
                <a:schemeClr val="dk1"/>
              </a:buClr>
              <a:buSzPts val="13600"/>
              <a:buNone/>
              <a:defRPr sz="13600">
                <a:solidFill>
                  <a:schemeClr val="dk1"/>
                </a:solidFill>
              </a:defRPr>
            </a:lvl3pPr>
            <a:lvl4pPr lvl="3">
              <a:lnSpc>
                <a:spcPct val="100000"/>
              </a:lnSpc>
              <a:spcBef>
                <a:spcPts val="0"/>
              </a:spcBef>
              <a:spcAft>
                <a:spcPts val="0"/>
              </a:spcAft>
              <a:buClr>
                <a:schemeClr val="dk1"/>
              </a:buClr>
              <a:buSzPts val="13600"/>
              <a:buNone/>
              <a:defRPr sz="13600">
                <a:solidFill>
                  <a:schemeClr val="dk1"/>
                </a:solidFill>
              </a:defRPr>
            </a:lvl4pPr>
            <a:lvl5pPr lvl="4">
              <a:lnSpc>
                <a:spcPct val="100000"/>
              </a:lnSpc>
              <a:spcBef>
                <a:spcPts val="0"/>
              </a:spcBef>
              <a:spcAft>
                <a:spcPts val="0"/>
              </a:spcAft>
              <a:buClr>
                <a:schemeClr val="dk1"/>
              </a:buClr>
              <a:buSzPts val="13600"/>
              <a:buNone/>
              <a:defRPr sz="13600">
                <a:solidFill>
                  <a:schemeClr val="dk1"/>
                </a:solidFill>
              </a:defRPr>
            </a:lvl5pPr>
            <a:lvl6pPr lvl="5">
              <a:lnSpc>
                <a:spcPct val="100000"/>
              </a:lnSpc>
              <a:spcBef>
                <a:spcPts val="0"/>
              </a:spcBef>
              <a:spcAft>
                <a:spcPts val="0"/>
              </a:spcAft>
              <a:buClr>
                <a:schemeClr val="dk1"/>
              </a:buClr>
              <a:buSzPts val="13600"/>
              <a:buNone/>
              <a:defRPr sz="13600">
                <a:solidFill>
                  <a:schemeClr val="dk1"/>
                </a:solidFill>
              </a:defRPr>
            </a:lvl6pPr>
            <a:lvl7pPr lvl="6">
              <a:lnSpc>
                <a:spcPct val="100000"/>
              </a:lnSpc>
              <a:spcBef>
                <a:spcPts val="0"/>
              </a:spcBef>
              <a:spcAft>
                <a:spcPts val="0"/>
              </a:spcAft>
              <a:buClr>
                <a:schemeClr val="dk1"/>
              </a:buClr>
              <a:buSzPts val="13600"/>
              <a:buNone/>
              <a:defRPr sz="13600">
                <a:solidFill>
                  <a:schemeClr val="dk1"/>
                </a:solidFill>
              </a:defRPr>
            </a:lvl7pPr>
            <a:lvl8pPr lvl="7">
              <a:lnSpc>
                <a:spcPct val="100000"/>
              </a:lnSpc>
              <a:spcBef>
                <a:spcPts val="0"/>
              </a:spcBef>
              <a:spcAft>
                <a:spcPts val="0"/>
              </a:spcAft>
              <a:buClr>
                <a:schemeClr val="dk1"/>
              </a:buClr>
              <a:buSzPts val="13600"/>
              <a:buNone/>
              <a:defRPr sz="13600">
                <a:solidFill>
                  <a:schemeClr val="dk1"/>
                </a:solidFill>
              </a:defRPr>
            </a:lvl8pPr>
            <a:lvl9pPr lvl="8">
              <a:lnSpc>
                <a:spcPct val="100000"/>
              </a:lnSpc>
              <a:spcBef>
                <a:spcPts val="0"/>
              </a:spcBef>
              <a:spcAft>
                <a:spcPts val="0"/>
              </a:spcAft>
              <a:buClr>
                <a:schemeClr val="dk1"/>
              </a:buClr>
              <a:buSzPts val="13600"/>
              <a:buNone/>
              <a:defRPr sz="13600">
                <a:solidFill>
                  <a:schemeClr val="dk1"/>
                </a:solidFill>
              </a:defRPr>
            </a:lvl9pPr>
          </a:lstStyle>
          <a:p/>
        </p:txBody>
      </p:sp>
      <p:sp>
        <p:nvSpPr>
          <p:cNvPr id="159" name="Google Shape;159;p8"/>
          <p:cNvSpPr/>
          <p:nvPr/>
        </p:nvSpPr>
        <p:spPr>
          <a:xfrm rot="10800000">
            <a:off x="1386986" y="544198"/>
            <a:ext cx="233400" cy="233400"/>
          </a:xfrm>
          <a:prstGeom prst="ellipse">
            <a:avLst/>
          </a:pr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8"/>
          <p:cNvSpPr/>
          <p:nvPr/>
        </p:nvSpPr>
        <p:spPr>
          <a:xfrm rot="10800000">
            <a:off x="51737" y="9372610"/>
            <a:ext cx="830723" cy="773578"/>
          </a:xfrm>
          <a:custGeom>
            <a:rect b="b" l="l" r="r" t="t"/>
            <a:pathLst>
              <a:path extrusionOk="0" h="1638" w="1759">
                <a:moveTo>
                  <a:pt x="1074" y="1"/>
                </a:moveTo>
                <a:cubicBezTo>
                  <a:pt x="1067" y="1"/>
                  <a:pt x="1060" y="3"/>
                  <a:pt x="1054" y="5"/>
                </a:cubicBezTo>
                <a:cubicBezTo>
                  <a:pt x="1041" y="18"/>
                  <a:pt x="1025" y="29"/>
                  <a:pt x="1014" y="41"/>
                </a:cubicBezTo>
                <a:cubicBezTo>
                  <a:pt x="1006" y="53"/>
                  <a:pt x="994" y="65"/>
                  <a:pt x="983" y="76"/>
                </a:cubicBezTo>
                <a:cubicBezTo>
                  <a:pt x="947" y="124"/>
                  <a:pt x="912" y="171"/>
                  <a:pt x="872" y="214"/>
                </a:cubicBezTo>
                <a:cubicBezTo>
                  <a:pt x="836" y="262"/>
                  <a:pt x="805" y="309"/>
                  <a:pt x="774" y="356"/>
                </a:cubicBezTo>
                <a:cubicBezTo>
                  <a:pt x="761" y="376"/>
                  <a:pt x="750" y="404"/>
                  <a:pt x="734" y="424"/>
                </a:cubicBezTo>
                <a:cubicBezTo>
                  <a:pt x="723" y="435"/>
                  <a:pt x="710" y="451"/>
                  <a:pt x="703" y="462"/>
                </a:cubicBezTo>
                <a:cubicBezTo>
                  <a:pt x="699" y="473"/>
                  <a:pt x="687" y="508"/>
                  <a:pt x="673" y="508"/>
                </a:cubicBezTo>
                <a:cubicBezTo>
                  <a:pt x="671" y="508"/>
                  <a:pt x="669" y="507"/>
                  <a:pt x="667" y="506"/>
                </a:cubicBezTo>
                <a:cubicBezTo>
                  <a:pt x="659" y="502"/>
                  <a:pt x="659" y="495"/>
                  <a:pt x="652" y="495"/>
                </a:cubicBezTo>
                <a:cubicBezTo>
                  <a:pt x="643" y="495"/>
                  <a:pt x="639" y="498"/>
                  <a:pt x="632" y="498"/>
                </a:cubicBezTo>
                <a:cubicBezTo>
                  <a:pt x="625" y="500"/>
                  <a:pt x="618" y="500"/>
                  <a:pt x="611" y="500"/>
                </a:cubicBezTo>
                <a:cubicBezTo>
                  <a:pt x="596" y="500"/>
                  <a:pt x="582" y="498"/>
                  <a:pt x="568" y="498"/>
                </a:cubicBezTo>
                <a:cubicBezTo>
                  <a:pt x="545" y="495"/>
                  <a:pt x="517" y="491"/>
                  <a:pt x="494" y="491"/>
                </a:cubicBezTo>
                <a:cubicBezTo>
                  <a:pt x="454" y="486"/>
                  <a:pt x="415" y="482"/>
                  <a:pt x="379" y="479"/>
                </a:cubicBezTo>
                <a:cubicBezTo>
                  <a:pt x="359" y="479"/>
                  <a:pt x="339" y="475"/>
                  <a:pt x="320" y="475"/>
                </a:cubicBezTo>
                <a:cubicBezTo>
                  <a:pt x="273" y="471"/>
                  <a:pt x="226" y="462"/>
                  <a:pt x="178" y="462"/>
                </a:cubicBezTo>
                <a:cubicBezTo>
                  <a:pt x="170" y="462"/>
                  <a:pt x="164" y="461"/>
                  <a:pt x="157" y="461"/>
                </a:cubicBezTo>
                <a:cubicBezTo>
                  <a:pt x="154" y="461"/>
                  <a:pt x="150" y="461"/>
                  <a:pt x="146" y="462"/>
                </a:cubicBezTo>
                <a:cubicBezTo>
                  <a:pt x="139" y="462"/>
                  <a:pt x="135" y="462"/>
                  <a:pt x="123" y="459"/>
                </a:cubicBezTo>
                <a:cubicBezTo>
                  <a:pt x="103" y="455"/>
                  <a:pt x="79" y="451"/>
                  <a:pt x="60" y="451"/>
                </a:cubicBezTo>
                <a:cubicBezTo>
                  <a:pt x="48" y="455"/>
                  <a:pt x="36" y="451"/>
                  <a:pt x="28" y="459"/>
                </a:cubicBezTo>
                <a:cubicBezTo>
                  <a:pt x="24" y="462"/>
                  <a:pt x="13" y="471"/>
                  <a:pt x="8" y="479"/>
                </a:cubicBezTo>
                <a:cubicBezTo>
                  <a:pt x="0" y="491"/>
                  <a:pt x="13" y="502"/>
                  <a:pt x="17" y="514"/>
                </a:cubicBezTo>
                <a:cubicBezTo>
                  <a:pt x="24" y="522"/>
                  <a:pt x="28" y="530"/>
                  <a:pt x="36" y="542"/>
                </a:cubicBezTo>
                <a:cubicBezTo>
                  <a:pt x="44" y="553"/>
                  <a:pt x="48" y="562"/>
                  <a:pt x="60" y="573"/>
                </a:cubicBezTo>
                <a:cubicBezTo>
                  <a:pt x="84" y="597"/>
                  <a:pt x="115" y="613"/>
                  <a:pt x="139" y="637"/>
                </a:cubicBezTo>
                <a:cubicBezTo>
                  <a:pt x="162" y="668"/>
                  <a:pt x="182" y="695"/>
                  <a:pt x="210" y="723"/>
                </a:cubicBezTo>
                <a:cubicBezTo>
                  <a:pt x="241" y="751"/>
                  <a:pt x="273" y="775"/>
                  <a:pt x="304" y="802"/>
                </a:cubicBezTo>
                <a:cubicBezTo>
                  <a:pt x="316" y="814"/>
                  <a:pt x="324" y="826"/>
                  <a:pt x="335" y="833"/>
                </a:cubicBezTo>
                <a:cubicBezTo>
                  <a:pt x="344" y="837"/>
                  <a:pt x="352" y="841"/>
                  <a:pt x="355" y="846"/>
                </a:cubicBezTo>
                <a:cubicBezTo>
                  <a:pt x="355" y="849"/>
                  <a:pt x="352" y="857"/>
                  <a:pt x="348" y="861"/>
                </a:cubicBezTo>
                <a:cubicBezTo>
                  <a:pt x="348" y="869"/>
                  <a:pt x="344" y="881"/>
                  <a:pt x="339" y="888"/>
                </a:cubicBezTo>
                <a:cubicBezTo>
                  <a:pt x="316" y="920"/>
                  <a:pt x="297" y="948"/>
                  <a:pt x="281" y="983"/>
                </a:cubicBezTo>
                <a:cubicBezTo>
                  <a:pt x="273" y="999"/>
                  <a:pt x="265" y="1011"/>
                  <a:pt x="261" y="1026"/>
                </a:cubicBezTo>
                <a:cubicBezTo>
                  <a:pt x="253" y="1039"/>
                  <a:pt x="241" y="1050"/>
                  <a:pt x="233" y="1066"/>
                </a:cubicBezTo>
                <a:cubicBezTo>
                  <a:pt x="221" y="1082"/>
                  <a:pt x="213" y="1097"/>
                  <a:pt x="206" y="1110"/>
                </a:cubicBezTo>
                <a:cubicBezTo>
                  <a:pt x="190" y="1130"/>
                  <a:pt x="178" y="1145"/>
                  <a:pt x="166" y="1165"/>
                </a:cubicBezTo>
                <a:cubicBezTo>
                  <a:pt x="159" y="1177"/>
                  <a:pt x="155" y="1188"/>
                  <a:pt x="150" y="1196"/>
                </a:cubicBezTo>
                <a:cubicBezTo>
                  <a:pt x="146" y="1208"/>
                  <a:pt x="139" y="1216"/>
                  <a:pt x="131" y="1228"/>
                </a:cubicBezTo>
                <a:cubicBezTo>
                  <a:pt x="115" y="1248"/>
                  <a:pt x="103" y="1267"/>
                  <a:pt x="91" y="1290"/>
                </a:cubicBezTo>
                <a:cubicBezTo>
                  <a:pt x="84" y="1307"/>
                  <a:pt x="75" y="1326"/>
                  <a:pt x="68" y="1346"/>
                </a:cubicBezTo>
                <a:cubicBezTo>
                  <a:pt x="60" y="1374"/>
                  <a:pt x="44" y="1394"/>
                  <a:pt x="32" y="1417"/>
                </a:cubicBezTo>
                <a:cubicBezTo>
                  <a:pt x="28" y="1421"/>
                  <a:pt x="24" y="1429"/>
                  <a:pt x="28" y="1432"/>
                </a:cubicBezTo>
                <a:cubicBezTo>
                  <a:pt x="28" y="1437"/>
                  <a:pt x="36" y="1441"/>
                  <a:pt x="40" y="1445"/>
                </a:cubicBezTo>
                <a:cubicBezTo>
                  <a:pt x="43" y="1451"/>
                  <a:pt x="46" y="1457"/>
                  <a:pt x="51" y="1457"/>
                </a:cubicBezTo>
                <a:cubicBezTo>
                  <a:pt x="52" y="1457"/>
                  <a:pt x="54" y="1457"/>
                  <a:pt x="55" y="1456"/>
                </a:cubicBezTo>
                <a:cubicBezTo>
                  <a:pt x="75" y="1452"/>
                  <a:pt x="91" y="1445"/>
                  <a:pt x="107" y="1432"/>
                </a:cubicBezTo>
                <a:cubicBezTo>
                  <a:pt x="119" y="1429"/>
                  <a:pt x="126" y="1429"/>
                  <a:pt x="139" y="1429"/>
                </a:cubicBezTo>
                <a:cubicBezTo>
                  <a:pt x="162" y="1425"/>
                  <a:pt x="182" y="1413"/>
                  <a:pt x="202" y="1405"/>
                </a:cubicBezTo>
                <a:cubicBezTo>
                  <a:pt x="253" y="1390"/>
                  <a:pt x="304" y="1374"/>
                  <a:pt x="355" y="1354"/>
                </a:cubicBezTo>
                <a:cubicBezTo>
                  <a:pt x="454" y="1319"/>
                  <a:pt x="552" y="1287"/>
                  <a:pt x="652" y="1252"/>
                </a:cubicBezTo>
                <a:cubicBezTo>
                  <a:pt x="667" y="1287"/>
                  <a:pt x="683" y="1319"/>
                  <a:pt x="706" y="1350"/>
                </a:cubicBezTo>
                <a:cubicBezTo>
                  <a:pt x="770" y="1445"/>
                  <a:pt x="852" y="1523"/>
                  <a:pt x="916" y="1622"/>
                </a:cubicBezTo>
                <a:cubicBezTo>
                  <a:pt x="922" y="1632"/>
                  <a:pt x="934" y="1637"/>
                  <a:pt x="945" y="1637"/>
                </a:cubicBezTo>
                <a:cubicBezTo>
                  <a:pt x="960" y="1637"/>
                  <a:pt x="974" y="1629"/>
                  <a:pt x="978" y="1614"/>
                </a:cubicBezTo>
                <a:cubicBezTo>
                  <a:pt x="1010" y="1508"/>
                  <a:pt x="1034" y="1401"/>
                  <a:pt x="1058" y="1295"/>
                </a:cubicBezTo>
                <a:cubicBezTo>
                  <a:pt x="1069" y="1243"/>
                  <a:pt x="1081" y="1188"/>
                  <a:pt x="1093" y="1137"/>
                </a:cubicBezTo>
                <a:cubicBezTo>
                  <a:pt x="1096" y="1114"/>
                  <a:pt x="1101" y="1086"/>
                  <a:pt x="1105" y="1062"/>
                </a:cubicBezTo>
                <a:lnTo>
                  <a:pt x="1105" y="1050"/>
                </a:lnTo>
                <a:cubicBezTo>
                  <a:pt x="1105" y="1039"/>
                  <a:pt x="1101" y="1026"/>
                  <a:pt x="1105" y="1015"/>
                </a:cubicBezTo>
                <a:cubicBezTo>
                  <a:pt x="1109" y="995"/>
                  <a:pt x="1125" y="983"/>
                  <a:pt x="1140" y="972"/>
                </a:cubicBezTo>
                <a:cubicBezTo>
                  <a:pt x="1164" y="952"/>
                  <a:pt x="1196" y="944"/>
                  <a:pt x="1223" y="932"/>
                </a:cubicBezTo>
                <a:cubicBezTo>
                  <a:pt x="1247" y="920"/>
                  <a:pt x="1270" y="908"/>
                  <a:pt x="1298" y="897"/>
                </a:cubicBezTo>
                <a:cubicBezTo>
                  <a:pt x="1325" y="884"/>
                  <a:pt x="1353" y="873"/>
                  <a:pt x="1385" y="857"/>
                </a:cubicBezTo>
                <a:cubicBezTo>
                  <a:pt x="1409" y="841"/>
                  <a:pt x="1432" y="833"/>
                  <a:pt x="1460" y="826"/>
                </a:cubicBezTo>
                <a:cubicBezTo>
                  <a:pt x="1471" y="822"/>
                  <a:pt x="1483" y="817"/>
                  <a:pt x="1495" y="810"/>
                </a:cubicBezTo>
                <a:cubicBezTo>
                  <a:pt x="1507" y="806"/>
                  <a:pt x="1518" y="798"/>
                  <a:pt x="1531" y="790"/>
                </a:cubicBezTo>
                <a:cubicBezTo>
                  <a:pt x="1574" y="770"/>
                  <a:pt x="1622" y="759"/>
                  <a:pt x="1664" y="735"/>
                </a:cubicBezTo>
                <a:cubicBezTo>
                  <a:pt x="1680" y="727"/>
                  <a:pt x="1696" y="715"/>
                  <a:pt x="1716" y="704"/>
                </a:cubicBezTo>
                <a:cubicBezTo>
                  <a:pt x="1724" y="695"/>
                  <a:pt x="1744" y="684"/>
                  <a:pt x="1751" y="672"/>
                </a:cubicBezTo>
                <a:cubicBezTo>
                  <a:pt x="1759" y="660"/>
                  <a:pt x="1755" y="637"/>
                  <a:pt x="1740" y="628"/>
                </a:cubicBezTo>
                <a:cubicBezTo>
                  <a:pt x="1731" y="620"/>
                  <a:pt x="1711" y="617"/>
                  <a:pt x="1700" y="617"/>
                </a:cubicBezTo>
                <a:lnTo>
                  <a:pt x="1684" y="617"/>
                </a:lnTo>
                <a:cubicBezTo>
                  <a:pt x="1664" y="613"/>
                  <a:pt x="1645" y="609"/>
                  <a:pt x="1625" y="604"/>
                </a:cubicBezTo>
                <a:cubicBezTo>
                  <a:pt x="1605" y="601"/>
                  <a:pt x="1586" y="597"/>
                  <a:pt x="1566" y="593"/>
                </a:cubicBezTo>
                <a:cubicBezTo>
                  <a:pt x="1558" y="589"/>
                  <a:pt x="1542" y="589"/>
                  <a:pt x="1535" y="585"/>
                </a:cubicBezTo>
                <a:cubicBezTo>
                  <a:pt x="1531" y="581"/>
                  <a:pt x="1527" y="577"/>
                  <a:pt x="1518" y="577"/>
                </a:cubicBezTo>
                <a:cubicBezTo>
                  <a:pt x="1495" y="573"/>
                  <a:pt x="1475" y="573"/>
                  <a:pt x="1456" y="573"/>
                </a:cubicBezTo>
                <a:lnTo>
                  <a:pt x="1357" y="573"/>
                </a:lnTo>
                <a:cubicBezTo>
                  <a:pt x="1325" y="573"/>
                  <a:pt x="1294" y="569"/>
                  <a:pt x="1262" y="566"/>
                </a:cubicBezTo>
                <a:cubicBezTo>
                  <a:pt x="1219" y="562"/>
                  <a:pt x="1176" y="562"/>
                  <a:pt x="1136" y="553"/>
                </a:cubicBezTo>
                <a:cubicBezTo>
                  <a:pt x="1120" y="549"/>
                  <a:pt x="1109" y="546"/>
                  <a:pt x="1096" y="546"/>
                </a:cubicBezTo>
                <a:cubicBezTo>
                  <a:pt x="1089" y="546"/>
                  <a:pt x="1081" y="546"/>
                  <a:pt x="1077" y="542"/>
                </a:cubicBezTo>
                <a:cubicBezTo>
                  <a:pt x="1065" y="533"/>
                  <a:pt x="1069" y="518"/>
                  <a:pt x="1069" y="506"/>
                </a:cubicBezTo>
                <a:cubicBezTo>
                  <a:pt x="1069" y="491"/>
                  <a:pt x="1065" y="475"/>
                  <a:pt x="1061" y="459"/>
                </a:cubicBezTo>
                <a:cubicBezTo>
                  <a:pt x="1061" y="439"/>
                  <a:pt x="1065" y="424"/>
                  <a:pt x="1069" y="404"/>
                </a:cubicBezTo>
                <a:cubicBezTo>
                  <a:pt x="1073" y="388"/>
                  <a:pt x="1077" y="373"/>
                  <a:pt x="1077" y="356"/>
                </a:cubicBezTo>
                <a:lnTo>
                  <a:pt x="1077" y="302"/>
                </a:lnTo>
                <a:cubicBezTo>
                  <a:pt x="1081" y="285"/>
                  <a:pt x="1085" y="266"/>
                  <a:pt x="1085" y="249"/>
                </a:cubicBezTo>
                <a:cubicBezTo>
                  <a:pt x="1089" y="226"/>
                  <a:pt x="1085" y="207"/>
                  <a:pt x="1089" y="187"/>
                </a:cubicBezTo>
                <a:cubicBezTo>
                  <a:pt x="1093" y="167"/>
                  <a:pt x="1093" y="151"/>
                  <a:pt x="1096" y="131"/>
                </a:cubicBezTo>
                <a:cubicBezTo>
                  <a:pt x="1101" y="112"/>
                  <a:pt x="1105" y="96"/>
                  <a:pt x="1109" y="76"/>
                </a:cubicBezTo>
                <a:cubicBezTo>
                  <a:pt x="1109" y="56"/>
                  <a:pt x="1109" y="21"/>
                  <a:pt x="1089" y="5"/>
                </a:cubicBezTo>
                <a:cubicBezTo>
                  <a:pt x="1084" y="2"/>
                  <a:pt x="1079" y="1"/>
                  <a:pt x="1074" y="1"/>
                </a:cubicBezTo>
                <a:close/>
              </a:path>
            </a:pathLst>
          </a:custGeom>
          <a:solidFill>
            <a:schemeClr val="accent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8"/>
          <p:cNvSpPr/>
          <p:nvPr/>
        </p:nvSpPr>
        <p:spPr>
          <a:xfrm rot="10800000">
            <a:off x="302194" y="159875"/>
            <a:ext cx="845836" cy="617729"/>
          </a:xfrm>
          <a:custGeom>
            <a:rect b="b" l="l" r="r" t="t"/>
            <a:pathLst>
              <a:path extrusionOk="0" h="1308" w="1791">
                <a:moveTo>
                  <a:pt x="1141" y="1"/>
                </a:moveTo>
                <a:cubicBezTo>
                  <a:pt x="1135" y="1"/>
                  <a:pt x="1129" y="3"/>
                  <a:pt x="1124" y="6"/>
                </a:cubicBezTo>
                <a:cubicBezTo>
                  <a:pt x="951" y="195"/>
                  <a:pt x="797" y="408"/>
                  <a:pt x="675" y="633"/>
                </a:cubicBezTo>
                <a:cubicBezTo>
                  <a:pt x="576" y="428"/>
                  <a:pt x="478" y="226"/>
                  <a:pt x="379" y="22"/>
                </a:cubicBezTo>
                <a:cubicBezTo>
                  <a:pt x="375" y="14"/>
                  <a:pt x="368" y="10"/>
                  <a:pt x="361" y="10"/>
                </a:cubicBezTo>
                <a:cubicBezTo>
                  <a:pt x="354" y="10"/>
                  <a:pt x="347" y="14"/>
                  <a:pt x="344" y="22"/>
                </a:cubicBezTo>
                <a:cubicBezTo>
                  <a:pt x="273" y="183"/>
                  <a:pt x="209" y="349"/>
                  <a:pt x="158" y="518"/>
                </a:cubicBezTo>
                <a:cubicBezTo>
                  <a:pt x="134" y="589"/>
                  <a:pt x="0" y="873"/>
                  <a:pt x="44" y="944"/>
                </a:cubicBezTo>
                <a:cubicBezTo>
                  <a:pt x="47" y="959"/>
                  <a:pt x="67" y="964"/>
                  <a:pt x="80" y="968"/>
                </a:cubicBezTo>
                <a:cubicBezTo>
                  <a:pt x="331" y="1039"/>
                  <a:pt x="580" y="1101"/>
                  <a:pt x="833" y="1161"/>
                </a:cubicBezTo>
                <a:cubicBezTo>
                  <a:pt x="1010" y="1201"/>
                  <a:pt x="1183" y="1236"/>
                  <a:pt x="1361" y="1272"/>
                </a:cubicBezTo>
                <a:cubicBezTo>
                  <a:pt x="1396" y="1277"/>
                  <a:pt x="1514" y="1308"/>
                  <a:pt x="1585" y="1308"/>
                </a:cubicBezTo>
                <a:cubicBezTo>
                  <a:pt x="1609" y="1308"/>
                  <a:pt x="1628" y="1304"/>
                  <a:pt x="1637" y="1295"/>
                </a:cubicBezTo>
                <a:cubicBezTo>
                  <a:pt x="1656" y="1279"/>
                  <a:pt x="1656" y="1248"/>
                  <a:pt x="1656" y="1220"/>
                </a:cubicBezTo>
                <a:cubicBezTo>
                  <a:pt x="1661" y="924"/>
                  <a:pt x="1779" y="637"/>
                  <a:pt x="1791" y="337"/>
                </a:cubicBezTo>
                <a:lnTo>
                  <a:pt x="1791" y="337"/>
                </a:lnTo>
                <a:cubicBezTo>
                  <a:pt x="1625" y="463"/>
                  <a:pt x="1467" y="597"/>
                  <a:pt x="1294" y="715"/>
                </a:cubicBezTo>
                <a:cubicBezTo>
                  <a:pt x="1321" y="621"/>
                  <a:pt x="1230" y="502"/>
                  <a:pt x="1207" y="412"/>
                </a:cubicBezTo>
                <a:cubicBezTo>
                  <a:pt x="1175" y="282"/>
                  <a:pt x="1159" y="151"/>
                  <a:pt x="1159" y="18"/>
                </a:cubicBezTo>
                <a:cubicBezTo>
                  <a:pt x="1159" y="6"/>
                  <a:pt x="1150" y="1"/>
                  <a:pt x="1141" y="1"/>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8"/>
          <p:cNvSpPr/>
          <p:nvPr/>
        </p:nvSpPr>
        <p:spPr>
          <a:xfrm rot="10800000">
            <a:off x="9694049" y="8770573"/>
            <a:ext cx="233400" cy="233400"/>
          </a:xfrm>
          <a:prstGeom prst="ellipse">
            <a:avLst/>
          </a:pr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8"/>
          <p:cNvSpPr/>
          <p:nvPr/>
        </p:nvSpPr>
        <p:spPr>
          <a:xfrm rot="10800000">
            <a:off x="8999561" y="9726748"/>
            <a:ext cx="233400" cy="233400"/>
          </a:xfrm>
          <a:prstGeom prst="ellipse">
            <a:avLst/>
          </a:pr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8"/>
          <p:cNvSpPr/>
          <p:nvPr/>
        </p:nvSpPr>
        <p:spPr>
          <a:xfrm flipH="1">
            <a:off x="245836" y="5645173"/>
            <a:ext cx="56375" cy="2663275"/>
          </a:xfrm>
          <a:custGeom>
            <a:rect b="b" l="l" r="r" t="t"/>
            <a:pathLst>
              <a:path extrusionOk="0" h="106531" w="2255">
                <a:moveTo>
                  <a:pt x="1515" y="0"/>
                </a:moveTo>
                <a:cubicBezTo>
                  <a:pt x="649" y="35503"/>
                  <a:pt x="4406" y="71291"/>
                  <a:pt x="0" y="106531"/>
                </a:cubicBezTo>
              </a:path>
            </a:pathLst>
          </a:custGeom>
          <a:noFill/>
          <a:ln cap="flat" cmpd="sng" w="28575">
            <a:solidFill>
              <a:schemeClr val="dk1"/>
            </a:solidFill>
            <a:prstDash val="solid"/>
            <a:round/>
            <a:headEnd len="med" w="med" type="none"/>
            <a:tailEnd len="med" w="med" type="none"/>
          </a:ln>
        </p:spPr>
      </p:sp>
      <p:sp>
        <p:nvSpPr>
          <p:cNvPr id="165" name="Google Shape;165;p8"/>
          <p:cNvSpPr/>
          <p:nvPr/>
        </p:nvSpPr>
        <p:spPr>
          <a:xfrm flipH="1">
            <a:off x="455286" y="7248173"/>
            <a:ext cx="23625" cy="795200"/>
          </a:xfrm>
          <a:custGeom>
            <a:rect b="b" l="l" r="r" t="t"/>
            <a:pathLst>
              <a:path extrusionOk="0" h="31808" w="945">
                <a:moveTo>
                  <a:pt x="505" y="0"/>
                </a:moveTo>
                <a:cubicBezTo>
                  <a:pt x="1386" y="10567"/>
                  <a:pt x="0" y="21204"/>
                  <a:pt x="0" y="31808"/>
                </a:cubicBezTo>
              </a:path>
            </a:pathLst>
          </a:custGeom>
          <a:noFill/>
          <a:ln cap="flat" cmpd="sng" w="28575">
            <a:solidFill>
              <a:schemeClr val="dk1"/>
            </a:solidFill>
            <a:prstDash val="solid"/>
            <a:round/>
            <a:headEnd len="med" w="med" type="none"/>
            <a:tailEnd len="med" w="med" type="none"/>
          </a:ln>
        </p:spPr>
      </p:sp>
      <p:sp>
        <p:nvSpPr>
          <p:cNvPr id="166" name="Google Shape;166;p8"/>
          <p:cNvSpPr/>
          <p:nvPr/>
        </p:nvSpPr>
        <p:spPr>
          <a:xfrm rot="-10651105">
            <a:off x="9916250" y="2881690"/>
            <a:ext cx="138855" cy="2158457"/>
          </a:xfrm>
          <a:custGeom>
            <a:rect b="b" l="l" r="r" t="t"/>
            <a:pathLst>
              <a:path extrusionOk="0" h="86335" w="5554">
                <a:moveTo>
                  <a:pt x="0" y="0"/>
                </a:moveTo>
                <a:cubicBezTo>
                  <a:pt x="1919" y="28774"/>
                  <a:pt x="5554" y="57497"/>
                  <a:pt x="5554" y="86335"/>
                </a:cubicBezTo>
              </a:path>
            </a:pathLst>
          </a:custGeom>
          <a:noFill/>
          <a:ln cap="flat" cmpd="sng" w="28575">
            <a:solidFill>
              <a:schemeClr val="dk1"/>
            </a:solidFill>
            <a:prstDash val="solid"/>
            <a:round/>
            <a:headEnd len="med" w="med" type="none"/>
            <a:tailEnd len="med" w="med" type="none"/>
          </a:ln>
        </p:spPr>
      </p:sp>
      <p:sp>
        <p:nvSpPr>
          <p:cNvPr id="167" name="Google Shape;167;p8"/>
          <p:cNvSpPr/>
          <p:nvPr/>
        </p:nvSpPr>
        <p:spPr>
          <a:xfrm rot="-10651105">
            <a:off x="9791142" y="4310965"/>
            <a:ext cx="39176" cy="1123393"/>
          </a:xfrm>
          <a:custGeom>
            <a:rect b="b" l="l" r="r" t="t"/>
            <a:pathLst>
              <a:path extrusionOk="0" h="44934" w="1567">
                <a:moveTo>
                  <a:pt x="557" y="0"/>
                </a:moveTo>
                <a:cubicBezTo>
                  <a:pt x="-1098" y="14890"/>
                  <a:pt x="1567" y="29952"/>
                  <a:pt x="1567" y="44934"/>
                </a:cubicBezTo>
              </a:path>
            </a:pathLst>
          </a:custGeom>
          <a:noFill/>
          <a:ln cap="flat" cmpd="sng" w="28575">
            <a:solidFill>
              <a:schemeClr val="dk1"/>
            </a:solidFill>
            <a:prstDash val="solid"/>
            <a:round/>
            <a:headEnd len="med" w="med" type="none"/>
            <a:tailEnd len="med" w="med" type="none"/>
          </a:ln>
        </p:spPr>
      </p:sp>
      <p:sp>
        <p:nvSpPr>
          <p:cNvPr id="168" name="Google Shape;168;p8"/>
          <p:cNvSpPr/>
          <p:nvPr/>
        </p:nvSpPr>
        <p:spPr>
          <a:xfrm rot="10800000">
            <a:off x="530961" y="2377898"/>
            <a:ext cx="233400" cy="233400"/>
          </a:xfrm>
          <a:prstGeom prst="ellipse">
            <a:avLst/>
          </a:pr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8"/>
          <p:cNvSpPr/>
          <p:nvPr/>
        </p:nvSpPr>
        <p:spPr>
          <a:xfrm rot="10800000">
            <a:off x="350399" y="1156636"/>
            <a:ext cx="233400" cy="233400"/>
          </a:xfrm>
          <a:prstGeom prst="ellipse">
            <a:avLst/>
          </a:pr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0" name="Google Shape;170;p8"/>
          <p:cNvGrpSpPr/>
          <p:nvPr/>
        </p:nvGrpSpPr>
        <p:grpSpPr>
          <a:xfrm rot="-6567601">
            <a:off x="8958159" y="-309969"/>
            <a:ext cx="2448651" cy="2125389"/>
            <a:chOff x="1322124" y="4079650"/>
            <a:chExt cx="3420400" cy="2968851"/>
          </a:xfrm>
        </p:grpSpPr>
        <p:sp>
          <p:nvSpPr>
            <p:cNvPr id="171" name="Google Shape;171;p8"/>
            <p:cNvSpPr/>
            <p:nvPr/>
          </p:nvSpPr>
          <p:spPr>
            <a:xfrm>
              <a:off x="1322124" y="4377475"/>
              <a:ext cx="3420400" cy="2671026"/>
            </a:xfrm>
            <a:custGeom>
              <a:rect b="b" l="l" r="r" t="t"/>
              <a:pathLst>
                <a:path extrusionOk="0" h="2556" w="3273">
                  <a:moveTo>
                    <a:pt x="228" y="0"/>
                  </a:moveTo>
                  <a:cubicBezTo>
                    <a:pt x="244" y="548"/>
                    <a:pt x="157" y="1345"/>
                    <a:pt x="0" y="2331"/>
                  </a:cubicBezTo>
                  <a:lnTo>
                    <a:pt x="3040" y="2555"/>
                  </a:lnTo>
                  <a:cubicBezTo>
                    <a:pt x="3186" y="1767"/>
                    <a:pt x="3273" y="998"/>
                    <a:pt x="3269" y="257"/>
                  </a:cubicBezTo>
                  <a:lnTo>
                    <a:pt x="3143" y="249"/>
                  </a:lnTo>
                  <a:lnTo>
                    <a:pt x="3143" y="249"/>
                  </a:lnTo>
                  <a:cubicBezTo>
                    <a:pt x="3154" y="320"/>
                    <a:pt x="3115" y="402"/>
                    <a:pt x="3020" y="402"/>
                  </a:cubicBezTo>
                  <a:cubicBezTo>
                    <a:pt x="2918" y="402"/>
                    <a:pt x="2878" y="304"/>
                    <a:pt x="2902" y="229"/>
                  </a:cubicBezTo>
                  <a:lnTo>
                    <a:pt x="2674" y="209"/>
                  </a:lnTo>
                  <a:lnTo>
                    <a:pt x="2674" y="209"/>
                  </a:lnTo>
                  <a:cubicBezTo>
                    <a:pt x="2677" y="213"/>
                    <a:pt x="2677" y="222"/>
                    <a:pt x="2677" y="229"/>
                  </a:cubicBezTo>
                  <a:lnTo>
                    <a:pt x="2677" y="237"/>
                  </a:lnTo>
                  <a:cubicBezTo>
                    <a:pt x="2677" y="261"/>
                    <a:pt x="2670" y="280"/>
                    <a:pt x="2657" y="300"/>
                  </a:cubicBezTo>
                  <a:cubicBezTo>
                    <a:pt x="2654" y="312"/>
                    <a:pt x="2646" y="320"/>
                    <a:pt x="2638" y="328"/>
                  </a:cubicBezTo>
                  <a:cubicBezTo>
                    <a:pt x="2622" y="344"/>
                    <a:pt x="2603" y="355"/>
                    <a:pt x="2583" y="364"/>
                  </a:cubicBezTo>
                  <a:lnTo>
                    <a:pt x="2547" y="367"/>
                  </a:lnTo>
                  <a:cubicBezTo>
                    <a:pt x="2528" y="367"/>
                    <a:pt x="2512" y="364"/>
                    <a:pt x="2496" y="355"/>
                  </a:cubicBezTo>
                  <a:cubicBezTo>
                    <a:pt x="2480" y="351"/>
                    <a:pt x="2468" y="340"/>
                    <a:pt x="2457" y="328"/>
                  </a:cubicBezTo>
                  <a:cubicBezTo>
                    <a:pt x="2441" y="316"/>
                    <a:pt x="2433" y="304"/>
                    <a:pt x="2428" y="288"/>
                  </a:cubicBezTo>
                  <a:cubicBezTo>
                    <a:pt x="2421" y="273"/>
                    <a:pt x="2417" y="253"/>
                    <a:pt x="2417" y="237"/>
                  </a:cubicBezTo>
                  <a:lnTo>
                    <a:pt x="2417" y="229"/>
                  </a:lnTo>
                  <a:cubicBezTo>
                    <a:pt x="2417" y="213"/>
                    <a:pt x="2421" y="202"/>
                    <a:pt x="2425" y="186"/>
                  </a:cubicBezTo>
                  <a:lnTo>
                    <a:pt x="2208" y="170"/>
                  </a:lnTo>
                  <a:lnTo>
                    <a:pt x="2208" y="170"/>
                  </a:lnTo>
                  <a:cubicBezTo>
                    <a:pt x="2228" y="245"/>
                    <a:pt x="2188" y="335"/>
                    <a:pt x="2090" y="335"/>
                  </a:cubicBezTo>
                  <a:cubicBezTo>
                    <a:pt x="1979" y="335"/>
                    <a:pt x="1940" y="225"/>
                    <a:pt x="1975" y="151"/>
                  </a:cubicBezTo>
                  <a:lnTo>
                    <a:pt x="1660" y="122"/>
                  </a:lnTo>
                  <a:lnTo>
                    <a:pt x="1660" y="122"/>
                  </a:lnTo>
                  <a:cubicBezTo>
                    <a:pt x="1684" y="198"/>
                    <a:pt x="1644" y="293"/>
                    <a:pt x="1542" y="293"/>
                  </a:cubicBezTo>
                  <a:cubicBezTo>
                    <a:pt x="1431" y="293"/>
                    <a:pt x="1396" y="182"/>
                    <a:pt x="1431" y="103"/>
                  </a:cubicBezTo>
                  <a:lnTo>
                    <a:pt x="1171" y="84"/>
                  </a:lnTo>
                  <a:lnTo>
                    <a:pt x="1171" y="84"/>
                  </a:lnTo>
                  <a:cubicBezTo>
                    <a:pt x="1183" y="155"/>
                    <a:pt x="1140" y="237"/>
                    <a:pt x="1049" y="237"/>
                  </a:cubicBezTo>
                  <a:cubicBezTo>
                    <a:pt x="946" y="237"/>
                    <a:pt x="907" y="138"/>
                    <a:pt x="930" y="60"/>
                  </a:cubicBezTo>
                  <a:lnTo>
                    <a:pt x="678" y="40"/>
                  </a:lnTo>
                  <a:cubicBezTo>
                    <a:pt x="678" y="107"/>
                    <a:pt x="635" y="170"/>
                    <a:pt x="552" y="170"/>
                  </a:cubicBezTo>
                  <a:cubicBezTo>
                    <a:pt x="461" y="170"/>
                    <a:pt x="417" y="91"/>
                    <a:pt x="430" y="20"/>
                  </a:cubicBezTo>
                  <a:lnTo>
                    <a:pt x="228" y="0"/>
                  </a:lnTo>
                  <a:close/>
                </a:path>
              </a:pathLst>
            </a:custGeom>
            <a:solidFill>
              <a:schemeClr val="accent5"/>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8"/>
            <p:cNvSpPr/>
            <p:nvPr/>
          </p:nvSpPr>
          <p:spPr>
            <a:xfrm>
              <a:off x="3019260" y="4421365"/>
              <a:ext cx="391888" cy="506826"/>
            </a:xfrm>
            <a:custGeom>
              <a:rect b="b" l="l" r="r" t="t"/>
              <a:pathLst>
                <a:path extrusionOk="0" h="485" w="375">
                  <a:moveTo>
                    <a:pt x="26" y="0"/>
                  </a:moveTo>
                  <a:cubicBezTo>
                    <a:pt x="21" y="0"/>
                    <a:pt x="16" y="2"/>
                    <a:pt x="12" y="6"/>
                  </a:cubicBezTo>
                  <a:cubicBezTo>
                    <a:pt x="0" y="9"/>
                    <a:pt x="0" y="25"/>
                    <a:pt x="9" y="33"/>
                  </a:cubicBezTo>
                  <a:lnTo>
                    <a:pt x="331" y="475"/>
                  </a:lnTo>
                  <a:cubicBezTo>
                    <a:pt x="336" y="482"/>
                    <a:pt x="341" y="485"/>
                    <a:pt x="347" y="485"/>
                  </a:cubicBezTo>
                  <a:cubicBezTo>
                    <a:pt x="352" y="485"/>
                    <a:pt x="358" y="483"/>
                    <a:pt x="363" y="479"/>
                  </a:cubicBezTo>
                  <a:cubicBezTo>
                    <a:pt x="371" y="475"/>
                    <a:pt x="375" y="459"/>
                    <a:pt x="367" y="451"/>
                  </a:cubicBezTo>
                  <a:lnTo>
                    <a:pt x="40" y="9"/>
                  </a:lnTo>
                  <a:cubicBezTo>
                    <a:pt x="38" y="3"/>
                    <a:pt x="32" y="0"/>
                    <a:pt x="2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8"/>
            <p:cNvSpPr/>
            <p:nvPr/>
          </p:nvSpPr>
          <p:spPr>
            <a:xfrm>
              <a:off x="2779947" y="4154890"/>
              <a:ext cx="755560" cy="640587"/>
            </a:xfrm>
            <a:custGeom>
              <a:rect b="b" l="l" r="r" t="t"/>
              <a:pathLst>
                <a:path extrusionOk="0" h="613" w="723">
                  <a:moveTo>
                    <a:pt x="311" y="0"/>
                  </a:moveTo>
                  <a:cubicBezTo>
                    <a:pt x="154" y="0"/>
                    <a:pt x="19" y="127"/>
                    <a:pt x="9" y="300"/>
                  </a:cubicBezTo>
                  <a:cubicBezTo>
                    <a:pt x="1" y="422"/>
                    <a:pt x="87" y="561"/>
                    <a:pt x="210" y="596"/>
                  </a:cubicBezTo>
                  <a:cubicBezTo>
                    <a:pt x="249" y="606"/>
                    <a:pt x="286" y="612"/>
                    <a:pt x="323" y="612"/>
                  </a:cubicBezTo>
                  <a:cubicBezTo>
                    <a:pt x="384" y="612"/>
                    <a:pt x="442" y="596"/>
                    <a:pt x="494" y="557"/>
                  </a:cubicBezTo>
                  <a:cubicBezTo>
                    <a:pt x="722" y="387"/>
                    <a:pt x="596" y="87"/>
                    <a:pt x="418" y="20"/>
                  </a:cubicBezTo>
                  <a:cubicBezTo>
                    <a:pt x="382" y="6"/>
                    <a:pt x="346" y="0"/>
                    <a:pt x="311" y="0"/>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8"/>
            <p:cNvSpPr/>
            <p:nvPr/>
          </p:nvSpPr>
          <p:spPr>
            <a:xfrm>
              <a:off x="2751731" y="4079650"/>
              <a:ext cx="638516" cy="558031"/>
            </a:xfrm>
            <a:custGeom>
              <a:rect b="b" l="l" r="r" t="t"/>
              <a:pathLst>
                <a:path extrusionOk="0" h="534" w="611">
                  <a:moveTo>
                    <a:pt x="247" y="0"/>
                  </a:moveTo>
                  <a:cubicBezTo>
                    <a:pt x="117" y="0"/>
                    <a:pt x="10" y="106"/>
                    <a:pt x="4" y="254"/>
                  </a:cubicBezTo>
                  <a:cubicBezTo>
                    <a:pt x="1" y="360"/>
                    <a:pt x="79" y="483"/>
                    <a:pt x="181" y="518"/>
                  </a:cubicBezTo>
                  <a:cubicBezTo>
                    <a:pt x="214" y="528"/>
                    <a:pt x="246" y="534"/>
                    <a:pt x="277" y="534"/>
                  </a:cubicBezTo>
                  <a:cubicBezTo>
                    <a:pt x="328" y="534"/>
                    <a:pt x="377" y="519"/>
                    <a:pt x="422" y="487"/>
                  </a:cubicBezTo>
                  <a:cubicBezTo>
                    <a:pt x="611" y="345"/>
                    <a:pt x="497" y="81"/>
                    <a:pt x="347" y="21"/>
                  </a:cubicBezTo>
                  <a:cubicBezTo>
                    <a:pt x="313" y="7"/>
                    <a:pt x="279" y="0"/>
                    <a:pt x="247" y="0"/>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8"/>
            <p:cNvSpPr/>
            <p:nvPr/>
          </p:nvSpPr>
          <p:spPr>
            <a:xfrm>
              <a:off x="1802840" y="5085985"/>
              <a:ext cx="2642894" cy="248711"/>
            </a:xfrm>
            <a:custGeom>
              <a:rect b="b" l="l" r="r" t="t"/>
              <a:pathLst>
                <a:path extrusionOk="0" h="238" w="2529">
                  <a:moveTo>
                    <a:pt x="13" y="1"/>
                  </a:moveTo>
                  <a:cubicBezTo>
                    <a:pt x="9" y="1"/>
                    <a:pt x="5" y="5"/>
                    <a:pt x="1" y="12"/>
                  </a:cubicBezTo>
                  <a:cubicBezTo>
                    <a:pt x="1" y="17"/>
                    <a:pt x="5" y="24"/>
                    <a:pt x="13" y="24"/>
                  </a:cubicBezTo>
                  <a:lnTo>
                    <a:pt x="186" y="41"/>
                  </a:lnTo>
                  <a:cubicBezTo>
                    <a:pt x="190" y="41"/>
                    <a:pt x="199" y="36"/>
                    <a:pt x="199" y="28"/>
                  </a:cubicBezTo>
                  <a:cubicBezTo>
                    <a:pt x="199" y="24"/>
                    <a:pt x="194" y="17"/>
                    <a:pt x="186" y="17"/>
                  </a:cubicBezTo>
                  <a:lnTo>
                    <a:pt x="13" y="1"/>
                  </a:lnTo>
                  <a:close/>
                  <a:moveTo>
                    <a:pt x="360" y="32"/>
                  </a:moveTo>
                  <a:cubicBezTo>
                    <a:pt x="356" y="32"/>
                    <a:pt x="352" y="36"/>
                    <a:pt x="348" y="41"/>
                  </a:cubicBezTo>
                  <a:cubicBezTo>
                    <a:pt x="348" y="48"/>
                    <a:pt x="352" y="52"/>
                    <a:pt x="360" y="52"/>
                  </a:cubicBezTo>
                  <a:lnTo>
                    <a:pt x="534" y="68"/>
                  </a:lnTo>
                  <a:cubicBezTo>
                    <a:pt x="541" y="68"/>
                    <a:pt x="545" y="64"/>
                    <a:pt x="545" y="59"/>
                  </a:cubicBezTo>
                  <a:cubicBezTo>
                    <a:pt x="545" y="52"/>
                    <a:pt x="541" y="48"/>
                    <a:pt x="534" y="48"/>
                  </a:cubicBezTo>
                  <a:lnTo>
                    <a:pt x="360" y="32"/>
                  </a:lnTo>
                  <a:close/>
                  <a:moveTo>
                    <a:pt x="707" y="59"/>
                  </a:moveTo>
                  <a:cubicBezTo>
                    <a:pt x="703" y="59"/>
                    <a:pt x="699" y="64"/>
                    <a:pt x="699" y="72"/>
                  </a:cubicBezTo>
                  <a:cubicBezTo>
                    <a:pt x="696" y="76"/>
                    <a:pt x="703" y="83"/>
                    <a:pt x="707" y="83"/>
                  </a:cubicBezTo>
                  <a:lnTo>
                    <a:pt x="880" y="99"/>
                  </a:lnTo>
                  <a:cubicBezTo>
                    <a:pt x="889" y="99"/>
                    <a:pt x="892" y="95"/>
                    <a:pt x="892" y="88"/>
                  </a:cubicBezTo>
                  <a:cubicBezTo>
                    <a:pt x="892" y="83"/>
                    <a:pt x="889" y="76"/>
                    <a:pt x="885" y="76"/>
                  </a:cubicBezTo>
                  <a:lnTo>
                    <a:pt x="707" y="59"/>
                  </a:lnTo>
                  <a:close/>
                  <a:moveTo>
                    <a:pt x="1058" y="92"/>
                  </a:moveTo>
                  <a:cubicBezTo>
                    <a:pt x="1050" y="92"/>
                    <a:pt x="1046" y="95"/>
                    <a:pt x="1046" y="99"/>
                  </a:cubicBezTo>
                  <a:cubicBezTo>
                    <a:pt x="1042" y="107"/>
                    <a:pt x="1050" y="112"/>
                    <a:pt x="1054" y="112"/>
                  </a:cubicBezTo>
                  <a:lnTo>
                    <a:pt x="1227" y="127"/>
                  </a:lnTo>
                  <a:cubicBezTo>
                    <a:pt x="1235" y="127"/>
                    <a:pt x="1240" y="123"/>
                    <a:pt x="1240" y="119"/>
                  </a:cubicBezTo>
                  <a:cubicBezTo>
                    <a:pt x="1240" y="112"/>
                    <a:pt x="1235" y="107"/>
                    <a:pt x="1231" y="107"/>
                  </a:cubicBezTo>
                  <a:lnTo>
                    <a:pt x="1058" y="92"/>
                  </a:lnTo>
                  <a:close/>
                  <a:moveTo>
                    <a:pt x="1405" y="119"/>
                  </a:moveTo>
                  <a:cubicBezTo>
                    <a:pt x="1397" y="119"/>
                    <a:pt x="1393" y="123"/>
                    <a:pt x="1393" y="130"/>
                  </a:cubicBezTo>
                  <a:cubicBezTo>
                    <a:pt x="1393" y="139"/>
                    <a:pt x="1397" y="143"/>
                    <a:pt x="1401" y="143"/>
                  </a:cubicBezTo>
                  <a:lnTo>
                    <a:pt x="1575" y="159"/>
                  </a:lnTo>
                  <a:cubicBezTo>
                    <a:pt x="1582" y="159"/>
                    <a:pt x="1586" y="154"/>
                    <a:pt x="1586" y="147"/>
                  </a:cubicBezTo>
                  <a:cubicBezTo>
                    <a:pt x="1586" y="143"/>
                    <a:pt x="1582" y="135"/>
                    <a:pt x="1579" y="135"/>
                  </a:cubicBezTo>
                  <a:lnTo>
                    <a:pt x="1405" y="119"/>
                  </a:lnTo>
                  <a:close/>
                  <a:moveTo>
                    <a:pt x="1752" y="150"/>
                  </a:moveTo>
                  <a:cubicBezTo>
                    <a:pt x="1744" y="150"/>
                    <a:pt x="1740" y="154"/>
                    <a:pt x="1740" y="163"/>
                  </a:cubicBezTo>
                  <a:cubicBezTo>
                    <a:pt x="1740" y="166"/>
                    <a:pt x="1744" y="170"/>
                    <a:pt x="1748" y="170"/>
                  </a:cubicBezTo>
                  <a:lnTo>
                    <a:pt x="1921" y="186"/>
                  </a:lnTo>
                  <a:cubicBezTo>
                    <a:pt x="1930" y="186"/>
                    <a:pt x="1933" y="182"/>
                    <a:pt x="1933" y="178"/>
                  </a:cubicBezTo>
                  <a:cubicBezTo>
                    <a:pt x="1933" y="170"/>
                    <a:pt x="1930" y="166"/>
                    <a:pt x="1926" y="166"/>
                  </a:cubicBezTo>
                  <a:lnTo>
                    <a:pt x="1752" y="150"/>
                  </a:lnTo>
                  <a:close/>
                  <a:moveTo>
                    <a:pt x="2095" y="181"/>
                  </a:moveTo>
                  <a:cubicBezTo>
                    <a:pt x="2090" y="181"/>
                    <a:pt x="2087" y="187"/>
                    <a:pt x="2087" y="190"/>
                  </a:cubicBezTo>
                  <a:cubicBezTo>
                    <a:pt x="2087" y="198"/>
                    <a:pt x="2091" y="201"/>
                    <a:pt x="2095" y="201"/>
                  </a:cubicBezTo>
                  <a:lnTo>
                    <a:pt x="2268" y="218"/>
                  </a:lnTo>
                  <a:cubicBezTo>
                    <a:pt x="2276" y="218"/>
                    <a:pt x="2281" y="214"/>
                    <a:pt x="2281" y="206"/>
                  </a:cubicBezTo>
                  <a:cubicBezTo>
                    <a:pt x="2281" y="201"/>
                    <a:pt x="2276" y="194"/>
                    <a:pt x="2272" y="194"/>
                  </a:cubicBezTo>
                  <a:lnTo>
                    <a:pt x="2099" y="182"/>
                  </a:lnTo>
                  <a:cubicBezTo>
                    <a:pt x="2097" y="182"/>
                    <a:pt x="2096" y="181"/>
                    <a:pt x="2095" y="181"/>
                  </a:cubicBezTo>
                  <a:close/>
                  <a:moveTo>
                    <a:pt x="2446" y="210"/>
                  </a:moveTo>
                  <a:cubicBezTo>
                    <a:pt x="2438" y="210"/>
                    <a:pt x="2434" y="214"/>
                    <a:pt x="2434" y="221"/>
                  </a:cubicBezTo>
                  <a:cubicBezTo>
                    <a:pt x="2434" y="225"/>
                    <a:pt x="2438" y="230"/>
                    <a:pt x="2442" y="234"/>
                  </a:cubicBezTo>
                  <a:lnTo>
                    <a:pt x="2517" y="237"/>
                  </a:lnTo>
                  <a:cubicBezTo>
                    <a:pt x="2521" y="237"/>
                    <a:pt x="2525" y="234"/>
                    <a:pt x="2529" y="230"/>
                  </a:cubicBezTo>
                  <a:cubicBezTo>
                    <a:pt x="2529" y="221"/>
                    <a:pt x="2525" y="218"/>
                    <a:pt x="2517" y="218"/>
                  </a:cubicBezTo>
                  <a:lnTo>
                    <a:pt x="2446" y="210"/>
                  </a:lnTo>
                  <a:close/>
                </a:path>
              </a:pathLst>
            </a:cu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8"/>
            <p:cNvSpPr/>
            <p:nvPr/>
          </p:nvSpPr>
          <p:spPr>
            <a:xfrm>
              <a:off x="1778804" y="5539515"/>
              <a:ext cx="2646029" cy="177650"/>
            </a:xfrm>
            <a:custGeom>
              <a:rect b="b" l="l" r="r" t="t"/>
              <a:pathLst>
                <a:path extrusionOk="0" h="170" w="2532">
                  <a:moveTo>
                    <a:pt x="13" y="0"/>
                  </a:moveTo>
                  <a:cubicBezTo>
                    <a:pt x="4" y="0"/>
                    <a:pt x="0" y="9"/>
                    <a:pt x="0" y="13"/>
                  </a:cubicBezTo>
                  <a:cubicBezTo>
                    <a:pt x="0" y="20"/>
                    <a:pt x="4" y="24"/>
                    <a:pt x="13" y="24"/>
                  </a:cubicBezTo>
                  <a:lnTo>
                    <a:pt x="186" y="36"/>
                  </a:lnTo>
                  <a:cubicBezTo>
                    <a:pt x="190" y="36"/>
                    <a:pt x="193" y="28"/>
                    <a:pt x="198" y="24"/>
                  </a:cubicBezTo>
                  <a:cubicBezTo>
                    <a:pt x="198" y="16"/>
                    <a:pt x="190" y="13"/>
                    <a:pt x="186" y="13"/>
                  </a:cubicBezTo>
                  <a:lnTo>
                    <a:pt x="13" y="0"/>
                  </a:lnTo>
                  <a:close/>
                  <a:moveTo>
                    <a:pt x="357" y="23"/>
                  </a:moveTo>
                  <a:cubicBezTo>
                    <a:pt x="353" y="23"/>
                    <a:pt x="348" y="29"/>
                    <a:pt x="348" y="32"/>
                  </a:cubicBezTo>
                  <a:cubicBezTo>
                    <a:pt x="348" y="40"/>
                    <a:pt x="351" y="44"/>
                    <a:pt x="359" y="44"/>
                  </a:cubicBezTo>
                  <a:lnTo>
                    <a:pt x="533" y="56"/>
                  </a:lnTo>
                  <a:cubicBezTo>
                    <a:pt x="537" y="56"/>
                    <a:pt x="544" y="51"/>
                    <a:pt x="544" y="44"/>
                  </a:cubicBezTo>
                  <a:cubicBezTo>
                    <a:pt x="544" y="40"/>
                    <a:pt x="541" y="32"/>
                    <a:pt x="533" y="32"/>
                  </a:cubicBezTo>
                  <a:lnTo>
                    <a:pt x="359" y="24"/>
                  </a:lnTo>
                  <a:cubicBezTo>
                    <a:pt x="358" y="23"/>
                    <a:pt x="357" y="23"/>
                    <a:pt x="357" y="23"/>
                  </a:cubicBezTo>
                  <a:close/>
                  <a:moveTo>
                    <a:pt x="706" y="44"/>
                  </a:moveTo>
                  <a:cubicBezTo>
                    <a:pt x="703" y="44"/>
                    <a:pt x="695" y="48"/>
                    <a:pt x="695" y="51"/>
                  </a:cubicBezTo>
                  <a:cubicBezTo>
                    <a:pt x="695" y="60"/>
                    <a:pt x="699" y="64"/>
                    <a:pt x="706" y="64"/>
                  </a:cubicBezTo>
                  <a:lnTo>
                    <a:pt x="879" y="75"/>
                  </a:lnTo>
                  <a:cubicBezTo>
                    <a:pt x="888" y="75"/>
                    <a:pt x="892" y="71"/>
                    <a:pt x="892" y="64"/>
                  </a:cubicBezTo>
                  <a:cubicBezTo>
                    <a:pt x="892" y="60"/>
                    <a:pt x="888" y="51"/>
                    <a:pt x="879" y="51"/>
                  </a:cubicBezTo>
                  <a:lnTo>
                    <a:pt x="706" y="44"/>
                  </a:lnTo>
                  <a:close/>
                  <a:moveTo>
                    <a:pt x="1057" y="64"/>
                  </a:moveTo>
                  <a:cubicBezTo>
                    <a:pt x="1050" y="64"/>
                    <a:pt x="1045" y="67"/>
                    <a:pt x="1045" y="71"/>
                  </a:cubicBezTo>
                  <a:cubicBezTo>
                    <a:pt x="1045" y="80"/>
                    <a:pt x="1050" y="84"/>
                    <a:pt x="1054" y="84"/>
                  </a:cubicBezTo>
                  <a:lnTo>
                    <a:pt x="1227" y="95"/>
                  </a:lnTo>
                  <a:cubicBezTo>
                    <a:pt x="1234" y="95"/>
                    <a:pt x="1239" y="91"/>
                    <a:pt x="1239" y="84"/>
                  </a:cubicBezTo>
                  <a:cubicBezTo>
                    <a:pt x="1239" y="80"/>
                    <a:pt x="1234" y="71"/>
                    <a:pt x="1231" y="71"/>
                  </a:cubicBezTo>
                  <a:lnTo>
                    <a:pt x="1057" y="64"/>
                  </a:lnTo>
                  <a:close/>
                  <a:moveTo>
                    <a:pt x="1405" y="84"/>
                  </a:moveTo>
                  <a:cubicBezTo>
                    <a:pt x="1396" y="84"/>
                    <a:pt x="1392" y="87"/>
                    <a:pt x="1392" y="95"/>
                  </a:cubicBezTo>
                  <a:cubicBezTo>
                    <a:pt x="1392" y="99"/>
                    <a:pt x="1396" y="103"/>
                    <a:pt x="1400" y="103"/>
                  </a:cubicBezTo>
                  <a:lnTo>
                    <a:pt x="1578" y="115"/>
                  </a:lnTo>
                  <a:cubicBezTo>
                    <a:pt x="1582" y="115"/>
                    <a:pt x="1585" y="111"/>
                    <a:pt x="1589" y="103"/>
                  </a:cubicBezTo>
                  <a:cubicBezTo>
                    <a:pt x="1589" y="99"/>
                    <a:pt x="1582" y="95"/>
                    <a:pt x="1578" y="91"/>
                  </a:cubicBezTo>
                  <a:lnTo>
                    <a:pt x="1405" y="84"/>
                  </a:lnTo>
                  <a:close/>
                  <a:moveTo>
                    <a:pt x="1751" y="103"/>
                  </a:moveTo>
                  <a:cubicBezTo>
                    <a:pt x="1747" y="103"/>
                    <a:pt x="1740" y="107"/>
                    <a:pt x="1740" y="115"/>
                  </a:cubicBezTo>
                  <a:cubicBezTo>
                    <a:pt x="1740" y="119"/>
                    <a:pt x="1743" y="122"/>
                    <a:pt x="1751" y="127"/>
                  </a:cubicBezTo>
                  <a:lnTo>
                    <a:pt x="1925" y="135"/>
                  </a:lnTo>
                  <a:cubicBezTo>
                    <a:pt x="1929" y="135"/>
                    <a:pt x="1937" y="131"/>
                    <a:pt x="1937" y="122"/>
                  </a:cubicBezTo>
                  <a:cubicBezTo>
                    <a:pt x="1937" y="119"/>
                    <a:pt x="1933" y="115"/>
                    <a:pt x="1925" y="115"/>
                  </a:cubicBezTo>
                  <a:lnTo>
                    <a:pt x="1751" y="103"/>
                  </a:lnTo>
                  <a:close/>
                  <a:moveTo>
                    <a:pt x="2098" y="122"/>
                  </a:moveTo>
                  <a:cubicBezTo>
                    <a:pt x="2095" y="122"/>
                    <a:pt x="2086" y="127"/>
                    <a:pt x="2086" y="135"/>
                  </a:cubicBezTo>
                  <a:cubicBezTo>
                    <a:pt x="2086" y="138"/>
                    <a:pt x="2091" y="146"/>
                    <a:pt x="2098" y="146"/>
                  </a:cubicBezTo>
                  <a:lnTo>
                    <a:pt x="2272" y="154"/>
                  </a:lnTo>
                  <a:cubicBezTo>
                    <a:pt x="2280" y="154"/>
                    <a:pt x="2284" y="151"/>
                    <a:pt x="2284" y="146"/>
                  </a:cubicBezTo>
                  <a:cubicBezTo>
                    <a:pt x="2284" y="138"/>
                    <a:pt x="2280" y="135"/>
                    <a:pt x="2272" y="135"/>
                  </a:cubicBezTo>
                  <a:lnTo>
                    <a:pt x="2098" y="122"/>
                  </a:lnTo>
                  <a:close/>
                  <a:moveTo>
                    <a:pt x="2449" y="142"/>
                  </a:moveTo>
                  <a:cubicBezTo>
                    <a:pt x="2441" y="142"/>
                    <a:pt x="2437" y="146"/>
                    <a:pt x="2437" y="154"/>
                  </a:cubicBezTo>
                  <a:cubicBezTo>
                    <a:pt x="2437" y="158"/>
                    <a:pt x="2441" y="166"/>
                    <a:pt x="2446" y="166"/>
                  </a:cubicBezTo>
                  <a:lnTo>
                    <a:pt x="2520" y="170"/>
                  </a:lnTo>
                  <a:cubicBezTo>
                    <a:pt x="2524" y="170"/>
                    <a:pt x="2528" y="166"/>
                    <a:pt x="2528" y="158"/>
                  </a:cubicBezTo>
                  <a:cubicBezTo>
                    <a:pt x="2532" y="154"/>
                    <a:pt x="2524" y="146"/>
                    <a:pt x="2520" y="146"/>
                  </a:cubicBezTo>
                  <a:lnTo>
                    <a:pt x="2449" y="142"/>
                  </a:lnTo>
                  <a:close/>
                </a:path>
              </a:pathLst>
            </a:cu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8"/>
            <p:cNvSpPr/>
            <p:nvPr/>
          </p:nvSpPr>
          <p:spPr>
            <a:xfrm>
              <a:off x="1704607" y="5959605"/>
              <a:ext cx="2642894" cy="203775"/>
            </a:xfrm>
            <a:custGeom>
              <a:rect b="b" l="l" r="r" t="t"/>
              <a:pathLst>
                <a:path extrusionOk="0" h="195" w="2529">
                  <a:moveTo>
                    <a:pt x="13" y="0"/>
                  </a:moveTo>
                  <a:cubicBezTo>
                    <a:pt x="4" y="0"/>
                    <a:pt x="0" y="4"/>
                    <a:pt x="0" y="9"/>
                  </a:cubicBezTo>
                  <a:cubicBezTo>
                    <a:pt x="0" y="17"/>
                    <a:pt x="4" y="20"/>
                    <a:pt x="9" y="20"/>
                  </a:cubicBezTo>
                  <a:lnTo>
                    <a:pt x="182" y="33"/>
                  </a:lnTo>
                  <a:cubicBezTo>
                    <a:pt x="183" y="33"/>
                    <a:pt x="185" y="34"/>
                    <a:pt x="186" y="34"/>
                  </a:cubicBezTo>
                  <a:cubicBezTo>
                    <a:pt x="191" y="34"/>
                    <a:pt x="193" y="27"/>
                    <a:pt x="193" y="24"/>
                  </a:cubicBezTo>
                  <a:cubicBezTo>
                    <a:pt x="198" y="17"/>
                    <a:pt x="190" y="13"/>
                    <a:pt x="186" y="13"/>
                  </a:cubicBezTo>
                  <a:lnTo>
                    <a:pt x="13" y="0"/>
                  </a:lnTo>
                  <a:close/>
                  <a:moveTo>
                    <a:pt x="359" y="24"/>
                  </a:moveTo>
                  <a:cubicBezTo>
                    <a:pt x="351" y="24"/>
                    <a:pt x="348" y="28"/>
                    <a:pt x="348" y="36"/>
                  </a:cubicBezTo>
                  <a:cubicBezTo>
                    <a:pt x="348" y="40"/>
                    <a:pt x="351" y="44"/>
                    <a:pt x="359" y="44"/>
                  </a:cubicBezTo>
                  <a:lnTo>
                    <a:pt x="533" y="60"/>
                  </a:lnTo>
                  <a:cubicBezTo>
                    <a:pt x="537" y="60"/>
                    <a:pt x="541" y="52"/>
                    <a:pt x="544" y="48"/>
                  </a:cubicBezTo>
                  <a:cubicBezTo>
                    <a:pt x="544" y="40"/>
                    <a:pt x="541" y="36"/>
                    <a:pt x="533" y="36"/>
                  </a:cubicBezTo>
                  <a:lnTo>
                    <a:pt x="359" y="24"/>
                  </a:lnTo>
                  <a:close/>
                  <a:moveTo>
                    <a:pt x="706" y="48"/>
                  </a:moveTo>
                  <a:cubicBezTo>
                    <a:pt x="703" y="48"/>
                    <a:pt x="695" y="52"/>
                    <a:pt x="695" y="60"/>
                  </a:cubicBezTo>
                  <a:cubicBezTo>
                    <a:pt x="695" y="64"/>
                    <a:pt x="699" y="68"/>
                    <a:pt x="706" y="71"/>
                  </a:cubicBezTo>
                  <a:lnTo>
                    <a:pt x="879" y="84"/>
                  </a:lnTo>
                  <a:cubicBezTo>
                    <a:pt x="884" y="84"/>
                    <a:pt x="892" y="80"/>
                    <a:pt x="892" y="71"/>
                  </a:cubicBezTo>
                  <a:cubicBezTo>
                    <a:pt x="892" y="68"/>
                    <a:pt x="888" y="60"/>
                    <a:pt x="879" y="60"/>
                  </a:cubicBezTo>
                  <a:lnTo>
                    <a:pt x="706" y="48"/>
                  </a:lnTo>
                  <a:close/>
                  <a:moveTo>
                    <a:pt x="1054" y="71"/>
                  </a:moveTo>
                  <a:cubicBezTo>
                    <a:pt x="1050" y="71"/>
                    <a:pt x="1041" y="75"/>
                    <a:pt x="1041" y="84"/>
                  </a:cubicBezTo>
                  <a:cubicBezTo>
                    <a:pt x="1041" y="87"/>
                    <a:pt x="1045" y="95"/>
                    <a:pt x="1054" y="95"/>
                  </a:cubicBezTo>
                  <a:lnTo>
                    <a:pt x="1227" y="107"/>
                  </a:lnTo>
                  <a:cubicBezTo>
                    <a:pt x="1234" y="107"/>
                    <a:pt x="1239" y="104"/>
                    <a:pt x="1239" y="95"/>
                  </a:cubicBezTo>
                  <a:cubicBezTo>
                    <a:pt x="1239" y="91"/>
                    <a:pt x="1234" y="84"/>
                    <a:pt x="1227" y="84"/>
                  </a:cubicBezTo>
                  <a:lnTo>
                    <a:pt x="1054" y="71"/>
                  </a:lnTo>
                  <a:close/>
                  <a:moveTo>
                    <a:pt x="1400" y="95"/>
                  </a:moveTo>
                  <a:cubicBezTo>
                    <a:pt x="1396" y="95"/>
                    <a:pt x="1392" y="99"/>
                    <a:pt x="1392" y="107"/>
                  </a:cubicBezTo>
                  <a:cubicBezTo>
                    <a:pt x="1389" y="111"/>
                    <a:pt x="1396" y="119"/>
                    <a:pt x="1400" y="119"/>
                  </a:cubicBezTo>
                  <a:lnTo>
                    <a:pt x="1574" y="131"/>
                  </a:lnTo>
                  <a:cubicBezTo>
                    <a:pt x="1582" y="131"/>
                    <a:pt x="1585" y="127"/>
                    <a:pt x="1585" y="119"/>
                  </a:cubicBezTo>
                  <a:cubicBezTo>
                    <a:pt x="1585" y="115"/>
                    <a:pt x="1582" y="107"/>
                    <a:pt x="1578" y="107"/>
                  </a:cubicBezTo>
                  <a:lnTo>
                    <a:pt x="1400" y="95"/>
                  </a:lnTo>
                  <a:close/>
                  <a:moveTo>
                    <a:pt x="1751" y="119"/>
                  </a:moveTo>
                  <a:cubicBezTo>
                    <a:pt x="1744" y="119"/>
                    <a:pt x="1740" y="123"/>
                    <a:pt x="1740" y="131"/>
                  </a:cubicBezTo>
                  <a:cubicBezTo>
                    <a:pt x="1740" y="139"/>
                    <a:pt x="1744" y="142"/>
                    <a:pt x="1747" y="142"/>
                  </a:cubicBezTo>
                  <a:lnTo>
                    <a:pt x="1920" y="155"/>
                  </a:lnTo>
                  <a:cubicBezTo>
                    <a:pt x="1929" y="155"/>
                    <a:pt x="1933" y="151"/>
                    <a:pt x="1933" y="142"/>
                  </a:cubicBezTo>
                  <a:cubicBezTo>
                    <a:pt x="1933" y="139"/>
                    <a:pt x="1929" y="135"/>
                    <a:pt x="1925" y="135"/>
                  </a:cubicBezTo>
                  <a:lnTo>
                    <a:pt x="1751" y="119"/>
                  </a:lnTo>
                  <a:close/>
                  <a:moveTo>
                    <a:pt x="2095" y="145"/>
                  </a:moveTo>
                  <a:cubicBezTo>
                    <a:pt x="2089" y="145"/>
                    <a:pt x="2086" y="152"/>
                    <a:pt x="2086" y="155"/>
                  </a:cubicBezTo>
                  <a:cubicBezTo>
                    <a:pt x="2086" y="162"/>
                    <a:pt x="2091" y="166"/>
                    <a:pt x="2095" y="166"/>
                  </a:cubicBezTo>
                  <a:lnTo>
                    <a:pt x="2272" y="178"/>
                  </a:lnTo>
                  <a:cubicBezTo>
                    <a:pt x="2275" y="178"/>
                    <a:pt x="2280" y="175"/>
                    <a:pt x="2280" y="170"/>
                  </a:cubicBezTo>
                  <a:cubicBezTo>
                    <a:pt x="2284" y="162"/>
                    <a:pt x="2275" y="158"/>
                    <a:pt x="2272" y="158"/>
                  </a:cubicBezTo>
                  <a:lnTo>
                    <a:pt x="2098" y="146"/>
                  </a:lnTo>
                  <a:cubicBezTo>
                    <a:pt x="2097" y="145"/>
                    <a:pt x="2096" y="145"/>
                    <a:pt x="2095" y="145"/>
                  </a:cubicBezTo>
                  <a:close/>
                  <a:moveTo>
                    <a:pt x="2446" y="170"/>
                  </a:moveTo>
                  <a:cubicBezTo>
                    <a:pt x="2437" y="170"/>
                    <a:pt x="2433" y="175"/>
                    <a:pt x="2433" y="178"/>
                  </a:cubicBezTo>
                  <a:cubicBezTo>
                    <a:pt x="2433" y="186"/>
                    <a:pt x="2437" y="190"/>
                    <a:pt x="2446" y="190"/>
                  </a:cubicBezTo>
                  <a:lnTo>
                    <a:pt x="2517" y="193"/>
                  </a:lnTo>
                  <a:cubicBezTo>
                    <a:pt x="2517" y="194"/>
                    <a:pt x="2518" y="195"/>
                    <a:pt x="2519" y="195"/>
                  </a:cubicBezTo>
                  <a:cubicBezTo>
                    <a:pt x="2523" y="195"/>
                    <a:pt x="2528" y="189"/>
                    <a:pt x="2528" y="186"/>
                  </a:cubicBezTo>
                  <a:cubicBezTo>
                    <a:pt x="2528" y="178"/>
                    <a:pt x="2524" y="175"/>
                    <a:pt x="2517" y="175"/>
                  </a:cubicBezTo>
                  <a:lnTo>
                    <a:pt x="2446" y="170"/>
                  </a:lnTo>
                  <a:close/>
                </a:path>
              </a:pathLst>
            </a:cu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8"/>
            <p:cNvSpPr/>
            <p:nvPr/>
          </p:nvSpPr>
          <p:spPr>
            <a:xfrm>
              <a:off x="1626229" y="6458070"/>
              <a:ext cx="2642894" cy="207955"/>
            </a:xfrm>
            <a:custGeom>
              <a:rect b="b" l="l" r="r" t="t"/>
              <a:pathLst>
                <a:path extrusionOk="0" h="199" w="2529">
                  <a:moveTo>
                    <a:pt x="13" y="0"/>
                  </a:moveTo>
                  <a:cubicBezTo>
                    <a:pt x="4" y="0"/>
                    <a:pt x="1" y="5"/>
                    <a:pt x="1" y="13"/>
                  </a:cubicBezTo>
                  <a:cubicBezTo>
                    <a:pt x="1" y="16"/>
                    <a:pt x="4" y="24"/>
                    <a:pt x="8" y="24"/>
                  </a:cubicBezTo>
                  <a:lnTo>
                    <a:pt x="182" y="36"/>
                  </a:lnTo>
                  <a:cubicBezTo>
                    <a:pt x="190" y="36"/>
                    <a:pt x="194" y="33"/>
                    <a:pt x="194" y="24"/>
                  </a:cubicBezTo>
                  <a:cubicBezTo>
                    <a:pt x="194" y="20"/>
                    <a:pt x="190" y="13"/>
                    <a:pt x="186" y="13"/>
                  </a:cubicBezTo>
                  <a:lnTo>
                    <a:pt x="13" y="0"/>
                  </a:lnTo>
                  <a:close/>
                  <a:moveTo>
                    <a:pt x="359" y="24"/>
                  </a:moveTo>
                  <a:cubicBezTo>
                    <a:pt x="352" y="24"/>
                    <a:pt x="348" y="29"/>
                    <a:pt x="348" y="36"/>
                  </a:cubicBezTo>
                  <a:cubicBezTo>
                    <a:pt x="348" y="44"/>
                    <a:pt x="352" y="48"/>
                    <a:pt x="359" y="48"/>
                  </a:cubicBezTo>
                  <a:lnTo>
                    <a:pt x="533" y="60"/>
                  </a:lnTo>
                  <a:cubicBezTo>
                    <a:pt x="537" y="60"/>
                    <a:pt x="541" y="56"/>
                    <a:pt x="545" y="48"/>
                  </a:cubicBezTo>
                  <a:cubicBezTo>
                    <a:pt x="545" y="44"/>
                    <a:pt x="541" y="40"/>
                    <a:pt x="533" y="36"/>
                  </a:cubicBezTo>
                  <a:lnTo>
                    <a:pt x="359" y="24"/>
                  </a:lnTo>
                  <a:close/>
                  <a:moveTo>
                    <a:pt x="704" y="51"/>
                  </a:moveTo>
                  <a:cubicBezTo>
                    <a:pt x="700" y="51"/>
                    <a:pt x="694" y="57"/>
                    <a:pt x="694" y="60"/>
                  </a:cubicBezTo>
                  <a:cubicBezTo>
                    <a:pt x="694" y="68"/>
                    <a:pt x="699" y="71"/>
                    <a:pt x="707" y="71"/>
                  </a:cubicBezTo>
                  <a:lnTo>
                    <a:pt x="880" y="84"/>
                  </a:lnTo>
                  <a:cubicBezTo>
                    <a:pt x="884" y="84"/>
                    <a:pt x="892" y="80"/>
                    <a:pt x="892" y="76"/>
                  </a:cubicBezTo>
                  <a:cubicBezTo>
                    <a:pt x="892" y="68"/>
                    <a:pt x="888" y="64"/>
                    <a:pt x="880" y="64"/>
                  </a:cubicBezTo>
                  <a:lnTo>
                    <a:pt x="707" y="52"/>
                  </a:lnTo>
                  <a:cubicBezTo>
                    <a:pt x="706" y="51"/>
                    <a:pt x="705" y="51"/>
                    <a:pt x="704" y="51"/>
                  </a:cubicBezTo>
                  <a:close/>
                  <a:moveTo>
                    <a:pt x="1054" y="76"/>
                  </a:moveTo>
                  <a:cubicBezTo>
                    <a:pt x="1049" y="76"/>
                    <a:pt x="1042" y="80"/>
                    <a:pt x="1042" y="84"/>
                  </a:cubicBezTo>
                  <a:cubicBezTo>
                    <a:pt x="1042" y="91"/>
                    <a:pt x="1045" y="95"/>
                    <a:pt x="1054" y="95"/>
                  </a:cubicBezTo>
                  <a:lnTo>
                    <a:pt x="1227" y="107"/>
                  </a:lnTo>
                  <a:cubicBezTo>
                    <a:pt x="1231" y="107"/>
                    <a:pt x="1238" y="104"/>
                    <a:pt x="1238" y="100"/>
                  </a:cubicBezTo>
                  <a:cubicBezTo>
                    <a:pt x="1238" y="91"/>
                    <a:pt x="1235" y="87"/>
                    <a:pt x="1227" y="87"/>
                  </a:cubicBezTo>
                  <a:lnTo>
                    <a:pt x="1054" y="76"/>
                  </a:lnTo>
                  <a:close/>
                  <a:moveTo>
                    <a:pt x="1400" y="100"/>
                  </a:moveTo>
                  <a:cubicBezTo>
                    <a:pt x="1396" y="100"/>
                    <a:pt x="1393" y="104"/>
                    <a:pt x="1389" y="107"/>
                  </a:cubicBezTo>
                  <a:cubicBezTo>
                    <a:pt x="1389" y="115"/>
                    <a:pt x="1396" y="119"/>
                    <a:pt x="1400" y="119"/>
                  </a:cubicBezTo>
                  <a:lnTo>
                    <a:pt x="1574" y="131"/>
                  </a:lnTo>
                  <a:cubicBezTo>
                    <a:pt x="1582" y="131"/>
                    <a:pt x="1586" y="127"/>
                    <a:pt x="1586" y="123"/>
                  </a:cubicBezTo>
                  <a:cubicBezTo>
                    <a:pt x="1586" y="115"/>
                    <a:pt x="1582" y="111"/>
                    <a:pt x="1578" y="111"/>
                  </a:cubicBezTo>
                  <a:lnTo>
                    <a:pt x="1400" y="100"/>
                  </a:lnTo>
                  <a:close/>
                  <a:moveTo>
                    <a:pt x="1751" y="123"/>
                  </a:moveTo>
                  <a:cubicBezTo>
                    <a:pt x="1744" y="123"/>
                    <a:pt x="1740" y="127"/>
                    <a:pt x="1740" y="131"/>
                  </a:cubicBezTo>
                  <a:cubicBezTo>
                    <a:pt x="1740" y="139"/>
                    <a:pt x="1744" y="142"/>
                    <a:pt x="1748" y="142"/>
                  </a:cubicBezTo>
                  <a:lnTo>
                    <a:pt x="1921" y="158"/>
                  </a:lnTo>
                  <a:cubicBezTo>
                    <a:pt x="1929" y="158"/>
                    <a:pt x="1933" y="151"/>
                    <a:pt x="1933" y="147"/>
                  </a:cubicBezTo>
                  <a:cubicBezTo>
                    <a:pt x="1933" y="139"/>
                    <a:pt x="1929" y="135"/>
                    <a:pt x="1924" y="135"/>
                  </a:cubicBezTo>
                  <a:lnTo>
                    <a:pt x="1751" y="123"/>
                  </a:lnTo>
                  <a:close/>
                  <a:moveTo>
                    <a:pt x="2099" y="147"/>
                  </a:moveTo>
                  <a:cubicBezTo>
                    <a:pt x="2090" y="147"/>
                    <a:pt x="2086" y="151"/>
                    <a:pt x="2086" y="158"/>
                  </a:cubicBezTo>
                  <a:cubicBezTo>
                    <a:pt x="2086" y="162"/>
                    <a:pt x="2090" y="166"/>
                    <a:pt x="2095" y="171"/>
                  </a:cubicBezTo>
                  <a:lnTo>
                    <a:pt x="2272" y="182"/>
                  </a:lnTo>
                  <a:cubicBezTo>
                    <a:pt x="2276" y="182"/>
                    <a:pt x="2279" y="178"/>
                    <a:pt x="2279" y="171"/>
                  </a:cubicBezTo>
                  <a:cubicBezTo>
                    <a:pt x="2284" y="166"/>
                    <a:pt x="2276" y="158"/>
                    <a:pt x="2272" y="158"/>
                  </a:cubicBezTo>
                  <a:lnTo>
                    <a:pt x="2099" y="147"/>
                  </a:lnTo>
                  <a:close/>
                  <a:moveTo>
                    <a:pt x="2445" y="171"/>
                  </a:moveTo>
                  <a:cubicBezTo>
                    <a:pt x="2437" y="171"/>
                    <a:pt x="2434" y="175"/>
                    <a:pt x="2434" y="182"/>
                  </a:cubicBezTo>
                  <a:cubicBezTo>
                    <a:pt x="2434" y="186"/>
                    <a:pt x="2437" y="194"/>
                    <a:pt x="2445" y="194"/>
                  </a:cubicBezTo>
                  <a:lnTo>
                    <a:pt x="2516" y="198"/>
                  </a:lnTo>
                  <a:cubicBezTo>
                    <a:pt x="2521" y="198"/>
                    <a:pt x="2528" y="194"/>
                    <a:pt x="2528" y="186"/>
                  </a:cubicBezTo>
                  <a:cubicBezTo>
                    <a:pt x="2528" y="182"/>
                    <a:pt x="2524" y="178"/>
                    <a:pt x="2516" y="175"/>
                  </a:cubicBezTo>
                  <a:lnTo>
                    <a:pt x="2445" y="171"/>
                  </a:lnTo>
                  <a:close/>
                </a:path>
              </a:pathLst>
            </a:cu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79" name="Shape 179"/>
        <p:cNvGrpSpPr/>
        <p:nvPr/>
      </p:nvGrpSpPr>
      <p:grpSpPr>
        <a:xfrm>
          <a:off x="0" y="0"/>
          <a:ext cx="0" cy="0"/>
          <a:chOff x="0" y="0"/>
          <a:chExt cx="0" cy="0"/>
        </a:xfrm>
      </p:grpSpPr>
      <p:sp>
        <p:nvSpPr>
          <p:cNvPr id="180" name="Google Shape;180;p9"/>
          <p:cNvSpPr txBox="1"/>
          <p:nvPr>
            <p:ph type="title"/>
          </p:nvPr>
        </p:nvSpPr>
        <p:spPr>
          <a:xfrm>
            <a:off x="914450" y="5656450"/>
            <a:ext cx="8458200" cy="1410900"/>
          </a:xfrm>
          <a:prstGeom prst="rect">
            <a:avLst/>
          </a:prstGeom>
        </p:spPr>
        <p:txBody>
          <a:bodyPr anchorCtr="0" anchor="b" bIns="91425" lIns="91425" spcFirstLastPara="1" rIns="91425" wrap="square" tIns="91425">
            <a:noAutofit/>
          </a:bodyPr>
          <a:lstStyle>
            <a:lvl1pPr lvl="0">
              <a:spcBef>
                <a:spcPts val="0"/>
              </a:spcBef>
              <a:spcAft>
                <a:spcPts val="0"/>
              </a:spcAft>
              <a:buSzPts val="15000"/>
              <a:buNone/>
              <a:defRPr sz="8800"/>
            </a:lvl1pPr>
            <a:lvl2pPr lvl="1" algn="l">
              <a:spcBef>
                <a:spcPts val="0"/>
              </a:spcBef>
              <a:spcAft>
                <a:spcPts val="0"/>
              </a:spcAft>
              <a:buSzPts val="15000"/>
              <a:buNone/>
              <a:defRPr sz="15000"/>
            </a:lvl2pPr>
            <a:lvl3pPr lvl="2" algn="l">
              <a:spcBef>
                <a:spcPts val="0"/>
              </a:spcBef>
              <a:spcAft>
                <a:spcPts val="0"/>
              </a:spcAft>
              <a:buSzPts val="15000"/>
              <a:buNone/>
              <a:defRPr sz="15000"/>
            </a:lvl3pPr>
            <a:lvl4pPr lvl="3" algn="l">
              <a:spcBef>
                <a:spcPts val="0"/>
              </a:spcBef>
              <a:spcAft>
                <a:spcPts val="0"/>
              </a:spcAft>
              <a:buSzPts val="15000"/>
              <a:buNone/>
              <a:defRPr sz="15000"/>
            </a:lvl4pPr>
            <a:lvl5pPr lvl="4" algn="l">
              <a:spcBef>
                <a:spcPts val="0"/>
              </a:spcBef>
              <a:spcAft>
                <a:spcPts val="0"/>
              </a:spcAft>
              <a:buSzPts val="15000"/>
              <a:buNone/>
              <a:defRPr sz="15000"/>
            </a:lvl5pPr>
            <a:lvl6pPr lvl="5" algn="l">
              <a:spcBef>
                <a:spcPts val="0"/>
              </a:spcBef>
              <a:spcAft>
                <a:spcPts val="0"/>
              </a:spcAft>
              <a:buSzPts val="15000"/>
              <a:buNone/>
              <a:defRPr sz="15000"/>
            </a:lvl6pPr>
            <a:lvl7pPr lvl="6" algn="l">
              <a:spcBef>
                <a:spcPts val="0"/>
              </a:spcBef>
              <a:spcAft>
                <a:spcPts val="0"/>
              </a:spcAft>
              <a:buSzPts val="15000"/>
              <a:buNone/>
              <a:defRPr sz="15000"/>
            </a:lvl7pPr>
            <a:lvl8pPr lvl="7" algn="l">
              <a:spcBef>
                <a:spcPts val="0"/>
              </a:spcBef>
              <a:spcAft>
                <a:spcPts val="0"/>
              </a:spcAft>
              <a:buSzPts val="15000"/>
              <a:buNone/>
              <a:defRPr sz="15000"/>
            </a:lvl8pPr>
            <a:lvl9pPr lvl="8" algn="l">
              <a:spcBef>
                <a:spcPts val="0"/>
              </a:spcBef>
              <a:spcAft>
                <a:spcPts val="0"/>
              </a:spcAft>
              <a:buSzPts val="15000"/>
              <a:buNone/>
              <a:defRPr sz="15000"/>
            </a:lvl9pPr>
          </a:lstStyle>
          <a:p/>
        </p:txBody>
      </p:sp>
      <p:sp>
        <p:nvSpPr>
          <p:cNvPr id="181" name="Google Shape;181;p9"/>
          <p:cNvSpPr txBox="1"/>
          <p:nvPr>
            <p:ph idx="1" type="subTitle"/>
          </p:nvPr>
        </p:nvSpPr>
        <p:spPr>
          <a:xfrm>
            <a:off x="914450" y="6980700"/>
            <a:ext cx="8458200" cy="23919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3000"/>
              <a:buNone/>
              <a:defRPr sz="3000">
                <a:solidFill>
                  <a:schemeClr val="dk1"/>
                </a:solidFill>
              </a:defRPr>
            </a:lvl1pPr>
            <a:lvl2pPr lvl="1">
              <a:lnSpc>
                <a:spcPct val="100000"/>
              </a:lnSpc>
              <a:spcBef>
                <a:spcPts val="0"/>
              </a:spcBef>
              <a:spcAft>
                <a:spcPts val="0"/>
              </a:spcAft>
              <a:buClr>
                <a:schemeClr val="dk1"/>
              </a:buClr>
              <a:buSzPts val="3000"/>
              <a:buNone/>
              <a:defRPr sz="3000">
                <a:solidFill>
                  <a:schemeClr val="dk1"/>
                </a:solidFill>
              </a:defRPr>
            </a:lvl2pPr>
            <a:lvl3pPr lvl="2">
              <a:lnSpc>
                <a:spcPct val="100000"/>
              </a:lnSpc>
              <a:spcBef>
                <a:spcPts val="0"/>
              </a:spcBef>
              <a:spcAft>
                <a:spcPts val="0"/>
              </a:spcAft>
              <a:buClr>
                <a:schemeClr val="dk1"/>
              </a:buClr>
              <a:buSzPts val="3000"/>
              <a:buNone/>
              <a:defRPr sz="3000">
                <a:solidFill>
                  <a:schemeClr val="dk1"/>
                </a:solidFill>
              </a:defRPr>
            </a:lvl3pPr>
            <a:lvl4pPr lvl="3">
              <a:lnSpc>
                <a:spcPct val="100000"/>
              </a:lnSpc>
              <a:spcBef>
                <a:spcPts val="0"/>
              </a:spcBef>
              <a:spcAft>
                <a:spcPts val="0"/>
              </a:spcAft>
              <a:buClr>
                <a:schemeClr val="dk1"/>
              </a:buClr>
              <a:buSzPts val="3000"/>
              <a:buNone/>
              <a:defRPr sz="3000">
                <a:solidFill>
                  <a:schemeClr val="dk1"/>
                </a:solidFill>
              </a:defRPr>
            </a:lvl4pPr>
            <a:lvl5pPr lvl="4">
              <a:lnSpc>
                <a:spcPct val="100000"/>
              </a:lnSpc>
              <a:spcBef>
                <a:spcPts val="0"/>
              </a:spcBef>
              <a:spcAft>
                <a:spcPts val="0"/>
              </a:spcAft>
              <a:buClr>
                <a:schemeClr val="dk1"/>
              </a:buClr>
              <a:buSzPts val="3000"/>
              <a:buNone/>
              <a:defRPr sz="3000">
                <a:solidFill>
                  <a:schemeClr val="dk1"/>
                </a:solidFill>
              </a:defRPr>
            </a:lvl5pPr>
            <a:lvl6pPr lvl="5">
              <a:lnSpc>
                <a:spcPct val="100000"/>
              </a:lnSpc>
              <a:spcBef>
                <a:spcPts val="0"/>
              </a:spcBef>
              <a:spcAft>
                <a:spcPts val="0"/>
              </a:spcAft>
              <a:buClr>
                <a:schemeClr val="dk1"/>
              </a:buClr>
              <a:buSzPts val="3000"/>
              <a:buNone/>
              <a:defRPr sz="3000">
                <a:solidFill>
                  <a:schemeClr val="dk1"/>
                </a:solidFill>
              </a:defRPr>
            </a:lvl6pPr>
            <a:lvl7pPr lvl="6">
              <a:lnSpc>
                <a:spcPct val="100000"/>
              </a:lnSpc>
              <a:spcBef>
                <a:spcPts val="0"/>
              </a:spcBef>
              <a:spcAft>
                <a:spcPts val="0"/>
              </a:spcAft>
              <a:buClr>
                <a:schemeClr val="dk1"/>
              </a:buClr>
              <a:buSzPts val="3000"/>
              <a:buNone/>
              <a:defRPr sz="3000">
                <a:solidFill>
                  <a:schemeClr val="dk1"/>
                </a:solidFill>
              </a:defRPr>
            </a:lvl7pPr>
            <a:lvl8pPr lvl="7">
              <a:lnSpc>
                <a:spcPct val="100000"/>
              </a:lnSpc>
              <a:spcBef>
                <a:spcPts val="0"/>
              </a:spcBef>
              <a:spcAft>
                <a:spcPts val="0"/>
              </a:spcAft>
              <a:buClr>
                <a:schemeClr val="dk1"/>
              </a:buClr>
              <a:buSzPts val="3000"/>
              <a:buNone/>
              <a:defRPr sz="3000">
                <a:solidFill>
                  <a:schemeClr val="dk1"/>
                </a:solidFill>
              </a:defRPr>
            </a:lvl8pPr>
            <a:lvl9pPr lvl="8">
              <a:lnSpc>
                <a:spcPct val="100000"/>
              </a:lnSpc>
              <a:spcBef>
                <a:spcPts val="0"/>
              </a:spcBef>
              <a:spcAft>
                <a:spcPts val="0"/>
              </a:spcAft>
              <a:buClr>
                <a:schemeClr val="dk1"/>
              </a:buClr>
              <a:buSzPts val="3000"/>
              <a:buNone/>
              <a:defRPr sz="3000">
                <a:solidFill>
                  <a:schemeClr val="dk1"/>
                </a:solidFill>
              </a:defRPr>
            </a:lvl9pPr>
          </a:lstStyle>
          <a:p/>
        </p:txBody>
      </p:sp>
      <p:sp>
        <p:nvSpPr>
          <p:cNvPr id="182" name="Google Shape;182;p9"/>
          <p:cNvSpPr/>
          <p:nvPr/>
        </p:nvSpPr>
        <p:spPr>
          <a:xfrm rot="10800000">
            <a:off x="127937" y="121710"/>
            <a:ext cx="830723" cy="773578"/>
          </a:xfrm>
          <a:custGeom>
            <a:rect b="b" l="l" r="r" t="t"/>
            <a:pathLst>
              <a:path extrusionOk="0" h="1638" w="1759">
                <a:moveTo>
                  <a:pt x="1074" y="1"/>
                </a:moveTo>
                <a:cubicBezTo>
                  <a:pt x="1067" y="1"/>
                  <a:pt x="1060" y="3"/>
                  <a:pt x="1054" y="5"/>
                </a:cubicBezTo>
                <a:cubicBezTo>
                  <a:pt x="1041" y="18"/>
                  <a:pt x="1025" y="29"/>
                  <a:pt x="1014" y="41"/>
                </a:cubicBezTo>
                <a:cubicBezTo>
                  <a:pt x="1006" y="53"/>
                  <a:pt x="994" y="65"/>
                  <a:pt x="983" y="76"/>
                </a:cubicBezTo>
                <a:cubicBezTo>
                  <a:pt x="947" y="124"/>
                  <a:pt x="912" y="171"/>
                  <a:pt x="872" y="214"/>
                </a:cubicBezTo>
                <a:cubicBezTo>
                  <a:pt x="836" y="262"/>
                  <a:pt x="805" y="309"/>
                  <a:pt x="774" y="356"/>
                </a:cubicBezTo>
                <a:cubicBezTo>
                  <a:pt x="761" y="376"/>
                  <a:pt x="750" y="404"/>
                  <a:pt x="734" y="424"/>
                </a:cubicBezTo>
                <a:cubicBezTo>
                  <a:pt x="723" y="435"/>
                  <a:pt x="710" y="451"/>
                  <a:pt x="703" y="462"/>
                </a:cubicBezTo>
                <a:cubicBezTo>
                  <a:pt x="699" y="473"/>
                  <a:pt x="687" y="508"/>
                  <a:pt x="673" y="508"/>
                </a:cubicBezTo>
                <a:cubicBezTo>
                  <a:pt x="671" y="508"/>
                  <a:pt x="669" y="507"/>
                  <a:pt x="667" y="506"/>
                </a:cubicBezTo>
                <a:cubicBezTo>
                  <a:pt x="659" y="502"/>
                  <a:pt x="659" y="495"/>
                  <a:pt x="652" y="495"/>
                </a:cubicBezTo>
                <a:cubicBezTo>
                  <a:pt x="643" y="495"/>
                  <a:pt x="639" y="498"/>
                  <a:pt x="632" y="498"/>
                </a:cubicBezTo>
                <a:cubicBezTo>
                  <a:pt x="625" y="500"/>
                  <a:pt x="618" y="500"/>
                  <a:pt x="611" y="500"/>
                </a:cubicBezTo>
                <a:cubicBezTo>
                  <a:pt x="596" y="500"/>
                  <a:pt x="582" y="498"/>
                  <a:pt x="568" y="498"/>
                </a:cubicBezTo>
                <a:cubicBezTo>
                  <a:pt x="545" y="495"/>
                  <a:pt x="517" y="491"/>
                  <a:pt x="494" y="491"/>
                </a:cubicBezTo>
                <a:cubicBezTo>
                  <a:pt x="454" y="486"/>
                  <a:pt x="415" y="482"/>
                  <a:pt x="379" y="479"/>
                </a:cubicBezTo>
                <a:cubicBezTo>
                  <a:pt x="359" y="479"/>
                  <a:pt x="339" y="475"/>
                  <a:pt x="320" y="475"/>
                </a:cubicBezTo>
                <a:cubicBezTo>
                  <a:pt x="273" y="471"/>
                  <a:pt x="226" y="462"/>
                  <a:pt x="178" y="462"/>
                </a:cubicBezTo>
                <a:cubicBezTo>
                  <a:pt x="170" y="462"/>
                  <a:pt x="164" y="461"/>
                  <a:pt x="157" y="461"/>
                </a:cubicBezTo>
                <a:cubicBezTo>
                  <a:pt x="154" y="461"/>
                  <a:pt x="150" y="461"/>
                  <a:pt x="146" y="462"/>
                </a:cubicBezTo>
                <a:cubicBezTo>
                  <a:pt x="139" y="462"/>
                  <a:pt x="135" y="462"/>
                  <a:pt x="123" y="459"/>
                </a:cubicBezTo>
                <a:cubicBezTo>
                  <a:pt x="103" y="455"/>
                  <a:pt x="79" y="451"/>
                  <a:pt x="60" y="451"/>
                </a:cubicBezTo>
                <a:cubicBezTo>
                  <a:pt x="48" y="455"/>
                  <a:pt x="36" y="451"/>
                  <a:pt x="28" y="459"/>
                </a:cubicBezTo>
                <a:cubicBezTo>
                  <a:pt x="24" y="462"/>
                  <a:pt x="13" y="471"/>
                  <a:pt x="8" y="479"/>
                </a:cubicBezTo>
                <a:cubicBezTo>
                  <a:pt x="0" y="491"/>
                  <a:pt x="13" y="502"/>
                  <a:pt x="17" y="514"/>
                </a:cubicBezTo>
                <a:cubicBezTo>
                  <a:pt x="24" y="522"/>
                  <a:pt x="28" y="530"/>
                  <a:pt x="36" y="542"/>
                </a:cubicBezTo>
                <a:cubicBezTo>
                  <a:pt x="44" y="553"/>
                  <a:pt x="48" y="562"/>
                  <a:pt x="60" y="573"/>
                </a:cubicBezTo>
                <a:cubicBezTo>
                  <a:pt x="84" y="597"/>
                  <a:pt x="115" y="613"/>
                  <a:pt x="139" y="637"/>
                </a:cubicBezTo>
                <a:cubicBezTo>
                  <a:pt x="162" y="668"/>
                  <a:pt x="182" y="695"/>
                  <a:pt x="210" y="723"/>
                </a:cubicBezTo>
                <a:cubicBezTo>
                  <a:pt x="241" y="751"/>
                  <a:pt x="273" y="775"/>
                  <a:pt x="304" y="802"/>
                </a:cubicBezTo>
                <a:cubicBezTo>
                  <a:pt x="316" y="814"/>
                  <a:pt x="324" y="826"/>
                  <a:pt x="335" y="833"/>
                </a:cubicBezTo>
                <a:cubicBezTo>
                  <a:pt x="344" y="837"/>
                  <a:pt x="352" y="841"/>
                  <a:pt x="355" y="846"/>
                </a:cubicBezTo>
                <a:cubicBezTo>
                  <a:pt x="355" y="849"/>
                  <a:pt x="352" y="857"/>
                  <a:pt x="348" y="861"/>
                </a:cubicBezTo>
                <a:cubicBezTo>
                  <a:pt x="348" y="869"/>
                  <a:pt x="344" y="881"/>
                  <a:pt x="339" y="888"/>
                </a:cubicBezTo>
                <a:cubicBezTo>
                  <a:pt x="316" y="920"/>
                  <a:pt x="297" y="948"/>
                  <a:pt x="281" y="983"/>
                </a:cubicBezTo>
                <a:cubicBezTo>
                  <a:pt x="273" y="999"/>
                  <a:pt x="265" y="1011"/>
                  <a:pt x="261" y="1026"/>
                </a:cubicBezTo>
                <a:cubicBezTo>
                  <a:pt x="253" y="1039"/>
                  <a:pt x="241" y="1050"/>
                  <a:pt x="233" y="1066"/>
                </a:cubicBezTo>
                <a:cubicBezTo>
                  <a:pt x="221" y="1082"/>
                  <a:pt x="213" y="1097"/>
                  <a:pt x="206" y="1110"/>
                </a:cubicBezTo>
                <a:cubicBezTo>
                  <a:pt x="190" y="1130"/>
                  <a:pt x="178" y="1145"/>
                  <a:pt x="166" y="1165"/>
                </a:cubicBezTo>
                <a:cubicBezTo>
                  <a:pt x="159" y="1177"/>
                  <a:pt x="155" y="1188"/>
                  <a:pt x="150" y="1196"/>
                </a:cubicBezTo>
                <a:cubicBezTo>
                  <a:pt x="146" y="1208"/>
                  <a:pt x="139" y="1216"/>
                  <a:pt x="131" y="1228"/>
                </a:cubicBezTo>
                <a:cubicBezTo>
                  <a:pt x="115" y="1248"/>
                  <a:pt x="103" y="1267"/>
                  <a:pt x="91" y="1290"/>
                </a:cubicBezTo>
                <a:cubicBezTo>
                  <a:pt x="84" y="1307"/>
                  <a:pt x="75" y="1326"/>
                  <a:pt x="68" y="1346"/>
                </a:cubicBezTo>
                <a:cubicBezTo>
                  <a:pt x="60" y="1374"/>
                  <a:pt x="44" y="1394"/>
                  <a:pt x="32" y="1417"/>
                </a:cubicBezTo>
                <a:cubicBezTo>
                  <a:pt x="28" y="1421"/>
                  <a:pt x="24" y="1429"/>
                  <a:pt x="28" y="1432"/>
                </a:cubicBezTo>
                <a:cubicBezTo>
                  <a:pt x="28" y="1437"/>
                  <a:pt x="36" y="1441"/>
                  <a:pt x="40" y="1445"/>
                </a:cubicBezTo>
                <a:cubicBezTo>
                  <a:pt x="43" y="1451"/>
                  <a:pt x="46" y="1457"/>
                  <a:pt x="51" y="1457"/>
                </a:cubicBezTo>
                <a:cubicBezTo>
                  <a:pt x="52" y="1457"/>
                  <a:pt x="54" y="1457"/>
                  <a:pt x="55" y="1456"/>
                </a:cubicBezTo>
                <a:cubicBezTo>
                  <a:pt x="75" y="1452"/>
                  <a:pt x="91" y="1445"/>
                  <a:pt x="107" y="1432"/>
                </a:cubicBezTo>
                <a:cubicBezTo>
                  <a:pt x="119" y="1429"/>
                  <a:pt x="126" y="1429"/>
                  <a:pt x="139" y="1429"/>
                </a:cubicBezTo>
                <a:cubicBezTo>
                  <a:pt x="162" y="1425"/>
                  <a:pt x="182" y="1413"/>
                  <a:pt x="202" y="1405"/>
                </a:cubicBezTo>
                <a:cubicBezTo>
                  <a:pt x="253" y="1390"/>
                  <a:pt x="304" y="1374"/>
                  <a:pt x="355" y="1354"/>
                </a:cubicBezTo>
                <a:cubicBezTo>
                  <a:pt x="454" y="1319"/>
                  <a:pt x="552" y="1287"/>
                  <a:pt x="652" y="1252"/>
                </a:cubicBezTo>
                <a:cubicBezTo>
                  <a:pt x="667" y="1287"/>
                  <a:pt x="683" y="1319"/>
                  <a:pt x="706" y="1350"/>
                </a:cubicBezTo>
                <a:cubicBezTo>
                  <a:pt x="770" y="1445"/>
                  <a:pt x="852" y="1523"/>
                  <a:pt x="916" y="1622"/>
                </a:cubicBezTo>
                <a:cubicBezTo>
                  <a:pt x="922" y="1632"/>
                  <a:pt x="934" y="1637"/>
                  <a:pt x="945" y="1637"/>
                </a:cubicBezTo>
                <a:cubicBezTo>
                  <a:pt x="960" y="1637"/>
                  <a:pt x="974" y="1629"/>
                  <a:pt x="978" y="1614"/>
                </a:cubicBezTo>
                <a:cubicBezTo>
                  <a:pt x="1010" y="1508"/>
                  <a:pt x="1034" y="1401"/>
                  <a:pt x="1058" y="1295"/>
                </a:cubicBezTo>
                <a:cubicBezTo>
                  <a:pt x="1069" y="1243"/>
                  <a:pt x="1081" y="1188"/>
                  <a:pt x="1093" y="1137"/>
                </a:cubicBezTo>
                <a:cubicBezTo>
                  <a:pt x="1096" y="1114"/>
                  <a:pt x="1101" y="1086"/>
                  <a:pt x="1105" y="1062"/>
                </a:cubicBezTo>
                <a:lnTo>
                  <a:pt x="1105" y="1050"/>
                </a:lnTo>
                <a:cubicBezTo>
                  <a:pt x="1105" y="1039"/>
                  <a:pt x="1101" y="1026"/>
                  <a:pt x="1105" y="1015"/>
                </a:cubicBezTo>
                <a:cubicBezTo>
                  <a:pt x="1109" y="995"/>
                  <a:pt x="1125" y="983"/>
                  <a:pt x="1140" y="972"/>
                </a:cubicBezTo>
                <a:cubicBezTo>
                  <a:pt x="1164" y="952"/>
                  <a:pt x="1196" y="944"/>
                  <a:pt x="1223" y="932"/>
                </a:cubicBezTo>
                <a:cubicBezTo>
                  <a:pt x="1247" y="920"/>
                  <a:pt x="1270" y="908"/>
                  <a:pt x="1298" y="897"/>
                </a:cubicBezTo>
                <a:cubicBezTo>
                  <a:pt x="1325" y="884"/>
                  <a:pt x="1353" y="873"/>
                  <a:pt x="1385" y="857"/>
                </a:cubicBezTo>
                <a:cubicBezTo>
                  <a:pt x="1409" y="841"/>
                  <a:pt x="1432" y="833"/>
                  <a:pt x="1460" y="826"/>
                </a:cubicBezTo>
                <a:cubicBezTo>
                  <a:pt x="1471" y="822"/>
                  <a:pt x="1483" y="817"/>
                  <a:pt x="1495" y="810"/>
                </a:cubicBezTo>
                <a:cubicBezTo>
                  <a:pt x="1507" y="806"/>
                  <a:pt x="1518" y="798"/>
                  <a:pt x="1531" y="790"/>
                </a:cubicBezTo>
                <a:cubicBezTo>
                  <a:pt x="1574" y="770"/>
                  <a:pt x="1622" y="759"/>
                  <a:pt x="1664" y="735"/>
                </a:cubicBezTo>
                <a:cubicBezTo>
                  <a:pt x="1680" y="727"/>
                  <a:pt x="1696" y="715"/>
                  <a:pt x="1716" y="704"/>
                </a:cubicBezTo>
                <a:cubicBezTo>
                  <a:pt x="1724" y="695"/>
                  <a:pt x="1744" y="684"/>
                  <a:pt x="1751" y="672"/>
                </a:cubicBezTo>
                <a:cubicBezTo>
                  <a:pt x="1759" y="660"/>
                  <a:pt x="1755" y="637"/>
                  <a:pt x="1740" y="628"/>
                </a:cubicBezTo>
                <a:cubicBezTo>
                  <a:pt x="1731" y="620"/>
                  <a:pt x="1711" y="617"/>
                  <a:pt x="1700" y="617"/>
                </a:cubicBezTo>
                <a:lnTo>
                  <a:pt x="1684" y="617"/>
                </a:lnTo>
                <a:cubicBezTo>
                  <a:pt x="1664" y="613"/>
                  <a:pt x="1645" y="609"/>
                  <a:pt x="1625" y="604"/>
                </a:cubicBezTo>
                <a:cubicBezTo>
                  <a:pt x="1605" y="601"/>
                  <a:pt x="1586" y="597"/>
                  <a:pt x="1566" y="593"/>
                </a:cubicBezTo>
                <a:cubicBezTo>
                  <a:pt x="1558" y="589"/>
                  <a:pt x="1542" y="589"/>
                  <a:pt x="1535" y="585"/>
                </a:cubicBezTo>
                <a:cubicBezTo>
                  <a:pt x="1531" y="581"/>
                  <a:pt x="1527" y="577"/>
                  <a:pt x="1518" y="577"/>
                </a:cubicBezTo>
                <a:cubicBezTo>
                  <a:pt x="1495" y="573"/>
                  <a:pt x="1475" y="573"/>
                  <a:pt x="1456" y="573"/>
                </a:cubicBezTo>
                <a:lnTo>
                  <a:pt x="1357" y="573"/>
                </a:lnTo>
                <a:cubicBezTo>
                  <a:pt x="1325" y="573"/>
                  <a:pt x="1294" y="569"/>
                  <a:pt x="1262" y="566"/>
                </a:cubicBezTo>
                <a:cubicBezTo>
                  <a:pt x="1219" y="562"/>
                  <a:pt x="1176" y="562"/>
                  <a:pt x="1136" y="553"/>
                </a:cubicBezTo>
                <a:cubicBezTo>
                  <a:pt x="1120" y="549"/>
                  <a:pt x="1109" y="546"/>
                  <a:pt x="1096" y="546"/>
                </a:cubicBezTo>
                <a:cubicBezTo>
                  <a:pt x="1089" y="546"/>
                  <a:pt x="1081" y="546"/>
                  <a:pt x="1077" y="542"/>
                </a:cubicBezTo>
                <a:cubicBezTo>
                  <a:pt x="1065" y="533"/>
                  <a:pt x="1069" y="518"/>
                  <a:pt x="1069" y="506"/>
                </a:cubicBezTo>
                <a:cubicBezTo>
                  <a:pt x="1069" y="491"/>
                  <a:pt x="1065" y="475"/>
                  <a:pt x="1061" y="459"/>
                </a:cubicBezTo>
                <a:cubicBezTo>
                  <a:pt x="1061" y="439"/>
                  <a:pt x="1065" y="424"/>
                  <a:pt x="1069" y="404"/>
                </a:cubicBezTo>
                <a:cubicBezTo>
                  <a:pt x="1073" y="388"/>
                  <a:pt x="1077" y="373"/>
                  <a:pt x="1077" y="356"/>
                </a:cubicBezTo>
                <a:lnTo>
                  <a:pt x="1077" y="302"/>
                </a:lnTo>
                <a:cubicBezTo>
                  <a:pt x="1081" y="285"/>
                  <a:pt x="1085" y="266"/>
                  <a:pt x="1085" y="249"/>
                </a:cubicBezTo>
                <a:cubicBezTo>
                  <a:pt x="1089" y="226"/>
                  <a:pt x="1085" y="207"/>
                  <a:pt x="1089" y="187"/>
                </a:cubicBezTo>
                <a:cubicBezTo>
                  <a:pt x="1093" y="167"/>
                  <a:pt x="1093" y="151"/>
                  <a:pt x="1096" y="131"/>
                </a:cubicBezTo>
                <a:cubicBezTo>
                  <a:pt x="1101" y="112"/>
                  <a:pt x="1105" y="96"/>
                  <a:pt x="1109" y="76"/>
                </a:cubicBezTo>
                <a:cubicBezTo>
                  <a:pt x="1109" y="56"/>
                  <a:pt x="1109" y="21"/>
                  <a:pt x="1089" y="5"/>
                </a:cubicBezTo>
                <a:cubicBezTo>
                  <a:pt x="1084" y="2"/>
                  <a:pt x="1079" y="1"/>
                  <a:pt x="1074" y="1"/>
                </a:cubicBezTo>
                <a:close/>
              </a:path>
            </a:pathLst>
          </a:custGeom>
          <a:solidFill>
            <a:schemeClr val="accent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9"/>
          <p:cNvSpPr/>
          <p:nvPr/>
        </p:nvSpPr>
        <p:spPr>
          <a:xfrm rot="1280695">
            <a:off x="224731" y="9339325"/>
            <a:ext cx="845835" cy="617729"/>
          </a:xfrm>
          <a:custGeom>
            <a:rect b="b" l="l" r="r" t="t"/>
            <a:pathLst>
              <a:path extrusionOk="0" h="1308" w="1791">
                <a:moveTo>
                  <a:pt x="1141" y="1"/>
                </a:moveTo>
                <a:cubicBezTo>
                  <a:pt x="1135" y="1"/>
                  <a:pt x="1129" y="3"/>
                  <a:pt x="1124" y="6"/>
                </a:cubicBezTo>
                <a:cubicBezTo>
                  <a:pt x="951" y="195"/>
                  <a:pt x="797" y="408"/>
                  <a:pt x="675" y="633"/>
                </a:cubicBezTo>
                <a:cubicBezTo>
                  <a:pt x="576" y="428"/>
                  <a:pt x="478" y="226"/>
                  <a:pt x="379" y="22"/>
                </a:cubicBezTo>
                <a:cubicBezTo>
                  <a:pt x="375" y="14"/>
                  <a:pt x="368" y="10"/>
                  <a:pt x="361" y="10"/>
                </a:cubicBezTo>
                <a:cubicBezTo>
                  <a:pt x="354" y="10"/>
                  <a:pt x="347" y="14"/>
                  <a:pt x="344" y="22"/>
                </a:cubicBezTo>
                <a:cubicBezTo>
                  <a:pt x="273" y="183"/>
                  <a:pt x="209" y="349"/>
                  <a:pt x="158" y="518"/>
                </a:cubicBezTo>
                <a:cubicBezTo>
                  <a:pt x="134" y="589"/>
                  <a:pt x="0" y="873"/>
                  <a:pt x="44" y="944"/>
                </a:cubicBezTo>
                <a:cubicBezTo>
                  <a:pt x="47" y="959"/>
                  <a:pt x="67" y="964"/>
                  <a:pt x="80" y="968"/>
                </a:cubicBezTo>
                <a:cubicBezTo>
                  <a:pt x="331" y="1039"/>
                  <a:pt x="580" y="1101"/>
                  <a:pt x="833" y="1161"/>
                </a:cubicBezTo>
                <a:cubicBezTo>
                  <a:pt x="1010" y="1201"/>
                  <a:pt x="1183" y="1236"/>
                  <a:pt x="1361" y="1272"/>
                </a:cubicBezTo>
                <a:cubicBezTo>
                  <a:pt x="1396" y="1277"/>
                  <a:pt x="1514" y="1308"/>
                  <a:pt x="1585" y="1308"/>
                </a:cubicBezTo>
                <a:cubicBezTo>
                  <a:pt x="1609" y="1308"/>
                  <a:pt x="1628" y="1304"/>
                  <a:pt x="1637" y="1295"/>
                </a:cubicBezTo>
                <a:cubicBezTo>
                  <a:pt x="1656" y="1279"/>
                  <a:pt x="1656" y="1248"/>
                  <a:pt x="1656" y="1220"/>
                </a:cubicBezTo>
                <a:cubicBezTo>
                  <a:pt x="1661" y="924"/>
                  <a:pt x="1779" y="637"/>
                  <a:pt x="1791" y="337"/>
                </a:cubicBezTo>
                <a:lnTo>
                  <a:pt x="1791" y="337"/>
                </a:lnTo>
                <a:cubicBezTo>
                  <a:pt x="1625" y="463"/>
                  <a:pt x="1467" y="597"/>
                  <a:pt x="1294" y="715"/>
                </a:cubicBezTo>
                <a:cubicBezTo>
                  <a:pt x="1321" y="621"/>
                  <a:pt x="1230" y="502"/>
                  <a:pt x="1207" y="412"/>
                </a:cubicBezTo>
                <a:cubicBezTo>
                  <a:pt x="1175" y="282"/>
                  <a:pt x="1159" y="151"/>
                  <a:pt x="1159" y="18"/>
                </a:cubicBezTo>
                <a:cubicBezTo>
                  <a:pt x="1159" y="6"/>
                  <a:pt x="1150" y="1"/>
                  <a:pt x="1141" y="1"/>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9"/>
          <p:cNvSpPr/>
          <p:nvPr/>
        </p:nvSpPr>
        <p:spPr>
          <a:xfrm rot="10800000">
            <a:off x="9255949" y="352036"/>
            <a:ext cx="233400" cy="233400"/>
          </a:xfrm>
          <a:prstGeom prst="ellipse">
            <a:avLst/>
          </a:pr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9"/>
          <p:cNvSpPr/>
          <p:nvPr/>
        </p:nvSpPr>
        <p:spPr>
          <a:xfrm rot="10800000">
            <a:off x="9621236" y="1156623"/>
            <a:ext cx="233400" cy="233400"/>
          </a:xfrm>
          <a:prstGeom prst="ellipse">
            <a:avLst/>
          </a:pr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9"/>
          <p:cNvSpPr/>
          <p:nvPr/>
        </p:nvSpPr>
        <p:spPr>
          <a:xfrm flipH="1">
            <a:off x="398236" y="4349773"/>
            <a:ext cx="56375" cy="2663275"/>
          </a:xfrm>
          <a:custGeom>
            <a:rect b="b" l="l" r="r" t="t"/>
            <a:pathLst>
              <a:path extrusionOk="0" h="106531" w="2255">
                <a:moveTo>
                  <a:pt x="1515" y="0"/>
                </a:moveTo>
                <a:cubicBezTo>
                  <a:pt x="649" y="35503"/>
                  <a:pt x="4406" y="71291"/>
                  <a:pt x="0" y="106531"/>
                </a:cubicBezTo>
              </a:path>
            </a:pathLst>
          </a:custGeom>
          <a:noFill/>
          <a:ln cap="flat" cmpd="sng" w="28575">
            <a:solidFill>
              <a:schemeClr val="dk1"/>
            </a:solidFill>
            <a:prstDash val="solid"/>
            <a:round/>
            <a:headEnd len="med" w="med" type="none"/>
            <a:tailEnd len="med" w="med" type="none"/>
          </a:ln>
        </p:spPr>
      </p:sp>
      <p:sp>
        <p:nvSpPr>
          <p:cNvPr id="187" name="Google Shape;187;p9"/>
          <p:cNvSpPr/>
          <p:nvPr/>
        </p:nvSpPr>
        <p:spPr>
          <a:xfrm flipH="1">
            <a:off x="607686" y="5952773"/>
            <a:ext cx="23625" cy="795200"/>
          </a:xfrm>
          <a:custGeom>
            <a:rect b="b" l="l" r="r" t="t"/>
            <a:pathLst>
              <a:path extrusionOk="0" h="31808" w="945">
                <a:moveTo>
                  <a:pt x="505" y="0"/>
                </a:moveTo>
                <a:cubicBezTo>
                  <a:pt x="1386" y="10567"/>
                  <a:pt x="0" y="21204"/>
                  <a:pt x="0" y="31808"/>
                </a:cubicBezTo>
              </a:path>
            </a:pathLst>
          </a:custGeom>
          <a:noFill/>
          <a:ln cap="flat" cmpd="sng" w="28575">
            <a:solidFill>
              <a:schemeClr val="dk1"/>
            </a:solidFill>
            <a:prstDash val="solid"/>
            <a:round/>
            <a:headEnd len="med" w="med" type="none"/>
            <a:tailEnd len="med" w="med" type="none"/>
          </a:ln>
        </p:spPr>
      </p:sp>
      <p:sp>
        <p:nvSpPr>
          <p:cNvPr id="188" name="Google Shape;188;p9"/>
          <p:cNvSpPr/>
          <p:nvPr/>
        </p:nvSpPr>
        <p:spPr>
          <a:xfrm rot="-10651105">
            <a:off x="9840050" y="2195890"/>
            <a:ext cx="138855" cy="2158457"/>
          </a:xfrm>
          <a:custGeom>
            <a:rect b="b" l="l" r="r" t="t"/>
            <a:pathLst>
              <a:path extrusionOk="0" h="86335" w="5554">
                <a:moveTo>
                  <a:pt x="0" y="0"/>
                </a:moveTo>
                <a:cubicBezTo>
                  <a:pt x="1919" y="28774"/>
                  <a:pt x="5554" y="57497"/>
                  <a:pt x="5554" y="86335"/>
                </a:cubicBezTo>
              </a:path>
            </a:pathLst>
          </a:custGeom>
          <a:noFill/>
          <a:ln cap="flat" cmpd="sng" w="28575">
            <a:solidFill>
              <a:schemeClr val="dk1"/>
            </a:solidFill>
            <a:prstDash val="solid"/>
            <a:round/>
            <a:headEnd len="med" w="med" type="none"/>
            <a:tailEnd len="med" w="med" type="none"/>
          </a:ln>
        </p:spPr>
      </p:sp>
      <p:sp>
        <p:nvSpPr>
          <p:cNvPr id="189" name="Google Shape;189;p9"/>
          <p:cNvSpPr/>
          <p:nvPr/>
        </p:nvSpPr>
        <p:spPr>
          <a:xfrm rot="-10651105">
            <a:off x="9638742" y="2054240"/>
            <a:ext cx="39176" cy="1123393"/>
          </a:xfrm>
          <a:custGeom>
            <a:rect b="b" l="l" r="r" t="t"/>
            <a:pathLst>
              <a:path extrusionOk="0" h="44934" w="1567">
                <a:moveTo>
                  <a:pt x="557" y="0"/>
                </a:moveTo>
                <a:cubicBezTo>
                  <a:pt x="-1098" y="14890"/>
                  <a:pt x="1567" y="29952"/>
                  <a:pt x="1567" y="44934"/>
                </a:cubicBezTo>
              </a:path>
            </a:pathLst>
          </a:custGeom>
          <a:noFill/>
          <a:ln cap="flat" cmpd="sng" w="28575">
            <a:solidFill>
              <a:schemeClr val="dk1"/>
            </a:solidFill>
            <a:prstDash val="solid"/>
            <a:round/>
            <a:headEnd len="med" w="med" type="none"/>
            <a:tailEnd len="med" w="med" type="none"/>
          </a:ln>
        </p:spPr>
      </p:sp>
      <p:sp>
        <p:nvSpPr>
          <p:cNvPr id="190" name="Google Shape;190;p9"/>
          <p:cNvSpPr/>
          <p:nvPr/>
        </p:nvSpPr>
        <p:spPr>
          <a:xfrm rot="10800000">
            <a:off x="350386" y="8693748"/>
            <a:ext cx="233400" cy="233400"/>
          </a:xfrm>
          <a:prstGeom prst="ellipse">
            <a:avLst/>
          </a:pr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9"/>
          <p:cNvSpPr/>
          <p:nvPr/>
        </p:nvSpPr>
        <p:spPr>
          <a:xfrm rot="10800000">
            <a:off x="274186" y="1583361"/>
            <a:ext cx="233400" cy="233400"/>
          </a:xfrm>
          <a:prstGeom prst="ellipse">
            <a:avLst/>
          </a:pr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9"/>
          <p:cNvSpPr/>
          <p:nvPr/>
        </p:nvSpPr>
        <p:spPr>
          <a:xfrm rot="10800000">
            <a:off x="1386986" y="239398"/>
            <a:ext cx="233400" cy="233400"/>
          </a:xfrm>
          <a:prstGeom prst="ellipse">
            <a:avLst/>
          </a:pr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93" name="Google Shape;193;p9"/>
          <p:cNvGrpSpPr/>
          <p:nvPr/>
        </p:nvGrpSpPr>
        <p:grpSpPr>
          <a:xfrm rot="-1150740">
            <a:off x="8679483" y="9270403"/>
            <a:ext cx="2448790" cy="2125510"/>
            <a:chOff x="1322124" y="4079650"/>
            <a:chExt cx="3420400" cy="2968851"/>
          </a:xfrm>
        </p:grpSpPr>
        <p:sp>
          <p:nvSpPr>
            <p:cNvPr id="194" name="Google Shape;194;p9"/>
            <p:cNvSpPr/>
            <p:nvPr/>
          </p:nvSpPr>
          <p:spPr>
            <a:xfrm>
              <a:off x="1322124" y="4377475"/>
              <a:ext cx="3420400" cy="2671026"/>
            </a:xfrm>
            <a:custGeom>
              <a:rect b="b" l="l" r="r" t="t"/>
              <a:pathLst>
                <a:path extrusionOk="0" h="2556" w="3273">
                  <a:moveTo>
                    <a:pt x="228" y="0"/>
                  </a:moveTo>
                  <a:cubicBezTo>
                    <a:pt x="244" y="548"/>
                    <a:pt x="157" y="1345"/>
                    <a:pt x="0" y="2331"/>
                  </a:cubicBezTo>
                  <a:lnTo>
                    <a:pt x="3040" y="2555"/>
                  </a:lnTo>
                  <a:cubicBezTo>
                    <a:pt x="3186" y="1767"/>
                    <a:pt x="3273" y="998"/>
                    <a:pt x="3269" y="257"/>
                  </a:cubicBezTo>
                  <a:lnTo>
                    <a:pt x="3143" y="249"/>
                  </a:lnTo>
                  <a:lnTo>
                    <a:pt x="3143" y="249"/>
                  </a:lnTo>
                  <a:cubicBezTo>
                    <a:pt x="3154" y="320"/>
                    <a:pt x="3115" y="402"/>
                    <a:pt x="3020" y="402"/>
                  </a:cubicBezTo>
                  <a:cubicBezTo>
                    <a:pt x="2918" y="402"/>
                    <a:pt x="2878" y="304"/>
                    <a:pt x="2902" y="229"/>
                  </a:cubicBezTo>
                  <a:lnTo>
                    <a:pt x="2674" y="209"/>
                  </a:lnTo>
                  <a:lnTo>
                    <a:pt x="2674" y="209"/>
                  </a:lnTo>
                  <a:cubicBezTo>
                    <a:pt x="2677" y="213"/>
                    <a:pt x="2677" y="222"/>
                    <a:pt x="2677" y="229"/>
                  </a:cubicBezTo>
                  <a:lnTo>
                    <a:pt x="2677" y="237"/>
                  </a:lnTo>
                  <a:cubicBezTo>
                    <a:pt x="2677" y="261"/>
                    <a:pt x="2670" y="280"/>
                    <a:pt x="2657" y="300"/>
                  </a:cubicBezTo>
                  <a:cubicBezTo>
                    <a:pt x="2654" y="312"/>
                    <a:pt x="2646" y="320"/>
                    <a:pt x="2638" y="328"/>
                  </a:cubicBezTo>
                  <a:cubicBezTo>
                    <a:pt x="2622" y="344"/>
                    <a:pt x="2603" y="355"/>
                    <a:pt x="2583" y="364"/>
                  </a:cubicBezTo>
                  <a:lnTo>
                    <a:pt x="2547" y="367"/>
                  </a:lnTo>
                  <a:cubicBezTo>
                    <a:pt x="2528" y="367"/>
                    <a:pt x="2512" y="364"/>
                    <a:pt x="2496" y="355"/>
                  </a:cubicBezTo>
                  <a:cubicBezTo>
                    <a:pt x="2480" y="351"/>
                    <a:pt x="2468" y="340"/>
                    <a:pt x="2457" y="328"/>
                  </a:cubicBezTo>
                  <a:cubicBezTo>
                    <a:pt x="2441" y="316"/>
                    <a:pt x="2433" y="304"/>
                    <a:pt x="2428" y="288"/>
                  </a:cubicBezTo>
                  <a:cubicBezTo>
                    <a:pt x="2421" y="273"/>
                    <a:pt x="2417" y="253"/>
                    <a:pt x="2417" y="237"/>
                  </a:cubicBezTo>
                  <a:lnTo>
                    <a:pt x="2417" y="229"/>
                  </a:lnTo>
                  <a:cubicBezTo>
                    <a:pt x="2417" y="213"/>
                    <a:pt x="2421" y="202"/>
                    <a:pt x="2425" y="186"/>
                  </a:cubicBezTo>
                  <a:lnTo>
                    <a:pt x="2208" y="170"/>
                  </a:lnTo>
                  <a:lnTo>
                    <a:pt x="2208" y="170"/>
                  </a:lnTo>
                  <a:cubicBezTo>
                    <a:pt x="2228" y="245"/>
                    <a:pt x="2188" y="335"/>
                    <a:pt x="2090" y="335"/>
                  </a:cubicBezTo>
                  <a:cubicBezTo>
                    <a:pt x="1979" y="335"/>
                    <a:pt x="1940" y="225"/>
                    <a:pt x="1975" y="151"/>
                  </a:cubicBezTo>
                  <a:lnTo>
                    <a:pt x="1660" y="122"/>
                  </a:lnTo>
                  <a:lnTo>
                    <a:pt x="1660" y="122"/>
                  </a:lnTo>
                  <a:cubicBezTo>
                    <a:pt x="1684" y="198"/>
                    <a:pt x="1644" y="293"/>
                    <a:pt x="1542" y="293"/>
                  </a:cubicBezTo>
                  <a:cubicBezTo>
                    <a:pt x="1431" y="293"/>
                    <a:pt x="1396" y="182"/>
                    <a:pt x="1431" y="103"/>
                  </a:cubicBezTo>
                  <a:lnTo>
                    <a:pt x="1171" y="84"/>
                  </a:lnTo>
                  <a:lnTo>
                    <a:pt x="1171" y="84"/>
                  </a:lnTo>
                  <a:cubicBezTo>
                    <a:pt x="1183" y="155"/>
                    <a:pt x="1140" y="237"/>
                    <a:pt x="1049" y="237"/>
                  </a:cubicBezTo>
                  <a:cubicBezTo>
                    <a:pt x="946" y="237"/>
                    <a:pt x="907" y="138"/>
                    <a:pt x="930" y="60"/>
                  </a:cubicBezTo>
                  <a:lnTo>
                    <a:pt x="678" y="40"/>
                  </a:lnTo>
                  <a:cubicBezTo>
                    <a:pt x="678" y="107"/>
                    <a:pt x="635" y="170"/>
                    <a:pt x="552" y="170"/>
                  </a:cubicBezTo>
                  <a:cubicBezTo>
                    <a:pt x="461" y="170"/>
                    <a:pt x="417" y="91"/>
                    <a:pt x="430" y="20"/>
                  </a:cubicBezTo>
                  <a:lnTo>
                    <a:pt x="228" y="0"/>
                  </a:lnTo>
                  <a:close/>
                </a:path>
              </a:pathLst>
            </a:custGeom>
            <a:solidFill>
              <a:schemeClr val="accent5"/>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9"/>
            <p:cNvSpPr/>
            <p:nvPr/>
          </p:nvSpPr>
          <p:spPr>
            <a:xfrm>
              <a:off x="3019260" y="4421365"/>
              <a:ext cx="391888" cy="506826"/>
            </a:xfrm>
            <a:custGeom>
              <a:rect b="b" l="l" r="r" t="t"/>
              <a:pathLst>
                <a:path extrusionOk="0" h="485" w="375">
                  <a:moveTo>
                    <a:pt x="26" y="0"/>
                  </a:moveTo>
                  <a:cubicBezTo>
                    <a:pt x="21" y="0"/>
                    <a:pt x="16" y="2"/>
                    <a:pt x="12" y="6"/>
                  </a:cubicBezTo>
                  <a:cubicBezTo>
                    <a:pt x="0" y="9"/>
                    <a:pt x="0" y="25"/>
                    <a:pt x="9" y="33"/>
                  </a:cubicBezTo>
                  <a:lnTo>
                    <a:pt x="331" y="475"/>
                  </a:lnTo>
                  <a:cubicBezTo>
                    <a:pt x="336" y="482"/>
                    <a:pt x="341" y="485"/>
                    <a:pt x="347" y="485"/>
                  </a:cubicBezTo>
                  <a:cubicBezTo>
                    <a:pt x="352" y="485"/>
                    <a:pt x="358" y="483"/>
                    <a:pt x="363" y="479"/>
                  </a:cubicBezTo>
                  <a:cubicBezTo>
                    <a:pt x="371" y="475"/>
                    <a:pt x="375" y="459"/>
                    <a:pt x="367" y="451"/>
                  </a:cubicBezTo>
                  <a:lnTo>
                    <a:pt x="40" y="9"/>
                  </a:lnTo>
                  <a:cubicBezTo>
                    <a:pt x="38" y="3"/>
                    <a:pt x="32" y="0"/>
                    <a:pt x="2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9"/>
            <p:cNvSpPr/>
            <p:nvPr/>
          </p:nvSpPr>
          <p:spPr>
            <a:xfrm>
              <a:off x="2779947" y="4154890"/>
              <a:ext cx="755560" cy="640587"/>
            </a:xfrm>
            <a:custGeom>
              <a:rect b="b" l="l" r="r" t="t"/>
              <a:pathLst>
                <a:path extrusionOk="0" h="613" w="723">
                  <a:moveTo>
                    <a:pt x="311" y="0"/>
                  </a:moveTo>
                  <a:cubicBezTo>
                    <a:pt x="154" y="0"/>
                    <a:pt x="19" y="127"/>
                    <a:pt x="9" y="300"/>
                  </a:cubicBezTo>
                  <a:cubicBezTo>
                    <a:pt x="1" y="422"/>
                    <a:pt x="87" y="561"/>
                    <a:pt x="210" y="596"/>
                  </a:cubicBezTo>
                  <a:cubicBezTo>
                    <a:pt x="249" y="606"/>
                    <a:pt x="286" y="612"/>
                    <a:pt x="323" y="612"/>
                  </a:cubicBezTo>
                  <a:cubicBezTo>
                    <a:pt x="384" y="612"/>
                    <a:pt x="442" y="596"/>
                    <a:pt x="494" y="557"/>
                  </a:cubicBezTo>
                  <a:cubicBezTo>
                    <a:pt x="722" y="387"/>
                    <a:pt x="596" y="87"/>
                    <a:pt x="418" y="20"/>
                  </a:cubicBezTo>
                  <a:cubicBezTo>
                    <a:pt x="382" y="6"/>
                    <a:pt x="346" y="0"/>
                    <a:pt x="311" y="0"/>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9"/>
            <p:cNvSpPr/>
            <p:nvPr/>
          </p:nvSpPr>
          <p:spPr>
            <a:xfrm>
              <a:off x="2751731" y="4079650"/>
              <a:ext cx="638516" cy="558031"/>
            </a:xfrm>
            <a:custGeom>
              <a:rect b="b" l="l" r="r" t="t"/>
              <a:pathLst>
                <a:path extrusionOk="0" h="534" w="611">
                  <a:moveTo>
                    <a:pt x="247" y="0"/>
                  </a:moveTo>
                  <a:cubicBezTo>
                    <a:pt x="117" y="0"/>
                    <a:pt x="10" y="106"/>
                    <a:pt x="4" y="254"/>
                  </a:cubicBezTo>
                  <a:cubicBezTo>
                    <a:pt x="1" y="360"/>
                    <a:pt x="79" y="483"/>
                    <a:pt x="181" y="518"/>
                  </a:cubicBezTo>
                  <a:cubicBezTo>
                    <a:pt x="214" y="528"/>
                    <a:pt x="246" y="534"/>
                    <a:pt x="277" y="534"/>
                  </a:cubicBezTo>
                  <a:cubicBezTo>
                    <a:pt x="328" y="534"/>
                    <a:pt x="377" y="519"/>
                    <a:pt x="422" y="487"/>
                  </a:cubicBezTo>
                  <a:cubicBezTo>
                    <a:pt x="611" y="345"/>
                    <a:pt x="497" y="81"/>
                    <a:pt x="347" y="21"/>
                  </a:cubicBezTo>
                  <a:cubicBezTo>
                    <a:pt x="313" y="7"/>
                    <a:pt x="279" y="0"/>
                    <a:pt x="247" y="0"/>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9"/>
            <p:cNvSpPr/>
            <p:nvPr/>
          </p:nvSpPr>
          <p:spPr>
            <a:xfrm>
              <a:off x="1802840" y="5085985"/>
              <a:ext cx="2642894" cy="248711"/>
            </a:xfrm>
            <a:custGeom>
              <a:rect b="b" l="l" r="r" t="t"/>
              <a:pathLst>
                <a:path extrusionOk="0" h="238" w="2529">
                  <a:moveTo>
                    <a:pt x="13" y="1"/>
                  </a:moveTo>
                  <a:cubicBezTo>
                    <a:pt x="9" y="1"/>
                    <a:pt x="5" y="5"/>
                    <a:pt x="1" y="12"/>
                  </a:cubicBezTo>
                  <a:cubicBezTo>
                    <a:pt x="1" y="17"/>
                    <a:pt x="5" y="24"/>
                    <a:pt x="13" y="24"/>
                  </a:cubicBezTo>
                  <a:lnTo>
                    <a:pt x="186" y="41"/>
                  </a:lnTo>
                  <a:cubicBezTo>
                    <a:pt x="190" y="41"/>
                    <a:pt x="199" y="36"/>
                    <a:pt x="199" y="28"/>
                  </a:cubicBezTo>
                  <a:cubicBezTo>
                    <a:pt x="199" y="24"/>
                    <a:pt x="194" y="17"/>
                    <a:pt x="186" y="17"/>
                  </a:cubicBezTo>
                  <a:lnTo>
                    <a:pt x="13" y="1"/>
                  </a:lnTo>
                  <a:close/>
                  <a:moveTo>
                    <a:pt x="360" y="32"/>
                  </a:moveTo>
                  <a:cubicBezTo>
                    <a:pt x="356" y="32"/>
                    <a:pt x="352" y="36"/>
                    <a:pt x="348" y="41"/>
                  </a:cubicBezTo>
                  <a:cubicBezTo>
                    <a:pt x="348" y="48"/>
                    <a:pt x="352" y="52"/>
                    <a:pt x="360" y="52"/>
                  </a:cubicBezTo>
                  <a:lnTo>
                    <a:pt x="534" y="68"/>
                  </a:lnTo>
                  <a:cubicBezTo>
                    <a:pt x="541" y="68"/>
                    <a:pt x="545" y="64"/>
                    <a:pt x="545" y="59"/>
                  </a:cubicBezTo>
                  <a:cubicBezTo>
                    <a:pt x="545" y="52"/>
                    <a:pt x="541" y="48"/>
                    <a:pt x="534" y="48"/>
                  </a:cubicBezTo>
                  <a:lnTo>
                    <a:pt x="360" y="32"/>
                  </a:lnTo>
                  <a:close/>
                  <a:moveTo>
                    <a:pt x="707" y="59"/>
                  </a:moveTo>
                  <a:cubicBezTo>
                    <a:pt x="703" y="59"/>
                    <a:pt x="699" y="64"/>
                    <a:pt x="699" y="72"/>
                  </a:cubicBezTo>
                  <a:cubicBezTo>
                    <a:pt x="696" y="76"/>
                    <a:pt x="703" y="83"/>
                    <a:pt x="707" y="83"/>
                  </a:cubicBezTo>
                  <a:lnTo>
                    <a:pt x="880" y="99"/>
                  </a:lnTo>
                  <a:cubicBezTo>
                    <a:pt x="889" y="99"/>
                    <a:pt x="892" y="95"/>
                    <a:pt x="892" y="88"/>
                  </a:cubicBezTo>
                  <a:cubicBezTo>
                    <a:pt x="892" y="83"/>
                    <a:pt x="889" y="76"/>
                    <a:pt x="885" y="76"/>
                  </a:cubicBezTo>
                  <a:lnTo>
                    <a:pt x="707" y="59"/>
                  </a:lnTo>
                  <a:close/>
                  <a:moveTo>
                    <a:pt x="1058" y="92"/>
                  </a:moveTo>
                  <a:cubicBezTo>
                    <a:pt x="1050" y="92"/>
                    <a:pt x="1046" y="95"/>
                    <a:pt x="1046" y="99"/>
                  </a:cubicBezTo>
                  <a:cubicBezTo>
                    <a:pt x="1042" y="107"/>
                    <a:pt x="1050" y="112"/>
                    <a:pt x="1054" y="112"/>
                  </a:cubicBezTo>
                  <a:lnTo>
                    <a:pt x="1227" y="127"/>
                  </a:lnTo>
                  <a:cubicBezTo>
                    <a:pt x="1235" y="127"/>
                    <a:pt x="1240" y="123"/>
                    <a:pt x="1240" y="119"/>
                  </a:cubicBezTo>
                  <a:cubicBezTo>
                    <a:pt x="1240" y="112"/>
                    <a:pt x="1235" y="107"/>
                    <a:pt x="1231" y="107"/>
                  </a:cubicBezTo>
                  <a:lnTo>
                    <a:pt x="1058" y="92"/>
                  </a:lnTo>
                  <a:close/>
                  <a:moveTo>
                    <a:pt x="1405" y="119"/>
                  </a:moveTo>
                  <a:cubicBezTo>
                    <a:pt x="1397" y="119"/>
                    <a:pt x="1393" y="123"/>
                    <a:pt x="1393" y="130"/>
                  </a:cubicBezTo>
                  <a:cubicBezTo>
                    <a:pt x="1393" y="139"/>
                    <a:pt x="1397" y="143"/>
                    <a:pt x="1401" y="143"/>
                  </a:cubicBezTo>
                  <a:lnTo>
                    <a:pt x="1575" y="159"/>
                  </a:lnTo>
                  <a:cubicBezTo>
                    <a:pt x="1582" y="159"/>
                    <a:pt x="1586" y="154"/>
                    <a:pt x="1586" y="147"/>
                  </a:cubicBezTo>
                  <a:cubicBezTo>
                    <a:pt x="1586" y="143"/>
                    <a:pt x="1582" y="135"/>
                    <a:pt x="1579" y="135"/>
                  </a:cubicBezTo>
                  <a:lnTo>
                    <a:pt x="1405" y="119"/>
                  </a:lnTo>
                  <a:close/>
                  <a:moveTo>
                    <a:pt x="1752" y="150"/>
                  </a:moveTo>
                  <a:cubicBezTo>
                    <a:pt x="1744" y="150"/>
                    <a:pt x="1740" y="154"/>
                    <a:pt x="1740" y="163"/>
                  </a:cubicBezTo>
                  <a:cubicBezTo>
                    <a:pt x="1740" y="166"/>
                    <a:pt x="1744" y="170"/>
                    <a:pt x="1748" y="170"/>
                  </a:cubicBezTo>
                  <a:lnTo>
                    <a:pt x="1921" y="186"/>
                  </a:lnTo>
                  <a:cubicBezTo>
                    <a:pt x="1930" y="186"/>
                    <a:pt x="1933" y="182"/>
                    <a:pt x="1933" y="178"/>
                  </a:cubicBezTo>
                  <a:cubicBezTo>
                    <a:pt x="1933" y="170"/>
                    <a:pt x="1930" y="166"/>
                    <a:pt x="1926" y="166"/>
                  </a:cubicBezTo>
                  <a:lnTo>
                    <a:pt x="1752" y="150"/>
                  </a:lnTo>
                  <a:close/>
                  <a:moveTo>
                    <a:pt x="2095" y="181"/>
                  </a:moveTo>
                  <a:cubicBezTo>
                    <a:pt x="2090" y="181"/>
                    <a:pt x="2087" y="187"/>
                    <a:pt x="2087" y="190"/>
                  </a:cubicBezTo>
                  <a:cubicBezTo>
                    <a:pt x="2087" y="198"/>
                    <a:pt x="2091" y="201"/>
                    <a:pt x="2095" y="201"/>
                  </a:cubicBezTo>
                  <a:lnTo>
                    <a:pt x="2268" y="218"/>
                  </a:lnTo>
                  <a:cubicBezTo>
                    <a:pt x="2276" y="218"/>
                    <a:pt x="2281" y="214"/>
                    <a:pt x="2281" y="206"/>
                  </a:cubicBezTo>
                  <a:cubicBezTo>
                    <a:pt x="2281" y="201"/>
                    <a:pt x="2276" y="194"/>
                    <a:pt x="2272" y="194"/>
                  </a:cubicBezTo>
                  <a:lnTo>
                    <a:pt x="2099" y="182"/>
                  </a:lnTo>
                  <a:cubicBezTo>
                    <a:pt x="2097" y="182"/>
                    <a:pt x="2096" y="181"/>
                    <a:pt x="2095" y="181"/>
                  </a:cubicBezTo>
                  <a:close/>
                  <a:moveTo>
                    <a:pt x="2446" y="210"/>
                  </a:moveTo>
                  <a:cubicBezTo>
                    <a:pt x="2438" y="210"/>
                    <a:pt x="2434" y="214"/>
                    <a:pt x="2434" y="221"/>
                  </a:cubicBezTo>
                  <a:cubicBezTo>
                    <a:pt x="2434" y="225"/>
                    <a:pt x="2438" y="230"/>
                    <a:pt x="2442" y="234"/>
                  </a:cubicBezTo>
                  <a:lnTo>
                    <a:pt x="2517" y="237"/>
                  </a:lnTo>
                  <a:cubicBezTo>
                    <a:pt x="2521" y="237"/>
                    <a:pt x="2525" y="234"/>
                    <a:pt x="2529" y="230"/>
                  </a:cubicBezTo>
                  <a:cubicBezTo>
                    <a:pt x="2529" y="221"/>
                    <a:pt x="2525" y="218"/>
                    <a:pt x="2517" y="218"/>
                  </a:cubicBezTo>
                  <a:lnTo>
                    <a:pt x="2446" y="210"/>
                  </a:lnTo>
                  <a:close/>
                </a:path>
              </a:pathLst>
            </a:cu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9"/>
            <p:cNvSpPr/>
            <p:nvPr/>
          </p:nvSpPr>
          <p:spPr>
            <a:xfrm>
              <a:off x="1778804" y="5539515"/>
              <a:ext cx="2646029" cy="177650"/>
            </a:xfrm>
            <a:custGeom>
              <a:rect b="b" l="l" r="r" t="t"/>
              <a:pathLst>
                <a:path extrusionOk="0" h="170" w="2532">
                  <a:moveTo>
                    <a:pt x="13" y="0"/>
                  </a:moveTo>
                  <a:cubicBezTo>
                    <a:pt x="4" y="0"/>
                    <a:pt x="0" y="9"/>
                    <a:pt x="0" y="13"/>
                  </a:cubicBezTo>
                  <a:cubicBezTo>
                    <a:pt x="0" y="20"/>
                    <a:pt x="4" y="24"/>
                    <a:pt x="13" y="24"/>
                  </a:cubicBezTo>
                  <a:lnTo>
                    <a:pt x="186" y="36"/>
                  </a:lnTo>
                  <a:cubicBezTo>
                    <a:pt x="190" y="36"/>
                    <a:pt x="193" y="28"/>
                    <a:pt x="198" y="24"/>
                  </a:cubicBezTo>
                  <a:cubicBezTo>
                    <a:pt x="198" y="16"/>
                    <a:pt x="190" y="13"/>
                    <a:pt x="186" y="13"/>
                  </a:cubicBezTo>
                  <a:lnTo>
                    <a:pt x="13" y="0"/>
                  </a:lnTo>
                  <a:close/>
                  <a:moveTo>
                    <a:pt x="357" y="23"/>
                  </a:moveTo>
                  <a:cubicBezTo>
                    <a:pt x="353" y="23"/>
                    <a:pt x="348" y="29"/>
                    <a:pt x="348" y="32"/>
                  </a:cubicBezTo>
                  <a:cubicBezTo>
                    <a:pt x="348" y="40"/>
                    <a:pt x="351" y="44"/>
                    <a:pt x="359" y="44"/>
                  </a:cubicBezTo>
                  <a:lnTo>
                    <a:pt x="533" y="56"/>
                  </a:lnTo>
                  <a:cubicBezTo>
                    <a:pt x="537" y="56"/>
                    <a:pt x="544" y="51"/>
                    <a:pt x="544" y="44"/>
                  </a:cubicBezTo>
                  <a:cubicBezTo>
                    <a:pt x="544" y="40"/>
                    <a:pt x="541" y="32"/>
                    <a:pt x="533" y="32"/>
                  </a:cubicBezTo>
                  <a:lnTo>
                    <a:pt x="359" y="24"/>
                  </a:lnTo>
                  <a:cubicBezTo>
                    <a:pt x="358" y="23"/>
                    <a:pt x="357" y="23"/>
                    <a:pt x="357" y="23"/>
                  </a:cubicBezTo>
                  <a:close/>
                  <a:moveTo>
                    <a:pt x="706" y="44"/>
                  </a:moveTo>
                  <a:cubicBezTo>
                    <a:pt x="703" y="44"/>
                    <a:pt x="695" y="48"/>
                    <a:pt x="695" y="51"/>
                  </a:cubicBezTo>
                  <a:cubicBezTo>
                    <a:pt x="695" y="60"/>
                    <a:pt x="699" y="64"/>
                    <a:pt x="706" y="64"/>
                  </a:cubicBezTo>
                  <a:lnTo>
                    <a:pt x="879" y="75"/>
                  </a:lnTo>
                  <a:cubicBezTo>
                    <a:pt x="888" y="75"/>
                    <a:pt x="892" y="71"/>
                    <a:pt x="892" y="64"/>
                  </a:cubicBezTo>
                  <a:cubicBezTo>
                    <a:pt x="892" y="60"/>
                    <a:pt x="888" y="51"/>
                    <a:pt x="879" y="51"/>
                  </a:cubicBezTo>
                  <a:lnTo>
                    <a:pt x="706" y="44"/>
                  </a:lnTo>
                  <a:close/>
                  <a:moveTo>
                    <a:pt x="1057" y="64"/>
                  </a:moveTo>
                  <a:cubicBezTo>
                    <a:pt x="1050" y="64"/>
                    <a:pt x="1045" y="67"/>
                    <a:pt x="1045" y="71"/>
                  </a:cubicBezTo>
                  <a:cubicBezTo>
                    <a:pt x="1045" y="80"/>
                    <a:pt x="1050" y="84"/>
                    <a:pt x="1054" y="84"/>
                  </a:cubicBezTo>
                  <a:lnTo>
                    <a:pt x="1227" y="95"/>
                  </a:lnTo>
                  <a:cubicBezTo>
                    <a:pt x="1234" y="95"/>
                    <a:pt x="1239" y="91"/>
                    <a:pt x="1239" y="84"/>
                  </a:cubicBezTo>
                  <a:cubicBezTo>
                    <a:pt x="1239" y="80"/>
                    <a:pt x="1234" y="71"/>
                    <a:pt x="1231" y="71"/>
                  </a:cubicBezTo>
                  <a:lnTo>
                    <a:pt x="1057" y="64"/>
                  </a:lnTo>
                  <a:close/>
                  <a:moveTo>
                    <a:pt x="1405" y="84"/>
                  </a:moveTo>
                  <a:cubicBezTo>
                    <a:pt x="1396" y="84"/>
                    <a:pt x="1392" y="87"/>
                    <a:pt x="1392" y="95"/>
                  </a:cubicBezTo>
                  <a:cubicBezTo>
                    <a:pt x="1392" y="99"/>
                    <a:pt x="1396" y="103"/>
                    <a:pt x="1400" y="103"/>
                  </a:cubicBezTo>
                  <a:lnTo>
                    <a:pt x="1578" y="115"/>
                  </a:lnTo>
                  <a:cubicBezTo>
                    <a:pt x="1582" y="115"/>
                    <a:pt x="1585" y="111"/>
                    <a:pt x="1589" y="103"/>
                  </a:cubicBezTo>
                  <a:cubicBezTo>
                    <a:pt x="1589" y="99"/>
                    <a:pt x="1582" y="95"/>
                    <a:pt x="1578" y="91"/>
                  </a:cubicBezTo>
                  <a:lnTo>
                    <a:pt x="1405" y="84"/>
                  </a:lnTo>
                  <a:close/>
                  <a:moveTo>
                    <a:pt x="1751" y="103"/>
                  </a:moveTo>
                  <a:cubicBezTo>
                    <a:pt x="1747" y="103"/>
                    <a:pt x="1740" y="107"/>
                    <a:pt x="1740" y="115"/>
                  </a:cubicBezTo>
                  <a:cubicBezTo>
                    <a:pt x="1740" y="119"/>
                    <a:pt x="1743" y="122"/>
                    <a:pt x="1751" y="127"/>
                  </a:cubicBezTo>
                  <a:lnTo>
                    <a:pt x="1925" y="135"/>
                  </a:lnTo>
                  <a:cubicBezTo>
                    <a:pt x="1929" y="135"/>
                    <a:pt x="1937" y="131"/>
                    <a:pt x="1937" y="122"/>
                  </a:cubicBezTo>
                  <a:cubicBezTo>
                    <a:pt x="1937" y="119"/>
                    <a:pt x="1933" y="115"/>
                    <a:pt x="1925" y="115"/>
                  </a:cubicBezTo>
                  <a:lnTo>
                    <a:pt x="1751" y="103"/>
                  </a:lnTo>
                  <a:close/>
                  <a:moveTo>
                    <a:pt x="2098" y="122"/>
                  </a:moveTo>
                  <a:cubicBezTo>
                    <a:pt x="2095" y="122"/>
                    <a:pt x="2086" y="127"/>
                    <a:pt x="2086" y="135"/>
                  </a:cubicBezTo>
                  <a:cubicBezTo>
                    <a:pt x="2086" y="138"/>
                    <a:pt x="2091" y="146"/>
                    <a:pt x="2098" y="146"/>
                  </a:cubicBezTo>
                  <a:lnTo>
                    <a:pt x="2272" y="154"/>
                  </a:lnTo>
                  <a:cubicBezTo>
                    <a:pt x="2280" y="154"/>
                    <a:pt x="2284" y="151"/>
                    <a:pt x="2284" y="146"/>
                  </a:cubicBezTo>
                  <a:cubicBezTo>
                    <a:pt x="2284" y="138"/>
                    <a:pt x="2280" y="135"/>
                    <a:pt x="2272" y="135"/>
                  </a:cubicBezTo>
                  <a:lnTo>
                    <a:pt x="2098" y="122"/>
                  </a:lnTo>
                  <a:close/>
                  <a:moveTo>
                    <a:pt x="2449" y="142"/>
                  </a:moveTo>
                  <a:cubicBezTo>
                    <a:pt x="2441" y="142"/>
                    <a:pt x="2437" y="146"/>
                    <a:pt x="2437" y="154"/>
                  </a:cubicBezTo>
                  <a:cubicBezTo>
                    <a:pt x="2437" y="158"/>
                    <a:pt x="2441" y="166"/>
                    <a:pt x="2446" y="166"/>
                  </a:cubicBezTo>
                  <a:lnTo>
                    <a:pt x="2520" y="170"/>
                  </a:lnTo>
                  <a:cubicBezTo>
                    <a:pt x="2524" y="170"/>
                    <a:pt x="2528" y="166"/>
                    <a:pt x="2528" y="158"/>
                  </a:cubicBezTo>
                  <a:cubicBezTo>
                    <a:pt x="2532" y="154"/>
                    <a:pt x="2524" y="146"/>
                    <a:pt x="2520" y="146"/>
                  </a:cubicBezTo>
                  <a:lnTo>
                    <a:pt x="2449" y="142"/>
                  </a:lnTo>
                  <a:close/>
                </a:path>
              </a:pathLst>
            </a:cu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9"/>
            <p:cNvSpPr/>
            <p:nvPr/>
          </p:nvSpPr>
          <p:spPr>
            <a:xfrm>
              <a:off x="1704607" y="5959605"/>
              <a:ext cx="2642894" cy="203775"/>
            </a:xfrm>
            <a:custGeom>
              <a:rect b="b" l="l" r="r" t="t"/>
              <a:pathLst>
                <a:path extrusionOk="0" h="195" w="2529">
                  <a:moveTo>
                    <a:pt x="13" y="0"/>
                  </a:moveTo>
                  <a:cubicBezTo>
                    <a:pt x="4" y="0"/>
                    <a:pt x="0" y="4"/>
                    <a:pt x="0" y="9"/>
                  </a:cubicBezTo>
                  <a:cubicBezTo>
                    <a:pt x="0" y="17"/>
                    <a:pt x="4" y="20"/>
                    <a:pt x="9" y="20"/>
                  </a:cubicBezTo>
                  <a:lnTo>
                    <a:pt x="182" y="33"/>
                  </a:lnTo>
                  <a:cubicBezTo>
                    <a:pt x="183" y="33"/>
                    <a:pt x="185" y="34"/>
                    <a:pt x="186" y="34"/>
                  </a:cubicBezTo>
                  <a:cubicBezTo>
                    <a:pt x="191" y="34"/>
                    <a:pt x="193" y="27"/>
                    <a:pt x="193" y="24"/>
                  </a:cubicBezTo>
                  <a:cubicBezTo>
                    <a:pt x="198" y="17"/>
                    <a:pt x="190" y="13"/>
                    <a:pt x="186" y="13"/>
                  </a:cubicBezTo>
                  <a:lnTo>
                    <a:pt x="13" y="0"/>
                  </a:lnTo>
                  <a:close/>
                  <a:moveTo>
                    <a:pt x="359" y="24"/>
                  </a:moveTo>
                  <a:cubicBezTo>
                    <a:pt x="351" y="24"/>
                    <a:pt x="348" y="28"/>
                    <a:pt x="348" y="36"/>
                  </a:cubicBezTo>
                  <a:cubicBezTo>
                    <a:pt x="348" y="40"/>
                    <a:pt x="351" y="44"/>
                    <a:pt x="359" y="44"/>
                  </a:cubicBezTo>
                  <a:lnTo>
                    <a:pt x="533" y="60"/>
                  </a:lnTo>
                  <a:cubicBezTo>
                    <a:pt x="537" y="60"/>
                    <a:pt x="541" y="52"/>
                    <a:pt x="544" y="48"/>
                  </a:cubicBezTo>
                  <a:cubicBezTo>
                    <a:pt x="544" y="40"/>
                    <a:pt x="541" y="36"/>
                    <a:pt x="533" y="36"/>
                  </a:cubicBezTo>
                  <a:lnTo>
                    <a:pt x="359" y="24"/>
                  </a:lnTo>
                  <a:close/>
                  <a:moveTo>
                    <a:pt x="706" y="48"/>
                  </a:moveTo>
                  <a:cubicBezTo>
                    <a:pt x="703" y="48"/>
                    <a:pt x="695" y="52"/>
                    <a:pt x="695" y="60"/>
                  </a:cubicBezTo>
                  <a:cubicBezTo>
                    <a:pt x="695" y="64"/>
                    <a:pt x="699" y="68"/>
                    <a:pt x="706" y="71"/>
                  </a:cubicBezTo>
                  <a:lnTo>
                    <a:pt x="879" y="84"/>
                  </a:lnTo>
                  <a:cubicBezTo>
                    <a:pt x="884" y="84"/>
                    <a:pt x="892" y="80"/>
                    <a:pt x="892" y="71"/>
                  </a:cubicBezTo>
                  <a:cubicBezTo>
                    <a:pt x="892" y="68"/>
                    <a:pt x="888" y="60"/>
                    <a:pt x="879" y="60"/>
                  </a:cubicBezTo>
                  <a:lnTo>
                    <a:pt x="706" y="48"/>
                  </a:lnTo>
                  <a:close/>
                  <a:moveTo>
                    <a:pt x="1054" y="71"/>
                  </a:moveTo>
                  <a:cubicBezTo>
                    <a:pt x="1050" y="71"/>
                    <a:pt x="1041" y="75"/>
                    <a:pt x="1041" y="84"/>
                  </a:cubicBezTo>
                  <a:cubicBezTo>
                    <a:pt x="1041" y="87"/>
                    <a:pt x="1045" y="95"/>
                    <a:pt x="1054" y="95"/>
                  </a:cubicBezTo>
                  <a:lnTo>
                    <a:pt x="1227" y="107"/>
                  </a:lnTo>
                  <a:cubicBezTo>
                    <a:pt x="1234" y="107"/>
                    <a:pt x="1239" y="104"/>
                    <a:pt x="1239" y="95"/>
                  </a:cubicBezTo>
                  <a:cubicBezTo>
                    <a:pt x="1239" y="91"/>
                    <a:pt x="1234" y="84"/>
                    <a:pt x="1227" y="84"/>
                  </a:cubicBezTo>
                  <a:lnTo>
                    <a:pt x="1054" y="71"/>
                  </a:lnTo>
                  <a:close/>
                  <a:moveTo>
                    <a:pt x="1400" y="95"/>
                  </a:moveTo>
                  <a:cubicBezTo>
                    <a:pt x="1396" y="95"/>
                    <a:pt x="1392" y="99"/>
                    <a:pt x="1392" y="107"/>
                  </a:cubicBezTo>
                  <a:cubicBezTo>
                    <a:pt x="1389" y="111"/>
                    <a:pt x="1396" y="119"/>
                    <a:pt x="1400" y="119"/>
                  </a:cubicBezTo>
                  <a:lnTo>
                    <a:pt x="1574" y="131"/>
                  </a:lnTo>
                  <a:cubicBezTo>
                    <a:pt x="1582" y="131"/>
                    <a:pt x="1585" y="127"/>
                    <a:pt x="1585" y="119"/>
                  </a:cubicBezTo>
                  <a:cubicBezTo>
                    <a:pt x="1585" y="115"/>
                    <a:pt x="1582" y="107"/>
                    <a:pt x="1578" y="107"/>
                  </a:cubicBezTo>
                  <a:lnTo>
                    <a:pt x="1400" y="95"/>
                  </a:lnTo>
                  <a:close/>
                  <a:moveTo>
                    <a:pt x="1751" y="119"/>
                  </a:moveTo>
                  <a:cubicBezTo>
                    <a:pt x="1744" y="119"/>
                    <a:pt x="1740" y="123"/>
                    <a:pt x="1740" y="131"/>
                  </a:cubicBezTo>
                  <a:cubicBezTo>
                    <a:pt x="1740" y="139"/>
                    <a:pt x="1744" y="142"/>
                    <a:pt x="1747" y="142"/>
                  </a:cubicBezTo>
                  <a:lnTo>
                    <a:pt x="1920" y="155"/>
                  </a:lnTo>
                  <a:cubicBezTo>
                    <a:pt x="1929" y="155"/>
                    <a:pt x="1933" y="151"/>
                    <a:pt x="1933" y="142"/>
                  </a:cubicBezTo>
                  <a:cubicBezTo>
                    <a:pt x="1933" y="139"/>
                    <a:pt x="1929" y="135"/>
                    <a:pt x="1925" y="135"/>
                  </a:cubicBezTo>
                  <a:lnTo>
                    <a:pt x="1751" y="119"/>
                  </a:lnTo>
                  <a:close/>
                  <a:moveTo>
                    <a:pt x="2095" y="145"/>
                  </a:moveTo>
                  <a:cubicBezTo>
                    <a:pt x="2089" y="145"/>
                    <a:pt x="2086" y="152"/>
                    <a:pt x="2086" y="155"/>
                  </a:cubicBezTo>
                  <a:cubicBezTo>
                    <a:pt x="2086" y="162"/>
                    <a:pt x="2091" y="166"/>
                    <a:pt x="2095" y="166"/>
                  </a:cubicBezTo>
                  <a:lnTo>
                    <a:pt x="2272" y="178"/>
                  </a:lnTo>
                  <a:cubicBezTo>
                    <a:pt x="2275" y="178"/>
                    <a:pt x="2280" y="175"/>
                    <a:pt x="2280" y="170"/>
                  </a:cubicBezTo>
                  <a:cubicBezTo>
                    <a:pt x="2284" y="162"/>
                    <a:pt x="2275" y="158"/>
                    <a:pt x="2272" y="158"/>
                  </a:cubicBezTo>
                  <a:lnTo>
                    <a:pt x="2098" y="146"/>
                  </a:lnTo>
                  <a:cubicBezTo>
                    <a:pt x="2097" y="145"/>
                    <a:pt x="2096" y="145"/>
                    <a:pt x="2095" y="145"/>
                  </a:cubicBezTo>
                  <a:close/>
                  <a:moveTo>
                    <a:pt x="2446" y="170"/>
                  </a:moveTo>
                  <a:cubicBezTo>
                    <a:pt x="2437" y="170"/>
                    <a:pt x="2433" y="175"/>
                    <a:pt x="2433" y="178"/>
                  </a:cubicBezTo>
                  <a:cubicBezTo>
                    <a:pt x="2433" y="186"/>
                    <a:pt x="2437" y="190"/>
                    <a:pt x="2446" y="190"/>
                  </a:cubicBezTo>
                  <a:lnTo>
                    <a:pt x="2517" y="193"/>
                  </a:lnTo>
                  <a:cubicBezTo>
                    <a:pt x="2517" y="194"/>
                    <a:pt x="2518" y="195"/>
                    <a:pt x="2519" y="195"/>
                  </a:cubicBezTo>
                  <a:cubicBezTo>
                    <a:pt x="2523" y="195"/>
                    <a:pt x="2528" y="189"/>
                    <a:pt x="2528" y="186"/>
                  </a:cubicBezTo>
                  <a:cubicBezTo>
                    <a:pt x="2528" y="178"/>
                    <a:pt x="2524" y="175"/>
                    <a:pt x="2517" y="175"/>
                  </a:cubicBezTo>
                  <a:lnTo>
                    <a:pt x="2446" y="170"/>
                  </a:lnTo>
                  <a:close/>
                </a:path>
              </a:pathLst>
            </a:cu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9"/>
            <p:cNvSpPr/>
            <p:nvPr/>
          </p:nvSpPr>
          <p:spPr>
            <a:xfrm>
              <a:off x="1626229" y="6458070"/>
              <a:ext cx="2642894" cy="207955"/>
            </a:xfrm>
            <a:custGeom>
              <a:rect b="b" l="l" r="r" t="t"/>
              <a:pathLst>
                <a:path extrusionOk="0" h="199" w="2529">
                  <a:moveTo>
                    <a:pt x="13" y="0"/>
                  </a:moveTo>
                  <a:cubicBezTo>
                    <a:pt x="4" y="0"/>
                    <a:pt x="1" y="5"/>
                    <a:pt x="1" y="13"/>
                  </a:cubicBezTo>
                  <a:cubicBezTo>
                    <a:pt x="1" y="16"/>
                    <a:pt x="4" y="24"/>
                    <a:pt x="8" y="24"/>
                  </a:cubicBezTo>
                  <a:lnTo>
                    <a:pt x="182" y="36"/>
                  </a:lnTo>
                  <a:cubicBezTo>
                    <a:pt x="190" y="36"/>
                    <a:pt x="194" y="33"/>
                    <a:pt x="194" y="24"/>
                  </a:cubicBezTo>
                  <a:cubicBezTo>
                    <a:pt x="194" y="20"/>
                    <a:pt x="190" y="13"/>
                    <a:pt x="186" y="13"/>
                  </a:cubicBezTo>
                  <a:lnTo>
                    <a:pt x="13" y="0"/>
                  </a:lnTo>
                  <a:close/>
                  <a:moveTo>
                    <a:pt x="359" y="24"/>
                  </a:moveTo>
                  <a:cubicBezTo>
                    <a:pt x="352" y="24"/>
                    <a:pt x="348" y="29"/>
                    <a:pt x="348" y="36"/>
                  </a:cubicBezTo>
                  <a:cubicBezTo>
                    <a:pt x="348" y="44"/>
                    <a:pt x="352" y="48"/>
                    <a:pt x="359" y="48"/>
                  </a:cubicBezTo>
                  <a:lnTo>
                    <a:pt x="533" y="60"/>
                  </a:lnTo>
                  <a:cubicBezTo>
                    <a:pt x="537" y="60"/>
                    <a:pt x="541" y="56"/>
                    <a:pt x="545" y="48"/>
                  </a:cubicBezTo>
                  <a:cubicBezTo>
                    <a:pt x="545" y="44"/>
                    <a:pt x="541" y="40"/>
                    <a:pt x="533" y="36"/>
                  </a:cubicBezTo>
                  <a:lnTo>
                    <a:pt x="359" y="24"/>
                  </a:lnTo>
                  <a:close/>
                  <a:moveTo>
                    <a:pt x="704" y="51"/>
                  </a:moveTo>
                  <a:cubicBezTo>
                    <a:pt x="700" y="51"/>
                    <a:pt x="694" y="57"/>
                    <a:pt x="694" y="60"/>
                  </a:cubicBezTo>
                  <a:cubicBezTo>
                    <a:pt x="694" y="68"/>
                    <a:pt x="699" y="71"/>
                    <a:pt x="707" y="71"/>
                  </a:cubicBezTo>
                  <a:lnTo>
                    <a:pt x="880" y="84"/>
                  </a:lnTo>
                  <a:cubicBezTo>
                    <a:pt x="884" y="84"/>
                    <a:pt x="892" y="80"/>
                    <a:pt x="892" y="76"/>
                  </a:cubicBezTo>
                  <a:cubicBezTo>
                    <a:pt x="892" y="68"/>
                    <a:pt x="888" y="64"/>
                    <a:pt x="880" y="64"/>
                  </a:cubicBezTo>
                  <a:lnTo>
                    <a:pt x="707" y="52"/>
                  </a:lnTo>
                  <a:cubicBezTo>
                    <a:pt x="706" y="51"/>
                    <a:pt x="705" y="51"/>
                    <a:pt x="704" y="51"/>
                  </a:cubicBezTo>
                  <a:close/>
                  <a:moveTo>
                    <a:pt x="1054" y="76"/>
                  </a:moveTo>
                  <a:cubicBezTo>
                    <a:pt x="1049" y="76"/>
                    <a:pt x="1042" y="80"/>
                    <a:pt x="1042" y="84"/>
                  </a:cubicBezTo>
                  <a:cubicBezTo>
                    <a:pt x="1042" y="91"/>
                    <a:pt x="1045" y="95"/>
                    <a:pt x="1054" y="95"/>
                  </a:cubicBezTo>
                  <a:lnTo>
                    <a:pt x="1227" y="107"/>
                  </a:lnTo>
                  <a:cubicBezTo>
                    <a:pt x="1231" y="107"/>
                    <a:pt x="1238" y="104"/>
                    <a:pt x="1238" y="100"/>
                  </a:cubicBezTo>
                  <a:cubicBezTo>
                    <a:pt x="1238" y="91"/>
                    <a:pt x="1235" y="87"/>
                    <a:pt x="1227" y="87"/>
                  </a:cubicBezTo>
                  <a:lnTo>
                    <a:pt x="1054" y="76"/>
                  </a:lnTo>
                  <a:close/>
                  <a:moveTo>
                    <a:pt x="1400" y="100"/>
                  </a:moveTo>
                  <a:cubicBezTo>
                    <a:pt x="1396" y="100"/>
                    <a:pt x="1393" y="104"/>
                    <a:pt x="1389" y="107"/>
                  </a:cubicBezTo>
                  <a:cubicBezTo>
                    <a:pt x="1389" y="115"/>
                    <a:pt x="1396" y="119"/>
                    <a:pt x="1400" y="119"/>
                  </a:cubicBezTo>
                  <a:lnTo>
                    <a:pt x="1574" y="131"/>
                  </a:lnTo>
                  <a:cubicBezTo>
                    <a:pt x="1582" y="131"/>
                    <a:pt x="1586" y="127"/>
                    <a:pt x="1586" y="123"/>
                  </a:cubicBezTo>
                  <a:cubicBezTo>
                    <a:pt x="1586" y="115"/>
                    <a:pt x="1582" y="111"/>
                    <a:pt x="1578" y="111"/>
                  </a:cubicBezTo>
                  <a:lnTo>
                    <a:pt x="1400" y="100"/>
                  </a:lnTo>
                  <a:close/>
                  <a:moveTo>
                    <a:pt x="1751" y="123"/>
                  </a:moveTo>
                  <a:cubicBezTo>
                    <a:pt x="1744" y="123"/>
                    <a:pt x="1740" y="127"/>
                    <a:pt x="1740" y="131"/>
                  </a:cubicBezTo>
                  <a:cubicBezTo>
                    <a:pt x="1740" y="139"/>
                    <a:pt x="1744" y="142"/>
                    <a:pt x="1748" y="142"/>
                  </a:cubicBezTo>
                  <a:lnTo>
                    <a:pt x="1921" y="158"/>
                  </a:lnTo>
                  <a:cubicBezTo>
                    <a:pt x="1929" y="158"/>
                    <a:pt x="1933" y="151"/>
                    <a:pt x="1933" y="147"/>
                  </a:cubicBezTo>
                  <a:cubicBezTo>
                    <a:pt x="1933" y="139"/>
                    <a:pt x="1929" y="135"/>
                    <a:pt x="1924" y="135"/>
                  </a:cubicBezTo>
                  <a:lnTo>
                    <a:pt x="1751" y="123"/>
                  </a:lnTo>
                  <a:close/>
                  <a:moveTo>
                    <a:pt x="2099" y="147"/>
                  </a:moveTo>
                  <a:cubicBezTo>
                    <a:pt x="2090" y="147"/>
                    <a:pt x="2086" y="151"/>
                    <a:pt x="2086" y="158"/>
                  </a:cubicBezTo>
                  <a:cubicBezTo>
                    <a:pt x="2086" y="162"/>
                    <a:pt x="2090" y="166"/>
                    <a:pt x="2095" y="171"/>
                  </a:cubicBezTo>
                  <a:lnTo>
                    <a:pt x="2272" y="182"/>
                  </a:lnTo>
                  <a:cubicBezTo>
                    <a:pt x="2276" y="182"/>
                    <a:pt x="2279" y="178"/>
                    <a:pt x="2279" y="171"/>
                  </a:cubicBezTo>
                  <a:cubicBezTo>
                    <a:pt x="2284" y="166"/>
                    <a:pt x="2276" y="158"/>
                    <a:pt x="2272" y="158"/>
                  </a:cubicBezTo>
                  <a:lnTo>
                    <a:pt x="2099" y="147"/>
                  </a:lnTo>
                  <a:close/>
                  <a:moveTo>
                    <a:pt x="2445" y="171"/>
                  </a:moveTo>
                  <a:cubicBezTo>
                    <a:pt x="2437" y="171"/>
                    <a:pt x="2434" y="175"/>
                    <a:pt x="2434" y="182"/>
                  </a:cubicBezTo>
                  <a:cubicBezTo>
                    <a:pt x="2434" y="186"/>
                    <a:pt x="2437" y="194"/>
                    <a:pt x="2445" y="194"/>
                  </a:cubicBezTo>
                  <a:lnTo>
                    <a:pt x="2516" y="198"/>
                  </a:lnTo>
                  <a:cubicBezTo>
                    <a:pt x="2521" y="198"/>
                    <a:pt x="2528" y="194"/>
                    <a:pt x="2528" y="186"/>
                  </a:cubicBezTo>
                  <a:cubicBezTo>
                    <a:pt x="2528" y="182"/>
                    <a:pt x="2524" y="178"/>
                    <a:pt x="2516" y="175"/>
                  </a:cubicBezTo>
                  <a:lnTo>
                    <a:pt x="2445" y="171"/>
                  </a:lnTo>
                  <a:close/>
                </a:path>
              </a:pathLst>
            </a:cu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02" name="Shape 202"/>
        <p:cNvGrpSpPr/>
        <p:nvPr/>
      </p:nvGrpSpPr>
      <p:grpSpPr>
        <a:xfrm>
          <a:off x="0" y="0"/>
          <a:ext cx="0" cy="0"/>
          <a:chOff x="0" y="0"/>
          <a:chExt cx="0" cy="0"/>
        </a:xfrm>
      </p:grpSpPr>
      <p:sp>
        <p:nvSpPr>
          <p:cNvPr id="203" name="Google Shape;203;p10"/>
          <p:cNvSpPr txBox="1"/>
          <p:nvPr>
            <p:ph type="title"/>
          </p:nvPr>
        </p:nvSpPr>
        <p:spPr>
          <a:xfrm>
            <a:off x="1852350" y="8317200"/>
            <a:ext cx="6582300" cy="1055400"/>
          </a:xfrm>
          <a:prstGeom prst="rect">
            <a:avLst/>
          </a:prstGeom>
        </p:spPr>
        <p:txBody>
          <a:bodyPr anchorCtr="0" anchor="t" bIns="91425" lIns="91425" spcFirstLastPara="1" rIns="91425" wrap="square" tIns="91425">
            <a:noAutofit/>
          </a:bodyPr>
          <a:lstStyle>
            <a:lvl1pPr lvl="0" rtl="0">
              <a:spcBef>
                <a:spcPts val="0"/>
              </a:spcBef>
              <a:spcAft>
                <a:spcPts val="0"/>
              </a:spcAft>
              <a:buSzPts val="6400"/>
              <a:buNone/>
              <a:defRPr/>
            </a:lvl1pPr>
            <a:lvl2pPr lvl="1" rtl="0">
              <a:spcBef>
                <a:spcPts val="0"/>
              </a:spcBef>
              <a:spcAft>
                <a:spcPts val="0"/>
              </a:spcAft>
              <a:buSzPts val="6400"/>
              <a:buNone/>
              <a:defRPr/>
            </a:lvl2pPr>
            <a:lvl3pPr lvl="2" rtl="0">
              <a:spcBef>
                <a:spcPts val="0"/>
              </a:spcBef>
              <a:spcAft>
                <a:spcPts val="0"/>
              </a:spcAft>
              <a:buSzPts val="6400"/>
              <a:buNone/>
              <a:defRPr/>
            </a:lvl3pPr>
            <a:lvl4pPr lvl="3" rtl="0">
              <a:spcBef>
                <a:spcPts val="0"/>
              </a:spcBef>
              <a:spcAft>
                <a:spcPts val="0"/>
              </a:spcAft>
              <a:buSzPts val="6400"/>
              <a:buNone/>
              <a:defRPr/>
            </a:lvl4pPr>
            <a:lvl5pPr lvl="4" rtl="0">
              <a:spcBef>
                <a:spcPts val="0"/>
              </a:spcBef>
              <a:spcAft>
                <a:spcPts val="0"/>
              </a:spcAft>
              <a:buSzPts val="6400"/>
              <a:buNone/>
              <a:defRPr/>
            </a:lvl5pPr>
            <a:lvl6pPr lvl="5" rtl="0">
              <a:spcBef>
                <a:spcPts val="0"/>
              </a:spcBef>
              <a:spcAft>
                <a:spcPts val="0"/>
              </a:spcAft>
              <a:buSzPts val="6400"/>
              <a:buNone/>
              <a:defRPr/>
            </a:lvl6pPr>
            <a:lvl7pPr lvl="6" rtl="0">
              <a:spcBef>
                <a:spcPts val="0"/>
              </a:spcBef>
              <a:spcAft>
                <a:spcPts val="0"/>
              </a:spcAft>
              <a:buSzPts val="6400"/>
              <a:buNone/>
              <a:defRPr/>
            </a:lvl7pPr>
            <a:lvl8pPr lvl="7" rtl="0">
              <a:spcBef>
                <a:spcPts val="0"/>
              </a:spcBef>
              <a:spcAft>
                <a:spcPts val="0"/>
              </a:spcAft>
              <a:buSzPts val="6400"/>
              <a:buNone/>
              <a:defRPr/>
            </a:lvl8pPr>
            <a:lvl9pPr lvl="8" rtl="0">
              <a:spcBef>
                <a:spcPts val="0"/>
              </a:spcBef>
              <a:spcAft>
                <a:spcPts val="0"/>
              </a:spcAft>
              <a:buSzPts val="6400"/>
              <a:buNone/>
              <a:defRPr/>
            </a:lvl9pPr>
          </a:lstStyle>
          <a:p/>
        </p:txBody>
      </p:sp>
      <p:sp>
        <p:nvSpPr>
          <p:cNvPr id="204" name="Google Shape;204;p10"/>
          <p:cNvSpPr/>
          <p:nvPr/>
        </p:nvSpPr>
        <p:spPr>
          <a:xfrm rot="10800000">
            <a:off x="121250" y="9258210"/>
            <a:ext cx="830723" cy="773578"/>
          </a:xfrm>
          <a:custGeom>
            <a:rect b="b" l="l" r="r" t="t"/>
            <a:pathLst>
              <a:path extrusionOk="0" h="1638" w="1759">
                <a:moveTo>
                  <a:pt x="1074" y="1"/>
                </a:moveTo>
                <a:cubicBezTo>
                  <a:pt x="1067" y="1"/>
                  <a:pt x="1060" y="3"/>
                  <a:pt x="1054" y="5"/>
                </a:cubicBezTo>
                <a:cubicBezTo>
                  <a:pt x="1041" y="18"/>
                  <a:pt x="1025" y="29"/>
                  <a:pt x="1014" y="41"/>
                </a:cubicBezTo>
                <a:cubicBezTo>
                  <a:pt x="1006" y="53"/>
                  <a:pt x="994" y="65"/>
                  <a:pt x="983" y="76"/>
                </a:cubicBezTo>
                <a:cubicBezTo>
                  <a:pt x="947" y="124"/>
                  <a:pt x="912" y="171"/>
                  <a:pt x="872" y="214"/>
                </a:cubicBezTo>
                <a:cubicBezTo>
                  <a:pt x="836" y="262"/>
                  <a:pt x="805" y="309"/>
                  <a:pt x="774" y="356"/>
                </a:cubicBezTo>
                <a:cubicBezTo>
                  <a:pt x="761" y="376"/>
                  <a:pt x="750" y="404"/>
                  <a:pt x="734" y="424"/>
                </a:cubicBezTo>
                <a:cubicBezTo>
                  <a:pt x="723" y="435"/>
                  <a:pt x="710" y="451"/>
                  <a:pt x="703" y="462"/>
                </a:cubicBezTo>
                <a:cubicBezTo>
                  <a:pt x="699" y="473"/>
                  <a:pt x="687" y="508"/>
                  <a:pt x="673" y="508"/>
                </a:cubicBezTo>
                <a:cubicBezTo>
                  <a:pt x="671" y="508"/>
                  <a:pt x="669" y="507"/>
                  <a:pt x="667" y="506"/>
                </a:cubicBezTo>
                <a:cubicBezTo>
                  <a:pt x="659" y="502"/>
                  <a:pt x="659" y="495"/>
                  <a:pt x="652" y="495"/>
                </a:cubicBezTo>
                <a:cubicBezTo>
                  <a:pt x="643" y="495"/>
                  <a:pt x="639" y="498"/>
                  <a:pt x="632" y="498"/>
                </a:cubicBezTo>
                <a:cubicBezTo>
                  <a:pt x="625" y="500"/>
                  <a:pt x="618" y="500"/>
                  <a:pt x="611" y="500"/>
                </a:cubicBezTo>
                <a:cubicBezTo>
                  <a:pt x="596" y="500"/>
                  <a:pt x="582" y="498"/>
                  <a:pt x="568" y="498"/>
                </a:cubicBezTo>
                <a:cubicBezTo>
                  <a:pt x="545" y="495"/>
                  <a:pt x="517" y="491"/>
                  <a:pt x="494" y="491"/>
                </a:cubicBezTo>
                <a:cubicBezTo>
                  <a:pt x="454" y="486"/>
                  <a:pt x="415" y="482"/>
                  <a:pt x="379" y="479"/>
                </a:cubicBezTo>
                <a:cubicBezTo>
                  <a:pt x="359" y="479"/>
                  <a:pt x="339" y="475"/>
                  <a:pt x="320" y="475"/>
                </a:cubicBezTo>
                <a:cubicBezTo>
                  <a:pt x="273" y="471"/>
                  <a:pt x="226" y="462"/>
                  <a:pt x="178" y="462"/>
                </a:cubicBezTo>
                <a:cubicBezTo>
                  <a:pt x="170" y="462"/>
                  <a:pt x="164" y="461"/>
                  <a:pt x="157" y="461"/>
                </a:cubicBezTo>
                <a:cubicBezTo>
                  <a:pt x="154" y="461"/>
                  <a:pt x="150" y="461"/>
                  <a:pt x="146" y="462"/>
                </a:cubicBezTo>
                <a:cubicBezTo>
                  <a:pt x="139" y="462"/>
                  <a:pt x="135" y="462"/>
                  <a:pt x="123" y="459"/>
                </a:cubicBezTo>
                <a:cubicBezTo>
                  <a:pt x="103" y="455"/>
                  <a:pt x="79" y="451"/>
                  <a:pt x="60" y="451"/>
                </a:cubicBezTo>
                <a:cubicBezTo>
                  <a:pt x="48" y="455"/>
                  <a:pt x="36" y="451"/>
                  <a:pt x="28" y="459"/>
                </a:cubicBezTo>
                <a:cubicBezTo>
                  <a:pt x="24" y="462"/>
                  <a:pt x="13" y="471"/>
                  <a:pt x="8" y="479"/>
                </a:cubicBezTo>
                <a:cubicBezTo>
                  <a:pt x="0" y="491"/>
                  <a:pt x="13" y="502"/>
                  <a:pt x="17" y="514"/>
                </a:cubicBezTo>
                <a:cubicBezTo>
                  <a:pt x="24" y="522"/>
                  <a:pt x="28" y="530"/>
                  <a:pt x="36" y="542"/>
                </a:cubicBezTo>
                <a:cubicBezTo>
                  <a:pt x="44" y="553"/>
                  <a:pt x="48" y="562"/>
                  <a:pt x="60" y="573"/>
                </a:cubicBezTo>
                <a:cubicBezTo>
                  <a:pt x="84" y="597"/>
                  <a:pt x="115" y="613"/>
                  <a:pt x="139" y="637"/>
                </a:cubicBezTo>
                <a:cubicBezTo>
                  <a:pt x="162" y="668"/>
                  <a:pt x="182" y="695"/>
                  <a:pt x="210" y="723"/>
                </a:cubicBezTo>
                <a:cubicBezTo>
                  <a:pt x="241" y="751"/>
                  <a:pt x="273" y="775"/>
                  <a:pt x="304" y="802"/>
                </a:cubicBezTo>
                <a:cubicBezTo>
                  <a:pt x="316" y="814"/>
                  <a:pt x="324" y="826"/>
                  <a:pt x="335" y="833"/>
                </a:cubicBezTo>
                <a:cubicBezTo>
                  <a:pt x="344" y="837"/>
                  <a:pt x="352" y="841"/>
                  <a:pt x="355" y="846"/>
                </a:cubicBezTo>
                <a:cubicBezTo>
                  <a:pt x="355" y="849"/>
                  <a:pt x="352" y="857"/>
                  <a:pt x="348" y="861"/>
                </a:cubicBezTo>
                <a:cubicBezTo>
                  <a:pt x="348" y="869"/>
                  <a:pt x="344" y="881"/>
                  <a:pt x="339" y="888"/>
                </a:cubicBezTo>
                <a:cubicBezTo>
                  <a:pt x="316" y="920"/>
                  <a:pt x="297" y="948"/>
                  <a:pt x="281" y="983"/>
                </a:cubicBezTo>
                <a:cubicBezTo>
                  <a:pt x="273" y="999"/>
                  <a:pt x="265" y="1011"/>
                  <a:pt x="261" y="1026"/>
                </a:cubicBezTo>
                <a:cubicBezTo>
                  <a:pt x="253" y="1039"/>
                  <a:pt x="241" y="1050"/>
                  <a:pt x="233" y="1066"/>
                </a:cubicBezTo>
                <a:cubicBezTo>
                  <a:pt x="221" y="1082"/>
                  <a:pt x="213" y="1097"/>
                  <a:pt x="206" y="1110"/>
                </a:cubicBezTo>
                <a:cubicBezTo>
                  <a:pt x="190" y="1130"/>
                  <a:pt x="178" y="1145"/>
                  <a:pt x="166" y="1165"/>
                </a:cubicBezTo>
                <a:cubicBezTo>
                  <a:pt x="159" y="1177"/>
                  <a:pt x="155" y="1188"/>
                  <a:pt x="150" y="1196"/>
                </a:cubicBezTo>
                <a:cubicBezTo>
                  <a:pt x="146" y="1208"/>
                  <a:pt x="139" y="1216"/>
                  <a:pt x="131" y="1228"/>
                </a:cubicBezTo>
                <a:cubicBezTo>
                  <a:pt x="115" y="1248"/>
                  <a:pt x="103" y="1267"/>
                  <a:pt x="91" y="1290"/>
                </a:cubicBezTo>
                <a:cubicBezTo>
                  <a:pt x="84" y="1307"/>
                  <a:pt x="75" y="1326"/>
                  <a:pt x="68" y="1346"/>
                </a:cubicBezTo>
                <a:cubicBezTo>
                  <a:pt x="60" y="1374"/>
                  <a:pt x="44" y="1394"/>
                  <a:pt x="32" y="1417"/>
                </a:cubicBezTo>
                <a:cubicBezTo>
                  <a:pt x="28" y="1421"/>
                  <a:pt x="24" y="1429"/>
                  <a:pt x="28" y="1432"/>
                </a:cubicBezTo>
                <a:cubicBezTo>
                  <a:pt x="28" y="1437"/>
                  <a:pt x="36" y="1441"/>
                  <a:pt x="40" y="1445"/>
                </a:cubicBezTo>
                <a:cubicBezTo>
                  <a:pt x="43" y="1451"/>
                  <a:pt x="46" y="1457"/>
                  <a:pt x="51" y="1457"/>
                </a:cubicBezTo>
                <a:cubicBezTo>
                  <a:pt x="52" y="1457"/>
                  <a:pt x="54" y="1457"/>
                  <a:pt x="55" y="1456"/>
                </a:cubicBezTo>
                <a:cubicBezTo>
                  <a:pt x="75" y="1452"/>
                  <a:pt x="91" y="1445"/>
                  <a:pt x="107" y="1432"/>
                </a:cubicBezTo>
                <a:cubicBezTo>
                  <a:pt x="119" y="1429"/>
                  <a:pt x="126" y="1429"/>
                  <a:pt x="139" y="1429"/>
                </a:cubicBezTo>
                <a:cubicBezTo>
                  <a:pt x="162" y="1425"/>
                  <a:pt x="182" y="1413"/>
                  <a:pt x="202" y="1405"/>
                </a:cubicBezTo>
                <a:cubicBezTo>
                  <a:pt x="253" y="1390"/>
                  <a:pt x="304" y="1374"/>
                  <a:pt x="355" y="1354"/>
                </a:cubicBezTo>
                <a:cubicBezTo>
                  <a:pt x="454" y="1319"/>
                  <a:pt x="552" y="1287"/>
                  <a:pt x="652" y="1252"/>
                </a:cubicBezTo>
                <a:cubicBezTo>
                  <a:pt x="667" y="1287"/>
                  <a:pt x="683" y="1319"/>
                  <a:pt x="706" y="1350"/>
                </a:cubicBezTo>
                <a:cubicBezTo>
                  <a:pt x="770" y="1445"/>
                  <a:pt x="852" y="1523"/>
                  <a:pt x="916" y="1622"/>
                </a:cubicBezTo>
                <a:cubicBezTo>
                  <a:pt x="922" y="1632"/>
                  <a:pt x="934" y="1637"/>
                  <a:pt x="945" y="1637"/>
                </a:cubicBezTo>
                <a:cubicBezTo>
                  <a:pt x="960" y="1637"/>
                  <a:pt x="974" y="1629"/>
                  <a:pt x="978" y="1614"/>
                </a:cubicBezTo>
                <a:cubicBezTo>
                  <a:pt x="1010" y="1508"/>
                  <a:pt x="1034" y="1401"/>
                  <a:pt x="1058" y="1295"/>
                </a:cubicBezTo>
                <a:cubicBezTo>
                  <a:pt x="1069" y="1243"/>
                  <a:pt x="1081" y="1188"/>
                  <a:pt x="1093" y="1137"/>
                </a:cubicBezTo>
                <a:cubicBezTo>
                  <a:pt x="1096" y="1114"/>
                  <a:pt x="1101" y="1086"/>
                  <a:pt x="1105" y="1062"/>
                </a:cubicBezTo>
                <a:lnTo>
                  <a:pt x="1105" y="1050"/>
                </a:lnTo>
                <a:cubicBezTo>
                  <a:pt x="1105" y="1039"/>
                  <a:pt x="1101" y="1026"/>
                  <a:pt x="1105" y="1015"/>
                </a:cubicBezTo>
                <a:cubicBezTo>
                  <a:pt x="1109" y="995"/>
                  <a:pt x="1125" y="983"/>
                  <a:pt x="1140" y="972"/>
                </a:cubicBezTo>
                <a:cubicBezTo>
                  <a:pt x="1164" y="952"/>
                  <a:pt x="1196" y="944"/>
                  <a:pt x="1223" y="932"/>
                </a:cubicBezTo>
                <a:cubicBezTo>
                  <a:pt x="1247" y="920"/>
                  <a:pt x="1270" y="908"/>
                  <a:pt x="1298" y="897"/>
                </a:cubicBezTo>
                <a:cubicBezTo>
                  <a:pt x="1325" y="884"/>
                  <a:pt x="1353" y="873"/>
                  <a:pt x="1385" y="857"/>
                </a:cubicBezTo>
                <a:cubicBezTo>
                  <a:pt x="1409" y="841"/>
                  <a:pt x="1432" y="833"/>
                  <a:pt x="1460" y="826"/>
                </a:cubicBezTo>
                <a:cubicBezTo>
                  <a:pt x="1471" y="822"/>
                  <a:pt x="1483" y="817"/>
                  <a:pt x="1495" y="810"/>
                </a:cubicBezTo>
                <a:cubicBezTo>
                  <a:pt x="1507" y="806"/>
                  <a:pt x="1518" y="798"/>
                  <a:pt x="1531" y="790"/>
                </a:cubicBezTo>
                <a:cubicBezTo>
                  <a:pt x="1574" y="770"/>
                  <a:pt x="1622" y="759"/>
                  <a:pt x="1664" y="735"/>
                </a:cubicBezTo>
                <a:cubicBezTo>
                  <a:pt x="1680" y="727"/>
                  <a:pt x="1696" y="715"/>
                  <a:pt x="1716" y="704"/>
                </a:cubicBezTo>
                <a:cubicBezTo>
                  <a:pt x="1724" y="695"/>
                  <a:pt x="1744" y="684"/>
                  <a:pt x="1751" y="672"/>
                </a:cubicBezTo>
                <a:cubicBezTo>
                  <a:pt x="1759" y="660"/>
                  <a:pt x="1755" y="637"/>
                  <a:pt x="1740" y="628"/>
                </a:cubicBezTo>
                <a:cubicBezTo>
                  <a:pt x="1731" y="620"/>
                  <a:pt x="1711" y="617"/>
                  <a:pt x="1700" y="617"/>
                </a:cubicBezTo>
                <a:lnTo>
                  <a:pt x="1684" y="617"/>
                </a:lnTo>
                <a:cubicBezTo>
                  <a:pt x="1664" y="613"/>
                  <a:pt x="1645" y="609"/>
                  <a:pt x="1625" y="604"/>
                </a:cubicBezTo>
                <a:cubicBezTo>
                  <a:pt x="1605" y="601"/>
                  <a:pt x="1586" y="597"/>
                  <a:pt x="1566" y="593"/>
                </a:cubicBezTo>
                <a:cubicBezTo>
                  <a:pt x="1558" y="589"/>
                  <a:pt x="1542" y="589"/>
                  <a:pt x="1535" y="585"/>
                </a:cubicBezTo>
                <a:cubicBezTo>
                  <a:pt x="1531" y="581"/>
                  <a:pt x="1527" y="577"/>
                  <a:pt x="1518" y="577"/>
                </a:cubicBezTo>
                <a:cubicBezTo>
                  <a:pt x="1495" y="573"/>
                  <a:pt x="1475" y="573"/>
                  <a:pt x="1456" y="573"/>
                </a:cubicBezTo>
                <a:lnTo>
                  <a:pt x="1357" y="573"/>
                </a:lnTo>
                <a:cubicBezTo>
                  <a:pt x="1325" y="573"/>
                  <a:pt x="1294" y="569"/>
                  <a:pt x="1262" y="566"/>
                </a:cubicBezTo>
                <a:cubicBezTo>
                  <a:pt x="1219" y="562"/>
                  <a:pt x="1176" y="562"/>
                  <a:pt x="1136" y="553"/>
                </a:cubicBezTo>
                <a:cubicBezTo>
                  <a:pt x="1120" y="549"/>
                  <a:pt x="1109" y="546"/>
                  <a:pt x="1096" y="546"/>
                </a:cubicBezTo>
                <a:cubicBezTo>
                  <a:pt x="1089" y="546"/>
                  <a:pt x="1081" y="546"/>
                  <a:pt x="1077" y="542"/>
                </a:cubicBezTo>
                <a:cubicBezTo>
                  <a:pt x="1065" y="533"/>
                  <a:pt x="1069" y="518"/>
                  <a:pt x="1069" y="506"/>
                </a:cubicBezTo>
                <a:cubicBezTo>
                  <a:pt x="1069" y="491"/>
                  <a:pt x="1065" y="475"/>
                  <a:pt x="1061" y="459"/>
                </a:cubicBezTo>
                <a:cubicBezTo>
                  <a:pt x="1061" y="439"/>
                  <a:pt x="1065" y="424"/>
                  <a:pt x="1069" y="404"/>
                </a:cubicBezTo>
                <a:cubicBezTo>
                  <a:pt x="1073" y="388"/>
                  <a:pt x="1077" y="373"/>
                  <a:pt x="1077" y="356"/>
                </a:cubicBezTo>
                <a:lnTo>
                  <a:pt x="1077" y="302"/>
                </a:lnTo>
                <a:cubicBezTo>
                  <a:pt x="1081" y="285"/>
                  <a:pt x="1085" y="266"/>
                  <a:pt x="1085" y="249"/>
                </a:cubicBezTo>
                <a:cubicBezTo>
                  <a:pt x="1089" y="226"/>
                  <a:pt x="1085" y="207"/>
                  <a:pt x="1089" y="187"/>
                </a:cubicBezTo>
                <a:cubicBezTo>
                  <a:pt x="1093" y="167"/>
                  <a:pt x="1093" y="151"/>
                  <a:pt x="1096" y="131"/>
                </a:cubicBezTo>
                <a:cubicBezTo>
                  <a:pt x="1101" y="112"/>
                  <a:pt x="1105" y="96"/>
                  <a:pt x="1109" y="76"/>
                </a:cubicBezTo>
                <a:cubicBezTo>
                  <a:pt x="1109" y="56"/>
                  <a:pt x="1109" y="21"/>
                  <a:pt x="1089" y="5"/>
                </a:cubicBezTo>
                <a:cubicBezTo>
                  <a:pt x="1084" y="2"/>
                  <a:pt x="1079" y="1"/>
                  <a:pt x="1074" y="1"/>
                </a:cubicBezTo>
                <a:close/>
              </a:path>
            </a:pathLst>
          </a:custGeom>
          <a:solidFill>
            <a:schemeClr val="accent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0"/>
          <p:cNvSpPr/>
          <p:nvPr/>
        </p:nvSpPr>
        <p:spPr>
          <a:xfrm rot="7607495">
            <a:off x="361333" y="315351"/>
            <a:ext cx="845835" cy="617728"/>
          </a:xfrm>
          <a:custGeom>
            <a:rect b="b" l="l" r="r" t="t"/>
            <a:pathLst>
              <a:path extrusionOk="0" h="1308" w="1791">
                <a:moveTo>
                  <a:pt x="1141" y="1"/>
                </a:moveTo>
                <a:cubicBezTo>
                  <a:pt x="1135" y="1"/>
                  <a:pt x="1129" y="3"/>
                  <a:pt x="1124" y="6"/>
                </a:cubicBezTo>
                <a:cubicBezTo>
                  <a:pt x="951" y="195"/>
                  <a:pt x="797" y="408"/>
                  <a:pt x="675" y="633"/>
                </a:cubicBezTo>
                <a:cubicBezTo>
                  <a:pt x="576" y="428"/>
                  <a:pt x="478" y="226"/>
                  <a:pt x="379" y="22"/>
                </a:cubicBezTo>
                <a:cubicBezTo>
                  <a:pt x="375" y="14"/>
                  <a:pt x="368" y="10"/>
                  <a:pt x="361" y="10"/>
                </a:cubicBezTo>
                <a:cubicBezTo>
                  <a:pt x="354" y="10"/>
                  <a:pt x="347" y="14"/>
                  <a:pt x="344" y="22"/>
                </a:cubicBezTo>
                <a:cubicBezTo>
                  <a:pt x="273" y="183"/>
                  <a:pt x="209" y="349"/>
                  <a:pt x="158" y="518"/>
                </a:cubicBezTo>
                <a:cubicBezTo>
                  <a:pt x="134" y="589"/>
                  <a:pt x="0" y="873"/>
                  <a:pt x="44" y="944"/>
                </a:cubicBezTo>
                <a:cubicBezTo>
                  <a:pt x="47" y="959"/>
                  <a:pt x="67" y="964"/>
                  <a:pt x="80" y="968"/>
                </a:cubicBezTo>
                <a:cubicBezTo>
                  <a:pt x="331" y="1039"/>
                  <a:pt x="580" y="1101"/>
                  <a:pt x="833" y="1161"/>
                </a:cubicBezTo>
                <a:cubicBezTo>
                  <a:pt x="1010" y="1201"/>
                  <a:pt x="1183" y="1236"/>
                  <a:pt x="1361" y="1272"/>
                </a:cubicBezTo>
                <a:cubicBezTo>
                  <a:pt x="1396" y="1277"/>
                  <a:pt x="1514" y="1308"/>
                  <a:pt x="1585" y="1308"/>
                </a:cubicBezTo>
                <a:cubicBezTo>
                  <a:pt x="1609" y="1308"/>
                  <a:pt x="1628" y="1304"/>
                  <a:pt x="1637" y="1295"/>
                </a:cubicBezTo>
                <a:cubicBezTo>
                  <a:pt x="1656" y="1279"/>
                  <a:pt x="1656" y="1248"/>
                  <a:pt x="1656" y="1220"/>
                </a:cubicBezTo>
                <a:cubicBezTo>
                  <a:pt x="1661" y="924"/>
                  <a:pt x="1779" y="637"/>
                  <a:pt x="1791" y="337"/>
                </a:cubicBezTo>
                <a:lnTo>
                  <a:pt x="1791" y="337"/>
                </a:lnTo>
                <a:cubicBezTo>
                  <a:pt x="1625" y="463"/>
                  <a:pt x="1467" y="597"/>
                  <a:pt x="1294" y="715"/>
                </a:cubicBezTo>
                <a:cubicBezTo>
                  <a:pt x="1321" y="621"/>
                  <a:pt x="1230" y="502"/>
                  <a:pt x="1207" y="412"/>
                </a:cubicBezTo>
                <a:cubicBezTo>
                  <a:pt x="1175" y="282"/>
                  <a:pt x="1159" y="151"/>
                  <a:pt x="1159" y="18"/>
                </a:cubicBezTo>
                <a:cubicBezTo>
                  <a:pt x="1159" y="6"/>
                  <a:pt x="1150" y="1"/>
                  <a:pt x="1141" y="1"/>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0"/>
          <p:cNvSpPr/>
          <p:nvPr/>
        </p:nvSpPr>
        <p:spPr>
          <a:xfrm rot="10800000">
            <a:off x="1280411" y="9598373"/>
            <a:ext cx="233400" cy="233400"/>
          </a:xfrm>
          <a:prstGeom prst="ellipse">
            <a:avLst/>
          </a:pr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0"/>
          <p:cNvSpPr/>
          <p:nvPr/>
        </p:nvSpPr>
        <p:spPr>
          <a:xfrm rot="10800000">
            <a:off x="171861" y="7976048"/>
            <a:ext cx="233400" cy="233400"/>
          </a:xfrm>
          <a:prstGeom prst="ellipse">
            <a:avLst/>
          </a:pr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10"/>
          <p:cNvSpPr/>
          <p:nvPr/>
        </p:nvSpPr>
        <p:spPr>
          <a:xfrm rot="10800000">
            <a:off x="530961" y="8654498"/>
            <a:ext cx="233400" cy="233400"/>
          </a:xfrm>
          <a:prstGeom prst="ellipse">
            <a:avLst/>
          </a:pr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10"/>
          <p:cNvSpPr/>
          <p:nvPr/>
        </p:nvSpPr>
        <p:spPr>
          <a:xfrm flipH="1">
            <a:off x="245836" y="4883173"/>
            <a:ext cx="56375" cy="2663275"/>
          </a:xfrm>
          <a:custGeom>
            <a:rect b="b" l="l" r="r" t="t"/>
            <a:pathLst>
              <a:path extrusionOk="0" h="106531" w="2255">
                <a:moveTo>
                  <a:pt x="1515" y="0"/>
                </a:moveTo>
                <a:cubicBezTo>
                  <a:pt x="649" y="35503"/>
                  <a:pt x="4406" y="71291"/>
                  <a:pt x="0" y="106531"/>
                </a:cubicBezTo>
              </a:path>
            </a:pathLst>
          </a:custGeom>
          <a:noFill/>
          <a:ln cap="flat" cmpd="sng" w="28575">
            <a:solidFill>
              <a:schemeClr val="dk1"/>
            </a:solidFill>
            <a:prstDash val="solid"/>
            <a:round/>
            <a:headEnd len="med" w="med" type="none"/>
            <a:tailEnd len="med" w="med" type="none"/>
          </a:ln>
        </p:spPr>
      </p:sp>
      <p:sp>
        <p:nvSpPr>
          <p:cNvPr id="210" name="Google Shape;210;p10"/>
          <p:cNvSpPr/>
          <p:nvPr/>
        </p:nvSpPr>
        <p:spPr>
          <a:xfrm flipH="1">
            <a:off x="455286" y="6486173"/>
            <a:ext cx="23625" cy="795200"/>
          </a:xfrm>
          <a:custGeom>
            <a:rect b="b" l="l" r="r" t="t"/>
            <a:pathLst>
              <a:path extrusionOk="0" h="31808" w="945">
                <a:moveTo>
                  <a:pt x="505" y="0"/>
                </a:moveTo>
                <a:cubicBezTo>
                  <a:pt x="1386" y="10567"/>
                  <a:pt x="0" y="21204"/>
                  <a:pt x="0" y="31808"/>
                </a:cubicBezTo>
              </a:path>
            </a:pathLst>
          </a:custGeom>
          <a:noFill/>
          <a:ln cap="flat" cmpd="sng" w="28575">
            <a:solidFill>
              <a:schemeClr val="dk1"/>
            </a:solidFill>
            <a:prstDash val="solid"/>
            <a:round/>
            <a:headEnd len="med" w="med" type="none"/>
            <a:tailEnd len="med" w="med" type="none"/>
          </a:ln>
        </p:spPr>
      </p:sp>
      <p:sp>
        <p:nvSpPr>
          <p:cNvPr id="211" name="Google Shape;211;p10"/>
          <p:cNvSpPr/>
          <p:nvPr/>
        </p:nvSpPr>
        <p:spPr>
          <a:xfrm flipH="1">
            <a:off x="605136" y="5804598"/>
            <a:ext cx="88350" cy="1476775"/>
          </a:xfrm>
          <a:custGeom>
            <a:rect b="b" l="l" r="r" t="t"/>
            <a:pathLst>
              <a:path extrusionOk="0" h="59071" w="3534">
                <a:moveTo>
                  <a:pt x="0" y="0"/>
                </a:moveTo>
                <a:cubicBezTo>
                  <a:pt x="1037" y="19698"/>
                  <a:pt x="3534" y="39345"/>
                  <a:pt x="3534" y="59071"/>
                </a:cubicBezTo>
              </a:path>
            </a:pathLst>
          </a:custGeom>
          <a:noFill/>
          <a:ln cap="flat" cmpd="sng" w="28575">
            <a:solidFill>
              <a:schemeClr val="dk1"/>
            </a:solidFill>
            <a:prstDash val="solid"/>
            <a:round/>
            <a:headEnd len="med" w="med" type="none"/>
            <a:tailEnd len="med" w="med" type="none"/>
          </a:ln>
        </p:spPr>
      </p:sp>
      <p:sp>
        <p:nvSpPr>
          <p:cNvPr id="212" name="Google Shape;212;p10"/>
          <p:cNvSpPr/>
          <p:nvPr/>
        </p:nvSpPr>
        <p:spPr>
          <a:xfrm rot="-10651105">
            <a:off x="9916250" y="2881690"/>
            <a:ext cx="138855" cy="2158457"/>
          </a:xfrm>
          <a:custGeom>
            <a:rect b="b" l="l" r="r" t="t"/>
            <a:pathLst>
              <a:path extrusionOk="0" h="86335" w="5554">
                <a:moveTo>
                  <a:pt x="0" y="0"/>
                </a:moveTo>
                <a:cubicBezTo>
                  <a:pt x="1919" y="28774"/>
                  <a:pt x="5554" y="57497"/>
                  <a:pt x="5554" y="86335"/>
                </a:cubicBezTo>
              </a:path>
            </a:pathLst>
          </a:custGeom>
          <a:noFill/>
          <a:ln cap="flat" cmpd="sng" w="28575">
            <a:solidFill>
              <a:schemeClr val="dk1"/>
            </a:solidFill>
            <a:prstDash val="solid"/>
            <a:round/>
            <a:headEnd len="med" w="med" type="none"/>
            <a:tailEnd len="med" w="med" type="none"/>
          </a:ln>
        </p:spPr>
      </p:sp>
      <p:sp>
        <p:nvSpPr>
          <p:cNvPr id="213" name="Google Shape;213;p10"/>
          <p:cNvSpPr/>
          <p:nvPr/>
        </p:nvSpPr>
        <p:spPr>
          <a:xfrm rot="-10651105">
            <a:off x="9791142" y="4310965"/>
            <a:ext cx="39176" cy="1123393"/>
          </a:xfrm>
          <a:custGeom>
            <a:rect b="b" l="l" r="r" t="t"/>
            <a:pathLst>
              <a:path extrusionOk="0" h="44934" w="1567">
                <a:moveTo>
                  <a:pt x="557" y="0"/>
                </a:moveTo>
                <a:cubicBezTo>
                  <a:pt x="-1098" y="14890"/>
                  <a:pt x="1567" y="29952"/>
                  <a:pt x="1567" y="44934"/>
                </a:cubicBezTo>
              </a:path>
            </a:pathLst>
          </a:custGeom>
          <a:noFill/>
          <a:ln cap="flat" cmpd="sng" w="28575">
            <a:solidFill>
              <a:schemeClr val="dk1"/>
            </a:solidFill>
            <a:prstDash val="solid"/>
            <a:round/>
            <a:headEnd len="med" w="med" type="none"/>
            <a:tailEnd len="med" w="med" type="none"/>
          </a:ln>
        </p:spPr>
      </p:sp>
      <p:sp>
        <p:nvSpPr>
          <p:cNvPr id="214" name="Google Shape;214;p10"/>
          <p:cNvSpPr/>
          <p:nvPr/>
        </p:nvSpPr>
        <p:spPr>
          <a:xfrm rot="10800000">
            <a:off x="1415199" y="797698"/>
            <a:ext cx="233400" cy="233400"/>
          </a:xfrm>
          <a:prstGeom prst="ellipse">
            <a:avLst/>
          </a:pr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10"/>
          <p:cNvSpPr/>
          <p:nvPr/>
        </p:nvSpPr>
        <p:spPr>
          <a:xfrm rot="10800000">
            <a:off x="245824" y="1989111"/>
            <a:ext cx="233400" cy="233400"/>
          </a:xfrm>
          <a:prstGeom prst="ellipse">
            <a:avLst/>
          </a:pr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0"/>
          <p:cNvSpPr/>
          <p:nvPr/>
        </p:nvSpPr>
        <p:spPr>
          <a:xfrm rot="10800000">
            <a:off x="88149" y="159873"/>
            <a:ext cx="233400" cy="233400"/>
          </a:xfrm>
          <a:prstGeom prst="ellipse">
            <a:avLst/>
          </a:pr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17" name="Google Shape;217;p10"/>
          <p:cNvGrpSpPr/>
          <p:nvPr/>
        </p:nvGrpSpPr>
        <p:grpSpPr>
          <a:xfrm rot="-7917912">
            <a:off x="8687028" y="-588306"/>
            <a:ext cx="2448626" cy="2125368"/>
            <a:chOff x="1322124" y="4079650"/>
            <a:chExt cx="3420400" cy="2968851"/>
          </a:xfrm>
        </p:grpSpPr>
        <p:sp>
          <p:nvSpPr>
            <p:cNvPr id="218" name="Google Shape;218;p10"/>
            <p:cNvSpPr/>
            <p:nvPr/>
          </p:nvSpPr>
          <p:spPr>
            <a:xfrm>
              <a:off x="1322124" y="4377475"/>
              <a:ext cx="3420400" cy="2671026"/>
            </a:xfrm>
            <a:custGeom>
              <a:rect b="b" l="l" r="r" t="t"/>
              <a:pathLst>
                <a:path extrusionOk="0" h="2556" w="3273">
                  <a:moveTo>
                    <a:pt x="228" y="0"/>
                  </a:moveTo>
                  <a:cubicBezTo>
                    <a:pt x="244" y="548"/>
                    <a:pt x="157" y="1345"/>
                    <a:pt x="0" y="2331"/>
                  </a:cubicBezTo>
                  <a:lnTo>
                    <a:pt x="3040" y="2555"/>
                  </a:lnTo>
                  <a:cubicBezTo>
                    <a:pt x="3186" y="1767"/>
                    <a:pt x="3273" y="998"/>
                    <a:pt x="3269" y="257"/>
                  </a:cubicBezTo>
                  <a:lnTo>
                    <a:pt x="3143" y="249"/>
                  </a:lnTo>
                  <a:lnTo>
                    <a:pt x="3143" y="249"/>
                  </a:lnTo>
                  <a:cubicBezTo>
                    <a:pt x="3154" y="320"/>
                    <a:pt x="3115" y="402"/>
                    <a:pt x="3020" y="402"/>
                  </a:cubicBezTo>
                  <a:cubicBezTo>
                    <a:pt x="2918" y="402"/>
                    <a:pt x="2878" y="304"/>
                    <a:pt x="2902" y="229"/>
                  </a:cubicBezTo>
                  <a:lnTo>
                    <a:pt x="2674" y="209"/>
                  </a:lnTo>
                  <a:lnTo>
                    <a:pt x="2674" y="209"/>
                  </a:lnTo>
                  <a:cubicBezTo>
                    <a:pt x="2677" y="213"/>
                    <a:pt x="2677" y="222"/>
                    <a:pt x="2677" y="229"/>
                  </a:cubicBezTo>
                  <a:lnTo>
                    <a:pt x="2677" y="237"/>
                  </a:lnTo>
                  <a:cubicBezTo>
                    <a:pt x="2677" y="261"/>
                    <a:pt x="2670" y="280"/>
                    <a:pt x="2657" y="300"/>
                  </a:cubicBezTo>
                  <a:cubicBezTo>
                    <a:pt x="2654" y="312"/>
                    <a:pt x="2646" y="320"/>
                    <a:pt x="2638" y="328"/>
                  </a:cubicBezTo>
                  <a:cubicBezTo>
                    <a:pt x="2622" y="344"/>
                    <a:pt x="2603" y="355"/>
                    <a:pt x="2583" y="364"/>
                  </a:cubicBezTo>
                  <a:lnTo>
                    <a:pt x="2547" y="367"/>
                  </a:lnTo>
                  <a:cubicBezTo>
                    <a:pt x="2528" y="367"/>
                    <a:pt x="2512" y="364"/>
                    <a:pt x="2496" y="355"/>
                  </a:cubicBezTo>
                  <a:cubicBezTo>
                    <a:pt x="2480" y="351"/>
                    <a:pt x="2468" y="340"/>
                    <a:pt x="2457" y="328"/>
                  </a:cubicBezTo>
                  <a:cubicBezTo>
                    <a:pt x="2441" y="316"/>
                    <a:pt x="2433" y="304"/>
                    <a:pt x="2428" y="288"/>
                  </a:cubicBezTo>
                  <a:cubicBezTo>
                    <a:pt x="2421" y="273"/>
                    <a:pt x="2417" y="253"/>
                    <a:pt x="2417" y="237"/>
                  </a:cubicBezTo>
                  <a:lnTo>
                    <a:pt x="2417" y="229"/>
                  </a:lnTo>
                  <a:cubicBezTo>
                    <a:pt x="2417" y="213"/>
                    <a:pt x="2421" y="202"/>
                    <a:pt x="2425" y="186"/>
                  </a:cubicBezTo>
                  <a:lnTo>
                    <a:pt x="2208" y="170"/>
                  </a:lnTo>
                  <a:lnTo>
                    <a:pt x="2208" y="170"/>
                  </a:lnTo>
                  <a:cubicBezTo>
                    <a:pt x="2228" y="245"/>
                    <a:pt x="2188" y="335"/>
                    <a:pt x="2090" y="335"/>
                  </a:cubicBezTo>
                  <a:cubicBezTo>
                    <a:pt x="1979" y="335"/>
                    <a:pt x="1940" y="225"/>
                    <a:pt x="1975" y="151"/>
                  </a:cubicBezTo>
                  <a:lnTo>
                    <a:pt x="1660" y="122"/>
                  </a:lnTo>
                  <a:lnTo>
                    <a:pt x="1660" y="122"/>
                  </a:lnTo>
                  <a:cubicBezTo>
                    <a:pt x="1684" y="198"/>
                    <a:pt x="1644" y="293"/>
                    <a:pt x="1542" y="293"/>
                  </a:cubicBezTo>
                  <a:cubicBezTo>
                    <a:pt x="1431" y="293"/>
                    <a:pt x="1396" y="182"/>
                    <a:pt x="1431" y="103"/>
                  </a:cubicBezTo>
                  <a:lnTo>
                    <a:pt x="1171" y="84"/>
                  </a:lnTo>
                  <a:lnTo>
                    <a:pt x="1171" y="84"/>
                  </a:lnTo>
                  <a:cubicBezTo>
                    <a:pt x="1183" y="155"/>
                    <a:pt x="1140" y="237"/>
                    <a:pt x="1049" y="237"/>
                  </a:cubicBezTo>
                  <a:cubicBezTo>
                    <a:pt x="946" y="237"/>
                    <a:pt x="907" y="138"/>
                    <a:pt x="930" y="60"/>
                  </a:cubicBezTo>
                  <a:lnTo>
                    <a:pt x="678" y="40"/>
                  </a:lnTo>
                  <a:cubicBezTo>
                    <a:pt x="678" y="107"/>
                    <a:pt x="635" y="170"/>
                    <a:pt x="552" y="170"/>
                  </a:cubicBezTo>
                  <a:cubicBezTo>
                    <a:pt x="461" y="170"/>
                    <a:pt x="417" y="91"/>
                    <a:pt x="430" y="20"/>
                  </a:cubicBezTo>
                  <a:lnTo>
                    <a:pt x="228" y="0"/>
                  </a:lnTo>
                  <a:close/>
                </a:path>
              </a:pathLst>
            </a:custGeom>
            <a:solidFill>
              <a:schemeClr val="accent5"/>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10"/>
            <p:cNvSpPr/>
            <p:nvPr/>
          </p:nvSpPr>
          <p:spPr>
            <a:xfrm>
              <a:off x="3019260" y="4421365"/>
              <a:ext cx="391888" cy="506826"/>
            </a:xfrm>
            <a:custGeom>
              <a:rect b="b" l="l" r="r" t="t"/>
              <a:pathLst>
                <a:path extrusionOk="0" h="485" w="375">
                  <a:moveTo>
                    <a:pt x="26" y="0"/>
                  </a:moveTo>
                  <a:cubicBezTo>
                    <a:pt x="21" y="0"/>
                    <a:pt x="16" y="2"/>
                    <a:pt x="12" y="6"/>
                  </a:cubicBezTo>
                  <a:cubicBezTo>
                    <a:pt x="0" y="9"/>
                    <a:pt x="0" y="25"/>
                    <a:pt x="9" y="33"/>
                  </a:cubicBezTo>
                  <a:lnTo>
                    <a:pt x="331" y="475"/>
                  </a:lnTo>
                  <a:cubicBezTo>
                    <a:pt x="336" y="482"/>
                    <a:pt x="341" y="485"/>
                    <a:pt x="347" y="485"/>
                  </a:cubicBezTo>
                  <a:cubicBezTo>
                    <a:pt x="352" y="485"/>
                    <a:pt x="358" y="483"/>
                    <a:pt x="363" y="479"/>
                  </a:cubicBezTo>
                  <a:cubicBezTo>
                    <a:pt x="371" y="475"/>
                    <a:pt x="375" y="459"/>
                    <a:pt x="367" y="451"/>
                  </a:cubicBezTo>
                  <a:lnTo>
                    <a:pt x="40" y="9"/>
                  </a:lnTo>
                  <a:cubicBezTo>
                    <a:pt x="38" y="3"/>
                    <a:pt x="32" y="0"/>
                    <a:pt x="2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10"/>
            <p:cNvSpPr/>
            <p:nvPr/>
          </p:nvSpPr>
          <p:spPr>
            <a:xfrm>
              <a:off x="2779947" y="4154890"/>
              <a:ext cx="755560" cy="640587"/>
            </a:xfrm>
            <a:custGeom>
              <a:rect b="b" l="l" r="r" t="t"/>
              <a:pathLst>
                <a:path extrusionOk="0" h="613" w="723">
                  <a:moveTo>
                    <a:pt x="311" y="0"/>
                  </a:moveTo>
                  <a:cubicBezTo>
                    <a:pt x="154" y="0"/>
                    <a:pt x="19" y="127"/>
                    <a:pt x="9" y="300"/>
                  </a:cubicBezTo>
                  <a:cubicBezTo>
                    <a:pt x="1" y="422"/>
                    <a:pt x="87" y="561"/>
                    <a:pt x="210" y="596"/>
                  </a:cubicBezTo>
                  <a:cubicBezTo>
                    <a:pt x="249" y="606"/>
                    <a:pt x="286" y="612"/>
                    <a:pt x="323" y="612"/>
                  </a:cubicBezTo>
                  <a:cubicBezTo>
                    <a:pt x="384" y="612"/>
                    <a:pt x="442" y="596"/>
                    <a:pt x="494" y="557"/>
                  </a:cubicBezTo>
                  <a:cubicBezTo>
                    <a:pt x="722" y="387"/>
                    <a:pt x="596" y="87"/>
                    <a:pt x="418" y="20"/>
                  </a:cubicBezTo>
                  <a:cubicBezTo>
                    <a:pt x="382" y="6"/>
                    <a:pt x="346" y="0"/>
                    <a:pt x="311" y="0"/>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0"/>
            <p:cNvSpPr/>
            <p:nvPr/>
          </p:nvSpPr>
          <p:spPr>
            <a:xfrm>
              <a:off x="2751731" y="4079650"/>
              <a:ext cx="638516" cy="558031"/>
            </a:xfrm>
            <a:custGeom>
              <a:rect b="b" l="l" r="r" t="t"/>
              <a:pathLst>
                <a:path extrusionOk="0" h="534" w="611">
                  <a:moveTo>
                    <a:pt x="247" y="0"/>
                  </a:moveTo>
                  <a:cubicBezTo>
                    <a:pt x="117" y="0"/>
                    <a:pt x="10" y="106"/>
                    <a:pt x="4" y="254"/>
                  </a:cubicBezTo>
                  <a:cubicBezTo>
                    <a:pt x="1" y="360"/>
                    <a:pt x="79" y="483"/>
                    <a:pt x="181" y="518"/>
                  </a:cubicBezTo>
                  <a:cubicBezTo>
                    <a:pt x="214" y="528"/>
                    <a:pt x="246" y="534"/>
                    <a:pt x="277" y="534"/>
                  </a:cubicBezTo>
                  <a:cubicBezTo>
                    <a:pt x="328" y="534"/>
                    <a:pt x="377" y="519"/>
                    <a:pt x="422" y="487"/>
                  </a:cubicBezTo>
                  <a:cubicBezTo>
                    <a:pt x="611" y="345"/>
                    <a:pt x="497" y="81"/>
                    <a:pt x="347" y="21"/>
                  </a:cubicBezTo>
                  <a:cubicBezTo>
                    <a:pt x="313" y="7"/>
                    <a:pt x="279" y="0"/>
                    <a:pt x="247" y="0"/>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0"/>
            <p:cNvSpPr/>
            <p:nvPr/>
          </p:nvSpPr>
          <p:spPr>
            <a:xfrm>
              <a:off x="1802840" y="5085985"/>
              <a:ext cx="2642894" cy="248711"/>
            </a:xfrm>
            <a:custGeom>
              <a:rect b="b" l="l" r="r" t="t"/>
              <a:pathLst>
                <a:path extrusionOk="0" h="238" w="2529">
                  <a:moveTo>
                    <a:pt x="13" y="1"/>
                  </a:moveTo>
                  <a:cubicBezTo>
                    <a:pt x="9" y="1"/>
                    <a:pt x="5" y="5"/>
                    <a:pt x="1" y="12"/>
                  </a:cubicBezTo>
                  <a:cubicBezTo>
                    <a:pt x="1" y="17"/>
                    <a:pt x="5" y="24"/>
                    <a:pt x="13" y="24"/>
                  </a:cubicBezTo>
                  <a:lnTo>
                    <a:pt x="186" y="41"/>
                  </a:lnTo>
                  <a:cubicBezTo>
                    <a:pt x="190" y="41"/>
                    <a:pt x="199" y="36"/>
                    <a:pt x="199" y="28"/>
                  </a:cubicBezTo>
                  <a:cubicBezTo>
                    <a:pt x="199" y="24"/>
                    <a:pt x="194" y="17"/>
                    <a:pt x="186" y="17"/>
                  </a:cubicBezTo>
                  <a:lnTo>
                    <a:pt x="13" y="1"/>
                  </a:lnTo>
                  <a:close/>
                  <a:moveTo>
                    <a:pt x="360" y="32"/>
                  </a:moveTo>
                  <a:cubicBezTo>
                    <a:pt x="356" y="32"/>
                    <a:pt x="352" y="36"/>
                    <a:pt x="348" y="41"/>
                  </a:cubicBezTo>
                  <a:cubicBezTo>
                    <a:pt x="348" y="48"/>
                    <a:pt x="352" y="52"/>
                    <a:pt x="360" y="52"/>
                  </a:cubicBezTo>
                  <a:lnTo>
                    <a:pt x="534" y="68"/>
                  </a:lnTo>
                  <a:cubicBezTo>
                    <a:pt x="541" y="68"/>
                    <a:pt x="545" y="64"/>
                    <a:pt x="545" y="59"/>
                  </a:cubicBezTo>
                  <a:cubicBezTo>
                    <a:pt x="545" y="52"/>
                    <a:pt x="541" y="48"/>
                    <a:pt x="534" y="48"/>
                  </a:cubicBezTo>
                  <a:lnTo>
                    <a:pt x="360" y="32"/>
                  </a:lnTo>
                  <a:close/>
                  <a:moveTo>
                    <a:pt x="707" y="59"/>
                  </a:moveTo>
                  <a:cubicBezTo>
                    <a:pt x="703" y="59"/>
                    <a:pt x="699" y="64"/>
                    <a:pt x="699" y="72"/>
                  </a:cubicBezTo>
                  <a:cubicBezTo>
                    <a:pt x="696" y="76"/>
                    <a:pt x="703" y="83"/>
                    <a:pt x="707" y="83"/>
                  </a:cubicBezTo>
                  <a:lnTo>
                    <a:pt x="880" y="99"/>
                  </a:lnTo>
                  <a:cubicBezTo>
                    <a:pt x="889" y="99"/>
                    <a:pt x="892" y="95"/>
                    <a:pt x="892" y="88"/>
                  </a:cubicBezTo>
                  <a:cubicBezTo>
                    <a:pt x="892" y="83"/>
                    <a:pt x="889" y="76"/>
                    <a:pt x="885" y="76"/>
                  </a:cubicBezTo>
                  <a:lnTo>
                    <a:pt x="707" y="59"/>
                  </a:lnTo>
                  <a:close/>
                  <a:moveTo>
                    <a:pt x="1058" y="92"/>
                  </a:moveTo>
                  <a:cubicBezTo>
                    <a:pt x="1050" y="92"/>
                    <a:pt x="1046" y="95"/>
                    <a:pt x="1046" y="99"/>
                  </a:cubicBezTo>
                  <a:cubicBezTo>
                    <a:pt x="1042" y="107"/>
                    <a:pt x="1050" y="112"/>
                    <a:pt x="1054" y="112"/>
                  </a:cubicBezTo>
                  <a:lnTo>
                    <a:pt x="1227" y="127"/>
                  </a:lnTo>
                  <a:cubicBezTo>
                    <a:pt x="1235" y="127"/>
                    <a:pt x="1240" y="123"/>
                    <a:pt x="1240" y="119"/>
                  </a:cubicBezTo>
                  <a:cubicBezTo>
                    <a:pt x="1240" y="112"/>
                    <a:pt x="1235" y="107"/>
                    <a:pt x="1231" y="107"/>
                  </a:cubicBezTo>
                  <a:lnTo>
                    <a:pt x="1058" y="92"/>
                  </a:lnTo>
                  <a:close/>
                  <a:moveTo>
                    <a:pt x="1405" y="119"/>
                  </a:moveTo>
                  <a:cubicBezTo>
                    <a:pt x="1397" y="119"/>
                    <a:pt x="1393" y="123"/>
                    <a:pt x="1393" y="130"/>
                  </a:cubicBezTo>
                  <a:cubicBezTo>
                    <a:pt x="1393" y="139"/>
                    <a:pt x="1397" y="143"/>
                    <a:pt x="1401" y="143"/>
                  </a:cubicBezTo>
                  <a:lnTo>
                    <a:pt x="1575" y="159"/>
                  </a:lnTo>
                  <a:cubicBezTo>
                    <a:pt x="1582" y="159"/>
                    <a:pt x="1586" y="154"/>
                    <a:pt x="1586" y="147"/>
                  </a:cubicBezTo>
                  <a:cubicBezTo>
                    <a:pt x="1586" y="143"/>
                    <a:pt x="1582" y="135"/>
                    <a:pt x="1579" y="135"/>
                  </a:cubicBezTo>
                  <a:lnTo>
                    <a:pt x="1405" y="119"/>
                  </a:lnTo>
                  <a:close/>
                  <a:moveTo>
                    <a:pt x="1752" y="150"/>
                  </a:moveTo>
                  <a:cubicBezTo>
                    <a:pt x="1744" y="150"/>
                    <a:pt x="1740" y="154"/>
                    <a:pt x="1740" y="163"/>
                  </a:cubicBezTo>
                  <a:cubicBezTo>
                    <a:pt x="1740" y="166"/>
                    <a:pt x="1744" y="170"/>
                    <a:pt x="1748" y="170"/>
                  </a:cubicBezTo>
                  <a:lnTo>
                    <a:pt x="1921" y="186"/>
                  </a:lnTo>
                  <a:cubicBezTo>
                    <a:pt x="1930" y="186"/>
                    <a:pt x="1933" y="182"/>
                    <a:pt x="1933" y="178"/>
                  </a:cubicBezTo>
                  <a:cubicBezTo>
                    <a:pt x="1933" y="170"/>
                    <a:pt x="1930" y="166"/>
                    <a:pt x="1926" y="166"/>
                  </a:cubicBezTo>
                  <a:lnTo>
                    <a:pt x="1752" y="150"/>
                  </a:lnTo>
                  <a:close/>
                  <a:moveTo>
                    <a:pt x="2095" y="181"/>
                  </a:moveTo>
                  <a:cubicBezTo>
                    <a:pt x="2090" y="181"/>
                    <a:pt x="2087" y="187"/>
                    <a:pt x="2087" y="190"/>
                  </a:cubicBezTo>
                  <a:cubicBezTo>
                    <a:pt x="2087" y="198"/>
                    <a:pt x="2091" y="201"/>
                    <a:pt x="2095" y="201"/>
                  </a:cubicBezTo>
                  <a:lnTo>
                    <a:pt x="2268" y="218"/>
                  </a:lnTo>
                  <a:cubicBezTo>
                    <a:pt x="2276" y="218"/>
                    <a:pt x="2281" y="214"/>
                    <a:pt x="2281" y="206"/>
                  </a:cubicBezTo>
                  <a:cubicBezTo>
                    <a:pt x="2281" y="201"/>
                    <a:pt x="2276" y="194"/>
                    <a:pt x="2272" y="194"/>
                  </a:cubicBezTo>
                  <a:lnTo>
                    <a:pt x="2099" y="182"/>
                  </a:lnTo>
                  <a:cubicBezTo>
                    <a:pt x="2097" y="182"/>
                    <a:pt x="2096" y="181"/>
                    <a:pt x="2095" y="181"/>
                  </a:cubicBezTo>
                  <a:close/>
                  <a:moveTo>
                    <a:pt x="2446" y="210"/>
                  </a:moveTo>
                  <a:cubicBezTo>
                    <a:pt x="2438" y="210"/>
                    <a:pt x="2434" y="214"/>
                    <a:pt x="2434" y="221"/>
                  </a:cubicBezTo>
                  <a:cubicBezTo>
                    <a:pt x="2434" y="225"/>
                    <a:pt x="2438" y="230"/>
                    <a:pt x="2442" y="234"/>
                  </a:cubicBezTo>
                  <a:lnTo>
                    <a:pt x="2517" y="237"/>
                  </a:lnTo>
                  <a:cubicBezTo>
                    <a:pt x="2521" y="237"/>
                    <a:pt x="2525" y="234"/>
                    <a:pt x="2529" y="230"/>
                  </a:cubicBezTo>
                  <a:cubicBezTo>
                    <a:pt x="2529" y="221"/>
                    <a:pt x="2525" y="218"/>
                    <a:pt x="2517" y="218"/>
                  </a:cubicBezTo>
                  <a:lnTo>
                    <a:pt x="2446" y="210"/>
                  </a:lnTo>
                  <a:close/>
                </a:path>
              </a:pathLst>
            </a:cu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10"/>
            <p:cNvSpPr/>
            <p:nvPr/>
          </p:nvSpPr>
          <p:spPr>
            <a:xfrm>
              <a:off x="1778804" y="5539515"/>
              <a:ext cx="2646029" cy="177650"/>
            </a:xfrm>
            <a:custGeom>
              <a:rect b="b" l="l" r="r" t="t"/>
              <a:pathLst>
                <a:path extrusionOk="0" h="170" w="2532">
                  <a:moveTo>
                    <a:pt x="13" y="0"/>
                  </a:moveTo>
                  <a:cubicBezTo>
                    <a:pt x="4" y="0"/>
                    <a:pt x="0" y="9"/>
                    <a:pt x="0" y="13"/>
                  </a:cubicBezTo>
                  <a:cubicBezTo>
                    <a:pt x="0" y="20"/>
                    <a:pt x="4" y="24"/>
                    <a:pt x="13" y="24"/>
                  </a:cubicBezTo>
                  <a:lnTo>
                    <a:pt x="186" y="36"/>
                  </a:lnTo>
                  <a:cubicBezTo>
                    <a:pt x="190" y="36"/>
                    <a:pt x="193" y="28"/>
                    <a:pt x="198" y="24"/>
                  </a:cubicBezTo>
                  <a:cubicBezTo>
                    <a:pt x="198" y="16"/>
                    <a:pt x="190" y="13"/>
                    <a:pt x="186" y="13"/>
                  </a:cubicBezTo>
                  <a:lnTo>
                    <a:pt x="13" y="0"/>
                  </a:lnTo>
                  <a:close/>
                  <a:moveTo>
                    <a:pt x="357" y="23"/>
                  </a:moveTo>
                  <a:cubicBezTo>
                    <a:pt x="353" y="23"/>
                    <a:pt x="348" y="29"/>
                    <a:pt x="348" y="32"/>
                  </a:cubicBezTo>
                  <a:cubicBezTo>
                    <a:pt x="348" y="40"/>
                    <a:pt x="351" y="44"/>
                    <a:pt x="359" y="44"/>
                  </a:cubicBezTo>
                  <a:lnTo>
                    <a:pt x="533" y="56"/>
                  </a:lnTo>
                  <a:cubicBezTo>
                    <a:pt x="537" y="56"/>
                    <a:pt x="544" y="51"/>
                    <a:pt x="544" y="44"/>
                  </a:cubicBezTo>
                  <a:cubicBezTo>
                    <a:pt x="544" y="40"/>
                    <a:pt x="541" y="32"/>
                    <a:pt x="533" y="32"/>
                  </a:cubicBezTo>
                  <a:lnTo>
                    <a:pt x="359" y="24"/>
                  </a:lnTo>
                  <a:cubicBezTo>
                    <a:pt x="358" y="23"/>
                    <a:pt x="357" y="23"/>
                    <a:pt x="357" y="23"/>
                  </a:cubicBezTo>
                  <a:close/>
                  <a:moveTo>
                    <a:pt x="706" y="44"/>
                  </a:moveTo>
                  <a:cubicBezTo>
                    <a:pt x="703" y="44"/>
                    <a:pt x="695" y="48"/>
                    <a:pt x="695" y="51"/>
                  </a:cubicBezTo>
                  <a:cubicBezTo>
                    <a:pt x="695" y="60"/>
                    <a:pt x="699" y="64"/>
                    <a:pt x="706" y="64"/>
                  </a:cubicBezTo>
                  <a:lnTo>
                    <a:pt x="879" y="75"/>
                  </a:lnTo>
                  <a:cubicBezTo>
                    <a:pt x="888" y="75"/>
                    <a:pt x="892" y="71"/>
                    <a:pt x="892" y="64"/>
                  </a:cubicBezTo>
                  <a:cubicBezTo>
                    <a:pt x="892" y="60"/>
                    <a:pt x="888" y="51"/>
                    <a:pt x="879" y="51"/>
                  </a:cubicBezTo>
                  <a:lnTo>
                    <a:pt x="706" y="44"/>
                  </a:lnTo>
                  <a:close/>
                  <a:moveTo>
                    <a:pt x="1057" y="64"/>
                  </a:moveTo>
                  <a:cubicBezTo>
                    <a:pt x="1050" y="64"/>
                    <a:pt x="1045" y="67"/>
                    <a:pt x="1045" y="71"/>
                  </a:cubicBezTo>
                  <a:cubicBezTo>
                    <a:pt x="1045" y="80"/>
                    <a:pt x="1050" y="84"/>
                    <a:pt x="1054" y="84"/>
                  </a:cubicBezTo>
                  <a:lnTo>
                    <a:pt x="1227" y="95"/>
                  </a:lnTo>
                  <a:cubicBezTo>
                    <a:pt x="1234" y="95"/>
                    <a:pt x="1239" y="91"/>
                    <a:pt x="1239" y="84"/>
                  </a:cubicBezTo>
                  <a:cubicBezTo>
                    <a:pt x="1239" y="80"/>
                    <a:pt x="1234" y="71"/>
                    <a:pt x="1231" y="71"/>
                  </a:cubicBezTo>
                  <a:lnTo>
                    <a:pt x="1057" y="64"/>
                  </a:lnTo>
                  <a:close/>
                  <a:moveTo>
                    <a:pt x="1405" y="84"/>
                  </a:moveTo>
                  <a:cubicBezTo>
                    <a:pt x="1396" y="84"/>
                    <a:pt x="1392" y="87"/>
                    <a:pt x="1392" y="95"/>
                  </a:cubicBezTo>
                  <a:cubicBezTo>
                    <a:pt x="1392" y="99"/>
                    <a:pt x="1396" y="103"/>
                    <a:pt x="1400" y="103"/>
                  </a:cubicBezTo>
                  <a:lnTo>
                    <a:pt x="1578" y="115"/>
                  </a:lnTo>
                  <a:cubicBezTo>
                    <a:pt x="1582" y="115"/>
                    <a:pt x="1585" y="111"/>
                    <a:pt x="1589" y="103"/>
                  </a:cubicBezTo>
                  <a:cubicBezTo>
                    <a:pt x="1589" y="99"/>
                    <a:pt x="1582" y="95"/>
                    <a:pt x="1578" y="91"/>
                  </a:cubicBezTo>
                  <a:lnTo>
                    <a:pt x="1405" y="84"/>
                  </a:lnTo>
                  <a:close/>
                  <a:moveTo>
                    <a:pt x="1751" y="103"/>
                  </a:moveTo>
                  <a:cubicBezTo>
                    <a:pt x="1747" y="103"/>
                    <a:pt x="1740" y="107"/>
                    <a:pt x="1740" y="115"/>
                  </a:cubicBezTo>
                  <a:cubicBezTo>
                    <a:pt x="1740" y="119"/>
                    <a:pt x="1743" y="122"/>
                    <a:pt x="1751" y="127"/>
                  </a:cubicBezTo>
                  <a:lnTo>
                    <a:pt x="1925" y="135"/>
                  </a:lnTo>
                  <a:cubicBezTo>
                    <a:pt x="1929" y="135"/>
                    <a:pt x="1937" y="131"/>
                    <a:pt x="1937" y="122"/>
                  </a:cubicBezTo>
                  <a:cubicBezTo>
                    <a:pt x="1937" y="119"/>
                    <a:pt x="1933" y="115"/>
                    <a:pt x="1925" y="115"/>
                  </a:cubicBezTo>
                  <a:lnTo>
                    <a:pt x="1751" y="103"/>
                  </a:lnTo>
                  <a:close/>
                  <a:moveTo>
                    <a:pt x="2098" y="122"/>
                  </a:moveTo>
                  <a:cubicBezTo>
                    <a:pt x="2095" y="122"/>
                    <a:pt x="2086" y="127"/>
                    <a:pt x="2086" y="135"/>
                  </a:cubicBezTo>
                  <a:cubicBezTo>
                    <a:pt x="2086" y="138"/>
                    <a:pt x="2091" y="146"/>
                    <a:pt x="2098" y="146"/>
                  </a:cubicBezTo>
                  <a:lnTo>
                    <a:pt x="2272" y="154"/>
                  </a:lnTo>
                  <a:cubicBezTo>
                    <a:pt x="2280" y="154"/>
                    <a:pt x="2284" y="151"/>
                    <a:pt x="2284" y="146"/>
                  </a:cubicBezTo>
                  <a:cubicBezTo>
                    <a:pt x="2284" y="138"/>
                    <a:pt x="2280" y="135"/>
                    <a:pt x="2272" y="135"/>
                  </a:cubicBezTo>
                  <a:lnTo>
                    <a:pt x="2098" y="122"/>
                  </a:lnTo>
                  <a:close/>
                  <a:moveTo>
                    <a:pt x="2449" y="142"/>
                  </a:moveTo>
                  <a:cubicBezTo>
                    <a:pt x="2441" y="142"/>
                    <a:pt x="2437" y="146"/>
                    <a:pt x="2437" y="154"/>
                  </a:cubicBezTo>
                  <a:cubicBezTo>
                    <a:pt x="2437" y="158"/>
                    <a:pt x="2441" y="166"/>
                    <a:pt x="2446" y="166"/>
                  </a:cubicBezTo>
                  <a:lnTo>
                    <a:pt x="2520" y="170"/>
                  </a:lnTo>
                  <a:cubicBezTo>
                    <a:pt x="2524" y="170"/>
                    <a:pt x="2528" y="166"/>
                    <a:pt x="2528" y="158"/>
                  </a:cubicBezTo>
                  <a:cubicBezTo>
                    <a:pt x="2532" y="154"/>
                    <a:pt x="2524" y="146"/>
                    <a:pt x="2520" y="146"/>
                  </a:cubicBezTo>
                  <a:lnTo>
                    <a:pt x="2449" y="142"/>
                  </a:lnTo>
                  <a:close/>
                </a:path>
              </a:pathLst>
            </a:cu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10"/>
            <p:cNvSpPr/>
            <p:nvPr/>
          </p:nvSpPr>
          <p:spPr>
            <a:xfrm>
              <a:off x="1704607" y="5959605"/>
              <a:ext cx="2642894" cy="203775"/>
            </a:xfrm>
            <a:custGeom>
              <a:rect b="b" l="l" r="r" t="t"/>
              <a:pathLst>
                <a:path extrusionOk="0" h="195" w="2529">
                  <a:moveTo>
                    <a:pt x="13" y="0"/>
                  </a:moveTo>
                  <a:cubicBezTo>
                    <a:pt x="4" y="0"/>
                    <a:pt x="0" y="4"/>
                    <a:pt x="0" y="9"/>
                  </a:cubicBezTo>
                  <a:cubicBezTo>
                    <a:pt x="0" y="17"/>
                    <a:pt x="4" y="20"/>
                    <a:pt x="9" y="20"/>
                  </a:cubicBezTo>
                  <a:lnTo>
                    <a:pt x="182" y="33"/>
                  </a:lnTo>
                  <a:cubicBezTo>
                    <a:pt x="183" y="33"/>
                    <a:pt x="185" y="34"/>
                    <a:pt x="186" y="34"/>
                  </a:cubicBezTo>
                  <a:cubicBezTo>
                    <a:pt x="191" y="34"/>
                    <a:pt x="193" y="27"/>
                    <a:pt x="193" y="24"/>
                  </a:cubicBezTo>
                  <a:cubicBezTo>
                    <a:pt x="198" y="17"/>
                    <a:pt x="190" y="13"/>
                    <a:pt x="186" y="13"/>
                  </a:cubicBezTo>
                  <a:lnTo>
                    <a:pt x="13" y="0"/>
                  </a:lnTo>
                  <a:close/>
                  <a:moveTo>
                    <a:pt x="359" y="24"/>
                  </a:moveTo>
                  <a:cubicBezTo>
                    <a:pt x="351" y="24"/>
                    <a:pt x="348" y="28"/>
                    <a:pt x="348" y="36"/>
                  </a:cubicBezTo>
                  <a:cubicBezTo>
                    <a:pt x="348" y="40"/>
                    <a:pt x="351" y="44"/>
                    <a:pt x="359" y="44"/>
                  </a:cubicBezTo>
                  <a:lnTo>
                    <a:pt x="533" y="60"/>
                  </a:lnTo>
                  <a:cubicBezTo>
                    <a:pt x="537" y="60"/>
                    <a:pt x="541" y="52"/>
                    <a:pt x="544" y="48"/>
                  </a:cubicBezTo>
                  <a:cubicBezTo>
                    <a:pt x="544" y="40"/>
                    <a:pt x="541" y="36"/>
                    <a:pt x="533" y="36"/>
                  </a:cubicBezTo>
                  <a:lnTo>
                    <a:pt x="359" y="24"/>
                  </a:lnTo>
                  <a:close/>
                  <a:moveTo>
                    <a:pt x="706" y="48"/>
                  </a:moveTo>
                  <a:cubicBezTo>
                    <a:pt x="703" y="48"/>
                    <a:pt x="695" y="52"/>
                    <a:pt x="695" y="60"/>
                  </a:cubicBezTo>
                  <a:cubicBezTo>
                    <a:pt x="695" y="64"/>
                    <a:pt x="699" y="68"/>
                    <a:pt x="706" y="71"/>
                  </a:cubicBezTo>
                  <a:lnTo>
                    <a:pt x="879" y="84"/>
                  </a:lnTo>
                  <a:cubicBezTo>
                    <a:pt x="884" y="84"/>
                    <a:pt x="892" y="80"/>
                    <a:pt x="892" y="71"/>
                  </a:cubicBezTo>
                  <a:cubicBezTo>
                    <a:pt x="892" y="68"/>
                    <a:pt x="888" y="60"/>
                    <a:pt x="879" y="60"/>
                  </a:cubicBezTo>
                  <a:lnTo>
                    <a:pt x="706" y="48"/>
                  </a:lnTo>
                  <a:close/>
                  <a:moveTo>
                    <a:pt x="1054" y="71"/>
                  </a:moveTo>
                  <a:cubicBezTo>
                    <a:pt x="1050" y="71"/>
                    <a:pt x="1041" y="75"/>
                    <a:pt x="1041" y="84"/>
                  </a:cubicBezTo>
                  <a:cubicBezTo>
                    <a:pt x="1041" y="87"/>
                    <a:pt x="1045" y="95"/>
                    <a:pt x="1054" y="95"/>
                  </a:cubicBezTo>
                  <a:lnTo>
                    <a:pt x="1227" y="107"/>
                  </a:lnTo>
                  <a:cubicBezTo>
                    <a:pt x="1234" y="107"/>
                    <a:pt x="1239" y="104"/>
                    <a:pt x="1239" y="95"/>
                  </a:cubicBezTo>
                  <a:cubicBezTo>
                    <a:pt x="1239" y="91"/>
                    <a:pt x="1234" y="84"/>
                    <a:pt x="1227" y="84"/>
                  </a:cubicBezTo>
                  <a:lnTo>
                    <a:pt x="1054" y="71"/>
                  </a:lnTo>
                  <a:close/>
                  <a:moveTo>
                    <a:pt x="1400" y="95"/>
                  </a:moveTo>
                  <a:cubicBezTo>
                    <a:pt x="1396" y="95"/>
                    <a:pt x="1392" y="99"/>
                    <a:pt x="1392" y="107"/>
                  </a:cubicBezTo>
                  <a:cubicBezTo>
                    <a:pt x="1389" y="111"/>
                    <a:pt x="1396" y="119"/>
                    <a:pt x="1400" y="119"/>
                  </a:cubicBezTo>
                  <a:lnTo>
                    <a:pt x="1574" y="131"/>
                  </a:lnTo>
                  <a:cubicBezTo>
                    <a:pt x="1582" y="131"/>
                    <a:pt x="1585" y="127"/>
                    <a:pt x="1585" y="119"/>
                  </a:cubicBezTo>
                  <a:cubicBezTo>
                    <a:pt x="1585" y="115"/>
                    <a:pt x="1582" y="107"/>
                    <a:pt x="1578" y="107"/>
                  </a:cubicBezTo>
                  <a:lnTo>
                    <a:pt x="1400" y="95"/>
                  </a:lnTo>
                  <a:close/>
                  <a:moveTo>
                    <a:pt x="1751" y="119"/>
                  </a:moveTo>
                  <a:cubicBezTo>
                    <a:pt x="1744" y="119"/>
                    <a:pt x="1740" y="123"/>
                    <a:pt x="1740" y="131"/>
                  </a:cubicBezTo>
                  <a:cubicBezTo>
                    <a:pt x="1740" y="139"/>
                    <a:pt x="1744" y="142"/>
                    <a:pt x="1747" y="142"/>
                  </a:cubicBezTo>
                  <a:lnTo>
                    <a:pt x="1920" y="155"/>
                  </a:lnTo>
                  <a:cubicBezTo>
                    <a:pt x="1929" y="155"/>
                    <a:pt x="1933" y="151"/>
                    <a:pt x="1933" y="142"/>
                  </a:cubicBezTo>
                  <a:cubicBezTo>
                    <a:pt x="1933" y="139"/>
                    <a:pt x="1929" y="135"/>
                    <a:pt x="1925" y="135"/>
                  </a:cubicBezTo>
                  <a:lnTo>
                    <a:pt x="1751" y="119"/>
                  </a:lnTo>
                  <a:close/>
                  <a:moveTo>
                    <a:pt x="2095" y="145"/>
                  </a:moveTo>
                  <a:cubicBezTo>
                    <a:pt x="2089" y="145"/>
                    <a:pt x="2086" y="152"/>
                    <a:pt x="2086" y="155"/>
                  </a:cubicBezTo>
                  <a:cubicBezTo>
                    <a:pt x="2086" y="162"/>
                    <a:pt x="2091" y="166"/>
                    <a:pt x="2095" y="166"/>
                  </a:cubicBezTo>
                  <a:lnTo>
                    <a:pt x="2272" y="178"/>
                  </a:lnTo>
                  <a:cubicBezTo>
                    <a:pt x="2275" y="178"/>
                    <a:pt x="2280" y="175"/>
                    <a:pt x="2280" y="170"/>
                  </a:cubicBezTo>
                  <a:cubicBezTo>
                    <a:pt x="2284" y="162"/>
                    <a:pt x="2275" y="158"/>
                    <a:pt x="2272" y="158"/>
                  </a:cubicBezTo>
                  <a:lnTo>
                    <a:pt x="2098" y="146"/>
                  </a:lnTo>
                  <a:cubicBezTo>
                    <a:pt x="2097" y="145"/>
                    <a:pt x="2096" y="145"/>
                    <a:pt x="2095" y="145"/>
                  </a:cubicBezTo>
                  <a:close/>
                  <a:moveTo>
                    <a:pt x="2446" y="170"/>
                  </a:moveTo>
                  <a:cubicBezTo>
                    <a:pt x="2437" y="170"/>
                    <a:pt x="2433" y="175"/>
                    <a:pt x="2433" y="178"/>
                  </a:cubicBezTo>
                  <a:cubicBezTo>
                    <a:pt x="2433" y="186"/>
                    <a:pt x="2437" y="190"/>
                    <a:pt x="2446" y="190"/>
                  </a:cubicBezTo>
                  <a:lnTo>
                    <a:pt x="2517" y="193"/>
                  </a:lnTo>
                  <a:cubicBezTo>
                    <a:pt x="2517" y="194"/>
                    <a:pt x="2518" y="195"/>
                    <a:pt x="2519" y="195"/>
                  </a:cubicBezTo>
                  <a:cubicBezTo>
                    <a:pt x="2523" y="195"/>
                    <a:pt x="2528" y="189"/>
                    <a:pt x="2528" y="186"/>
                  </a:cubicBezTo>
                  <a:cubicBezTo>
                    <a:pt x="2528" y="178"/>
                    <a:pt x="2524" y="175"/>
                    <a:pt x="2517" y="175"/>
                  </a:cubicBezTo>
                  <a:lnTo>
                    <a:pt x="2446" y="170"/>
                  </a:lnTo>
                  <a:close/>
                </a:path>
              </a:pathLst>
            </a:cu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0"/>
            <p:cNvSpPr/>
            <p:nvPr/>
          </p:nvSpPr>
          <p:spPr>
            <a:xfrm>
              <a:off x="1626229" y="6458070"/>
              <a:ext cx="2642894" cy="207955"/>
            </a:xfrm>
            <a:custGeom>
              <a:rect b="b" l="l" r="r" t="t"/>
              <a:pathLst>
                <a:path extrusionOk="0" h="199" w="2529">
                  <a:moveTo>
                    <a:pt x="13" y="0"/>
                  </a:moveTo>
                  <a:cubicBezTo>
                    <a:pt x="4" y="0"/>
                    <a:pt x="1" y="5"/>
                    <a:pt x="1" y="13"/>
                  </a:cubicBezTo>
                  <a:cubicBezTo>
                    <a:pt x="1" y="16"/>
                    <a:pt x="4" y="24"/>
                    <a:pt x="8" y="24"/>
                  </a:cubicBezTo>
                  <a:lnTo>
                    <a:pt x="182" y="36"/>
                  </a:lnTo>
                  <a:cubicBezTo>
                    <a:pt x="190" y="36"/>
                    <a:pt x="194" y="33"/>
                    <a:pt x="194" y="24"/>
                  </a:cubicBezTo>
                  <a:cubicBezTo>
                    <a:pt x="194" y="20"/>
                    <a:pt x="190" y="13"/>
                    <a:pt x="186" y="13"/>
                  </a:cubicBezTo>
                  <a:lnTo>
                    <a:pt x="13" y="0"/>
                  </a:lnTo>
                  <a:close/>
                  <a:moveTo>
                    <a:pt x="359" y="24"/>
                  </a:moveTo>
                  <a:cubicBezTo>
                    <a:pt x="352" y="24"/>
                    <a:pt x="348" y="29"/>
                    <a:pt x="348" y="36"/>
                  </a:cubicBezTo>
                  <a:cubicBezTo>
                    <a:pt x="348" y="44"/>
                    <a:pt x="352" y="48"/>
                    <a:pt x="359" y="48"/>
                  </a:cubicBezTo>
                  <a:lnTo>
                    <a:pt x="533" y="60"/>
                  </a:lnTo>
                  <a:cubicBezTo>
                    <a:pt x="537" y="60"/>
                    <a:pt x="541" y="56"/>
                    <a:pt x="545" y="48"/>
                  </a:cubicBezTo>
                  <a:cubicBezTo>
                    <a:pt x="545" y="44"/>
                    <a:pt x="541" y="40"/>
                    <a:pt x="533" y="36"/>
                  </a:cubicBezTo>
                  <a:lnTo>
                    <a:pt x="359" y="24"/>
                  </a:lnTo>
                  <a:close/>
                  <a:moveTo>
                    <a:pt x="704" y="51"/>
                  </a:moveTo>
                  <a:cubicBezTo>
                    <a:pt x="700" y="51"/>
                    <a:pt x="694" y="57"/>
                    <a:pt x="694" y="60"/>
                  </a:cubicBezTo>
                  <a:cubicBezTo>
                    <a:pt x="694" y="68"/>
                    <a:pt x="699" y="71"/>
                    <a:pt x="707" y="71"/>
                  </a:cubicBezTo>
                  <a:lnTo>
                    <a:pt x="880" y="84"/>
                  </a:lnTo>
                  <a:cubicBezTo>
                    <a:pt x="884" y="84"/>
                    <a:pt x="892" y="80"/>
                    <a:pt x="892" y="76"/>
                  </a:cubicBezTo>
                  <a:cubicBezTo>
                    <a:pt x="892" y="68"/>
                    <a:pt x="888" y="64"/>
                    <a:pt x="880" y="64"/>
                  </a:cubicBezTo>
                  <a:lnTo>
                    <a:pt x="707" y="52"/>
                  </a:lnTo>
                  <a:cubicBezTo>
                    <a:pt x="706" y="51"/>
                    <a:pt x="705" y="51"/>
                    <a:pt x="704" y="51"/>
                  </a:cubicBezTo>
                  <a:close/>
                  <a:moveTo>
                    <a:pt x="1054" y="76"/>
                  </a:moveTo>
                  <a:cubicBezTo>
                    <a:pt x="1049" y="76"/>
                    <a:pt x="1042" y="80"/>
                    <a:pt x="1042" y="84"/>
                  </a:cubicBezTo>
                  <a:cubicBezTo>
                    <a:pt x="1042" y="91"/>
                    <a:pt x="1045" y="95"/>
                    <a:pt x="1054" y="95"/>
                  </a:cubicBezTo>
                  <a:lnTo>
                    <a:pt x="1227" y="107"/>
                  </a:lnTo>
                  <a:cubicBezTo>
                    <a:pt x="1231" y="107"/>
                    <a:pt x="1238" y="104"/>
                    <a:pt x="1238" y="100"/>
                  </a:cubicBezTo>
                  <a:cubicBezTo>
                    <a:pt x="1238" y="91"/>
                    <a:pt x="1235" y="87"/>
                    <a:pt x="1227" y="87"/>
                  </a:cubicBezTo>
                  <a:lnTo>
                    <a:pt x="1054" y="76"/>
                  </a:lnTo>
                  <a:close/>
                  <a:moveTo>
                    <a:pt x="1400" y="100"/>
                  </a:moveTo>
                  <a:cubicBezTo>
                    <a:pt x="1396" y="100"/>
                    <a:pt x="1393" y="104"/>
                    <a:pt x="1389" y="107"/>
                  </a:cubicBezTo>
                  <a:cubicBezTo>
                    <a:pt x="1389" y="115"/>
                    <a:pt x="1396" y="119"/>
                    <a:pt x="1400" y="119"/>
                  </a:cubicBezTo>
                  <a:lnTo>
                    <a:pt x="1574" y="131"/>
                  </a:lnTo>
                  <a:cubicBezTo>
                    <a:pt x="1582" y="131"/>
                    <a:pt x="1586" y="127"/>
                    <a:pt x="1586" y="123"/>
                  </a:cubicBezTo>
                  <a:cubicBezTo>
                    <a:pt x="1586" y="115"/>
                    <a:pt x="1582" y="111"/>
                    <a:pt x="1578" y="111"/>
                  </a:cubicBezTo>
                  <a:lnTo>
                    <a:pt x="1400" y="100"/>
                  </a:lnTo>
                  <a:close/>
                  <a:moveTo>
                    <a:pt x="1751" y="123"/>
                  </a:moveTo>
                  <a:cubicBezTo>
                    <a:pt x="1744" y="123"/>
                    <a:pt x="1740" y="127"/>
                    <a:pt x="1740" y="131"/>
                  </a:cubicBezTo>
                  <a:cubicBezTo>
                    <a:pt x="1740" y="139"/>
                    <a:pt x="1744" y="142"/>
                    <a:pt x="1748" y="142"/>
                  </a:cubicBezTo>
                  <a:lnTo>
                    <a:pt x="1921" y="158"/>
                  </a:lnTo>
                  <a:cubicBezTo>
                    <a:pt x="1929" y="158"/>
                    <a:pt x="1933" y="151"/>
                    <a:pt x="1933" y="147"/>
                  </a:cubicBezTo>
                  <a:cubicBezTo>
                    <a:pt x="1933" y="139"/>
                    <a:pt x="1929" y="135"/>
                    <a:pt x="1924" y="135"/>
                  </a:cubicBezTo>
                  <a:lnTo>
                    <a:pt x="1751" y="123"/>
                  </a:lnTo>
                  <a:close/>
                  <a:moveTo>
                    <a:pt x="2099" y="147"/>
                  </a:moveTo>
                  <a:cubicBezTo>
                    <a:pt x="2090" y="147"/>
                    <a:pt x="2086" y="151"/>
                    <a:pt x="2086" y="158"/>
                  </a:cubicBezTo>
                  <a:cubicBezTo>
                    <a:pt x="2086" y="162"/>
                    <a:pt x="2090" y="166"/>
                    <a:pt x="2095" y="171"/>
                  </a:cubicBezTo>
                  <a:lnTo>
                    <a:pt x="2272" y="182"/>
                  </a:lnTo>
                  <a:cubicBezTo>
                    <a:pt x="2276" y="182"/>
                    <a:pt x="2279" y="178"/>
                    <a:pt x="2279" y="171"/>
                  </a:cubicBezTo>
                  <a:cubicBezTo>
                    <a:pt x="2284" y="166"/>
                    <a:pt x="2276" y="158"/>
                    <a:pt x="2272" y="158"/>
                  </a:cubicBezTo>
                  <a:lnTo>
                    <a:pt x="2099" y="147"/>
                  </a:lnTo>
                  <a:close/>
                  <a:moveTo>
                    <a:pt x="2445" y="171"/>
                  </a:moveTo>
                  <a:cubicBezTo>
                    <a:pt x="2437" y="171"/>
                    <a:pt x="2434" y="175"/>
                    <a:pt x="2434" y="182"/>
                  </a:cubicBezTo>
                  <a:cubicBezTo>
                    <a:pt x="2434" y="186"/>
                    <a:pt x="2437" y="194"/>
                    <a:pt x="2445" y="194"/>
                  </a:cubicBezTo>
                  <a:lnTo>
                    <a:pt x="2516" y="198"/>
                  </a:lnTo>
                  <a:cubicBezTo>
                    <a:pt x="2521" y="198"/>
                    <a:pt x="2528" y="194"/>
                    <a:pt x="2528" y="186"/>
                  </a:cubicBezTo>
                  <a:cubicBezTo>
                    <a:pt x="2528" y="182"/>
                    <a:pt x="2524" y="178"/>
                    <a:pt x="2516" y="175"/>
                  </a:cubicBezTo>
                  <a:lnTo>
                    <a:pt x="2445" y="171"/>
                  </a:lnTo>
                  <a:close/>
                </a:path>
              </a:pathLst>
            </a:cu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6" name="Google Shape;226;p10"/>
          <p:cNvGrpSpPr/>
          <p:nvPr/>
        </p:nvGrpSpPr>
        <p:grpSpPr>
          <a:xfrm rot="-2700000">
            <a:off x="8962963" y="8484053"/>
            <a:ext cx="1896745" cy="1928965"/>
            <a:chOff x="8016283" y="3354199"/>
            <a:chExt cx="1896763" cy="1928983"/>
          </a:xfrm>
        </p:grpSpPr>
        <p:grpSp>
          <p:nvGrpSpPr>
            <p:cNvPr id="227" name="Google Shape;227;p10"/>
            <p:cNvGrpSpPr/>
            <p:nvPr/>
          </p:nvGrpSpPr>
          <p:grpSpPr>
            <a:xfrm>
              <a:off x="8016283" y="3354199"/>
              <a:ext cx="1896763" cy="1928983"/>
              <a:chOff x="3025183" y="3101074"/>
              <a:chExt cx="1896763" cy="1928983"/>
            </a:xfrm>
          </p:grpSpPr>
          <p:sp>
            <p:nvSpPr>
              <p:cNvPr id="228" name="Google Shape;228;p10"/>
              <p:cNvSpPr/>
              <p:nvPr/>
            </p:nvSpPr>
            <p:spPr>
              <a:xfrm>
                <a:off x="3025183" y="3101074"/>
                <a:ext cx="1896763" cy="1928983"/>
              </a:xfrm>
              <a:custGeom>
                <a:rect b="b" l="l" r="r" t="t"/>
                <a:pathLst>
                  <a:path extrusionOk="0" h="1913" w="1881">
                    <a:moveTo>
                      <a:pt x="1496" y="1"/>
                    </a:moveTo>
                    <a:cubicBezTo>
                      <a:pt x="1477" y="1"/>
                      <a:pt x="1459" y="7"/>
                      <a:pt x="1440" y="16"/>
                    </a:cubicBezTo>
                    <a:cubicBezTo>
                      <a:pt x="1416" y="24"/>
                      <a:pt x="1392" y="31"/>
                      <a:pt x="1364" y="31"/>
                    </a:cubicBezTo>
                    <a:lnTo>
                      <a:pt x="0" y="1573"/>
                    </a:lnTo>
                    <a:cubicBezTo>
                      <a:pt x="24" y="1596"/>
                      <a:pt x="35" y="1629"/>
                      <a:pt x="35" y="1664"/>
                    </a:cubicBezTo>
                    <a:cubicBezTo>
                      <a:pt x="63" y="1667"/>
                      <a:pt x="91" y="1680"/>
                      <a:pt x="115" y="1700"/>
                    </a:cubicBezTo>
                    <a:cubicBezTo>
                      <a:pt x="138" y="1719"/>
                      <a:pt x="153" y="1747"/>
                      <a:pt x="162" y="1774"/>
                    </a:cubicBezTo>
                    <a:cubicBezTo>
                      <a:pt x="201" y="1778"/>
                      <a:pt x="237" y="1782"/>
                      <a:pt x="268" y="1806"/>
                    </a:cubicBezTo>
                    <a:cubicBezTo>
                      <a:pt x="304" y="1833"/>
                      <a:pt x="319" y="1869"/>
                      <a:pt x="323" y="1912"/>
                    </a:cubicBezTo>
                    <a:lnTo>
                      <a:pt x="1880" y="153"/>
                    </a:lnTo>
                    <a:lnTo>
                      <a:pt x="1865" y="138"/>
                    </a:lnTo>
                    <a:cubicBezTo>
                      <a:pt x="1860" y="137"/>
                      <a:pt x="1854" y="136"/>
                      <a:pt x="1849" y="136"/>
                    </a:cubicBezTo>
                    <a:cubicBezTo>
                      <a:pt x="1821" y="136"/>
                      <a:pt x="1793" y="151"/>
                      <a:pt x="1766" y="158"/>
                    </a:cubicBezTo>
                    <a:cubicBezTo>
                      <a:pt x="1753" y="160"/>
                      <a:pt x="1741" y="161"/>
                      <a:pt x="1729" y="161"/>
                    </a:cubicBezTo>
                    <a:cubicBezTo>
                      <a:pt x="1682" y="161"/>
                      <a:pt x="1640" y="143"/>
                      <a:pt x="1609" y="102"/>
                    </a:cubicBezTo>
                    <a:cubicBezTo>
                      <a:pt x="1577" y="71"/>
                      <a:pt x="1558" y="16"/>
                      <a:pt x="1518" y="4"/>
                    </a:cubicBezTo>
                    <a:cubicBezTo>
                      <a:pt x="1510" y="2"/>
                      <a:pt x="1503" y="1"/>
                      <a:pt x="1496" y="1"/>
                    </a:cubicBezTo>
                    <a:close/>
                  </a:path>
                </a:pathLst>
              </a:custGeom>
              <a:solidFill>
                <a:schemeClr val="accent5"/>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10"/>
              <p:cNvSpPr/>
              <p:nvPr/>
            </p:nvSpPr>
            <p:spPr>
              <a:xfrm>
                <a:off x="3398283" y="4396808"/>
                <a:ext cx="132098" cy="147220"/>
              </a:xfrm>
              <a:custGeom>
                <a:rect b="b" l="l" r="r" t="t"/>
                <a:pathLst>
                  <a:path extrusionOk="0" h="146" w="131">
                    <a:moveTo>
                      <a:pt x="131" y="0"/>
                    </a:moveTo>
                    <a:lnTo>
                      <a:pt x="131" y="0"/>
                    </a:lnTo>
                    <a:cubicBezTo>
                      <a:pt x="109" y="24"/>
                      <a:pt x="87" y="48"/>
                      <a:pt x="65" y="73"/>
                    </a:cubicBezTo>
                    <a:lnTo>
                      <a:pt x="131" y="0"/>
                    </a:lnTo>
                    <a:close/>
                    <a:moveTo>
                      <a:pt x="65" y="73"/>
                    </a:moveTo>
                    <a:lnTo>
                      <a:pt x="0" y="146"/>
                    </a:lnTo>
                    <a:cubicBezTo>
                      <a:pt x="22" y="122"/>
                      <a:pt x="44" y="98"/>
                      <a:pt x="65" y="73"/>
                    </a:cubicBezTo>
                    <a:close/>
                  </a:path>
                </a:pathLst>
              </a:custGeom>
              <a:solidFill>
                <a:srgbClr val="FFF2A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0"/>
              <p:cNvSpPr/>
              <p:nvPr/>
            </p:nvSpPr>
            <p:spPr>
              <a:xfrm>
                <a:off x="3560633" y="4511760"/>
                <a:ext cx="72603" cy="61510"/>
              </a:xfrm>
              <a:custGeom>
                <a:rect b="b" l="l" r="r" t="t"/>
                <a:pathLst>
                  <a:path extrusionOk="0" h="61" w="72">
                    <a:moveTo>
                      <a:pt x="1" y="60"/>
                    </a:moveTo>
                    <a:cubicBezTo>
                      <a:pt x="25" y="40"/>
                      <a:pt x="48" y="20"/>
                      <a:pt x="72" y="1"/>
                    </a:cubicBezTo>
                    <a:close/>
                  </a:path>
                </a:pathLst>
              </a:custGeom>
              <a:solidFill>
                <a:srgbClr val="FFF2A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0"/>
              <p:cNvSpPr/>
              <p:nvPr/>
            </p:nvSpPr>
            <p:spPr>
              <a:xfrm>
                <a:off x="4396580" y="3513491"/>
                <a:ext cx="44369" cy="76635"/>
              </a:xfrm>
              <a:custGeom>
                <a:rect b="b" l="l" r="r" t="t"/>
                <a:pathLst>
                  <a:path extrusionOk="0" h="76" w="44">
                    <a:moveTo>
                      <a:pt x="44" y="1"/>
                    </a:moveTo>
                    <a:cubicBezTo>
                      <a:pt x="43" y="2"/>
                      <a:pt x="42" y="3"/>
                      <a:pt x="41" y="4"/>
                    </a:cubicBezTo>
                    <a:lnTo>
                      <a:pt x="41" y="4"/>
                    </a:lnTo>
                    <a:lnTo>
                      <a:pt x="44" y="1"/>
                    </a:lnTo>
                    <a:close/>
                    <a:moveTo>
                      <a:pt x="41" y="4"/>
                    </a:moveTo>
                    <a:lnTo>
                      <a:pt x="0" y="75"/>
                    </a:lnTo>
                    <a:cubicBezTo>
                      <a:pt x="15" y="53"/>
                      <a:pt x="26" y="30"/>
                      <a:pt x="41" y="4"/>
                    </a:cubicBezTo>
                    <a:close/>
                  </a:path>
                </a:pathLst>
              </a:custGeom>
              <a:solidFill>
                <a:srgbClr val="FFF2A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32" name="Google Shape;232;p10"/>
            <p:cNvSpPr/>
            <p:nvPr/>
          </p:nvSpPr>
          <p:spPr>
            <a:xfrm>
              <a:off x="8418775" y="4784875"/>
              <a:ext cx="180875" cy="205550"/>
            </a:xfrm>
            <a:custGeom>
              <a:rect b="b" l="l" r="r" t="t"/>
              <a:pathLst>
                <a:path extrusionOk="0" h="8222" w="7235">
                  <a:moveTo>
                    <a:pt x="7235" y="0"/>
                  </a:moveTo>
                  <a:cubicBezTo>
                    <a:pt x="5044" y="2920"/>
                    <a:pt x="2579" y="5639"/>
                    <a:pt x="0" y="8222"/>
                  </a:cubicBezTo>
                </a:path>
              </a:pathLst>
            </a:custGeom>
            <a:noFill/>
            <a:ln cap="flat" cmpd="sng" w="28575">
              <a:solidFill>
                <a:schemeClr val="dk1"/>
              </a:solidFill>
              <a:prstDash val="solid"/>
              <a:round/>
              <a:headEnd len="med" w="med" type="none"/>
              <a:tailEnd len="med" w="med" type="none"/>
            </a:ln>
          </p:spPr>
        </p:sp>
        <p:sp>
          <p:nvSpPr>
            <p:cNvPr id="233" name="Google Shape;233;p10"/>
            <p:cNvSpPr/>
            <p:nvPr/>
          </p:nvSpPr>
          <p:spPr>
            <a:xfrm>
              <a:off x="8336550" y="4834225"/>
              <a:ext cx="74000" cy="106875"/>
            </a:xfrm>
            <a:custGeom>
              <a:rect b="b" l="l" r="r" t="t"/>
              <a:pathLst>
                <a:path extrusionOk="0" h="4275" w="2960">
                  <a:moveTo>
                    <a:pt x="2960" y="0"/>
                  </a:moveTo>
                  <a:cubicBezTo>
                    <a:pt x="2068" y="1486"/>
                    <a:pt x="961" y="2833"/>
                    <a:pt x="0" y="4275"/>
                  </a:cubicBezTo>
                </a:path>
              </a:pathLst>
            </a:custGeom>
            <a:noFill/>
            <a:ln cap="flat" cmpd="sng" w="28575">
              <a:solidFill>
                <a:schemeClr val="dk1"/>
              </a:solidFill>
              <a:prstDash val="solid"/>
              <a:round/>
              <a:headEnd len="med" w="med" type="none"/>
              <a:tailEnd len="med" w="med" type="none"/>
            </a:ln>
          </p:spPr>
        </p:sp>
        <p:sp>
          <p:nvSpPr>
            <p:cNvPr id="234" name="Google Shape;234;p10"/>
            <p:cNvSpPr/>
            <p:nvPr/>
          </p:nvSpPr>
          <p:spPr>
            <a:xfrm>
              <a:off x="9232700" y="3658550"/>
              <a:ext cx="353525" cy="452175"/>
            </a:xfrm>
            <a:custGeom>
              <a:rect b="b" l="l" r="r" t="t"/>
              <a:pathLst>
                <a:path extrusionOk="0" h="18087" w="14141">
                  <a:moveTo>
                    <a:pt x="14141" y="0"/>
                  </a:moveTo>
                  <a:cubicBezTo>
                    <a:pt x="9241" y="5879"/>
                    <a:pt x="4241" y="11716"/>
                    <a:pt x="0" y="18087"/>
                  </a:cubicBezTo>
                </a:path>
              </a:pathLst>
            </a:custGeom>
            <a:noFill/>
            <a:ln cap="flat" cmpd="sng" w="28575">
              <a:solidFill>
                <a:schemeClr val="dk1"/>
              </a:solidFill>
              <a:prstDash val="solid"/>
              <a:round/>
              <a:headEnd len="med" w="med" type="none"/>
              <a:tailEnd len="med" w="med" type="none"/>
            </a:ln>
          </p:spPr>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lt1"/>
        </a:solidFill>
      </p:bgPr>
    </p:bg>
    <p:spTree>
      <p:nvGrpSpPr>
        <p:cNvPr id="235" name="Shape 235"/>
        <p:cNvGrpSpPr/>
        <p:nvPr/>
      </p:nvGrpSpPr>
      <p:grpSpPr>
        <a:xfrm>
          <a:off x="0" y="0"/>
          <a:ext cx="0" cy="0"/>
          <a:chOff x="0" y="0"/>
          <a:chExt cx="0" cy="0"/>
        </a:xfrm>
      </p:grpSpPr>
      <p:sp>
        <p:nvSpPr>
          <p:cNvPr id="236" name="Google Shape;236;p11"/>
          <p:cNvSpPr txBox="1"/>
          <p:nvPr>
            <p:ph hasCustomPrompt="1" type="title"/>
          </p:nvPr>
        </p:nvSpPr>
        <p:spPr>
          <a:xfrm>
            <a:off x="1983325" y="990600"/>
            <a:ext cx="6320700" cy="11655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7000"/>
              <a:buNone/>
              <a:defRPr sz="9000">
                <a:solidFill>
                  <a:schemeClr val="dk1"/>
                </a:solidFill>
              </a:defRPr>
            </a:lvl1pPr>
            <a:lvl2pPr lvl="1">
              <a:spcBef>
                <a:spcPts val="0"/>
              </a:spcBef>
              <a:spcAft>
                <a:spcPts val="0"/>
              </a:spcAft>
              <a:buClr>
                <a:schemeClr val="dk1"/>
              </a:buClr>
              <a:buSzPts val="17000"/>
              <a:buNone/>
              <a:defRPr sz="17000">
                <a:solidFill>
                  <a:schemeClr val="dk1"/>
                </a:solidFill>
              </a:defRPr>
            </a:lvl2pPr>
            <a:lvl3pPr lvl="2">
              <a:spcBef>
                <a:spcPts val="0"/>
              </a:spcBef>
              <a:spcAft>
                <a:spcPts val="0"/>
              </a:spcAft>
              <a:buClr>
                <a:schemeClr val="dk1"/>
              </a:buClr>
              <a:buSzPts val="17000"/>
              <a:buNone/>
              <a:defRPr sz="17000">
                <a:solidFill>
                  <a:schemeClr val="dk1"/>
                </a:solidFill>
              </a:defRPr>
            </a:lvl3pPr>
            <a:lvl4pPr lvl="3">
              <a:spcBef>
                <a:spcPts val="0"/>
              </a:spcBef>
              <a:spcAft>
                <a:spcPts val="0"/>
              </a:spcAft>
              <a:buClr>
                <a:schemeClr val="dk1"/>
              </a:buClr>
              <a:buSzPts val="17000"/>
              <a:buNone/>
              <a:defRPr sz="17000">
                <a:solidFill>
                  <a:schemeClr val="dk1"/>
                </a:solidFill>
              </a:defRPr>
            </a:lvl4pPr>
            <a:lvl5pPr lvl="4">
              <a:spcBef>
                <a:spcPts val="0"/>
              </a:spcBef>
              <a:spcAft>
                <a:spcPts val="0"/>
              </a:spcAft>
              <a:buClr>
                <a:schemeClr val="dk1"/>
              </a:buClr>
              <a:buSzPts val="17000"/>
              <a:buNone/>
              <a:defRPr sz="17000">
                <a:solidFill>
                  <a:schemeClr val="dk1"/>
                </a:solidFill>
              </a:defRPr>
            </a:lvl5pPr>
            <a:lvl6pPr lvl="5">
              <a:spcBef>
                <a:spcPts val="0"/>
              </a:spcBef>
              <a:spcAft>
                <a:spcPts val="0"/>
              </a:spcAft>
              <a:buClr>
                <a:schemeClr val="dk1"/>
              </a:buClr>
              <a:buSzPts val="17000"/>
              <a:buNone/>
              <a:defRPr sz="17000">
                <a:solidFill>
                  <a:schemeClr val="dk1"/>
                </a:solidFill>
              </a:defRPr>
            </a:lvl6pPr>
            <a:lvl7pPr lvl="6">
              <a:spcBef>
                <a:spcPts val="0"/>
              </a:spcBef>
              <a:spcAft>
                <a:spcPts val="0"/>
              </a:spcAft>
              <a:buClr>
                <a:schemeClr val="dk1"/>
              </a:buClr>
              <a:buSzPts val="17000"/>
              <a:buNone/>
              <a:defRPr sz="17000">
                <a:solidFill>
                  <a:schemeClr val="dk1"/>
                </a:solidFill>
              </a:defRPr>
            </a:lvl7pPr>
            <a:lvl8pPr lvl="7">
              <a:spcBef>
                <a:spcPts val="0"/>
              </a:spcBef>
              <a:spcAft>
                <a:spcPts val="0"/>
              </a:spcAft>
              <a:buClr>
                <a:schemeClr val="dk1"/>
              </a:buClr>
              <a:buSzPts val="17000"/>
              <a:buNone/>
              <a:defRPr sz="17000">
                <a:solidFill>
                  <a:schemeClr val="dk1"/>
                </a:solidFill>
              </a:defRPr>
            </a:lvl8pPr>
            <a:lvl9pPr lvl="8">
              <a:spcBef>
                <a:spcPts val="0"/>
              </a:spcBef>
              <a:spcAft>
                <a:spcPts val="0"/>
              </a:spcAft>
              <a:buClr>
                <a:schemeClr val="dk1"/>
              </a:buClr>
              <a:buSzPts val="17000"/>
              <a:buNone/>
              <a:defRPr sz="17000">
                <a:solidFill>
                  <a:schemeClr val="dk1"/>
                </a:solidFill>
              </a:defRPr>
            </a:lvl9pPr>
          </a:lstStyle>
          <a:p>
            <a:r>
              <a:t>xx%</a:t>
            </a:r>
          </a:p>
        </p:txBody>
      </p:sp>
      <p:sp>
        <p:nvSpPr>
          <p:cNvPr id="237" name="Google Shape;237;p11"/>
          <p:cNvSpPr txBox="1"/>
          <p:nvPr>
            <p:ph idx="1" type="subTitle"/>
          </p:nvPr>
        </p:nvSpPr>
        <p:spPr>
          <a:xfrm>
            <a:off x="1983325" y="2189325"/>
            <a:ext cx="6320700" cy="731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100"/>
              <a:buNone/>
              <a:defRPr>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None/>
              <a:defRPr sz="2100">
                <a:solidFill>
                  <a:schemeClr val="dk1"/>
                </a:solidFill>
              </a:defRPr>
            </a:lvl4pPr>
            <a:lvl5pPr lvl="4" rtl="0" algn="ctr">
              <a:lnSpc>
                <a:spcPct val="100000"/>
              </a:lnSpc>
              <a:spcBef>
                <a:spcPts val="0"/>
              </a:spcBef>
              <a:spcAft>
                <a:spcPts val="0"/>
              </a:spcAft>
              <a:buClr>
                <a:schemeClr val="dk1"/>
              </a:buClr>
              <a:buSzPts val="2100"/>
              <a:buNone/>
              <a:defRPr sz="2100">
                <a:solidFill>
                  <a:schemeClr val="dk1"/>
                </a:solidFill>
              </a:defRPr>
            </a:lvl5pPr>
            <a:lvl6pPr lvl="5" rtl="0" algn="ctr">
              <a:lnSpc>
                <a:spcPct val="100000"/>
              </a:lnSpc>
              <a:spcBef>
                <a:spcPts val="0"/>
              </a:spcBef>
              <a:spcAft>
                <a:spcPts val="0"/>
              </a:spcAft>
              <a:buClr>
                <a:schemeClr val="dk1"/>
              </a:buClr>
              <a:buSzPts val="2100"/>
              <a:buNone/>
              <a:defRPr sz="2100">
                <a:solidFill>
                  <a:schemeClr val="dk1"/>
                </a:solidFill>
              </a:defRPr>
            </a:lvl6pPr>
            <a:lvl7pPr lvl="6" rtl="0" algn="ctr">
              <a:lnSpc>
                <a:spcPct val="100000"/>
              </a:lnSpc>
              <a:spcBef>
                <a:spcPts val="0"/>
              </a:spcBef>
              <a:spcAft>
                <a:spcPts val="0"/>
              </a:spcAft>
              <a:buClr>
                <a:schemeClr val="dk1"/>
              </a:buClr>
              <a:buSzPts val="2100"/>
              <a:buNone/>
              <a:defRPr sz="2100">
                <a:solidFill>
                  <a:schemeClr val="dk1"/>
                </a:solidFill>
              </a:defRPr>
            </a:lvl7pPr>
            <a:lvl8pPr lvl="7" rtl="0" algn="ctr">
              <a:lnSpc>
                <a:spcPct val="100000"/>
              </a:lnSpc>
              <a:spcBef>
                <a:spcPts val="0"/>
              </a:spcBef>
              <a:spcAft>
                <a:spcPts val="0"/>
              </a:spcAft>
              <a:buClr>
                <a:schemeClr val="dk1"/>
              </a:buClr>
              <a:buSzPts val="2100"/>
              <a:buNone/>
              <a:defRPr sz="2100">
                <a:solidFill>
                  <a:schemeClr val="dk1"/>
                </a:solidFill>
              </a:defRPr>
            </a:lvl8pPr>
            <a:lvl9pPr lvl="8" rtl="0" algn="ctr">
              <a:lnSpc>
                <a:spcPct val="100000"/>
              </a:lnSpc>
              <a:spcBef>
                <a:spcPts val="0"/>
              </a:spcBef>
              <a:spcAft>
                <a:spcPts val="0"/>
              </a:spcAft>
              <a:buClr>
                <a:schemeClr val="dk1"/>
              </a:buClr>
              <a:buSzPts val="2100"/>
              <a:buNone/>
              <a:defRPr sz="2100">
                <a:solidFill>
                  <a:schemeClr val="dk1"/>
                </a:solidFill>
              </a:defRPr>
            </a:lvl9pPr>
          </a:lstStyle>
          <a:p/>
        </p:txBody>
      </p:sp>
      <p:sp>
        <p:nvSpPr>
          <p:cNvPr id="238" name="Google Shape;238;p11"/>
          <p:cNvSpPr/>
          <p:nvPr/>
        </p:nvSpPr>
        <p:spPr>
          <a:xfrm rot="10800000">
            <a:off x="51737" y="9372610"/>
            <a:ext cx="830723" cy="773578"/>
          </a:xfrm>
          <a:custGeom>
            <a:rect b="b" l="l" r="r" t="t"/>
            <a:pathLst>
              <a:path extrusionOk="0" h="1638" w="1759">
                <a:moveTo>
                  <a:pt x="1074" y="1"/>
                </a:moveTo>
                <a:cubicBezTo>
                  <a:pt x="1067" y="1"/>
                  <a:pt x="1060" y="3"/>
                  <a:pt x="1054" y="5"/>
                </a:cubicBezTo>
                <a:cubicBezTo>
                  <a:pt x="1041" y="18"/>
                  <a:pt x="1025" y="29"/>
                  <a:pt x="1014" y="41"/>
                </a:cubicBezTo>
                <a:cubicBezTo>
                  <a:pt x="1006" y="53"/>
                  <a:pt x="994" y="65"/>
                  <a:pt x="983" y="76"/>
                </a:cubicBezTo>
                <a:cubicBezTo>
                  <a:pt x="947" y="124"/>
                  <a:pt x="912" y="171"/>
                  <a:pt x="872" y="214"/>
                </a:cubicBezTo>
                <a:cubicBezTo>
                  <a:pt x="836" y="262"/>
                  <a:pt x="805" y="309"/>
                  <a:pt x="774" y="356"/>
                </a:cubicBezTo>
                <a:cubicBezTo>
                  <a:pt x="761" y="376"/>
                  <a:pt x="750" y="404"/>
                  <a:pt x="734" y="424"/>
                </a:cubicBezTo>
                <a:cubicBezTo>
                  <a:pt x="723" y="435"/>
                  <a:pt x="710" y="451"/>
                  <a:pt x="703" y="462"/>
                </a:cubicBezTo>
                <a:cubicBezTo>
                  <a:pt x="699" y="473"/>
                  <a:pt x="687" y="508"/>
                  <a:pt x="673" y="508"/>
                </a:cubicBezTo>
                <a:cubicBezTo>
                  <a:pt x="671" y="508"/>
                  <a:pt x="669" y="507"/>
                  <a:pt x="667" y="506"/>
                </a:cubicBezTo>
                <a:cubicBezTo>
                  <a:pt x="659" y="502"/>
                  <a:pt x="659" y="495"/>
                  <a:pt x="652" y="495"/>
                </a:cubicBezTo>
                <a:cubicBezTo>
                  <a:pt x="643" y="495"/>
                  <a:pt x="639" y="498"/>
                  <a:pt x="632" y="498"/>
                </a:cubicBezTo>
                <a:cubicBezTo>
                  <a:pt x="625" y="500"/>
                  <a:pt x="618" y="500"/>
                  <a:pt x="611" y="500"/>
                </a:cubicBezTo>
                <a:cubicBezTo>
                  <a:pt x="596" y="500"/>
                  <a:pt x="582" y="498"/>
                  <a:pt x="568" y="498"/>
                </a:cubicBezTo>
                <a:cubicBezTo>
                  <a:pt x="545" y="495"/>
                  <a:pt x="517" y="491"/>
                  <a:pt x="494" y="491"/>
                </a:cubicBezTo>
                <a:cubicBezTo>
                  <a:pt x="454" y="486"/>
                  <a:pt x="415" y="482"/>
                  <a:pt x="379" y="479"/>
                </a:cubicBezTo>
                <a:cubicBezTo>
                  <a:pt x="359" y="479"/>
                  <a:pt x="339" y="475"/>
                  <a:pt x="320" y="475"/>
                </a:cubicBezTo>
                <a:cubicBezTo>
                  <a:pt x="273" y="471"/>
                  <a:pt x="226" y="462"/>
                  <a:pt x="178" y="462"/>
                </a:cubicBezTo>
                <a:cubicBezTo>
                  <a:pt x="170" y="462"/>
                  <a:pt x="164" y="461"/>
                  <a:pt x="157" y="461"/>
                </a:cubicBezTo>
                <a:cubicBezTo>
                  <a:pt x="154" y="461"/>
                  <a:pt x="150" y="461"/>
                  <a:pt x="146" y="462"/>
                </a:cubicBezTo>
                <a:cubicBezTo>
                  <a:pt x="139" y="462"/>
                  <a:pt x="135" y="462"/>
                  <a:pt x="123" y="459"/>
                </a:cubicBezTo>
                <a:cubicBezTo>
                  <a:pt x="103" y="455"/>
                  <a:pt x="79" y="451"/>
                  <a:pt x="60" y="451"/>
                </a:cubicBezTo>
                <a:cubicBezTo>
                  <a:pt x="48" y="455"/>
                  <a:pt x="36" y="451"/>
                  <a:pt x="28" y="459"/>
                </a:cubicBezTo>
                <a:cubicBezTo>
                  <a:pt x="24" y="462"/>
                  <a:pt x="13" y="471"/>
                  <a:pt x="8" y="479"/>
                </a:cubicBezTo>
                <a:cubicBezTo>
                  <a:pt x="0" y="491"/>
                  <a:pt x="13" y="502"/>
                  <a:pt x="17" y="514"/>
                </a:cubicBezTo>
                <a:cubicBezTo>
                  <a:pt x="24" y="522"/>
                  <a:pt x="28" y="530"/>
                  <a:pt x="36" y="542"/>
                </a:cubicBezTo>
                <a:cubicBezTo>
                  <a:pt x="44" y="553"/>
                  <a:pt x="48" y="562"/>
                  <a:pt x="60" y="573"/>
                </a:cubicBezTo>
                <a:cubicBezTo>
                  <a:pt x="84" y="597"/>
                  <a:pt x="115" y="613"/>
                  <a:pt x="139" y="637"/>
                </a:cubicBezTo>
                <a:cubicBezTo>
                  <a:pt x="162" y="668"/>
                  <a:pt x="182" y="695"/>
                  <a:pt x="210" y="723"/>
                </a:cubicBezTo>
                <a:cubicBezTo>
                  <a:pt x="241" y="751"/>
                  <a:pt x="273" y="775"/>
                  <a:pt x="304" y="802"/>
                </a:cubicBezTo>
                <a:cubicBezTo>
                  <a:pt x="316" y="814"/>
                  <a:pt x="324" y="826"/>
                  <a:pt x="335" y="833"/>
                </a:cubicBezTo>
                <a:cubicBezTo>
                  <a:pt x="344" y="837"/>
                  <a:pt x="352" y="841"/>
                  <a:pt x="355" y="846"/>
                </a:cubicBezTo>
                <a:cubicBezTo>
                  <a:pt x="355" y="849"/>
                  <a:pt x="352" y="857"/>
                  <a:pt x="348" y="861"/>
                </a:cubicBezTo>
                <a:cubicBezTo>
                  <a:pt x="348" y="869"/>
                  <a:pt x="344" y="881"/>
                  <a:pt x="339" y="888"/>
                </a:cubicBezTo>
                <a:cubicBezTo>
                  <a:pt x="316" y="920"/>
                  <a:pt x="297" y="948"/>
                  <a:pt x="281" y="983"/>
                </a:cubicBezTo>
                <a:cubicBezTo>
                  <a:pt x="273" y="999"/>
                  <a:pt x="265" y="1011"/>
                  <a:pt x="261" y="1026"/>
                </a:cubicBezTo>
                <a:cubicBezTo>
                  <a:pt x="253" y="1039"/>
                  <a:pt x="241" y="1050"/>
                  <a:pt x="233" y="1066"/>
                </a:cubicBezTo>
                <a:cubicBezTo>
                  <a:pt x="221" y="1082"/>
                  <a:pt x="213" y="1097"/>
                  <a:pt x="206" y="1110"/>
                </a:cubicBezTo>
                <a:cubicBezTo>
                  <a:pt x="190" y="1130"/>
                  <a:pt x="178" y="1145"/>
                  <a:pt x="166" y="1165"/>
                </a:cubicBezTo>
                <a:cubicBezTo>
                  <a:pt x="159" y="1177"/>
                  <a:pt x="155" y="1188"/>
                  <a:pt x="150" y="1196"/>
                </a:cubicBezTo>
                <a:cubicBezTo>
                  <a:pt x="146" y="1208"/>
                  <a:pt x="139" y="1216"/>
                  <a:pt x="131" y="1228"/>
                </a:cubicBezTo>
                <a:cubicBezTo>
                  <a:pt x="115" y="1248"/>
                  <a:pt x="103" y="1267"/>
                  <a:pt x="91" y="1290"/>
                </a:cubicBezTo>
                <a:cubicBezTo>
                  <a:pt x="84" y="1307"/>
                  <a:pt x="75" y="1326"/>
                  <a:pt x="68" y="1346"/>
                </a:cubicBezTo>
                <a:cubicBezTo>
                  <a:pt x="60" y="1374"/>
                  <a:pt x="44" y="1394"/>
                  <a:pt x="32" y="1417"/>
                </a:cubicBezTo>
                <a:cubicBezTo>
                  <a:pt x="28" y="1421"/>
                  <a:pt x="24" y="1429"/>
                  <a:pt x="28" y="1432"/>
                </a:cubicBezTo>
                <a:cubicBezTo>
                  <a:pt x="28" y="1437"/>
                  <a:pt x="36" y="1441"/>
                  <a:pt x="40" y="1445"/>
                </a:cubicBezTo>
                <a:cubicBezTo>
                  <a:pt x="43" y="1451"/>
                  <a:pt x="46" y="1457"/>
                  <a:pt x="51" y="1457"/>
                </a:cubicBezTo>
                <a:cubicBezTo>
                  <a:pt x="52" y="1457"/>
                  <a:pt x="54" y="1457"/>
                  <a:pt x="55" y="1456"/>
                </a:cubicBezTo>
                <a:cubicBezTo>
                  <a:pt x="75" y="1452"/>
                  <a:pt x="91" y="1445"/>
                  <a:pt x="107" y="1432"/>
                </a:cubicBezTo>
                <a:cubicBezTo>
                  <a:pt x="119" y="1429"/>
                  <a:pt x="126" y="1429"/>
                  <a:pt x="139" y="1429"/>
                </a:cubicBezTo>
                <a:cubicBezTo>
                  <a:pt x="162" y="1425"/>
                  <a:pt x="182" y="1413"/>
                  <a:pt x="202" y="1405"/>
                </a:cubicBezTo>
                <a:cubicBezTo>
                  <a:pt x="253" y="1390"/>
                  <a:pt x="304" y="1374"/>
                  <a:pt x="355" y="1354"/>
                </a:cubicBezTo>
                <a:cubicBezTo>
                  <a:pt x="454" y="1319"/>
                  <a:pt x="552" y="1287"/>
                  <a:pt x="652" y="1252"/>
                </a:cubicBezTo>
                <a:cubicBezTo>
                  <a:pt x="667" y="1287"/>
                  <a:pt x="683" y="1319"/>
                  <a:pt x="706" y="1350"/>
                </a:cubicBezTo>
                <a:cubicBezTo>
                  <a:pt x="770" y="1445"/>
                  <a:pt x="852" y="1523"/>
                  <a:pt x="916" y="1622"/>
                </a:cubicBezTo>
                <a:cubicBezTo>
                  <a:pt x="922" y="1632"/>
                  <a:pt x="934" y="1637"/>
                  <a:pt x="945" y="1637"/>
                </a:cubicBezTo>
                <a:cubicBezTo>
                  <a:pt x="960" y="1637"/>
                  <a:pt x="974" y="1629"/>
                  <a:pt x="978" y="1614"/>
                </a:cubicBezTo>
                <a:cubicBezTo>
                  <a:pt x="1010" y="1508"/>
                  <a:pt x="1034" y="1401"/>
                  <a:pt x="1058" y="1295"/>
                </a:cubicBezTo>
                <a:cubicBezTo>
                  <a:pt x="1069" y="1243"/>
                  <a:pt x="1081" y="1188"/>
                  <a:pt x="1093" y="1137"/>
                </a:cubicBezTo>
                <a:cubicBezTo>
                  <a:pt x="1096" y="1114"/>
                  <a:pt x="1101" y="1086"/>
                  <a:pt x="1105" y="1062"/>
                </a:cubicBezTo>
                <a:lnTo>
                  <a:pt x="1105" y="1050"/>
                </a:lnTo>
                <a:cubicBezTo>
                  <a:pt x="1105" y="1039"/>
                  <a:pt x="1101" y="1026"/>
                  <a:pt x="1105" y="1015"/>
                </a:cubicBezTo>
                <a:cubicBezTo>
                  <a:pt x="1109" y="995"/>
                  <a:pt x="1125" y="983"/>
                  <a:pt x="1140" y="972"/>
                </a:cubicBezTo>
                <a:cubicBezTo>
                  <a:pt x="1164" y="952"/>
                  <a:pt x="1196" y="944"/>
                  <a:pt x="1223" y="932"/>
                </a:cubicBezTo>
                <a:cubicBezTo>
                  <a:pt x="1247" y="920"/>
                  <a:pt x="1270" y="908"/>
                  <a:pt x="1298" y="897"/>
                </a:cubicBezTo>
                <a:cubicBezTo>
                  <a:pt x="1325" y="884"/>
                  <a:pt x="1353" y="873"/>
                  <a:pt x="1385" y="857"/>
                </a:cubicBezTo>
                <a:cubicBezTo>
                  <a:pt x="1409" y="841"/>
                  <a:pt x="1432" y="833"/>
                  <a:pt x="1460" y="826"/>
                </a:cubicBezTo>
                <a:cubicBezTo>
                  <a:pt x="1471" y="822"/>
                  <a:pt x="1483" y="817"/>
                  <a:pt x="1495" y="810"/>
                </a:cubicBezTo>
                <a:cubicBezTo>
                  <a:pt x="1507" y="806"/>
                  <a:pt x="1518" y="798"/>
                  <a:pt x="1531" y="790"/>
                </a:cubicBezTo>
                <a:cubicBezTo>
                  <a:pt x="1574" y="770"/>
                  <a:pt x="1622" y="759"/>
                  <a:pt x="1664" y="735"/>
                </a:cubicBezTo>
                <a:cubicBezTo>
                  <a:pt x="1680" y="727"/>
                  <a:pt x="1696" y="715"/>
                  <a:pt x="1716" y="704"/>
                </a:cubicBezTo>
                <a:cubicBezTo>
                  <a:pt x="1724" y="695"/>
                  <a:pt x="1744" y="684"/>
                  <a:pt x="1751" y="672"/>
                </a:cubicBezTo>
                <a:cubicBezTo>
                  <a:pt x="1759" y="660"/>
                  <a:pt x="1755" y="637"/>
                  <a:pt x="1740" y="628"/>
                </a:cubicBezTo>
                <a:cubicBezTo>
                  <a:pt x="1731" y="620"/>
                  <a:pt x="1711" y="617"/>
                  <a:pt x="1700" y="617"/>
                </a:cubicBezTo>
                <a:lnTo>
                  <a:pt x="1684" y="617"/>
                </a:lnTo>
                <a:cubicBezTo>
                  <a:pt x="1664" y="613"/>
                  <a:pt x="1645" y="609"/>
                  <a:pt x="1625" y="604"/>
                </a:cubicBezTo>
                <a:cubicBezTo>
                  <a:pt x="1605" y="601"/>
                  <a:pt x="1586" y="597"/>
                  <a:pt x="1566" y="593"/>
                </a:cubicBezTo>
                <a:cubicBezTo>
                  <a:pt x="1558" y="589"/>
                  <a:pt x="1542" y="589"/>
                  <a:pt x="1535" y="585"/>
                </a:cubicBezTo>
                <a:cubicBezTo>
                  <a:pt x="1531" y="581"/>
                  <a:pt x="1527" y="577"/>
                  <a:pt x="1518" y="577"/>
                </a:cubicBezTo>
                <a:cubicBezTo>
                  <a:pt x="1495" y="573"/>
                  <a:pt x="1475" y="573"/>
                  <a:pt x="1456" y="573"/>
                </a:cubicBezTo>
                <a:lnTo>
                  <a:pt x="1357" y="573"/>
                </a:lnTo>
                <a:cubicBezTo>
                  <a:pt x="1325" y="573"/>
                  <a:pt x="1294" y="569"/>
                  <a:pt x="1262" y="566"/>
                </a:cubicBezTo>
                <a:cubicBezTo>
                  <a:pt x="1219" y="562"/>
                  <a:pt x="1176" y="562"/>
                  <a:pt x="1136" y="553"/>
                </a:cubicBezTo>
                <a:cubicBezTo>
                  <a:pt x="1120" y="549"/>
                  <a:pt x="1109" y="546"/>
                  <a:pt x="1096" y="546"/>
                </a:cubicBezTo>
                <a:cubicBezTo>
                  <a:pt x="1089" y="546"/>
                  <a:pt x="1081" y="546"/>
                  <a:pt x="1077" y="542"/>
                </a:cubicBezTo>
                <a:cubicBezTo>
                  <a:pt x="1065" y="533"/>
                  <a:pt x="1069" y="518"/>
                  <a:pt x="1069" y="506"/>
                </a:cubicBezTo>
                <a:cubicBezTo>
                  <a:pt x="1069" y="491"/>
                  <a:pt x="1065" y="475"/>
                  <a:pt x="1061" y="459"/>
                </a:cubicBezTo>
                <a:cubicBezTo>
                  <a:pt x="1061" y="439"/>
                  <a:pt x="1065" y="424"/>
                  <a:pt x="1069" y="404"/>
                </a:cubicBezTo>
                <a:cubicBezTo>
                  <a:pt x="1073" y="388"/>
                  <a:pt x="1077" y="373"/>
                  <a:pt x="1077" y="356"/>
                </a:cubicBezTo>
                <a:lnTo>
                  <a:pt x="1077" y="302"/>
                </a:lnTo>
                <a:cubicBezTo>
                  <a:pt x="1081" y="285"/>
                  <a:pt x="1085" y="266"/>
                  <a:pt x="1085" y="249"/>
                </a:cubicBezTo>
                <a:cubicBezTo>
                  <a:pt x="1089" y="226"/>
                  <a:pt x="1085" y="207"/>
                  <a:pt x="1089" y="187"/>
                </a:cubicBezTo>
                <a:cubicBezTo>
                  <a:pt x="1093" y="167"/>
                  <a:pt x="1093" y="151"/>
                  <a:pt x="1096" y="131"/>
                </a:cubicBezTo>
                <a:cubicBezTo>
                  <a:pt x="1101" y="112"/>
                  <a:pt x="1105" y="96"/>
                  <a:pt x="1109" y="76"/>
                </a:cubicBezTo>
                <a:cubicBezTo>
                  <a:pt x="1109" y="56"/>
                  <a:pt x="1109" y="21"/>
                  <a:pt x="1089" y="5"/>
                </a:cubicBezTo>
                <a:cubicBezTo>
                  <a:pt x="1084" y="2"/>
                  <a:pt x="1079" y="1"/>
                  <a:pt x="1074" y="1"/>
                </a:cubicBezTo>
                <a:close/>
              </a:path>
            </a:pathLst>
          </a:custGeom>
          <a:solidFill>
            <a:schemeClr val="accent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11"/>
          <p:cNvSpPr/>
          <p:nvPr/>
        </p:nvSpPr>
        <p:spPr>
          <a:xfrm rot="10800000">
            <a:off x="302194" y="159875"/>
            <a:ext cx="845836" cy="617729"/>
          </a:xfrm>
          <a:custGeom>
            <a:rect b="b" l="l" r="r" t="t"/>
            <a:pathLst>
              <a:path extrusionOk="0" h="1308" w="1791">
                <a:moveTo>
                  <a:pt x="1141" y="1"/>
                </a:moveTo>
                <a:cubicBezTo>
                  <a:pt x="1135" y="1"/>
                  <a:pt x="1129" y="3"/>
                  <a:pt x="1124" y="6"/>
                </a:cubicBezTo>
                <a:cubicBezTo>
                  <a:pt x="951" y="195"/>
                  <a:pt x="797" y="408"/>
                  <a:pt x="675" y="633"/>
                </a:cubicBezTo>
                <a:cubicBezTo>
                  <a:pt x="576" y="428"/>
                  <a:pt x="478" y="226"/>
                  <a:pt x="379" y="22"/>
                </a:cubicBezTo>
                <a:cubicBezTo>
                  <a:pt x="375" y="14"/>
                  <a:pt x="368" y="10"/>
                  <a:pt x="361" y="10"/>
                </a:cubicBezTo>
                <a:cubicBezTo>
                  <a:pt x="354" y="10"/>
                  <a:pt x="347" y="14"/>
                  <a:pt x="344" y="22"/>
                </a:cubicBezTo>
                <a:cubicBezTo>
                  <a:pt x="273" y="183"/>
                  <a:pt x="209" y="349"/>
                  <a:pt x="158" y="518"/>
                </a:cubicBezTo>
                <a:cubicBezTo>
                  <a:pt x="134" y="589"/>
                  <a:pt x="0" y="873"/>
                  <a:pt x="44" y="944"/>
                </a:cubicBezTo>
                <a:cubicBezTo>
                  <a:pt x="47" y="959"/>
                  <a:pt x="67" y="964"/>
                  <a:pt x="80" y="968"/>
                </a:cubicBezTo>
                <a:cubicBezTo>
                  <a:pt x="331" y="1039"/>
                  <a:pt x="580" y="1101"/>
                  <a:pt x="833" y="1161"/>
                </a:cubicBezTo>
                <a:cubicBezTo>
                  <a:pt x="1010" y="1201"/>
                  <a:pt x="1183" y="1236"/>
                  <a:pt x="1361" y="1272"/>
                </a:cubicBezTo>
                <a:cubicBezTo>
                  <a:pt x="1396" y="1277"/>
                  <a:pt x="1514" y="1308"/>
                  <a:pt x="1585" y="1308"/>
                </a:cubicBezTo>
                <a:cubicBezTo>
                  <a:pt x="1609" y="1308"/>
                  <a:pt x="1628" y="1304"/>
                  <a:pt x="1637" y="1295"/>
                </a:cubicBezTo>
                <a:cubicBezTo>
                  <a:pt x="1656" y="1279"/>
                  <a:pt x="1656" y="1248"/>
                  <a:pt x="1656" y="1220"/>
                </a:cubicBezTo>
                <a:cubicBezTo>
                  <a:pt x="1661" y="924"/>
                  <a:pt x="1779" y="637"/>
                  <a:pt x="1791" y="337"/>
                </a:cubicBezTo>
                <a:lnTo>
                  <a:pt x="1791" y="337"/>
                </a:lnTo>
                <a:cubicBezTo>
                  <a:pt x="1625" y="463"/>
                  <a:pt x="1467" y="597"/>
                  <a:pt x="1294" y="715"/>
                </a:cubicBezTo>
                <a:cubicBezTo>
                  <a:pt x="1321" y="621"/>
                  <a:pt x="1230" y="502"/>
                  <a:pt x="1207" y="412"/>
                </a:cubicBezTo>
                <a:cubicBezTo>
                  <a:pt x="1175" y="282"/>
                  <a:pt x="1159" y="151"/>
                  <a:pt x="1159" y="18"/>
                </a:cubicBezTo>
                <a:cubicBezTo>
                  <a:pt x="1159" y="6"/>
                  <a:pt x="1150" y="1"/>
                  <a:pt x="1141" y="1"/>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11"/>
          <p:cNvSpPr/>
          <p:nvPr/>
        </p:nvSpPr>
        <p:spPr>
          <a:xfrm rot="10800000">
            <a:off x="608424" y="8770573"/>
            <a:ext cx="233400" cy="233400"/>
          </a:xfrm>
          <a:prstGeom prst="ellipse">
            <a:avLst/>
          </a:pr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1"/>
          <p:cNvSpPr/>
          <p:nvPr/>
        </p:nvSpPr>
        <p:spPr>
          <a:xfrm rot="10800000">
            <a:off x="9694049" y="8770573"/>
            <a:ext cx="233400" cy="233400"/>
          </a:xfrm>
          <a:prstGeom prst="ellipse">
            <a:avLst/>
          </a:pr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1"/>
          <p:cNvSpPr/>
          <p:nvPr/>
        </p:nvSpPr>
        <p:spPr>
          <a:xfrm rot="10800000">
            <a:off x="8999561" y="9726748"/>
            <a:ext cx="233400" cy="233400"/>
          </a:xfrm>
          <a:prstGeom prst="ellipse">
            <a:avLst/>
          </a:pr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11"/>
          <p:cNvSpPr/>
          <p:nvPr/>
        </p:nvSpPr>
        <p:spPr>
          <a:xfrm flipH="1">
            <a:off x="245836" y="5645173"/>
            <a:ext cx="56375" cy="2663275"/>
          </a:xfrm>
          <a:custGeom>
            <a:rect b="b" l="l" r="r" t="t"/>
            <a:pathLst>
              <a:path extrusionOk="0" h="106531" w="2255">
                <a:moveTo>
                  <a:pt x="1515" y="0"/>
                </a:moveTo>
                <a:cubicBezTo>
                  <a:pt x="649" y="35503"/>
                  <a:pt x="4406" y="71291"/>
                  <a:pt x="0" y="106531"/>
                </a:cubicBezTo>
              </a:path>
            </a:pathLst>
          </a:custGeom>
          <a:noFill/>
          <a:ln cap="flat" cmpd="sng" w="28575">
            <a:solidFill>
              <a:schemeClr val="dk1"/>
            </a:solidFill>
            <a:prstDash val="solid"/>
            <a:round/>
            <a:headEnd len="med" w="med" type="none"/>
            <a:tailEnd len="med" w="med" type="none"/>
          </a:ln>
        </p:spPr>
      </p:sp>
      <p:sp>
        <p:nvSpPr>
          <p:cNvPr id="244" name="Google Shape;244;p11"/>
          <p:cNvSpPr/>
          <p:nvPr/>
        </p:nvSpPr>
        <p:spPr>
          <a:xfrm flipH="1">
            <a:off x="455286" y="7248173"/>
            <a:ext cx="23625" cy="795200"/>
          </a:xfrm>
          <a:custGeom>
            <a:rect b="b" l="l" r="r" t="t"/>
            <a:pathLst>
              <a:path extrusionOk="0" h="31808" w="945">
                <a:moveTo>
                  <a:pt x="505" y="0"/>
                </a:moveTo>
                <a:cubicBezTo>
                  <a:pt x="1386" y="10567"/>
                  <a:pt x="0" y="21204"/>
                  <a:pt x="0" y="31808"/>
                </a:cubicBezTo>
              </a:path>
            </a:pathLst>
          </a:custGeom>
          <a:noFill/>
          <a:ln cap="flat" cmpd="sng" w="28575">
            <a:solidFill>
              <a:schemeClr val="dk1"/>
            </a:solidFill>
            <a:prstDash val="solid"/>
            <a:round/>
            <a:headEnd len="med" w="med" type="none"/>
            <a:tailEnd len="med" w="med" type="none"/>
          </a:ln>
        </p:spPr>
      </p:sp>
      <p:sp>
        <p:nvSpPr>
          <p:cNvPr id="245" name="Google Shape;245;p11"/>
          <p:cNvSpPr/>
          <p:nvPr/>
        </p:nvSpPr>
        <p:spPr>
          <a:xfrm rot="-10651105">
            <a:off x="9916250" y="2881690"/>
            <a:ext cx="138855" cy="2158457"/>
          </a:xfrm>
          <a:custGeom>
            <a:rect b="b" l="l" r="r" t="t"/>
            <a:pathLst>
              <a:path extrusionOk="0" h="86335" w="5554">
                <a:moveTo>
                  <a:pt x="0" y="0"/>
                </a:moveTo>
                <a:cubicBezTo>
                  <a:pt x="1919" y="28774"/>
                  <a:pt x="5554" y="57497"/>
                  <a:pt x="5554" y="86335"/>
                </a:cubicBezTo>
              </a:path>
            </a:pathLst>
          </a:custGeom>
          <a:noFill/>
          <a:ln cap="flat" cmpd="sng" w="28575">
            <a:solidFill>
              <a:schemeClr val="dk1"/>
            </a:solidFill>
            <a:prstDash val="solid"/>
            <a:round/>
            <a:headEnd len="med" w="med" type="none"/>
            <a:tailEnd len="med" w="med" type="none"/>
          </a:ln>
        </p:spPr>
      </p:sp>
      <p:sp>
        <p:nvSpPr>
          <p:cNvPr id="246" name="Google Shape;246;p11"/>
          <p:cNvSpPr/>
          <p:nvPr/>
        </p:nvSpPr>
        <p:spPr>
          <a:xfrm rot="-10651105">
            <a:off x="9791142" y="4310965"/>
            <a:ext cx="39176" cy="1123393"/>
          </a:xfrm>
          <a:custGeom>
            <a:rect b="b" l="l" r="r" t="t"/>
            <a:pathLst>
              <a:path extrusionOk="0" h="44934" w="1567">
                <a:moveTo>
                  <a:pt x="557" y="0"/>
                </a:moveTo>
                <a:cubicBezTo>
                  <a:pt x="-1098" y="14890"/>
                  <a:pt x="1567" y="29952"/>
                  <a:pt x="1567" y="44934"/>
                </a:cubicBezTo>
              </a:path>
            </a:pathLst>
          </a:custGeom>
          <a:noFill/>
          <a:ln cap="flat" cmpd="sng" w="28575">
            <a:solidFill>
              <a:schemeClr val="dk1"/>
            </a:solidFill>
            <a:prstDash val="solid"/>
            <a:round/>
            <a:headEnd len="med" w="med" type="none"/>
            <a:tailEnd len="med" w="med" type="none"/>
          </a:ln>
        </p:spPr>
      </p:sp>
      <p:sp>
        <p:nvSpPr>
          <p:cNvPr id="247" name="Google Shape;247;p11"/>
          <p:cNvSpPr/>
          <p:nvPr/>
        </p:nvSpPr>
        <p:spPr>
          <a:xfrm rot="10800000">
            <a:off x="530961" y="2377898"/>
            <a:ext cx="233400" cy="233400"/>
          </a:xfrm>
          <a:prstGeom prst="ellipse">
            <a:avLst/>
          </a:pr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1"/>
          <p:cNvSpPr/>
          <p:nvPr/>
        </p:nvSpPr>
        <p:spPr>
          <a:xfrm rot="10800000">
            <a:off x="350399" y="1156636"/>
            <a:ext cx="233400" cy="233400"/>
          </a:xfrm>
          <a:prstGeom prst="ellipse">
            <a:avLst/>
          </a:pr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11"/>
          <p:cNvSpPr/>
          <p:nvPr/>
        </p:nvSpPr>
        <p:spPr>
          <a:xfrm rot="10800000">
            <a:off x="1386986" y="544198"/>
            <a:ext cx="233400" cy="233400"/>
          </a:xfrm>
          <a:prstGeom prst="ellipse">
            <a:avLst/>
          </a:pr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0" name="Google Shape;250;p11"/>
          <p:cNvGrpSpPr/>
          <p:nvPr/>
        </p:nvGrpSpPr>
        <p:grpSpPr>
          <a:xfrm rot="-6567601">
            <a:off x="8958159" y="-309969"/>
            <a:ext cx="2448651" cy="2125389"/>
            <a:chOff x="1322124" y="4079650"/>
            <a:chExt cx="3420400" cy="2968851"/>
          </a:xfrm>
        </p:grpSpPr>
        <p:sp>
          <p:nvSpPr>
            <p:cNvPr id="251" name="Google Shape;251;p11"/>
            <p:cNvSpPr/>
            <p:nvPr/>
          </p:nvSpPr>
          <p:spPr>
            <a:xfrm>
              <a:off x="1322124" y="4377475"/>
              <a:ext cx="3420400" cy="2671026"/>
            </a:xfrm>
            <a:custGeom>
              <a:rect b="b" l="l" r="r" t="t"/>
              <a:pathLst>
                <a:path extrusionOk="0" h="2556" w="3273">
                  <a:moveTo>
                    <a:pt x="228" y="0"/>
                  </a:moveTo>
                  <a:cubicBezTo>
                    <a:pt x="244" y="548"/>
                    <a:pt x="157" y="1345"/>
                    <a:pt x="0" y="2331"/>
                  </a:cubicBezTo>
                  <a:lnTo>
                    <a:pt x="3040" y="2555"/>
                  </a:lnTo>
                  <a:cubicBezTo>
                    <a:pt x="3186" y="1767"/>
                    <a:pt x="3273" y="998"/>
                    <a:pt x="3269" y="257"/>
                  </a:cubicBezTo>
                  <a:lnTo>
                    <a:pt x="3143" y="249"/>
                  </a:lnTo>
                  <a:lnTo>
                    <a:pt x="3143" y="249"/>
                  </a:lnTo>
                  <a:cubicBezTo>
                    <a:pt x="3154" y="320"/>
                    <a:pt x="3115" y="402"/>
                    <a:pt x="3020" y="402"/>
                  </a:cubicBezTo>
                  <a:cubicBezTo>
                    <a:pt x="2918" y="402"/>
                    <a:pt x="2878" y="304"/>
                    <a:pt x="2902" y="229"/>
                  </a:cubicBezTo>
                  <a:lnTo>
                    <a:pt x="2674" y="209"/>
                  </a:lnTo>
                  <a:lnTo>
                    <a:pt x="2674" y="209"/>
                  </a:lnTo>
                  <a:cubicBezTo>
                    <a:pt x="2677" y="213"/>
                    <a:pt x="2677" y="222"/>
                    <a:pt x="2677" y="229"/>
                  </a:cubicBezTo>
                  <a:lnTo>
                    <a:pt x="2677" y="237"/>
                  </a:lnTo>
                  <a:cubicBezTo>
                    <a:pt x="2677" y="261"/>
                    <a:pt x="2670" y="280"/>
                    <a:pt x="2657" y="300"/>
                  </a:cubicBezTo>
                  <a:cubicBezTo>
                    <a:pt x="2654" y="312"/>
                    <a:pt x="2646" y="320"/>
                    <a:pt x="2638" y="328"/>
                  </a:cubicBezTo>
                  <a:cubicBezTo>
                    <a:pt x="2622" y="344"/>
                    <a:pt x="2603" y="355"/>
                    <a:pt x="2583" y="364"/>
                  </a:cubicBezTo>
                  <a:lnTo>
                    <a:pt x="2547" y="367"/>
                  </a:lnTo>
                  <a:cubicBezTo>
                    <a:pt x="2528" y="367"/>
                    <a:pt x="2512" y="364"/>
                    <a:pt x="2496" y="355"/>
                  </a:cubicBezTo>
                  <a:cubicBezTo>
                    <a:pt x="2480" y="351"/>
                    <a:pt x="2468" y="340"/>
                    <a:pt x="2457" y="328"/>
                  </a:cubicBezTo>
                  <a:cubicBezTo>
                    <a:pt x="2441" y="316"/>
                    <a:pt x="2433" y="304"/>
                    <a:pt x="2428" y="288"/>
                  </a:cubicBezTo>
                  <a:cubicBezTo>
                    <a:pt x="2421" y="273"/>
                    <a:pt x="2417" y="253"/>
                    <a:pt x="2417" y="237"/>
                  </a:cubicBezTo>
                  <a:lnTo>
                    <a:pt x="2417" y="229"/>
                  </a:lnTo>
                  <a:cubicBezTo>
                    <a:pt x="2417" y="213"/>
                    <a:pt x="2421" y="202"/>
                    <a:pt x="2425" y="186"/>
                  </a:cubicBezTo>
                  <a:lnTo>
                    <a:pt x="2208" y="170"/>
                  </a:lnTo>
                  <a:lnTo>
                    <a:pt x="2208" y="170"/>
                  </a:lnTo>
                  <a:cubicBezTo>
                    <a:pt x="2228" y="245"/>
                    <a:pt x="2188" y="335"/>
                    <a:pt x="2090" y="335"/>
                  </a:cubicBezTo>
                  <a:cubicBezTo>
                    <a:pt x="1979" y="335"/>
                    <a:pt x="1940" y="225"/>
                    <a:pt x="1975" y="151"/>
                  </a:cubicBezTo>
                  <a:lnTo>
                    <a:pt x="1660" y="122"/>
                  </a:lnTo>
                  <a:lnTo>
                    <a:pt x="1660" y="122"/>
                  </a:lnTo>
                  <a:cubicBezTo>
                    <a:pt x="1684" y="198"/>
                    <a:pt x="1644" y="293"/>
                    <a:pt x="1542" y="293"/>
                  </a:cubicBezTo>
                  <a:cubicBezTo>
                    <a:pt x="1431" y="293"/>
                    <a:pt x="1396" y="182"/>
                    <a:pt x="1431" y="103"/>
                  </a:cubicBezTo>
                  <a:lnTo>
                    <a:pt x="1171" y="84"/>
                  </a:lnTo>
                  <a:lnTo>
                    <a:pt x="1171" y="84"/>
                  </a:lnTo>
                  <a:cubicBezTo>
                    <a:pt x="1183" y="155"/>
                    <a:pt x="1140" y="237"/>
                    <a:pt x="1049" y="237"/>
                  </a:cubicBezTo>
                  <a:cubicBezTo>
                    <a:pt x="946" y="237"/>
                    <a:pt x="907" y="138"/>
                    <a:pt x="930" y="60"/>
                  </a:cubicBezTo>
                  <a:lnTo>
                    <a:pt x="678" y="40"/>
                  </a:lnTo>
                  <a:cubicBezTo>
                    <a:pt x="678" y="107"/>
                    <a:pt x="635" y="170"/>
                    <a:pt x="552" y="170"/>
                  </a:cubicBezTo>
                  <a:cubicBezTo>
                    <a:pt x="461" y="170"/>
                    <a:pt x="417" y="91"/>
                    <a:pt x="430" y="20"/>
                  </a:cubicBezTo>
                  <a:lnTo>
                    <a:pt x="228" y="0"/>
                  </a:lnTo>
                  <a:close/>
                </a:path>
              </a:pathLst>
            </a:custGeom>
            <a:solidFill>
              <a:schemeClr val="accent5"/>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1"/>
            <p:cNvSpPr/>
            <p:nvPr/>
          </p:nvSpPr>
          <p:spPr>
            <a:xfrm>
              <a:off x="3019260" y="4421365"/>
              <a:ext cx="391888" cy="506826"/>
            </a:xfrm>
            <a:custGeom>
              <a:rect b="b" l="l" r="r" t="t"/>
              <a:pathLst>
                <a:path extrusionOk="0" h="485" w="375">
                  <a:moveTo>
                    <a:pt x="26" y="0"/>
                  </a:moveTo>
                  <a:cubicBezTo>
                    <a:pt x="21" y="0"/>
                    <a:pt x="16" y="2"/>
                    <a:pt x="12" y="6"/>
                  </a:cubicBezTo>
                  <a:cubicBezTo>
                    <a:pt x="0" y="9"/>
                    <a:pt x="0" y="25"/>
                    <a:pt x="9" y="33"/>
                  </a:cubicBezTo>
                  <a:lnTo>
                    <a:pt x="331" y="475"/>
                  </a:lnTo>
                  <a:cubicBezTo>
                    <a:pt x="336" y="482"/>
                    <a:pt x="341" y="485"/>
                    <a:pt x="347" y="485"/>
                  </a:cubicBezTo>
                  <a:cubicBezTo>
                    <a:pt x="352" y="485"/>
                    <a:pt x="358" y="483"/>
                    <a:pt x="363" y="479"/>
                  </a:cubicBezTo>
                  <a:cubicBezTo>
                    <a:pt x="371" y="475"/>
                    <a:pt x="375" y="459"/>
                    <a:pt x="367" y="451"/>
                  </a:cubicBezTo>
                  <a:lnTo>
                    <a:pt x="40" y="9"/>
                  </a:lnTo>
                  <a:cubicBezTo>
                    <a:pt x="38" y="3"/>
                    <a:pt x="32" y="0"/>
                    <a:pt x="2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1"/>
            <p:cNvSpPr/>
            <p:nvPr/>
          </p:nvSpPr>
          <p:spPr>
            <a:xfrm>
              <a:off x="2779947" y="4154890"/>
              <a:ext cx="755560" cy="640587"/>
            </a:xfrm>
            <a:custGeom>
              <a:rect b="b" l="l" r="r" t="t"/>
              <a:pathLst>
                <a:path extrusionOk="0" h="613" w="723">
                  <a:moveTo>
                    <a:pt x="311" y="0"/>
                  </a:moveTo>
                  <a:cubicBezTo>
                    <a:pt x="154" y="0"/>
                    <a:pt x="19" y="127"/>
                    <a:pt x="9" y="300"/>
                  </a:cubicBezTo>
                  <a:cubicBezTo>
                    <a:pt x="1" y="422"/>
                    <a:pt x="87" y="561"/>
                    <a:pt x="210" y="596"/>
                  </a:cubicBezTo>
                  <a:cubicBezTo>
                    <a:pt x="249" y="606"/>
                    <a:pt x="286" y="612"/>
                    <a:pt x="323" y="612"/>
                  </a:cubicBezTo>
                  <a:cubicBezTo>
                    <a:pt x="384" y="612"/>
                    <a:pt x="442" y="596"/>
                    <a:pt x="494" y="557"/>
                  </a:cubicBezTo>
                  <a:cubicBezTo>
                    <a:pt x="722" y="387"/>
                    <a:pt x="596" y="87"/>
                    <a:pt x="418" y="20"/>
                  </a:cubicBezTo>
                  <a:cubicBezTo>
                    <a:pt x="382" y="6"/>
                    <a:pt x="346" y="0"/>
                    <a:pt x="311" y="0"/>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11"/>
            <p:cNvSpPr/>
            <p:nvPr/>
          </p:nvSpPr>
          <p:spPr>
            <a:xfrm>
              <a:off x="2751731" y="4079650"/>
              <a:ext cx="638516" cy="558031"/>
            </a:xfrm>
            <a:custGeom>
              <a:rect b="b" l="l" r="r" t="t"/>
              <a:pathLst>
                <a:path extrusionOk="0" h="534" w="611">
                  <a:moveTo>
                    <a:pt x="247" y="0"/>
                  </a:moveTo>
                  <a:cubicBezTo>
                    <a:pt x="117" y="0"/>
                    <a:pt x="10" y="106"/>
                    <a:pt x="4" y="254"/>
                  </a:cubicBezTo>
                  <a:cubicBezTo>
                    <a:pt x="1" y="360"/>
                    <a:pt x="79" y="483"/>
                    <a:pt x="181" y="518"/>
                  </a:cubicBezTo>
                  <a:cubicBezTo>
                    <a:pt x="214" y="528"/>
                    <a:pt x="246" y="534"/>
                    <a:pt x="277" y="534"/>
                  </a:cubicBezTo>
                  <a:cubicBezTo>
                    <a:pt x="328" y="534"/>
                    <a:pt x="377" y="519"/>
                    <a:pt x="422" y="487"/>
                  </a:cubicBezTo>
                  <a:cubicBezTo>
                    <a:pt x="611" y="345"/>
                    <a:pt x="497" y="81"/>
                    <a:pt x="347" y="21"/>
                  </a:cubicBezTo>
                  <a:cubicBezTo>
                    <a:pt x="313" y="7"/>
                    <a:pt x="279" y="0"/>
                    <a:pt x="247" y="0"/>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11"/>
            <p:cNvSpPr/>
            <p:nvPr/>
          </p:nvSpPr>
          <p:spPr>
            <a:xfrm>
              <a:off x="1802840" y="5085985"/>
              <a:ext cx="2642894" cy="248711"/>
            </a:xfrm>
            <a:custGeom>
              <a:rect b="b" l="l" r="r" t="t"/>
              <a:pathLst>
                <a:path extrusionOk="0" h="238" w="2529">
                  <a:moveTo>
                    <a:pt x="13" y="1"/>
                  </a:moveTo>
                  <a:cubicBezTo>
                    <a:pt x="9" y="1"/>
                    <a:pt x="5" y="5"/>
                    <a:pt x="1" y="12"/>
                  </a:cubicBezTo>
                  <a:cubicBezTo>
                    <a:pt x="1" y="17"/>
                    <a:pt x="5" y="24"/>
                    <a:pt x="13" y="24"/>
                  </a:cubicBezTo>
                  <a:lnTo>
                    <a:pt x="186" y="41"/>
                  </a:lnTo>
                  <a:cubicBezTo>
                    <a:pt x="190" y="41"/>
                    <a:pt x="199" y="36"/>
                    <a:pt x="199" y="28"/>
                  </a:cubicBezTo>
                  <a:cubicBezTo>
                    <a:pt x="199" y="24"/>
                    <a:pt x="194" y="17"/>
                    <a:pt x="186" y="17"/>
                  </a:cubicBezTo>
                  <a:lnTo>
                    <a:pt x="13" y="1"/>
                  </a:lnTo>
                  <a:close/>
                  <a:moveTo>
                    <a:pt x="360" y="32"/>
                  </a:moveTo>
                  <a:cubicBezTo>
                    <a:pt x="356" y="32"/>
                    <a:pt x="352" y="36"/>
                    <a:pt x="348" y="41"/>
                  </a:cubicBezTo>
                  <a:cubicBezTo>
                    <a:pt x="348" y="48"/>
                    <a:pt x="352" y="52"/>
                    <a:pt x="360" y="52"/>
                  </a:cubicBezTo>
                  <a:lnTo>
                    <a:pt x="534" y="68"/>
                  </a:lnTo>
                  <a:cubicBezTo>
                    <a:pt x="541" y="68"/>
                    <a:pt x="545" y="64"/>
                    <a:pt x="545" y="59"/>
                  </a:cubicBezTo>
                  <a:cubicBezTo>
                    <a:pt x="545" y="52"/>
                    <a:pt x="541" y="48"/>
                    <a:pt x="534" y="48"/>
                  </a:cubicBezTo>
                  <a:lnTo>
                    <a:pt x="360" y="32"/>
                  </a:lnTo>
                  <a:close/>
                  <a:moveTo>
                    <a:pt x="707" y="59"/>
                  </a:moveTo>
                  <a:cubicBezTo>
                    <a:pt x="703" y="59"/>
                    <a:pt x="699" y="64"/>
                    <a:pt x="699" y="72"/>
                  </a:cubicBezTo>
                  <a:cubicBezTo>
                    <a:pt x="696" y="76"/>
                    <a:pt x="703" y="83"/>
                    <a:pt x="707" y="83"/>
                  </a:cubicBezTo>
                  <a:lnTo>
                    <a:pt x="880" y="99"/>
                  </a:lnTo>
                  <a:cubicBezTo>
                    <a:pt x="889" y="99"/>
                    <a:pt x="892" y="95"/>
                    <a:pt x="892" y="88"/>
                  </a:cubicBezTo>
                  <a:cubicBezTo>
                    <a:pt x="892" y="83"/>
                    <a:pt x="889" y="76"/>
                    <a:pt x="885" y="76"/>
                  </a:cubicBezTo>
                  <a:lnTo>
                    <a:pt x="707" y="59"/>
                  </a:lnTo>
                  <a:close/>
                  <a:moveTo>
                    <a:pt x="1058" y="92"/>
                  </a:moveTo>
                  <a:cubicBezTo>
                    <a:pt x="1050" y="92"/>
                    <a:pt x="1046" y="95"/>
                    <a:pt x="1046" y="99"/>
                  </a:cubicBezTo>
                  <a:cubicBezTo>
                    <a:pt x="1042" y="107"/>
                    <a:pt x="1050" y="112"/>
                    <a:pt x="1054" y="112"/>
                  </a:cubicBezTo>
                  <a:lnTo>
                    <a:pt x="1227" y="127"/>
                  </a:lnTo>
                  <a:cubicBezTo>
                    <a:pt x="1235" y="127"/>
                    <a:pt x="1240" y="123"/>
                    <a:pt x="1240" y="119"/>
                  </a:cubicBezTo>
                  <a:cubicBezTo>
                    <a:pt x="1240" y="112"/>
                    <a:pt x="1235" y="107"/>
                    <a:pt x="1231" y="107"/>
                  </a:cubicBezTo>
                  <a:lnTo>
                    <a:pt x="1058" y="92"/>
                  </a:lnTo>
                  <a:close/>
                  <a:moveTo>
                    <a:pt x="1405" y="119"/>
                  </a:moveTo>
                  <a:cubicBezTo>
                    <a:pt x="1397" y="119"/>
                    <a:pt x="1393" y="123"/>
                    <a:pt x="1393" y="130"/>
                  </a:cubicBezTo>
                  <a:cubicBezTo>
                    <a:pt x="1393" y="139"/>
                    <a:pt x="1397" y="143"/>
                    <a:pt x="1401" y="143"/>
                  </a:cubicBezTo>
                  <a:lnTo>
                    <a:pt x="1575" y="159"/>
                  </a:lnTo>
                  <a:cubicBezTo>
                    <a:pt x="1582" y="159"/>
                    <a:pt x="1586" y="154"/>
                    <a:pt x="1586" y="147"/>
                  </a:cubicBezTo>
                  <a:cubicBezTo>
                    <a:pt x="1586" y="143"/>
                    <a:pt x="1582" y="135"/>
                    <a:pt x="1579" y="135"/>
                  </a:cubicBezTo>
                  <a:lnTo>
                    <a:pt x="1405" y="119"/>
                  </a:lnTo>
                  <a:close/>
                  <a:moveTo>
                    <a:pt x="1752" y="150"/>
                  </a:moveTo>
                  <a:cubicBezTo>
                    <a:pt x="1744" y="150"/>
                    <a:pt x="1740" y="154"/>
                    <a:pt x="1740" y="163"/>
                  </a:cubicBezTo>
                  <a:cubicBezTo>
                    <a:pt x="1740" y="166"/>
                    <a:pt x="1744" y="170"/>
                    <a:pt x="1748" y="170"/>
                  </a:cubicBezTo>
                  <a:lnTo>
                    <a:pt x="1921" y="186"/>
                  </a:lnTo>
                  <a:cubicBezTo>
                    <a:pt x="1930" y="186"/>
                    <a:pt x="1933" y="182"/>
                    <a:pt x="1933" y="178"/>
                  </a:cubicBezTo>
                  <a:cubicBezTo>
                    <a:pt x="1933" y="170"/>
                    <a:pt x="1930" y="166"/>
                    <a:pt x="1926" y="166"/>
                  </a:cubicBezTo>
                  <a:lnTo>
                    <a:pt x="1752" y="150"/>
                  </a:lnTo>
                  <a:close/>
                  <a:moveTo>
                    <a:pt x="2095" y="181"/>
                  </a:moveTo>
                  <a:cubicBezTo>
                    <a:pt x="2090" y="181"/>
                    <a:pt x="2087" y="187"/>
                    <a:pt x="2087" y="190"/>
                  </a:cubicBezTo>
                  <a:cubicBezTo>
                    <a:pt x="2087" y="198"/>
                    <a:pt x="2091" y="201"/>
                    <a:pt x="2095" y="201"/>
                  </a:cubicBezTo>
                  <a:lnTo>
                    <a:pt x="2268" y="218"/>
                  </a:lnTo>
                  <a:cubicBezTo>
                    <a:pt x="2276" y="218"/>
                    <a:pt x="2281" y="214"/>
                    <a:pt x="2281" y="206"/>
                  </a:cubicBezTo>
                  <a:cubicBezTo>
                    <a:pt x="2281" y="201"/>
                    <a:pt x="2276" y="194"/>
                    <a:pt x="2272" y="194"/>
                  </a:cubicBezTo>
                  <a:lnTo>
                    <a:pt x="2099" y="182"/>
                  </a:lnTo>
                  <a:cubicBezTo>
                    <a:pt x="2097" y="182"/>
                    <a:pt x="2096" y="181"/>
                    <a:pt x="2095" y="181"/>
                  </a:cubicBezTo>
                  <a:close/>
                  <a:moveTo>
                    <a:pt x="2446" y="210"/>
                  </a:moveTo>
                  <a:cubicBezTo>
                    <a:pt x="2438" y="210"/>
                    <a:pt x="2434" y="214"/>
                    <a:pt x="2434" y="221"/>
                  </a:cubicBezTo>
                  <a:cubicBezTo>
                    <a:pt x="2434" y="225"/>
                    <a:pt x="2438" y="230"/>
                    <a:pt x="2442" y="234"/>
                  </a:cubicBezTo>
                  <a:lnTo>
                    <a:pt x="2517" y="237"/>
                  </a:lnTo>
                  <a:cubicBezTo>
                    <a:pt x="2521" y="237"/>
                    <a:pt x="2525" y="234"/>
                    <a:pt x="2529" y="230"/>
                  </a:cubicBezTo>
                  <a:cubicBezTo>
                    <a:pt x="2529" y="221"/>
                    <a:pt x="2525" y="218"/>
                    <a:pt x="2517" y="218"/>
                  </a:cubicBezTo>
                  <a:lnTo>
                    <a:pt x="2446" y="210"/>
                  </a:lnTo>
                  <a:close/>
                </a:path>
              </a:pathLst>
            </a:cu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1"/>
            <p:cNvSpPr/>
            <p:nvPr/>
          </p:nvSpPr>
          <p:spPr>
            <a:xfrm>
              <a:off x="1778804" y="5539515"/>
              <a:ext cx="2646029" cy="177650"/>
            </a:xfrm>
            <a:custGeom>
              <a:rect b="b" l="l" r="r" t="t"/>
              <a:pathLst>
                <a:path extrusionOk="0" h="170" w="2532">
                  <a:moveTo>
                    <a:pt x="13" y="0"/>
                  </a:moveTo>
                  <a:cubicBezTo>
                    <a:pt x="4" y="0"/>
                    <a:pt x="0" y="9"/>
                    <a:pt x="0" y="13"/>
                  </a:cubicBezTo>
                  <a:cubicBezTo>
                    <a:pt x="0" y="20"/>
                    <a:pt x="4" y="24"/>
                    <a:pt x="13" y="24"/>
                  </a:cubicBezTo>
                  <a:lnTo>
                    <a:pt x="186" y="36"/>
                  </a:lnTo>
                  <a:cubicBezTo>
                    <a:pt x="190" y="36"/>
                    <a:pt x="193" y="28"/>
                    <a:pt x="198" y="24"/>
                  </a:cubicBezTo>
                  <a:cubicBezTo>
                    <a:pt x="198" y="16"/>
                    <a:pt x="190" y="13"/>
                    <a:pt x="186" y="13"/>
                  </a:cubicBezTo>
                  <a:lnTo>
                    <a:pt x="13" y="0"/>
                  </a:lnTo>
                  <a:close/>
                  <a:moveTo>
                    <a:pt x="357" y="23"/>
                  </a:moveTo>
                  <a:cubicBezTo>
                    <a:pt x="353" y="23"/>
                    <a:pt x="348" y="29"/>
                    <a:pt x="348" y="32"/>
                  </a:cubicBezTo>
                  <a:cubicBezTo>
                    <a:pt x="348" y="40"/>
                    <a:pt x="351" y="44"/>
                    <a:pt x="359" y="44"/>
                  </a:cubicBezTo>
                  <a:lnTo>
                    <a:pt x="533" y="56"/>
                  </a:lnTo>
                  <a:cubicBezTo>
                    <a:pt x="537" y="56"/>
                    <a:pt x="544" y="51"/>
                    <a:pt x="544" y="44"/>
                  </a:cubicBezTo>
                  <a:cubicBezTo>
                    <a:pt x="544" y="40"/>
                    <a:pt x="541" y="32"/>
                    <a:pt x="533" y="32"/>
                  </a:cubicBezTo>
                  <a:lnTo>
                    <a:pt x="359" y="24"/>
                  </a:lnTo>
                  <a:cubicBezTo>
                    <a:pt x="358" y="23"/>
                    <a:pt x="357" y="23"/>
                    <a:pt x="357" y="23"/>
                  </a:cubicBezTo>
                  <a:close/>
                  <a:moveTo>
                    <a:pt x="706" y="44"/>
                  </a:moveTo>
                  <a:cubicBezTo>
                    <a:pt x="703" y="44"/>
                    <a:pt x="695" y="48"/>
                    <a:pt x="695" y="51"/>
                  </a:cubicBezTo>
                  <a:cubicBezTo>
                    <a:pt x="695" y="60"/>
                    <a:pt x="699" y="64"/>
                    <a:pt x="706" y="64"/>
                  </a:cubicBezTo>
                  <a:lnTo>
                    <a:pt x="879" y="75"/>
                  </a:lnTo>
                  <a:cubicBezTo>
                    <a:pt x="888" y="75"/>
                    <a:pt x="892" y="71"/>
                    <a:pt x="892" y="64"/>
                  </a:cubicBezTo>
                  <a:cubicBezTo>
                    <a:pt x="892" y="60"/>
                    <a:pt x="888" y="51"/>
                    <a:pt x="879" y="51"/>
                  </a:cubicBezTo>
                  <a:lnTo>
                    <a:pt x="706" y="44"/>
                  </a:lnTo>
                  <a:close/>
                  <a:moveTo>
                    <a:pt x="1057" y="64"/>
                  </a:moveTo>
                  <a:cubicBezTo>
                    <a:pt x="1050" y="64"/>
                    <a:pt x="1045" y="67"/>
                    <a:pt x="1045" y="71"/>
                  </a:cubicBezTo>
                  <a:cubicBezTo>
                    <a:pt x="1045" y="80"/>
                    <a:pt x="1050" y="84"/>
                    <a:pt x="1054" y="84"/>
                  </a:cubicBezTo>
                  <a:lnTo>
                    <a:pt x="1227" y="95"/>
                  </a:lnTo>
                  <a:cubicBezTo>
                    <a:pt x="1234" y="95"/>
                    <a:pt x="1239" y="91"/>
                    <a:pt x="1239" y="84"/>
                  </a:cubicBezTo>
                  <a:cubicBezTo>
                    <a:pt x="1239" y="80"/>
                    <a:pt x="1234" y="71"/>
                    <a:pt x="1231" y="71"/>
                  </a:cubicBezTo>
                  <a:lnTo>
                    <a:pt x="1057" y="64"/>
                  </a:lnTo>
                  <a:close/>
                  <a:moveTo>
                    <a:pt x="1405" y="84"/>
                  </a:moveTo>
                  <a:cubicBezTo>
                    <a:pt x="1396" y="84"/>
                    <a:pt x="1392" y="87"/>
                    <a:pt x="1392" y="95"/>
                  </a:cubicBezTo>
                  <a:cubicBezTo>
                    <a:pt x="1392" y="99"/>
                    <a:pt x="1396" y="103"/>
                    <a:pt x="1400" y="103"/>
                  </a:cubicBezTo>
                  <a:lnTo>
                    <a:pt x="1578" y="115"/>
                  </a:lnTo>
                  <a:cubicBezTo>
                    <a:pt x="1582" y="115"/>
                    <a:pt x="1585" y="111"/>
                    <a:pt x="1589" y="103"/>
                  </a:cubicBezTo>
                  <a:cubicBezTo>
                    <a:pt x="1589" y="99"/>
                    <a:pt x="1582" y="95"/>
                    <a:pt x="1578" y="91"/>
                  </a:cubicBezTo>
                  <a:lnTo>
                    <a:pt x="1405" y="84"/>
                  </a:lnTo>
                  <a:close/>
                  <a:moveTo>
                    <a:pt x="1751" y="103"/>
                  </a:moveTo>
                  <a:cubicBezTo>
                    <a:pt x="1747" y="103"/>
                    <a:pt x="1740" y="107"/>
                    <a:pt x="1740" y="115"/>
                  </a:cubicBezTo>
                  <a:cubicBezTo>
                    <a:pt x="1740" y="119"/>
                    <a:pt x="1743" y="122"/>
                    <a:pt x="1751" y="127"/>
                  </a:cubicBezTo>
                  <a:lnTo>
                    <a:pt x="1925" y="135"/>
                  </a:lnTo>
                  <a:cubicBezTo>
                    <a:pt x="1929" y="135"/>
                    <a:pt x="1937" y="131"/>
                    <a:pt x="1937" y="122"/>
                  </a:cubicBezTo>
                  <a:cubicBezTo>
                    <a:pt x="1937" y="119"/>
                    <a:pt x="1933" y="115"/>
                    <a:pt x="1925" y="115"/>
                  </a:cubicBezTo>
                  <a:lnTo>
                    <a:pt x="1751" y="103"/>
                  </a:lnTo>
                  <a:close/>
                  <a:moveTo>
                    <a:pt x="2098" y="122"/>
                  </a:moveTo>
                  <a:cubicBezTo>
                    <a:pt x="2095" y="122"/>
                    <a:pt x="2086" y="127"/>
                    <a:pt x="2086" y="135"/>
                  </a:cubicBezTo>
                  <a:cubicBezTo>
                    <a:pt x="2086" y="138"/>
                    <a:pt x="2091" y="146"/>
                    <a:pt x="2098" y="146"/>
                  </a:cubicBezTo>
                  <a:lnTo>
                    <a:pt x="2272" y="154"/>
                  </a:lnTo>
                  <a:cubicBezTo>
                    <a:pt x="2280" y="154"/>
                    <a:pt x="2284" y="151"/>
                    <a:pt x="2284" y="146"/>
                  </a:cubicBezTo>
                  <a:cubicBezTo>
                    <a:pt x="2284" y="138"/>
                    <a:pt x="2280" y="135"/>
                    <a:pt x="2272" y="135"/>
                  </a:cubicBezTo>
                  <a:lnTo>
                    <a:pt x="2098" y="122"/>
                  </a:lnTo>
                  <a:close/>
                  <a:moveTo>
                    <a:pt x="2449" y="142"/>
                  </a:moveTo>
                  <a:cubicBezTo>
                    <a:pt x="2441" y="142"/>
                    <a:pt x="2437" y="146"/>
                    <a:pt x="2437" y="154"/>
                  </a:cubicBezTo>
                  <a:cubicBezTo>
                    <a:pt x="2437" y="158"/>
                    <a:pt x="2441" y="166"/>
                    <a:pt x="2446" y="166"/>
                  </a:cubicBezTo>
                  <a:lnTo>
                    <a:pt x="2520" y="170"/>
                  </a:lnTo>
                  <a:cubicBezTo>
                    <a:pt x="2524" y="170"/>
                    <a:pt x="2528" y="166"/>
                    <a:pt x="2528" y="158"/>
                  </a:cubicBezTo>
                  <a:cubicBezTo>
                    <a:pt x="2532" y="154"/>
                    <a:pt x="2524" y="146"/>
                    <a:pt x="2520" y="146"/>
                  </a:cubicBezTo>
                  <a:lnTo>
                    <a:pt x="2449" y="142"/>
                  </a:lnTo>
                  <a:close/>
                </a:path>
              </a:pathLst>
            </a:cu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1"/>
            <p:cNvSpPr/>
            <p:nvPr/>
          </p:nvSpPr>
          <p:spPr>
            <a:xfrm>
              <a:off x="1704607" y="5959605"/>
              <a:ext cx="2642894" cy="203775"/>
            </a:xfrm>
            <a:custGeom>
              <a:rect b="b" l="l" r="r" t="t"/>
              <a:pathLst>
                <a:path extrusionOk="0" h="195" w="2529">
                  <a:moveTo>
                    <a:pt x="13" y="0"/>
                  </a:moveTo>
                  <a:cubicBezTo>
                    <a:pt x="4" y="0"/>
                    <a:pt x="0" y="4"/>
                    <a:pt x="0" y="9"/>
                  </a:cubicBezTo>
                  <a:cubicBezTo>
                    <a:pt x="0" y="17"/>
                    <a:pt x="4" y="20"/>
                    <a:pt x="9" y="20"/>
                  </a:cubicBezTo>
                  <a:lnTo>
                    <a:pt x="182" y="33"/>
                  </a:lnTo>
                  <a:cubicBezTo>
                    <a:pt x="183" y="33"/>
                    <a:pt x="185" y="34"/>
                    <a:pt x="186" y="34"/>
                  </a:cubicBezTo>
                  <a:cubicBezTo>
                    <a:pt x="191" y="34"/>
                    <a:pt x="193" y="27"/>
                    <a:pt x="193" y="24"/>
                  </a:cubicBezTo>
                  <a:cubicBezTo>
                    <a:pt x="198" y="17"/>
                    <a:pt x="190" y="13"/>
                    <a:pt x="186" y="13"/>
                  </a:cubicBezTo>
                  <a:lnTo>
                    <a:pt x="13" y="0"/>
                  </a:lnTo>
                  <a:close/>
                  <a:moveTo>
                    <a:pt x="359" y="24"/>
                  </a:moveTo>
                  <a:cubicBezTo>
                    <a:pt x="351" y="24"/>
                    <a:pt x="348" y="28"/>
                    <a:pt x="348" y="36"/>
                  </a:cubicBezTo>
                  <a:cubicBezTo>
                    <a:pt x="348" y="40"/>
                    <a:pt x="351" y="44"/>
                    <a:pt x="359" y="44"/>
                  </a:cubicBezTo>
                  <a:lnTo>
                    <a:pt x="533" y="60"/>
                  </a:lnTo>
                  <a:cubicBezTo>
                    <a:pt x="537" y="60"/>
                    <a:pt x="541" y="52"/>
                    <a:pt x="544" y="48"/>
                  </a:cubicBezTo>
                  <a:cubicBezTo>
                    <a:pt x="544" y="40"/>
                    <a:pt x="541" y="36"/>
                    <a:pt x="533" y="36"/>
                  </a:cubicBezTo>
                  <a:lnTo>
                    <a:pt x="359" y="24"/>
                  </a:lnTo>
                  <a:close/>
                  <a:moveTo>
                    <a:pt x="706" y="48"/>
                  </a:moveTo>
                  <a:cubicBezTo>
                    <a:pt x="703" y="48"/>
                    <a:pt x="695" y="52"/>
                    <a:pt x="695" y="60"/>
                  </a:cubicBezTo>
                  <a:cubicBezTo>
                    <a:pt x="695" y="64"/>
                    <a:pt x="699" y="68"/>
                    <a:pt x="706" y="71"/>
                  </a:cubicBezTo>
                  <a:lnTo>
                    <a:pt x="879" y="84"/>
                  </a:lnTo>
                  <a:cubicBezTo>
                    <a:pt x="884" y="84"/>
                    <a:pt x="892" y="80"/>
                    <a:pt x="892" y="71"/>
                  </a:cubicBezTo>
                  <a:cubicBezTo>
                    <a:pt x="892" y="68"/>
                    <a:pt x="888" y="60"/>
                    <a:pt x="879" y="60"/>
                  </a:cubicBezTo>
                  <a:lnTo>
                    <a:pt x="706" y="48"/>
                  </a:lnTo>
                  <a:close/>
                  <a:moveTo>
                    <a:pt x="1054" y="71"/>
                  </a:moveTo>
                  <a:cubicBezTo>
                    <a:pt x="1050" y="71"/>
                    <a:pt x="1041" y="75"/>
                    <a:pt x="1041" y="84"/>
                  </a:cubicBezTo>
                  <a:cubicBezTo>
                    <a:pt x="1041" y="87"/>
                    <a:pt x="1045" y="95"/>
                    <a:pt x="1054" y="95"/>
                  </a:cubicBezTo>
                  <a:lnTo>
                    <a:pt x="1227" y="107"/>
                  </a:lnTo>
                  <a:cubicBezTo>
                    <a:pt x="1234" y="107"/>
                    <a:pt x="1239" y="104"/>
                    <a:pt x="1239" y="95"/>
                  </a:cubicBezTo>
                  <a:cubicBezTo>
                    <a:pt x="1239" y="91"/>
                    <a:pt x="1234" y="84"/>
                    <a:pt x="1227" y="84"/>
                  </a:cubicBezTo>
                  <a:lnTo>
                    <a:pt x="1054" y="71"/>
                  </a:lnTo>
                  <a:close/>
                  <a:moveTo>
                    <a:pt x="1400" y="95"/>
                  </a:moveTo>
                  <a:cubicBezTo>
                    <a:pt x="1396" y="95"/>
                    <a:pt x="1392" y="99"/>
                    <a:pt x="1392" y="107"/>
                  </a:cubicBezTo>
                  <a:cubicBezTo>
                    <a:pt x="1389" y="111"/>
                    <a:pt x="1396" y="119"/>
                    <a:pt x="1400" y="119"/>
                  </a:cubicBezTo>
                  <a:lnTo>
                    <a:pt x="1574" y="131"/>
                  </a:lnTo>
                  <a:cubicBezTo>
                    <a:pt x="1582" y="131"/>
                    <a:pt x="1585" y="127"/>
                    <a:pt x="1585" y="119"/>
                  </a:cubicBezTo>
                  <a:cubicBezTo>
                    <a:pt x="1585" y="115"/>
                    <a:pt x="1582" y="107"/>
                    <a:pt x="1578" y="107"/>
                  </a:cubicBezTo>
                  <a:lnTo>
                    <a:pt x="1400" y="95"/>
                  </a:lnTo>
                  <a:close/>
                  <a:moveTo>
                    <a:pt x="1751" y="119"/>
                  </a:moveTo>
                  <a:cubicBezTo>
                    <a:pt x="1744" y="119"/>
                    <a:pt x="1740" y="123"/>
                    <a:pt x="1740" y="131"/>
                  </a:cubicBezTo>
                  <a:cubicBezTo>
                    <a:pt x="1740" y="139"/>
                    <a:pt x="1744" y="142"/>
                    <a:pt x="1747" y="142"/>
                  </a:cubicBezTo>
                  <a:lnTo>
                    <a:pt x="1920" y="155"/>
                  </a:lnTo>
                  <a:cubicBezTo>
                    <a:pt x="1929" y="155"/>
                    <a:pt x="1933" y="151"/>
                    <a:pt x="1933" y="142"/>
                  </a:cubicBezTo>
                  <a:cubicBezTo>
                    <a:pt x="1933" y="139"/>
                    <a:pt x="1929" y="135"/>
                    <a:pt x="1925" y="135"/>
                  </a:cubicBezTo>
                  <a:lnTo>
                    <a:pt x="1751" y="119"/>
                  </a:lnTo>
                  <a:close/>
                  <a:moveTo>
                    <a:pt x="2095" y="145"/>
                  </a:moveTo>
                  <a:cubicBezTo>
                    <a:pt x="2089" y="145"/>
                    <a:pt x="2086" y="152"/>
                    <a:pt x="2086" y="155"/>
                  </a:cubicBezTo>
                  <a:cubicBezTo>
                    <a:pt x="2086" y="162"/>
                    <a:pt x="2091" y="166"/>
                    <a:pt x="2095" y="166"/>
                  </a:cubicBezTo>
                  <a:lnTo>
                    <a:pt x="2272" y="178"/>
                  </a:lnTo>
                  <a:cubicBezTo>
                    <a:pt x="2275" y="178"/>
                    <a:pt x="2280" y="175"/>
                    <a:pt x="2280" y="170"/>
                  </a:cubicBezTo>
                  <a:cubicBezTo>
                    <a:pt x="2284" y="162"/>
                    <a:pt x="2275" y="158"/>
                    <a:pt x="2272" y="158"/>
                  </a:cubicBezTo>
                  <a:lnTo>
                    <a:pt x="2098" y="146"/>
                  </a:lnTo>
                  <a:cubicBezTo>
                    <a:pt x="2097" y="145"/>
                    <a:pt x="2096" y="145"/>
                    <a:pt x="2095" y="145"/>
                  </a:cubicBezTo>
                  <a:close/>
                  <a:moveTo>
                    <a:pt x="2446" y="170"/>
                  </a:moveTo>
                  <a:cubicBezTo>
                    <a:pt x="2437" y="170"/>
                    <a:pt x="2433" y="175"/>
                    <a:pt x="2433" y="178"/>
                  </a:cubicBezTo>
                  <a:cubicBezTo>
                    <a:pt x="2433" y="186"/>
                    <a:pt x="2437" y="190"/>
                    <a:pt x="2446" y="190"/>
                  </a:cubicBezTo>
                  <a:lnTo>
                    <a:pt x="2517" y="193"/>
                  </a:lnTo>
                  <a:cubicBezTo>
                    <a:pt x="2517" y="194"/>
                    <a:pt x="2518" y="195"/>
                    <a:pt x="2519" y="195"/>
                  </a:cubicBezTo>
                  <a:cubicBezTo>
                    <a:pt x="2523" y="195"/>
                    <a:pt x="2528" y="189"/>
                    <a:pt x="2528" y="186"/>
                  </a:cubicBezTo>
                  <a:cubicBezTo>
                    <a:pt x="2528" y="178"/>
                    <a:pt x="2524" y="175"/>
                    <a:pt x="2517" y="175"/>
                  </a:cubicBezTo>
                  <a:lnTo>
                    <a:pt x="2446" y="170"/>
                  </a:lnTo>
                  <a:close/>
                </a:path>
              </a:pathLst>
            </a:cu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1"/>
            <p:cNvSpPr/>
            <p:nvPr/>
          </p:nvSpPr>
          <p:spPr>
            <a:xfrm>
              <a:off x="1626229" y="6458070"/>
              <a:ext cx="2642894" cy="207955"/>
            </a:xfrm>
            <a:custGeom>
              <a:rect b="b" l="l" r="r" t="t"/>
              <a:pathLst>
                <a:path extrusionOk="0" h="199" w="2529">
                  <a:moveTo>
                    <a:pt x="13" y="0"/>
                  </a:moveTo>
                  <a:cubicBezTo>
                    <a:pt x="4" y="0"/>
                    <a:pt x="1" y="5"/>
                    <a:pt x="1" y="13"/>
                  </a:cubicBezTo>
                  <a:cubicBezTo>
                    <a:pt x="1" y="16"/>
                    <a:pt x="4" y="24"/>
                    <a:pt x="8" y="24"/>
                  </a:cubicBezTo>
                  <a:lnTo>
                    <a:pt x="182" y="36"/>
                  </a:lnTo>
                  <a:cubicBezTo>
                    <a:pt x="190" y="36"/>
                    <a:pt x="194" y="33"/>
                    <a:pt x="194" y="24"/>
                  </a:cubicBezTo>
                  <a:cubicBezTo>
                    <a:pt x="194" y="20"/>
                    <a:pt x="190" y="13"/>
                    <a:pt x="186" y="13"/>
                  </a:cubicBezTo>
                  <a:lnTo>
                    <a:pt x="13" y="0"/>
                  </a:lnTo>
                  <a:close/>
                  <a:moveTo>
                    <a:pt x="359" y="24"/>
                  </a:moveTo>
                  <a:cubicBezTo>
                    <a:pt x="352" y="24"/>
                    <a:pt x="348" y="29"/>
                    <a:pt x="348" y="36"/>
                  </a:cubicBezTo>
                  <a:cubicBezTo>
                    <a:pt x="348" y="44"/>
                    <a:pt x="352" y="48"/>
                    <a:pt x="359" y="48"/>
                  </a:cubicBezTo>
                  <a:lnTo>
                    <a:pt x="533" y="60"/>
                  </a:lnTo>
                  <a:cubicBezTo>
                    <a:pt x="537" y="60"/>
                    <a:pt x="541" y="56"/>
                    <a:pt x="545" y="48"/>
                  </a:cubicBezTo>
                  <a:cubicBezTo>
                    <a:pt x="545" y="44"/>
                    <a:pt x="541" y="40"/>
                    <a:pt x="533" y="36"/>
                  </a:cubicBezTo>
                  <a:lnTo>
                    <a:pt x="359" y="24"/>
                  </a:lnTo>
                  <a:close/>
                  <a:moveTo>
                    <a:pt x="704" y="51"/>
                  </a:moveTo>
                  <a:cubicBezTo>
                    <a:pt x="700" y="51"/>
                    <a:pt x="694" y="57"/>
                    <a:pt x="694" y="60"/>
                  </a:cubicBezTo>
                  <a:cubicBezTo>
                    <a:pt x="694" y="68"/>
                    <a:pt x="699" y="71"/>
                    <a:pt x="707" y="71"/>
                  </a:cubicBezTo>
                  <a:lnTo>
                    <a:pt x="880" y="84"/>
                  </a:lnTo>
                  <a:cubicBezTo>
                    <a:pt x="884" y="84"/>
                    <a:pt x="892" y="80"/>
                    <a:pt x="892" y="76"/>
                  </a:cubicBezTo>
                  <a:cubicBezTo>
                    <a:pt x="892" y="68"/>
                    <a:pt x="888" y="64"/>
                    <a:pt x="880" y="64"/>
                  </a:cubicBezTo>
                  <a:lnTo>
                    <a:pt x="707" y="52"/>
                  </a:lnTo>
                  <a:cubicBezTo>
                    <a:pt x="706" y="51"/>
                    <a:pt x="705" y="51"/>
                    <a:pt x="704" y="51"/>
                  </a:cubicBezTo>
                  <a:close/>
                  <a:moveTo>
                    <a:pt x="1054" y="76"/>
                  </a:moveTo>
                  <a:cubicBezTo>
                    <a:pt x="1049" y="76"/>
                    <a:pt x="1042" y="80"/>
                    <a:pt x="1042" y="84"/>
                  </a:cubicBezTo>
                  <a:cubicBezTo>
                    <a:pt x="1042" y="91"/>
                    <a:pt x="1045" y="95"/>
                    <a:pt x="1054" y="95"/>
                  </a:cubicBezTo>
                  <a:lnTo>
                    <a:pt x="1227" y="107"/>
                  </a:lnTo>
                  <a:cubicBezTo>
                    <a:pt x="1231" y="107"/>
                    <a:pt x="1238" y="104"/>
                    <a:pt x="1238" y="100"/>
                  </a:cubicBezTo>
                  <a:cubicBezTo>
                    <a:pt x="1238" y="91"/>
                    <a:pt x="1235" y="87"/>
                    <a:pt x="1227" y="87"/>
                  </a:cubicBezTo>
                  <a:lnTo>
                    <a:pt x="1054" y="76"/>
                  </a:lnTo>
                  <a:close/>
                  <a:moveTo>
                    <a:pt x="1400" y="100"/>
                  </a:moveTo>
                  <a:cubicBezTo>
                    <a:pt x="1396" y="100"/>
                    <a:pt x="1393" y="104"/>
                    <a:pt x="1389" y="107"/>
                  </a:cubicBezTo>
                  <a:cubicBezTo>
                    <a:pt x="1389" y="115"/>
                    <a:pt x="1396" y="119"/>
                    <a:pt x="1400" y="119"/>
                  </a:cubicBezTo>
                  <a:lnTo>
                    <a:pt x="1574" y="131"/>
                  </a:lnTo>
                  <a:cubicBezTo>
                    <a:pt x="1582" y="131"/>
                    <a:pt x="1586" y="127"/>
                    <a:pt x="1586" y="123"/>
                  </a:cubicBezTo>
                  <a:cubicBezTo>
                    <a:pt x="1586" y="115"/>
                    <a:pt x="1582" y="111"/>
                    <a:pt x="1578" y="111"/>
                  </a:cubicBezTo>
                  <a:lnTo>
                    <a:pt x="1400" y="100"/>
                  </a:lnTo>
                  <a:close/>
                  <a:moveTo>
                    <a:pt x="1751" y="123"/>
                  </a:moveTo>
                  <a:cubicBezTo>
                    <a:pt x="1744" y="123"/>
                    <a:pt x="1740" y="127"/>
                    <a:pt x="1740" y="131"/>
                  </a:cubicBezTo>
                  <a:cubicBezTo>
                    <a:pt x="1740" y="139"/>
                    <a:pt x="1744" y="142"/>
                    <a:pt x="1748" y="142"/>
                  </a:cubicBezTo>
                  <a:lnTo>
                    <a:pt x="1921" y="158"/>
                  </a:lnTo>
                  <a:cubicBezTo>
                    <a:pt x="1929" y="158"/>
                    <a:pt x="1933" y="151"/>
                    <a:pt x="1933" y="147"/>
                  </a:cubicBezTo>
                  <a:cubicBezTo>
                    <a:pt x="1933" y="139"/>
                    <a:pt x="1929" y="135"/>
                    <a:pt x="1924" y="135"/>
                  </a:cubicBezTo>
                  <a:lnTo>
                    <a:pt x="1751" y="123"/>
                  </a:lnTo>
                  <a:close/>
                  <a:moveTo>
                    <a:pt x="2099" y="147"/>
                  </a:moveTo>
                  <a:cubicBezTo>
                    <a:pt x="2090" y="147"/>
                    <a:pt x="2086" y="151"/>
                    <a:pt x="2086" y="158"/>
                  </a:cubicBezTo>
                  <a:cubicBezTo>
                    <a:pt x="2086" y="162"/>
                    <a:pt x="2090" y="166"/>
                    <a:pt x="2095" y="171"/>
                  </a:cubicBezTo>
                  <a:lnTo>
                    <a:pt x="2272" y="182"/>
                  </a:lnTo>
                  <a:cubicBezTo>
                    <a:pt x="2276" y="182"/>
                    <a:pt x="2279" y="178"/>
                    <a:pt x="2279" y="171"/>
                  </a:cubicBezTo>
                  <a:cubicBezTo>
                    <a:pt x="2284" y="166"/>
                    <a:pt x="2276" y="158"/>
                    <a:pt x="2272" y="158"/>
                  </a:cubicBezTo>
                  <a:lnTo>
                    <a:pt x="2099" y="147"/>
                  </a:lnTo>
                  <a:close/>
                  <a:moveTo>
                    <a:pt x="2445" y="171"/>
                  </a:moveTo>
                  <a:cubicBezTo>
                    <a:pt x="2437" y="171"/>
                    <a:pt x="2434" y="175"/>
                    <a:pt x="2434" y="182"/>
                  </a:cubicBezTo>
                  <a:cubicBezTo>
                    <a:pt x="2434" y="186"/>
                    <a:pt x="2437" y="194"/>
                    <a:pt x="2445" y="194"/>
                  </a:cubicBezTo>
                  <a:lnTo>
                    <a:pt x="2516" y="198"/>
                  </a:lnTo>
                  <a:cubicBezTo>
                    <a:pt x="2521" y="198"/>
                    <a:pt x="2528" y="194"/>
                    <a:pt x="2528" y="186"/>
                  </a:cubicBezTo>
                  <a:cubicBezTo>
                    <a:pt x="2528" y="182"/>
                    <a:pt x="2524" y="178"/>
                    <a:pt x="2516" y="175"/>
                  </a:cubicBezTo>
                  <a:lnTo>
                    <a:pt x="2445" y="171"/>
                  </a:lnTo>
                  <a:close/>
                </a:path>
              </a:pathLst>
            </a:cu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59" name="Google Shape;259;p11"/>
          <p:cNvSpPr/>
          <p:nvPr>
            <p:ph idx="2" type="pic"/>
          </p:nvPr>
        </p:nvSpPr>
        <p:spPr>
          <a:xfrm>
            <a:off x="1386975" y="3791750"/>
            <a:ext cx="7696800" cy="5014500"/>
          </a:xfrm>
          <a:prstGeom prst="rect">
            <a:avLst/>
          </a:prstGeom>
          <a:noFill/>
          <a:ln>
            <a:no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260" name="Shape 260"/>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
    <p:spTree>
      <p:nvGrpSpPr>
        <p:cNvPr id="261" name="Shape 261"/>
        <p:cNvGrpSpPr/>
        <p:nvPr/>
      </p:nvGrpSpPr>
      <p:grpSpPr>
        <a:xfrm>
          <a:off x="0" y="0"/>
          <a:ext cx="0" cy="0"/>
          <a:chOff x="0" y="0"/>
          <a:chExt cx="0" cy="0"/>
        </a:xfrm>
      </p:grpSpPr>
      <p:sp>
        <p:nvSpPr>
          <p:cNvPr id="262" name="Google Shape;262;p13"/>
          <p:cNvSpPr txBox="1"/>
          <p:nvPr>
            <p:ph type="title"/>
          </p:nvPr>
        </p:nvSpPr>
        <p:spPr>
          <a:xfrm>
            <a:off x="914400" y="888750"/>
            <a:ext cx="8458200" cy="9564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6400"/>
              <a:buNone/>
              <a:defRPr/>
            </a:lvl1pPr>
            <a:lvl2pPr lvl="1">
              <a:lnSpc>
                <a:spcPct val="100000"/>
              </a:lnSpc>
              <a:spcBef>
                <a:spcPts val="0"/>
              </a:spcBef>
              <a:spcAft>
                <a:spcPts val="0"/>
              </a:spcAft>
              <a:buSzPts val="6400"/>
              <a:buNone/>
              <a:defRPr/>
            </a:lvl2pPr>
            <a:lvl3pPr lvl="2">
              <a:lnSpc>
                <a:spcPct val="100000"/>
              </a:lnSpc>
              <a:spcBef>
                <a:spcPts val="0"/>
              </a:spcBef>
              <a:spcAft>
                <a:spcPts val="0"/>
              </a:spcAft>
              <a:buSzPts val="6400"/>
              <a:buNone/>
              <a:defRPr/>
            </a:lvl3pPr>
            <a:lvl4pPr lvl="3">
              <a:lnSpc>
                <a:spcPct val="100000"/>
              </a:lnSpc>
              <a:spcBef>
                <a:spcPts val="0"/>
              </a:spcBef>
              <a:spcAft>
                <a:spcPts val="0"/>
              </a:spcAft>
              <a:buSzPts val="6400"/>
              <a:buNone/>
              <a:defRPr/>
            </a:lvl4pPr>
            <a:lvl5pPr lvl="4">
              <a:lnSpc>
                <a:spcPct val="100000"/>
              </a:lnSpc>
              <a:spcBef>
                <a:spcPts val="0"/>
              </a:spcBef>
              <a:spcAft>
                <a:spcPts val="0"/>
              </a:spcAft>
              <a:buSzPts val="6400"/>
              <a:buNone/>
              <a:defRPr/>
            </a:lvl5pPr>
            <a:lvl6pPr lvl="5">
              <a:lnSpc>
                <a:spcPct val="100000"/>
              </a:lnSpc>
              <a:spcBef>
                <a:spcPts val="0"/>
              </a:spcBef>
              <a:spcAft>
                <a:spcPts val="0"/>
              </a:spcAft>
              <a:buSzPts val="6400"/>
              <a:buNone/>
              <a:defRPr/>
            </a:lvl6pPr>
            <a:lvl7pPr lvl="6">
              <a:lnSpc>
                <a:spcPct val="100000"/>
              </a:lnSpc>
              <a:spcBef>
                <a:spcPts val="0"/>
              </a:spcBef>
              <a:spcAft>
                <a:spcPts val="0"/>
              </a:spcAft>
              <a:buSzPts val="6400"/>
              <a:buNone/>
              <a:defRPr/>
            </a:lvl7pPr>
            <a:lvl8pPr lvl="7">
              <a:lnSpc>
                <a:spcPct val="100000"/>
              </a:lnSpc>
              <a:spcBef>
                <a:spcPts val="0"/>
              </a:spcBef>
              <a:spcAft>
                <a:spcPts val="0"/>
              </a:spcAft>
              <a:buSzPts val="6400"/>
              <a:buNone/>
              <a:defRPr/>
            </a:lvl8pPr>
            <a:lvl9pPr lvl="8">
              <a:lnSpc>
                <a:spcPct val="100000"/>
              </a:lnSpc>
              <a:spcBef>
                <a:spcPts val="0"/>
              </a:spcBef>
              <a:spcAft>
                <a:spcPts val="0"/>
              </a:spcAft>
              <a:buSzPts val="6400"/>
              <a:buNone/>
              <a:defRPr/>
            </a:lvl9pPr>
          </a:lstStyle>
          <a:p/>
        </p:txBody>
      </p:sp>
      <p:sp>
        <p:nvSpPr>
          <p:cNvPr id="263" name="Google Shape;263;p13"/>
          <p:cNvSpPr txBox="1"/>
          <p:nvPr>
            <p:ph idx="1" type="subTitle"/>
          </p:nvPr>
        </p:nvSpPr>
        <p:spPr>
          <a:xfrm>
            <a:off x="1173625" y="4749728"/>
            <a:ext cx="3760800" cy="795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200"/>
              <a:buNone/>
              <a:defRPr>
                <a:solidFill>
                  <a:schemeClr val="dk1"/>
                </a:solidFill>
              </a:defRPr>
            </a:lvl1pPr>
            <a:lvl2pPr lvl="1" rtl="0">
              <a:lnSpc>
                <a:spcPct val="100000"/>
              </a:lnSpc>
              <a:spcBef>
                <a:spcPts val="0"/>
              </a:spcBef>
              <a:spcAft>
                <a:spcPts val="0"/>
              </a:spcAft>
              <a:buClr>
                <a:schemeClr val="dk1"/>
              </a:buClr>
              <a:buSzPts val="2200"/>
              <a:buNone/>
              <a:defRPr sz="2200">
                <a:solidFill>
                  <a:schemeClr val="dk1"/>
                </a:solidFill>
              </a:defRPr>
            </a:lvl2pPr>
            <a:lvl3pPr lvl="2" rtl="0">
              <a:lnSpc>
                <a:spcPct val="100000"/>
              </a:lnSpc>
              <a:spcBef>
                <a:spcPts val="0"/>
              </a:spcBef>
              <a:spcAft>
                <a:spcPts val="0"/>
              </a:spcAft>
              <a:buClr>
                <a:schemeClr val="dk1"/>
              </a:buClr>
              <a:buSzPts val="2200"/>
              <a:buNone/>
              <a:defRPr sz="2200">
                <a:solidFill>
                  <a:schemeClr val="dk1"/>
                </a:solidFill>
              </a:defRPr>
            </a:lvl3pPr>
            <a:lvl4pPr lvl="3" rtl="0">
              <a:lnSpc>
                <a:spcPct val="100000"/>
              </a:lnSpc>
              <a:spcBef>
                <a:spcPts val="0"/>
              </a:spcBef>
              <a:spcAft>
                <a:spcPts val="0"/>
              </a:spcAft>
              <a:buClr>
                <a:schemeClr val="dk1"/>
              </a:buClr>
              <a:buSzPts val="2200"/>
              <a:buNone/>
              <a:defRPr sz="2200">
                <a:solidFill>
                  <a:schemeClr val="dk1"/>
                </a:solidFill>
              </a:defRPr>
            </a:lvl4pPr>
            <a:lvl5pPr lvl="4" rtl="0">
              <a:lnSpc>
                <a:spcPct val="100000"/>
              </a:lnSpc>
              <a:spcBef>
                <a:spcPts val="0"/>
              </a:spcBef>
              <a:spcAft>
                <a:spcPts val="0"/>
              </a:spcAft>
              <a:buClr>
                <a:schemeClr val="dk1"/>
              </a:buClr>
              <a:buSzPts val="2200"/>
              <a:buNone/>
              <a:defRPr sz="2200">
                <a:solidFill>
                  <a:schemeClr val="dk1"/>
                </a:solidFill>
              </a:defRPr>
            </a:lvl5pPr>
            <a:lvl6pPr lvl="5" rtl="0">
              <a:lnSpc>
                <a:spcPct val="100000"/>
              </a:lnSpc>
              <a:spcBef>
                <a:spcPts val="0"/>
              </a:spcBef>
              <a:spcAft>
                <a:spcPts val="0"/>
              </a:spcAft>
              <a:buClr>
                <a:schemeClr val="dk1"/>
              </a:buClr>
              <a:buSzPts val="2200"/>
              <a:buNone/>
              <a:defRPr sz="2200">
                <a:solidFill>
                  <a:schemeClr val="dk1"/>
                </a:solidFill>
              </a:defRPr>
            </a:lvl6pPr>
            <a:lvl7pPr lvl="6" rtl="0">
              <a:lnSpc>
                <a:spcPct val="100000"/>
              </a:lnSpc>
              <a:spcBef>
                <a:spcPts val="0"/>
              </a:spcBef>
              <a:spcAft>
                <a:spcPts val="0"/>
              </a:spcAft>
              <a:buClr>
                <a:schemeClr val="dk1"/>
              </a:buClr>
              <a:buSzPts val="2200"/>
              <a:buNone/>
              <a:defRPr sz="2200">
                <a:solidFill>
                  <a:schemeClr val="dk1"/>
                </a:solidFill>
              </a:defRPr>
            </a:lvl7pPr>
            <a:lvl8pPr lvl="7" rtl="0">
              <a:lnSpc>
                <a:spcPct val="100000"/>
              </a:lnSpc>
              <a:spcBef>
                <a:spcPts val="0"/>
              </a:spcBef>
              <a:spcAft>
                <a:spcPts val="0"/>
              </a:spcAft>
              <a:buClr>
                <a:schemeClr val="dk1"/>
              </a:buClr>
              <a:buSzPts val="2200"/>
              <a:buNone/>
              <a:defRPr sz="2200">
                <a:solidFill>
                  <a:schemeClr val="dk1"/>
                </a:solidFill>
              </a:defRPr>
            </a:lvl8pPr>
            <a:lvl9pPr lvl="8" rtl="0">
              <a:lnSpc>
                <a:spcPct val="100000"/>
              </a:lnSpc>
              <a:spcBef>
                <a:spcPts val="0"/>
              </a:spcBef>
              <a:spcAft>
                <a:spcPts val="0"/>
              </a:spcAft>
              <a:buClr>
                <a:schemeClr val="dk1"/>
              </a:buClr>
              <a:buSzPts val="2200"/>
              <a:buNone/>
              <a:defRPr sz="2200">
                <a:solidFill>
                  <a:schemeClr val="dk1"/>
                </a:solidFill>
              </a:defRPr>
            </a:lvl9pPr>
          </a:lstStyle>
          <a:p/>
        </p:txBody>
      </p:sp>
      <p:sp>
        <p:nvSpPr>
          <p:cNvPr id="264" name="Google Shape;264;p13"/>
          <p:cNvSpPr txBox="1"/>
          <p:nvPr>
            <p:ph idx="2" type="subTitle"/>
          </p:nvPr>
        </p:nvSpPr>
        <p:spPr>
          <a:xfrm>
            <a:off x="1173626" y="4105050"/>
            <a:ext cx="3760800" cy="7596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3100"/>
              <a:buFont typeface="Bebas Neue"/>
              <a:buNone/>
              <a:defRPr sz="4600">
                <a:solidFill>
                  <a:schemeClr val="dk2"/>
                </a:solidFill>
                <a:latin typeface="Ranchers"/>
                <a:ea typeface="Ranchers"/>
                <a:cs typeface="Ranchers"/>
                <a:sym typeface="Ranchers"/>
              </a:defRPr>
            </a:lvl1pPr>
            <a:lvl2pPr lvl="1" rtl="0">
              <a:lnSpc>
                <a:spcPct val="100000"/>
              </a:lnSpc>
              <a:spcBef>
                <a:spcPts val="0"/>
              </a:spcBef>
              <a:spcAft>
                <a:spcPts val="0"/>
              </a:spcAft>
              <a:buClr>
                <a:schemeClr val="dk1"/>
              </a:buClr>
              <a:buSzPts val="3100"/>
              <a:buFont typeface="Bebas Neue"/>
              <a:buNone/>
              <a:defRPr sz="31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3100"/>
              <a:buFont typeface="Bebas Neue"/>
              <a:buNone/>
              <a:defRPr sz="31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3100"/>
              <a:buFont typeface="Bebas Neue"/>
              <a:buNone/>
              <a:defRPr sz="31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3100"/>
              <a:buFont typeface="Bebas Neue"/>
              <a:buNone/>
              <a:defRPr sz="31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3100"/>
              <a:buFont typeface="Bebas Neue"/>
              <a:buNone/>
              <a:defRPr sz="31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3100"/>
              <a:buFont typeface="Bebas Neue"/>
              <a:buNone/>
              <a:defRPr sz="31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3100"/>
              <a:buFont typeface="Bebas Neue"/>
              <a:buNone/>
              <a:defRPr sz="31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3100"/>
              <a:buFont typeface="Bebas Neue"/>
              <a:buNone/>
              <a:defRPr sz="3100">
                <a:solidFill>
                  <a:schemeClr val="dk1"/>
                </a:solidFill>
                <a:latin typeface="Bebas Neue"/>
                <a:ea typeface="Bebas Neue"/>
                <a:cs typeface="Bebas Neue"/>
                <a:sym typeface="Bebas Neue"/>
              </a:defRPr>
            </a:lvl9pPr>
          </a:lstStyle>
          <a:p/>
        </p:txBody>
      </p:sp>
      <p:sp>
        <p:nvSpPr>
          <p:cNvPr id="265" name="Google Shape;265;p13"/>
          <p:cNvSpPr txBox="1"/>
          <p:nvPr>
            <p:ph hasCustomPrompt="1" idx="3" type="title"/>
          </p:nvPr>
        </p:nvSpPr>
        <p:spPr>
          <a:xfrm>
            <a:off x="2485250" y="2887341"/>
            <a:ext cx="1137300" cy="7596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5700"/>
              <a:buNone/>
              <a:defRPr sz="5000"/>
            </a:lvl1pPr>
            <a:lvl2pPr lvl="1" rtl="0">
              <a:lnSpc>
                <a:spcPct val="100000"/>
              </a:lnSpc>
              <a:spcBef>
                <a:spcPts val="0"/>
              </a:spcBef>
              <a:spcAft>
                <a:spcPts val="0"/>
              </a:spcAft>
              <a:buSzPts val="5700"/>
              <a:buNone/>
              <a:defRPr sz="5700"/>
            </a:lvl2pPr>
            <a:lvl3pPr lvl="2" rtl="0">
              <a:lnSpc>
                <a:spcPct val="100000"/>
              </a:lnSpc>
              <a:spcBef>
                <a:spcPts val="0"/>
              </a:spcBef>
              <a:spcAft>
                <a:spcPts val="0"/>
              </a:spcAft>
              <a:buSzPts val="5700"/>
              <a:buNone/>
              <a:defRPr sz="5700"/>
            </a:lvl3pPr>
            <a:lvl4pPr lvl="3" rtl="0">
              <a:lnSpc>
                <a:spcPct val="100000"/>
              </a:lnSpc>
              <a:spcBef>
                <a:spcPts val="0"/>
              </a:spcBef>
              <a:spcAft>
                <a:spcPts val="0"/>
              </a:spcAft>
              <a:buSzPts val="5700"/>
              <a:buNone/>
              <a:defRPr sz="5700"/>
            </a:lvl4pPr>
            <a:lvl5pPr lvl="4" rtl="0">
              <a:lnSpc>
                <a:spcPct val="100000"/>
              </a:lnSpc>
              <a:spcBef>
                <a:spcPts val="0"/>
              </a:spcBef>
              <a:spcAft>
                <a:spcPts val="0"/>
              </a:spcAft>
              <a:buSzPts val="5700"/>
              <a:buNone/>
              <a:defRPr sz="5700"/>
            </a:lvl5pPr>
            <a:lvl6pPr lvl="5" rtl="0">
              <a:lnSpc>
                <a:spcPct val="100000"/>
              </a:lnSpc>
              <a:spcBef>
                <a:spcPts val="0"/>
              </a:spcBef>
              <a:spcAft>
                <a:spcPts val="0"/>
              </a:spcAft>
              <a:buSzPts val="5700"/>
              <a:buNone/>
              <a:defRPr sz="5700"/>
            </a:lvl6pPr>
            <a:lvl7pPr lvl="6" rtl="0">
              <a:lnSpc>
                <a:spcPct val="100000"/>
              </a:lnSpc>
              <a:spcBef>
                <a:spcPts val="0"/>
              </a:spcBef>
              <a:spcAft>
                <a:spcPts val="0"/>
              </a:spcAft>
              <a:buSzPts val="5700"/>
              <a:buNone/>
              <a:defRPr sz="5700"/>
            </a:lvl7pPr>
            <a:lvl8pPr lvl="7" rtl="0">
              <a:lnSpc>
                <a:spcPct val="100000"/>
              </a:lnSpc>
              <a:spcBef>
                <a:spcPts val="0"/>
              </a:spcBef>
              <a:spcAft>
                <a:spcPts val="0"/>
              </a:spcAft>
              <a:buSzPts val="5700"/>
              <a:buNone/>
              <a:defRPr sz="5700"/>
            </a:lvl8pPr>
            <a:lvl9pPr lvl="8" rtl="0">
              <a:lnSpc>
                <a:spcPct val="100000"/>
              </a:lnSpc>
              <a:spcBef>
                <a:spcPts val="0"/>
              </a:spcBef>
              <a:spcAft>
                <a:spcPts val="0"/>
              </a:spcAft>
              <a:buSzPts val="5700"/>
              <a:buNone/>
              <a:defRPr sz="5700"/>
            </a:lvl9pPr>
          </a:lstStyle>
          <a:p>
            <a:r>
              <a:t>xx%</a:t>
            </a:r>
          </a:p>
        </p:txBody>
      </p:sp>
      <p:sp>
        <p:nvSpPr>
          <p:cNvPr id="266" name="Google Shape;266;p13"/>
          <p:cNvSpPr txBox="1"/>
          <p:nvPr>
            <p:ph idx="4" type="subTitle"/>
          </p:nvPr>
        </p:nvSpPr>
        <p:spPr>
          <a:xfrm>
            <a:off x="1173575" y="8088503"/>
            <a:ext cx="3760800" cy="795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200"/>
              <a:buNone/>
              <a:defRPr>
                <a:solidFill>
                  <a:schemeClr val="dk1"/>
                </a:solidFill>
              </a:defRPr>
            </a:lvl1pPr>
            <a:lvl2pPr lvl="1" rtl="0">
              <a:lnSpc>
                <a:spcPct val="100000"/>
              </a:lnSpc>
              <a:spcBef>
                <a:spcPts val="0"/>
              </a:spcBef>
              <a:spcAft>
                <a:spcPts val="0"/>
              </a:spcAft>
              <a:buClr>
                <a:schemeClr val="dk1"/>
              </a:buClr>
              <a:buSzPts val="2200"/>
              <a:buNone/>
              <a:defRPr sz="2200">
                <a:solidFill>
                  <a:schemeClr val="dk1"/>
                </a:solidFill>
              </a:defRPr>
            </a:lvl2pPr>
            <a:lvl3pPr lvl="2" rtl="0">
              <a:lnSpc>
                <a:spcPct val="100000"/>
              </a:lnSpc>
              <a:spcBef>
                <a:spcPts val="0"/>
              </a:spcBef>
              <a:spcAft>
                <a:spcPts val="0"/>
              </a:spcAft>
              <a:buClr>
                <a:schemeClr val="dk1"/>
              </a:buClr>
              <a:buSzPts val="2200"/>
              <a:buNone/>
              <a:defRPr sz="2200">
                <a:solidFill>
                  <a:schemeClr val="dk1"/>
                </a:solidFill>
              </a:defRPr>
            </a:lvl3pPr>
            <a:lvl4pPr lvl="3" rtl="0">
              <a:lnSpc>
                <a:spcPct val="100000"/>
              </a:lnSpc>
              <a:spcBef>
                <a:spcPts val="0"/>
              </a:spcBef>
              <a:spcAft>
                <a:spcPts val="0"/>
              </a:spcAft>
              <a:buClr>
                <a:schemeClr val="dk1"/>
              </a:buClr>
              <a:buSzPts val="2200"/>
              <a:buNone/>
              <a:defRPr sz="2200">
                <a:solidFill>
                  <a:schemeClr val="dk1"/>
                </a:solidFill>
              </a:defRPr>
            </a:lvl4pPr>
            <a:lvl5pPr lvl="4" rtl="0">
              <a:lnSpc>
                <a:spcPct val="100000"/>
              </a:lnSpc>
              <a:spcBef>
                <a:spcPts val="0"/>
              </a:spcBef>
              <a:spcAft>
                <a:spcPts val="0"/>
              </a:spcAft>
              <a:buClr>
                <a:schemeClr val="dk1"/>
              </a:buClr>
              <a:buSzPts val="2200"/>
              <a:buNone/>
              <a:defRPr sz="2200">
                <a:solidFill>
                  <a:schemeClr val="dk1"/>
                </a:solidFill>
              </a:defRPr>
            </a:lvl5pPr>
            <a:lvl6pPr lvl="5" rtl="0">
              <a:lnSpc>
                <a:spcPct val="100000"/>
              </a:lnSpc>
              <a:spcBef>
                <a:spcPts val="0"/>
              </a:spcBef>
              <a:spcAft>
                <a:spcPts val="0"/>
              </a:spcAft>
              <a:buClr>
                <a:schemeClr val="dk1"/>
              </a:buClr>
              <a:buSzPts val="2200"/>
              <a:buNone/>
              <a:defRPr sz="2200">
                <a:solidFill>
                  <a:schemeClr val="dk1"/>
                </a:solidFill>
              </a:defRPr>
            </a:lvl6pPr>
            <a:lvl7pPr lvl="6" rtl="0">
              <a:lnSpc>
                <a:spcPct val="100000"/>
              </a:lnSpc>
              <a:spcBef>
                <a:spcPts val="0"/>
              </a:spcBef>
              <a:spcAft>
                <a:spcPts val="0"/>
              </a:spcAft>
              <a:buClr>
                <a:schemeClr val="dk1"/>
              </a:buClr>
              <a:buSzPts val="2200"/>
              <a:buNone/>
              <a:defRPr sz="2200">
                <a:solidFill>
                  <a:schemeClr val="dk1"/>
                </a:solidFill>
              </a:defRPr>
            </a:lvl7pPr>
            <a:lvl8pPr lvl="7" rtl="0">
              <a:lnSpc>
                <a:spcPct val="100000"/>
              </a:lnSpc>
              <a:spcBef>
                <a:spcPts val="0"/>
              </a:spcBef>
              <a:spcAft>
                <a:spcPts val="0"/>
              </a:spcAft>
              <a:buClr>
                <a:schemeClr val="dk1"/>
              </a:buClr>
              <a:buSzPts val="2200"/>
              <a:buNone/>
              <a:defRPr sz="2200">
                <a:solidFill>
                  <a:schemeClr val="dk1"/>
                </a:solidFill>
              </a:defRPr>
            </a:lvl8pPr>
            <a:lvl9pPr lvl="8" rtl="0">
              <a:lnSpc>
                <a:spcPct val="100000"/>
              </a:lnSpc>
              <a:spcBef>
                <a:spcPts val="0"/>
              </a:spcBef>
              <a:spcAft>
                <a:spcPts val="0"/>
              </a:spcAft>
              <a:buClr>
                <a:schemeClr val="dk1"/>
              </a:buClr>
              <a:buSzPts val="2200"/>
              <a:buNone/>
              <a:defRPr sz="2200">
                <a:solidFill>
                  <a:schemeClr val="dk1"/>
                </a:solidFill>
              </a:defRPr>
            </a:lvl9pPr>
          </a:lstStyle>
          <a:p/>
        </p:txBody>
      </p:sp>
      <p:sp>
        <p:nvSpPr>
          <p:cNvPr id="267" name="Google Shape;267;p13"/>
          <p:cNvSpPr txBox="1"/>
          <p:nvPr>
            <p:ph idx="5" type="subTitle"/>
          </p:nvPr>
        </p:nvSpPr>
        <p:spPr>
          <a:xfrm>
            <a:off x="1173563" y="7458350"/>
            <a:ext cx="3760800" cy="757800"/>
          </a:xfrm>
          <a:prstGeom prst="rect">
            <a:avLst/>
          </a:prstGeom>
        </p:spPr>
        <p:txBody>
          <a:bodyPr anchorCtr="0" anchor="b" bIns="91425" lIns="91425" spcFirstLastPara="1" rIns="91425" wrap="square" tIns="91425">
            <a:noAutofit/>
          </a:bodyPr>
          <a:lstStyle>
            <a:lvl1pPr lvl="0" rtl="0" algn="ctr">
              <a:spcBef>
                <a:spcPts val="0"/>
              </a:spcBef>
              <a:spcAft>
                <a:spcPts val="0"/>
              </a:spcAft>
              <a:buClr>
                <a:schemeClr val="dk1"/>
              </a:buClr>
              <a:buSzPts val="3100"/>
              <a:buFont typeface="Bebas Neue"/>
              <a:buNone/>
              <a:defRPr sz="4600">
                <a:solidFill>
                  <a:schemeClr val="dk2"/>
                </a:solidFill>
                <a:latin typeface="Ranchers"/>
                <a:ea typeface="Ranchers"/>
                <a:cs typeface="Ranchers"/>
                <a:sym typeface="Ranchers"/>
              </a:defRPr>
            </a:lvl1pPr>
            <a:lvl2pPr lvl="1" rtl="0">
              <a:lnSpc>
                <a:spcPct val="100000"/>
              </a:lnSpc>
              <a:spcBef>
                <a:spcPts val="0"/>
              </a:spcBef>
              <a:spcAft>
                <a:spcPts val="0"/>
              </a:spcAft>
              <a:buClr>
                <a:schemeClr val="dk1"/>
              </a:buClr>
              <a:buSzPts val="3100"/>
              <a:buFont typeface="Bebas Neue"/>
              <a:buNone/>
              <a:defRPr sz="31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3100"/>
              <a:buFont typeface="Bebas Neue"/>
              <a:buNone/>
              <a:defRPr sz="31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3100"/>
              <a:buFont typeface="Bebas Neue"/>
              <a:buNone/>
              <a:defRPr sz="31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3100"/>
              <a:buFont typeface="Bebas Neue"/>
              <a:buNone/>
              <a:defRPr sz="31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3100"/>
              <a:buFont typeface="Bebas Neue"/>
              <a:buNone/>
              <a:defRPr sz="31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3100"/>
              <a:buFont typeface="Bebas Neue"/>
              <a:buNone/>
              <a:defRPr sz="31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3100"/>
              <a:buFont typeface="Bebas Neue"/>
              <a:buNone/>
              <a:defRPr sz="31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3100"/>
              <a:buFont typeface="Bebas Neue"/>
              <a:buNone/>
              <a:defRPr sz="3100">
                <a:solidFill>
                  <a:schemeClr val="dk1"/>
                </a:solidFill>
                <a:latin typeface="Bebas Neue"/>
                <a:ea typeface="Bebas Neue"/>
                <a:cs typeface="Bebas Neue"/>
                <a:sym typeface="Bebas Neue"/>
              </a:defRPr>
            </a:lvl9pPr>
          </a:lstStyle>
          <a:p/>
        </p:txBody>
      </p:sp>
      <p:sp>
        <p:nvSpPr>
          <p:cNvPr id="268" name="Google Shape;268;p13"/>
          <p:cNvSpPr txBox="1"/>
          <p:nvPr>
            <p:ph hasCustomPrompt="1" idx="6" type="title"/>
          </p:nvPr>
        </p:nvSpPr>
        <p:spPr>
          <a:xfrm>
            <a:off x="2485325" y="6236541"/>
            <a:ext cx="1137300" cy="7596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5700"/>
              <a:buNone/>
              <a:defRPr sz="5000"/>
            </a:lvl1pPr>
            <a:lvl2pPr lvl="1" rtl="0">
              <a:lnSpc>
                <a:spcPct val="100000"/>
              </a:lnSpc>
              <a:spcBef>
                <a:spcPts val="0"/>
              </a:spcBef>
              <a:spcAft>
                <a:spcPts val="0"/>
              </a:spcAft>
              <a:buSzPts val="5700"/>
              <a:buNone/>
              <a:defRPr sz="5700"/>
            </a:lvl2pPr>
            <a:lvl3pPr lvl="2" rtl="0">
              <a:lnSpc>
                <a:spcPct val="100000"/>
              </a:lnSpc>
              <a:spcBef>
                <a:spcPts val="0"/>
              </a:spcBef>
              <a:spcAft>
                <a:spcPts val="0"/>
              </a:spcAft>
              <a:buSzPts val="5700"/>
              <a:buNone/>
              <a:defRPr sz="5700"/>
            </a:lvl3pPr>
            <a:lvl4pPr lvl="3" rtl="0">
              <a:lnSpc>
                <a:spcPct val="100000"/>
              </a:lnSpc>
              <a:spcBef>
                <a:spcPts val="0"/>
              </a:spcBef>
              <a:spcAft>
                <a:spcPts val="0"/>
              </a:spcAft>
              <a:buSzPts val="5700"/>
              <a:buNone/>
              <a:defRPr sz="5700"/>
            </a:lvl4pPr>
            <a:lvl5pPr lvl="4" rtl="0">
              <a:lnSpc>
                <a:spcPct val="100000"/>
              </a:lnSpc>
              <a:spcBef>
                <a:spcPts val="0"/>
              </a:spcBef>
              <a:spcAft>
                <a:spcPts val="0"/>
              </a:spcAft>
              <a:buSzPts val="5700"/>
              <a:buNone/>
              <a:defRPr sz="5700"/>
            </a:lvl5pPr>
            <a:lvl6pPr lvl="5" rtl="0">
              <a:lnSpc>
                <a:spcPct val="100000"/>
              </a:lnSpc>
              <a:spcBef>
                <a:spcPts val="0"/>
              </a:spcBef>
              <a:spcAft>
                <a:spcPts val="0"/>
              </a:spcAft>
              <a:buSzPts val="5700"/>
              <a:buNone/>
              <a:defRPr sz="5700"/>
            </a:lvl6pPr>
            <a:lvl7pPr lvl="6" rtl="0">
              <a:lnSpc>
                <a:spcPct val="100000"/>
              </a:lnSpc>
              <a:spcBef>
                <a:spcPts val="0"/>
              </a:spcBef>
              <a:spcAft>
                <a:spcPts val="0"/>
              </a:spcAft>
              <a:buSzPts val="5700"/>
              <a:buNone/>
              <a:defRPr sz="5700"/>
            </a:lvl7pPr>
            <a:lvl8pPr lvl="7" rtl="0">
              <a:lnSpc>
                <a:spcPct val="100000"/>
              </a:lnSpc>
              <a:spcBef>
                <a:spcPts val="0"/>
              </a:spcBef>
              <a:spcAft>
                <a:spcPts val="0"/>
              </a:spcAft>
              <a:buSzPts val="5700"/>
              <a:buNone/>
              <a:defRPr sz="5700"/>
            </a:lvl8pPr>
            <a:lvl9pPr lvl="8" rtl="0">
              <a:lnSpc>
                <a:spcPct val="100000"/>
              </a:lnSpc>
              <a:spcBef>
                <a:spcPts val="0"/>
              </a:spcBef>
              <a:spcAft>
                <a:spcPts val="0"/>
              </a:spcAft>
              <a:buSzPts val="5700"/>
              <a:buNone/>
              <a:defRPr sz="5700"/>
            </a:lvl9pPr>
          </a:lstStyle>
          <a:p>
            <a:r>
              <a:t>xx%</a:t>
            </a:r>
          </a:p>
        </p:txBody>
      </p:sp>
      <p:sp>
        <p:nvSpPr>
          <p:cNvPr id="269" name="Google Shape;269;p13"/>
          <p:cNvSpPr txBox="1"/>
          <p:nvPr>
            <p:ph idx="7" type="subTitle"/>
          </p:nvPr>
        </p:nvSpPr>
        <p:spPr>
          <a:xfrm>
            <a:off x="5352644" y="4749727"/>
            <a:ext cx="3760800" cy="795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200"/>
              <a:buNone/>
              <a:defRPr>
                <a:solidFill>
                  <a:schemeClr val="dk1"/>
                </a:solidFill>
              </a:defRPr>
            </a:lvl1pPr>
            <a:lvl2pPr lvl="1" rtl="0">
              <a:lnSpc>
                <a:spcPct val="100000"/>
              </a:lnSpc>
              <a:spcBef>
                <a:spcPts val="0"/>
              </a:spcBef>
              <a:spcAft>
                <a:spcPts val="0"/>
              </a:spcAft>
              <a:buClr>
                <a:schemeClr val="dk1"/>
              </a:buClr>
              <a:buSzPts val="2200"/>
              <a:buNone/>
              <a:defRPr sz="2200">
                <a:solidFill>
                  <a:schemeClr val="dk1"/>
                </a:solidFill>
              </a:defRPr>
            </a:lvl2pPr>
            <a:lvl3pPr lvl="2" rtl="0">
              <a:lnSpc>
                <a:spcPct val="100000"/>
              </a:lnSpc>
              <a:spcBef>
                <a:spcPts val="0"/>
              </a:spcBef>
              <a:spcAft>
                <a:spcPts val="0"/>
              </a:spcAft>
              <a:buClr>
                <a:schemeClr val="dk1"/>
              </a:buClr>
              <a:buSzPts val="2200"/>
              <a:buNone/>
              <a:defRPr sz="2200">
                <a:solidFill>
                  <a:schemeClr val="dk1"/>
                </a:solidFill>
              </a:defRPr>
            </a:lvl3pPr>
            <a:lvl4pPr lvl="3" rtl="0">
              <a:lnSpc>
                <a:spcPct val="100000"/>
              </a:lnSpc>
              <a:spcBef>
                <a:spcPts val="0"/>
              </a:spcBef>
              <a:spcAft>
                <a:spcPts val="0"/>
              </a:spcAft>
              <a:buClr>
                <a:schemeClr val="dk1"/>
              </a:buClr>
              <a:buSzPts val="2200"/>
              <a:buNone/>
              <a:defRPr sz="2200">
                <a:solidFill>
                  <a:schemeClr val="dk1"/>
                </a:solidFill>
              </a:defRPr>
            </a:lvl4pPr>
            <a:lvl5pPr lvl="4" rtl="0">
              <a:lnSpc>
                <a:spcPct val="100000"/>
              </a:lnSpc>
              <a:spcBef>
                <a:spcPts val="0"/>
              </a:spcBef>
              <a:spcAft>
                <a:spcPts val="0"/>
              </a:spcAft>
              <a:buClr>
                <a:schemeClr val="dk1"/>
              </a:buClr>
              <a:buSzPts val="2200"/>
              <a:buNone/>
              <a:defRPr sz="2200">
                <a:solidFill>
                  <a:schemeClr val="dk1"/>
                </a:solidFill>
              </a:defRPr>
            </a:lvl5pPr>
            <a:lvl6pPr lvl="5" rtl="0">
              <a:lnSpc>
                <a:spcPct val="100000"/>
              </a:lnSpc>
              <a:spcBef>
                <a:spcPts val="0"/>
              </a:spcBef>
              <a:spcAft>
                <a:spcPts val="0"/>
              </a:spcAft>
              <a:buClr>
                <a:schemeClr val="dk1"/>
              </a:buClr>
              <a:buSzPts val="2200"/>
              <a:buNone/>
              <a:defRPr sz="2200">
                <a:solidFill>
                  <a:schemeClr val="dk1"/>
                </a:solidFill>
              </a:defRPr>
            </a:lvl6pPr>
            <a:lvl7pPr lvl="6" rtl="0">
              <a:lnSpc>
                <a:spcPct val="100000"/>
              </a:lnSpc>
              <a:spcBef>
                <a:spcPts val="0"/>
              </a:spcBef>
              <a:spcAft>
                <a:spcPts val="0"/>
              </a:spcAft>
              <a:buClr>
                <a:schemeClr val="dk1"/>
              </a:buClr>
              <a:buSzPts val="2200"/>
              <a:buNone/>
              <a:defRPr sz="2200">
                <a:solidFill>
                  <a:schemeClr val="dk1"/>
                </a:solidFill>
              </a:defRPr>
            </a:lvl7pPr>
            <a:lvl8pPr lvl="7" rtl="0">
              <a:lnSpc>
                <a:spcPct val="100000"/>
              </a:lnSpc>
              <a:spcBef>
                <a:spcPts val="0"/>
              </a:spcBef>
              <a:spcAft>
                <a:spcPts val="0"/>
              </a:spcAft>
              <a:buClr>
                <a:schemeClr val="dk1"/>
              </a:buClr>
              <a:buSzPts val="2200"/>
              <a:buNone/>
              <a:defRPr sz="2200">
                <a:solidFill>
                  <a:schemeClr val="dk1"/>
                </a:solidFill>
              </a:defRPr>
            </a:lvl8pPr>
            <a:lvl9pPr lvl="8" rtl="0">
              <a:lnSpc>
                <a:spcPct val="100000"/>
              </a:lnSpc>
              <a:spcBef>
                <a:spcPts val="0"/>
              </a:spcBef>
              <a:spcAft>
                <a:spcPts val="0"/>
              </a:spcAft>
              <a:buClr>
                <a:schemeClr val="dk1"/>
              </a:buClr>
              <a:buSzPts val="2200"/>
              <a:buNone/>
              <a:defRPr sz="2200">
                <a:solidFill>
                  <a:schemeClr val="dk1"/>
                </a:solidFill>
              </a:defRPr>
            </a:lvl9pPr>
          </a:lstStyle>
          <a:p/>
        </p:txBody>
      </p:sp>
      <p:sp>
        <p:nvSpPr>
          <p:cNvPr id="270" name="Google Shape;270;p13"/>
          <p:cNvSpPr txBox="1"/>
          <p:nvPr>
            <p:ph idx="8" type="subTitle"/>
          </p:nvPr>
        </p:nvSpPr>
        <p:spPr>
          <a:xfrm>
            <a:off x="5352638" y="4105050"/>
            <a:ext cx="3760800" cy="7596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3100"/>
              <a:buFont typeface="Bebas Neue"/>
              <a:buNone/>
              <a:defRPr sz="4600">
                <a:solidFill>
                  <a:schemeClr val="dk2"/>
                </a:solidFill>
                <a:latin typeface="Ranchers"/>
                <a:ea typeface="Ranchers"/>
                <a:cs typeface="Ranchers"/>
                <a:sym typeface="Ranchers"/>
              </a:defRPr>
            </a:lvl1pPr>
            <a:lvl2pPr lvl="1" rtl="0">
              <a:lnSpc>
                <a:spcPct val="100000"/>
              </a:lnSpc>
              <a:spcBef>
                <a:spcPts val="0"/>
              </a:spcBef>
              <a:spcAft>
                <a:spcPts val="0"/>
              </a:spcAft>
              <a:buClr>
                <a:schemeClr val="dk1"/>
              </a:buClr>
              <a:buSzPts val="3100"/>
              <a:buFont typeface="Bebas Neue"/>
              <a:buNone/>
              <a:defRPr sz="31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3100"/>
              <a:buFont typeface="Bebas Neue"/>
              <a:buNone/>
              <a:defRPr sz="31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3100"/>
              <a:buFont typeface="Bebas Neue"/>
              <a:buNone/>
              <a:defRPr sz="31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3100"/>
              <a:buFont typeface="Bebas Neue"/>
              <a:buNone/>
              <a:defRPr sz="31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3100"/>
              <a:buFont typeface="Bebas Neue"/>
              <a:buNone/>
              <a:defRPr sz="31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3100"/>
              <a:buFont typeface="Bebas Neue"/>
              <a:buNone/>
              <a:defRPr sz="31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3100"/>
              <a:buFont typeface="Bebas Neue"/>
              <a:buNone/>
              <a:defRPr sz="31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3100"/>
              <a:buFont typeface="Bebas Neue"/>
              <a:buNone/>
              <a:defRPr sz="3100">
                <a:solidFill>
                  <a:schemeClr val="dk1"/>
                </a:solidFill>
                <a:latin typeface="Bebas Neue"/>
                <a:ea typeface="Bebas Neue"/>
                <a:cs typeface="Bebas Neue"/>
                <a:sym typeface="Bebas Neue"/>
              </a:defRPr>
            </a:lvl9pPr>
          </a:lstStyle>
          <a:p/>
        </p:txBody>
      </p:sp>
      <p:sp>
        <p:nvSpPr>
          <p:cNvPr id="271" name="Google Shape;271;p13"/>
          <p:cNvSpPr txBox="1"/>
          <p:nvPr>
            <p:ph hasCustomPrompt="1" idx="9" type="title"/>
          </p:nvPr>
        </p:nvSpPr>
        <p:spPr>
          <a:xfrm>
            <a:off x="6664400" y="2887341"/>
            <a:ext cx="1137300" cy="7596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5700"/>
              <a:buNone/>
              <a:defRPr sz="5000"/>
            </a:lvl1pPr>
            <a:lvl2pPr lvl="1" rtl="0">
              <a:lnSpc>
                <a:spcPct val="100000"/>
              </a:lnSpc>
              <a:spcBef>
                <a:spcPts val="0"/>
              </a:spcBef>
              <a:spcAft>
                <a:spcPts val="0"/>
              </a:spcAft>
              <a:buSzPts val="5700"/>
              <a:buNone/>
              <a:defRPr sz="5700"/>
            </a:lvl2pPr>
            <a:lvl3pPr lvl="2" rtl="0">
              <a:lnSpc>
                <a:spcPct val="100000"/>
              </a:lnSpc>
              <a:spcBef>
                <a:spcPts val="0"/>
              </a:spcBef>
              <a:spcAft>
                <a:spcPts val="0"/>
              </a:spcAft>
              <a:buSzPts val="5700"/>
              <a:buNone/>
              <a:defRPr sz="5700"/>
            </a:lvl3pPr>
            <a:lvl4pPr lvl="3" rtl="0">
              <a:lnSpc>
                <a:spcPct val="100000"/>
              </a:lnSpc>
              <a:spcBef>
                <a:spcPts val="0"/>
              </a:spcBef>
              <a:spcAft>
                <a:spcPts val="0"/>
              </a:spcAft>
              <a:buSzPts val="5700"/>
              <a:buNone/>
              <a:defRPr sz="5700"/>
            </a:lvl4pPr>
            <a:lvl5pPr lvl="4" rtl="0">
              <a:lnSpc>
                <a:spcPct val="100000"/>
              </a:lnSpc>
              <a:spcBef>
                <a:spcPts val="0"/>
              </a:spcBef>
              <a:spcAft>
                <a:spcPts val="0"/>
              </a:spcAft>
              <a:buSzPts val="5700"/>
              <a:buNone/>
              <a:defRPr sz="5700"/>
            </a:lvl5pPr>
            <a:lvl6pPr lvl="5" rtl="0">
              <a:lnSpc>
                <a:spcPct val="100000"/>
              </a:lnSpc>
              <a:spcBef>
                <a:spcPts val="0"/>
              </a:spcBef>
              <a:spcAft>
                <a:spcPts val="0"/>
              </a:spcAft>
              <a:buSzPts val="5700"/>
              <a:buNone/>
              <a:defRPr sz="5700"/>
            </a:lvl6pPr>
            <a:lvl7pPr lvl="6" rtl="0">
              <a:lnSpc>
                <a:spcPct val="100000"/>
              </a:lnSpc>
              <a:spcBef>
                <a:spcPts val="0"/>
              </a:spcBef>
              <a:spcAft>
                <a:spcPts val="0"/>
              </a:spcAft>
              <a:buSzPts val="5700"/>
              <a:buNone/>
              <a:defRPr sz="5700"/>
            </a:lvl7pPr>
            <a:lvl8pPr lvl="7" rtl="0">
              <a:lnSpc>
                <a:spcPct val="100000"/>
              </a:lnSpc>
              <a:spcBef>
                <a:spcPts val="0"/>
              </a:spcBef>
              <a:spcAft>
                <a:spcPts val="0"/>
              </a:spcAft>
              <a:buSzPts val="5700"/>
              <a:buNone/>
              <a:defRPr sz="5700"/>
            </a:lvl8pPr>
            <a:lvl9pPr lvl="8" rtl="0">
              <a:lnSpc>
                <a:spcPct val="100000"/>
              </a:lnSpc>
              <a:spcBef>
                <a:spcPts val="0"/>
              </a:spcBef>
              <a:spcAft>
                <a:spcPts val="0"/>
              </a:spcAft>
              <a:buSzPts val="5700"/>
              <a:buNone/>
              <a:defRPr sz="5700"/>
            </a:lvl9pPr>
          </a:lstStyle>
          <a:p>
            <a:r>
              <a:t>xx%</a:t>
            </a:r>
          </a:p>
        </p:txBody>
      </p:sp>
      <p:sp>
        <p:nvSpPr>
          <p:cNvPr id="272" name="Google Shape;272;p13"/>
          <p:cNvSpPr txBox="1"/>
          <p:nvPr>
            <p:ph idx="13" type="subTitle"/>
          </p:nvPr>
        </p:nvSpPr>
        <p:spPr>
          <a:xfrm>
            <a:off x="5352650" y="8088502"/>
            <a:ext cx="3760800" cy="795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200"/>
              <a:buNone/>
              <a:defRPr>
                <a:solidFill>
                  <a:schemeClr val="dk1"/>
                </a:solidFill>
              </a:defRPr>
            </a:lvl1pPr>
            <a:lvl2pPr lvl="1" rtl="0">
              <a:lnSpc>
                <a:spcPct val="100000"/>
              </a:lnSpc>
              <a:spcBef>
                <a:spcPts val="0"/>
              </a:spcBef>
              <a:spcAft>
                <a:spcPts val="0"/>
              </a:spcAft>
              <a:buClr>
                <a:schemeClr val="dk1"/>
              </a:buClr>
              <a:buSzPts val="2200"/>
              <a:buNone/>
              <a:defRPr sz="2200">
                <a:solidFill>
                  <a:schemeClr val="dk1"/>
                </a:solidFill>
              </a:defRPr>
            </a:lvl2pPr>
            <a:lvl3pPr lvl="2" rtl="0">
              <a:lnSpc>
                <a:spcPct val="100000"/>
              </a:lnSpc>
              <a:spcBef>
                <a:spcPts val="0"/>
              </a:spcBef>
              <a:spcAft>
                <a:spcPts val="0"/>
              </a:spcAft>
              <a:buClr>
                <a:schemeClr val="dk1"/>
              </a:buClr>
              <a:buSzPts val="2200"/>
              <a:buNone/>
              <a:defRPr sz="2200">
                <a:solidFill>
                  <a:schemeClr val="dk1"/>
                </a:solidFill>
              </a:defRPr>
            </a:lvl3pPr>
            <a:lvl4pPr lvl="3" rtl="0">
              <a:lnSpc>
                <a:spcPct val="100000"/>
              </a:lnSpc>
              <a:spcBef>
                <a:spcPts val="0"/>
              </a:spcBef>
              <a:spcAft>
                <a:spcPts val="0"/>
              </a:spcAft>
              <a:buClr>
                <a:schemeClr val="dk1"/>
              </a:buClr>
              <a:buSzPts val="2200"/>
              <a:buNone/>
              <a:defRPr sz="2200">
                <a:solidFill>
                  <a:schemeClr val="dk1"/>
                </a:solidFill>
              </a:defRPr>
            </a:lvl4pPr>
            <a:lvl5pPr lvl="4" rtl="0">
              <a:lnSpc>
                <a:spcPct val="100000"/>
              </a:lnSpc>
              <a:spcBef>
                <a:spcPts val="0"/>
              </a:spcBef>
              <a:spcAft>
                <a:spcPts val="0"/>
              </a:spcAft>
              <a:buClr>
                <a:schemeClr val="dk1"/>
              </a:buClr>
              <a:buSzPts val="2200"/>
              <a:buNone/>
              <a:defRPr sz="2200">
                <a:solidFill>
                  <a:schemeClr val="dk1"/>
                </a:solidFill>
              </a:defRPr>
            </a:lvl5pPr>
            <a:lvl6pPr lvl="5" rtl="0">
              <a:lnSpc>
                <a:spcPct val="100000"/>
              </a:lnSpc>
              <a:spcBef>
                <a:spcPts val="0"/>
              </a:spcBef>
              <a:spcAft>
                <a:spcPts val="0"/>
              </a:spcAft>
              <a:buClr>
                <a:schemeClr val="dk1"/>
              </a:buClr>
              <a:buSzPts val="2200"/>
              <a:buNone/>
              <a:defRPr sz="2200">
                <a:solidFill>
                  <a:schemeClr val="dk1"/>
                </a:solidFill>
              </a:defRPr>
            </a:lvl6pPr>
            <a:lvl7pPr lvl="6" rtl="0">
              <a:lnSpc>
                <a:spcPct val="100000"/>
              </a:lnSpc>
              <a:spcBef>
                <a:spcPts val="0"/>
              </a:spcBef>
              <a:spcAft>
                <a:spcPts val="0"/>
              </a:spcAft>
              <a:buClr>
                <a:schemeClr val="dk1"/>
              </a:buClr>
              <a:buSzPts val="2200"/>
              <a:buNone/>
              <a:defRPr sz="2200">
                <a:solidFill>
                  <a:schemeClr val="dk1"/>
                </a:solidFill>
              </a:defRPr>
            </a:lvl7pPr>
            <a:lvl8pPr lvl="7" rtl="0">
              <a:lnSpc>
                <a:spcPct val="100000"/>
              </a:lnSpc>
              <a:spcBef>
                <a:spcPts val="0"/>
              </a:spcBef>
              <a:spcAft>
                <a:spcPts val="0"/>
              </a:spcAft>
              <a:buClr>
                <a:schemeClr val="dk1"/>
              </a:buClr>
              <a:buSzPts val="2200"/>
              <a:buNone/>
              <a:defRPr sz="2200">
                <a:solidFill>
                  <a:schemeClr val="dk1"/>
                </a:solidFill>
              </a:defRPr>
            </a:lvl8pPr>
            <a:lvl9pPr lvl="8" rtl="0">
              <a:lnSpc>
                <a:spcPct val="100000"/>
              </a:lnSpc>
              <a:spcBef>
                <a:spcPts val="0"/>
              </a:spcBef>
              <a:spcAft>
                <a:spcPts val="0"/>
              </a:spcAft>
              <a:buClr>
                <a:schemeClr val="dk1"/>
              </a:buClr>
              <a:buSzPts val="2200"/>
              <a:buNone/>
              <a:defRPr sz="2200">
                <a:solidFill>
                  <a:schemeClr val="dk1"/>
                </a:solidFill>
              </a:defRPr>
            </a:lvl9pPr>
          </a:lstStyle>
          <a:p/>
        </p:txBody>
      </p:sp>
      <p:sp>
        <p:nvSpPr>
          <p:cNvPr id="273" name="Google Shape;273;p13"/>
          <p:cNvSpPr txBox="1"/>
          <p:nvPr>
            <p:ph idx="14" type="subTitle"/>
          </p:nvPr>
        </p:nvSpPr>
        <p:spPr>
          <a:xfrm>
            <a:off x="5352638" y="7456500"/>
            <a:ext cx="3760800" cy="757800"/>
          </a:xfrm>
          <a:prstGeom prst="rect">
            <a:avLst/>
          </a:prstGeom>
        </p:spPr>
        <p:txBody>
          <a:bodyPr anchorCtr="0" anchor="b" bIns="91425" lIns="91425" spcFirstLastPara="1" rIns="91425" wrap="square" tIns="91425">
            <a:noAutofit/>
          </a:bodyPr>
          <a:lstStyle>
            <a:lvl1pPr lvl="0" rtl="0" algn="ctr">
              <a:spcBef>
                <a:spcPts val="0"/>
              </a:spcBef>
              <a:spcAft>
                <a:spcPts val="0"/>
              </a:spcAft>
              <a:buClr>
                <a:schemeClr val="dk1"/>
              </a:buClr>
              <a:buSzPts val="3100"/>
              <a:buFont typeface="Bebas Neue"/>
              <a:buNone/>
              <a:defRPr sz="4600">
                <a:solidFill>
                  <a:schemeClr val="dk2"/>
                </a:solidFill>
                <a:latin typeface="Ranchers"/>
                <a:ea typeface="Ranchers"/>
                <a:cs typeface="Ranchers"/>
                <a:sym typeface="Ranchers"/>
              </a:defRPr>
            </a:lvl1pPr>
            <a:lvl2pPr lvl="1" rtl="0">
              <a:lnSpc>
                <a:spcPct val="100000"/>
              </a:lnSpc>
              <a:spcBef>
                <a:spcPts val="0"/>
              </a:spcBef>
              <a:spcAft>
                <a:spcPts val="0"/>
              </a:spcAft>
              <a:buClr>
                <a:schemeClr val="dk1"/>
              </a:buClr>
              <a:buSzPts val="3100"/>
              <a:buFont typeface="Bebas Neue"/>
              <a:buNone/>
              <a:defRPr sz="31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3100"/>
              <a:buFont typeface="Bebas Neue"/>
              <a:buNone/>
              <a:defRPr sz="31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3100"/>
              <a:buFont typeface="Bebas Neue"/>
              <a:buNone/>
              <a:defRPr sz="31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3100"/>
              <a:buFont typeface="Bebas Neue"/>
              <a:buNone/>
              <a:defRPr sz="31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3100"/>
              <a:buFont typeface="Bebas Neue"/>
              <a:buNone/>
              <a:defRPr sz="31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3100"/>
              <a:buFont typeface="Bebas Neue"/>
              <a:buNone/>
              <a:defRPr sz="31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3100"/>
              <a:buFont typeface="Bebas Neue"/>
              <a:buNone/>
              <a:defRPr sz="31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3100"/>
              <a:buFont typeface="Bebas Neue"/>
              <a:buNone/>
              <a:defRPr sz="3100">
                <a:solidFill>
                  <a:schemeClr val="dk1"/>
                </a:solidFill>
                <a:latin typeface="Bebas Neue"/>
                <a:ea typeface="Bebas Neue"/>
                <a:cs typeface="Bebas Neue"/>
                <a:sym typeface="Bebas Neue"/>
              </a:defRPr>
            </a:lvl9pPr>
          </a:lstStyle>
          <a:p/>
        </p:txBody>
      </p:sp>
      <p:sp>
        <p:nvSpPr>
          <p:cNvPr id="274" name="Google Shape;274;p13"/>
          <p:cNvSpPr txBox="1"/>
          <p:nvPr>
            <p:ph hasCustomPrompt="1" idx="15" type="title"/>
          </p:nvPr>
        </p:nvSpPr>
        <p:spPr>
          <a:xfrm>
            <a:off x="6664400" y="6236542"/>
            <a:ext cx="1137300" cy="7596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5700"/>
              <a:buNone/>
              <a:defRPr sz="5000"/>
            </a:lvl1pPr>
            <a:lvl2pPr lvl="1" rtl="0">
              <a:lnSpc>
                <a:spcPct val="100000"/>
              </a:lnSpc>
              <a:spcBef>
                <a:spcPts val="0"/>
              </a:spcBef>
              <a:spcAft>
                <a:spcPts val="0"/>
              </a:spcAft>
              <a:buSzPts val="5700"/>
              <a:buNone/>
              <a:defRPr sz="5700"/>
            </a:lvl2pPr>
            <a:lvl3pPr lvl="2" rtl="0">
              <a:lnSpc>
                <a:spcPct val="100000"/>
              </a:lnSpc>
              <a:spcBef>
                <a:spcPts val="0"/>
              </a:spcBef>
              <a:spcAft>
                <a:spcPts val="0"/>
              </a:spcAft>
              <a:buSzPts val="5700"/>
              <a:buNone/>
              <a:defRPr sz="5700"/>
            </a:lvl3pPr>
            <a:lvl4pPr lvl="3" rtl="0">
              <a:lnSpc>
                <a:spcPct val="100000"/>
              </a:lnSpc>
              <a:spcBef>
                <a:spcPts val="0"/>
              </a:spcBef>
              <a:spcAft>
                <a:spcPts val="0"/>
              </a:spcAft>
              <a:buSzPts val="5700"/>
              <a:buNone/>
              <a:defRPr sz="5700"/>
            </a:lvl4pPr>
            <a:lvl5pPr lvl="4" rtl="0">
              <a:lnSpc>
                <a:spcPct val="100000"/>
              </a:lnSpc>
              <a:spcBef>
                <a:spcPts val="0"/>
              </a:spcBef>
              <a:spcAft>
                <a:spcPts val="0"/>
              </a:spcAft>
              <a:buSzPts val="5700"/>
              <a:buNone/>
              <a:defRPr sz="5700"/>
            </a:lvl5pPr>
            <a:lvl6pPr lvl="5" rtl="0">
              <a:lnSpc>
                <a:spcPct val="100000"/>
              </a:lnSpc>
              <a:spcBef>
                <a:spcPts val="0"/>
              </a:spcBef>
              <a:spcAft>
                <a:spcPts val="0"/>
              </a:spcAft>
              <a:buSzPts val="5700"/>
              <a:buNone/>
              <a:defRPr sz="5700"/>
            </a:lvl6pPr>
            <a:lvl7pPr lvl="6" rtl="0">
              <a:lnSpc>
                <a:spcPct val="100000"/>
              </a:lnSpc>
              <a:spcBef>
                <a:spcPts val="0"/>
              </a:spcBef>
              <a:spcAft>
                <a:spcPts val="0"/>
              </a:spcAft>
              <a:buSzPts val="5700"/>
              <a:buNone/>
              <a:defRPr sz="5700"/>
            </a:lvl7pPr>
            <a:lvl8pPr lvl="7" rtl="0">
              <a:lnSpc>
                <a:spcPct val="100000"/>
              </a:lnSpc>
              <a:spcBef>
                <a:spcPts val="0"/>
              </a:spcBef>
              <a:spcAft>
                <a:spcPts val="0"/>
              </a:spcAft>
              <a:buSzPts val="5700"/>
              <a:buNone/>
              <a:defRPr sz="5700"/>
            </a:lvl8pPr>
            <a:lvl9pPr lvl="8" rtl="0">
              <a:lnSpc>
                <a:spcPct val="100000"/>
              </a:lnSpc>
              <a:spcBef>
                <a:spcPts val="0"/>
              </a:spcBef>
              <a:spcAft>
                <a:spcPts val="0"/>
              </a:spcAft>
              <a:buSzPts val="5700"/>
              <a:buNone/>
              <a:defRPr sz="5700"/>
            </a:lvl9pPr>
          </a:lstStyle>
          <a:p>
            <a:r>
              <a:t>xx%</a:t>
            </a:r>
          </a:p>
        </p:txBody>
      </p:sp>
      <p:sp>
        <p:nvSpPr>
          <p:cNvPr id="275" name="Google Shape;275;p13"/>
          <p:cNvSpPr/>
          <p:nvPr/>
        </p:nvSpPr>
        <p:spPr>
          <a:xfrm rot="10800000">
            <a:off x="1280411" y="9598373"/>
            <a:ext cx="233400" cy="233400"/>
          </a:xfrm>
          <a:prstGeom prst="ellipse">
            <a:avLst/>
          </a:pr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13"/>
          <p:cNvSpPr/>
          <p:nvPr/>
        </p:nvSpPr>
        <p:spPr>
          <a:xfrm rot="10800000">
            <a:off x="121250" y="9258210"/>
            <a:ext cx="830723" cy="773578"/>
          </a:xfrm>
          <a:custGeom>
            <a:rect b="b" l="l" r="r" t="t"/>
            <a:pathLst>
              <a:path extrusionOk="0" h="1638" w="1759">
                <a:moveTo>
                  <a:pt x="1074" y="1"/>
                </a:moveTo>
                <a:cubicBezTo>
                  <a:pt x="1067" y="1"/>
                  <a:pt x="1060" y="3"/>
                  <a:pt x="1054" y="5"/>
                </a:cubicBezTo>
                <a:cubicBezTo>
                  <a:pt x="1041" y="18"/>
                  <a:pt x="1025" y="29"/>
                  <a:pt x="1014" y="41"/>
                </a:cubicBezTo>
                <a:cubicBezTo>
                  <a:pt x="1006" y="53"/>
                  <a:pt x="994" y="65"/>
                  <a:pt x="983" y="76"/>
                </a:cubicBezTo>
                <a:cubicBezTo>
                  <a:pt x="947" y="124"/>
                  <a:pt x="912" y="171"/>
                  <a:pt x="872" y="214"/>
                </a:cubicBezTo>
                <a:cubicBezTo>
                  <a:pt x="836" y="262"/>
                  <a:pt x="805" y="309"/>
                  <a:pt x="774" y="356"/>
                </a:cubicBezTo>
                <a:cubicBezTo>
                  <a:pt x="761" y="376"/>
                  <a:pt x="750" y="404"/>
                  <a:pt x="734" y="424"/>
                </a:cubicBezTo>
                <a:cubicBezTo>
                  <a:pt x="723" y="435"/>
                  <a:pt x="710" y="451"/>
                  <a:pt x="703" y="462"/>
                </a:cubicBezTo>
                <a:cubicBezTo>
                  <a:pt x="699" y="473"/>
                  <a:pt x="687" y="508"/>
                  <a:pt x="673" y="508"/>
                </a:cubicBezTo>
                <a:cubicBezTo>
                  <a:pt x="671" y="508"/>
                  <a:pt x="669" y="507"/>
                  <a:pt x="667" y="506"/>
                </a:cubicBezTo>
                <a:cubicBezTo>
                  <a:pt x="659" y="502"/>
                  <a:pt x="659" y="495"/>
                  <a:pt x="652" y="495"/>
                </a:cubicBezTo>
                <a:cubicBezTo>
                  <a:pt x="643" y="495"/>
                  <a:pt x="639" y="498"/>
                  <a:pt x="632" y="498"/>
                </a:cubicBezTo>
                <a:cubicBezTo>
                  <a:pt x="625" y="500"/>
                  <a:pt x="618" y="500"/>
                  <a:pt x="611" y="500"/>
                </a:cubicBezTo>
                <a:cubicBezTo>
                  <a:pt x="596" y="500"/>
                  <a:pt x="582" y="498"/>
                  <a:pt x="568" y="498"/>
                </a:cubicBezTo>
                <a:cubicBezTo>
                  <a:pt x="545" y="495"/>
                  <a:pt x="517" y="491"/>
                  <a:pt x="494" y="491"/>
                </a:cubicBezTo>
                <a:cubicBezTo>
                  <a:pt x="454" y="486"/>
                  <a:pt x="415" y="482"/>
                  <a:pt x="379" y="479"/>
                </a:cubicBezTo>
                <a:cubicBezTo>
                  <a:pt x="359" y="479"/>
                  <a:pt x="339" y="475"/>
                  <a:pt x="320" y="475"/>
                </a:cubicBezTo>
                <a:cubicBezTo>
                  <a:pt x="273" y="471"/>
                  <a:pt x="226" y="462"/>
                  <a:pt x="178" y="462"/>
                </a:cubicBezTo>
                <a:cubicBezTo>
                  <a:pt x="170" y="462"/>
                  <a:pt x="164" y="461"/>
                  <a:pt x="157" y="461"/>
                </a:cubicBezTo>
                <a:cubicBezTo>
                  <a:pt x="154" y="461"/>
                  <a:pt x="150" y="461"/>
                  <a:pt x="146" y="462"/>
                </a:cubicBezTo>
                <a:cubicBezTo>
                  <a:pt x="139" y="462"/>
                  <a:pt x="135" y="462"/>
                  <a:pt x="123" y="459"/>
                </a:cubicBezTo>
                <a:cubicBezTo>
                  <a:pt x="103" y="455"/>
                  <a:pt x="79" y="451"/>
                  <a:pt x="60" y="451"/>
                </a:cubicBezTo>
                <a:cubicBezTo>
                  <a:pt x="48" y="455"/>
                  <a:pt x="36" y="451"/>
                  <a:pt x="28" y="459"/>
                </a:cubicBezTo>
                <a:cubicBezTo>
                  <a:pt x="24" y="462"/>
                  <a:pt x="13" y="471"/>
                  <a:pt x="8" y="479"/>
                </a:cubicBezTo>
                <a:cubicBezTo>
                  <a:pt x="0" y="491"/>
                  <a:pt x="13" y="502"/>
                  <a:pt x="17" y="514"/>
                </a:cubicBezTo>
                <a:cubicBezTo>
                  <a:pt x="24" y="522"/>
                  <a:pt x="28" y="530"/>
                  <a:pt x="36" y="542"/>
                </a:cubicBezTo>
                <a:cubicBezTo>
                  <a:pt x="44" y="553"/>
                  <a:pt x="48" y="562"/>
                  <a:pt x="60" y="573"/>
                </a:cubicBezTo>
                <a:cubicBezTo>
                  <a:pt x="84" y="597"/>
                  <a:pt x="115" y="613"/>
                  <a:pt x="139" y="637"/>
                </a:cubicBezTo>
                <a:cubicBezTo>
                  <a:pt x="162" y="668"/>
                  <a:pt x="182" y="695"/>
                  <a:pt x="210" y="723"/>
                </a:cubicBezTo>
                <a:cubicBezTo>
                  <a:pt x="241" y="751"/>
                  <a:pt x="273" y="775"/>
                  <a:pt x="304" y="802"/>
                </a:cubicBezTo>
                <a:cubicBezTo>
                  <a:pt x="316" y="814"/>
                  <a:pt x="324" y="826"/>
                  <a:pt x="335" y="833"/>
                </a:cubicBezTo>
                <a:cubicBezTo>
                  <a:pt x="344" y="837"/>
                  <a:pt x="352" y="841"/>
                  <a:pt x="355" y="846"/>
                </a:cubicBezTo>
                <a:cubicBezTo>
                  <a:pt x="355" y="849"/>
                  <a:pt x="352" y="857"/>
                  <a:pt x="348" y="861"/>
                </a:cubicBezTo>
                <a:cubicBezTo>
                  <a:pt x="348" y="869"/>
                  <a:pt x="344" y="881"/>
                  <a:pt x="339" y="888"/>
                </a:cubicBezTo>
                <a:cubicBezTo>
                  <a:pt x="316" y="920"/>
                  <a:pt x="297" y="948"/>
                  <a:pt x="281" y="983"/>
                </a:cubicBezTo>
                <a:cubicBezTo>
                  <a:pt x="273" y="999"/>
                  <a:pt x="265" y="1011"/>
                  <a:pt x="261" y="1026"/>
                </a:cubicBezTo>
                <a:cubicBezTo>
                  <a:pt x="253" y="1039"/>
                  <a:pt x="241" y="1050"/>
                  <a:pt x="233" y="1066"/>
                </a:cubicBezTo>
                <a:cubicBezTo>
                  <a:pt x="221" y="1082"/>
                  <a:pt x="213" y="1097"/>
                  <a:pt x="206" y="1110"/>
                </a:cubicBezTo>
                <a:cubicBezTo>
                  <a:pt x="190" y="1130"/>
                  <a:pt x="178" y="1145"/>
                  <a:pt x="166" y="1165"/>
                </a:cubicBezTo>
                <a:cubicBezTo>
                  <a:pt x="159" y="1177"/>
                  <a:pt x="155" y="1188"/>
                  <a:pt x="150" y="1196"/>
                </a:cubicBezTo>
                <a:cubicBezTo>
                  <a:pt x="146" y="1208"/>
                  <a:pt x="139" y="1216"/>
                  <a:pt x="131" y="1228"/>
                </a:cubicBezTo>
                <a:cubicBezTo>
                  <a:pt x="115" y="1248"/>
                  <a:pt x="103" y="1267"/>
                  <a:pt x="91" y="1290"/>
                </a:cubicBezTo>
                <a:cubicBezTo>
                  <a:pt x="84" y="1307"/>
                  <a:pt x="75" y="1326"/>
                  <a:pt x="68" y="1346"/>
                </a:cubicBezTo>
                <a:cubicBezTo>
                  <a:pt x="60" y="1374"/>
                  <a:pt x="44" y="1394"/>
                  <a:pt x="32" y="1417"/>
                </a:cubicBezTo>
                <a:cubicBezTo>
                  <a:pt x="28" y="1421"/>
                  <a:pt x="24" y="1429"/>
                  <a:pt x="28" y="1432"/>
                </a:cubicBezTo>
                <a:cubicBezTo>
                  <a:pt x="28" y="1437"/>
                  <a:pt x="36" y="1441"/>
                  <a:pt x="40" y="1445"/>
                </a:cubicBezTo>
                <a:cubicBezTo>
                  <a:pt x="43" y="1451"/>
                  <a:pt x="46" y="1457"/>
                  <a:pt x="51" y="1457"/>
                </a:cubicBezTo>
                <a:cubicBezTo>
                  <a:pt x="52" y="1457"/>
                  <a:pt x="54" y="1457"/>
                  <a:pt x="55" y="1456"/>
                </a:cubicBezTo>
                <a:cubicBezTo>
                  <a:pt x="75" y="1452"/>
                  <a:pt x="91" y="1445"/>
                  <a:pt x="107" y="1432"/>
                </a:cubicBezTo>
                <a:cubicBezTo>
                  <a:pt x="119" y="1429"/>
                  <a:pt x="126" y="1429"/>
                  <a:pt x="139" y="1429"/>
                </a:cubicBezTo>
                <a:cubicBezTo>
                  <a:pt x="162" y="1425"/>
                  <a:pt x="182" y="1413"/>
                  <a:pt x="202" y="1405"/>
                </a:cubicBezTo>
                <a:cubicBezTo>
                  <a:pt x="253" y="1390"/>
                  <a:pt x="304" y="1374"/>
                  <a:pt x="355" y="1354"/>
                </a:cubicBezTo>
                <a:cubicBezTo>
                  <a:pt x="454" y="1319"/>
                  <a:pt x="552" y="1287"/>
                  <a:pt x="652" y="1252"/>
                </a:cubicBezTo>
                <a:cubicBezTo>
                  <a:pt x="667" y="1287"/>
                  <a:pt x="683" y="1319"/>
                  <a:pt x="706" y="1350"/>
                </a:cubicBezTo>
                <a:cubicBezTo>
                  <a:pt x="770" y="1445"/>
                  <a:pt x="852" y="1523"/>
                  <a:pt x="916" y="1622"/>
                </a:cubicBezTo>
                <a:cubicBezTo>
                  <a:pt x="922" y="1632"/>
                  <a:pt x="934" y="1637"/>
                  <a:pt x="945" y="1637"/>
                </a:cubicBezTo>
                <a:cubicBezTo>
                  <a:pt x="960" y="1637"/>
                  <a:pt x="974" y="1629"/>
                  <a:pt x="978" y="1614"/>
                </a:cubicBezTo>
                <a:cubicBezTo>
                  <a:pt x="1010" y="1508"/>
                  <a:pt x="1034" y="1401"/>
                  <a:pt x="1058" y="1295"/>
                </a:cubicBezTo>
                <a:cubicBezTo>
                  <a:pt x="1069" y="1243"/>
                  <a:pt x="1081" y="1188"/>
                  <a:pt x="1093" y="1137"/>
                </a:cubicBezTo>
                <a:cubicBezTo>
                  <a:pt x="1096" y="1114"/>
                  <a:pt x="1101" y="1086"/>
                  <a:pt x="1105" y="1062"/>
                </a:cubicBezTo>
                <a:lnTo>
                  <a:pt x="1105" y="1050"/>
                </a:lnTo>
                <a:cubicBezTo>
                  <a:pt x="1105" y="1039"/>
                  <a:pt x="1101" y="1026"/>
                  <a:pt x="1105" y="1015"/>
                </a:cubicBezTo>
                <a:cubicBezTo>
                  <a:pt x="1109" y="995"/>
                  <a:pt x="1125" y="983"/>
                  <a:pt x="1140" y="972"/>
                </a:cubicBezTo>
                <a:cubicBezTo>
                  <a:pt x="1164" y="952"/>
                  <a:pt x="1196" y="944"/>
                  <a:pt x="1223" y="932"/>
                </a:cubicBezTo>
                <a:cubicBezTo>
                  <a:pt x="1247" y="920"/>
                  <a:pt x="1270" y="908"/>
                  <a:pt x="1298" y="897"/>
                </a:cubicBezTo>
                <a:cubicBezTo>
                  <a:pt x="1325" y="884"/>
                  <a:pt x="1353" y="873"/>
                  <a:pt x="1385" y="857"/>
                </a:cubicBezTo>
                <a:cubicBezTo>
                  <a:pt x="1409" y="841"/>
                  <a:pt x="1432" y="833"/>
                  <a:pt x="1460" y="826"/>
                </a:cubicBezTo>
                <a:cubicBezTo>
                  <a:pt x="1471" y="822"/>
                  <a:pt x="1483" y="817"/>
                  <a:pt x="1495" y="810"/>
                </a:cubicBezTo>
                <a:cubicBezTo>
                  <a:pt x="1507" y="806"/>
                  <a:pt x="1518" y="798"/>
                  <a:pt x="1531" y="790"/>
                </a:cubicBezTo>
                <a:cubicBezTo>
                  <a:pt x="1574" y="770"/>
                  <a:pt x="1622" y="759"/>
                  <a:pt x="1664" y="735"/>
                </a:cubicBezTo>
                <a:cubicBezTo>
                  <a:pt x="1680" y="727"/>
                  <a:pt x="1696" y="715"/>
                  <a:pt x="1716" y="704"/>
                </a:cubicBezTo>
                <a:cubicBezTo>
                  <a:pt x="1724" y="695"/>
                  <a:pt x="1744" y="684"/>
                  <a:pt x="1751" y="672"/>
                </a:cubicBezTo>
                <a:cubicBezTo>
                  <a:pt x="1759" y="660"/>
                  <a:pt x="1755" y="637"/>
                  <a:pt x="1740" y="628"/>
                </a:cubicBezTo>
                <a:cubicBezTo>
                  <a:pt x="1731" y="620"/>
                  <a:pt x="1711" y="617"/>
                  <a:pt x="1700" y="617"/>
                </a:cubicBezTo>
                <a:lnTo>
                  <a:pt x="1684" y="617"/>
                </a:lnTo>
                <a:cubicBezTo>
                  <a:pt x="1664" y="613"/>
                  <a:pt x="1645" y="609"/>
                  <a:pt x="1625" y="604"/>
                </a:cubicBezTo>
                <a:cubicBezTo>
                  <a:pt x="1605" y="601"/>
                  <a:pt x="1586" y="597"/>
                  <a:pt x="1566" y="593"/>
                </a:cubicBezTo>
                <a:cubicBezTo>
                  <a:pt x="1558" y="589"/>
                  <a:pt x="1542" y="589"/>
                  <a:pt x="1535" y="585"/>
                </a:cubicBezTo>
                <a:cubicBezTo>
                  <a:pt x="1531" y="581"/>
                  <a:pt x="1527" y="577"/>
                  <a:pt x="1518" y="577"/>
                </a:cubicBezTo>
                <a:cubicBezTo>
                  <a:pt x="1495" y="573"/>
                  <a:pt x="1475" y="573"/>
                  <a:pt x="1456" y="573"/>
                </a:cubicBezTo>
                <a:lnTo>
                  <a:pt x="1357" y="573"/>
                </a:lnTo>
                <a:cubicBezTo>
                  <a:pt x="1325" y="573"/>
                  <a:pt x="1294" y="569"/>
                  <a:pt x="1262" y="566"/>
                </a:cubicBezTo>
                <a:cubicBezTo>
                  <a:pt x="1219" y="562"/>
                  <a:pt x="1176" y="562"/>
                  <a:pt x="1136" y="553"/>
                </a:cubicBezTo>
                <a:cubicBezTo>
                  <a:pt x="1120" y="549"/>
                  <a:pt x="1109" y="546"/>
                  <a:pt x="1096" y="546"/>
                </a:cubicBezTo>
                <a:cubicBezTo>
                  <a:pt x="1089" y="546"/>
                  <a:pt x="1081" y="546"/>
                  <a:pt x="1077" y="542"/>
                </a:cubicBezTo>
                <a:cubicBezTo>
                  <a:pt x="1065" y="533"/>
                  <a:pt x="1069" y="518"/>
                  <a:pt x="1069" y="506"/>
                </a:cubicBezTo>
                <a:cubicBezTo>
                  <a:pt x="1069" y="491"/>
                  <a:pt x="1065" y="475"/>
                  <a:pt x="1061" y="459"/>
                </a:cubicBezTo>
                <a:cubicBezTo>
                  <a:pt x="1061" y="439"/>
                  <a:pt x="1065" y="424"/>
                  <a:pt x="1069" y="404"/>
                </a:cubicBezTo>
                <a:cubicBezTo>
                  <a:pt x="1073" y="388"/>
                  <a:pt x="1077" y="373"/>
                  <a:pt x="1077" y="356"/>
                </a:cubicBezTo>
                <a:lnTo>
                  <a:pt x="1077" y="302"/>
                </a:lnTo>
                <a:cubicBezTo>
                  <a:pt x="1081" y="285"/>
                  <a:pt x="1085" y="266"/>
                  <a:pt x="1085" y="249"/>
                </a:cubicBezTo>
                <a:cubicBezTo>
                  <a:pt x="1089" y="226"/>
                  <a:pt x="1085" y="207"/>
                  <a:pt x="1089" y="187"/>
                </a:cubicBezTo>
                <a:cubicBezTo>
                  <a:pt x="1093" y="167"/>
                  <a:pt x="1093" y="151"/>
                  <a:pt x="1096" y="131"/>
                </a:cubicBezTo>
                <a:cubicBezTo>
                  <a:pt x="1101" y="112"/>
                  <a:pt x="1105" y="96"/>
                  <a:pt x="1109" y="76"/>
                </a:cubicBezTo>
                <a:cubicBezTo>
                  <a:pt x="1109" y="56"/>
                  <a:pt x="1109" y="21"/>
                  <a:pt x="1089" y="5"/>
                </a:cubicBezTo>
                <a:cubicBezTo>
                  <a:pt x="1084" y="2"/>
                  <a:pt x="1079" y="1"/>
                  <a:pt x="1074" y="1"/>
                </a:cubicBezTo>
                <a:close/>
              </a:path>
            </a:pathLst>
          </a:custGeom>
          <a:solidFill>
            <a:schemeClr val="accent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13"/>
          <p:cNvSpPr/>
          <p:nvPr/>
        </p:nvSpPr>
        <p:spPr>
          <a:xfrm rot="10800000">
            <a:off x="9299219" y="315350"/>
            <a:ext cx="845836" cy="617729"/>
          </a:xfrm>
          <a:custGeom>
            <a:rect b="b" l="l" r="r" t="t"/>
            <a:pathLst>
              <a:path extrusionOk="0" h="1308" w="1791">
                <a:moveTo>
                  <a:pt x="1141" y="1"/>
                </a:moveTo>
                <a:cubicBezTo>
                  <a:pt x="1135" y="1"/>
                  <a:pt x="1129" y="3"/>
                  <a:pt x="1124" y="6"/>
                </a:cubicBezTo>
                <a:cubicBezTo>
                  <a:pt x="951" y="195"/>
                  <a:pt x="797" y="408"/>
                  <a:pt x="675" y="633"/>
                </a:cubicBezTo>
                <a:cubicBezTo>
                  <a:pt x="576" y="428"/>
                  <a:pt x="478" y="226"/>
                  <a:pt x="379" y="22"/>
                </a:cubicBezTo>
                <a:cubicBezTo>
                  <a:pt x="375" y="14"/>
                  <a:pt x="368" y="10"/>
                  <a:pt x="361" y="10"/>
                </a:cubicBezTo>
                <a:cubicBezTo>
                  <a:pt x="354" y="10"/>
                  <a:pt x="347" y="14"/>
                  <a:pt x="344" y="22"/>
                </a:cubicBezTo>
                <a:cubicBezTo>
                  <a:pt x="273" y="183"/>
                  <a:pt x="209" y="349"/>
                  <a:pt x="158" y="518"/>
                </a:cubicBezTo>
                <a:cubicBezTo>
                  <a:pt x="134" y="589"/>
                  <a:pt x="0" y="873"/>
                  <a:pt x="44" y="944"/>
                </a:cubicBezTo>
                <a:cubicBezTo>
                  <a:pt x="47" y="959"/>
                  <a:pt x="67" y="964"/>
                  <a:pt x="80" y="968"/>
                </a:cubicBezTo>
                <a:cubicBezTo>
                  <a:pt x="331" y="1039"/>
                  <a:pt x="580" y="1101"/>
                  <a:pt x="833" y="1161"/>
                </a:cubicBezTo>
                <a:cubicBezTo>
                  <a:pt x="1010" y="1201"/>
                  <a:pt x="1183" y="1236"/>
                  <a:pt x="1361" y="1272"/>
                </a:cubicBezTo>
                <a:cubicBezTo>
                  <a:pt x="1396" y="1277"/>
                  <a:pt x="1514" y="1308"/>
                  <a:pt x="1585" y="1308"/>
                </a:cubicBezTo>
                <a:cubicBezTo>
                  <a:pt x="1609" y="1308"/>
                  <a:pt x="1628" y="1304"/>
                  <a:pt x="1637" y="1295"/>
                </a:cubicBezTo>
                <a:cubicBezTo>
                  <a:pt x="1656" y="1279"/>
                  <a:pt x="1656" y="1248"/>
                  <a:pt x="1656" y="1220"/>
                </a:cubicBezTo>
                <a:cubicBezTo>
                  <a:pt x="1661" y="924"/>
                  <a:pt x="1779" y="637"/>
                  <a:pt x="1791" y="337"/>
                </a:cubicBezTo>
                <a:lnTo>
                  <a:pt x="1791" y="337"/>
                </a:lnTo>
                <a:cubicBezTo>
                  <a:pt x="1625" y="463"/>
                  <a:pt x="1467" y="597"/>
                  <a:pt x="1294" y="715"/>
                </a:cubicBezTo>
                <a:cubicBezTo>
                  <a:pt x="1321" y="621"/>
                  <a:pt x="1230" y="502"/>
                  <a:pt x="1207" y="412"/>
                </a:cubicBezTo>
                <a:cubicBezTo>
                  <a:pt x="1175" y="282"/>
                  <a:pt x="1159" y="151"/>
                  <a:pt x="1159" y="18"/>
                </a:cubicBezTo>
                <a:cubicBezTo>
                  <a:pt x="1159" y="6"/>
                  <a:pt x="1150" y="1"/>
                  <a:pt x="1141" y="1"/>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13"/>
          <p:cNvSpPr/>
          <p:nvPr/>
        </p:nvSpPr>
        <p:spPr>
          <a:xfrm rot="10800000">
            <a:off x="171861" y="7976048"/>
            <a:ext cx="233400" cy="233400"/>
          </a:xfrm>
          <a:prstGeom prst="ellipse">
            <a:avLst/>
          </a:pr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13"/>
          <p:cNvSpPr/>
          <p:nvPr/>
        </p:nvSpPr>
        <p:spPr>
          <a:xfrm rot="10800000">
            <a:off x="530961" y="8654498"/>
            <a:ext cx="233400" cy="233400"/>
          </a:xfrm>
          <a:prstGeom prst="ellipse">
            <a:avLst/>
          </a:pr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13"/>
          <p:cNvSpPr/>
          <p:nvPr/>
        </p:nvSpPr>
        <p:spPr>
          <a:xfrm flipH="1">
            <a:off x="245836" y="4883173"/>
            <a:ext cx="56375" cy="2663275"/>
          </a:xfrm>
          <a:custGeom>
            <a:rect b="b" l="l" r="r" t="t"/>
            <a:pathLst>
              <a:path extrusionOk="0" h="106531" w="2255">
                <a:moveTo>
                  <a:pt x="1515" y="0"/>
                </a:moveTo>
                <a:cubicBezTo>
                  <a:pt x="649" y="35503"/>
                  <a:pt x="4406" y="71291"/>
                  <a:pt x="0" y="106531"/>
                </a:cubicBezTo>
              </a:path>
            </a:pathLst>
          </a:custGeom>
          <a:noFill/>
          <a:ln cap="flat" cmpd="sng" w="28575">
            <a:solidFill>
              <a:schemeClr val="dk1"/>
            </a:solidFill>
            <a:prstDash val="solid"/>
            <a:round/>
            <a:headEnd len="med" w="med" type="none"/>
            <a:tailEnd len="med" w="med" type="none"/>
          </a:ln>
        </p:spPr>
      </p:sp>
      <p:sp>
        <p:nvSpPr>
          <p:cNvPr id="281" name="Google Shape;281;p13"/>
          <p:cNvSpPr/>
          <p:nvPr/>
        </p:nvSpPr>
        <p:spPr>
          <a:xfrm flipH="1">
            <a:off x="455286" y="6486173"/>
            <a:ext cx="23625" cy="795200"/>
          </a:xfrm>
          <a:custGeom>
            <a:rect b="b" l="l" r="r" t="t"/>
            <a:pathLst>
              <a:path extrusionOk="0" h="31808" w="945">
                <a:moveTo>
                  <a:pt x="505" y="0"/>
                </a:moveTo>
                <a:cubicBezTo>
                  <a:pt x="1386" y="10567"/>
                  <a:pt x="0" y="21204"/>
                  <a:pt x="0" y="31808"/>
                </a:cubicBezTo>
              </a:path>
            </a:pathLst>
          </a:custGeom>
          <a:noFill/>
          <a:ln cap="flat" cmpd="sng" w="28575">
            <a:solidFill>
              <a:schemeClr val="dk1"/>
            </a:solidFill>
            <a:prstDash val="solid"/>
            <a:round/>
            <a:headEnd len="med" w="med" type="none"/>
            <a:tailEnd len="med" w="med" type="none"/>
          </a:ln>
        </p:spPr>
      </p:sp>
      <p:sp>
        <p:nvSpPr>
          <p:cNvPr id="282" name="Google Shape;282;p13"/>
          <p:cNvSpPr/>
          <p:nvPr/>
        </p:nvSpPr>
        <p:spPr>
          <a:xfrm flipH="1">
            <a:off x="605136" y="5804598"/>
            <a:ext cx="88350" cy="1476775"/>
          </a:xfrm>
          <a:custGeom>
            <a:rect b="b" l="l" r="r" t="t"/>
            <a:pathLst>
              <a:path extrusionOk="0" h="59071" w="3534">
                <a:moveTo>
                  <a:pt x="0" y="0"/>
                </a:moveTo>
                <a:cubicBezTo>
                  <a:pt x="1037" y="19698"/>
                  <a:pt x="3534" y="39345"/>
                  <a:pt x="3534" y="59071"/>
                </a:cubicBezTo>
              </a:path>
            </a:pathLst>
          </a:custGeom>
          <a:noFill/>
          <a:ln cap="flat" cmpd="sng" w="28575">
            <a:solidFill>
              <a:schemeClr val="dk1"/>
            </a:solidFill>
            <a:prstDash val="solid"/>
            <a:round/>
            <a:headEnd len="med" w="med" type="none"/>
            <a:tailEnd len="med" w="med" type="none"/>
          </a:ln>
        </p:spPr>
      </p:sp>
      <p:sp>
        <p:nvSpPr>
          <p:cNvPr id="283" name="Google Shape;283;p13"/>
          <p:cNvSpPr/>
          <p:nvPr/>
        </p:nvSpPr>
        <p:spPr>
          <a:xfrm rot="-10651105">
            <a:off x="9916250" y="2881690"/>
            <a:ext cx="138855" cy="2158457"/>
          </a:xfrm>
          <a:custGeom>
            <a:rect b="b" l="l" r="r" t="t"/>
            <a:pathLst>
              <a:path extrusionOk="0" h="86335" w="5554">
                <a:moveTo>
                  <a:pt x="0" y="0"/>
                </a:moveTo>
                <a:cubicBezTo>
                  <a:pt x="1919" y="28774"/>
                  <a:pt x="5554" y="57497"/>
                  <a:pt x="5554" y="86335"/>
                </a:cubicBezTo>
              </a:path>
            </a:pathLst>
          </a:custGeom>
          <a:noFill/>
          <a:ln cap="flat" cmpd="sng" w="28575">
            <a:solidFill>
              <a:schemeClr val="dk1"/>
            </a:solidFill>
            <a:prstDash val="solid"/>
            <a:round/>
            <a:headEnd len="med" w="med" type="none"/>
            <a:tailEnd len="med" w="med" type="none"/>
          </a:ln>
        </p:spPr>
      </p:sp>
      <p:sp>
        <p:nvSpPr>
          <p:cNvPr id="284" name="Google Shape;284;p13"/>
          <p:cNvSpPr/>
          <p:nvPr/>
        </p:nvSpPr>
        <p:spPr>
          <a:xfrm rot="-10651105">
            <a:off x="9791142" y="4310965"/>
            <a:ext cx="39176" cy="1123393"/>
          </a:xfrm>
          <a:custGeom>
            <a:rect b="b" l="l" r="r" t="t"/>
            <a:pathLst>
              <a:path extrusionOk="0" h="44934" w="1567">
                <a:moveTo>
                  <a:pt x="557" y="0"/>
                </a:moveTo>
                <a:cubicBezTo>
                  <a:pt x="-1098" y="14890"/>
                  <a:pt x="1567" y="29952"/>
                  <a:pt x="1567" y="44934"/>
                </a:cubicBezTo>
              </a:path>
            </a:pathLst>
          </a:custGeom>
          <a:noFill/>
          <a:ln cap="flat" cmpd="sng" w="28575">
            <a:solidFill>
              <a:schemeClr val="dk1"/>
            </a:solidFill>
            <a:prstDash val="solid"/>
            <a:round/>
            <a:headEnd len="med" w="med" type="none"/>
            <a:tailEnd len="med" w="med" type="none"/>
          </a:ln>
        </p:spPr>
      </p:sp>
      <p:sp>
        <p:nvSpPr>
          <p:cNvPr id="285" name="Google Shape;285;p13"/>
          <p:cNvSpPr/>
          <p:nvPr/>
        </p:nvSpPr>
        <p:spPr>
          <a:xfrm rot="10800000">
            <a:off x="9860811" y="1234898"/>
            <a:ext cx="233400" cy="233400"/>
          </a:xfrm>
          <a:prstGeom prst="ellipse">
            <a:avLst/>
          </a:pr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13"/>
          <p:cNvSpPr/>
          <p:nvPr/>
        </p:nvSpPr>
        <p:spPr>
          <a:xfrm rot="10800000">
            <a:off x="9621186" y="2090086"/>
            <a:ext cx="233400" cy="233400"/>
          </a:xfrm>
          <a:prstGeom prst="ellipse">
            <a:avLst/>
          </a:pr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13"/>
          <p:cNvSpPr/>
          <p:nvPr/>
        </p:nvSpPr>
        <p:spPr>
          <a:xfrm rot="10800000">
            <a:off x="9026036" y="159873"/>
            <a:ext cx="233400" cy="233400"/>
          </a:xfrm>
          <a:prstGeom prst="ellipse">
            <a:avLst/>
          </a:pr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88" name="Google Shape;288;p13"/>
          <p:cNvGrpSpPr/>
          <p:nvPr/>
        </p:nvGrpSpPr>
        <p:grpSpPr>
          <a:xfrm rot="6181261">
            <a:off x="-1309620" y="122061"/>
            <a:ext cx="2448691" cy="2125424"/>
            <a:chOff x="1322124" y="4079650"/>
            <a:chExt cx="3420400" cy="2968851"/>
          </a:xfrm>
        </p:grpSpPr>
        <p:sp>
          <p:nvSpPr>
            <p:cNvPr id="289" name="Google Shape;289;p13"/>
            <p:cNvSpPr/>
            <p:nvPr/>
          </p:nvSpPr>
          <p:spPr>
            <a:xfrm>
              <a:off x="1322124" y="4377475"/>
              <a:ext cx="3420400" cy="2671026"/>
            </a:xfrm>
            <a:custGeom>
              <a:rect b="b" l="l" r="r" t="t"/>
              <a:pathLst>
                <a:path extrusionOk="0" h="2556" w="3273">
                  <a:moveTo>
                    <a:pt x="228" y="0"/>
                  </a:moveTo>
                  <a:cubicBezTo>
                    <a:pt x="244" y="548"/>
                    <a:pt x="157" y="1345"/>
                    <a:pt x="0" y="2331"/>
                  </a:cubicBezTo>
                  <a:lnTo>
                    <a:pt x="3040" y="2555"/>
                  </a:lnTo>
                  <a:cubicBezTo>
                    <a:pt x="3186" y="1767"/>
                    <a:pt x="3273" y="998"/>
                    <a:pt x="3269" y="257"/>
                  </a:cubicBezTo>
                  <a:lnTo>
                    <a:pt x="3143" y="249"/>
                  </a:lnTo>
                  <a:lnTo>
                    <a:pt x="3143" y="249"/>
                  </a:lnTo>
                  <a:cubicBezTo>
                    <a:pt x="3154" y="320"/>
                    <a:pt x="3115" y="402"/>
                    <a:pt x="3020" y="402"/>
                  </a:cubicBezTo>
                  <a:cubicBezTo>
                    <a:pt x="2918" y="402"/>
                    <a:pt x="2878" y="304"/>
                    <a:pt x="2902" y="229"/>
                  </a:cubicBezTo>
                  <a:lnTo>
                    <a:pt x="2674" y="209"/>
                  </a:lnTo>
                  <a:lnTo>
                    <a:pt x="2674" y="209"/>
                  </a:lnTo>
                  <a:cubicBezTo>
                    <a:pt x="2677" y="213"/>
                    <a:pt x="2677" y="222"/>
                    <a:pt x="2677" y="229"/>
                  </a:cubicBezTo>
                  <a:lnTo>
                    <a:pt x="2677" y="237"/>
                  </a:lnTo>
                  <a:cubicBezTo>
                    <a:pt x="2677" y="261"/>
                    <a:pt x="2670" y="280"/>
                    <a:pt x="2657" y="300"/>
                  </a:cubicBezTo>
                  <a:cubicBezTo>
                    <a:pt x="2654" y="312"/>
                    <a:pt x="2646" y="320"/>
                    <a:pt x="2638" y="328"/>
                  </a:cubicBezTo>
                  <a:cubicBezTo>
                    <a:pt x="2622" y="344"/>
                    <a:pt x="2603" y="355"/>
                    <a:pt x="2583" y="364"/>
                  </a:cubicBezTo>
                  <a:lnTo>
                    <a:pt x="2547" y="367"/>
                  </a:lnTo>
                  <a:cubicBezTo>
                    <a:pt x="2528" y="367"/>
                    <a:pt x="2512" y="364"/>
                    <a:pt x="2496" y="355"/>
                  </a:cubicBezTo>
                  <a:cubicBezTo>
                    <a:pt x="2480" y="351"/>
                    <a:pt x="2468" y="340"/>
                    <a:pt x="2457" y="328"/>
                  </a:cubicBezTo>
                  <a:cubicBezTo>
                    <a:pt x="2441" y="316"/>
                    <a:pt x="2433" y="304"/>
                    <a:pt x="2428" y="288"/>
                  </a:cubicBezTo>
                  <a:cubicBezTo>
                    <a:pt x="2421" y="273"/>
                    <a:pt x="2417" y="253"/>
                    <a:pt x="2417" y="237"/>
                  </a:cubicBezTo>
                  <a:lnTo>
                    <a:pt x="2417" y="229"/>
                  </a:lnTo>
                  <a:cubicBezTo>
                    <a:pt x="2417" y="213"/>
                    <a:pt x="2421" y="202"/>
                    <a:pt x="2425" y="186"/>
                  </a:cubicBezTo>
                  <a:lnTo>
                    <a:pt x="2208" y="170"/>
                  </a:lnTo>
                  <a:lnTo>
                    <a:pt x="2208" y="170"/>
                  </a:lnTo>
                  <a:cubicBezTo>
                    <a:pt x="2228" y="245"/>
                    <a:pt x="2188" y="335"/>
                    <a:pt x="2090" y="335"/>
                  </a:cubicBezTo>
                  <a:cubicBezTo>
                    <a:pt x="1979" y="335"/>
                    <a:pt x="1940" y="225"/>
                    <a:pt x="1975" y="151"/>
                  </a:cubicBezTo>
                  <a:lnTo>
                    <a:pt x="1660" y="122"/>
                  </a:lnTo>
                  <a:lnTo>
                    <a:pt x="1660" y="122"/>
                  </a:lnTo>
                  <a:cubicBezTo>
                    <a:pt x="1684" y="198"/>
                    <a:pt x="1644" y="293"/>
                    <a:pt x="1542" y="293"/>
                  </a:cubicBezTo>
                  <a:cubicBezTo>
                    <a:pt x="1431" y="293"/>
                    <a:pt x="1396" y="182"/>
                    <a:pt x="1431" y="103"/>
                  </a:cubicBezTo>
                  <a:lnTo>
                    <a:pt x="1171" y="84"/>
                  </a:lnTo>
                  <a:lnTo>
                    <a:pt x="1171" y="84"/>
                  </a:lnTo>
                  <a:cubicBezTo>
                    <a:pt x="1183" y="155"/>
                    <a:pt x="1140" y="237"/>
                    <a:pt x="1049" y="237"/>
                  </a:cubicBezTo>
                  <a:cubicBezTo>
                    <a:pt x="946" y="237"/>
                    <a:pt x="907" y="138"/>
                    <a:pt x="930" y="60"/>
                  </a:cubicBezTo>
                  <a:lnTo>
                    <a:pt x="678" y="40"/>
                  </a:lnTo>
                  <a:cubicBezTo>
                    <a:pt x="678" y="107"/>
                    <a:pt x="635" y="170"/>
                    <a:pt x="552" y="170"/>
                  </a:cubicBezTo>
                  <a:cubicBezTo>
                    <a:pt x="461" y="170"/>
                    <a:pt x="417" y="91"/>
                    <a:pt x="430" y="20"/>
                  </a:cubicBezTo>
                  <a:lnTo>
                    <a:pt x="228" y="0"/>
                  </a:lnTo>
                  <a:close/>
                </a:path>
              </a:pathLst>
            </a:custGeom>
            <a:solidFill>
              <a:schemeClr val="accent5"/>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13"/>
            <p:cNvSpPr/>
            <p:nvPr/>
          </p:nvSpPr>
          <p:spPr>
            <a:xfrm>
              <a:off x="3019260" y="4421365"/>
              <a:ext cx="391888" cy="506826"/>
            </a:xfrm>
            <a:custGeom>
              <a:rect b="b" l="l" r="r" t="t"/>
              <a:pathLst>
                <a:path extrusionOk="0" h="485" w="375">
                  <a:moveTo>
                    <a:pt x="26" y="0"/>
                  </a:moveTo>
                  <a:cubicBezTo>
                    <a:pt x="21" y="0"/>
                    <a:pt x="16" y="2"/>
                    <a:pt x="12" y="6"/>
                  </a:cubicBezTo>
                  <a:cubicBezTo>
                    <a:pt x="0" y="9"/>
                    <a:pt x="0" y="25"/>
                    <a:pt x="9" y="33"/>
                  </a:cubicBezTo>
                  <a:lnTo>
                    <a:pt x="331" y="475"/>
                  </a:lnTo>
                  <a:cubicBezTo>
                    <a:pt x="336" y="482"/>
                    <a:pt x="341" y="485"/>
                    <a:pt x="347" y="485"/>
                  </a:cubicBezTo>
                  <a:cubicBezTo>
                    <a:pt x="352" y="485"/>
                    <a:pt x="358" y="483"/>
                    <a:pt x="363" y="479"/>
                  </a:cubicBezTo>
                  <a:cubicBezTo>
                    <a:pt x="371" y="475"/>
                    <a:pt x="375" y="459"/>
                    <a:pt x="367" y="451"/>
                  </a:cubicBezTo>
                  <a:lnTo>
                    <a:pt x="40" y="9"/>
                  </a:lnTo>
                  <a:cubicBezTo>
                    <a:pt x="38" y="3"/>
                    <a:pt x="32" y="0"/>
                    <a:pt x="2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13"/>
            <p:cNvSpPr/>
            <p:nvPr/>
          </p:nvSpPr>
          <p:spPr>
            <a:xfrm>
              <a:off x="2779947" y="4154890"/>
              <a:ext cx="755560" cy="640587"/>
            </a:xfrm>
            <a:custGeom>
              <a:rect b="b" l="l" r="r" t="t"/>
              <a:pathLst>
                <a:path extrusionOk="0" h="613" w="723">
                  <a:moveTo>
                    <a:pt x="311" y="0"/>
                  </a:moveTo>
                  <a:cubicBezTo>
                    <a:pt x="154" y="0"/>
                    <a:pt x="19" y="127"/>
                    <a:pt x="9" y="300"/>
                  </a:cubicBezTo>
                  <a:cubicBezTo>
                    <a:pt x="1" y="422"/>
                    <a:pt x="87" y="561"/>
                    <a:pt x="210" y="596"/>
                  </a:cubicBezTo>
                  <a:cubicBezTo>
                    <a:pt x="249" y="606"/>
                    <a:pt x="286" y="612"/>
                    <a:pt x="323" y="612"/>
                  </a:cubicBezTo>
                  <a:cubicBezTo>
                    <a:pt x="384" y="612"/>
                    <a:pt x="442" y="596"/>
                    <a:pt x="494" y="557"/>
                  </a:cubicBezTo>
                  <a:cubicBezTo>
                    <a:pt x="722" y="387"/>
                    <a:pt x="596" y="87"/>
                    <a:pt x="418" y="20"/>
                  </a:cubicBezTo>
                  <a:cubicBezTo>
                    <a:pt x="382" y="6"/>
                    <a:pt x="346" y="0"/>
                    <a:pt x="311" y="0"/>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13"/>
            <p:cNvSpPr/>
            <p:nvPr/>
          </p:nvSpPr>
          <p:spPr>
            <a:xfrm>
              <a:off x="2751731" y="4079650"/>
              <a:ext cx="638516" cy="558031"/>
            </a:xfrm>
            <a:custGeom>
              <a:rect b="b" l="l" r="r" t="t"/>
              <a:pathLst>
                <a:path extrusionOk="0" h="534" w="611">
                  <a:moveTo>
                    <a:pt x="247" y="0"/>
                  </a:moveTo>
                  <a:cubicBezTo>
                    <a:pt x="117" y="0"/>
                    <a:pt x="10" y="106"/>
                    <a:pt x="4" y="254"/>
                  </a:cubicBezTo>
                  <a:cubicBezTo>
                    <a:pt x="1" y="360"/>
                    <a:pt x="79" y="483"/>
                    <a:pt x="181" y="518"/>
                  </a:cubicBezTo>
                  <a:cubicBezTo>
                    <a:pt x="214" y="528"/>
                    <a:pt x="246" y="534"/>
                    <a:pt x="277" y="534"/>
                  </a:cubicBezTo>
                  <a:cubicBezTo>
                    <a:pt x="328" y="534"/>
                    <a:pt x="377" y="519"/>
                    <a:pt x="422" y="487"/>
                  </a:cubicBezTo>
                  <a:cubicBezTo>
                    <a:pt x="611" y="345"/>
                    <a:pt x="497" y="81"/>
                    <a:pt x="347" y="21"/>
                  </a:cubicBezTo>
                  <a:cubicBezTo>
                    <a:pt x="313" y="7"/>
                    <a:pt x="279" y="0"/>
                    <a:pt x="247" y="0"/>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13"/>
            <p:cNvSpPr/>
            <p:nvPr/>
          </p:nvSpPr>
          <p:spPr>
            <a:xfrm>
              <a:off x="1802840" y="5085985"/>
              <a:ext cx="2642894" cy="248711"/>
            </a:xfrm>
            <a:custGeom>
              <a:rect b="b" l="l" r="r" t="t"/>
              <a:pathLst>
                <a:path extrusionOk="0" h="238" w="2529">
                  <a:moveTo>
                    <a:pt x="13" y="1"/>
                  </a:moveTo>
                  <a:cubicBezTo>
                    <a:pt x="9" y="1"/>
                    <a:pt x="5" y="5"/>
                    <a:pt x="1" y="12"/>
                  </a:cubicBezTo>
                  <a:cubicBezTo>
                    <a:pt x="1" y="17"/>
                    <a:pt x="5" y="24"/>
                    <a:pt x="13" y="24"/>
                  </a:cubicBezTo>
                  <a:lnTo>
                    <a:pt x="186" y="41"/>
                  </a:lnTo>
                  <a:cubicBezTo>
                    <a:pt x="190" y="41"/>
                    <a:pt x="199" y="36"/>
                    <a:pt x="199" y="28"/>
                  </a:cubicBezTo>
                  <a:cubicBezTo>
                    <a:pt x="199" y="24"/>
                    <a:pt x="194" y="17"/>
                    <a:pt x="186" y="17"/>
                  </a:cubicBezTo>
                  <a:lnTo>
                    <a:pt x="13" y="1"/>
                  </a:lnTo>
                  <a:close/>
                  <a:moveTo>
                    <a:pt x="360" y="32"/>
                  </a:moveTo>
                  <a:cubicBezTo>
                    <a:pt x="356" y="32"/>
                    <a:pt x="352" y="36"/>
                    <a:pt x="348" y="41"/>
                  </a:cubicBezTo>
                  <a:cubicBezTo>
                    <a:pt x="348" y="48"/>
                    <a:pt x="352" y="52"/>
                    <a:pt x="360" y="52"/>
                  </a:cubicBezTo>
                  <a:lnTo>
                    <a:pt x="534" y="68"/>
                  </a:lnTo>
                  <a:cubicBezTo>
                    <a:pt x="541" y="68"/>
                    <a:pt x="545" y="64"/>
                    <a:pt x="545" y="59"/>
                  </a:cubicBezTo>
                  <a:cubicBezTo>
                    <a:pt x="545" y="52"/>
                    <a:pt x="541" y="48"/>
                    <a:pt x="534" y="48"/>
                  </a:cubicBezTo>
                  <a:lnTo>
                    <a:pt x="360" y="32"/>
                  </a:lnTo>
                  <a:close/>
                  <a:moveTo>
                    <a:pt x="707" y="59"/>
                  </a:moveTo>
                  <a:cubicBezTo>
                    <a:pt x="703" y="59"/>
                    <a:pt x="699" y="64"/>
                    <a:pt x="699" y="72"/>
                  </a:cubicBezTo>
                  <a:cubicBezTo>
                    <a:pt x="696" y="76"/>
                    <a:pt x="703" y="83"/>
                    <a:pt x="707" y="83"/>
                  </a:cubicBezTo>
                  <a:lnTo>
                    <a:pt x="880" y="99"/>
                  </a:lnTo>
                  <a:cubicBezTo>
                    <a:pt x="889" y="99"/>
                    <a:pt x="892" y="95"/>
                    <a:pt x="892" y="88"/>
                  </a:cubicBezTo>
                  <a:cubicBezTo>
                    <a:pt x="892" y="83"/>
                    <a:pt x="889" y="76"/>
                    <a:pt x="885" y="76"/>
                  </a:cubicBezTo>
                  <a:lnTo>
                    <a:pt x="707" y="59"/>
                  </a:lnTo>
                  <a:close/>
                  <a:moveTo>
                    <a:pt x="1058" y="92"/>
                  </a:moveTo>
                  <a:cubicBezTo>
                    <a:pt x="1050" y="92"/>
                    <a:pt x="1046" y="95"/>
                    <a:pt x="1046" y="99"/>
                  </a:cubicBezTo>
                  <a:cubicBezTo>
                    <a:pt x="1042" y="107"/>
                    <a:pt x="1050" y="112"/>
                    <a:pt x="1054" y="112"/>
                  </a:cubicBezTo>
                  <a:lnTo>
                    <a:pt x="1227" y="127"/>
                  </a:lnTo>
                  <a:cubicBezTo>
                    <a:pt x="1235" y="127"/>
                    <a:pt x="1240" y="123"/>
                    <a:pt x="1240" y="119"/>
                  </a:cubicBezTo>
                  <a:cubicBezTo>
                    <a:pt x="1240" y="112"/>
                    <a:pt x="1235" y="107"/>
                    <a:pt x="1231" y="107"/>
                  </a:cubicBezTo>
                  <a:lnTo>
                    <a:pt x="1058" y="92"/>
                  </a:lnTo>
                  <a:close/>
                  <a:moveTo>
                    <a:pt x="1405" y="119"/>
                  </a:moveTo>
                  <a:cubicBezTo>
                    <a:pt x="1397" y="119"/>
                    <a:pt x="1393" y="123"/>
                    <a:pt x="1393" y="130"/>
                  </a:cubicBezTo>
                  <a:cubicBezTo>
                    <a:pt x="1393" y="139"/>
                    <a:pt x="1397" y="143"/>
                    <a:pt x="1401" y="143"/>
                  </a:cubicBezTo>
                  <a:lnTo>
                    <a:pt x="1575" y="159"/>
                  </a:lnTo>
                  <a:cubicBezTo>
                    <a:pt x="1582" y="159"/>
                    <a:pt x="1586" y="154"/>
                    <a:pt x="1586" y="147"/>
                  </a:cubicBezTo>
                  <a:cubicBezTo>
                    <a:pt x="1586" y="143"/>
                    <a:pt x="1582" y="135"/>
                    <a:pt x="1579" y="135"/>
                  </a:cubicBezTo>
                  <a:lnTo>
                    <a:pt x="1405" y="119"/>
                  </a:lnTo>
                  <a:close/>
                  <a:moveTo>
                    <a:pt x="1752" y="150"/>
                  </a:moveTo>
                  <a:cubicBezTo>
                    <a:pt x="1744" y="150"/>
                    <a:pt x="1740" y="154"/>
                    <a:pt x="1740" y="163"/>
                  </a:cubicBezTo>
                  <a:cubicBezTo>
                    <a:pt x="1740" y="166"/>
                    <a:pt x="1744" y="170"/>
                    <a:pt x="1748" y="170"/>
                  </a:cubicBezTo>
                  <a:lnTo>
                    <a:pt x="1921" y="186"/>
                  </a:lnTo>
                  <a:cubicBezTo>
                    <a:pt x="1930" y="186"/>
                    <a:pt x="1933" y="182"/>
                    <a:pt x="1933" y="178"/>
                  </a:cubicBezTo>
                  <a:cubicBezTo>
                    <a:pt x="1933" y="170"/>
                    <a:pt x="1930" y="166"/>
                    <a:pt x="1926" y="166"/>
                  </a:cubicBezTo>
                  <a:lnTo>
                    <a:pt x="1752" y="150"/>
                  </a:lnTo>
                  <a:close/>
                  <a:moveTo>
                    <a:pt x="2095" y="181"/>
                  </a:moveTo>
                  <a:cubicBezTo>
                    <a:pt x="2090" y="181"/>
                    <a:pt x="2087" y="187"/>
                    <a:pt x="2087" y="190"/>
                  </a:cubicBezTo>
                  <a:cubicBezTo>
                    <a:pt x="2087" y="198"/>
                    <a:pt x="2091" y="201"/>
                    <a:pt x="2095" y="201"/>
                  </a:cubicBezTo>
                  <a:lnTo>
                    <a:pt x="2268" y="218"/>
                  </a:lnTo>
                  <a:cubicBezTo>
                    <a:pt x="2276" y="218"/>
                    <a:pt x="2281" y="214"/>
                    <a:pt x="2281" y="206"/>
                  </a:cubicBezTo>
                  <a:cubicBezTo>
                    <a:pt x="2281" y="201"/>
                    <a:pt x="2276" y="194"/>
                    <a:pt x="2272" y="194"/>
                  </a:cubicBezTo>
                  <a:lnTo>
                    <a:pt x="2099" y="182"/>
                  </a:lnTo>
                  <a:cubicBezTo>
                    <a:pt x="2097" y="182"/>
                    <a:pt x="2096" y="181"/>
                    <a:pt x="2095" y="181"/>
                  </a:cubicBezTo>
                  <a:close/>
                  <a:moveTo>
                    <a:pt x="2446" y="210"/>
                  </a:moveTo>
                  <a:cubicBezTo>
                    <a:pt x="2438" y="210"/>
                    <a:pt x="2434" y="214"/>
                    <a:pt x="2434" y="221"/>
                  </a:cubicBezTo>
                  <a:cubicBezTo>
                    <a:pt x="2434" y="225"/>
                    <a:pt x="2438" y="230"/>
                    <a:pt x="2442" y="234"/>
                  </a:cubicBezTo>
                  <a:lnTo>
                    <a:pt x="2517" y="237"/>
                  </a:lnTo>
                  <a:cubicBezTo>
                    <a:pt x="2521" y="237"/>
                    <a:pt x="2525" y="234"/>
                    <a:pt x="2529" y="230"/>
                  </a:cubicBezTo>
                  <a:cubicBezTo>
                    <a:pt x="2529" y="221"/>
                    <a:pt x="2525" y="218"/>
                    <a:pt x="2517" y="218"/>
                  </a:cubicBezTo>
                  <a:lnTo>
                    <a:pt x="2446" y="210"/>
                  </a:lnTo>
                  <a:close/>
                </a:path>
              </a:pathLst>
            </a:cu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13"/>
            <p:cNvSpPr/>
            <p:nvPr/>
          </p:nvSpPr>
          <p:spPr>
            <a:xfrm>
              <a:off x="1778804" y="5539515"/>
              <a:ext cx="2646029" cy="177650"/>
            </a:xfrm>
            <a:custGeom>
              <a:rect b="b" l="l" r="r" t="t"/>
              <a:pathLst>
                <a:path extrusionOk="0" h="170" w="2532">
                  <a:moveTo>
                    <a:pt x="13" y="0"/>
                  </a:moveTo>
                  <a:cubicBezTo>
                    <a:pt x="4" y="0"/>
                    <a:pt x="0" y="9"/>
                    <a:pt x="0" y="13"/>
                  </a:cubicBezTo>
                  <a:cubicBezTo>
                    <a:pt x="0" y="20"/>
                    <a:pt x="4" y="24"/>
                    <a:pt x="13" y="24"/>
                  </a:cubicBezTo>
                  <a:lnTo>
                    <a:pt x="186" y="36"/>
                  </a:lnTo>
                  <a:cubicBezTo>
                    <a:pt x="190" y="36"/>
                    <a:pt x="193" y="28"/>
                    <a:pt x="198" y="24"/>
                  </a:cubicBezTo>
                  <a:cubicBezTo>
                    <a:pt x="198" y="16"/>
                    <a:pt x="190" y="13"/>
                    <a:pt x="186" y="13"/>
                  </a:cubicBezTo>
                  <a:lnTo>
                    <a:pt x="13" y="0"/>
                  </a:lnTo>
                  <a:close/>
                  <a:moveTo>
                    <a:pt x="357" y="23"/>
                  </a:moveTo>
                  <a:cubicBezTo>
                    <a:pt x="353" y="23"/>
                    <a:pt x="348" y="29"/>
                    <a:pt x="348" y="32"/>
                  </a:cubicBezTo>
                  <a:cubicBezTo>
                    <a:pt x="348" y="40"/>
                    <a:pt x="351" y="44"/>
                    <a:pt x="359" y="44"/>
                  </a:cubicBezTo>
                  <a:lnTo>
                    <a:pt x="533" y="56"/>
                  </a:lnTo>
                  <a:cubicBezTo>
                    <a:pt x="537" y="56"/>
                    <a:pt x="544" y="51"/>
                    <a:pt x="544" y="44"/>
                  </a:cubicBezTo>
                  <a:cubicBezTo>
                    <a:pt x="544" y="40"/>
                    <a:pt x="541" y="32"/>
                    <a:pt x="533" y="32"/>
                  </a:cubicBezTo>
                  <a:lnTo>
                    <a:pt x="359" y="24"/>
                  </a:lnTo>
                  <a:cubicBezTo>
                    <a:pt x="358" y="23"/>
                    <a:pt x="357" y="23"/>
                    <a:pt x="357" y="23"/>
                  </a:cubicBezTo>
                  <a:close/>
                  <a:moveTo>
                    <a:pt x="706" y="44"/>
                  </a:moveTo>
                  <a:cubicBezTo>
                    <a:pt x="703" y="44"/>
                    <a:pt x="695" y="48"/>
                    <a:pt x="695" y="51"/>
                  </a:cubicBezTo>
                  <a:cubicBezTo>
                    <a:pt x="695" y="60"/>
                    <a:pt x="699" y="64"/>
                    <a:pt x="706" y="64"/>
                  </a:cubicBezTo>
                  <a:lnTo>
                    <a:pt x="879" y="75"/>
                  </a:lnTo>
                  <a:cubicBezTo>
                    <a:pt x="888" y="75"/>
                    <a:pt x="892" y="71"/>
                    <a:pt x="892" y="64"/>
                  </a:cubicBezTo>
                  <a:cubicBezTo>
                    <a:pt x="892" y="60"/>
                    <a:pt x="888" y="51"/>
                    <a:pt x="879" y="51"/>
                  </a:cubicBezTo>
                  <a:lnTo>
                    <a:pt x="706" y="44"/>
                  </a:lnTo>
                  <a:close/>
                  <a:moveTo>
                    <a:pt x="1057" y="64"/>
                  </a:moveTo>
                  <a:cubicBezTo>
                    <a:pt x="1050" y="64"/>
                    <a:pt x="1045" y="67"/>
                    <a:pt x="1045" y="71"/>
                  </a:cubicBezTo>
                  <a:cubicBezTo>
                    <a:pt x="1045" y="80"/>
                    <a:pt x="1050" y="84"/>
                    <a:pt x="1054" y="84"/>
                  </a:cubicBezTo>
                  <a:lnTo>
                    <a:pt x="1227" y="95"/>
                  </a:lnTo>
                  <a:cubicBezTo>
                    <a:pt x="1234" y="95"/>
                    <a:pt x="1239" y="91"/>
                    <a:pt x="1239" y="84"/>
                  </a:cubicBezTo>
                  <a:cubicBezTo>
                    <a:pt x="1239" y="80"/>
                    <a:pt x="1234" y="71"/>
                    <a:pt x="1231" y="71"/>
                  </a:cubicBezTo>
                  <a:lnTo>
                    <a:pt x="1057" y="64"/>
                  </a:lnTo>
                  <a:close/>
                  <a:moveTo>
                    <a:pt x="1405" y="84"/>
                  </a:moveTo>
                  <a:cubicBezTo>
                    <a:pt x="1396" y="84"/>
                    <a:pt x="1392" y="87"/>
                    <a:pt x="1392" y="95"/>
                  </a:cubicBezTo>
                  <a:cubicBezTo>
                    <a:pt x="1392" y="99"/>
                    <a:pt x="1396" y="103"/>
                    <a:pt x="1400" y="103"/>
                  </a:cubicBezTo>
                  <a:lnTo>
                    <a:pt x="1578" y="115"/>
                  </a:lnTo>
                  <a:cubicBezTo>
                    <a:pt x="1582" y="115"/>
                    <a:pt x="1585" y="111"/>
                    <a:pt x="1589" y="103"/>
                  </a:cubicBezTo>
                  <a:cubicBezTo>
                    <a:pt x="1589" y="99"/>
                    <a:pt x="1582" y="95"/>
                    <a:pt x="1578" y="91"/>
                  </a:cubicBezTo>
                  <a:lnTo>
                    <a:pt x="1405" y="84"/>
                  </a:lnTo>
                  <a:close/>
                  <a:moveTo>
                    <a:pt x="1751" y="103"/>
                  </a:moveTo>
                  <a:cubicBezTo>
                    <a:pt x="1747" y="103"/>
                    <a:pt x="1740" y="107"/>
                    <a:pt x="1740" y="115"/>
                  </a:cubicBezTo>
                  <a:cubicBezTo>
                    <a:pt x="1740" y="119"/>
                    <a:pt x="1743" y="122"/>
                    <a:pt x="1751" y="127"/>
                  </a:cubicBezTo>
                  <a:lnTo>
                    <a:pt x="1925" y="135"/>
                  </a:lnTo>
                  <a:cubicBezTo>
                    <a:pt x="1929" y="135"/>
                    <a:pt x="1937" y="131"/>
                    <a:pt x="1937" y="122"/>
                  </a:cubicBezTo>
                  <a:cubicBezTo>
                    <a:pt x="1937" y="119"/>
                    <a:pt x="1933" y="115"/>
                    <a:pt x="1925" y="115"/>
                  </a:cubicBezTo>
                  <a:lnTo>
                    <a:pt x="1751" y="103"/>
                  </a:lnTo>
                  <a:close/>
                  <a:moveTo>
                    <a:pt x="2098" y="122"/>
                  </a:moveTo>
                  <a:cubicBezTo>
                    <a:pt x="2095" y="122"/>
                    <a:pt x="2086" y="127"/>
                    <a:pt x="2086" y="135"/>
                  </a:cubicBezTo>
                  <a:cubicBezTo>
                    <a:pt x="2086" y="138"/>
                    <a:pt x="2091" y="146"/>
                    <a:pt x="2098" y="146"/>
                  </a:cubicBezTo>
                  <a:lnTo>
                    <a:pt x="2272" y="154"/>
                  </a:lnTo>
                  <a:cubicBezTo>
                    <a:pt x="2280" y="154"/>
                    <a:pt x="2284" y="151"/>
                    <a:pt x="2284" y="146"/>
                  </a:cubicBezTo>
                  <a:cubicBezTo>
                    <a:pt x="2284" y="138"/>
                    <a:pt x="2280" y="135"/>
                    <a:pt x="2272" y="135"/>
                  </a:cubicBezTo>
                  <a:lnTo>
                    <a:pt x="2098" y="122"/>
                  </a:lnTo>
                  <a:close/>
                  <a:moveTo>
                    <a:pt x="2449" y="142"/>
                  </a:moveTo>
                  <a:cubicBezTo>
                    <a:pt x="2441" y="142"/>
                    <a:pt x="2437" y="146"/>
                    <a:pt x="2437" y="154"/>
                  </a:cubicBezTo>
                  <a:cubicBezTo>
                    <a:pt x="2437" y="158"/>
                    <a:pt x="2441" y="166"/>
                    <a:pt x="2446" y="166"/>
                  </a:cubicBezTo>
                  <a:lnTo>
                    <a:pt x="2520" y="170"/>
                  </a:lnTo>
                  <a:cubicBezTo>
                    <a:pt x="2524" y="170"/>
                    <a:pt x="2528" y="166"/>
                    <a:pt x="2528" y="158"/>
                  </a:cubicBezTo>
                  <a:cubicBezTo>
                    <a:pt x="2532" y="154"/>
                    <a:pt x="2524" y="146"/>
                    <a:pt x="2520" y="146"/>
                  </a:cubicBezTo>
                  <a:lnTo>
                    <a:pt x="2449" y="142"/>
                  </a:lnTo>
                  <a:close/>
                </a:path>
              </a:pathLst>
            </a:cu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13"/>
            <p:cNvSpPr/>
            <p:nvPr/>
          </p:nvSpPr>
          <p:spPr>
            <a:xfrm>
              <a:off x="1704607" y="5959605"/>
              <a:ext cx="2642894" cy="203775"/>
            </a:xfrm>
            <a:custGeom>
              <a:rect b="b" l="l" r="r" t="t"/>
              <a:pathLst>
                <a:path extrusionOk="0" h="195" w="2529">
                  <a:moveTo>
                    <a:pt x="13" y="0"/>
                  </a:moveTo>
                  <a:cubicBezTo>
                    <a:pt x="4" y="0"/>
                    <a:pt x="0" y="4"/>
                    <a:pt x="0" y="9"/>
                  </a:cubicBezTo>
                  <a:cubicBezTo>
                    <a:pt x="0" y="17"/>
                    <a:pt x="4" y="20"/>
                    <a:pt x="9" y="20"/>
                  </a:cubicBezTo>
                  <a:lnTo>
                    <a:pt x="182" y="33"/>
                  </a:lnTo>
                  <a:cubicBezTo>
                    <a:pt x="183" y="33"/>
                    <a:pt x="185" y="34"/>
                    <a:pt x="186" y="34"/>
                  </a:cubicBezTo>
                  <a:cubicBezTo>
                    <a:pt x="191" y="34"/>
                    <a:pt x="193" y="27"/>
                    <a:pt x="193" y="24"/>
                  </a:cubicBezTo>
                  <a:cubicBezTo>
                    <a:pt x="198" y="17"/>
                    <a:pt x="190" y="13"/>
                    <a:pt x="186" y="13"/>
                  </a:cubicBezTo>
                  <a:lnTo>
                    <a:pt x="13" y="0"/>
                  </a:lnTo>
                  <a:close/>
                  <a:moveTo>
                    <a:pt x="359" y="24"/>
                  </a:moveTo>
                  <a:cubicBezTo>
                    <a:pt x="351" y="24"/>
                    <a:pt x="348" y="28"/>
                    <a:pt x="348" y="36"/>
                  </a:cubicBezTo>
                  <a:cubicBezTo>
                    <a:pt x="348" y="40"/>
                    <a:pt x="351" y="44"/>
                    <a:pt x="359" y="44"/>
                  </a:cubicBezTo>
                  <a:lnTo>
                    <a:pt x="533" y="60"/>
                  </a:lnTo>
                  <a:cubicBezTo>
                    <a:pt x="537" y="60"/>
                    <a:pt x="541" y="52"/>
                    <a:pt x="544" y="48"/>
                  </a:cubicBezTo>
                  <a:cubicBezTo>
                    <a:pt x="544" y="40"/>
                    <a:pt x="541" y="36"/>
                    <a:pt x="533" y="36"/>
                  </a:cubicBezTo>
                  <a:lnTo>
                    <a:pt x="359" y="24"/>
                  </a:lnTo>
                  <a:close/>
                  <a:moveTo>
                    <a:pt x="706" y="48"/>
                  </a:moveTo>
                  <a:cubicBezTo>
                    <a:pt x="703" y="48"/>
                    <a:pt x="695" y="52"/>
                    <a:pt x="695" y="60"/>
                  </a:cubicBezTo>
                  <a:cubicBezTo>
                    <a:pt x="695" y="64"/>
                    <a:pt x="699" y="68"/>
                    <a:pt x="706" y="71"/>
                  </a:cubicBezTo>
                  <a:lnTo>
                    <a:pt x="879" y="84"/>
                  </a:lnTo>
                  <a:cubicBezTo>
                    <a:pt x="884" y="84"/>
                    <a:pt x="892" y="80"/>
                    <a:pt x="892" y="71"/>
                  </a:cubicBezTo>
                  <a:cubicBezTo>
                    <a:pt x="892" y="68"/>
                    <a:pt x="888" y="60"/>
                    <a:pt x="879" y="60"/>
                  </a:cubicBezTo>
                  <a:lnTo>
                    <a:pt x="706" y="48"/>
                  </a:lnTo>
                  <a:close/>
                  <a:moveTo>
                    <a:pt x="1054" y="71"/>
                  </a:moveTo>
                  <a:cubicBezTo>
                    <a:pt x="1050" y="71"/>
                    <a:pt x="1041" y="75"/>
                    <a:pt x="1041" y="84"/>
                  </a:cubicBezTo>
                  <a:cubicBezTo>
                    <a:pt x="1041" y="87"/>
                    <a:pt x="1045" y="95"/>
                    <a:pt x="1054" y="95"/>
                  </a:cubicBezTo>
                  <a:lnTo>
                    <a:pt x="1227" y="107"/>
                  </a:lnTo>
                  <a:cubicBezTo>
                    <a:pt x="1234" y="107"/>
                    <a:pt x="1239" y="104"/>
                    <a:pt x="1239" y="95"/>
                  </a:cubicBezTo>
                  <a:cubicBezTo>
                    <a:pt x="1239" y="91"/>
                    <a:pt x="1234" y="84"/>
                    <a:pt x="1227" y="84"/>
                  </a:cubicBezTo>
                  <a:lnTo>
                    <a:pt x="1054" y="71"/>
                  </a:lnTo>
                  <a:close/>
                  <a:moveTo>
                    <a:pt x="1400" y="95"/>
                  </a:moveTo>
                  <a:cubicBezTo>
                    <a:pt x="1396" y="95"/>
                    <a:pt x="1392" y="99"/>
                    <a:pt x="1392" y="107"/>
                  </a:cubicBezTo>
                  <a:cubicBezTo>
                    <a:pt x="1389" y="111"/>
                    <a:pt x="1396" y="119"/>
                    <a:pt x="1400" y="119"/>
                  </a:cubicBezTo>
                  <a:lnTo>
                    <a:pt x="1574" y="131"/>
                  </a:lnTo>
                  <a:cubicBezTo>
                    <a:pt x="1582" y="131"/>
                    <a:pt x="1585" y="127"/>
                    <a:pt x="1585" y="119"/>
                  </a:cubicBezTo>
                  <a:cubicBezTo>
                    <a:pt x="1585" y="115"/>
                    <a:pt x="1582" y="107"/>
                    <a:pt x="1578" y="107"/>
                  </a:cubicBezTo>
                  <a:lnTo>
                    <a:pt x="1400" y="95"/>
                  </a:lnTo>
                  <a:close/>
                  <a:moveTo>
                    <a:pt x="1751" y="119"/>
                  </a:moveTo>
                  <a:cubicBezTo>
                    <a:pt x="1744" y="119"/>
                    <a:pt x="1740" y="123"/>
                    <a:pt x="1740" y="131"/>
                  </a:cubicBezTo>
                  <a:cubicBezTo>
                    <a:pt x="1740" y="139"/>
                    <a:pt x="1744" y="142"/>
                    <a:pt x="1747" y="142"/>
                  </a:cubicBezTo>
                  <a:lnTo>
                    <a:pt x="1920" y="155"/>
                  </a:lnTo>
                  <a:cubicBezTo>
                    <a:pt x="1929" y="155"/>
                    <a:pt x="1933" y="151"/>
                    <a:pt x="1933" y="142"/>
                  </a:cubicBezTo>
                  <a:cubicBezTo>
                    <a:pt x="1933" y="139"/>
                    <a:pt x="1929" y="135"/>
                    <a:pt x="1925" y="135"/>
                  </a:cubicBezTo>
                  <a:lnTo>
                    <a:pt x="1751" y="119"/>
                  </a:lnTo>
                  <a:close/>
                  <a:moveTo>
                    <a:pt x="2095" y="145"/>
                  </a:moveTo>
                  <a:cubicBezTo>
                    <a:pt x="2089" y="145"/>
                    <a:pt x="2086" y="152"/>
                    <a:pt x="2086" y="155"/>
                  </a:cubicBezTo>
                  <a:cubicBezTo>
                    <a:pt x="2086" y="162"/>
                    <a:pt x="2091" y="166"/>
                    <a:pt x="2095" y="166"/>
                  </a:cubicBezTo>
                  <a:lnTo>
                    <a:pt x="2272" y="178"/>
                  </a:lnTo>
                  <a:cubicBezTo>
                    <a:pt x="2275" y="178"/>
                    <a:pt x="2280" y="175"/>
                    <a:pt x="2280" y="170"/>
                  </a:cubicBezTo>
                  <a:cubicBezTo>
                    <a:pt x="2284" y="162"/>
                    <a:pt x="2275" y="158"/>
                    <a:pt x="2272" y="158"/>
                  </a:cubicBezTo>
                  <a:lnTo>
                    <a:pt x="2098" y="146"/>
                  </a:lnTo>
                  <a:cubicBezTo>
                    <a:pt x="2097" y="145"/>
                    <a:pt x="2096" y="145"/>
                    <a:pt x="2095" y="145"/>
                  </a:cubicBezTo>
                  <a:close/>
                  <a:moveTo>
                    <a:pt x="2446" y="170"/>
                  </a:moveTo>
                  <a:cubicBezTo>
                    <a:pt x="2437" y="170"/>
                    <a:pt x="2433" y="175"/>
                    <a:pt x="2433" y="178"/>
                  </a:cubicBezTo>
                  <a:cubicBezTo>
                    <a:pt x="2433" y="186"/>
                    <a:pt x="2437" y="190"/>
                    <a:pt x="2446" y="190"/>
                  </a:cubicBezTo>
                  <a:lnTo>
                    <a:pt x="2517" y="193"/>
                  </a:lnTo>
                  <a:cubicBezTo>
                    <a:pt x="2517" y="194"/>
                    <a:pt x="2518" y="195"/>
                    <a:pt x="2519" y="195"/>
                  </a:cubicBezTo>
                  <a:cubicBezTo>
                    <a:pt x="2523" y="195"/>
                    <a:pt x="2528" y="189"/>
                    <a:pt x="2528" y="186"/>
                  </a:cubicBezTo>
                  <a:cubicBezTo>
                    <a:pt x="2528" y="178"/>
                    <a:pt x="2524" y="175"/>
                    <a:pt x="2517" y="175"/>
                  </a:cubicBezTo>
                  <a:lnTo>
                    <a:pt x="2446" y="170"/>
                  </a:lnTo>
                  <a:close/>
                </a:path>
              </a:pathLst>
            </a:cu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13"/>
            <p:cNvSpPr/>
            <p:nvPr/>
          </p:nvSpPr>
          <p:spPr>
            <a:xfrm>
              <a:off x="1626229" y="6458070"/>
              <a:ext cx="2642894" cy="207955"/>
            </a:xfrm>
            <a:custGeom>
              <a:rect b="b" l="l" r="r" t="t"/>
              <a:pathLst>
                <a:path extrusionOk="0" h="199" w="2529">
                  <a:moveTo>
                    <a:pt x="13" y="0"/>
                  </a:moveTo>
                  <a:cubicBezTo>
                    <a:pt x="4" y="0"/>
                    <a:pt x="1" y="5"/>
                    <a:pt x="1" y="13"/>
                  </a:cubicBezTo>
                  <a:cubicBezTo>
                    <a:pt x="1" y="16"/>
                    <a:pt x="4" y="24"/>
                    <a:pt x="8" y="24"/>
                  </a:cubicBezTo>
                  <a:lnTo>
                    <a:pt x="182" y="36"/>
                  </a:lnTo>
                  <a:cubicBezTo>
                    <a:pt x="190" y="36"/>
                    <a:pt x="194" y="33"/>
                    <a:pt x="194" y="24"/>
                  </a:cubicBezTo>
                  <a:cubicBezTo>
                    <a:pt x="194" y="20"/>
                    <a:pt x="190" y="13"/>
                    <a:pt x="186" y="13"/>
                  </a:cubicBezTo>
                  <a:lnTo>
                    <a:pt x="13" y="0"/>
                  </a:lnTo>
                  <a:close/>
                  <a:moveTo>
                    <a:pt x="359" y="24"/>
                  </a:moveTo>
                  <a:cubicBezTo>
                    <a:pt x="352" y="24"/>
                    <a:pt x="348" y="29"/>
                    <a:pt x="348" y="36"/>
                  </a:cubicBezTo>
                  <a:cubicBezTo>
                    <a:pt x="348" y="44"/>
                    <a:pt x="352" y="48"/>
                    <a:pt x="359" y="48"/>
                  </a:cubicBezTo>
                  <a:lnTo>
                    <a:pt x="533" y="60"/>
                  </a:lnTo>
                  <a:cubicBezTo>
                    <a:pt x="537" y="60"/>
                    <a:pt x="541" y="56"/>
                    <a:pt x="545" y="48"/>
                  </a:cubicBezTo>
                  <a:cubicBezTo>
                    <a:pt x="545" y="44"/>
                    <a:pt x="541" y="40"/>
                    <a:pt x="533" y="36"/>
                  </a:cubicBezTo>
                  <a:lnTo>
                    <a:pt x="359" y="24"/>
                  </a:lnTo>
                  <a:close/>
                  <a:moveTo>
                    <a:pt x="704" y="51"/>
                  </a:moveTo>
                  <a:cubicBezTo>
                    <a:pt x="700" y="51"/>
                    <a:pt x="694" y="57"/>
                    <a:pt x="694" y="60"/>
                  </a:cubicBezTo>
                  <a:cubicBezTo>
                    <a:pt x="694" y="68"/>
                    <a:pt x="699" y="71"/>
                    <a:pt x="707" y="71"/>
                  </a:cubicBezTo>
                  <a:lnTo>
                    <a:pt x="880" y="84"/>
                  </a:lnTo>
                  <a:cubicBezTo>
                    <a:pt x="884" y="84"/>
                    <a:pt x="892" y="80"/>
                    <a:pt x="892" y="76"/>
                  </a:cubicBezTo>
                  <a:cubicBezTo>
                    <a:pt x="892" y="68"/>
                    <a:pt x="888" y="64"/>
                    <a:pt x="880" y="64"/>
                  </a:cubicBezTo>
                  <a:lnTo>
                    <a:pt x="707" y="52"/>
                  </a:lnTo>
                  <a:cubicBezTo>
                    <a:pt x="706" y="51"/>
                    <a:pt x="705" y="51"/>
                    <a:pt x="704" y="51"/>
                  </a:cubicBezTo>
                  <a:close/>
                  <a:moveTo>
                    <a:pt x="1054" y="76"/>
                  </a:moveTo>
                  <a:cubicBezTo>
                    <a:pt x="1049" y="76"/>
                    <a:pt x="1042" y="80"/>
                    <a:pt x="1042" y="84"/>
                  </a:cubicBezTo>
                  <a:cubicBezTo>
                    <a:pt x="1042" y="91"/>
                    <a:pt x="1045" y="95"/>
                    <a:pt x="1054" y="95"/>
                  </a:cubicBezTo>
                  <a:lnTo>
                    <a:pt x="1227" y="107"/>
                  </a:lnTo>
                  <a:cubicBezTo>
                    <a:pt x="1231" y="107"/>
                    <a:pt x="1238" y="104"/>
                    <a:pt x="1238" y="100"/>
                  </a:cubicBezTo>
                  <a:cubicBezTo>
                    <a:pt x="1238" y="91"/>
                    <a:pt x="1235" y="87"/>
                    <a:pt x="1227" y="87"/>
                  </a:cubicBezTo>
                  <a:lnTo>
                    <a:pt x="1054" y="76"/>
                  </a:lnTo>
                  <a:close/>
                  <a:moveTo>
                    <a:pt x="1400" y="100"/>
                  </a:moveTo>
                  <a:cubicBezTo>
                    <a:pt x="1396" y="100"/>
                    <a:pt x="1393" y="104"/>
                    <a:pt x="1389" y="107"/>
                  </a:cubicBezTo>
                  <a:cubicBezTo>
                    <a:pt x="1389" y="115"/>
                    <a:pt x="1396" y="119"/>
                    <a:pt x="1400" y="119"/>
                  </a:cubicBezTo>
                  <a:lnTo>
                    <a:pt x="1574" y="131"/>
                  </a:lnTo>
                  <a:cubicBezTo>
                    <a:pt x="1582" y="131"/>
                    <a:pt x="1586" y="127"/>
                    <a:pt x="1586" y="123"/>
                  </a:cubicBezTo>
                  <a:cubicBezTo>
                    <a:pt x="1586" y="115"/>
                    <a:pt x="1582" y="111"/>
                    <a:pt x="1578" y="111"/>
                  </a:cubicBezTo>
                  <a:lnTo>
                    <a:pt x="1400" y="100"/>
                  </a:lnTo>
                  <a:close/>
                  <a:moveTo>
                    <a:pt x="1751" y="123"/>
                  </a:moveTo>
                  <a:cubicBezTo>
                    <a:pt x="1744" y="123"/>
                    <a:pt x="1740" y="127"/>
                    <a:pt x="1740" y="131"/>
                  </a:cubicBezTo>
                  <a:cubicBezTo>
                    <a:pt x="1740" y="139"/>
                    <a:pt x="1744" y="142"/>
                    <a:pt x="1748" y="142"/>
                  </a:cubicBezTo>
                  <a:lnTo>
                    <a:pt x="1921" y="158"/>
                  </a:lnTo>
                  <a:cubicBezTo>
                    <a:pt x="1929" y="158"/>
                    <a:pt x="1933" y="151"/>
                    <a:pt x="1933" y="147"/>
                  </a:cubicBezTo>
                  <a:cubicBezTo>
                    <a:pt x="1933" y="139"/>
                    <a:pt x="1929" y="135"/>
                    <a:pt x="1924" y="135"/>
                  </a:cubicBezTo>
                  <a:lnTo>
                    <a:pt x="1751" y="123"/>
                  </a:lnTo>
                  <a:close/>
                  <a:moveTo>
                    <a:pt x="2099" y="147"/>
                  </a:moveTo>
                  <a:cubicBezTo>
                    <a:pt x="2090" y="147"/>
                    <a:pt x="2086" y="151"/>
                    <a:pt x="2086" y="158"/>
                  </a:cubicBezTo>
                  <a:cubicBezTo>
                    <a:pt x="2086" y="162"/>
                    <a:pt x="2090" y="166"/>
                    <a:pt x="2095" y="171"/>
                  </a:cubicBezTo>
                  <a:lnTo>
                    <a:pt x="2272" y="182"/>
                  </a:lnTo>
                  <a:cubicBezTo>
                    <a:pt x="2276" y="182"/>
                    <a:pt x="2279" y="178"/>
                    <a:pt x="2279" y="171"/>
                  </a:cubicBezTo>
                  <a:cubicBezTo>
                    <a:pt x="2284" y="166"/>
                    <a:pt x="2276" y="158"/>
                    <a:pt x="2272" y="158"/>
                  </a:cubicBezTo>
                  <a:lnTo>
                    <a:pt x="2099" y="147"/>
                  </a:lnTo>
                  <a:close/>
                  <a:moveTo>
                    <a:pt x="2445" y="171"/>
                  </a:moveTo>
                  <a:cubicBezTo>
                    <a:pt x="2437" y="171"/>
                    <a:pt x="2434" y="175"/>
                    <a:pt x="2434" y="182"/>
                  </a:cubicBezTo>
                  <a:cubicBezTo>
                    <a:pt x="2434" y="186"/>
                    <a:pt x="2437" y="194"/>
                    <a:pt x="2445" y="194"/>
                  </a:cubicBezTo>
                  <a:lnTo>
                    <a:pt x="2516" y="198"/>
                  </a:lnTo>
                  <a:cubicBezTo>
                    <a:pt x="2521" y="198"/>
                    <a:pt x="2528" y="194"/>
                    <a:pt x="2528" y="186"/>
                  </a:cubicBezTo>
                  <a:cubicBezTo>
                    <a:pt x="2528" y="182"/>
                    <a:pt x="2524" y="178"/>
                    <a:pt x="2516" y="175"/>
                  </a:cubicBezTo>
                  <a:lnTo>
                    <a:pt x="2445" y="171"/>
                  </a:lnTo>
                  <a:close/>
                </a:path>
              </a:pathLst>
            </a:cu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7" name="Google Shape;297;p13"/>
          <p:cNvGrpSpPr/>
          <p:nvPr/>
        </p:nvGrpSpPr>
        <p:grpSpPr>
          <a:xfrm rot="-2700000">
            <a:off x="8962963" y="8484053"/>
            <a:ext cx="1896745" cy="1928965"/>
            <a:chOff x="8016283" y="3354199"/>
            <a:chExt cx="1896763" cy="1928983"/>
          </a:xfrm>
        </p:grpSpPr>
        <p:grpSp>
          <p:nvGrpSpPr>
            <p:cNvPr id="298" name="Google Shape;298;p13"/>
            <p:cNvGrpSpPr/>
            <p:nvPr/>
          </p:nvGrpSpPr>
          <p:grpSpPr>
            <a:xfrm>
              <a:off x="8016283" y="3354199"/>
              <a:ext cx="1896763" cy="1928983"/>
              <a:chOff x="3025183" y="3101074"/>
              <a:chExt cx="1896763" cy="1928983"/>
            </a:xfrm>
          </p:grpSpPr>
          <p:sp>
            <p:nvSpPr>
              <p:cNvPr id="299" name="Google Shape;299;p13"/>
              <p:cNvSpPr/>
              <p:nvPr/>
            </p:nvSpPr>
            <p:spPr>
              <a:xfrm>
                <a:off x="3025183" y="3101074"/>
                <a:ext cx="1896763" cy="1928983"/>
              </a:xfrm>
              <a:custGeom>
                <a:rect b="b" l="l" r="r" t="t"/>
                <a:pathLst>
                  <a:path extrusionOk="0" h="1913" w="1881">
                    <a:moveTo>
                      <a:pt x="1496" y="1"/>
                    </a:moveTo>
                    <a:cubicBezTo>
                      <a:pt x="1477" y="1"/>
                      <a:pt x="1459" y="7"/>
                      <a:pt x="1440" y="16"/>
                    </a:cubicBezTo>
                    <a:cubicBezTo>
                      <a:pt x="1416" y="24"/>
                      <a:pt x="1392" y="31"/>
                      <a:pt x="1364" y="31"/>
                    </a:cubicBezTo>
                    <a:lnTo>
                      <a:pt x="0" y="1573"/>
                    </a:lnTo>
                    <a:cubicBezTo>
                      <a:pt x="24" y="1596"/>
                      <a:pt x="35" y="1629"/>
                      <a:pt x="35" y="1664"/>
                    </a:cubicBezTo>
                    <a:cubicBezTo>
                      <a:pt x="63" y="1667"/>
                      <a:pt x="91" y="1680"/>
                      <a:pt x="115" y="1700"/>
                    </a:cubicBezTo>
                    <a:cubicBezTo>
                      <a:pt x="138" y="1719"/>
                      <a:pt x="153" y="1747"/>
                      <a:pt x="162" y="1774"/>
                    </a:cubicBezTo>
                    <a:cubicBezTo>
                      <a:pt x="201" y="1778"/>
                      <a:pt x="237" y="1782"/>
                      <a:pt x="268" y="1806"/>
                    </a:cubicBezTo>
                    <a:cubicBezTo>
                      <a:pt x="304" y="1833"/>
                      <a:pt x="319" y="1869"/>
                      <a:pt x="323" y="1912"/>
                    </a:cubicBezTo>
                    <a:lnTo>
                      <a:pt x="1880" y="153"/>
                    </a:lnTo>
                    <a:lnTo>
                      <a:pt x="1865" y="138"/>
                    </a:lnTo>
                    <a:cubicBezTo>
                      <a:pt x="1860" y="137"/>
                      <a:pt x="1854" y="136"/>
                      <a:pt x="1849" y="136"/>
                    </a:cubicBezTo>
                    <a:cubicBezTo>
                      <a:pt x="1821" y="136"/>
                      <a:pt x="1793" y="151"/>
                      <a:pt x="1766" y="158"/>
                    </a:cubicBezTo>
                    <a:cubicBezTo>
                      <a:pt x="1753" y="160"/>
                      <a:pt x="1741" y="161"/>
                      <a:pt x="1729" y="161"/>
                    </a:cubicBezTo>
                    <a:cubicBezTo>
                      <a:pt x="1682" y="161"/>
                      <a:pt x="1640" y="143"/>
                      <a:pt x="1609" y="102"/>
                    </a:cubicBezTo>
                    <a:cubicBezTo>
                      <a:pt x="1577" y="71"/>
                      <a:pt x="1558" y="16"/>
                      <a:pt x="1518" y="4"/>
                    </a:cubicBezTo>
                    <a:cubicBezTo>
                      <a:pt x="1510" y="2"/>
                      <a:pt x="1503" y="1"/>
                      <a:pt x="1496" y="1"/>
                    </a:cubicBezTo>
                    <a:close/>
                  </a:path>
                </a:pathLst>
              </a:custGeom>
              <a:solidFill>
                <a:schemeClr val="accent5"/>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13"/>
              <p:cNvSpPr/>
              <p:nvPr/>
            </p:nvSpPr>
            <p:spPr>
              <a:xfrm>
                <a:off x="3398283" y="4396808"/>
                <a:ext cx="132098" cy="147220"/>
              </a:xfrm>
              <a:custGeom>
                <a:rect b="b" l="l" r="r" t="t"/>
                <a:pathLst>
                  <a:path extrusionOk="0" h="146" w="131">
                    <a:moveTo>
                      <a:pt x="131" y="0"/>
                    </a:moveTo>
                    <a:lnTo>
                      <a:pt x="131" y="0"/>
                    </a:lnTo>
                    <a:cubicBezTo>
                      <a:pt x="109" y="24"/>
                      <a:pt x="87" y="48"/>
                      <a:pt x="65" y="73"/>
                    </a:cubicBezTo>
                    <a:lnTo>
                      <a:pt x="131" y="0"/>
                    </a:lnTo>
                    <a:close/>
                    <a:moveTo>
                      <a:pt x="65" y="73"/>
                    </a:moveTo>
                    <a:lnTo>
                      <a:pt x="0" y="146"/>
                    </a:lnTo>
                    <a:cubicBezTo>
                      <a:pt x="22" y="122"/>
                      <a:pt x="44" y="98"/>
                      <a:pt x="65" y="73"/>
                    </a:cubicBezTo>
                    <a:close/>
                  </a:path>
                </a:pathLst>
              </a:custGeom>
              <a:solidFill>
                <a:srgbClr val="FFF2A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13"/>
              <p:cNvSpPr/>
              <p:nvPr/>
            </p:nvSpPr>
            <p:spPr>
              <a:xfrm>
                <a:off x="3560633" y="4511760"/>
                <a:ext cx="72603" cy="61510"/>
              </a:xfrm>
              <a:custGeom>
                <a:rect b="b" l="l" r="r" t="t"/>
                <a:pathLst>
                  <a:path extrusionOk="0" h="61" w="72">
                    <a:moveTo>
                      <a:pt x="1" y="60"/>
                    </a:moveTo>
                    <a:cubicBezTo>
                      <a:pt x="25" y="40"/>
                      <a:pt x="48" y="20"/>
                      <a:pt x="72" y="1"/>
                    </a:cubicBezTo>
                    <a:close/>
                  </a:path>
                </a:pathLst>
              </a:custGeom>
              <a:solidFill>
                <a:srgbClr val="FFF2A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13"/>
              <p:cNvSpPr/>
              <p:nvPr/>
            </p:nvSpPr>
            <p:spPr>
              <a:xfrm>
                <a:off x="4396580" y="3513491"/>
                <a:ext cx="44369" cy="76635"/>
              </a:xfrm>
              <a:custGeom>
                <a:rect b="b" l="l" r="r" t="t"/>
                <a:pathLst>
                  <a:path extrusionOk="0" h="76" w="44">
                    <a:moveTo>
                      <a:pt x="44" y="1"/>
                    </a:moveTo>
                    <a:cubicBezTo>
                      <a:pt x="43" y="2"/>
                      <a:pt x="42" y="3"/>
                      <a:pt x="41" y="4"/>
                    </a:cubicBezTo>
                    <a:lnTo>
                      <a:pt x="41" y="4"/>
                    </a:lnTo>
                    <a:lnTo>
                      <a:pt x="44" y="1"/>
                    </a:lnTo>
                    <a:close/>
                    <a:moveTo>
                      <a:pt x="41" y="4"/>
                    </a:moveTo>
                    <a:lnTo>
                      <a:pt x="0" y="75"/>
                    </a:lnTo>
                    <a:cubicBezTo>
                      <a:pt x="15" y="53"/>
                      <a:pt x="26" y="30"/>
                      <a:pt x="41" y="4"/>
                    </a:cubicBezTo>
                    <a:close/>
                  </a:path>
                </a:pathLst>
              </a:custGeom>
              <a:solidFill>
                <a:srgbClr val="FFF2A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03" name="Google Shape;303;p13"/>
            <p:cNvSpPr/>
            <p:nvPr/>
          </p:nvSpPr>
          <p:spPr>
            <a:xfrm>
              <a:off x="8418775" y="4784875"/>
              <a:ext cx="180875" cy="205550"/>
            </a:xfrm>
            <a:custGeom>
              <a:rect b="b" l="l" r="r" t="t"/>
              <a:pathLst>
                <a:path extrusionOk="0" h="8222" w="7235">
                  <a:moveTo>
                    <a:pt x="7235" y="0"/>
                  </a:moveTo>
                  <a:cubicBezTo>
                    <a:pt x="5044" y="2920"/>
                    <a:pt x="2579" y="5639"/>
                    <a:pt x="0" y="8222"/>
                  </a:cubicBezTo>
                </a:path>
              </a:pathLst>
            </a:custGeom>
            <a:noFill/>
            <a:ln cap="flat" cmpd="sng" w="28575">
              <a:solidFill>
                <a:schemeClr val="dk1"/>
              </a:solidFill>
              <a:prstDash val="solid"/>
              <a:round/>
              <a:headEnd len="med" w="med" type="none"/>
              <a:tailEnd len="med" w="med" type="none"/>
            </a:ln>
          </p:spPr>
        </p:sp>
        <p:sp>
          <p:nvSpPr>
            <p:cNvPr id="304" name="Google Shape;304;p13"/>
            <p:cNvSpPr/>
            <p:nvPr/>
          </p:nvSpPr>
          <p:spPr>
            <a:xfrm>
              <a:off x="8336550" y="4834225"/>
              <a:ext cx="74000" cy="106875"/>
            </a:xfrm>
            <a:custGeom>
              <a:rect b="b" l="l" r="r" t="t"/>
              <a:pathLst>
                <a:path extrusionOk="0" h="4275" w="2960">
                  <a:moveTo>
                    <a:pt x="2960" y="0"/>
                  </a:moveTo>
                  <a:cubicBezTo>
                    <a:pt x="2068" y="1486"/>
                    <a:pt x="961" y="2833"/>
                    <a:pt x="0" y="4275"/>
                  </a:cubicBezTo>
                </a:path>
              </a:pathLst>
            </a:custGeom>
            <a:noFill/>
            <a:ln cap="flat" cmpd="sng" w="28575">
              <a:solidFill>
                <a:schemeClr val="dk1"/>
              </a:solidFill>
              <a:prstDash val="solid"/>
              <a:round/>
              <a:headEnd len="med" w="med" type="none"/>
              <a:tailEnd len="med" w="med" type="none"/>
            </a:ln>
          </p:spPr>
        </p:sp>
        <p:sp>
          <p:nvSpPr>
            <p:cNvPr id="305" name="Google Shape;305;p13"/>
            <p:cNvSpPr/>
            <p:nvPr/>
          </p:nvSpPr>
          <p:spPr>
            <a:xfrm>
              <a:off x="9232700" y="3658550"/>
              <a:ext cx="353525" cy="452175"/>
            </a:xfrm>
            <a:custGeom>
              <a:rect b="b" l="l" r="r" t="t"/>
              <a:pathLst>
                <a:path extrusionOk="0" h="18087" w="14141">
                  <a:moveTo>
                    <a:pt x="14141" y="0"/>
                  </a:moveTo>
                  <a:cubicBezTo>
                    <a:pt x="9241" y="5879"/>
                    <a:pt x="4241" y="11716"/>
                    <a:pt x="0" y="18087"/>
                  </a:cubicBezTo>
                </a:path>
              </a:pathLst>
            </a:custGeom>
            <a:noFill/>
            <a:ln cap="flat" cmpd="sng" w="28575">
              <a:solidFill>
                <a:schemeClr val="dk1"/>
              </a:solidFill>
              <a:prstDash val="solid"/>
              <a:round/>
              <a:headEnd len="med" w="med" type="none"/>
              <a:tailEnd len="med" w="med" type="none"/>
            </a:ln>
          </p:spPr>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SECTION_HEADER_1">
    <p:bg>
      <p:bgPr>
        <a:solidFill>
          <a:schemeClr val="lt1"/>
        </a:solidFill>
      </p:bgPr>
    </p:bg>
    <p:spTree>
      <p:nvGrpSpPr>
        <p:cNvPr id="306" name="Shape 306"/>
        <p:cNvGrpSpPr/>
        <p:nvPr/>
      </p:nvGrpSpPr>
      <p:grpSpPr>
        <a:xfrm>
          <a:off x="0" y="0"/>
          <a:ext cx="0" cy="0"/>
          <a:chOff x="0" y="0"/>
          <a:chExt cx="0" cy="0"/>
        </a:xfrm>
      </p:grpSpPr>
      <p:sp>
        <p:nvSpPr>
          <p:cNvPr id="307" name="Google Shape;307;p14"/>
          <p:cNvSpPr txBox="1"/>
          <p:nvPr>
            <p:ph type="title"/>
          </p:nvPr>
        </p:nvSpPr>
        <p:spPr>
          <a:xfrm>
            <a:off x="3740228" y="1173577"/>
            <a:ext cx="5588400" cy="1215000"/>
          </a:xfrm>
          <a:prstGeom prst="rect">
            <a:avLst/>
          </a:prstGeom>
        </p:spPr>
        <p:txBody>
          <a:bodyPr anchorCtr="0" anchor="b" bIns="91425" lIns="91425" spcFirstLastPara="1" rIns="91425" wrap="square" tIns="91425">
            <a:noAutofit/>
          </a:bodyPr>
          <a:lstStyle>
            <a:lvl1pPr lvl="0" rtl="0" algn="l">
              <a:lnSpc>
                <a:spcPct val="100000"/>
              </a:lnSpc>
              <a:spcBef>
                <a:spcPts val="0"/>
              </a:spcBef>
              <a:spcAft>
                <a:spcPts val="0"/>
              </a:spcAft>
              <a:buSzPts val="6800"/>
              <a:buNone/>
              <a:defRPr sz="8000"/>
            </a:lvl1pPr>
            <a:lvl2pPr lvl="1" rtl="0" algn="l">
              <a:lnSpc>
                <a:spcPct val="100000"/>
              </a:lnSpc>
              <a:spcBef>
                <a:spcPts val="0"/>
              </a:spcBef>
              <a:spcAft>
                <a:spcPts val="0"/>
              </a:spcAft>
              <a:buSzPts val="6800"/>
              <a:buNone/>
              <a:defRPr sz="6800"/>
            </a:lvl2pPr>
            <a:lvl3pPr lvl="2" rtl="0" algn="l">
              <a:lnSpc>
                <a:spcPct val="100000"/>
              </a:lnSpc>
              <a:spcBef>
                <a:spcPts val="0"/>
              </a:spcBef>
              <a:spcAft>
                <a:spcPts val="0"/>
              </a:spcAft>
              <a:buSzPts val="6800"/>
              <a:buNone/>
              <a:defRPr sz="6800"/>
            </a:lvl3pPr>
            <a:lvl4pPr lvl="3" rtl="0" algn="l">
              <a:lnSpc>
                <a:spcPct val="100000"/>
              </a:lnSpc>
              <a:spcBef>
                <a:spcPts val="0"/>
              </a:spcBef>
              <a:spcAft>
                <a:spcPts val="0"/>
              </a:spcAft>
              <a:buSzPts val="6800"/>
              <a:buNone/>
              <a:defRPr sz="6800"/>
            </a:lvl4pPr>
            <a:lvl5pPr lvl="4" rtl="0" algn="l">
              <a:lnSpc>
                <a:spcPct val="100000"/>
              </a:lnSpc>
              <a:spcBef>
                <a:spcPts val="0"/>
              </a:spcBef>
              <a:spcAft>
                <a:spcPts val="0"/>
              </a:spcAft>
              <a:buSzPts val="6800"/>
              <a:buNone/>
              <a:defRPr sz="6800"/>
            </a:lvl5pPr>
            <a:lvl6pPr lvl="5" rtl="0" algn="l">
              <a:lnSpc>
                <a:spcPct val="100000"/>
              </a:lnSpc>
              <a:spcBef>
                <a:spcPts val="0"/>
              </a:spcBef>
              <a:spcAft>
                <a:spcPts val="0"/>
              </a:spcAft>
              <a:buSzPts val="6800"/>
              <a:buNone/>
              <a:defRPr sz="6800"/>
            </a:lvl6pPr>
            <a:lvl7pPr lvl="6" rtl="0" algn="l">
              <a:lnSpc>
                <a:spcPct val="100000"/>
              </a:lnSpc>
              <a:spcBef>
                <a:spcPts val="0"/>
              </a:spcBef>
              <a:spcAft>
                <a:spcPts val="0"/>
              </a:spcAft>
              <a:buSzPts val="6800"/>
              <a:buNone/>
              <a:defRPr sz="6800"/>
            </a:lvl7pPr>
            <a:lvl8pPr lvl="7" rtl="0" algn="l">
              <a:lnSpc>
                <a:spcPct val="100000"/>
              </a:lnSpc>
              <a:spcBef>
                <a:spcPts val="0"/>
              </a:spcBef>
              <a:spcAft>
                <a:spcPts val="0"/>
              </a:spcAft>
              <a:buSzPts val="6800"/>
              <a:buNone/>
              <a:defRPr sz="6800"/>
            </a:lvl8pPr>
            <a:lvl9pPr lvl="8" rtl="0" algn="l">
              <a:lnSpc>
                <a:spcPct val="100000"/>
              </a:lnSpc>
              <a:spcBef>
                <a:spcPts val="0"/>
              </a:spcBef>
              <a:spcAft>
                <a:spcPts val="0"/>
              </a:spcAft>
              <a:buSzPts val="6800"/>
              <a:buNone/>
              <a:defRPr sz="6800"/>
            </a:lvl9pPr>
          </a:lstStyle>
          <a:p/>
        </p:txBody>
      </p:sp>
      <p:sp>
        <p:nvSpPr>
          <p:cNvPr id="308" name="Google Shape;308;p14"/>
          <p:cNvSpPr txBox="1"/>
          <p:nvPr>
            <p:ph hasCustomPrompt="1" idx="2" type="title"/>
          </p:nvPr>
        </p:nvSpPr>
        <p:spPr>
          <a:xfrm>
            <a:off x="970297" y="1265196"/>
            <a:ext cx="2563200" cy="18321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lt1"/>
              </a:buClr>
              <a:buSzPts val="6800"/>
              <a:buNone/>
              <a:defRPr sz="13300"/>
            </a:lvl1pPr>
            <a:lvl2pPr lvl="1" rtl="0" algn="ctr">
              <a:lnSpc>
                <a:spcPct val="100000"/>
              </a:lnSpc>
              <a:spcBef>
                <a:spcPts val="0"/>
              </a:spcBef>
              <a:spcAft>
                <a:spcPts val="0"/>
              </a:spcAft>
              <a:buClr>
                <a:schemeClr val="dk1"/>
              </a:buClr>
              <a:buSzPts val="6800"/>
              <a:buNone/>
              <a:defRPr sz="6800">
                <a:solidFill>
                  <a:schemeClr val="dk1"/>
                </a:solidFill>
              </a:defRPr>
            </a:lvl2pPr>
            <a:lvl3pPr lvl="2" rtl="0" algn="ctr">
              <a:lnSpc>
                <a:spcPct val="100000"/>
              </a:lnSpc>
              <a:spcBef>
                <a:spcPts val="0"/>
              </a:spcBef>
              <a:spcAft>
                <a:spcPts val="0"/>
              </a:spcAft>
              <a:buClr>
                <a:schemeClr val="dk1"/>
              </a:buClr>
              <a:buSzPts val="6800"/>
              <a:buNone/>
              <a:defRPr sz="6800">
                <a:solidFill>
                  <a:schemeClr val="dk1"/>
                </a:solidFill>
              </a:defRPr>
            </a:lvl3pPr>
            <a:lvl4pPr lvl="3" rtl="0" algn="ctr">
              <a:lnSpc>
                <a:spcPct val="100000"/>
              </a:lnSpc>
              <a:spcBef>
                <a:spcPts val="0"/>
              </a:spcBef>
              <a:spcAft>
                <a:spcPts val="0"/>
              </a:spcAft>
              <a:buClr>
                <a:schemeClr val="dk1"/>
              </a:buClr>
              <a:buSzPts val="6800"/>
              <a:buNone/>
              <a:defRPr sz="6800">
                <a:solidFill>
                  <a:schemeClr val="dk1"/>
                </a:solidFill>
              </a:defRPr>
            </a:lvl4pPr>
            <a:lvl5pPr lvl="4" rtl="0" algn="ctr">
              <a:lnSpc>
                <a:spcPct val="100000"/>
              </a:lnSpc>
              <a:spcBef>
                <a:spcPts val="0"/>
              </a:spcBef>
              <a:spcAft>
                <a:spcPts val="0"/>
              </a:spcAft>
              <a:buClr>
                <a:schemeClr val="dk1"/>
              </a:buClr>
              <a:buSzPts val="6800"/>
              <a:buNone/>
              <a:defRPr sz="6800">
                <a:solidFill>
                  <a:schemeClr val="dk1"/>
                </a:solidFill>
              </a:defRPr>
            </a:lvl5pPr>
            <a:lvl6pPr lvl="5" rtl="0" algn="ctr">
              <a:lnSpc>
                <a:spcPct val="100000"/>
              </a:lnSpc>
              <a:spcBef>
                <a:spcPts val="0"/>
              </a:spcBef>
              <a:spcAft>
                <a:spcPts val="0"/>
              </a:spcAft>
              <a:buClr>
                <a:schemeClr val="dk1"/>
              </a:buClr>
              <a:buSzPts val="6800"/>
              <a:buNone/>
              <a:defRPr sz="6800">
                <a:solidFill>
                  <a:schemeClr val="dk1"/>
                </a:solidFill>
              </a:defRPr>
            </a:lvl6pPr>
            <a:lvl7pPr lvl="6" rtl="0" algn="ctr">
              <a:lnSpc>
                <a:spcPct val="100000"/>
              </a:lnSpc>
              <a:spcBef>
                <a:spcPts val="0"/>
              </a:spcBef>
              <a:spcAft>
                <a:spcPts val="0"/>
              </a:spcAft>
              <a:buClr>
                <a:schemeClr val="dk1"/>
              </a:buClr>
              <a:buSzPts val="6800"/>
              <a:buNone/>
              <a:defRPr sz="6800">
                <a:solidFill>
                  <a:schemeClr val="dk1"/>
                </a:solidFill>
              </a:defRPr>
            </a:lvl7pPr>
            <a:lvl8pPr lvl="7" rtl="0" algn="ctr">
              <a:lnSpc>
                <a:spcPct val="100000"/>
              </a:lnSpc>
              <a:spcBef>
                <a:spcPts val="0"/>
              </a:spcBef>
              <a:spcAft>
                <a:spcPts val="0"/>
              </a:spcAft>
              <a:buClr>
                <a:schemeClr val="dk1"/>
              </a:buClr>
              <a:buSzPts val="6800"/>
              <a:buNone/>
              <a:defRPr sz="6800">
                <a:solidFill>
                  <a:schemeClr val="dk1"/>
                </a:solidFill>
              </a:defRPr>
            </a:lvl8pPr>
            <a:lvl9pPr lvl="8" rtl="0" algn="ctr">
              <a:lnSpc>
                <a:spcPct val="100000"/>
              </a:lnSpc>
              <a:spcBef>
                <a:spcPts val="0"/>
              </a:spcBef>
              <a:spcAft>
                <a:spcPts val="0"/>
              </a:spcAft>
              <a:buClr>
                <a:schemeClr val="dk1"/>
              </a:buClr>
              <a:buSzPts val="6800"/>
              <a:buNone/>
              <a:defRPr sz="6800">
                <a:solidFill>
                  <a:schemeClr val="dk1"/>
                </a:solidFill>
              </a:defRPr>
            </a:lvl9pPr>
          </a:lstStyle>
          <a:p>
            <a:r>
              <a:t>xx%</a:t>
            </a:r>
          </a:p>
        </p:txBody>
      </p:sp>
      <p:sp>
        <p:nvSpPr>
          <p:cNvPr id="309" name="Google Shape;309;p14"/>
          <p:cNvSpPr txBox="1"/>
          <p:nvPr>
            <p:ph idx="1" type="subTitle"/>
          </p:nvPr>
        </p:nvSpPr>
        <p:spPr>
          <a:xfrm>
            <a:off x="3740228" y="2174652"/>
            <a:ext cx="5588400" cy="1065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3000"/>
              <a:buNone/>
              <a:defRPr sz="3000">
                <a:solidFill>
                  <a:schemeClr val="dk1"/>
                </a:solidFill>
              </a:defRPr>
            </a:lvl1pPr>
            <a:lvl2pPr lvl="1" rtl="0">
              <a:lnSpc>
                <a:spcPct val="100000"/>
              </a:lnSpc>
              <a:spcBef>
                <a:spcPts val="0"/>
              </a:spcBef>
              <a:spcAft>
                <a:spcPts val="0"/>
              </a:spcAft>
              <a:buClr>
                <a:schemeClr val="dk1"/>
              </a:buClr>
              <a:buSzPts val="3000"/>
              <a:buNone/>
              <a:defRPr sz="3000">
                <a:solidFill>
                  <a:schemeClr val="dk1"/>
                </a:solidFill>
              </a:defRPr>
            </a:lvl2pPr>
            <a:lvl3pPr lvl="2" rtl="0">
              <a:lnSpc>
                <a:spcPct val="100000"/>
              </a:lnSpc>
              <a:spcBef>
                <a:spcPts val="0"/>
              </a:spcBef>
              <a:spcAft>
                <a:spcPts val="0"/>
              </a:spcAft>
              <a:buClr>
                <a:schemeClr val="dk1"/>
              </a:buClr>
              <a:buSzPts val="3000"/>
              <a:buNone/>
              <a:defRPr sz="3000">
                <a:solidFill>
                  <a:schemeClr val="dk1"/>
                </a:solidFill>
              </a:defRPr>
            </a:lvl3pPr>
            <a:lvl4pPr lvl="3" rtl="0">
              <a:lnSpc>
                <a:spcPct val="100000"/>
              </a:lnSpc>
              <a:spcBef>
                <a:spcPts val="0"/>
              </a:spcBef>
              <a:spcAft>
                <a:spcPts val="0"/>
              </a:spcAft>
              <a:buClr>
                <a:schemeClr val="dk1"/>
              </a:buClr>
              <a:buSzPts val="3000"/>
              <a:buNone/>
              <a:defRPr sz="3000">
                <a:solidFill>
                  <a:schemeClr val="dk1"/>
                </a:solidFill>
              </a:defRPr>
            </a:lvl4pPr>
            <a:lvl5pPr lvl="4" rtl="0">
              <a:lnSpc>
                <a:spcPct val="100000"/>
              </a:lnSpc>
              <a:spcBef>
                <a:spcPts val="0"/>
              </a:spcBef>
              <a:spcAft>
                <a:spcPts val="0"/>
              </a:spcAft>
              <a:buClr>
                <a:schemeClr val="dk1"/>
              </a:buClr>
              <a:buSzPts val="3000"/>
              <a:buNone/>
              <a:defRPr sz="3000">
                <a:solidFill>
                  <a:schemeClr val="dk1"/>
                </a:solidFill>
              </a:defRPr>
            </a:lvl5pPr>
            <a:lvl6pPr lvl="5" rtl="0">
              <a:lnSpc>
                <a:spcPct val="100000"/>
              </a:lnSpc>
              <a:spcBef>
                <a:spcPts val="0"/>
              </a:spcBef>
              <a:spcAft>
                <a:spcPts val="0"/>
              </a:spcAft>
              <a:buClr>
                <a:schemeClr val="dk1"/>
              </a:buClr>
              <a:buSzPts val="3000"/>
              <a:buNone/>
              <a:defRPr sz="3000">
                <a:solidFill>
                  <a:schemeClr val="dk1"/>
                </a:solidFill>
              </a:defRPr>
            </a:lvl6pPr>
            <a:lvl7pPr lvl="6" rtl="0">
              <a:lnSpc>
                <a:spcPct val="100000"/>
              </a:lnSpc>
              <a:spcBef>
                <a:spcPts val="0"/>
              </a:spcBef>
              <a:spcAft>
                <a:spcPts val="0"/>
              </a:spcAft>
              <a:buClr>
                <a:schemeClr val="dk1"/>
              </a:buClr>
              <a:buSzPts val="3000"/>
              <a:buNone/>
              <a:defRPr sz="3000">
                <a:solidFill>
                  <a:schemeClr val="dk1"/>
                </a:solidFill>
              </a:defRPr>
            </a:lvl7pPr>
            <a:lvl8pPr lvl="7" rtl="0">
              <a:lnSpc>
                <a:spcPct val="100000"/>
              </a:lnSpc>
              <a:spcBef>
                <a:spcPts val="0"/>
              </a:spcBef>
              <a:spcAft>
                <a:spcPts val="0"/>
              </a:spcAft>
              <a:buClr>
                <a:schemeClr val="dk1"/>
              </a:buClr>
              <a:buSzPts val="3000"/>
              <a:buNone/>
              <a:defRPr sz="3000">
                <a:solidFill>
                  <a:schemeClr val="dk1"/>
                </a:solidFill>
              </a:defRPr>
            </a:lvl8pPr>
            <a:lvl9pPr lvl="8" rtl="0">
              <a:lnSpc>
                <a:spcPct val="100000"/>
              </a:lnSpc>
              <a:spcBef>
                <a:spcPts val="0"/>
              </a:spcBef>
              <a:spcAft>
                <a:spcPts val="0"/>
              </a:spcAft>
              <a:buClr>
                <a:schemeClr val="dk1"/>
              </a:buClr>
              <a:buSzPts val="3000"/>
              <a:buNone/>
              <a:defRPr sz="3000">
                <a:solidFill>
                  <a:schemeClr val="dk1"/>
                </a:solidFill>
              </a:defRPr>
            </a:lvl9pPr>
          </a:lstStyle>
          <a:p/>
        </p:txBody>
      </p:sp>
      <p:sp>
        <p:nvSpPr>
          <p:cNvPr id="310" name="Google Shape;310;p14"/>
          <p:cNvSpPr/>
          <p:nvPr/>
        </p:nvSpPr>
        <p:spPr>
          <a:xfrm rot="10800000">
            <a:off x="9328637" y="81947"/>
            <a:ext cx="830723" cy="773578"/>
          </a:xfrm>
          <a:custGeom>
            <a:rect b="b" l="l" r="r" t="t"/>
            <a:pathLst>
              <a:path extrusionOk="0" h="1638" w="1759">
                <a:moveTo>
                  <a:pt x="1074" y="1"/>
                </a:moveTo>
                <a:cubicBezTo>
                  <a:pt x="1067" y="1"/>
                  <a:pt x="1060" y="3"/>
                  <a:pt x="1054" y="5"/>
                </a:cubicBezTo>
                <a:cubicBezTo>
                  <a:pt x="1041" y="18"/>
                  <a:pt x="1025" y="29"/>
                  <a:pt x="1014" y="41"/>
                </a:cubicBezTo>
                <a:cubicBezTo>
                  <a:pt x="1006" y="53"/>
                  <a:pt x="994" y="65"/>
                  <a:pt x="983" y="76"/>
                </a:cubicBezTo>
                <a:cubicBezTo>
                  <a:pt x="947" y="124"/>
                  <a:pt x="912" y="171"/>
                  <a:pt x="872" y="214"/>
                </a:cubicBezTo>
                <a:cubicBezTo>
                  <a:pt x="836" y="262"/>
                  <a:pt x="805" y="309"/>
                  <a:pt x="774" y="356"/>
                </a:cubicBezTo>
                <a:cubicBezTo>
                  <a:pt x="761" y="376"/>
                  <a:pt x="750" y="404"/>
                  <a:pt x="734" y="424"/>
                </a:cubicBezTo>
                <a:cubicBezTo>
                  <a:pt x="723" y="435"/>
                  <a:pt x="710" y="451"/>
                  <a:pt x="703" y="462"/>
                </a:cubicBezTo>
                <a:cubicBezTo>
                  <a:pt x="699" y="473"/>
                  <a:pt x="687" y="508"/>
                  <a:pt x="673" y="508"/>
                </a:cubicBezTo>
                <a:cubicBezTo>
                  <a:pt x="671" y="508"/>
                  <a:pt x="669" y="507"/>
                  <a:pt x="667" y="506"/>
                </a:cubicBezTo>
                <a:cubicBezTo>
                  <a:pt x="659" y="502"/>
                  <a:pt x="659" y="495"/>
                  <a:pt x="652" y="495"/>
                </a:cubicBezTo>
                <a:cubicBezTo>
                  <a:pt x="643" y="495"/>
                  <a:pt x="639" y="498"/>
                  <a:pt x="632" y="498"/>
                </a:cubicBezTo>
                <a:cubicBezTo>
                  <a:pt x="625" y="500"/>
                  <a:pt x="618" y="500"/>
                  <a:pt x="611" y="500"/>
                </a:cubicBezTo>
                <a:cubicBezTo>
                  <a:pt x="596" y="500"/>
                  <a:pt x="582" y="498"/>
                  <a:pt x="568" y="498"/>
                </a:cubicBezTo>
                <a:cubicBezTo>
                  <a:pt x="545" y="495"/>
                  <a:pt x="517" y="491"/>
                  <a:pt x="494" y="491"/>
                </a:cubicBezTo>
                <a:cubicBezTo>
                  <a:pt x="454" y="486"/>
                  <a:pt x="415" y="482"/>
                  <a:pt x="379" y="479"/>
                </a:cubicBezTo>
                <a:cubicBezTo>
                  <a:pt x="359" y="479"/>
                  <a:pt x="339" y="475"/>
                  <a:pt x="320" y="475"/>
                </a:cubicBezTo>
                <a:cubicBezTo>
                  <a:pt x="273" y="471"/>
                  <a:pt x="226" y="462"/>
                  <a:pt x="178" y="462"/>
                </a:cubicBezTo>
                <a:cubicBezTo>
                  <a:pt x="170" y="462"/>
                  <a:pt x="164" y="461"/>
                  <a:pt x="157" y="461"/>
                </a:cubicBezTo>
                <a:cubicBezTo>
                  <a:pt x="154" y="461"/>
                  <a:pt x="150" y="461"/>
                  <a:pt x="146" y="462"/>
                </a:cubicBezTo>
                <a:cubicBezTo>
                  <a:pt x="139" y="462"/>
                  <a:pt x="135" y="462"/>
                  <a:pt x="123" y="459"/>
                </a:cubicBezTo>
                <a:cubicBezTo>
                  <a:pt x="103" y="455"/>
                  <a:pt x="79" y="451"/>
                  <a:pt x="60" y="451"/>
                </a:cubicBezTo>
                <a:cubicBezTo>
                  <a:pt x="48" y="455"/>
                  <a:pt x="36" y="451"/>
                  <a:pt x="28" y="459"/>
                </a:cubicBezTo>
                <a:cubicBezTo>
                  <a:pt x="24" y="462"/>
                  <a:pt x="13" y="471"/>
                  <a:pt x="8" y="479"/>
                </a:cubicBezTo>
                <a:cubicBezTo>
                  <a:pt x="0" y="491"/>
                  <a:pt x="13" y="502"/>
                  <a:pt x="17" y="514"/>
                </a:cubicBezTo>
                <a:cubicBezTo>
                  <a:pt x="24" y="522"/>
                  <a:pt x="28" y="530"/>
                  <a:pt x="36" y="542"/>
                </a:cubicBezTo>
                <a:cubicBezTo>
                  <a:pt x="44" y="553"/>
                  <a:pt x="48" y="562"/>
                  <a:pt x="60" y="573"/>
                </a:cubicBezTo>
                <a:cubicBezTo>
                  <a:pt x="84" y="597"/>
                  <a:pt x="115" y="613"/>
                  <a:pt x="139" y="637"/>
                </a:cubicBezTo>
                <a:cubicBezTo>
                  <a:pt x="162" y="668"/>
                  <a:pt x="182" y="695"/>
                  <a:pt x="210" y="723"/>
                </a:cubicBezTo>
                <a:cubicBezTo>
                  <a:pt x="241" y="751"/>
                  <a:pt x="273" y="775"/>
                  <a:pt x="304" y="802"/>
                </a:cubicBezTo>
                <a:cubicBezTo>
                  <a:pt x="316" y="814"/>
                  <a:pt x="324" y="826"/>
                  <a:pt x="335" y="833"/>
                </a:cubicBezTo>
                <a:cubicBezTo>
                  <a:pt x="344" y="837"/>
                  <a:pt x="352" y="841"/>
                  <a:pt x="355" y="846"/>
                </a:cubicBezTo>
                <a:cubicBezTo>
                  <a:pt x="355" y="849"/>
                  <a:pt x="352" y="857"/>
                  <a:pt x="348" y="861"/>
                </a:cubicBezTo>
                <a:cubicBezTo>
                  <a:pt x="348" y="869"/>
                  <a:pt x="344" y="881"/>
                  <a:pt x="339" y="888"/>
                </a:cubicBezTo>
                <a:cubicBezTo>
                  <a:pt x="316" y="920"/>
                  <a:pt x="297" y="948"/>
                  <a:pt x="281" y="983"/>
                </a:cubicBezTo>
                <a:cubicBezTo>
                  <a:pt x="273" y="999"/>
                  <a:pt x="265" y="1011"/>
                  <a:pt x="261" y="1026"/>
                </a:cubicBezTo>
                <a:cubicBezTo>
                  <a:pt x="253" y="1039"/>
                  <a:pt x="241" y="1050"/>
                  <a:pt x="233" y="1066"/>
                </a:cubicBezTo>
                <a:cubicBezTo>
                  <a:pt x="221" y="1082"/>
                  <a:pt x="213" y="1097"/>
                  <a:pt x="206" y="1110"/>
                </a:cubicBezTo>
                <a:cubicBezTo>
                  <a:pt x="190" y="1130"/>
                  <a:pt x="178" y="1145"/>
                  <a:pt x="166" y="1165"/>
                </a:cubicBezTo>
                <a:cubicBezTo>
                  <a:pt x="159" y="1177"/>
                  <a:pt x="155" y="1188"/>
                  <a:pt x="150" y="1196"/>
                </a:cubicBezTo>
                <a:cubicBezTo>
                  <a:pt x="146" y="1208"/>
                  <a:pt x="139" y="1216"/>
                  <a:pt x="131" y="1228"/>
                </a:cubicBezTo>
                <a:cubicBezTo>
                  <a:pt x="115" y="1248"/>
                  <a:pt x="103" y="1267"/>
                  <a:pt x="91" y="1290"/>
                </a:cubicBezTo>
                <a:cubicBezTo>
                  <a:pt x="84" y="1307"/>
                  <a:pt x="75" y="1326"/>
                  <a:pt x="68" y="1346"/>
                </a:cubicBezTo>
                <a:cubicBezTo>
                  <a:pt x="60" y="1374"/>
                  <a:pt x="44" y="1394"/>
                  <a:pt x="32" y="1417"/>
                </a:cubicBezTo>
                <a:cubicBezTo>
                  <a:pt x="28" y="1421"/>
                  <a:pt x="24" y="1429"/>
                  <a:pt x="28" y="1432"/>
                </a:cubicBezTo>
                <a:cubicBezTo>
                  <a:pt x="28" y="1437"/>
                  <a:pt x="36" y="1441"/>
                  <a:pt x="40" y="1445"/>
                </a:cubicBezTo>
                <a:cubicBezTo>
                  <a:pt x="43" y="1451"/>
                  <a:pt x="46" y="1457"/>
                  <a:pt x="51" y="1457"/>
                </a:cubicBezTo>
                <a:cubicBezTo>
                  <a:pt x="52" y="1457"/>
                  <a:pt x="54" y="1457"/>
                  <a:pt x="55" y="1456"/>
                </a:cubicBezTo>
                <a:cubicBezTo>
                  <a:pt x="75" y="1452"/>
                  <a:pt x="91" y="1445"/>
                  <a:pt x="107" y="1432"/>
                </a:cubicBezTo>
                <a:cubicBezTo>
                  <a:pt x="119" y="1429"/>
                  <a:pt x="126" y="1429"/>
                  <a:pt x="139" y="1429"/>
                </a:cubicBezTo>
                <a:cubicBezTo>
                  <a:pt x="162" y="1425"/>
                  <a:pt x="182" y="1413"/>
                  <a:pt x="202" y="1405"/>
                </a:cubicBezTo>
                <a:cubicBezTo>
                  <a:pt x="253" y="1390"/>
                  <a:pt x="304" y="1374"/>
                  <a:pt x="355" y="1354"/>
                </a:cubicBezTo>
                <a:cubicBezTo>
                  <a:pt x="454" y="1319"/>
                  <a:pt x="552" y="1287"/>
                  <a:pt x="652" y="1252"/>
                </a:cubicBezTo>
                <a:cubicBezTo>
                  <a:pt x="667" y="1287"/>
                  <a:pt x="683" y="1319"/>
                  <a:pt x="706" y="1350"/>
                </a:cubicBezTo>
                <a:cubicBezTo>
                  <a:pt x="770" y="1445"/>
                  <a:pt x="852" y="1523"/>
                  <a:pt x="916" y="1622"/>
                </a:cubicBezTo>
                <a:cubicBezTo>
                  <a:pt x="922" y="1632"/>
                  <a:pt x="934" y="1637"/>
                  <a:pt x="945" y="1637"/>
                </a:cubicBezTo>
                <a:cubicBezTo>
                  <a:pt x="960" y="1637"/>
                  <a:pt x="974" y="1629"/>
                  <a:pt x="978" y="1614"/>
                </a:cubicBezTo>
                <a:cubicBezTo>
                  <a:pt x="1010" y="1508"/>
                  <a:pt x="1034" y="1401"/>
                  <a:pt x="1058" y="1295"/>
                </a:cubicBezTo>
                <a:cubicBezTo>
                  <a:pt x="1069" y="1243"/>
                  <a:pt x="1081" y="1188"/>
                  <a:pt x="1093" y="1137"/>
                </a:cubicBezTo>
                <a:cubicBezTo>
                  <a:pt x="1096" y="1114"/>
                  <a:pt x="1101" y="1086"/>
                  <a:pt x="1105" y="1062"/>
                </a:cubicBezTo>
                <a:lnTo>
                  <a:pt x="1105" y="1050"/>
                </a:lnTo>
                <a:cubicBezTo>
                  <a:pt x="1105" y="1039"/>
                  <a:pt x="1101" y="1026"/>
                  <a:pt x="1105" y="1015"/>
                </a:cubicBezTo>
                <a:cubicBezTo>
                  <a:pt x="1109" y="995"/>
                  <a:pt x="1125" y="983"/>
                  <a:pt x="1140" y="972"/>
                </a:cubicBezTo>
                <a:cubicBezTo>
                  <a:pt x="1164" y="952"/>
                  <a:pt x="1196" y="944"/>
                  <a:pt x="1223" y="932"/>
                </a:cubicBezTo>
                <a:cubicBezTo>
                  <a:pt x="1247" y="920"/>
                  <a:pt x="1270" y="908"/>
                  <a:pt x="1298" y="897"/>
                </a:cubicBezTo>
                <a:cubicBezTo>
                  <a:pt x="1325" y="884"/>
                  <a:pt x="1353" y="873"/>
                  <a:pt x="1385" y="857"/>
                </a:cubicBezTo>
                <a:cubicBezTo>
                  <a:pt x="1409" y="841"/>
                  <a:pt x="1432" y="833"/>
                  <a:pt x="1460" y="826"/>
                </a:cubicBezTo>
                <a:cubicBezTo>
                  <a:pt x="1471" y="822"/>
                  <a:pt x="1483" y="817"/>
                  <a:pt x="1495" y="810"/>
                </a:cubicBezTo>
                <a:cubicBezTo>
                  <a:pt x="1507" y="806"/>
                  <a:pt x="1518" y="798"/>
                  <a:pt x="1531" y="790"/>
                </a:cubicBezTo>
                <a:cubicBezTo>
                  <a:pt x="1574" y="770"/>
                  <a:pt x="1622" y="759"/>
                  <a:pt x="1664" y="735"/>
                </a:cubicBezTo>
                <a:cubicBezTo>
                  <a:pt x="1680" y="727"/>
                  <a:pt x="1696" y="715"/>
                  <a:pt x="1716" y="704"/>
                </a:cubicBezTo>
                <a:cubicBezTo>
                  <a:pt x="1724" y="695"/>
                  <a:pt x="1744" y="684"/>
                  <a:pt x="1751" y="672"/>
                </a:cubicBezTo>
                <a:cubicBezTo>
                  <a:pt x="1759" y="660"/>
                  <a:pt x="1755" y="637"/>
                  <a:pt x="1740" y="628"/>
                </a:cubicBezTo>
                <a:cubicBezTo>
                  <a:pt x="1731" y="620"/>
                  <a:pt x="1711" y="617"/>
                  <a:pt x="1700" y="617"/>
                </a:cubicBezTo>
                <a:lnTo>
                  <a:pt x="1684" y="617"/>
                </a:lnTo>
                <a:cubicBezTo>
                  <a:pt x="1664" y="613"/>
                  <a:pt x="1645" y="609"/>
                  <a:pt x="1625" y="604"/>
                </a:cubicBezTo>
                <a:cubicBezTo>
                  <a:pt x="1605" y="601"/>
                  <a:pt x="1586" y="597"/>
                  <a:pt x="1566" y="593"/>
                </a:cubicBezTo>
                <a:cubicBezTo>
                  <a:pt x="1558" y="589"/>
                  <a:pt x="1542" y="589"/>
                  <a:pt x="1535" y="585"/>
                </a:cubicBezTo>
                <a:cubicBezTo>
                  <a:pt x="1531" y="581"/>
                  <a:pt x="1527" y="577"/>
                  <a:pt x="1518" y="577"/>
                </a:cubicBezTo>
                <a:cubicBezTo>
                  <a:pt x="1495" y="573"/>
                  <a:pt x="1475" y="573"/>
                  <a:pt x="1456" y="573"/>
                </a:cubicBezTo>
                <a:lnTo>
                  <a:pt x="1357" y="573"/>
                </a:lnTo>
                <a:cubicBezTo>
                  <a:pt x="1325" y="573"/>
                  <a:pt x="1294" y="569"/>
                  <a:pt x="1262" y="566"/>
                </a:cubicBezTo>
                <a:cubicBezTo>
                  <a:pt x="1219" y="562"/>
                  <a:pt x="1176" y="562"/>
                  <a:pt x="1136" y="553"/>
                </a:cubicBezTo>
                <a:cubicBezTo>
                  <a:pt x="1120" y="549"/>
                  <a:pt x="1109" y="546"/>
                  <a:pt x="1096" y="546"/>
                </a:cubicBezTo>
                <a:cubicBezTo>
                  <a:pt x="1089" y="546"/>
                  <a:pt x="1081" y="546"/>
                  <a:pt x="1077" y="542"/>
                </a:cubicBezTo>
                <a:cubicBezTo>
                  <a:pt x="1065" y="533"/>
                  <a:pt x="1069" y="518"/>
                  <a:pt x="1069" y="506"/>
                </a:cubicBezTo>
                <a:cubicBezTo>
                  <a:pt x="1069" y="491"/>
                  <a:pt x="1065" y="475"/>
                  <a:pt x="1061" y="459"/>
                </a:cubicBezTo>
                <a:cubicBezTo>
                  <a:pt x="1061" y="439"/>
                  <a:pt x="1065" y="424"/>
                  <a:pt x="1069" y="404"/>
                </a:cubicBezTo>
                <a:cubicBezTo>
                  <a:pt x="1073" y="388"/>
                  <a:pt x="1077" y="373"/>
                  <a:pt x="1077" y="356"/>
                </a:cubicBezTo>
                <a:lnTo>
                  <a:pt x="1077" y="302"/>
                </a:lnTo>
                <a:cubicBezTo>
                  <a:pt x="1081" y="285"/>
                  <a:pt x="1085" y="266"/>
                  <a:pt x="1085" y="249"/>
                </a:cubicBezTo>
                <a:cubicBezTo>
                  <a:pt x="1089" y="226"/>
                  <a:pt x="1085" y="207"/>
                  <a:pt x="1089" y="187"/>
                </a:cubicBezTo>
                <a:cubicBezTo>
                  <a:pt x="1093" y="167"/>
                  <a:pt x="1093" y="151"/>
                  <a:pt x="1096" y="131"/>
                </a:cubicBezTo>
                <a:cubicBezTo>
                  <a:pt x="1101" y="112"/>
                  <a:pt x="1105" y="96"/>
                  <a:pt x="1109" y="76"/>
                </a:cubicBezTo>
                <a:cubicBezTo>
                  <a:pt x="1109" y="56"/>
                  <a:pt x="1109" y="21"/>
                  <a:pt x="1089" y="5"/>
                </a:cubicBezTo>
                <a:cubicBezTo>
                  <a:pt x="1084" y="2"/>
                  <a:pt x="1079" y="1"/>
                  <a:pt x="1074" y="1"/>
                </a:cubicBezTo>
                <a:close/>
              </a:path>
            </a:pathLst>
          </a:custGeom>
          <a:solidFill>
            <a:schemeClr val="accent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14"/>
          <p:cNvSpPr/>
          <p:nvPr/>
        </p:nvSpPr>
        <p:spPr>
          <a:xfrm rot="-3723444">
            <a:off x="9321057" y="9461487"/>
            <a:ext cx="845837" cy="617731"/>
          </a:xfrm>
          <a:custGeom>
            <a:rect b="b" l="l" r="r" t="t"/>
            <a:pathLst>
              <a:path extrusionOk="0" h="1308" w="1791">
                <a:moveTo>
                  <a:pt x="1141" y="1"/>
                </a:moveTo>
                <a:cubicBezTo>
                  <a:pt x="1135" y="1"/>
                  <a:pt x="1129" y="3"/>
                  <a:pt x="1124" y="6"/>
                </a:cubicBezTo>
                <a:cubicBezTo>
                  <a:pt x="951" y="195"/>
                  <a:pt x="797" y="408"/>
                  <a:pt x="675" y="633"/>
                </a:cubicBezTo>
                <a:cubicBezTo>
                  <a:pt x="576" y="428"/>
                  <a:pt x="478" y="226"/>
                  <a:pt x="379" y="22"/>
                </a:cubicBezTo>
                <a:cubicBezTo>
                  <a:pt x="375" y="14"/>
                  <a:pt x="368" y="10"/>
                  <a:pt x="361" y="10"/>
                </a:cubicBezTo>
                <a:cubicBezTo>
                  <a:pt x="354" y="10"/>
                  <a:pt x="347" y="14"/>
                  <a:pt x="344" y="22"/>
                </a:cubicBezTo>
                <a:cubicBezTo>
                  <a:pt x="273" y="183"/>
                  <a:pt x="209" y="349"/>
                  <a:pt x="158" y="518"/>
                </a:cubicBezTo>
                <a:cubicBezTo>
                  <a:pt x="134" y="589"/>
                  <a:pt x="0" y="873"/>
                  <a:pt x="44" y="944"/>
                </a:cubicBezTo>
                <a:cubicBezTo>
                  <a:pt x="47" y="959"/>
                  <a:pt x="67" y="964"/>
                  <a:pt x="80" y="968"/>
                </a:cubicBezTo>
                <a:cubicBezTo>
                  <a:pt x="331" y="1039"/>
                  <a:pt x="580" y="1101"/>
                  <a:pt x="833" y="1161"/>
                </a:cubicBezTo>
                <a:cubicBezTo>
                  <a:pt x="1010" y="1201"/>
                  <a:pt x="1183" y="1236"/>
                  <a:pt x="1361" y="1272"/>
                </a:cubicBezTo>
                <a:cubicBezTo>
                  <a:pt x="1396" y="1277"/>
                  <a:pt x="1514" y="1308"/>
                  <a:pt x="1585" y="1308"/>
                </a:cubicBezTo>
                <a:cubicBezTo>
                  <a:pt x="1609" y="1308"/>
                  <a:pt x="1628" y="1304"/>
                  <a:pt x="1637" y="1295"/>
                </a:cubicBezTo>
                <a:cubicBezTo>
                  <a:pt x="1656" y="1279"/>
                  <a:pt x="1656" y="1248"/>
                  <a:pt x="1656" y="1220"/>
                </a:cubicBezTo>
                <a:cubicBezTo>
                  <a:pt x="1661" y="924"/>
                  <a:pt x="1779" y="637"/>
                  <a:pt x="1791" y="337"/>
                </a:cubicBezTo>
                <a:lnTo>
                  <a:pt x="1791" y="337"/>
                </a:lnTo>
                <a:cubicBezTo>
                  <a:pt x="1625" y="463"/>
                  <a:pt x="1467" y="597"/>
                  <a:pt x="1294" y="715"/>
                </a:cubicBezTo>
                <a:cubicBezTo>
                  <a:pt x="1321" y="621"/>
                  <a:pt x="1230" y="502"/>
                  <a:pt x="1207" y="412"/>
                </a:cubicBezTo>
                <a:cubicBezTo>
                  <a:pt x="1175" y="282"/>
                  <a:pt x="1159" y="151"/>
                  <a:pt x="1159" y="18"/>
                </a:cubicBezTo>
                <a:cubicBezTo>
                  <a:pt x="1159" y="6"/>
                  <a:pt x="1150" y="1"/>
                  <a:pt x="1141" y="1"/>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14"/>
          <p:cNvSpPr/>
          <p:nvPr/>
        </p:nvSpPr>
        <p:spPr>
          <a:xfrm rot="10800000">
            <a:off x="9627286" y="8152098"/>
            <a:ext cx="233400" cy="233400"/>
          </a:xfrm>
          <a:prstGeom prst="ellipse">
            <a:avLst/>
          </a:pr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14"/>
          <p:cNvSpPr/>
          <p:nvPr/>
        </p:nvSpPr>
        <p:spPr>
          <a:xfrm rot="10800000">
            <a:off x="8634886" y="9653648"/>
            <a:ext cx="233400" cy="233400"/>
          </a:xfrm>
          <a:prstGeom prst="ellipse">
            <a:avLst/>
          </a:pr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14"/>
          <p:cNvSpPr/>
          <p:nvPr/>
        </p:nvSpPr>
        <p:spPr>
          <a:xfrm flipH="1">
            <a:off x="350574" y="7346373"/>
            <a:ext cx="56375" cy="2663275"/>
          </a:xfrm>
          <a:custGeom>
            <a:rect b="b" l="l" r="r" t="t"/>
            <a:pathLst>
              <a:path extrusionOk="0" h="106531" w="2255">
                <a:moveTo>
                  <a:pt x="1515" y="0"/>
                </a:moveTo>
                <a:cubicBezTo>
                  <a:pt x="649" y="35503"/>
                  <a:pt x="4406" y="71291"/>
                  <a:pt x="0" y="106531"/>
                </a:cubicBezTo>
              </a:path>
            </a:pathLst>
          </a:custGeom>
          <a:noFill/>
          <a:ln cap="flat" cmpd="sng" w="28575">
            <a:solidFill>
              <a:schemeClr val="dk1"/>
            </a:solidFill>
            <a:prstDash val="solid"/>
            <a:round/>
            <a:headEnd len="med" w="med" type="none"/>
            <a:tailEnd len="med" w="med" type="none"/>
          </a:ln>
        </p:spPr>
      </p:sp>
      <p:sp>
        <p:nvSpPr>
          <p:cNvPr id="315" name="Google Shape;315;p14"/>
          <p:cNvSpPr/>
          <p:nvPr/>
        </p:nvSpPr>
        <p:spPr>
          <a:xfrm flipH="1">
            <a:off x="560024" y="8949373"/>
            <a:ext cx="23625" cy="795200"/>
          </a:xfrm>
          <a:custGeom>
            <a:rect b="b" l="l" r="r" t="t"/>
            <a:pathLst>
              <a:path extrusionOk="0" h="31808" w="945">
                <a:moveTo>
                  <a:pt x="505" y="0"/>
                </a:moveTo>
                <a:cubicBezTo>
                  <a:pt x="1386" y="10567"/>
                  <a:pt x="0" y="21204"/>
                  <a:pt x="0" y="31808"/>
                </a:cubicBezTo>
              </a:path>
            </a:pathLst>
          </a:custGeom>
          <a:noFill/>
          <a:ln cap="flat" cmpd="sng" w="28575">
            <a:solidFill>
              <a:schemeClr val="dk1"/>
            </a:solidFill>
            <a:prstDash val="solid"/>
            <a:round/>
            <a:headEnd len="med" w="med" type="none"/>
            <a:tailEnd len="med" w="med" type="none"/>
          </a:ln>
        </p:spPr>
      </p:sp>
      <p:sp>
        <p:nvSpPr>
          <p:cNvPr id="316" name="Google Shape;316;p14"/>
          <p:cNvSpPr/>
          <p:nvPr/>
        </p:nvSpPr>
        <p:spPr>
          <a:xfrm rot="-10651105">
            <a:off x="9916250" y="2881690"/>
            <a:ext cx="138855" cy="2158457"/>
          </a:xfrm>
          <a:custGeom>
            <a:rect b="b" l="l" r="r" t="t"/>
            <a:pathLst>
              <a:path extrusionOk="0" h="86335" w="5554">
                <a:moveTo>
                  <a:pt x="0" y="0"/>
                </a:moveTo>
                <a:cubicBezTo>
                  <a:pt x="1919" y="28774"/>
                  <a:pt x="5554" y="57497"/>
                  <a:pt x="5554" y="86335"/>
                </a:cubicBezTo>
              </a:path>
            </a:pathLst>
          </a:custGeom>
          <a:noFill/>
          <a:ln cap="flat" cmpd="sng" w="28575">
            <a:solidFill>
              <a:schemeClr val="dk1"/>
            </a:solidFill>
            <a:prstDash val="solid"/>
            <a:round/>
            <a:headEnd len="med" w="med" type="none"/>
            <a:tailEnd len="med" w="med" type="none"/>
          </a:ln>
        </p:spPr>
      </p:sp>
      <p:sp>
        <p:nvSpPr>
          <p:cNvPr id="317" name="Google Shape;317;p14"/>
          <p:cNvSpPr/>
          <p:nvPr/>
        </p:nvSpPr>
        <p:spPr>
          <a:xfrm rot="-10651105">
            <a:off x="9791142" y="4310965"/>
            <a:ext cx="39176" cy="1123393"/>
          </a:xfrm>
          <a:custGeom>
            <a:rect b="b" l="l" r="r" t="t"/>
            <a:pathLst>
              <a:path extrusionOk="0" h="44934" w="1567">
                <a:moveTo>
                  <a:pt x="557" y="0"/>
                </a:moveTo>
                <a:cubicBezTo>
                  <a:pt x="-1098" y="14890"/>
                  <a:pt x="1567" y="29952"/>
                  <a:pt x="1567" y="44934"/>
                </a:cubicBezTo>
              </a:path>
            </a:pathLst>
          </a:custGeom>
          <a:noFill/>
          <a:ln cap="flat" cmpd="sng" w="28575">
            <a:solidFill>
              <a:schemeClr val="dk1"/>
            </a:solidFill>
            <a:prstDash val="solid"/>
            <a:round/>
            <a:headEnd len="med" w="med" type="none"/>
            <a:tailEnd len="med" w="med" type="none"/>
          </a:ln>
        </p:spPr>
      </p:sp>
      <p:sp>
        <p:nvSpPr>
          <p:cNvPr id="318" name="Google Shape;318;p14"/>
          <p:cNvSpPr/>
          <p:nvPr/>
        </p:nvSpPr>
        <p:spPr>
          <a:xfrm rot="10800000">
            <a:off x="583661" y="7502448"/>
            <a:ext cx="233400" cy="233400"/>
          </a:xfrm>
          <a:prstGeom prst="ellipse">
            <a:avLst/>
          </a:pr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14"/>
          <p:cNvSpPr/>
          <p:nvPr/>
        </p:nvSpPr>
        <p:spPr>
          <a:xfrm rot="10800000">
            <a:off x="173549" y="6172536"/>
            <a:ext cx="233400" cy="233400"/>
          </a:xfrm>
          <a:prstGeom prst="ellipse">
            <a:avLst/>
          </a:pr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14"/>
          <p:cNvSpPr/>
          <p:nvPr/>
        </p:nvSpPr>
        <p:spPr>
          <a:xfrm rot="10800000">
            <a:off x="455149" y="1173573"/>
            <a:ext cx="233400" cy="233400"/>
          </a:xfrm>
          <a:prstGeom prst="ellipse">
            <a:avLst/>
          </a:pr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 Numbers and text">
  <p:cSld name="CUSTOM_12">
    <p:spTree>
      <p:nvGrpSpPr>
        <p:cNvPr id="321" name="Shape 321"/>
        <p:cNvGrpSpPr/>
        <p:nvPr/>
      </p:nvGrpSpPr>
      <p:grpSpPr>
        <a:xfrm>
          <a:off x="0" y="0"/>
          <a:ext cx="0" cy="0"/>
          <a:chOff x="0" y="0"/>
          <a:chExt cx="0" cy="0"/>
        </a:xfrm>
      </p:grpSpPr>
      <p:sp>
        <p:nvSpPr>
          <p:cNvPr id="322" name="Google Shape;322;p15"/>
          <p:cNvSpPr txBox="1"/>
          <p:nvPr>
            <p:ph idx="1" type="subTitle"/>
          </p:nvPr>
        </p:nvSpPr>
        <p:spPr>
          <a:xfrm>
            <a:off x="3429463" y="3073473"/>
            <a:ext cx="3760800" cy="66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200"/>
              <a:buNone/>
              <a:defRPr sz="3000">
                <a:solidFill>
                  <a:schemeClr val="dk1"/>
                </a:solidFill>
              </a:defRPr>
            </a:lvl1pPr>
            <a:lvl2pPr lvl="1" rtl="0">
              <a:lnSpc>
                <a:spcPct val="100000"/>
              </a:lnSpc>
              <a:spcBef>
                <a:spcPts val="0"/>
              </a:spcBef>
              <a:spcAft>
                <a:spcPts val="0"/>
              </a:spcAft>
              <a:buClr>
                <a:schemeClr val="dk1"/>
              </a:buClr>
              <a:buSzPts val="2200"/>
              <a:buNone/>
              <a:defRPr sz="2200">
                <a:solidFill>
                  <a:schemeClr val="dk1"/>
                </a:solidFill>
              </a:defRPr>
            </a:lvl2pPr>
            <a:lvl3pPr lvl="2" rtl="0">
              <a:lnSpc>
                <a:spcPct val="100000"/>
              </a:lnSpc>
              <a:spcBef>
                <a:spcPts val="0"/>
              </a:spcBef>
              <a:spcAft>
                <a:spcPts val="0"/>
              </a:spcAft>
              <a:buClr>
                <a:schemeClr val="dk1"/>
              </a:buClr>
              <a:buSzPts val="2200"/>
              <a:buNone/>
              <a:defRPr sz="2200">
                <a:solidFill>
                  <a:schemeClr val="dk1"/>
                </a:solidFill>
              </a:defRPr>
            </a:lvl3pPr>
            <a:lvl4pPr lvl="3" rtl="0">
              <a:lnSpc>
                <a:spcPct val="100000"/>
              </a:lnSpc>
              <a:spcBef>
                <a:spcPts val="0"/>
              </a:spcBef>
              <a:spcAft>
                <a:spcPts val="0"/>
              </a:spcAft>
              <a:buClr>
                <a:schemeClr val="dk1"/>
              </a:buClr>
              <a:buSzPts val="2200"/>
              <a:buNone/>
              <a:defRPr sz="2200">
                <a:solidFill>
                  <a:schemeClr val="dk1"/>
                </a:solidFill>
              </a:defRPr>
            </a:lvl4pPr>
            <a:lvl5pPr lvl="4" rtl="0">
              <a:lnSpc>
                <a:spcPct val="100000"/>
              </a:lnSpc>
              <a:spcBef>
                <a:spcPts val="0"/>
              </a:spcBef>
              <a:spcAft>
                <a:spcPts val="0"/>
              </a:spcAft>
              <a:buClr>
                <a:schemeClr val="dk1"/>
              </a:buClr>
              <a:buSzPts val="2200"/>
              <a:buNone/>
              <a:defRPr sz="2200">
                <a:solidFill>
                  <a:schemeClr val="dk1"/>
                </a:solidFill>
              </a:defRPr>
            </a:lvl5pPr>
            <a:lvl6pPr lvl="5" rtl="0">
              <a:lnSpc>
                <a:spcPct val="100000"/>
              </a:lnSpc>
              <a:spcBef>
                <a:spcPts val="0"/>
              </a:spcBef>
              <a:spcAft>
                <a:spcPts val="0"/>
              </a:spcAft>
              <a:buClr>
                <a:schemeClr val="dk1"/>
              </a:buClr>
              <a:buSzPts val="2200"/>
              <a:buNone/>
              <a:defRPr sz="2200">
                <a:solidFill>
                  <a:schemeClr val="dk1"/>
                </a:solidFill>
              </a:defRPr>
            </a:lvl6pPr>
            <a:lvl7pPr lvl="6" rtl="0">
              <a:lnSpc>
                <a:spcPct val="100000"/>
              </a:lnSpc>
              <a:spcBef>
                <a:spcPts val="0"/>
              </a:spcBef>
              <a:spcAft>
                <a:spcPts val="0"/>
              </a:spcAft>
              <a:buClr>
                <a:schemeClr val="dk1"/>
              </a:buClr>
              <a:buSzPts val="2200"/>
              <a:buNone/>
              <a:defRPr sz="2200">
                <a:solidFill>
                  <a:schemeClr val="dk1"/>
                </a:solidFill>
              </a:defRPr>
            </a:lvl7pPr>
            <a:lvl8pPr lvl="7" rtl="0">
              <a:lnSpc>
                <a:spcPct val="100000"/>
              </a:lnSpc>
              <a:spcBef>
                <a:spcPts val="0"/>
              </a:spcBef>
              <a:spcAft>
                <a:spcPts val="0"/>
              </a:spcAft>
              <a:buClr>
                <a:schemeClr val="dk1"/>
              </a:buClr>
              <a:buSzPts val="2200"/>
              <a:buNone/>
              <a:defRPr sz="2200">
                <a:solidFill>
                  <a:schemeClr val="dk1"/>
                </a:solidFill>
              </a:defRPr>
            </a:lvl8pPr>
            <a:lvl9pPr lvl="8" rtl="0">
              <a:lnSpc>
                <a:spcPct val="100000"/>
              </a:lnSpc>
              <a:spcBef>
                <a:spcPts val="0"/>
              </a:spcBef>
              <a:spcAft>
                <a:spcPts val="0"/>
              </a:spcAft>
              <a:buClr>
                <a:schemeClr val="dk1"/>
              </a:buClr>
              <a:buSzPts val="2200"/>
              <a:buNone/>
              <a:defRPr sz="2200">
                <a:solidFill>
                  <a:schemeClr val="dk1"/>
                </a:solidFill>
              </a:defRPr>
            </a:lvl9pPr>
          </a:lstStyle>
          <a:p/>
        </p:txBody>
      </p:sp>
      <p:sp>
        <p:nvSpPr>
          <p:cNvPr id="323" name="Google Shape;323;p15"/>
          <p:cNvSpPr txBox="1"/>
          <p:nvPr>
            <p:ph hasCustomPrompt="1" type="title"/>
          </p:nvPr>
        </p:nvSpPr>
        <p:spPr>
          <a:xfrm>
            <a:off x="3429463" y="1301310"/>
            <a:ext cx="3760800" cy="22254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5700"/>
              <a:buNone/>
              <a:defRPr sz="13500"/>
            </a:lvl1pPr>
            <a:lvl2pPr lvl="1" rtl="0">
              <a:lnSpc>
                <a:spcPct val="100000"/>
              </a:lnSpc>
              <a:spcBef>
                <a:spcPts val="0"/>
              </a:spcBef>
              <a:spcAft>
                <a:spcPts val="0"/>
              </a:spcAft>
              <a:buSzPts val="5700"/>
              <a:buNone/>
              <a:defRPr sz="5700"/>
            </a:lvl2pPr>
            <a:lvl3pPr lvl="2" rtl="0">
              <a:lnSpc>
                <a:spcPct val="100000"/>
              </a:lnSpc>
              <a:spcBef>
                <a:spcPts val="0"/>
              </a:spcBef>
              <a:spcAft>
                <a:spcPts val="0"/>
              </a:spcAft>
              <a:buSzPts val="5700"/>
              <a:buNone/>
              <a:defRPr sz="5700"/>
            </a:lvl3pPr>
            <a:lvl4pPr lvl="3" rtl="0">
              <a:lnSpc>
                <a:spcPct val="100000"/>
              </a:lnSpc>
              <a:spcBef>
                <a:spcPts val="0"/>
              </a:spcBef>
              <a:spcAft>
                <a:spcPts val="0"/>
              </a:spcAft>
              <a:buSzPts val="5700"/>
              <a:buNone/>
              <a:defRPr sz="5700"/>
            </a:lvl4pPr>
            <a:lvl5pPr lvl="4" rtl="0">
              <a:lnSpc>
                <a:spcPct val="100000"/>
              </a:lnSpc>
              <a:spcBef>
                <a:spcPts val="0"/>
              </a:spcBef>
              <a:spcAft>
                <a:spcPts val="0"/>
              </a:spcAft>
              <a:buSzPts val="5700"/>
              <a:buNone/>
              <a:defRPr sz="5700"/>
            </a:lvl5pPr>
            <a:lvl6pPr lvl="5" rtl="0">
              <a:lnSpc>
                <a:spcPct val="100000"/>
              </a:lnSpc>
              <a:spcBef>
                <a:spcPts val="0"/>
              </a:spcBef>
              <a:spcAft>
                <a:spcPts val="0"/>
              </a:spcAft>
              <a:buSzPts val="5700"/>
              <a:buNone/>
              <a:defRPr sz="5700"/>
            </a:lvl6pPr>
            <a:lvl7pPr lvl="6" rtl="0">
              <a:lnSpc>
                <a:spcPct val="100000"/>
              </a:lnSpc>
              <a:spcBef>
                <a:spcPts val="0"/>
              </a:spcBef>
              <a:spcAft>
                <a:spcPts val="0"/>
              </a:spcAft>
              <a:buSzPts val="5700"/>
              <a:buNone/>
              <a:defRPr sz="5700"/>
            </a:lvl7pPr>
            <a:lvl8pPr lvl="7" rtl="0">
              <a:lnSpc>
                <a:spcPct val="100000"/>
              </a:lnSpc>
              <a:spcBef>
                <a:spcPts val="0"/>
              </a:spcBef>
              <a:spcAft>
                <a:spcPts val="0"/>
              </a:spcAft>
              <a:buSzPts val="5700"/>
              <a:buNone/>
              <a:defRPr sz="5700"/>
            </a:lvl8pPr>
            <a:lvl9pPr lvl="8" rtl="0">
              <a:lnSpc>
                <a:spcPct val="100000"/>
              </a:lnSpc>
              <a:spcBef>
                <a:spcPts val="0"/>
              </a:spcBef>
              <a:spcAft>
                <a:spcPts val="0"/>
              </a:spcAft>
              <a:buSzPts val="5700"/>
              <a:buNone/>
              <a:defRPr sz="5700"/>
            </a:lvl9pPr>
          </a:lstStyle>
          <a:p>
            <a:r>
              <a:t>xx%</a:t>
            </a:r>
          </a:p>
        </p:txBody>
      </p:sp>
      <p:sp>
        <p:nvSpPr>
          <p:cNvPr id="324" name="Google Shape;324;p15"/>
          <p:cNvSpPr txBox="1"/>
          <p:nvPr>
            <p:ph idx="2" type="subTitle"/>
          </p:nvPr>
        </p:nvSpPr>
        <p:spPr>
          <a:xfrm>
            <a:off x="3429463" y="6959197"/>
            <a:ext cx="3760800" cy="66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200"/>
              <a:buNone/>
              <a:defRPr sz="3000">
                <a:solidFill>
                  <a:schemeClr val="dk1"/>
                </a:solidFill>
              </a:defRPr>
            </a:lvl1pPr>
            <a:lvl2pPr lvl="1" rtl="0">
              <a:lnSpc>
                <a:spcPct val="100000"/>
              </a:lnSpc>
              <a:spcBef>
                <a:spcPts val="0"/>
              </a:spcBef>
              <a:spcAft>
                <a:spcPts val="0"/>
              </a:spcAft>
              <a:buClr>
                <a:schemeClr val="dk1"/>
              </a:buClr>
              <a:buSzPts val="2200"/>
              <a:buNone/>
              <a:defRPr sz="2200">
                <a:solidFill>
                  <a:schemeClr val="dk1"/>
                </a:solidFill>
              </a:defRPr>
            </a:lvl2pPr>
            <a:lvl3pPr lvl="2" rtl="0">
              <a:lnSpc>
                <a:spcPct val="100000"/>
              </a:lnSpc>
              <a:spcBef>
                <a:spcPts val="0"/>
              </a:spcBef>
              <a:spcAft>
                <a:spcPts val="0"/>
              </a:spcAft>
              <a:buClr>
                <a:schemeClr val="dk1"/>
              </a:buClr>
              <a:buSzPts val="2200"/>
              <a:buNone/>
              <a:defRPr sz="2200">
                <a:solidFill>
                  <a:schemeClr val="dk1"/>
                </a:solidFill>
              </a:defRPr>
            </a:lvl3pPr>
            <a:lvl4pPr lvl="3" rtl="0">
              <a:lnSpc>
                <a:spcPct val="100000"/>
              </a:lnSpc>
              <a:spcBef>
                <a:spcPts val="0"/>
              </a:spcBef>
              <a:spcAft>
                <a:spcPts val="0"/>
              </a:spcAft>
              <a:buClr>
                <a:schemeClr val="dk1"/>
              </a:buClr>
              <a:buSzPts val="2200"/>
              <a:buNone/>
              <a:defRPr sz="2200">
                <a:solidFill>
                  <a:schemeClr val="dk1"/>
                </a:solidFill>
              </a:defRPr>
            </a:lvl4pPr>
            <a:lvl5pPr lvl="4" rtl="0">
              <a:lnSpc>
                <a:spcPct val="100000"/>
              </a:lnSpc>
              <a:spcBef>
                <a:spcPts val="0"/>
              </a:spcBef>
              <a:spcAft>
                <a:spcPts val="0"/>
              </a:spcAft>
              <a:buClr>
                <a:schemeClr val="dk1"/>
              </a:buClr>
              <a:buSzPts val="2200"/>
              <a:buNone/>
              <a:defRPr sz="2200">
                <a:solidFill>
                  <a:schemeClr val="dk1"/>
                </a:solidFill>
              </a:defRPr>
            </a:lvl5pPr>
            <a:lvl6pPr lvl="5" rtl="0">
              <a:lnSpc>
                <a:spcPct val="100000"/>
              </a:lnSpc>
              <a:spcBef>
                <a:spcPts val="0"/>
              </a:spcBef>
              <a:spcAft>
                <a:spcPts val="0"/>
              </a:spcAft>
              <a:buClr>
                <a:schemeClr val="dk1"/>
              </a:buClr>
              <a:buSzPts val="2200"/>
              <a:buNone/>
              <a:defRPr sz="2200">
                <a:solidFill>
                  <a:schemeClr val="dk1"/>
                </a:solidFill>
              </a:defRPr>
            </a:lvl6pPr>
            <a:lvl7pPr lvl="6" rtl="0">
              <a:lnSpc>
                <a:spcPct val="100000"/>
              </a:lnSpc>
              <a:spcBef>
                <a:spcPts val="0"/>
              </a:spcBef>
              <a:spcAft>
                <a:spcPts val="0"/>
              </a:spcAft>
              <a:buClr>
                <a:schemeClr val="dk1"/>
              </a:buClr>
              <a:buSzPts val="2200"/>
              <a:buNone/>
              <a:defRPr sz="2200">
                <a:solidFill>
                  <a:schemeClr val="dk1"/>
                </a:solidFill>
              </a:defRPr>
            </a:lvl7pPr>
            <a:lvl8pPr lvl="7" rtl="0">
              <a:lnSpc>
                <a:spcPct val="100000"/>
              </a:lnSpc>
              <a:spcBef>
                <a:spcPts val="0"/>
              </a:spcBef>
              <a:spcAft>
                <a:spcPts val="0"/>
              </a:spcAft>
              <a:buClr>
                <a:schemeClr val="dk1"/>
              </a:buClr>
              <a:buSzPts val="2200"/>
              <a:buNone/>
              <a:defRPr sz="2200">
                <a:solidFill>
                  <a:schemeClr val="dk1"/>
                </a:solidFill>
              </a:defRPr>
            </a:lvl8pPr>
            <a:lvl9pPr lvl="8" rtl="0">
              <a:lnSpc>
                <a:spcPct val="100000"/>
              </a:lnSpc>
              <a:spcBef>
                <a:spcPts val="0"/>
              </a:spcBef>
              <a:spcAft>
                <a:spcPts val="0"/>
              </a:spcAft>
              <a:buClr>
                <a:schemeClr val="dk1"/>
              </a:buClr>
              <a:buSzPts val="2200"/>
              <a:buNone/>
              <a:defRPr sz="2200">
                <a:solidFill>
                  <a:schemeClr val="dk1"/>
                </a:solidFill>
              </a:defRPr>
            </a:lvl9pPr>
          </a:lstStyle>
          <a:p/>
        </p:txBody>
      </p:sp>
      <p:sp>
        <p:nvSpPr>
          <p:cNvPr id="325" name="Google Shape;325;p15"/>
          <p:cNvSpPr txBox="1"/>
          <p:nvPr>
            <p:ph hasCustomPrompt="1" idx="3" type="title"/>
          </p:nvPr>
        </p:nvSpPr>
        <p:spPr>
          <a:xfrm>
            <a:off x="3429463" y="5186960"/>
            <a:ext cx="3760800" cy="22254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5700"/>
              <a:buNone/>
              <a:defRPr sz="13500"/>
            </a:lvl1pPr>
            <a:lvl2pPr lvl="1" rtl="0">
              <a:lnSpc>
                <a:spcPct val="100000"/>
              </a:lnSpc>
              <a:spcBef>
                <a:spcPts val="0"/>
              </a:spcBef>
              <a:spcAft>
                <a:spcPts val="0"/>
              </a:spcAft>
              <a:buSzPts val="5700"/>
              <a:buNone/>
              <a:defRPr sz="5700"/>
            </a:lvl2pPr>
            <a:lvl3pPr lvl="2" rtl="0">
              <a:lnSpc>
                <a:spcPct val="100000"/>
              </a:lnSpc>
              <a:spcBef>
                <a:spcPts val="0"/>
              </a:spcBef>
              <a:spcAft>
                <a:spcPts val="0"/>
              </a:spcAft>
              <a:buSzPts val="5700"/>
              <a:buNone/>
              <a:defRPr sz="5700"/>
            </a:lvl3pPr>
            <a:lvl4pPr lvl="3" rtl="0">
              <a:lnSpc>
                <a:spcPct val="100000"/>
              </a:lnSpc>
              <a:spcBef>
                <a:spcPts val="0"/>
              </a:spcBef>
              <a:spcAft>
                <a:spcPts val="0"/>
              </a:spcAft>
              <a:buSzPts val="5700"/>
              <a:buNone/>
              <a:defRPr sz="5700"/>
            </a:lvl4pPr>
            <a:lvl5pPr lvl="4" rtl="0">
              <a:lnSpc>
                <a:spcPct val="100000"/>
              </a:lnSpc>
              <a:spcBef>
                <a:spcPts val="0"/>
              </a:spcBef>
              <a:spcAft>
                <a:spcPts val="0"/>
              </a:spcAft>
              <a:buSzPts val="5700"/>
              <a:buNone/>
              <a:defRPr sz="5700"/>
            </a:lvl5pPr>
            <a:lvl6pPr lvl="5" rtl="0">
              <a:lnSpc>
                <a:spcPct val="100000"/>
              </a:lnSpc>
              <a:spcBef>
                <a:spcPts val="0"/>
              </a:spcBef>
              <a:spcAft>
                <a:spcPts val="0"/>
              </a:spcAft>
              <a:buSzPts val="5700"/>
              <a:buNone/>
              <a:defRPr sz="5700"/>
            </a:lvl6pPr>
            <a:lvl7pPr lvl="6" rtl="0">
              <a:lnSpc>
                <a:spcPct val="100000"/>
              </a:lnSpc>
              <a:spcBef>
                <a:spcPts val="0"/>
              </a:spcBef>
              <a:spcAft>
                <a:spcPts val="0"/>
              </a:spcAft>
              <a:buSzPts val="5700"/>
              <a:buNone/>
              <a:defRPr sz="5700"/>
            </a:lvl7pPr>
            <a:lvl8pPr lvl="7" rtl="0">
              <a:lnSpc>
                <a:spcPct val="100000"/>
              </a:lnSpc>
              <a:spcBef>
                <a:spcPts val="0"/>
              </a:spcBef>
              <a:spcAft>
                <a:spcPts val="0"/>
              </a:spcAft>
              <a:buSzPts val="5700"/>
              <a:buNone/>
              <a:defRPr sz="5700"/>
            </a:lvl8pPr>
            <a:lvl9pPr lvl="8" rtl="0">
              <a:lnSpc>
                <a:spcPct val="100000"/>
              </a:lnSpc>
              <a:spcBef>
                <a:spcPts val="0"/>
              </a:spcBef>
              <a:spcAft>
                <a:spcPts val="0"/>
              </a:spcAft>
              <a:buSzPts val="5700"/>
              <a:buNone/>
              <a:defRPr sz="5700"/>
            </a:lvl9pPr>
          </a:lstStyle>
          <a:p>
            <a:r>
              <a:t>xx%</a:t>
            </a:r>
          </a:p>
        </p:txBody>
      </p:sp>
      <p:sp>
        <p:nvSpPr>
          <p:cNvPr id="326" name="Google Shape;326;p15"/>
          <p:cNvSpPr/>
          <p:nvPr/>
        </p:nvSpPr>
        <p:spPr>
          <a:xfrm rot="4514667">
            <a:off x="121249" y="9258209"/>
            <a:ext cx="830723" cy="773578"/>
          </a:xfrm>
          <a:custGeom>
            <a:rect b="b" l="l" r="r" t="t"/>
            <a:pathLst>
              <a:path extrusionOk="0" h="1638" w="1759">
                <a:moveTo>
                  <a:pt x="1074" y="1"/>
                </a:moveTo>
                <a:cubicBezTo>
                  <a:pt x="1067" y="1"/>
                  <a:pt x="1060" y="3"/>
                  <a:pt x="1054" y="5"/>
                </a:cubicBezTo>
                <a:cubicBezTo>
                  <a:pt x="1041" y="18"/>
                  <a:pt x="1025" y="29"/>
                  <a:pt x="1014" y="41"/>
                </a:cubicBezTo>
                <a:cubicBezTo>
                  <a:pt x="1006" y="53"/>
                  <a:pt x="994" y="65"/>
                  <a:pt x="983" y="76"/>
                </a:cubicBezTo>
                <a:cubicBezTo>
                  <a:pt x="947" y="124"/>
                  <a:pt x="912" y="171"/>
                  <a:pt x="872" y="214"/>
                </a:cubicBezTo>
                <a:cubicBezTo>
                  <a:pt x="836" y="262"/>
                  <a:pt x="805" y="309"/>
                  <a:pt x="774" y="356"/>
                </a:cubicBezTo>
                <a:cubicBezTo>
                  <a:pt x="761" y="376"/>
                  <a:pt x="750" y="404"/>
                  <a:pt x="734" y="424"/>
                </a:cubicBezTo>
                <a:cubicBezTo>
                  <a:pt x="723" y="435"/>
                  <a:pt x="710" y="451"/>
                  <a:pt x="703" y="462"/>
                </a:cubicBezTo>
                <a:cubicBezTo>
                  <a:pt x="699" y="473"/>
                  <a:pt x="687" y="508"/>
                  <a:pt x="673" y="508"/>
                </a:cubicBezTo>
                <a:cubicBezTo>
                  <a:pt x="671" y="508"/>
                  <a:pt x="669" y="507"/>
                  <a:pt x="667" y="506"/>
                </a:cubicBezTo>
                <a:cubicBezTo>
                  <a:pt x="659" y="502"/>
                  <a:pt x="659" y="495"/>
                  <a:pt x="652" y="495"/>
                </a:cubicBezTo>
                <a:cubicBezTo>
                  <a:pt x="643" y="495"/>
                  <a:pt x="639" y="498"/>
                  <a:pt x="632" y="498"/>
                </a:cubicBezTo>
                <a:cubicBezTo>
                  <a:pt x="625" y="500"/>
                  <a:pt x="618" y="500"/>
                  <a:pt x="611" y="500"/>
                </a:cubicBezTo>
                <a:cubicBezTo>
                  <a:pt x="596" y="500"/>
                  <a:pt x="582" y="498"/>
                  <a:pt x="568" y="498"/>
                </a:cubicBezTo>
                <a:cubicBezTo>
                  <a:pt x="545" y="495"/>
                  <a:pt x="517" y="491"/>
                  <a:pt x="494" y="491"/>
                </a:cubicBezTo>
                <a:cubicBezTo>
                  <a:pt x="454" y="486"/>
                  <a:pt x="415" y="482"/>
                  <a:pt x="379" y="479"/>
                </a:cubicBezTo>
                <a:cubicBezTo>
                  <a:pt x="359" y="479"/>
                  <a:pt x="339" y="475"/>
                  <a:pt x="320" y="475"/>
                </a:cubicBezTo>
                <a:cubicBezTo>
                  <a:pt x="273" y="471"/>
                  <a:pt x="226" y="462"/>
                  <a:pt x="178" y="462"/>
                </a:cubicBezTo>
                <a:cubicBezTo>
                  <a:pt x="170" y="462"/>
                  <a:pt x="164" y="461"/>
                  <a:pt x="157" y="461"/>
                </a:cubicBezTo>
                <a:cubicBezTo>
                  <a:pt x="154" y="461"/>
                  <a:pt x="150" y="461"/>
                  <a:pt x="146" y="462"/>
                </a:cubicBezTo>
                <a:cubicBezTo>
                  <a:pt x="139" y="462"/>
                  <a:pt x="135" y="462"/>
                  <a:pt x="123" y="459"/>
                </a:cubicBezTo>
                <a:cubicBezTo>
                  <a:pt x="103" y="455"/>
                  <a:pt x="79" y="451"/>
                  <a:pt x="60" y="451"/>
                </a:cubicBezTo>
                <a:cubicBezTo>
                  <a:pt x="48" y="455"/>
                  <a:pt x="36" y="451"/>
                  <a:pt x="28" y="459"/>
                </a:cubicBezTo>
                <a:cubicBezTo>
                  <a:pt x="24" y="462"/>
                  <a:pt x="13" y="471"/>
                  <a:pt x="8" y="479"/>
                </a:cubicBezTo>
                <a:cubicBezTo>
                  <a:pt x="0" y="491"/>
                  <a:pt x="13" y="502"/>
                  <a:pt x="17" y="514"/>
                </a:cubicBezTo>
                <a:cubicBezTo>
                  <a:pt x="24" y="522"/>
                  <a:pt x="28" y="530"/>
                  <a:pt x="36" y="542"/>
                </a:cubicBezTo>
                <a:cubicBezTo>
                  <a:pt x="44" y="553"/>
                  <a:pt x="48" y="562"/>
                  <a:pt x="60" y="573"/>
                </a:cubicBezTo>
                <a:cubicBezTo>
                  <a:pt x="84" y="597"/>
                  <a:pt x="115" y="613"/>
                  <a:pt x="139" y="637"/>
                </a:cubicBezTo>
                <a:cubicBezTo>
                  <a:pt x="162" y="668"/>
                  <a:pt x="182" y="695"/>
                  <a:pt x="210" y="723"/>
                </a:cubicBezTo>
                <a:cubicBezTo>
                  <a:pt x="241" y="751"/>
                  <a:pt x="273" y="775"/>
                  <a:pt x="304" y="802"/>
                </a:cubicBezTo>
                <a:cubicBezTo>
                  <a:pt x="316" y="814"/>
                  <a:pt x="324" y="826"/>
                  <a:pt x="335" y="833"/>
                </a:cubicBezTo>
                <a:cubicBezTo>
                  <a:pt x="344" y="837"/>
                  <a:pt x="352" y="841"/>
                  <a:pt x="355" y="846"/>
                </a:cubicBezTo>
                <a:cubicBezTo>
                  <a:pt x="355" y="849"/>
                  <a:pt x="352" y="857"/>
                  <a:pt x="348" y="861"/>
                </a:cubicBezTo>
                <a:cubicBezTo>
                  <a:pt x="348" y="869"/>
                  <a:pt x="344" y="881"/>
                  <a:pt x="339" y="888"/>
                </a:cubicBezTo>
                <a:cubicBezTo>
                  <a:pt x="316" y="920"/>
                  <a:pt x="297" y="948"/>
                  <a:pt x="281" y="983"/>
                </a:cubicBezTo>
                <a:cubicBezTo>
                  <a:pt x="273" y="999"/>
                  <a:pt x="265" y="1011"/>
                  <a:pt x="261" y="1026"/>
                </a:cubicBezTo>
                <a:cubicBezTo>
                  <a:pt x="253" y="1039"/>
                  <a:pt x="241" y="1050"/>
                  <a:pt x="233" y="1066"/>
                </a:cubicBezTo>
                <a:cubicBezTo>
                  <a:pt x="221" y="1082"/>
                  <a:pt x="213" y="1097"/>
                  <a:pt x="206" y="1110"/>
                </a:cubicBezTo>
                <a:cubicBezTo>
                  <a:pt x="190" y="1130"/>
                  <a:pt x="178" y="1145"/>
                  <a:pt x="166" y="1165"/>
                </a:cubicBezTo>
                <a:cubicBezTo>
                  <a:pt x="159" y="1177"/>
                  <a:pt x="155" y="1188"/>
                  <a:pt x="150" y="1196"/>
                </a:cubicBezTo>
                <a:cubicBezTo>
                  <a:pt x="146" y="1208"/>
                  <a:pt x="139" y="1216"/>
                  <a:pt x="131" y="1228"/>
                </a:cubicBezTo>
                <a:cubicBezTo>
                  <a:pt x="115" y="1248"/>
                  <a:pt x="103" y="1267"/>
                  <a:pt x="91" y="1290"/>
                </a:cubicBezTo>
                <a:cubicBezTo>
                  <a:pt x="84" y="1307"/>
                  <a:pt x="75" y="1326"/>
                  <a:pt x="68" y="1346"/>
                </a:cubicBezTo>
                <a:cubicBezTo>
                  <a:pt x="60" y="1374"/>
                  <a:pt x="44" y="1394"/>
                  <a:pt x="32" y="1417"/>
                </a:cubicBezTo>
                <a:cubicBezTo>
                  <a:pt x="28" y="1421"/>
                  <a:pt x="24" y="1429"/>
                  <a:pt x="28" y="1432"/>
                </a:cubicBezTo>
                <a:cubicBezTo>
                  <a:pt x="28" y="1437"/>
                  <a:pt x="36" y="1441"/>
                  <a:pt x="40" y="1445"/>
                </a:cubicBezTo>
                <a:cubicBezTo>
                  <a:pt x="43" y="1451"/>
                  <a:pt x="46" y="1457"/>
                  <a:pt x="51" y="1457"/>
                </a:cubicBezTo>
                <a:cubicBezTo>
                  <a:pt x="52" y="1457"/>
                  <a:pt x="54" y="1457"/>
                  <a:pt x="55" y="1456"/>
                </a:cubicBezTo>
                <a:cubicBezTo>
                  <a:pt x="75" y="1452"/>
                  <a:pt x="91" y="1445"/>
                  <a:pt x="107" y="1432"/>
                </a:cubicBezTo>
                <a:cubicBezTo>
                  <a:pt x="119" y="1429"/>
                  <a:pt x="126" y="1429"/>
                  <a:pt x="139" y="1429"/>
                </a:cubicBezTo>
                <a:cubicBezTo>
                  <a:pt x="162" y="1425"/>
                  <a:pt x="182" y="1413"/>
                  <a:pt x="202" y="1405"/>
                </a:cubicBezTo>
                <a:cubicBezTo>
                  <a:pt x="253" y="1390"/>
                  <a:pt x="304" y="1374"/>
                  <a:pt x="355" y="1354"/>
                </a:cubicBezTo>
                <a:cubicBezTo>
                  <a:pt x="454" y="1319"/>
                  <a:pt x="552" y="1287"/>
                  <a:pt x="652" y="1252"/>
                </a:cubicBezTo>
                <a:cubicBezTo>
                  <a:pt x="667" y="1287"/>
                  <a:pt x="683" y="1319"/>
                  <a:pt x="706" y="1350"/>
                </a:cubicBezTo>
                <a:cubicBezTo>
                  <a:pt x="770" y="1445"/>
                  <a:pt x="852" y="1523"/>
                  <a:pt x="916" y="1622"/>
                </a:cubicBezTo>
                <a:cubicBezTo>
                  <a:pt x="922" y="1632"/>
                  <a:pt x="934" y="1637"/>
                  <a:pt x="945" y="1637"/>
                </a:cubicBezTo>
                <a:cubicBezTo>
                  <a:pt x="960" y="1637"/>
                  <a:pt x="974" y="1629"/>
                  <a:pt x="978" y="1614"/>
                </a:cubicBezTo>
                <a:cubicBezTo>
                  <a:pt x="1010" y="1508"/>
                  <a:pt x="1034" y="1401"/>
                  <a:pt x="1058" y="1295"/>
                </a:cubicBezTo>
                <a:cubicBezTo>
                  <a:pt x="1069" y="1243"/>
                  <a:pt x="1081" y="1188"/>
                  <a:pt x="1093" y="1137"/>
                </a:cubicBezTo>
                <a:cubicBezTo>
                  <a:pt x="1096" y="1114"/>
                  <a:pt x="1101" y="1086"/>
                  <a:pt x="1105" y="1062"/>
                </a:cubicBezTo>
                <a:lnTo>
                  <a:pt x="1105" y="1050"/>
                </a:lnTo>
                <a:cubicBezTo>
                  <a:pt x="1105" y="1039"/>
                  <a:pt x="1101" y="1026"/>
                  <a:pt x="1105" y="1015"/>
                </a:cubicBezTo>
                <a:cubicBezTo>
                  <a:pt x="1109" y="995"/>
                  <a:pt x="1125" y="983"/>
                  <a:pt x="1140" y="972"/>
                </a:cubicBezTo>
                <a:cubicBezTo>
                  <a:pt x="1164" y="952"/>
                  <a:pt x="1196" y="944"/>
                  <a:pt x="1223" y="932"/>
                </a:cubicBezTo>
                <a:cubicBezTo>
                  <a:pt x="1247" y="920"/>
                  <a:pt x="1270" y="908"/>
                  <a:pt x="1298" y="897"/>
                </a:cubicBezTo>
                <a:cubicBezTo>
                  <a:pt x="1325" y="884"/>
                  <a:pt x="1353" y="873"/>
                  <a:pt x="1385" y="857"/>
                </a:cubicBezTo>
                <a:cubicBezTo>
                  <a:pt x="1409" y="841"/>
                  <a:pt x="1432" y="833"/>
                  <a:pt x="1460" y="826"/>
                </a:cubicBezTo>
                <a:cubicBezTo>
                  <a:pt x="1471" y="822"/>
                  <a:pt x="1483" y="817"/>
                  <a:pt x="1495" y="810"/>
                </a:cubicBezTo>
                <a:cubicBezTo>
                  <a:pt x="1507" y="806"/>
                  <a:pt x="1518" y="798"/>
                  <a:pt x="1531" y="790"/>
                </a:cubicBezTo>
                <a:cubicBezTo>
                  <a:pt x="1574" y="770"/>
                  <a:pt x="1622" y="759"/>
                  <a:pt x="1664" y="735"/>
                </a:cubicBezTo>
                <a:cubicBezTo>
                  <a:pt x="1680" y="727"/>
                  <a:pt x="1696" y="715"/>
                  <a:pt x="1716" y="704"/>
                </a:cubicBezTo>
                <a:cubicBezTo>
                  <a:pt x="1724" y="695"/>
                  <a:pt x="1744" y="684"/>
                  <a:pt x="1751" y="672"/>
                </a:cubicBezTo>
                <a:cubicBezTo>
                  <a:pt x="1759" y="660"/>
                  <a:pt x="1755" y="637"/>
                  <a:pt x="1740" y="628"/>
                </a:cubicBezTo>
                <a:cubicBezTo>
                  <a:pt x="1731" y="620"/>
                  <a:pt x="1711" y="617"/>
                  <a:pt x="1700" y="617"/>
                </a:cubicBezTo>
                <a:lnTo>
                  <a:pt x="1684" y="617"/>
                </a:lnTo>
                <a:cubicBezTo>
                  <a:pt x="1664" y="613"/>
                  <a:pt x="1645" y="609"/>
                  <a:pt x="1625" y="604"/>
                </a:cubicBezTo>
                <a:cubicBezTo>
                  <a:pt x="1605" y="601"/>
                  <a:pt x="1586" y="597"/>
                  <a:pt x="1566" y="593"/>
                </a:cubicBezTo>
                <a:cubicBezTo>
                  <a:pt x="1558" y="589"/>
                  <a:pt x="1542" y="589"/>
                  <a:pt x="1535" y="585"/>
                </a:cubicBezTo>
                <a:cubicBezTo>
                  <a:pt x="1531" y="581"/>
                  <a:pt x="1527" y="577"/>
                  <a:pt x="1518" y="577"/>
                </a:cubicBezTo>
                <a:cubicBezTo>
                  <a:pt x="1495" y="573"/>
                  <a:pt x="1475" y="573"/>
                  <a:pt x="1456" y="573"/>
                </a:cubicBezTo>
                <a:lnTo>
                  <a:pt x="1357" y="573"/>
                </a:lnTo>
                <a:cubicBezTo>
                  <a:pt x="1325" y="573"/>
                  <a:pt x="1294" y="569"/>
                  <a:pt x="1262" y="566"/>
                </a:cubicBezTo>
                <a:cubicBezTo>
                  <a:pt x="1219" y="562"/>
                  <a:pt x="1176" y="562"/>
                  <a:pt x="1136" y="553"/>
                </a:cubicBezTo>
                <a:cubicBezTo>
                  <a:pt x="1120" y="549"/>
                  <a:pt x="1109" y="546"/>
                  <a:pt x="1096" y="546"/>
                </a:cubicBezTo>
                <a:cubicBezTo>
                  <a:pt x="1089" y="546"/>
                  <a:pt x="1081" y="546"/>
                  <a:pt x="1077" y="542"/>
                </a:cubicBezTo>
                <a:cubicBezTo>
                  <a:pt x="1065" y="533"/>
                  <a:pt x="1069" y="518"/>
                  <a:pt x="1069" y="506"/>
                </a:cubicBezTo>
                <a:cubicBezTo>
                  <a:pt x="1069" y="491"/>
                  <a:pt x="1065" y="475"/>
                  <a:pt x="1061" y="459"/>
                </a:cubicBezTo>
                <a:cubicBezTo>
                  <a:pt x="1061" y="439"/>
                  <a:pt x="1065" y="424"/>
                  <a:pt x="1069" y="404"/>
                </a:cubicBezTo>
                <a:cubicBezTo>
                  <a:pt x="1073" y="388"/>
                  <a:pt x="1077" y="373"/>
                  <a:pt x="1077" y="356"/>
                </a:cubicBezTo>
                <a:lnTo>
                  <a:pt x="1077" y="302"/>
                </a:lnTo>
                <a:cubicBezTo>
                  <a:pt x="1081" y="285"/>
                  <a:pt x="1085" y="266"/>
                  <a:pt x="1085" y="249"/>
                </a:cubicBezTo>
                <a:cubicBezTo>
                  <a:pt x="1089" y="226"/>
                  <a:pt x="1085" y="207"/>
                  <a:pt x="1089" y="187"/>
                </a:cubicBezTo>
                <a:cubicBezTo>
                  <a:pt x="1093" y="167"/>
                  <a:pt x="1093" y="151"/>
                  <a:pt x="1096" y="131"/>
                </a:cubicBezTo>
                <a:cubicBezTo>
                  <a:pt x="1101" y="112"/>
                  <a:pt x="1105" y="96"/>
                  <a:pt x="1109" y="76"/>
                </a:cubicBezTo>
                <a:cubicBezTo>
                  <a:pt x="1109" y="56"/>
                  <a:pt x="1109" y="21"/>
                  <a:pt x="1089" y="5"/>
                </a:cubicBezTo>
                <a:cubicBezTo>
                  <a:pt x="1084" y="2"/>
                  <a:pt x="1079" y="1"/>
                  <a:pt x="1074" y="1"/>
                </a:cubicBezTo>
                <a:close/>
              </a:path>
            </a:pathLst>
          </a:custGeom>
          <a:solidFill>
            <a:schemeClr val="accent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15"/>
          <p:cNvSpPr/>
          <p:nvPr/>
        </p:nvSpPr>
        <p:spPr>
          <a:xfrm rot="-6644662">
            <a:off x="9299218" y="315350"/>
            <a:ext cx="845835" cy="617729"/>
          </a:xfrm>
          <a:custGeom>
            <a:rect b="b" l="l" r="r" t="t"/>
            <a:pathLst>
              <a:path extrusionOk="0" h="1308" w="1791">
                <a:moveTo>
                  <a:pt x="1141" y="1"/>
                </a:moveTo>
                <a:cubicBezTo>
                  <a:pt x="1135" y="1"/>
                  <a:pt x="1129" y="3"/>
                  <a:pt x="1124" y="6"/>
                </a:cubicBezTo>
                <a:cubicBezTo>
                  <a:pt x="951" y="195"/>
                  <a:pt x="797" y="408"/>
                  <a:pt x="675" y="633"/>
                </a:cubicBezTo>
                <a:cubicBezTo>
                  <a:pt x="576" y="428"/>
                  <a:pt x="478" y="226"/>
                  <a:pt x="379" y="22"/>
                </a:cubicBezTo>
                <a:cubicBezTo>
                  <a:pt x="375" y="14"/>
                  <a:pt x="368" y="10"/>
                  <a:pt x="361" y="10"/>
                </a:cubicBezTo>
                <a:cubicBezTo>
                  <a:pt x="354" y="10"/>
                  <a:pt x="347" y="14"/>
                  <a:pt x="344" y="22"/>
                </a:cubicBezTo>
                <a:cubicBezTo>
                  <a:pt x="273" y="183"/>
                  <a:pt x="209" y="349"/>
                  <a:pt x="158" y="518"/>
                </a:cubicBezTo>
                <a:cubicBezTo>
                  <a:pt x="134" y="589"/>
                  <a:pt x="0" y="873"/>
                  <a:pt x="44" y="944"/>
                </a:cubicBezTo>
                <a:cubicBezTo>
                  <a:pt x="47" y="959"/>
                  <a:pt x="67" y="964"/>
                  <a:pt x="80" y="968"/>
                </a:cubicBezTo>
                <a:cubicBezTo>
                  <a:pt x="331" y="1039"/>
                  <a:pt x="580" y="1101"/>
                  <a:pt x="833" y="1161"/>
                </a:cubicBezTo>
                <a:cubicBezTo>
                  <a:pt x="1010" y="1201"/>
                  <a:pt x="1183" y="1236"/>
                  <a:pt x="1361" y="1272"/>
                </a:cubicBezTo>
                <a:cubicBezTo>
                  <a:pt x="1396" y="1277"/>
                  <a:pt x="1514" y="1308"/>
                  <a:pt x="1585" y="1308"/>
                </a:cubicBezTo>
                <a:cubicBezTo>
                  <a:pt x="1609" y="1308"/>
                  <a:pt x="1628" y="1304"/>
                  <a:pt x="1637" y="1295"/>
                </a:cubicBezTo>
                <a:cubicBezTo>
                  <a:pt x="1656" y="1279"/>
                  <a:pt x="1656" y="1248"/>
                  <a:pt x="1656" y="1220"/>
                </a:cubicBezTo>
                <a:cubicBezTo>
                  <a:pt x="1661" y="924"/>
                  <a:pt x="1779" y="637"/>
                  <a:pt x="1791" y="337"/>
                </a:cubicBezTo>
                <a:lnTo>
                  <a:pt x="1791" y="337"/>
                </a:lnTo>
                <a:cubicBezTo>
                  <a:pt x="1625" y="463"/>
                  <a:pt x="1467" y="597"/>
                  <a:pt x="1294" y="715"/>
                </a:cubicBezTo>
                <a:cubicBezTo>
                  <a:pt x="1321" y="621"/>
                  <a:pt x="1230" y="502"/>
                  <a:pt x="1207" y="412"/>
                </a:cubicBezTo>
                <a:cubicBezTo>
                  <a:pt x="1175" y="282"/>
                  <a:pt x="1159" y="151"/>
                  <a:pt x="1159" y="18"/>
                </a:cubicBezTo>
                <a:cubicBezTo>
                  <a:pt x="1159" y="6"/>
                  <a:pt x="1150" y="1"/>
                  <a:pt x="1141" y="1"/>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15"/>
          <p:cNvSpPr/>
          <p:nvPr/>
        </p:nvSpPr>
        <p:spPr>
          <a:xfrm rot="10800000">
            <a:off x="1280411" y="9598373"/>
            <a:ext cx="233400" cy="233400"/>
          </a:xfrm>
          <a:prstGeom prst="ellipse">
            <a:avLst/>
          </a:pr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15"/>
          <p:cNvSpPr/>
          <p:nvPr/>
        </p:nvSpPr>
        <p:spPr>
          <a:xfrm rot="10800000">
            <a:off x="605136" y="7929098"/>
            <a:ext cx="233400" cy="233400"/>
          </a:xfrm>
          <a:prstGeom prst="ellipse">
            <a:avLst/>
          </a:pr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15"/>
          <p:cNvSpPr/>
          <p:nvPr/>
        </p:nvSpPr>
        <p:spPr>
          <a:xfrm rot="10800000">
            <a:off x="157311" y="8629248"/>
            <a:ext cx="233400" cy="233400"/>
          </a:xfrm>
          <a:prstGeom prst="ellipse">
            <a:avLst/>
          </a:pr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15"/>
          <p:cNvSpPr/>
          <p:nvPr/>
        </p:nvSpPr>
        <p:spPr>
          <a:xfrm flipH="1">
            <a:off x="213911" y="3748448"/>
            <a:ext cx="56375" cy="2663275"/>
          </a:xfrm>
          <a:custGeom>
            <a:rect b="b" l="l" r="r" t="t"/>
            <a:pathLst>
              <a:path extrusionOk="0" h="106531" w="2255">
                <a:moveTo>
                  <a:pt x="1515" y="0"/>
                </a:moveTo>
                <a:cubicBezTo>
                  <a:pt x="649" y="35503"/>
                  <a:pt x="4406" y="71291"/>
                  <a:pt x="0" y="106531"/>
                </a:cubicBezTo>
              </a:path>
            </a:pathLst>
          </a:custGeom>
          <a:noFill/>
          <a:ln cap="flat" cmpd="sng" w="28575">
            <a:solidFill>
              <a:schemeClr val="dk1"/>
            </a:solidFill>
            <a:prstDash val="solid"/>
            <a:round/>
            <a:headEnd len="med" w="med" type="none"/>
            <a:tailEnd len="med" w="med" type="none"/>
          </a:ln>
        </p:spPr>
      </p:sp>
      <p:sp>
        <p:nvSpPr>
          <p:cNvPr id="332" name="Google Shape;332;p15"/>
          <p:cNvSpPr/>
          <p:nvPr/>
        </p:nvSpPr>
        <p:spPr>
          <a:xfrm flipH="1">
            <a:off x="425899" y="5892923"/>
            <a:ext cx="23625" cy="795200"/>
          </a:xfrm>
          <a:custGeom>
            <a:rect b="b" l="l" r="r" t="t"/>
            <a:pathLst>
              <a:path extrusionOk="0" h="31808" w="945">
                <a:moveTo>
                  <a:pt x="505" y="0"/>
                </a:moveTo>
                <a:cubicBezTo>
                  <a:pt x="1386" y="10567"/>
                  <a:pt x="0" y="21204"/>
                  <a:pt x="0" y="31808"/>
                </a:cubicBezTo>
              </a:path>
            </a:pathLst>
          </a:custGeom>
          <a:noFill/>
          <a:ln cap="flat" cmpd="sng" w="28575">
            <a:solidFill>
              <a:schemeClr val="dk1"/>
            </a:solidFill>
            <a:prstDash val="solid"/>
            <a:round/>
            <a:headEnd len="med" w="med" type="none"/>
            <a:tailEnd len="med" w="med" type="none"/>
          </a:ln>
        </p:spPr>
      </p:sp>
      <p:sp>
        <p:nvSpPr>
          <p:cNvPr id="333" name="Google Shape;333;p15"/>
          <p:cNvSpPr/>
          <p:nvPr/>
        </p:nvSpPr>
        <p:spPr>
          <a:xfrm flipH="1">
            <a:off x="605136" y="5804598"/>
            <a:ext cx="88350" cy="1476775"/>
          </a:xfrm>
          <a:custGeom>
            <a:rect b="b" l="l" r="r" t="t"/>
            <a:pathLst>
              <a:path extrusionOk="0" h="59071" w="3534">
                <a:moveTo>
                  <a:pt x="0" y="0"/>
                </a:moveTo>
                <a:cubicBezTo>
                  <a:pt x="1037" y="19698"/>
                  <a:pt x="3534" y="39345"/>
                  <a:pt x="3534" y="59071"/>
                </a:cubicBezTo>
              </a:path>
            </a:pathLst>
          </a:custGeom>
          <a:noFill/>
          <a:ln cap="flat" cmpd="sng" w="28575">
            <a:solidFill>
              <a:schemeClr val="dk1"/>
            </a:solidFill>
            <a:prstDash val="solid"/>
            <a:round/>
            <a:headEnd len="med" w="med" type="none"/>
            <a:tailEnd len="med" w="med" type="none"/>
          </a:ln>
        </p:spPr>
      </p:sp>
      <p:sp>
        <p:nvSpPr>
          <p:cNvPr id="334" name="Google Shape;334;p15"/>
          <p:cNvSpPr/>
          <p:nvPr/>
        </p:nvSpPr>
        <p:spPr>
          <a:xfrm rot="-10651105">
            <a:off x="9916250" y="3262690"/>
            <a:ext cx="138855" cy="2158457"/>
          </a:xfrm>
          <a:custGeom>
            <a:rect b="b" l="l" r="r" t="t"/>
            <a:pathLst>
              <a:path extrusionOk="0" h="86335" w="5554">
                <a:moveTo>
                  <a:pt x="0" y="0"/>
                </a:moveTo>
                <a:cubicBezTo>
                  <a:pt x="1919" y="28774"/>
                  <a:pt x="5554" y="57497"/>
                  <a:pt x="5554" y="86335"/>
                </a:cubicBezTo>
              </a:path>
            </a:pathLst>
          </a:custGeom>
          <a:noFill/>
          <a:ln cap="flat" cmpd="sng" w="28575">
            <a:solidFill>
              <a:schemeClr val="dk1"/>
            </a:solidFill>
            <a:prstDash val="solid"/>
            <a:round/>
            <a:headEnd len="med" w="med" type="none"/>
            <a:tailEnd len="med" w="med" type="none"/>
          </a:ln>
        </p:spPr>
      </p:sp>
      <p:sp>
        <p:nvSpPr>
          <p:cNvPr id="335" name="Google Shape;335;p15"/>
          <p:cNvSpPr/>
          <p:nvPr/>
        </p:nvSpPr>
        <p:spPr>
          <a:xfrm rot="-10651105">
            <a:off x="9805492" y="5136740"/>
            <a:ext cx="39176" cy="1123393"/>
          </a:xfrm>
          <a:custGeom>
            <a:rect b="b" l="l" r="r" t="t"/>
            <a:pathLst>
              <a:path extrusionOk="0" h="44934" w="1567">
                <a:moveTo>
                  <a:pt x="557" y="0"/>
                </a:moveTo>
                <a:cubicBezTo>
                  <a:pt x="-1098" y="14890"/>
                  <a:pt x="1567" y="29952"/>
                  <a:pt x="1567" y="44934"/>
                </a:cubicBezTo>
              </a:path>
            </a:pathLst>
          </a:custGeom>
          <a:noFill/>
          <a:ln cap="flat" cmpd="sng" w="28575">
            <a:solidFill>
              <a:schemeClr val="dk1"/>
            </a:solidFill>
            <a:prstDash val="solid"/>
            <a:round/>
            <a:headEnd len="med" w="med" type="none"/>
            <a:tailEnd len="med" w="med" type="none"/>
          </a:ln>
        </p:spPr>
      </p:sp>
      <p:sp>
        <p:nvSpPr>
          <p:cNvPr id="336" name="Google Shape;336;p15"/>
          <p:cNvSpPr/>
          <p:nvPr/>
        </p:nvSpPr>
        <p:spPr>
          <a:xfrm rot="10800000">
            <a:off x="9605449" y="1234898"/>
            <a:ext cx="233400" cy="233400"/>
          </a:xfrm>
          <a:prstGeom prst="ellipse">
            <a:avLst/>
          </a:pr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15"/>
          <p:cNvSpPr/>
          <p:nvPr/>
        </p:nvSpPr>
        <p:spPr>
          <a:xfrm rot="10800000">
            <a:off x="9868986" y="2115336"/>
            <a:ext cx="233400" cy="233400"/>
          </a:xfrm>
          <a:prstGeom prst="ellipse">
            <a:avLst/>
          </a:pr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15"/>
          <p:cNvSpPr/>
          <p:nvPr/>
        </p:nvSpPr>
        <p:spPr>
          <a:xfrm rot="10800000">
            <a:off x="8325361" y="235598"/>
            <a:ext cx="233400" cy="233400"/>
          </a:xfrm>
          <a:prstGeom prst="ellipse">
            <a:avLst/>
          </a:pr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9" name="Google Shape;339;p15"/>
          <p:cNvGrpSpPr/>
          <p:nvPr/>
        </p:nvGrpSpPr>
        <p:grpSpPr>
          <a:xfrm rot="6181261">
            <a:off x="-1309620" y="122061"/>
            <a:ext cx="2448691" cy="2125424"/>
            <a:chOff x="1322124" y="4079650"/>
            <a:chExt cx="3420400" cy="2968851"/>
          </a:xfrm>
        </p:grpSpPr>
        <p:sp>
          <p:nvSpPr>
            <p:cNvPr id="340" name="Google Shape;340;p15"/>
            <p:cNvSpPr/>
            <p:nvPr/>
          </p:nvSpPr>
          <p:spPr>
            <a:xfrm>
              <a:off x="1322124" y="4377475"/>
              <a:ext cx="3420400" cy="2671026"/>
            </a:xfrm>
            <a:custGeom>
              <a:rect b="b" l="l" r="r" t="t"/>
              <a:pathLst>
                <a:path extrusionOk="0" h="2556" w="3273">
                  <a:moveTo>
                    <a:pt x="228" y="0"/>
                  </a:moveTo>
                  <a:cubicBezTo>
                    <a:pt x="244" y="548"/>
                    <a:pt x="157" y="1345"/>
                    <a:pt x="0" y="2331"/>
                  </a:cubicBezTo>
                  <a:lnTo>
                    <a:pt x="3040" y="2555"/>
                  </a:lnTo>
                  <a:cubicBezTo>
                    <a:pt x="3186" y="1767"/>
                    <a:pt x="3273" y="998"/>
                    <a:pt x="3269" y="257"/>
                  </a:cubicBezTo>
                  <a:lnTo>
                    <a:pt x="3143" y="249"/>
                  </a:lnTo>
                  <a:lnTo>
                    <a:pt x="3143" y="249"/>
                  </a:lnTo>
                  <a:cubicBezTo>
                    <a:pt x="3154" y="320"/>
                    <a:pt x="3115" y="402"/>
                    <a:pt x="3020" y="402"/>
                  </a:cubicBezTo>
                  <a:cubicBezTo>
                    <a:pt x="2918" y="402"/>
                    <a:pt x="2878" y="304"/>
                    <a:pt x="2902" y="229"/>
                  </a:cubicBezTo>
                  <a:lnTo>
                    <a:pt x="2674" y="209"/>
                  </a:lnTo>
                  <a:lnTo>
                    <a:pt x="2674" y="209"/>
                  </a:lnTo>
                  <a:cubicBezTo>
                    <a:pt x="2677" y="213"/>
                    <a:pt x="2677" y="222"/>
                    <a:pt x="2677" y="229"/>
                  </a:cubicBezTo>
                  <a:lnTo>
                    <a:pt x="2677" y="237"/>
                  </a:lnTo>
                  <a:cubicBezTo>
                    <a:pt x="2677" y="261"/>
                    <a:pt x="2670" y="280"/>
                    <a:pt x="2657" y="300"/>
                  </a:cubicBezTo>
                  <a:cubicBezTo>
                    <a:pt x="2654" y="312"/>
                    <a:pt x="2646" y="320"/>
                    <a:pt x="2638" y="328"/>
                  </a:cubicBezTo>
                  <a:cubicBezTo>
                    <a:pt x="2622" y="344"/>
                    <a:pt x="2603" y="355"/>
                    <a:pt x="2583" y="364"/>
                  </a:cubicBezTo>
                  <a:lnTo>
                    <a:pt x="2547" y="367"/>
                  </a:lnTo>
                  <a:cubicBezTo>
                    <a:pt x="2528" y="367"/>
                    <a:pt x="2512" y="364"/>
                    <a:pt x="2496" y="355"/>
                  </a:cubicBezTo>
                  <a:cubicBezTo>
                    <a:pt x="2480" y="351"/>
                    <a:pt x="2468" y="340"/>
                    <a:pt x="2457" y="328"/>
                  </a:cubicBezTo>
                  <a:cubicBezTo>
                    <a:pt x="2441" y="316"/>
                    <a:pt x="2433" y="304"/>
                    <a:pt x="2428" y="288"/>
                  </a:cubicBezTo>
                  <a:cubicBezTo>
                    <a:pt x="2421" y="273"/>
                    <a:pt x="2417" y="253"/>
                    <a:pt x="2417" y="237"/>
                  </a:cubicBezTo>
                  <a:lnTo>
                    <a:pt x="2417" y="229"/>
                  </a:lnTo>
                  <a:cubicBezTo>
                    <a:pt x="2417" y="213"/>
                    <a:pt x="2421" y="202"/>
                    <a:pt x="2425" y="186"/>
                  </a:cubicBezTo>
                  <a:lnTo>
                    <a:pt x="2208" y="170"/>
                  </a:lnTo>
                  <a:lnTo>
                    <a:pt x="2208" y="170"/>
                  </a:lnTo>
                  <a:cubicBezTo>
                    <a:pt x="2228" y="245"/>
                    <a:pt x="2188" y="335"/>
                    <a:pt x="2090" y="335"/>
                  </a:cubicBezTo>
                  <a:cubicBezTo>
                    <a:pt x="1979" y="335"/>
                    <a:pt x="1940" y="225"/>
                    <a:pt x="1975" y="151"/>
                  </a:cubicBezTo>
                  <a:lnTo>
                    <a:pt x="1660" y="122"/>
                  </a:lnTo>
                  <a:lnTo>
                    <a:pt x="1660" y="122"/>
                  </a:lnTo>
                  <a:cubicBezTo>
                    <a:pt x="1684" y="198"/>
                    <a:pt x="1644" y="293"/>
                    <a:pt x="1542" y="293"/>
                  </a:cubicBezTo>
                  <a:cubicBezTo>
                    <a:pt x="1431" y="293"/>
                    <a:pt x="1396" y="182"/>
                    <a:pt x="1431" y="103"/>
                  </a:cubicBezTo>
                  <a:lnTo>
                    <a:pt x="1171" y="84"/>
                  </a:lnTo>
                  <a:lnTo>
                    <a:pt x="1171" y="84"/>
                  </a:lnTo>
                  <a:cubicBezTo>
                    <a:pt x="1183" y="155"/>
                    <a:pt x="1140" y="237"/>
                    <a:pt x="1049" y="237"/>
                  </a:cubicBezTo>
                  <a:cubicBezTo>
                    <a:pt x="946" y="237"/>
                    <a:pt x="907" y="138"/>
                    <a:pt x="930" y="60"/>
                  </a:cubicBezTo>
                  <a:lnTo>
                    <a:pt x="678" y="40"/>
                  </a:lnTo>
                  <a:cubicBezTo>
                    <a:pt x="678" y="107"/>
                    <a:pt x="635" y="170"/>
                    <a:pt x="552" y="170"/>
                  </a:cubicBezTo>
                  <a:cubicBezTo>
                    <a:pt x="461" y="170"/>
                    <a:pt x="417" y="91"/>
                    <a:pt x="430" y="20"/>
                  </a:cubicBezTo>
                  <a:lnTo>
                    <a:pt x="228" y="0"/>
                  </a:lnTo>
                  <a:close/>
                </a:path>
              </a:pathLst>
            </a:custGeom>
            <a:solidFill>
              <a:schemeClr val="accent5"/>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15"/>
            <p:cNvSpPr/>
            <p:nvPr/>
          </p:nvSpPr>
          <p:spPr>
            <a:xfrm>
              <a:off x="3019260" y="4421365"/>
              <a:ext cx="391888" cy="506826"/>
            </a:xfrm>
            <a:custGeom>
              <a:rect b="b" l="l" r="r" t="t"/>
              <a:pathLst>
                <a:path extrusionOk="0" h="485" w="375">
                  <a:moveTo>
                    <a:pt x="26" y="0"/>
                  </a:moveTo>
                  <a:cubicBezTo>
                    <a:pt x="21" y="0"/>
                    <a:pt x="16" y="2"/>
                    <a:pt x="12" y="6"/>
                  </a:cubicBezTo>
                  <a:cubicBezTo>
                    <a:pt x="0" y="9"/>
                    <a:pt x="0" y="25"/>
                    <a:pt x="9" y="33"/>
                  </a:cubicBezTo>
                  <a:lnTo>
                    <a:pt x="331" y="475"/>
                  </a:lnTo>
                  <a:cubicBezTo>
                    <a:pt x="336" y="482"/>
                    <a:pt x="341" y="485"/>
                    <a:pt x="347" y="485"/>
                  </a:cubicBezTo>
                  <a:cubicBezTo>
                    <a:pt x="352" y="485"/>
                    <a:pt x="358" y="483"/>
                    <a:pt x="363" y="479"/>
                  </a:cubicBezTo>
                  <a:cubicBezTo>
                    <a:pt x="371" y="475"/>
                    <a:pt x="375" y="459"/>
                    <a:pt x="367" y="451"/>
                  </a:cubicBezTo>
                  <a:lnTo>
                    <a:pt x="40" y="9"/>
                  </a:lnTo>
                  <a:cubicBezTo>
                    <a:pt x="38" y="3"/>
                    <a:pt x="32" y="0"/>
                    <a:pt x="2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15"/>
            <p:cNvSpPr/>
            <p:nvPr/>
          </p:nvSpPr>
          <p:spPr>
            <a:xfrm>
              <a:off x="2779947" y="4154890"/>
              <a:ext cx="755560" cy="640587"/>
            </a:xfrm>
            <a:custGeom>
              <a:rect b="b" l="l" r="r" t="t"/>
              <a:pathLst>
                <a:path extrusionOk="0" h="613" w="723">
                  <a:moveTo>
                    <a:pt x="311" y="0"/>
                  </a:moveTo>
                  <a:cubicBezTo>
                    <a:pt x="154" y="0"/>
                    <a:pt x="19" y="127"/>
                    <a:pt x="9" y="300"/>
                  </a:cubicBezTo>
                  <a:cubicBezTo>
                    <a:pt x="1" y="422"/>
                    <a:pt x="87" y="561"/>
                    <a:pt x="210" y="596"/>
                  </a:cubicBezTo>
                  <a:cubicBezTo>
                    <a:pt x="249" y="606"/>
                    <a:pt x="286" y="612"/>
                    <a:pt x="323" y="612"/>
                  </a:cubicBezTo>
                  <a:cubicBezTo>
                    <a:pt x="384" y="612"/>
                    <a:pt x="442" y="596"/>
                    <a:pt x="494" y="557"/>
                  </a:cubicBezTo>
                  <a:cubicBezTo>
                    <a:pt x="722" y="387"/>
                    <a:pt x="596" y="87"/>
                    <a:pt x="418" y="20"/>
                  </a:cubicBezTo>
                  <a:cubicBezTo>
                    <a:pt x="382" y="6"/>
                    <a:pt x="346" y="0"/>
                    <a:pt x="311" y="0"/>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15"/>
            <p:cNvSpPr/>
            <p:nvPr/>
          </p:nvSpPr>
          <p:spPr>
            <a:xfrm>
              <a:off x="2751731" y="4079650"/>
              <a:ext cx="638516" cy="558031"/>
            </a:xfrm>
            <a:custGeom>
              <a:rect b="b" l="l" r="r" t="t"/>
              <a:pathLst>
                <a:path extrusionOk="0" h="534" w="611">
                  <a:moveTo>
                    <a:pt x="247" y="0"/>
                  </a:moveTo>
                  <a:cubicBezTo>
                    <a:pt x="117" y="0"/>
                    <a:pt x="10" y="106"/>
                    <a:pt x="4" y="254"/>
                  </a:cubicBezTo>
                  <a:cubicBezTo>
                    <a:pt x="1" y="360"/>
                    <a:pt x="79" y="483"/>
                    <a:pt x="181" y="518"/>
                  </a:cubicBezTo>
                  <a:cubicBezTo>
                    <a:pt x="214" y="528"/>
                    <a:pt x="246" y="534"/>
                    <a:pt x="277" y="534"/>
                  </a:cubicBezTo>
                  <a:cubicBezTo>
                    <a:pt x="328" y="534"/>
                    <a:pt x="377" y="519"/>
                    <a:pt x="422" y="487"/>
                  </a:cubicBezTo>
                  <a:cubicBezTo>
                    <a:pt x="611" y="345"/>
                    <a:pt x="497" y="81"/>
                    <a:pt x="347" y="21"/>
                  </a:cubicBezTo>
                  <a:cubicBezTo>
                    <a:pt x="313" y="7"/>
                    <a:pt x="279" y="0"/>
                    <a:pt x="247" y="0"/>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15"/>
            <p:cNvSpPr/>
            <p:nvPr/>
          </p:nvSpPr>
          <p:spPr>
            <a:xfrm>
              <a:off x="1802840" y="5085985"/>
              <a:ext cx="2642894" cy="248711"/>
            </a:xfrm>
            <a:custGeom>
              <a:rect b="b" l="l" r="r" t="t"/>
              <a:pathLst>
                <a:path extrusionOk="0" h="238" w="2529">
                  <a:moveTo>
                    <a:pt x="13" y="1"/>
                  </a:moveTo>
                  <a:cubicBezTo>
                    <a:pt x="9" y="1"/>
                    <a:pt x="5" y="5"/>
                    <a:pt x="1" y="12"/>
                  </a:cubicBezTo>
                  <a:cubicBezTo>
                    <a:pt x="1" y="17"/>
                    <a:pt x="5" y="24"/>
                    <a:pt x="13" y="24"/>
                  </a:cubicBezTo>
                  <a:lnTo>
                    <a:pt x="186" y="41"/>
                  </a:lnTo>
                  <a:cubicBezTo>
                    <a:pt x="190" y="41"/>
                    <a:pt x="199" y="36"/>
                    <a:pt x="199" y="28"/>
                  </a:cubicBezTo>
                  <a:cubicBezTo>
                    <a:pt x="199" y="24"/>
                    <a:pt x="194" y="17"/>
                    <a:pt x="186" y="17"/>
                  </a:cubicBezTo>
                  <a:lnTo>
                    <a:pt x="13" y="1"/>
                  </a:lnTo>
                  <a:close/>
                  <a:moveTo>
                    <a:pt x="360" y="32"/>
                  </a:moveTo>
                  <a:cubicBezTo>
                    <a:pt x="356" y="32"/>
                    <a:pt x="352" y="36"/>
                    <a:pt x="348" y="41"/>
                  </a:cubicBezTo>
                  <a:cubicBezTo>
                    <a:pt x="348" y="48"/>
                    <a:pt x="352" y="52"/>
                    <a:pt x="360" y="52"/>
                  </a:cubicBezTo>
                  <a:lnTo>
                    <a:pt x="534" y="68"/>
                  </a:lnTo>
                  <a:cubicBezTo>
                    <a:pt x="541" y="68"/>
                    <a:pt x="545" y="64"/>
                    <a:pt x="545" y="59"/>
                  </a:cubicBezTo>
                  <a:cubicBezTo>
                    <a:pt x="545" y="52"/>
                    <a:pt x="541" y="48"/>
                    <a:pt x="534" y="48"/>
                  </a:cubicBezTo>
                  <a:lnTo>
                    <a:pt x="360" y="32"/>
                  </a:lnTo>
                  <a:close/>
                  <a:moveTo>
                    <a:pt x="707" y="59"/>
                  </a:moveTo>
                  <a:cubicBezTo>
                    <a:pt x="703" y="59"/>
                    <a:pt x="699" y="64"/>
                    <a:pt x="699" y="72"/>
                  </a:cubicBezTo>
                  <a:cubicBezTo>
                    <a:pt x="696" y="76"/>
                    <a:pt x="703" y="83"/>
                    <a:pt x="707" y="83"/>
                  </a:cubicBezTo>
                  <a:lnTo>
                    <a:pt x="880" y="99"/>
                  </a:lnTo>
                  <a:cubicBezTo>
                    <a:pt x="889" y="99"/>
                    <a:pt x="892" y="95"/>
                    <a:pt x="892" y="88"/>
                  </a:cubicBezTo>
                  <a:cubicBezTo>
                    <a:pt x="892" y="83"/>
                    <a:pt x="889" y="76"/>
                    <a:pt x="885" y="76"/>
                  </a:cubicBezTo>
                  <a:lnTo>
                    <a:pt x="707" y="59"/>
                  </a:lnTo>
                  <a:close/>
                  <a:moveTo>
                    <a:pt x="1058" y="92"/>
                  </a:moveTo>
                  <a:cubicBezTo>
                    <a:pt x="1050" y="92"/>
                    <a:pt x="1046" y="95"/>
                    <a:pt x="1046" y="99"/>
                  </a:cubicBezTo>
                  <a:cubicBezTo>
                    <a:pt x="1042" y="107"/>
                    <a:pt x="1050" y="112"/>
                    <a:pt x="1054" y="112"/>
                  </a:cubicBezTo>
                  <a:lnTo>
                    <a:pt x="1227" y="127"/>
                  </a:lnTo>
                  <a:cubicBezTo>
                    <a:pt x="1235" y="127"/>
                    <a:pt x="1240" y="123"/>
                    <a:pt x="1240" y="119"/>
                  </a:cubicBezTo>
                  <a:cubicBezTo>
                    <a:pt x="1240" y="112"/>
                    <a:pt x="1235" y="107"/>
                    <a:pt x="1231" y="107"/>
                  </a:cubicBezTo>
                  <a:lnTo>
                    <a:pt x="1058" y="92"/>
                  </a:lnTo>
                  <a:close/>
                  <a:moveTo>
                    <a:pt x="1405" y="119"/>
                  </a:moveTo>
                  <a:cubicBezTo>
                    <a:pt x="1397" y="119"/>
                    <a:pt x="1393" y="123"/>
                    <a:pt x="1393" y="130"/>
                  </a:cubicBezTo>
                  <a:cubicBezTo>
                    <a:pt x="1393" y="139"/>
                    <a:pt x="1397" y="143"/>
                    <a:pt x="1401" y="143"/>
                  </a:cubicBezTo>
                  <a:lnTo>
                    <a:pt x="1575" y="159"/>
                  </a:lnTo>
                  <a:cubicBezTo>
                    <a:pt x="1582" y="159"/>
                    <a:pt x="1586" y="154"/>
                    <a:pt x="1586" y="147"/>
                  </a:cubicBezTo>
                  <a:cubicBezTo>
                    <a:pt x="1586" y="143"/>
                    <a:pt x="1582" y="135"/>
                    <a:pt x="1579" y="135"/>
                  </a:cubicBezTo>
                  <a:lnTo>
                    <a:pt x="1405" y="119"/>
                  </a:lnTo>
                  <a:close/>
                  <a:moveTo>
                    <a:pt x="1752" y="150"/>
                  </a:moveTo>
                  <a:cubicBezTo>
                    <a:pt x="1744" y="150"/>
                    <a:pt x="1740" y="154"/>
                    <a:pt x="1740" y="163"/>
                  </a:cubicBezTo>
                  <a:cubicBezTo>
                    <a:pt x="1740" y="166"/>
                    <a:pt x="1744" y="170"/>
                    <a:pt x="1748" y="170"/>
                  </a:cubicBezTo>
                  <a:lnTo>
                    <a:pt x="1921" y="186"/>
                  </a:lnTo>
                  <a:cubicBezTo>
                    <a:pt x="1930" y="186"/>
                    <a:pt x="1933" y="182"/>
                    <a:pt x="1933" y="178"/>
                  </a:cubicBezTo>
                  <a:cubicBezTo>
                    <a:pt x="1933" y="170"/>
                    <a:pt x="1930" y="166"/>
                    <a:pt x="1926" y="166"/>
                  </a:cubicBezTo>
                  <a:lnTo>
                    <a:pt x="1752" y="150"/>
                  </a:lnTo>
                  <a:close/>
                  <a:moveTo>
                    <a:pt x="2095" y="181"/>
                  </a:moveTo>
                  <a:cubicBezTo>
                    <a:pt x="2090" y="181"/>
                    <a:pt x="2087" y="187"/>
                    <a:pt x="2087" y="190"/>
                  </a:cubicBezTo>
                  <a:cubicBezTo>
                    <a:pt x="2087" y="198"/>
                    <a:pt x="2091" y="201"/>
                    <a:pt x="2095" y="201"/>
                  </a:cubicBezTo>
                  <a:lnTo>
                    <a:pt x="2268" y="218"/>
                  </a:lnTo>
                  <a:cubicBezTo>
                    <a:pt x="2276" y="218"/>
                    <a:pt x="2281" y="214"/>
                    <a:pt x="2281" y="206"/>
                  </a:cubicBezTo>
                  <a:cubicBezTo>
                    <a:pt x="2281" y="201"/>
                    <a:pt x="2276" y="194"/>
                    <a:pt x="2272" y="194"/>
                  </a:cubicBezTo>
                  <a:lnTo>
                    <a:pt x="2099" y="182"/>
                  </a:lnTo>
                  <a:cubicBezTo>
                    <a:pt x="2097" y="182"/>
                    <a:pt x="2096" y="181"/>
                    <a:pt x="2095" y="181"/>
                  </a:cubicBezTo>
                  <a:close/>
                  <a:moveTo>
                    <a:pt x="2446" y="210"/>
                  </a:moveTo>
                  <a:cubicBezTo>
                    <a:pt x="2438" y="210"/>
                    <a:pt x="2434" y="214"/>
                    <a:pt x="2434" y="221"/>
                  </a:cubicBezTo>
                  <a:cubicBezTo>
                    <a:pt x="2434" y="225"/>
                    <a:pt x="2438" y="230"/>
                    <a:pt x="2442" y="234"/>
                  </a:cubicBezTo>
                  <a:lnTo>
                    <a:pt x="2517" y="237"/>
                  </a:lnTo>
                  <a:cubicBezTo>
                    <a:pt x="2521" y="237"/>
                    <a:pt x="2525" y="234"/>
                    <a:pt x="2529" y="230"/>
                  </a:cubicBezTo>
                  <a:cubicBezTo>
                    <a:pt x="2529" y="221"/>
                    <a:pt x="2525" y="218"/>
                    <a:pt x="2517" y="218"/>
                  </a:cubicBezTo>
                  <a:lnTo>
                    <a:pt x="2446" y="210"/>
                  </a:lnTo>
                  <a:close/>
                </a:path>
              </a:pathLst>
            </a:cu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15"/>
            <p:cNvSpPr/>
            <p:nvPr/>
          </p:nvSpPr>
          <p:spPr>
            <a:xfrm>
              <a:off x="1778804" y="5539515"/>
              <a:ext cx="2646029" cy="177650"/>
            </a:xfrm>
            <a:custGeom>
              <a:rect b="b" l="l" r="r" t="t"/>
              <a:pathLst>
                <a:path extrusionOk="0" h="170" w="2532">
                  <a:moveTo>
                    <a:pt x="13" y="0"/>
                  </a:moveTo>
                  <a:cubicBezTo>
                    <a:pt x="4" y="0"/>
                    <a:pt x="0" y="9"/>
                    <a:pt x="0" y="13"/>
                  </a:cubicBezTo>
                  <a:cubicBezTo>
                    <a:pt x="0" y="20"/>
                    <a:pt x="4" y="24"/>
                    <a:pt x="13" y="24"/>
                  </a:cubicBezTo>
                  <a:lnTo>
                    <a:pt x="186" y="36"/>
                  </a:lnTo>
                  <a:cubicBezTo>
                    <a:pt x="190" y="36"/>
                    <a:pt x="193" y="28"/>
                    <a:pt x="198" y="24"/>
                  </a:cubicBezTo>
                  <a:cubicBezTo>
                    <a:pt x="198" y="16"/>
                    <a:pt x="190" y="13"/>
                    <a:pt x="186" y="13"/>
                  </a:cubicBezTo>
                  <a:lnTo>
                    <a:pt x="13" y="0"/>
                  </a:lnTo>
                  <a:close/>
                  <a:moveTo>
                    <a:pt x="357" y="23"/>
                  </a:moveTo>
                  <a:cubicBezTo>
                    <a:pt x="353" y="23"/>
                    <a:pt x="348" y="29"/>
                    <a:pt x="348" y="32"/>
                  </a:cubicBezTo>
                  <a:cubicBezTo>
                    <a:pt x="348" y="40"/>
                    <a:pt x="351" y="44"/>
                    <a:pt x="359" y="44"/>
                  </a:cubicBezTo>
                  <a:lnTo>
                    <a:pt x="533" y="56"/>
                  </a:lnTo>
                  <a:cubicBezTo>
                    <a:pt x="537" y="56"/>
                    <a:pt x="544" y="51"/>
                    <a:pt x="544" y="44"/>
                  </a:cubicBezTo>
                  <a:cubicBezTo>
                    <a:pt x="544" y="40"/>
                    <a:pt x="541" y="32"/>
                    <a:pt x="533" y="32"/>
                  </a:cubicBezTo>
                  <a:lnTo>
                    <a:pt x="359" y="24"/>
                  </a:lnTo>
                  <a:cubicBezTo>
                    <a:pt x="358" y="23"/>
                    <a:pt x="357" y="23"/>
                    <a:pt x="357" y="23"/>
                  </a:cubicBezTo>
                  <a:close/>
                  <a:moveTo>
                    <a:pt x="706" y="44"/>
                  </a:moveTo>
                  <a:cubicBezTo>
                    <a:pt x="703" y="44"/>
                    <a:pt x="695" y="48"/>
                    <a:pt x="695" y="51"/>
                  </a:cubicBezTo>
                  <a:cubicBezTo>
                    <a:pt x="695" y="60"/>
                    <a:pt x="699" y="64"/>
                    <a:pt x="706" y="64"/>
                  </a:cubicBezTo>
                  <a:lnTo>
                    <a:pt x="879" y="75"/>
                  </a:lnTo>
                  <a:cubicBezTo>
                    <a:pt x="888" y="75"/>
                    <a:pt x="892" y="71"/>
                    <a:pt x="892" y="64"/>
                  </a:cubicBezTo>
                  <a:cubicBezTo>
                    <a:pt x="892" y="60"/>
                    <a:pt x="888" y="51"/>
                    <a:pt x="879" y="51"/>
                  </a:cubicBezTo>
                  <a:lnTo>
                    <a:pt x="706" y="44"/>
                  </a:lnTo>
                  <a:close/>
                  <a:moveTo>
                    <a:pt x="1057" y="64"/>
                  </a:moveTo>
                  <a:cubicBezTo>
                    <a:pt x="1050" y="64"/>
                    <a:pt x="1045" y="67"/>
                    <a:pt x="1045" y="71"/>
                  </a:cubicBezTo>
                  <a:cubicBezTo>
                    <a:pt x="1045" y="80"/>
                    <a:pt x="1050" y="84"/>
                    <a:pt x="1054" y="84"/>
                  </a:cubicBezTo>
                  <a:lnTo>
                    <a:pt x="1227" y="95"/>
                  </a:lnTo>
                  <a:cubicBezTo>
                    <a:pt x="1234" y="95"/>
                    <a:pt x="1239" y="91"/>
                    <a:pt x="1239" y="84"/>
                  </a:cubicBezTo>
                  <a:cubicBezTo>
                    <a:pt x="1239" y="80"/>
                    <a:pt x="1234" y="71"/>
                    <a:pt x="1231" y="71"/>
                  </a:cubicBezTo>
                  <a:lnTo>
                    <a:pt x="1057" y="64"/>
                  </a:lnTo>
                  <a:close/>
                  <a:moveTo>
                    <a:pt x="1405" y="84"/>
                  </a:moveTo>
                  <a:cubicBezTo>
                    <a:pt x="1396" y="84"/>
                    <a:pt x="1392" y="87"/>
                    <a:pt x="1392" y="95"/>
                  </a:cubicBezTo>
                  <a:cubicBezTo>
                    <a:pt x="1392" y="99"/>
                    <a:pt x="1396" y="103"/>
                    <a:pt x="1400" y="103"/>
                  </a:cubicBezTo>
                  <a:lnTo>
                    <a:pt x="1578" y="115"/>
                  </a:lnTo>
                  <a:cubicBezTo>
                    <a:pt x="1582" y="115"/>
                    <a:pt x="1585" y="111"/>
                    <a:pt x="1589" y="103"/>
                  </a:cubicBezTo>
                  <a:cubicBezTo>
                    <a:pt x="1589" y="99"/>
                    <a:pt x="1582" y="95"/>
                    <a:pt x="1578" y="91"/>
                  </a:cubicBezTo>
                  <a:lnTo>
                    <a:pt x="1405" y="84"/>
                  </a:lnTo>
                  <a:close/>
                  <a:moveTo>
                    <a:pt x="1751" y="103"/>
                  </a:moveTo>
                  <a:cubicBezTo>
                    <a:pt x="1747" y="103"/>
                    <a:pt x="1740" y="107"/>
                    <a:pt x="1740" y="115"/>
                  </a:cubicBezTo>
                  <a:cubicBezTo>
                    <a:pt x="1740" y="119"/>
                    <a:pt x="1743" y="122"/>
                    <a:pt x="1751" y="127"/>
                  </a:cubicBezTo>
                  <a:lnTo>
                    <a:pt x="1925" y="135"/>
                  </a:lnTo>
                  <a:cubicBezTo>
                    <a:pt x="1929" y="135"/>
                    <a:pt x="1937" y="131"/>
                    <a:pt x="1937" y="122"/>
                  </a:cubicBezTo>
                  <a:cubicBezTo>
                    <a:pt x="1937" y="119"/>
                    <a:pt x="1933" y="115"/>
                    <a:pt x="1925" y="115"/>
                  </a:cubicBezTo>
                  <a:lnTo>
                    <a:pt x="1751" y="103"/>
                  </a:lnTo>
                  <a:close/>
                  <a:moveTo>
                    <a:pt x="2098" y="122"/>
                  </a:moveTo>
                  <a:cubicBezTo>
                    <a:pt x="2095" y="122"/>
                    <a:pt x="2086" y="127"/>
                    <a:pt x="2086" y="135"/>
                  </a:cubicBezTo>
                  <a:cubicBezTo>
                    <a:pt x="2086" y="138"/>
                    <a:pt x="2091" y="146"/>
                    <a:pt x="2098" y="146"/>
                  </a:cubicBezTo>
                  <a:lnTo>
                    <a:pt x="2272" y="154"/>
                  </a:lnTo>
                  <a:cubicBezTo>
                    <a:pt x="2280" y="154"/>
                    <a:pt x="2284" y="151"/>
                    <a:pt x="2284" y="146"/>
                  </a:cubicBezTo>
                  <a:cubicBezTo>
                    <a:pt x="2284" y="138"/>
                    <a:pt x="2280" y="135"/>
                    <a:pt x="2272" y="135"/>
                  </a:cubicBezTo>
                  <a:lnTo>
                    <a:pt x="2098" y="122"/>
                  </a:lnTo>
                  <a:close/>
                  <a:moveTo>
                    <a:pt x="2449" y="142"/>
                  </a:moveTo>
                  <a:cubicBezTo>
                    <a:pt x="2441" y="142"/>
                    <a:pt x="2437" y="146"/>
                    <a:pt x="2437" y="154"/>
                  </a:cubicBezTo>
                  <a:cubicBezTo>
                    <a:pt x="2437" y="158"/>
                    <a:pt x="2441" y="166"/>
                    <a:pt x="2446" y="166"/>
                  </a:cubicBezTo>
                  <a:lnTo>
                    <a:pt x="2520" y="170"/>
                  </a:lnTo>
                  <a:cubicBezTo>
                    <a:pt x="2524" y="170"/>
                    <a:pt x="2528" y="166"/>
                    <a:pt x="2528" y="158"/>
                  </a:cubicBezTo>
                  <a:cubicBezTo>
                    <a:pt x="2532" y="154"/>
                    <a:pt x="2524" y="146"/>
                    <a:pt x="2520" y="146"/>
                  </a:cubicBezTo>
                  <a:lnTo>
                    <a:pt x="2449" y="142"/>
                  </a:lnTo>
                  <a:close/>
                </a:path>
              </a:pathLst>
            </a:cu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15"/>
            <p:cNvSpPr/>
            <p:nvPr/>
          </p:nvSpPr>
          <p:spPr>
            <a:xfrm>
              <a:off x="1704607" y="5959605"/>
              <a:ext cx="2642894" cy="203775"/>
            </a:xfrm>
            <a:custGeom>
              <a:rect b="b" l="l" r="r" t="t"/>
              <a:pathLst>
                <a:path extrusionOk="0" h="195" w="2529">
                  <a:moveTo>
                    <a:pt x="13" y="0"/>
                  </a:moveTo>
                  <a:cubicBezTo>
                    <a:pt x="4" y="0"/>
                    <a:pt x="0" y="4"/>
                    <a:pt x="0" y="9"/>
                  </a:cubicBezTo>
                  <a:cubicBezTo>
                    <a:pt x="0" y="17"/>
                    <a:pt x="4" y="20"/>
                    <a:pt x="9" y="20"/>
                  </a:cubicBezTo>
                  <a:lnTo>
                    <a:pt x="182" y="33"/>
                  </a:lnTo>
                  <a:cubicBezTo>
                    <a:pt x="183" y="33"/>
                    <a:pt x="185" y="34"/>
                    <a:pt x="186" y="34"/>
                  </a:cubicBezTo>
                  <a:cubicBezTo>
                    <a:pt x="191" y="34"/>
                    <a:pt x="193" y="27"/>
                    <a:pt x="193" y="24"/>
                  </a:cubicBezTo>
                  <a:cubicBezTo>
                    <a:pt x="198" y="17"/>
                    <a:pt x="190" y="13"/>
                    <a:pt x="186" y="13"/>
                  </a:cubicBezTo>
                  <a:lnTo>
                    <a:pt x="13" y="0"/>
                  </a:lnTo>
                  <a:close/>
                  <a:moveTo>
                    <a:pt x="359" y="24"/>
                  </a:moveTo>
                  <a:cubicBezTo>
                    <a:pt x="351" y="24"/>
                    <a:pt x="348" y="28"/>
                    <a:pt x="348" y="36"/>
                  </a:cubicBezTo>
                  <a:cubicBezTo>
                    <a:pt x="348" y="40"/>
                    <a:pt x="351" y="44"/>
                    <a:pt x="359" y="44"/>
                  </a:cubicBezTo>
                  <a:lnTo>
                    <a:pt x="533" y="60"/>
                  </a:lnTo>
                  <a:cubicBezTo>
                    <a:pt x="537" y="60"/>
                    <a:pt x="541" y="52"/>
                    <a:pt x="544" y="48"/>
                  </a:cubicBezTo>
                  <a:cubicBezTo>
                    <a:pt x="544" y="40"/>
                    <a:pt x="541" y="36"/>
                    <a:pt x="533" y="36"/>
                  </a:cubicBezTo>
                  <a:lnTo>
                    <a:pt x="359" y="24"/>
                  </a:lnTo>
                  <a:close/>
                  <a:moveTo>
                    <a:pt x="706" y="48"/>
                  </a:moveTo>
                  <a:cubicBezTo>
                    <a:pt x="703" y="48"/>
                    <a:pt x="695" y="52"/>
                    <a:pt x="695" y="60"/>
                  </a:cubicBezTo>
                  <a:cubicBezTo>
                    <a:pt x="695" y="64"/>
                    <a:pt x="699" y="68"/>
                    <a:pt x="706" y="71"/>
                  </a:cubicBezTo>
                  <a:lnTo>
                    <a:pt x="879" y="84"/>
                  </a:lnTo>
                  <a:cubicBezTo>
                    <a:pt x="884" y="84"/>
                    <a:pt x="892" y="80"/>
                    <a:pt x="892" y="71"/>
                  </a:cubicBezTo>
                  <a:cubicBezTo>
                    <a:pt x="892" y="68"/>
                    <a:pt x="888" y="60"/>
                    <a:pt x="879" y="60"/>
                  </a:cubicBezTo>
                  <a:lnTo>
                    <a:pt x="706" y="48"/>
                  </a:lnTo>
                  <a:close/>
                  <a:moveTo>
                    <a:pt x="1054" y="71"/>
                  </a:moveTo>
                  <a:cubicBezTo>
                    <a:pt x="1050" y="71"/>
                    <a:pt x="1041" y="75"/>
                    <a:pt x="1041" y="84"/>
                  </a:cubicBezTo>
                  <a:cubicBezTo>
                    <a:pt x="1041" y="87"/>
                    <a:pt x="1045" y="95"/>
                    <a:pt x="1054" y="95"/>
                  </a:cubicBezTo>
                  <a:lnTo>
                    <a:pt x="1227" y="107"/>
                  </a:lnTo>
                  <a:cubicBezTo>
                    <a:pt x="1234" y="107"/>
                    <a:pt x="1239" y="104"/>
                    <a:pt x="1239" y="95"/>
                  </a:cubicBezTo>
                  <a:cubicBezTo>
                    <a:pt x="1239" y="91"/>
                    <a:pt x="1234" y="84"/>
                    <a:pt x="1227" y="84"/>
                  </a:cubicBezTo>
                  <a:lnTo>
                    <a:pt x="1054" y="71"/>
                  </a:lnTo>
                  <a:close/>
                  <a:moveTo>
                    <a:pt x="1400" y="95"/>
                  </a:moveTo>
                  <a:cubicBezTo>
                    <a:pt x="1396" y="95"/>
                    <a:pt x="1392" y="99"/>
                    <a:pt x="1392" y="107"/>
                  </a:cubicBezTo>
                  <a:cubicBezTo>
                    <a:pt x="1389" y="111"/>
                    <a:pt x="1396" y="119"/>
                    <a:pt x="1400" y="119"/>
                  </a:cubicBezTo>
                  <a:lnTo>
                    <a:pt x="1574" y="131"/>
                  </a:lnTo>
                  <a:cubicBezTo>
                    <a:pt x="1582" y="131"/>
                    <a:pt x="1585" y="127"/>
                    <a:pt x="1585" y="119"/>
                  </a:cubicBezTo>
                  <a:cubicBezTo>
                    <a:pt x="1585" y="115"/>
                    <a:pt x="1582" y="107"/>
                    <a:pt x="1578" y="107"/>
                  </a:cubicBezTo>
                  <a:lnTo>
                    <a:pt x="1400" y="95"/>
                  </a:lnTo>
                  <a:close/>
                  <a:moveTo>
                    <a:pt x="1751" y="119"/>
                  </a:moveTo>
                  <a:cubicBezTo>
                    <a:pt x="1744" y="119"/>
                    <a:pt x="1740" y="123"/>
                    <a:pt x="1740" y="131"/>
                  </a:cubicBezTo>
                  <a:cubicBezTo>
                    <a:pt x="1740" y="139"/>
                    <a:pt x="1744" y="142"/>
                    <a:pt x="1747" y="142"/>
                  </a:cubicBezTo>
                  <a:lnTo>
                    <a:pt x="1920" y="155"/>
                  </a:lnTo>
                  <a:cubicBezTo>
                    <a:pt x="1929" y="155"/>
                    <a:pt x="1933" y="151"/>
                    <a:pt x="1933" y="142"/>
                  </a:cubicBezTo>
                  <a:cubicBezTo>
                    <a:pt x="1933" y="139"/>
                    <a:pt x="1929" y="135"/>
                    <a:pt x="1925" y="135"/>
                  </a:cubicBezTo>
                  <a:lnTo>
                    <a:pt x="1751" y="119"/>
                  </a:lnTo>
                  <a:close/>
                  <a:moveTo>
                    <a:pt x="2095" y="145"/>
                  </a:moveTo>
                  <a:cubicBezTo>
                    <a:pt x="2089" y="145"/>
                    <a:pt x="2086" y="152"/>
                    <a:pt x="2086" y="155"/>
                  </a:cubicBezTo>
                  <a:cubicBezTo>
                    <a:pt x="2086" y="162"/>
                    <a:pt x="2091" y="166"/>
                    <a:pt x="2095" y="166"/>
                  </a:cubicBezTo>
                  <a:lnTo>
                    <a:pt x="2272" y="178"/>
                  </a:lnTo>
                  <a:cubicBezTo>
                    <a:pt x="2275" y="178"/>
                    <a:pt x="2280" y="175"/>
                    <a:pt x="2280" y="170"/>
                  </a:cubicBezTo>
                  <a:cubicBezTo>
                    <a:pt x="2284" y="162"/>
                    <a:pt x="2275" y="158"/>
                    <a:pt x="2272" y="158"/>
                  </a:cubicBezTo>
                  <a:lnTo>
                    <a:pt x="2098" y="146"/>
                  </a:lnTo>
                  <a:cubicBezTo>
                    <a:pt x="2097" y="145"/>
                    <a:pt x="2096" y="145"/>
                    <a:pt x="2095" y="145"/>
                  </a:cubicBezTo>
                  <a:close/>
                  <a:moveTo>
                    <a:pt x="2446" y="170"/>
                  </a:moveTo>
                  <a:cubicBezTo>
                    <a:pt x="2437" y="170"/>
                    <a:pt x="2433" y="175"/>
                    <a:pt x="2433" y="178"/>
                  </a:cubicBezTo>
                  <a:cubicBezTo>
                    <a:pt x="2433" y="186"/>
                    <a:pt x="2437" y="190"/>
                    <a:pt x="2446" y="190"/>
                  </a:cubicBezTo>
                  <a:lnTo>
                    <a:pt x="2517" y="193"/>
                  </a:lnTo>
                  <a:cubicBezTo>
                    <a:pt x="2517" y="194"/>
                    <a:pt x="2518" y="195"/>
                    <a:pt x="2519" y="195"/>
                  </a:cubicBezTo>
                  <a:cubicBezTo>
                    <a:pt x="2523" y="195"/>
                    <a:pt x="2528" y="189"/>
                    <a:pt x="2528" y="186"/>
                  </a:cubicBezTo>
                  <a:cubicBezTo>
                    <a:pt x="2528" y="178"/>
                    <a:pt x="2524" y="175"/>
                    <a:pt x="2517" y="175"/>
                  </a:cubicBezTo>
                  <a:lnTo>
                    <a:pt x="2446" y="170"/>
                  </a:lnTo>
                  <a:close/>
                </a:path>
              </a:pathLst>
            </a:cu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15"/>
            <p:cNvSpPr/>
            <p:nvPr/>
          </p:nvSpPr>
          <p:spPr>
            <a:xfrm>
              <a:off x="1626229" y="6458070"/>
              <a:ext cx="2642894" cy="207955"/>
            </a:xfrm>
            <a:custGeom>
              <a:rect b="b" l="l" r="r" t="t"/>
              <a:pathLst>
                <a:path extrusionOk="0" h="199" w="2529">
                  <a:moveTo>
                    <a:pt x="13" y="0"/>
                  </a:moveTo>
                  <a:cubicBezTo>
                    <a:pt x="4" y="0"/>
                    <a:pt x="1" y="5"/>
                    <a:pt x="1" y="13"/>
                  </a:cubicBezTo>
                  <a:cubicBezTo>
                    <a:pt x="1" y="16"/>
                    <a:pt x="4" y="24"/>
                    <a:pt x="8" y="24"/>
                  </a:cubicBezTo>
                  <a:lnTo>
                    <a:pt x="182" y="36"/>
                  </a:lnTo>
                  <a:cubicBezTo>
                    <a:pt x="190" y="36"/>
                    <a:pt x="194" y="33"/>
                    <a:pt x="194" y="24"/>
                  </a:cubicBezTo>
                  <a:cubicBezTo>
                    <a:pt x="194" y="20"/>
                    <a:pt x="190" y="13"/>
                    <a:pt x="186" y="13"/>
                  </a:cubicBezTo>
                  <a:lnTo>
                    <a:pt x="13" y="0"/>
                  </a:lnTo>
                  <a:close/>
                  <a:moveTo>
                    <a:pt x="359" y="24"/>
                  </a:moveTo>
                  <a:cubicBezTo>
                    <a:pt x="352" y="24"/>
                    <a:pt x="348" y="29"/>
                    <a:pt x="348" y="36"/>
                  </a:cubicBezTo>
                  <a:cubicBezTo>
                    <a:pt x="348" y="44"/>
                    <a:pt x="352" y="48"/>
                    <a:pt x="359" y="48"/>
                  </a:cubicBezTo>
                  <a:lnTo>
                    <a:pt x="533" y="60"/>
                  </a:lnTo>
                  <a:cubicBezTo>
                    <a:pt x="537" y="60"/>
                    <a:pt x="541" y="56"/>
                    <a:pt x="545" y="48"/>
                  </a:cubicBezTo>
                  <a:cubicBezTo>
                    <a:pt x="545" y="44"/>
                    <a:pt x="541" y="40"/>
                    <a:pt x="533" y="36"/>
                  </a:cubicBezTo>
                  <a:lnTo>
                    <a:pt x="359" y="24"/>
                  </a:lnTo>
                  <a:close/>
                  <a:moveTo>
                    <a:pt x="704" y="51"/>
                  </a:moveTo>
                  <a:cubicBezTo>
                    <a:pt x="700" y="51"/>
                    <a:pt x="694" y="57"/>
                    <a:pt x="694" y="60"/>
                  </a:cubicBezTo>
                  <a:cubicBezTo>
                    <a:pt x="694" y="68"/>
                    <a:pt x="699" y="71"/>
                    <a:pt x="707" y="71"/>
                  </a:cubicBezTo>
                  <a:lnTo>
                    <a:pt x="880" y="84"/>
                  </a:lnTo>
                  <a:cubicBezTo>
                    <a:pt x="884" y="84"/>
                    <a:pt x="892" y="80"/>
                    <a:pt x="892" y="76"/>
                  </a:cubicBezTo>
                  <a:cubicBezTo>
                    <a:pt x="892" y="68"/>
                    <a:pt x="888" y="64"/>
                    <a:pt x="880" y="64"/>
                  </a:cubicBezTo>
                  <a:lnTo>
                    <a:pt x="707" y="52"/>
                  </a:lnTo>
                  <a:cubicBezTo>
                    <a:pt x="706" y="51"/>
                    <a:pt x="705" y="51"/>
                    <a:pt x="704" y="51"/>
                  </a:cubicBezTo>
                  <a:close/>
                  <a:moveTo>
                    <a:pt x="1054" y="76"/>
                  </a:moveTo>
                  <a:cubicBezTo>
                    <a:pt x="1049" y="76"/>
                    <a:pt x="1042" y="80"/>
                    <a:pt x="1042" y="84"/>
                  </a:cubicBezTo>
                  <a:cubicBezTo>
                    <a:pt x="1042" y="91"/>
                    <a:pt x="1045" y="95"/>
                    <a:pt x="1054" y="95"/>
                  </a:cubicBezTo>
                  <a:lnTo>
                    <a:pt x="1227" y="107"/>
                  </a:lnTo>
                  <a:cubicBezTo>
                    <a:pt x="1231" y="107"/>
                    <a:pt x="1238" y="104"/>
                    <a:pt x="1238" y="100"/>
                  </a:cubicBezTo>
                  <a:cubicBezTo>
                    <a:pt x="1238" y="91"/>
                    <a:pt x="1235" y="87"/>
                    <a:pt x="1227" y="87"/>
                  </a:cubicBezTo>
                  <a:lnTo>
                    <a:pt x="1054" y="76"/>
                  </a:lnTo>
                  <a:close/>
                  <a:moveTo>
                    <a:pt x="1400" y="100"/>
                  </a:moveTo>
                  <a:cubicBezTo>
                    <a:pt x="1396" y="100"/>
                    <a:pt x="1393" y="104"/>
                    <a:pt x="1389" y="107"/>
                  </a:cubicBezTo>
                  <a:cubicBezTo>
                    <a:pt x="1389" y="115"/>
                    <a:pt x="1396" y="119"/>
                    <a:pt x="1400" y="119"/>
                  </a:cubicBezTo>
                  <a:lnTo>
                    <a:pt x="1574" y="131"/>
                  </a:lnTo>
                  <a:cubicBezTo>
                    <a:pt x="1582" y="131"/>
                    <a:pt x="1586" y="127"/>
                    <a:pt x="1586" y="123"/>
                  </a:cubicBezTo>
                  <a:cubicBezTo>
                    <a:pt x="1586" y="115"/>
                    <a:pt x="1582" y="111"/>
                    <a:pt x="1578" y="111"/>
                  </a:cubicBezTo>
                  <a:lnTo>
                    <a:pt x="1400" y="100"/>
                  </a:lnTo>
                  <a:close/>
                  <a:moveTo>
                    <a:pt x="1751" y="123"/>
                  </a:moveTo>
                  <a:cubicBezTo>
                    <a:pt x="1744" y="123"/>
                    <a:pt x="1740" y="127"/>
                    <a:pt x="1740" y="131"/>
                  </a:cubicBezTo>
                  <a:cubicBezTo>
                    <a:pt x="1740" y="139"/>
                    <a:pt x="1744" y="142"/>
                    <a:pt x="1748" y="142"/>
                  </a:cubicBezTo>
                  <a:lnTo>
                    <a:pt x="1921" y="158"/>
                  </a:lnTo>
                  <a:cubicBezTo>
                    <a:pt x="1929" y="158"/>
                    <a:pt x="1933" y="151"/>
                    <a:pt x="1933" y="147"/>
                  </a:cubicBezTo>
                  <a:cubicBezTo>
                    <a:pt x="1933" y="139"/>
                    <a:pt x="1929" y="135"/>
                    <a:pt x="1924" y="135"/>
                  </a:cubicBezTo>
                  <a:lnTo>
                    <a:pt x="1751" y="123"/>
                  </a:lnTo>
                  <a:close/>
                  <a:moveTo>
                    <a:pt x="2099" y="147"/>
                  </a:moveTo>
                  <a:cubicBezTo>
                    <a:pt x="2090" y="147"/>
                    <a:pt x="2086" y="151"/>
                    <a:pt x="2086" y="158"/>
                  </a:cubicBezTo>
                  <a:cubicBezTo>
                    <a:pt x="2086" y="162"/>
                    <a:pt x="2090" y="166"/>
                    <a:pt x="2095" y="171"/>
                  </a:cubicBezTo>
                  <a:lnTo>
                    <a:pt x="2272" y="182"/>
                  </a:lnTo>
                  <a:cubicBezTo>
                    <a:pt x="2276" y="182"/>
                    <a:pt x="2279" y="178"/>
                    <a:pt x="2279" y="171"/>
                  </a:cubicBezTo>
                  <a:cubicBezTo>
                    <a:pt x="2284" y="166"/>
                    <a:pt x="2276" y="158"/>
                    <a:pt x="2272" y="158"/>
                  </a:cubicBezTo>
                  <a:lnTo>
                    <a:pt x="2099" y="147"/>
                  </a:lnTo>
                  <a:close/>
                  <a:moveTo>
                    <a:pt x="2445" y="171"/>
                  </a:moveTo>
                  <a:cubicBezTo>
                    <a:pt x="2437" y="171"/>
                    <a:pt x="2434" y="175"/>
                    <a:pt x="2434" y="182"/>
                  </a:cubicBezTo>
                  <a:cubicBezTo>
                    <a:pt x="2434" y="186"/>
                    <a:pt x="2437" y="194"/>
                    <a:pt x="2445" y="194"/>
                  </a:cubicBezTo>
                  <a:lnTo>
                    <a:pt x="2516" y="198"/>
                  </a:lnTo>
                  <a:cubicBezTo>
                    <a:pt x="2521" y="198"/>
                    <a:pt x="2528" y="194"/>
                    <a:pt x="2528" y="186"/>
                  </a:cubicBezTo>
                  <a:cubicBezTo>
                    <a:pt x="2528" y="182"/>
                    <a:pt x="2524" y="178"/>
                    <a:pt x="2516" y="175"/>
                  </a:cubicBezTo>
                  <a:lnTo>
                    <a:pt x="2445" y="171"/>
                  </a:lnTo>
                  <a:close/>
                </a:path>
              </a:pathLst>
            </a:cu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8" name="Google Shape;348;p15"/>
          <p:cNvGrpSpPr/>
          <p:nvPr/>
        </p:nvGrpSpPr>
        <p:grpSpPr>
          <a:xfrm rot="-2700000">
            <a:off x="9037301" y="9163128"/>
            <a:ext cx="1896745" cy="1928965"/>
            <a:chOff x="8016283" y="3354199"/>
            <a:chExt cx="1896763" cy="1928983"/>
          </a:xfrm>
        </p:grpSpPr>
        <p:grpSp>
          <p:nvGrpSpPr>
            <p:cNvPr id="349" name="Google Shape;349;p15"/>
            <p:cNvGrpSpPr/>
            <p:nvPr/>
          </p:nvGrpSpPr>
          <p:grpSpPr>
            <a:xfrm>
              <a:off x="8016283" y="3354199"/>
              <a:ext cx="1896763" cy="1928983"/>
              <a:chOff x="3025183" y="3101074"/>
              <a:chExt cx="1896763" cy="1928983"/>
            </a:xfrm>
          </p:grpSpPr>
          <p:sp>
            <p:nvSpPr>
              <p:cNvPr id="350" name="Google Shape;350;p15"/>
              <p:cNvSpPr/>
              <p:nvPr/>
            </p:nvSpPr>
            <p:spPr>
              <a:xfrm>
                <a:off x="3025183" y="3101074"/>
                <a:ext cx="1896763" cy="1928983"/>
              </a:xfrm>
              <a:custGeom>
                <a:rect b="b" l="l" r="r" t="t"/>
                <a:pathLst>
                  <a:path extrusionOk="0" h="1913" w="1881">
                    <a:moveTo>
                      <a:pt x="1496" y="1"/>
                    </a:moveTo>
                    <a:cubicBezTo>
                      <a:pt x="1477" y="1"/>
                      <a:pt x="1459" y="7"/>
                      <a:pt x="1440" y="16"/>
                    </a:cubicBezTo>
                    <a:cubicBezTo>
                      <a:pt x="1416" y="24"/>
                      <a:pt x="1392" y="31"/>
                      <a:pt x="1364" y="31"/>
                    </a:cubicBezTo>
                    <a:lnTo>
                      <a:pt x="0" y="1573"/>
                    </a:lnTo>
                    <a:cubicBezTo>
                      <a:pt x="24" y="1596"/>
                      <a:pt x="35" y="1629"/>
                      <a:pt x="35" y="1664"/>
                    </a:cubicBezTo>
                    <a:cubicBezTo>
                      <a:pt x="63" y="1667"/>
                      <a:pt x="91" y="1680"/>
                      <a:pt x="115" y="1700"/>
                    </a:cubicBezTo>
                    <a:cubicBezTo>
                      <a:pt x="138" y="1719"/>
                      <a:pt x="153" y="1747"/>
                      <a:pt x="162" y="1774"/>
                    </a:cubicBezTo>
                    <a:cubicBezTo>
                      <a:pt x="201" y="1778"/>
                      <a:pt x="237" y="1782"/>
                      <a:pt x="268" y="1806"/>
                    </a:cubicBezTo>
                    <a:cubicBezTo>
                      <a:pt x="304" y="1833"/>
                      <a:pt x="319" y="1869"/>
                      <a:pt x="323" y="1912"/>
                    </a:cubicBezTo>
                    <a:lnTo>
                      <a:pt x="1880" y="153"/>
                    </a:lnTo>
                    <a:lnTo>
                      <a:pt x="1865" y="138"/>
                    </a:lnTo>
                    <a:cubicBezTo>
                      <a:pt x="1860" y="137"/>
                      <a:pt x="1854" y="136"/>
                      <a:pt x="1849" y="136"/>
                    </a:cubicBezTo>
                    <a:cubicBezTo>
                      <a:pt x="1821" y="136"/>
                      <a:pt x="1793" y="151"/>
                      <a:pt x="1766" y="158"/>
                    </a:cubicBezTo>
                    <a:cubicBezTo>
                      <a:pt x="1753" y="160"/>
                      <a:pt x="1741" y="161"/>
                      <a:pt x="1729" y="161"/>
                    </a:cubicBezTo>
                    <a:cubicBezTo>
                      <a:pt x="1682" y="161"/>
                      <a:pt x="1640" y="143"/>
                      <a:pt x="1609" y="102"/>
                    </a:cubicBezTo>
                    <a:cubicBezTo>
                      <a:pt x="1577" y="71"/>
                      <a:pt x="1558" y="16"/>
                      <a:pt x="1518" y="4"/>
                    </a:cubicBezTo>
                    <a:cubicBezTo>
                      <a:pt x="1510" y="2"/>
                      <a:pt x="1503" y="1"/>
                      <a:pt x="1496" y="1"/>
                    </a:cubicBezTo>
                    <a:close/>
                  </a:path>
                </a:pathLst>
              </a:custGeom>
              <a:solidFill>
                <a:schemeClr val="accent5"/>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15"/>
              <p:cNvSpPr/>
              <p:nvPr/>
            </p:nvSpPr>
            <p:spPr>
              <a:xfrm>
                <a:off x="3398283" y="4396808"/>
                <a:ext cx="132098" cy="147220"/>
              </a:xfrm>
              <a:custGeom>
                <a:rect b="b" l="l" r="r" t="t"/>
                <a:pathLst>
                  <a:path extrusionOk="0" h="146" w="131">
                    <a:moveTo>
                      <a:pt x="131" y="0"/>
                    </a:moveTo>
                    <a:lnTo>
                      <a:pt x="131" y="0"/>
                    </a:lnTo>
                    <a:cubicBezTo>
                      <a:pt x="109" y="24"/>
                      <a:pt x="87" y="48"/>
                      <a:pt x="65" y="73"/>
                    </a:cubicBezTo>
                    <a:lnTo>
                      <a:pt x="131" y="0"/>
                    </a:lnTo>
                    <a:close/>
                    <a:moveTo>
                      <a:pt x="65" y="73"/>
                    </a:moveTo>
                    <a:lnTo>
                      <a:pt x="0" y="146"/>
                    </a:lnTo>
                    <a:cubicBezTo>
                      <a:pt x="22" y="122"/>
                      <a:pt x="44" y="98"/>
                      <a:pt x="65" y="73"/>
                    </a:cubicBezTo>
                    <a:close/>
                  </a:path>
                </a:pathLst>
              </a:custGeom>
              <a:solidFill>
                <a:srgbClr val="FFF2A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15"/>
              <p:cNvSpPr/>
              <p:nvPr/>
            </p:nvSpPr>
            <p:spPr>
              <a:xfrm>
                <a:off x="3560633" y="4511760"/>
                <a:ext cx="72603" cy="61510"/>
              </a:xfrm>
              <a:custGeom>
                <a:rect b="b" l="l" r="r" t="t"/>
                <a:pathLst>
                  <a:path extrusionOk="0" h="61" w="72">
                    <a:moveTo>
                      <a:pt x="1" y="60"/>
                    </a:moveTo>
                    <a:cubicBezTo>
                      <a:pt x="25" y="40"/>
                      <a:pt x="48" y="20"/>
                      <a:pt x="72" y="1"/>
                    </a:cubicBezTo>
                    <a:close/>
                  </a:path>
                </a:pathLst>
              </a:custGeom>
              <a:solidFill>
                <a:srgbClr val="FFF2A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15"/>
              <p:cNvSpPr/>
              <p:nvPr/>
            </p:nvSpPr>
            <p:spPr>
              <a:xfrm>
                <a:off x="4396580" y="3513491"/>
                <a:ext cx="44369" cy="76635"/>
              </a:xfrm>
              <a:custGeom>
                <a:rect b="b" l="l" r="r" t="t"/>
                <a:pathLst>
                  <a:path extrusionOk="0" h="76" w="44">
                    <a:moveTo>
                      <a:pt x="44" y="1"/>
                    </a:moveTo>
                    <a:cubicBezTo>
                      <a:pt x="43" y="2"/>
                      <a:pt x="42" y="3"/>
                      <a:pt x="41" y="4"/>
                    </a:cubicBezTo>
                    <a:lnTo>
                      <a:pt x="41" y="4"/>
                    </a:lnTo>
                    <a:lnTo>
                      <a:pt x="44" y="1"/>
                    </a:lnTo>
                    <a:close/>
                    <a:moveTo>
                      <a:pt x="41" y="4"/>
                    </a:moveTo>
                    <a:lnTo>
                      <a:pt x="0" y="75"/>
                    </a:lnTo>
                    <a:cubicBezTo>
                      <a:pt x="15" y="53"/>
                      <a:pt x="26" y="30"/>
                      <a:pt x="41" y="4"/>
                    </a:cubicBezTo>
                    <a:close/>
                  </a:path>
                </a:pathLst>
              </a:custGeom>
              <a:solidFill>
                <a:srgbClr val="FFF2A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4" name="Google Shape;354;p15"/>
            <p:cNvSpPr/>
            <p:nvPr/>
          </p:nvSpPr>
          <p:spPr>
            <a:xfrm>
              <a:off x="8418775" y="4784875"/>
              <a:ext cx="180875" cy="205550"/>
            </a:xfrm>
            <a:custGeom>
              <a:rect b="b" l="l" r="r" t="t"/>
              <a:pathLst>
                <a:path extrusionOk="0" h="8222" w="7235">
                  <a:moveTo>
                    <a:pt x="7235" y="0"/>
                  </a:moveTo>
                  <a:cubicBezTo>
                    <a:pt x="5044" y="2920"/>
                    <a:pt x="2579" y="5639"/>
                    <a:pt x="0" y="8222"/>
                  </a:cubicBezTo>
                </a:path>
              </a:pathLst>
            </a:custGeom>
            <a:noFill/>
            <a:ln cap="flat" cmpd="sng" w="28575">
              <a:solidFill>
                <a:schemeClr val="dk1"/>
              </a:solidFill>
              <a:prstDash val="solid"/>
              <a:round/>
              <a:headEnd len="med" w="med" type="none"/>
              <a:tailEnd len="med" w="med" type="none"/>
            </a:ln>
          </p:spPr>
        </p:sp>
        <p:sp>
          <p:nvSpPr>
            <p:cNvPr id="355" name="Google Shape;355;p15"/>
            <p:cNvSpPr/>
            <p:nvPr/>
          </p:nvSpPr>
          <p:spPr>
            <a:xfrm>
              <a:off x="8336550" y="4834225"/>
              <a:ext cx="74000" cy="106875"/>
            </a:xfrm>
            <a:custGeom>
              <a:rect b="b" l="l" r="r" t="t"/>
              <a:pathLst>
                <a:path extrusionOk="0" h="4275" w="2960">
                  <a:moveTo>
                    <a:pt x="2960" y="0"/>
                  </a:moveTo>
                  <a:cubicBezTo>
                    <a:pt x="2068" y="1486"/>
                    <a:pt x="961" y="2833"/>
                    <a:pt x="0" y="4275"/>
                  </a:cubicBezTo>
                </a:path>
              </a:pathLst>
            </a:custGeom>
            <a:noFill/>
            <a:ln cap="flat" cmpd="sng" w="28575">
              <a:solidFill>
                <a:schemeClr val="dk1"/>
              </a:solidFill>
              <a:prstDash val="solid"/>
              <a:round/>
              <a:headEnd len="med" w="med" type="none"/>
              <a:tailEnd len="med" w="med" type="none"/>
            </a:ln>
          </p:spPr>
        </p:sp>
        <p:sp>
          <p:nvSpPr>
            <p:cNvPr id="356" name="Google Shape;356;p15"/>
            <p:cNvSpPr/>
            <p:nvPr/>
          </p:nvSpPr>
          <p:spPr>
            <a:xfrm>
              <a:off x="9232700" y="3658550"/>
              <a:ext cx="353525" cy="452175"/>
            </a:xfrm>
            <a:custGeom>
              <a:rect b="b" l="l" r="r" t="t"/>
              <a:pathLst>
                <a:path extrusionOk="0" h="18087" w="14141">
                  <a:moveTo>
                    <a:pt x="14141" y="0"/>
                  </a:moveTo>
                  <a:cubicBezTo>
                    <a:pt x="9241" y="5879"/>
                    <a:pt x="4241" y="11716"/>
                    <a:pt x="0" y="18087"/>
                  </a:cubicBezTo>
                </a:path>
              </a:pathLst>
            </a:custGeom>
            <a:noFill/>
            <a:ln cap="flat" cmpd="sng" w="28575">
              <a:solidFill>
                <a:schemeClr val="dk1"/>
              </a:solidFill>
              <a:prstDash val="solid"/>
              <a:round/>
              <a:headEnd len="med" w="med" type="none"/>
              <a:tailEnd len="med" w="med" type="none"/>
            </a:ln>
          </p:spPr>
        </p:sp>
      </p:grpSp>
      <p:sp>
        <p:nvSpPr>
          <p:cNvPr id="357" name="Google Shape;357;p15"/>
          <p:cNvSpPr/>
          <p:nvPr/>
        </p:nvSpPr>
        <p:spPr>
          <a:xfrm rot="-5400000">
            <a:off x="4024238" y="-67428"/>
            <a:ext cx="517525" cy="1590375"/>
          </a:xfrm>
          <a:custGeom>
            <a:rect b="b" l="l" r="r" t="t"/>
            <a:pathLst>
              <a:path extrusionOk="0" h="63615" w="20701">
                <a:moveTo>
                  <a:pt x="20701" y="0"/>
                </a:moveTo>
                <a:cubicBezTo>
                  <a:pt x="12419" y="20704"/>
                  <a:pt x="5408" y="41981"/>
                  <a:pt x="0" y="63615"/>
                </a:cubicBezTo>
              </a:path>
            </a:pathLst>
          </a:custGeom>
          <a:noFill/>
          <a:ln cap="flat" cmpd="sng" w="28575">
            <a:solidFill>
              <a:schemeClr val="dk1"/>
            </a:solidFill>
            <a:prstDash val="solid"/>
            <a:round/>
            <a:headEnd len="med" w="med" type="none"/>
            <a:tailEnd len="med" w="med" type="none"/>
          </a:ln>
        </p:spPr>
      </p:sp>
      <p:sp>
        <p:nvSpPr>
          <p:cNvPr id="358" name="Google Shape;358;p15"/>
          <p:cNvSpPr/>
          <p:nvPr/>
        </p:nvSpPr>
        <p:spPr>
          <a:xfrm rot="-5400000">
            <a:off x="4402913" y="248122"/>
            <a:ext cx="239800" cy="833050"/>
          </a:xfrm>
          <a:custGeom>
            <a:rect b="b" l="l" r="r" t="t"/>
            <a:pathLst>
              <a:path extrusionOk="0" h="33322" w="9592">
                <a:moveTo>
                  <a:pt x="9592" y="0"/>
                </a:moveTo>
                <a:cubicBezTo>
                  <a:pt x="6193" y="11047"/>
                  <a:pt x="1897" y="21920"/>
                  <a:pt x="0" y="33322"/>
                </a:cubicBezTo>
              </a:path>
            </a:pathLst>
          </a:custGeom>
          <a:noFill/>
          <a:ln cap="flat" cmpd="sng" w="28575">
            <a:solidFill>
              <a:schemeClr val="dk1"/>
            </a:solidFill>
            <a:prstDash val="solid"/>
            <a:round/>
            <a:headEnd len="med" w="med" type="none"/>
            <a:tailEnd len="med" w="med" type="none"/>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CUSTOM_1">
    <p:spTree>
      <p:nvGrpSpPr>
        <p:cNvPr id="359" name="Shape 359"/>
        <p:cNvGrpSpPr/>
        <p:nvPr/>
      </p:nvGrpSpPr>
      <p:grpSpPr>
        <a:xfrm>
          <a:off x="0" y="0"/>
          <a:ext cx="0" cy="0"/>
          <a:chOff x="0" y="0"/>
          <a:chExt cx="0" cy="0"/>
        </a:xfrm>
      </p:grpSpPr>
      <p:sp>
        <p:nvSpPr>
          <p:cNvPr id="360" name="Google Shape;360;p16"/>
          <p:cNvSpPr txBox="1"/>
          <p:nvPr>
            <p:ph type="title"/>
          </p:nvPr>
        </p:nvSpPr>
        <p:spPr>
          <a:xfrm>
            <a:off x="907528" y="7520478"/>
            <a:ext cx="8472000" cy="762600"/>
          </a:xfrm>
          <a:prstGeom prst="rect">
            <a:avLst/>
          </a:prstGeom>
        </p:spPr>
        <p:txBody>
          <a:bodyPr anchorCtr="0" anchor="t" bIns="91425" lIns="91425" spcFirstLastPara="1" rIns="91425" wrap="square" tIns="91425">
            <a:noAutofit/>
          </a:bodyPr>
          <a:lstStyle>
            <a:lvl1pPr lvl="0">
              <a:spcBef>
                <a:spcPts val="0"/>
              </a:spcBef>
              <a:spcAft>
                <a:spcPts val="0"/>
              </a:spcAft>
              <a:buSzPts val="3400"/>
              <a:buNone/>
              <a:defRPr sz="4600"/>
            </a:lvl1pPr>
            <a:lvl2pPr lvl="1">
              <a:spcBef>
                <a:spcPts val="0"/>
              </a:spcBef>
              <a:spcAft>
                <a:spcPts val="0"/>
              </a:spcAft>
              <a:buSzPts val="3400"/>
              <a:buNone/>
              <a:defRPr sz="3400"/>
            </a:lvl2pPr>
            <a:lvl3pPr lvl="2">
              <a:spcBef>
                <a:spcPts val="0"/>
              </a:spcBef>
              <a:spcAft>
                <a:spcPts val="0"/>
              </a:spcAft>
              <a:buSzPts val="3400"/>
              <a:buNone/>
              <a:defRPr sz="3400"/>
            </a:lvl3pPr>
            <a:lvl4pPr lvl="3">
              <a:spcBef>
                <a:spcPts val="0"/>
              </a:spcBef>
              <a:spcAft>
                <a:spcPts val="0"/>
              </a:spcAft>
              <a:buSzPts val="3400"/>
              <a:buNone/>
              <a:defRPr sz="3400"/>
            </a:lvl4pPr>
            <a:lvl5pPr lvl="4">
              <a:spcBef>
                <a:spcPts val="0"/>
              </a:spcBef>
              <a:spcAft>
                <a:spcPts val="0"/>
              </a:spcAft>
              <a:buSzPts val="3400"/>
              <a:buNone/>
              <a:defRPr sz="3400"/>
            </a:lvl5pPr>
            <a:lvl6pPr lvl="5">
              <a:spcBef>
                <a:spcPts val="0"/>
              </a:spcBef>
              <a:spcAft>
                <a:spcPts val="0"/>
              </a:spcAft>
              <a:buSzPts val="3400"/>
              <a:buNone/>
              <a:defRPr sz="3400"/>
            </a:lvl6pPr>
            <a:lvl7pPr lvl="6">
              <a:spcBef>
                <a:spcPts val="0"/>
              </a:spcBef>
              <a:spcAft>
                <a:spcPts val="0"/>
              </a:spcAft>
              <a:buSzPts val="3400"/>
              <a:buNone/>
              <a:defRPr sz="3400"/>
            </a:lvl7pPr>
            <a:lvl8pPr lvl="7">
              <a:spcBef>
                <a:spcPts val="0"/>
              </a:spcBef>
              <a:spcAft>
                <a:spcPts val="0"/>
              </a:spcAft>
              <a:buSzPts val="3400"/>
              <a:buNone/>
              <a:defRPr sz="3400"/>
            </a:lvl8pPr>
            <a:lvl9pPr lvl="8">
              <a:spcBef>
                <a:spcPts val="0"/>
              </a:spcBef>
              <a:spcAft>
                <a:spcPts val="0"/>
              </a:spcAft>
              <a:buSzPts val="3400"/>
              <a:buNone/>
              <a:defRPr sz="3400"/>
            </a:lvl9pPr>
          </a:lstStyle>
          <a:p/>
        </p:txBody>
      </p:sp>
      <p:sp>
        <p:nvSpPr>
          <p:cNvPr id="361" name="Google Shape;361;p16"/>
          <p:cNvSpPr txBox="1"/>
          <p:nvPr>
            <p:ph idx="1" type="subTitle"/>
          </p:nvPr>
        </p:nvSpPr>
        <p:spPr>
          <a:xfrm>
            <a:off x="907525" y="2608093"/>
            <a:ext cx="8472000" cy="4607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4000"/>
              <a:buNone/>
              <a:defRPr sz="5700"/>
            </a:lvl1pPr>
            <a:lvl2pPr lvl="1" rtl="0" algn="ctr">
              <a:lnSpc>
                <a:spcPct val="100000"/>
              </a:lnSpc>
              <a:spcBef>
                <a:spcPts val="0"/>
              </a:spcBef>
              <a:spcAft>
                <a:spcPts val="0"/>
              </a:spcAft>
              <a:buSzPts val="4000"/>
              <a:buNone/>
              <a:defRPr sz="4000"/>
            </a:lvl2pPr>
            <a:lvl3pPr lvl="2" rtl="0" algn="ctr">
              <a:lnSpc>
                <a:spcPct val="100000"/>
              </a:lnSpc>
              <a:spcBef>
                <a:spcPts val="0"/>
              </a:spcBef>
              <a:spcAft>
                <a:spcPts val="0"/>
              </a:spcAft>
              <a:buSzPts val="4000"/>
              <a:buNone/>
              <a:defRPr sz="4000"/>
            </a:lvl3pPr>
            <a:lvl4pPr lvl="3" rtl="0" algn="ctr">
              <a:lnSpc>
                <a:spcPct val="100000"/>
              </a:lnSpc>
              <a:spcBef>
                <a:spcPts val="0"/>
              </a:spcBef>
              <a:spcAft>
                <a:spcPts val="0"/>
              </a:spcAft>
              <a:buSzPts val="4000"/>
              <a:buNone/>
              <a:defRPr sz="4000"/>
            </a:lvl4pPr>
            <a:lvl5pPr lvl="4" rtl="0" algn="ctr">
              <a:lnSpc>
                <a:spcPct val="100000"/>
              </a:lnSpc>
              <a:spcBef>
                <a:spcPts val="0"/>
              </a:spcBef>
              <a:spcAft>
                <a:spcPts val="0"/>
              </a:spcAft>
              <a:buSzPts val="4000"/>
              <a:buNone/>
              <a:defRPr sz="4000"/>
            </a:lvl5pPr>
            <a:lvl6pPr lvl="5" rtl="0" algn="ctr">
              <a:lnSpc>
                <a:spcPct val="100000"/>
              </a:lnSpc>
              <a:spcBef>
                <a:spcPts val="0"/>
              </a:spcBef>
              <a:spcAft>
                <a:spcPts val="0"/>
              </a:spcAft>
              <a:buSzPts val="4000"/>
              <a:buNone/>
              <a:defRPr sz="4000"/>
            </a:lvl6pPr>
            <a:lvl7pPr lvl="6" rtl="0" algn="ctr">
              <a:lnSpc>
                <a:spcPct val="100000"/>
              </a:lnSpc>
              <a:spcBef>
                <a:spcPts val="0"/>
              </a:spcBef>
              <a:spcAft>
                <a:spcPts val="0"/>
              </a:spcAft>
              <a:buSzPts val="4000"/>
              <a:buNone/>
              <a:defRPr sz="4000"/>
            </a:lvl7pPr>
            <a:lvl8pPr lvl="7" rtl="0" algn="ctr">
              <a:lnSpc>
                <a:spcPct val="100000"/>
              </a:lnSpc>
              <a:spcBef>
                <a:spcPts val="0"/>
              </a:spcBef>
              <a:spcAft>
                <a:spcPts val="0"/>
              </a:spcAft>
              <a:buSzPts val="4000"/>
              <a:buNone/>
              <a:defRPr sz="4000"/>
            </a:lvl8pPr>
            <a:lvl9pPr lvl="8" rtl="0" algn="ctr">
              <a:lnSpc>
                <a:spcPct val="100000"/>
              </a:lnSpc>
              <a:spcBef>
                <a:spcPts val="0"/>
              </a:spcBef>
              <a:spcAft>
                <a:spcPts val="0"/>
              </a:spcAft>
              <a:buSzPts val="4000"/>
              <a:buNone/>
              <a:defRPr sz="4000"/>
            </a:lvl9pPr>
          </a:lstStyle>
          <a:p/>
        </p:txBody>
      </p:sp>
      <p:sp>
        <p:nvSpPr>
          <p:cNvPr id="362" name="Google Shape;362;p16"/>
          <p:cNvSpPr/>
          <p:nvPr/>
        </p:nvSpPr>
        <p:spPr>
          <a:xfrm flipH="1" rot="10800000">
            <a:off x="1854324" y="393285"/>
            <a:ext cx="830723" cy="773578"/>
          </a:xfrm>
          <a:custGeom>
            <a:rect b="b" l="l" r="r" t="t"/>
            <a:pathLst>
              <a:path extrusionOk="0" h="1638" w="1759">
                <a:moveTo>
                  <a:pt x="1074" y="1"/>
                </a:moveTo>
                <a:cubicBezTo>
                  <a:pt x="1067" y="1"/>
                  <a:pt x="1060" y="3"/>
                  <a:pt x="1054" y="5"/>
                </a:cubicBezTo>
                <a:cubicBezTo>
                  <a:pt x="1041" y="18"/>
                  <a:pt x="1025" y="29"/>
                  <a:pt x="1014" y="41"/>
                </a:cubicBezTo>
                <a:cubicBezTo>
                  <a:pt x="1006" y="53"/>
                  <a:pt x="994" y="65"/>
                  <a:pt x="983" y="76"/>
                </a:cubicBezTo>
                <a:cubicBezTo>
                  <a:pt x="947" y="124"/>
                  <a:pt x="912" y="171"/>
                  <a:pt x="872" y="214"/>
                </a:cubicBezTo>
                <a:cubicBezTo>
                  <a:pt x="836" y="262"/>
                  <a:pt x="805" y="309"/>
                  <a:pt x="774" y="356"/>
                </a:cubicBezTo>
                <a:cubicBezTo>
                  <a:pt x="761" y="376"/>
                  <a:pt x="750" y="404"/>
                  <a:pt x="734" y="424"/>
                </a:cubicBezTo>
                <a:cubicBezTo>
                  <a:pt x="723" y="435"/>
                  <a:pt x="710" y="451"/>
                  <a:pt x="703" y="462"/>
                </a:cubicBezTo>
                <a:cubicBezTo>
                  <a:pt x="699" y="473"/>
                  <a:pt x="687" y="508"/>
                  <a:pt x="673" y="508"/>
                </a:cubicBezTo>
                <a:cubicBezTo>
                  <a:pt x="671" y="508"/>
                  <a:pt x="669" y="507"/>
                  <a:pt x="667" y="506"/>
                </a:cubicBezTo>
                <a:cubicBezTo>
                  <a:pt x="659" y="502"/>
                  <a:pt x="659" y="495"/>
                  <a:pt x="652" y="495"/>
                </a:cubicBezTo>
                <a:cubicBezTo>
                  <a:pt x="643" y="495"/>
                  <a:pt x="639" y="498"/>
                  <a:pt x="632" y="498"/>
                </a:cubicBezTo>
                <a:cubicBezTo>
                  <a:pt x="625" y="500"/>
                  <a:pt x="618" y="500"/>
                  <a:pt x="611" y="500"/>
                </a:cubicBezTo>
                <a:cubicBezTo>
                  <a:pt x="596" y="500"/>
                  <a:pt x="582" y="498"/>
                  <a:pt x="568" y="498"/>
                </a:cubicBezTo>
                <a:cubicBezTo>
                  <a:pt x="545" y="495"/>
                  <a:pt x="517" y="491"/>
                  <a:pt x="494" y="491"/>
                </a:cubicBezTo>
                <a:cubicBezTo>
                  <a:pt x="454" y="486"/>
                  <a:pt x="415" y="482"/>
                  <a:pt x="379" y="479"/>
                </a:cubicBezTo>
                <a:cubicBezTo>
                  <a:pt x="359" y="479"/>
                  <a:pt x="339" y="475"/>
                  <a:pt x="320" y="475"/>
                </a:cubicBezTo>
                <a:cubicBezTo>
                  <a:pt x="273" y="471"/>
                  <a:pt x="226" y="462"/>
                  <a:pt x="178" y="462"/>
                </a:cubicBezTo>
                <a:cubicBezTo>
                  <a:pt x="170" y="462"/>
                  <a:pt x="164" y="461"/>
                  <a:pt x="157" y="461"/>
                </a:cubicBezTo>
                <a:cubicBezTo>
                  <a:pt x="154" y="461"/>
                  <a:pt x="150" y="461"/>
                  <a:pt x="146" y="462"/>
                </a:cubicBezTo>
                <a:cubicBezTo>
                  <a:pt x="139" y="462"/>
                  <a:pt x="135" y="462"/>
                  <a:pt x="123" y="459"/>
                </a:cubicBezTo>
                <a:cubicBezTo>
                  <a:pt x="103" y="455"/>
                  <a:pt x="79" y="451"/>
                  <a:pt x="60" y="451"/>
                </a:cubicBezTo>
                <a:cubicBezTo>
                  <a:pt x="48" y="455"/>
                  <a:pt x="36" y="451"/>
                  <a:pt x="28" y="459"/>
                </a:cubicBezTo>
                <a:cubicBezTo>
                  <a:pt x="24" y="462"/>
                  <a:pt x="13" y="471"/>
                  <a:pt x="8" y="479"/>
                </a:cubicBezTo>
                <a:cubicBezTo>
                  <a:pt x="0" y="491"/>
                  <a:pt x="13" y="502"/>
                  <a:pt x="17" y="514"/>
                </a:cubicBezTo>
                <a:cubicBezTo>
                  <a:pt x="24" y="522"/>
                  <a:pt x="28" y="530"/>
                  <a:pt x="36" y="542"/>
                </a:cubicBezTo>
                <a:cubicBezTo>
                  <a:pt x="44" y="553"/>
                  <a:pt x="48" y="562"/>
                  <a:pt x="60" y="573"/>
                </a:cubicBezTo>
                <a:cubicBezTo>
                  <a:pt x="84" y="597"/>
                  <a:pt x="115" y="613"/>
                  <a:pt x="139" y="637"/>
                </a:cubicBezTo>
                <a:cubicBezTo>
                  <a:pt x="162" y="668"/>
                  <a:pt x="182" y="695"/>
                  <a:pt x="210" y="723"/>
                </a:cubicBezTo>
                <a:cubicBezTo>
                  <a:pt x="241" y="751"/>
                  <a:pt x="273" y="775"/>
                  <a:pt x="304" y="802"/>
                </a:cubicBezTo>
                <a:cubicBezTo>
                  <a:pt x="316" y="814"/>
                  <a:pt x="324" y="826"/>
                  <a:pt x="335" y="833"/>
                </a:cubicBezTo>
                <a:cubicBezTo>
                  <a:pt x="344" y="837"/>
                  <a:pt x="352" y="841"/>
                  <a:pt x="355" y="846"/>
                </a:cubicBezTo>
                <a:cubicBezTo>
                  <a:pt x="355" y="849"/>
                  <a:pt x="352" y="857"/>
                  <a:pt x="348" y="861"/>
                </a:cubicBezTo>
                <a:cubicBezTo>
                  <a:pt x="348" y="869"/>
                  <a:pt x="344" y="881"/>
                  <a:pt x="339" y="888"/>
                </a:cubicBezTo>
                <a:cubicBezTo>
                  <a:pt x="316" y="920"/>
                  <a:pt x="297" y="948"/>
                  <a:pt x="281" y="983"/>
                </a:cubicBezTo>
                <a:cubicBezTo>
                  <a:pt x="273" y="999"/>
                  <a:pt x="265" y="1011"/>
                  <a:pt x="261" y="1026"/>
                </a:cubicBezTo>
                <a:cubicBezTo>
                  <a:pt x="253" y="1039"/>
                  <a:pt x="241" y="1050"/>
                  <a:pt x="233" y="1066"/>
                </a:cubicBezTo>
                <a:cubicBezTo>
                  <a:pt x="221" y="1082"/>
                  <a:pt x="213" y="1097"/>
                  <a:pt x="206" y="1110"/>
                </a:cubicBezTo>
                <a:cubicBezTo>
                  <a:pt x="190" y="1130"/>
                  <a:pt x="178" y="1145"/>
                  <a:pt x="166" y="1165"/>
                </a:cubicBezTo>
                <a:cubicBezTo>
                  <a:pt x="159" y="1177"/>
                  <a:pt x="155" y="1188"/>
                  <a:pt x="150" y="1196"/>
                </a:cubicBezTo>
                <a:cubicBezTo>
                  <a:pt x="146" y="1208"/>
                  <a:pt x="139" y="1216"/>
                  <a:pt x="131" y="1228"/>
                </a:cubicBezTo>
                <a:cubicBezTo>
                  <a:pt x="115" y="1248"/>
                  <a:pt x="103" y="1267"/>
                  <a:pt x="91" y="1290"/>
                </a:cubicBezTo>
                <a:cubicBezTo>
                  <a:pt x="84" y="1307"/>
                  <a:pt x="75" y="1326"/>
                  <a:pt x="68" y="1346"/>
                </a:cubicBezTo>
                <a:cubicBezTo>
                  <a:pt x="60" y="1374"/>
                  <a:pt x="44" y="1394"/>
                  <a:pt x="32" y="1417"/>
                </a:cubicBezTo>
                <a:cubicBezTo>
                  <a:pt x="28" y="1421"/>
                  <a:pt x="24" y="1429"/>
                  <a:pt x="28" y="1432"/>
                </a:cubicBezTo>
                <a:cubicBezTo>
                  <a:pt x="28" y="1437"/>
                  <a:pt x="36" y="1441"/>
                  <a:pt x="40" y="1445"/>
                </a:cubicBezTo>
                <a:cubicBezTo>
                  <a:pt x="43" y="1451"/>
                  <a:pt x="46" y="1457"/>
                  <a:pt x="51" y="1457"/>
                </a:cubicBezTo>
                <a:cubicBezTo>
                  <a:pt x="52" y="1457"/>
                  <a:pt x="54" y="1457"/>
                  <a:pt x="55" y="1456"/>
                </a:cubicBezTo>
                <a:cubicBezTo>
                  <a:pt x="75" y="1452"/>
                  <a:pt x="91" y="1445"/>
                  <a:pt x="107" y="1432"/>
                </a:cubicBezTo>
                <a:cubicBezTo>
                  <a:pt x="119" y="1429"/>
                  <a:pt x="126" y="1429"/>
                  <a:pt x="139" y="1429"/>
                </a:cubicBezTo>
                <a:cubicBezTo>
                  <a:pt x="162" y="1425"/>
                  <a:pt x="182" y="1413"/>
                  <a:pt x="202" y="1405"/>
                </a:cubicBezTo>
                <a:cubicBezTo>
                  <a:pt x="253" y="1390"/>
                  <a:pt x="304" y="1374"/>
                  <a:pt x="355" y="1354"/>
                </a:cubicBezTo>
                <a:cubicBezTo>
                  <a:pt x="454" y="1319"/>
                  <a:pt x="552" y="1287"/>
                  <a:pt x="652" y="1252"/>
                </a:cubicBezTo>
                <a:cubicBezTo>
                  <a:pt x="667" y="1287"/>
                  <a:pt x="683" y="1319"/>
                  <a:pt x="706" y="1350"/>
                </a:cubicBezTo>
                <a:cubicBezTo>
                  <a:pt x="770" y="1445"/>
                  <a:pt x="852" y="1523"/>
                  <a:pt x="916" y="1622"/>
                </a:cubicBezTo>
                <a:cubicBezTo>
                  <a:pt x="922" y="1632"/>
                  <a:pt x="934" y="1637"/>
                  <a:pt x="945" y="1637"/>
                </a:cubicBezTo>
                <a:cubicBezTo>
                  <a:pt x="960" y="1637"/>
                  <a:pt x="974" y="1629"/>
                  <a:pt x="978" y="1614"/>
                </a:cubicBezTo>
                <a:cubicBezTo>
                  <a:pt x="1010" y="1508"/>
                  <a:pt x="1034" y="1401"/>
                  <a:pt x="1058" y="1295"/>
                </a:cubicBezTo>
                <a:cubicBezTo>
                  <a:pt x="1069" y="1243"/>
                  <a:pt x="1081" y="1188"/>
                  <a:pt x="1093" y="1137"/>
                </a:cubicBezTo>
                <a:cubicBezTo>
                  <a:pt x="1096" y="1114"/>
                  <a:pt x="1101" y="1086"/>
                  <a:pt x="1105" y="1062"/>
                </a:cubicBezTo>
                <a:lnTo>
                  <a:pt x="1105" y="1050"/>
                </a:lnTo>
                <a:cubicBezTo>
                  <a:pt x="1105" y="1039"/>
                  <a:pt x="1101" y="1026"/>
                  <a:pt x="1105" y="1015"/>
                </a:cubicBezTo>
                <a:cubicBezTo>
                  <a:pt x="1109" y="995"/>
                  <a:pt x="1125" y="983"/>
                  <a:pt x="1140" y="972"/>
                </a:cubicBezTo>
                <a:cubicBezTo>
                  <a:pt x="1164" y="952"/>
                  <a:pt x="1196" y="944"/>
                  <a:pt x="1223" y="932"/>
                </a:cubicBezTo>
                <a:cubicBezTo>
                  <a:pt x="1247" y="920"/>
                  <a:pt x="1270" y="908"/>
                  <a:pt x="1298" y="897"/>
                </a:cubicBezTo>
                <a:cubicBezTo>
                  <a:pt x="1325" y="884"/>
                  <a:pt x="1353" y="873"/>
                  <a:pt x="1385" y="857"/>
                </a:cubicBezTo>
                <a:cubicBezTo>
                  <a:pt x="1409" y="841"/>
                  <a:pt x="1432" y="833"/>
                  <a:pt x="1460" y="826"/>
                </a:cubicBezTo>
                <a:cubicBezTo>
                  <a:pt x="1471" y="822"/>
                  <a:pt x="1483" y="817"/>
                  <a:pt x="1495" y="810"/>
                </a:cubicBezTo>
                <a:cubicBezTo>
                  <a:pt x="1507" y="806"/>
                  <a:pt x="1518" y="798"/>
                  <a:pt x="1531" y="790"/>
                </a:cubicBezTo>
                <a:cubicBezTo>
                  <a:pt x="1574" y="770"/>
                  <a:pt x="1622" y="759"/>
                  <a:pt x="1664" y="735"/>
                </a:cubicBezTo>
                <a:cubicBezTo>
                  <a:pt x="1680" y="727"/>
                  <a:pt x="1696" y="715"/>
                  <a:pt x="1716" y="704"/>
                </a:cubicBezTo>
                <a:cubicBezTo>
                  <a:pt x="1724" y="695"/>
                  <a:pt x="1744" y="684"/>
                  <a:pt x="1751" y="672"/>
                </a:cubicBezTo>
                <a:cubicBezTo>
                  <a:pt x="1759" y="660"/>
                  <a:pt x="1755" y="637"/>
                  <a:pt x="1740" y="628"/>
                </a:cubicBezTo>
                <a:cubicBezTo>
                  <a:pt x="1731" y="620"/>
                  <a:pt x="1711" y="617"/>
                  <a:pt x="1700" y="617"/>
                </a:cubicBezTo>
                <a:lnTo>
                  <a:pt x="1684" y="617"/>
                </a:lnTo>
                <a:cubicBezTo>
                  <a:pt x="1664" y="613"/>
                  <a:pt x="1645" y="609"/>
                  <a:pt x="1625" y="604"/>
                </a:cubicBezTo>
                <a:cubicBezTo>
                  <a:pt x="1605" y="601"/>
                  <a:pt x="1586" y="597"/>
                  <a:pt x="1566" y="593"/>
                </a:cubicBezTo>
                <a:cubicBezTo>
                  <a:pt x="1558" y="589"/>
                  <a:pt x="1542" y="589"/>
                  <a:pt x="1535" y="585"/>
                </a:cubicBezTo>
                <a:cubicBezTo>
                  <a:pt x="1531" y="581"/>
                  <a:pt x="1527" y="577"/>
                  <a:pt x="1518" y="577"/>
                </a:cubicBezTo>
                <a:cubicBezTo>
                  <a:pt x="1495" y="573"/>
                  <a:pt x="1475" y="573"/>
                  <a:pt x="1456" y="573"/>
                </a:cubicBezTo>
                <a:lnTo>
                  <a:pt x="1357" y="573"/>
                </a:lnTo>
                <a:cubicBezTo>
                  <a:pt x="1325" y="573"/>
                  <a:pt x="1294" y="569"/>
                  <a:pt x="1262" y="566"/>
                </a:cubicBezTo>
                <a:cubicBezTo>
                  <a:pt x="1219" y="562"/>
                  <a:pt x="1176" y="562"/>
                  <a:pt x="1136" y="553"/>
                </a:cubicBezTo>
                <a:cubicBezTo>
                  <a:pt x="1120" y="549"/>
                  <a:pt x="1109" y="546"/>
                  <a:pt x="1096" y="546"/>
                </a:cubicBezTo>
                <a:cubicBezTo>
                  <a:pt x="1089" y="546"/>
                  <a:pt x="1081" y="546"/>
                  <a:pt x="1077" y="542"/>
                </a:cubicBezTo>
                <a:cubicBezTo>
                  <a:pt x="1065" y="533"/>
                  <a:pt x="1069" y="518"/>
                  <a:pt x="1069" y="506"/>
                </a:cubicBezTo>
                <a:cubicBezTo>
                  <a:pt x="1069" y="491"/>
                  <a:pt x="1065" y="475"/>
                  <a:pt x="1061" y="459"/>
                </a:cubicBezTo>
                <a:cubicBezTo>
                  <a:pt x="1061" y="439"/>
                  <a:pt x="1065" y="424"/>
                  <a:pt x="1069" y="404"/>
                </a:cubicBezTo>
                <a:cubicBezTo>
                  <a:pt x="1073" y="388"/>
                  <a:pt x="1077" y="373"/>
                  <a:pt x="1077" y="356"/>
                </a:cubicBezTo>
                <a:lnTo>
                  <a:pt x="1077" y="302"/>
                </a:lnTo>
                <a:cubicBezTo>
                  <a:pt x="1081" y="285"/>
                  <a:pt x="1085" y="266"/>
                  <a:pt x="1085" y="249"/>
                </a:cubicBezTo>
                <a:cubicBezTo>
                  <a:pt x="1089" y="226"/>
                  <a:pt x="1085" y="207"/>
                  <a:pt x="1089" y="187"/>
                </a:cubicBezTo>
                <a:cubicBezTo>
                  <a:pt x="1093" y="167"/>
                  <a:pt x="1093" y="151"/>
                  <a:pt x="1096" y="131"/>
                </a:cubicBezTo>
                <a:cubicBezTo>
                  <a:pt x="1101" y="112"/>
                  <a:pt x="1105" y="96"/>
                  <a:pt x="1109" y="76"/>
                </a:cubicBezTo>
                <a:cubicBezTo>
                  <a:pt x="1109" y="56"/>
                  <a:pt x="1109" y="21"/>
                  <a:pt x="1089" y="5"/>
                </a:cubicBezTo>
                <a:cubicBezTo>
                  <a:pt x="1084" y="2"/>
                  <a:pt x="1079" y="1"/>
                  <a:pt x="1074" y="1"/>
                </a:cubicBezTo>
                <a:close/>
              </a:path>
            </a:pathLst>
          </a:custGeom>
          <a:solidFill>
            <a:schemeClr val="accent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16"/>
          <p:cNvSpPr/>
          <p:nvPr/>
        </p:nvSpPr>
        <p:spPr>
          <a:xfrm flipH="1" rot="-148979">
            <a:off x="9296928" y="9196012"/>
            <a:ext cx="845837" cy="617730"/>
          </a:xfrm>
          <a:custGeom>
            <a:rect b="b" l="l" r="r" t="t"/>
            <a:pathLst>
              <a:path extrusionOk="0" h="1308" w="1791">
                <a:moveTo>
                  <a:pt x="1141" y="1"/>
                </a:moveTo>
                <a:cubicBezTo>
                  <a:pt x="1135" y="1"/>
                  <a:pt x="1129" y="3"/>
                  <a:pt x="1124" y="6"/>
                </a:cubicBezTo>
                <a:cubicBezTo>
                  <a:pt x="951" y="195"/>
                  <a:pt x="797" y="408"/>
                  <a:pt x="675" y="633"/>
                </a:cubicBezTo>
                <a:cubicBezTo>
                  <a:pt x="576" y="428"/>
                  <a:pt x="478" y="226"/>
                  <a:pt x="379" y="22"/>
                </a:cubicBezTo>
                <a:cubicBezTo>
                  <a:pt x="375" y="14"/>
                  <a:pt x="368" y="10"/>
                  <a:pt x="361" y="10"/>
                </a:cubicBezTo>
                <a:cubicBezTo>
                  <a:pt x="354" y="10"/>
                  <a:pt x="347" y="14"/>
                  <a:pt x="344" y="22"/>
                </a:cubicBezTo>
                <a:cubicBezTo>
                  <a:pt x="273" y="183"/>
                  <a:pt x="209" y="349"/>
                  <a:pt x="158" y="518"/>
                </a:cubicBezTo>
                <a:cubicBezTo>
                  <a:pt x="134" y="589"/>
                  <a:pt x="0" y="873"/>
                  <a:pt x="44" y="944"/>
                </a:cubicBezTo>
                <a:cubicBezTo>
                  <a:pt x="47" y="959"/>
                  <a:pt x="67" y="964"/>
                  <a:pt x="80" y="968"/>
                </a:cubicBezTo>
                <a:cubicBezTo>
                  <a:pt x="331" y="1039"/>
                  <a:pt x="580" y="1101"/>
                  <a:pt x="833" y="1161"/>
                </a:cubicBezTo>
                <a:cubicBezTo>
                  <a:pt x="1010" y="1201"/>
                  <a:pt x="1183" y="1236"/>
                  <a:pt x="1361" y="1272"/>
                </a:cubicBezTo>
                <a:cubicBezTo>
                  <a:pt x="1396" y="1277"/>
                  <a:pt x="1514" y="1308"/>
                  <a:pt x="1585" y="1308"/>
                </a:cubicBezTo>
                <a:cubicBezTo>
                  <a:pt x="1609" y="1308"/>
                  <a:pt x="1628" y="1304"/>
                  <a:pt x="1637" y="1295"/>
                </a:cubicBezTo>
                <a:cubicBezTo>
                  <a:pt x="1656" y="1279"/>
                  <a:pt x="1656" y="1248"/>
                  <a:pt x="1656" y="1220"/>
                </a:cubicBezTo>
                <a:cubicBezTo>
                  <a:pt x="1661" y="924"/>
                  <a:pt x="1779" y="637"/>
                  <a:pt x="1791" y="337"/>
                </a:cubicBezTo>
                <a:lnTo>
                  <a:pt x="1791" y="337"/>
                </a:lnTo>
                <a:cubicBezTo>
                  <a:pt x="1625" y="463"/>
                  <a:pt x="1467" y="597"/>
                  <a:pt x="1294" y="715"/>
                </a:cubicBezTo>
                <a:cubicBezTo>
                  <a:pt x="1321" y="621"/>
                  <a:pt x="1230" y="502"/>
                  <a:pt x="1207" y="412"/>
                </a:cubicBezTo>
                <a:cubicBezTo>
                  <a:pt x="1175" y="282"/>
                  <a:pt x="1159" y="151"/>
                  <a:pt x="1159" y="18"/>
                </a:cubicBezTo>
                <a:cubicBezTo>
                  <a:pt x="1159" y="6"/>
                  <a:pt x="1150" y="1"/>
                  <a:pt x="1141" y="1"/>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16"/>
          <p:cNvSpPr/>
          <p:nvPr/>
        </p:nvSpPr>
        <p:spPr>
          <a:xfrm flipH="1" rot="10800000">
            <a:off x="8909760" y="9831773"/>
            <a:ext cx="233400" cy="233400"/>
          </a:xfrm>
          <a:prstGeom prst="ellipse">
            <a:avLst/>
          </a:pr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16"/>
          <p:cNvSpPr/>
          <p:nvPr/>
        </p:nvSpPr>
        <p:spPr>
          <a:xfrm flipH="1" rot="10800000">
            <a:off x="9978423" y="8112973"/>
            <a:ext cx="233400" cy="233400"/>
          </a:xfrm>
          <a:prstGeom prst="ellipse">
            <a:avLst/>
          </a:pr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16"/>
          <p:cNvSpPr/>
          <p:nvPr/>
        </p:nvSpPr>
        <p:spPr>
          <a:xfrm flipH="1" rot="10800000">
            <a:off x="9442260" y="8668023"/>
            <a:ext cx="233400" cy="233400"/>
          </a:xfrm>
          <a:prstGeom prst="ellipse">
            <a:avLst/>
          </a:pr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16"/>
          <p:cNvSpPr/>
          <p:nvPr/>
        </p:nvSpPr>
        <p:spPr>
          <a:xfrm rot="10800000">
            <a:off x="9675660" y="5209798"/>
            <a:ext cx="56375" cy="2663275"/>
          </a:xfrm>
          <a:custGeom>
            <a:rect b="b" l="l" r="r" t="t"/>
            <a:pathLst>
              <a:path extrusionOk="0" h="106531" w="2255">
                <a:moveTo>
                  <a:pt x="1515" y="0"/>
                </a:moveTo>
                <a:cubicBezTo>
                  <a:pt x="649" y="35503"/>
                  <a:pt x="4406" y="71291"/>
                  <a:pt x="0" y="106531"/>
                </a:cubicBezTo>
              </a:path>
            </a:pathLst>
          </a:custGeom>
          <a:noFill/>
          <a:ln cap="flat" cmpd="sng" w="28575">
            <a:solidFill>
              <a:schemeClr val="dk1"/>
            </a:solidFill>
            <a:prstDash val="solid"/>
            <a:round/>
            <a:headEnd len="med" w="med" type="none"/>
            <a:tailEnd len="med" w="med" type="none"/>
          </a:ln>
        </p:spPr>
      </p:sp>
      <p:sp>
        <p:nvSpPr>
          <p:cNvPr id="368" name="Google Shape;368;p16"/>
          <p:cNvSpPr/>
          <p:nvPr/>
        </p:nvSpPr>
        <p:spPr>
          <a:xfrm rot="10800000">
            <a:off x="9885110" y="5474873"/>
            <a:ext cx="23625" cy="795200"/>
          </a:xfrm>
          <a:custGeom>
            <a:rect b="b" l="l" r="r" t="t"/>
            <a:pathLst>
              <a:path extrusionOk="0" h="31808" w="945">
                <a:moveTo>
                  <a:pt x="505" y="0"/>
                </a:moveTo>
                <a:cubicBezTo>
                  <a:pt x="1386" y="10567"/>
                  <a:pt x="0" y="21204"/>
                  <a:pt x="0" y="31808"/>
                </a:cubicBezTo>
              </a:path>
            </a:pathLst>
          </a:custGeom>
          <a:noFill/>
          <a:ln cap="flat" cmpd="sng" w="28575">
            <a:solidFill>
              <a:schemeClr val="dk1"/>
            </a:solidFill>
            <a:prstDash val="solid"/>
            <a:round/>
            <a:headEnd len="med" w="med" type="none"/>
            <a:tailEnd len="med" w="med" type="none"/>
          </a:ln>
        </p:spPr>
      </p:sp>
      <p:sp>
        <p:nvSpPr>
          <p:cNvPr id="369" name="Google Shape;369;p16"/>
          <p:cNvSpPr/>
          <p:nvPr/>
        </p:nvSpPr>
        <p:spPr>
          <a:xfrm rot="10800000">
            <a:off x="10034960" y="5474873"/>
            <a:ext cx="88350" cy="1476775"/>
          </a:xfrm>
          <a:custGeom>
            <a:rect b="b" l="l" r="r" t="t"/>
            <a:pathLst>
              <a:path extrusionOk="0" h="59071" w="3534">
                <a:moveTo>
                  <a:pt x="0" y="0"/>
                </a:moveTo>
                <a:cubicBezTo>
                  <a:pt x="1037" y="19698"/>
                  <a:pt x="3534" y="39345"/>
                  <a:pt x="3534" y="59071"/>
                </a:cubicBezTo>
              </a:path>
            </a:pathLst>
          </a:custGeom>
          <a:noFill/>
          <a:ln cap="flat" cmpd="sng" w="28575">
            <a:solidFill>
              <a:schemeClr val="dk1"/>
            </a:solidFill>
            <a:prstDash val="solid"/>
            <a:round/>
            <a:headEnd len="med" w="med" type="none"/>
            <a:tailEnd len="med" w="med" type="none"/>
          </a:ln>
        </p:spPr>
      </p:sp>
      <p:sp>
        <p:nvSpPr>
          <p:cNvPr id="370" name="Google Shape;370;p16"/>
          <p:cNvSpPr/>
          <p:nvPr/>
        </p:nvSpPr>
        <p:spPr>
          <a:xfrm flipH="1" rot="10651105">
            <a:off x="314042" y="5320090"/>
            <a:ext cx="138855" cy="2158457"/>
          </a:xfrm>
          <a:custGeom>
            <a:rect b="b" l="l" r="r" t="t"/>
            <a:pathLst>
              <a:path extrusionOk="0" h="86335" w="5554">
                <a:moveTo>
                  <a:pt x="0" y="0"/>
                </a:moveTo>
                <a:cubicBezTo>
                  <a:pt x="1919" y="28774"/>
                  <a:pt x="5554" y="57497"/>
                  <a:pt x="5554" y="86335"/>
                </a:cubicBezTo>
              </a:path>
            </a:pathLst>
          </a:custGeom>
          <a:noFill/>
          <a:ln cap="flat" cmpd="sng" w="28575">
            <a:solidFill>
              <a:schemeClr val="dk1"/>
            </a:solidFill>
            <a:prstDash val="solid"/>
            <a:round/>
            <a:headEnd len="med" w="med" type="none"/>
            <a:tailEnd len="med" w="med" type="none"/>
          </a:ln>
        </p:spPr>
      </p:sp>
      <p:sp>
        <p:nvSpPr>
          <p:cNvPr id="371" name="Google Shape;371;p16"/>
          <p:cNvSpPr/>
          <p:nvPr/>
        </p:nvSpPr>
        <p:spPr>
          <a:xfrm flipH="1" rot="10651105">
            <a:off x="538829" y="6749365"/>
            <a:ext cx="39176" cy="1123393"/>
          </a:xfrm>
          <a:custGeom>
            <a:rect b="b" l="l" r="r" t="t"/>
            <a:pathLst>
              <a:path extrusionOk="0" h="44934" w="1567">
                <a:moveTo>
                  <a:pt x="557" y="0"/>
                </a:moveTo>
                <a:cubicBezTo>
                  <a:pt x="-1098" y="14890"/>
                  <a:pt x="1567" y="29952"/>
                  <a:pt x="1567" y="44934"/>
                </a:cubicBezTo>
              </a:path>
            </a:pathLst>
          </a:custGeom>
          <a:noFill/>
          <a:ln cap="flat" cmpd="sng" w="28575">
            <a:solidFill>
              <a:schemeClr val="dk1"/>
            </a:solidFill>
            <a:prstDash val="solid"/>
            <a:round/>
            <a:headEnd len="med" w="med" type="none"/>
            <a:tailEnd len="med" w="med" type="none"/>
          </a:ln>
        </p:spPr>
      </p:sp>
      <p:sp>
        <p:nvSpPr>
          <p:cNvPr id="372" name="Google Shape;372;p16"/>
          <p:cNvSpPr/>
          <p:nvPr/>
        </p:nvSpPr>
        <p:spPr>
          <a:xfrm flipH="1" rot="10800000">
            <a:off x="274935" y="1234898"/>
            <a:ext cx="233400" cy="233400"/>
          </a:xfrm>
          <a:prstGeom prst="ellipse">
            <a:avLst/>
          </a:pr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16"/>
          <p:cNvSpPr/>
          <p:nvPr/>
        </p:nvSpPr>
        <p:spPr>
          <a:xfrm flipH="1" rot="10800000">
            <a:off x="514560" y="2090086"/>
            <a:ext cx="233400" cy="233400"/>
          </a:xfrm>
          <a:prstGeom prst="ellipse">
            <a:avLst/>
          </a:pr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16"/>
          <p:cNvSpPr/>
          <p:nvPr/>
        </p:nvSpPr>
        <p:spPr>
          <a:xfrm flipH="1" rot="10800000">
            <a:off x="1109710" y="159873"/>
            <a:ext cx="233400" cy="233400"/>
          </a:xfrm>
          <a:prstGeom prst="ellipse">
            <a:avLst/>
          </a:pr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5" name="Google Shape;375;p16"/>
          <p:cNvGrpSpPr/>
          <p:nvPr/>
        </p:nvGrpSpPr>
        <p:grpSpPr>
          <a:xfrm flipH="1" rot="-9944082">
            <a:off x="8068812" y="-282586"/>
            <a:ext cx="2448575" cy="2125323"/>
            <a:chOff x="1322124" y="4079650"/>
            <a:chExt cx="3420400" cy="2968851"/>
          </a:xfrm>
        </p:grpSpPr>
        <p:sp>
          <p:nvSpPr>
            <p:cNvPr id="376" name="Google Shape;376;p16"/>
            <p:cNvSpPr/>
            <p:nvPr/>
          </p:nvSpPr>
          <p:spPr>
            <a:xfrm>
              <a:off x="1322124" y="4377475"/>
              <a:ext cx="3420400" cy="2671026"/>
            </a:xfrm>
            <a:custGeom>
              <a:rect b="b" l="l" r="r" t="t"/>
              <a:pathLst>
                <a:path extrusionOk="0" h="2556" w="3273">
                  <a:moveTo>
                    <a:pt x="228" y="0"/>
                  </a:moveTo>
                  <a:cubicBezTo>
                    <a:pt x="244" y="548"/>
                    <a:pt x="157" y="1345"/>
                    <a:pt x="0" y="2331"/>
                  </a:cubicBezTo>
                  <a:lnTo>
                    <a:pt x="3040" y="2555"/>
                  </a:lnTo>
                  <a:cubicBezTo>
                    <a:pt x="3186" y="1767"/>
                    <a:pt x="3273" y="998"/>
                    <a:pt x="3269" y="257"/>
                  </a:cubicBezTo>
                  <a:lnTo>
                    <a:pt x="3143" y="249"/>
                  </a:lnTo>
                  <a:lnTo>
                    <a:pt x="3143" y="249"/>
                  </a:lnTo>
                  <a:cubicBezTo>
                    <a:pt x="3154" y="320"/>
                    <a:pt x="3115" y="402"/>
                    <a:pt x="3020" y="402"/>
                  </a:cubicBezTo>
                  <a:cubicBezTo>
                    <a:pt x="2918" y="402"/>
                    <a:pt x="2878" y="304"/>
                    <a:pt x="2902" y="229"/>
                  </a:cubicBezTo>
                  <a:lnTo>
                    <a:pt x="2674" y="209"/>
                  </a:lnTo>
                  <a:lnTo>
                    <a:pt x="2674" y="209"/>
                  </a:lnTo>
                  <a:cubicBezTo>
                    <a:pt x="2677" y="213"/>
                    <a:pt x="2677" y="222"/>
                    <a:pt x="2677" y="229"/>
                  </a:cubicBezTo>
                  <a:lnTo>
                    <a:pt x="2677" y="237"/>
                  </a:lnTo>
                  <a:cubicBezTo>
                    <a:pt x="2677" y="261"/>
                    <a:pt x="2670" y="280"/>
                    <a:pt x="2657" y="300"/>
                  </a:cubicBezTo>
                  <a:cubicBezTo>
                    <a:pt x="2654" y="312"/>
                    <a:pt x="2646" y="320"/>
                    <a:pt x="2638" y="328"/>
                  </a:cubicBezTo>
                  <a:cubicBezTo>
                    <a:pt x="2622" y="344"/>
                    <a:pt x="2603" y="355"/>
                    <a:pt x="2583" y="364"/>
                  </a:cubicBezTo>
                  <a:lnTo>
                    <a:pt x="2547" y="367"/>
                  </a:lnTo>
                  <a:cubicBezTo>
                    <a:pt x="2528" y="367"/>
                    <a:pt x="2512" y="364"/>
                    <a:pt x="2496" y="355"/>
                  </a:cubicBezTo>
                  <a:cubicBezTo>
                    <a:pt x="2480" y="351"/>
                    <a:pt x="2468" y="340"/>
                    <a:pt x="2457" y="328"/>
                  </a:cubicBezTo>
                  <a:cubicBezTo>
                    <a:pt x="2441" y="316"/>
                    <a:pt x="2433" y="304"/>
                    <a:pt x="2428" y="288"/>
                  </a:cubicBezTo>
                  <a:cubicBezTo>
                    <a:pt x="2421" y="273"/>
                    <a:pt x="2417" y="253"/>
                    <a:pt x="2417" y="237"/>
                  </a:cubicBezTo>
                  <a:lnTo>
                    <a:pt x="2417" y="229"/>
                  </a:lnTo>
                  <a:cubicBezTo>
                    <a:pt x="2417" y="213"/>
                    <a:pt x="2421" y="202"/>
                    <a:pt x="2425" y="186"/>
                  </a:cubicBezTo>
                  <a:lnTo>
                    <a:pt x="2208" y="170"/>
                  </a:lnTo>
                  <a:lnTo>
                    <a:pt x="2208" y="170"/>
                  </a:lnTo>
                  <a:cubicBezTo>
                    <a:pt x="2228" y="245"/>
                    <a:pt x="2188" y="335"/>
                    <a:pt x="2090" y="335"/>
                  </a:cubicBezTo>
                  <a:cubicBezTo>
                    <a:pt x="1979" y="335"/>
                    <a:pt x="1940" y="225"/>
                    <a:pt x="1975" y="151"/>
                  </a:cubicBezTo>
                  <a:lnTo>
                    <a:pt x="1660" y="122"/>
                  </a:lnTo>
                  <a:lnTo>
                    <a:pt x="1660" y="122"/>
                  </a:lnTo>
                  <a:cubicBezTo>
                    <a:pt x="1684" y="198"/>
                    <a:pt x="1644" y="293"/>
                    <a:pt x="1542" y="293"/>
                  </a:cubicBezTo>
                  <a:cubicBezTo>
                    <a:pt x="1431" y="293"/>
                    <a:pt x="1396" y="182"/>
                    <a:pt x="1431" y="103"/>
                  </a:cubicBezTo>
                  <a:lnTo>
                    <a:pt x="1171" y="84"/>
                  </a:lnTo>
                  <a:lnTo>
                    <a:pt x="1171" y="84"/>
                  </a:lnTo>
                  <a:cubicBezTo>
                    <a:pt x="1183" y="155"/>
                    <a:pt x="1140" y="237"/>
                    <a:pt x="1049" y="237"/>
                  </a:cubicBezTo>
                  <a:cubicBezTo>
                    <a:pt x="946" y="237"/>
                    <a:pt x="907" y="138"/>
                    <a:pt x="930" y="60"/>
                  </a:cubicBezTo>
                  <a:lnTo>
                    <a:pt x="678" y="40"/>
                  </a:lnTo>
                  <a:cubicBezTo>
                    <a:pt x="678" y="107"/>
                    <a:pt x="635" y="170"/>
                    <a:pt x="552" y="170"/>
                  </a:cubicBezTo>
                  <a:cubicBezTo>
                    <a:pt x="461" y="170"/>
                    <a:pt x="417" y="91"/>
                    <a:pt x="430" y="20"/>
                  </a:cubicBezTo>
                  <a:lnTo>
                    <a:pt x="228" y="0"/>
                  </a:lnTo>
                  <a:close/>
                </a:path>
              </a:pathLst>
            </a:custGeom>
            <a:solidFill>
              <a:schemeClr val="accent5"/>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16"/>
            <p:cNvSpPr/>
            <p:nvPr/>
          </p:nvSpPr>
          <p:spPr>
            <a:xfrm>
              <a:off x="3019260" y="4421365"/>
              <a:ext cx="391888" cy="506826"/>
            </a:xfrm>
            <a:custGeom>
              <a:rect b="b" l="l" r="r" t="t"/>
              <a:pathLst>
                <a:path extrusionOk="0" h="485" w="375">
                  <a:moveTo>
                    <a:pt x="26" y="0"/>
                  </a:moveTo>
                  <a:cubicBezTo>
                    <a:pt x="21" y="0"/>
                    <a:pt x="16" y="2"/>
                    <a:pt x="12" y="6"/>
                  </a:cubicBezTo>
                  <a:cubicBezTo>
                    <a:pt x="0" y="9"/>
                    <a:pt x="0" y="25"/>
                    <a:pt x="9" y="33"/>
                  </a:cubicBezTo>
                  <a:lnTo>
                    <a:pt x="331" y="475"/>
                  </a:lnTo>
                  <a:cubicBezTo>
                    <a:pt x="336" y="482"/>
                    <a:pt x="341" y="485"/>
                    <a:pt x="347" y="485"/>
                  </a:cubicBezTo>
                  <a:cubicBezTo>
                    <a:pt x="352" y="485"/>
                    <a:pt x="358" y="483"/>
                    <a:pt x="363" y="479"/>
                  </a:cubicBezTo>
                  <a:cubicBezTo>
                    <a:pt x="371" y="475"/>
                    <a:pt x="375" y="459"/>
                    <a:pt x="367" y="451"/>
                  </a:cubicBezTo>
                  <a:lnTo>
                    <a:pt x="40" y="9"/>
                  </a:lnTo>
                  <a:cubicBezTo>
                    <a:pt x="38" y="3"/>
                    <a:pt x="32" y="0"/>
                    <a:pt x="2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16"/>
            <p:cNvSpPr/>
            <p:nvPr/>
          </p:nvSpPr>
          <p:spPr>
            <a:xfrm>
              <a:off x="2779947" y="4154890"/>
              <a:ext cx="755560" cy="640587"/>
            </a:xfrm>
            <a:custGeom>
              <a:rect b="b" l="l" r="r" t="t"/>
              <a:pathLst>
                <a:path extrusionOk="0" h="613" w="723">
                  <a:moveTo>
                    <a:pt x="311" y="0"/>
                  </a:moveTo>
                  <a:cubicBezTo>
                    <a:pt x="154" y="0"/>
                    <a:pt x="19" y="127"/>
                    <a:pt x="9" y="300"/>
                  </a:cubicBezTo>
                  <a:cubicBezTo>
                    <a:pt x="1" y="422"/>
                    <a:pt x="87" y="561"/>
                    <a:pt x="210" y="596"/>
                  </a:cubicBezTo>
                  <a:cubicBezTo>
                    <a:pt x="249" y="606"/>
                    <a:pt x="286" y="612"/>
                    <a:pt x="323" y="612"/>
                  </a:cubicBezTo>
                  <a:cubicBezTo>
                    <a:pt x="384" y="612"/>
                    <a:pt x="442" y="596"/>
                    <a:pt x="494" y="557"/>
                  </a:cubicBezTo>
                  <a:cubicBezTo>
                    <a:pt x="722" y="387"/>
                    <a:pt x="596" y="87"/>
                    <a:pt x="418" y="20"/>
                  </a:cubicBezTo>
                  <a:cubicBezTo>
                    <a:pt x="382" y="6"/>
                    <a:pt x="346" y="0"/>
                    <a:pt x="311" y="0"/>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16"/>
            <p:cNvSpPr/>
            <p:nvPr/>
          </p:nvSpPr>
          <p:spPr>
            <a:xfrm>
              <a:off x="2751731" y="4079650"/>
              <a:ext cx="638516" cy="558031"/>
            </a:xfrm>
            <a:custGeom>
              <a:rect b="b" l="l" r="r" t="t"/>
              <a:pathLst>
                <a:path extrusionOk="0" h="534" w="611">
                  <a:moveTo>
                    <a:pt x="247" y="0"/>
                  </a:moveTo>
                  <a:cubicBezTo>
                    <a:pt x="117" y="0"/>
                    <a:pt x="10" y="106"/>
                    <a:pt x="4" y="254"/>
                  </a:cubicBezTo>
                  <a:cubicBezTo>
                    <a:pt x="1" y="360"/>
                    <a:pt x="79" y="483"/>
                    <a:pt x="181" y="518"/>
                  </a:cubicBezTo>
                  <a:cubicBezTo>
                    <a:pt x="214" y="528"/>
                    <a:pt x="246" y="534"/>
                    <a:pt x="277" y="534"/>
                  </a:cubicBezTo>
                  <a:cubicBezTo>
                    <a:pt x="328" y="534"/>
                    <a:pt x="377" y="519"/>
                    <a:pt x="422" y="487"/>
                  </a:cubicBezTo>
                  <a:cubicBezTo>
                    <a:pt x="611" y="345"/>
                    <a:pt x="497" y="81"/>
                    <a:pt x="347" y="21"/>
                  </a:cubicBezTo>
                  <a:cubicBezTo>
                    <a:pt x="313" y="7"/>
                    <a:pt x="279" y="0"/>
                    <a:pt x="247" y="0"/>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16"/>
            <p:cNvSpPr/>
            <p:nvPr/>
          </p:nvSpPr>
          <p:spPr>
            <a:xfrm>
              <a:off x="1802840" y="5085985"/>
              <a:ext cx="2642894" cy="248711"/>
            </a:xfrm>
            <a:custGeom>
              <a:rect b="b" l="l" r="r" t="t"/>
              <a:pathLst>
                <a:path extrusionOk="0" h="238" w="2529">
                  <a:moveTo>
                    <a:pt x="13" y="1"/>
                  </a:moveTo>
                  <a:cubicBezTo>
                    <a:pt x="9" y="1"/>
                    <a:pt x="5" y="5"/>
                    <a:pt x="1" y="12"/>
                  </a:cubicBezTo>
                  <a:cubicBezTo>
                    <a:pt x="1" y="17"/>
                    <a:pt x="5" y="24"/>
                    <a:pt x="13" y="24"/>
                  </a:cubicBezTo>
                  <a:lnTo>
                    <a:pt x="186" y="41"/>
                  </a:lnTo>
                  <a:cubicBezTo>
                    <a:pt x="190" y="41"/>
                    <a:pt x="199" y="36"/>
                    <a:pt x="199" y="28"/>
                  </a:cubicBezTo>
                  <a:cubicBezTo>
                    <a:pt x="199" y="24"/>
                    <a:pt x="194" y="17"/>
                    <a:pt x="186" y="17"/>
                  </a:cubicBezTo>
                  <a:lnTo>
                    <a:pt x="13" y="1"/>
                  </a:lnTo>
                  <a:close/>
                  <a:moveTo>
                    <a:pt x="360" y="32"/>
                  </a:moveTo>
                  <a:cubicBezTo>
                    <a:pt x="356" y="32"/>
                    <a:pt x="352" y="36"/>
                    <a:pt x="348" y="41"/>
                  </a:cubicBezTo>
                  <a:cubicBezTo>
                    <a:pt x="348" y="48"/>
                    <a:pt x="352" y="52"/>
                    <a:pt x="360" y="52"/>
                  </a:cubicBezTo>
                  <a:lnTo>
                    <a:pt x="534" y="68"/>
                  </a:lnTo>
                  <a:cubicBezTo>
                    <a:pt x="541" y="68"/>
                    <a:pt x="545" y="64"/>
                    <a:pt x="545" y="59"/>
                  </a:cubicBezTo>
                  <a:cubicBezTo>
                    <a:pt x="545" y="52"/>
                    <a:pt x="541" y="48"/>
                    <a:pt x="534" y="48"/>
                  </a:cubicBezTo>
                  <a:lnTo>
                    <a:pt x="360" y="32"/>
                  </a:lnTo>
                  <a:close/>
                  <a:moveTo>
                    <a:pt x="707" y="59"/>
                  </a:moveTo>
                  <a:cubicBezTo>
                    <a:pt x="703" y="59"/>
                    <a:pt x="699" y="64"/>
                    <a:pt x="699" y="72"/>
                  </a:cubicBezTo>
                  <a:cubicBezTo>
                    <a:pt x="696" y="76"/>
                    <a:pt x="703" y="83"/>
                    <a:pt x="707" y="83"/>
                  </a:cubicBezTo>
                  <a:lnTo>
                    <a:pt x="880" y="99"/>
                  </a:lnTo>
                  <a:cubicBezTo>
                    <a:pt x="889" y="99"/>
                    <a:pt x="892" y="95"/>
                    <a:pt x="892" y="88"/>
                  </a:cubicBezTo>
                  <a:cubicBezTo>
                    <a:pt x="892" y="83"/>
                    <a:pt x="889" y="76"/>
                    <a:pt x="885" y="76"/>
                  </a:cubicBezTo>
                  <a:lnTo>
                    <a:pt x="707" y="59"/>
                  </a:lnTo>
                  <a:close/>
                  <a:moveTo>
                    <a:pt x="1058" y="92"/>
                  </a:moveTo>
                  <a:cubicBezTo>
                    <a:pt x="1050" y="92"/>
                    <a:pt x="1046" y="95"/>
                    <a:pt x="1046" y="99"/>
                  </a:cubicBezTo>
                  <a:cubicBezTo>
                    <a:pt x="1042" y="107"/>
                    <a:pt x="1050" y="112"/>
                    <a:pt x="1054" y="112"/>
                  </a:cubicBezTo>
                  <a:lnTo>
                    <a:pt x="1227" y="127"/>
                  </a:lnTo>
                  <a:cubicBezTo>
                    <a:pt x="1235" y="127"/>
                    <a:pt x="1240" y="123"/>
                    <a:pt x="1240" y="119"/>
                  </a:cubicBezTo>
                  <a:cubicBezTo>
                    <a:pt x="1240" y="112"/>
                    <a:pt x="1235" y="107"/>
                    <a:pt x="1231" y="107"/>
                  </a:cubicBezTo>
                  <a:lnTo>
                    <a:pt x="1058" y="92"/>
                  </a:lnTo>
                  <a:close/>
                  <a:moveTo>
                    <a:pt x="1405" y="119"/>
                  </a:moveTo>
                  <a:cubicBezTo>
                    <a:pt x="1397" y="119"/>
                    <a:pt x="1393" y="123"/>
                    <a:pt x="1393" y="130"/>
                  </a:cubicBezTo>
                  <a:cubicBezTo>
                    <a:pt x="1393" y="139"/>
                    <a:pt x="1397" y="143"/>
                    <a:pt x="1401" y="143"/>
                  </a:cubicBezTo>
                  <a:lnTo>
                    <a:pt x="1575" y="159"/>
                  </a:lnTo>
                  <a:cubicBezTo>
                    <a:pt x="1582" y="159"/>
                    <a:pt x="1586" y="154"/>
                    <a:pt x="1586" y="147"/>
                  </a:cubicBezTo>
                  <a:cubicBezTo>
                    <a:pt x="1586" y="143"/>
                    <a:pt x="1582" y="135"/>
                    <a:pt x="1579" y="135"/>
                  </a:cubicBezTo>
                  <a:lnTo>
                    <a:pt x="1405" y="119"/>
                  </a:lnTo>
                  <a:close/>
                  <a:moveTo>
                    <a:pt x="1752" y="150"/>
                  </a:moveTo>
                  <a:cubicBezTo>
                    <a:pt x="1744" y="150"/>
                    <a:pt x="1740" y="154"/>
                    <a:pt x="1740" y="163"/>
                  </a:cubicBezTo>
                  <a:cubicBezTo>
                    <a:pt x="1740" y="166"/>
                    <a:pt x="1744" y="170"/>
                    <a:pt x="1748" y="170"/>
                  </a:cubicBezTo>
                  <a:lnTo>
                    <a:pt x="1921" y="186"/>
                  </a:lnTo>
                  <a:cubicBezTo>
                    <a:pt x="1930" y="186"/>
                    <a:pt x="1933" y="182"/>
                    <a:pt x="1933" y="178"/>
                  </a:cubicBezTo>
                  <a:cubicBezTo>
                    <a:pt x="1933" y="170"/>
                    <a:pt x="1930" y="166"/>
                    <a:pt x="1926" y="166"/>
                  </a:cubicBezTo>
                  <a:lnTo>
                    <a:pt x="1752" y="150"/>
                  </a:lnTo>
                  <a:close/>
                  <a:moveTo>
                    <a:pt x="2095" y="181"/>
                  </a:moveTo>
                  <a:cubicBezTo>
                    <a:pt x="2090" y="181"/>
                    <a:pt x="2087" y="187"/>
                    <a:pt x="2087" y="190"/>
                  </a:cubicBezTo>
                  <a:cubicBezTo>
                    <a:pt x="2087" y="198"/>
                    <a:pt x="2091" y="201"/>
                    <a:pt x="2095" y="201"/>
                  </a:cubicBezTo>
                  <a:lnTo>
                    <a:pt x="2268" y="218"/>
                  </a:lnTo>
                  <a:cubicBezTo>
                    <a:pt x="2276" y="218"/>
                    <a:pt x="2281" y="214"/>
                    <a:pt x="2281" y="206"/>
                  </a:cubicBezTo>
                  <a:cubicBezTo>
                    <a:pt x="2281" y="201"/>
                    <a:pt x="2276" y="194"/>
                    <a:pt x="2272" y="194"/>
                  </a:cubicBezTo>
                  <a:lnTo>
                    <a:pt x="2099" y="182"/>
                  </a:lnTo>
                  <a:cubicBezTo>
                    <a:pt x="2097" y="182"/>
                    <a:pt x="2096" y="181"/>
                    <a:pt x="2095" y="181"/>
                  </a:cubicBezTo>
                  <a:close/>
                  <a:moveTo>
                    <a:pt x="2446" y="210"/>
                  </a:moveTo>
                  <a:cubicBezTo>
                    <a:pt x="2438" y="210"/>
                    <a:pt x="2434" y="214"/>
                    <a:pt x="2434" y="221"/>
                  </a:cubicBezTo>
                  <a:cubicBezTo>
                    <a:pt x="2434" y="225"/>
                    <a:pt x="2438" y="230"/>
                    <a:pt x="2442" y="234"/>
                  </a:cubicBezTo>
                  <a:lnTo>
                    <a:pt x="2517" y="237"/>
                  </a:lnTo>
                  <a:cubicBezTo>
                    <a:pt x="2521" y="237"/>
                    <a:pt x="2525" y="234"/>
                    <a:pt x="2529" y="230"/>
                  </a:cubicBezTo>
                  <a:cubicBezTo>
                    <a:pt x="2529" y="221"/>
                    <a:pt x="2525" y="218"/>
                    <a:pt x="2517" y="218"/>
                  </a:cubicBezTo>
                  <a:lnTo>
                    <a:pt x="2446" y="210"/>
                  </a:lnTo>
                  <a:close/>
                </a:path>
              </a:pathLst>
            </a:cu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16"/>
            <p:cNvSpPr/>
            <p:nvPr/>
          </p:nvSpPr>
          <p:spPr>
            <a:xfrm>
              <a:off x="1778804" y="5539515"/>
              <a:ext cx="2646029" cy="177650"/>
            </a:xfrm>
            <a:custGeom>
              <a:rect b="b" l="l" r="r" t="t"/>
              <a:pathLst>
                <a:path extrusionOk="0" h="170" w="2532">
                  <a:moveTo>
                    <a:pt x="13" y="0"/>
                  </a:moveTo>
                  <a:cubicBezTo>
                    <a:pt x="4" y="0"/>
                    <a:pt x="0" y="9"/>
                    <a:pt x="0" y="13"/>
                  </a:cubicBezTo>
                  <a:cubicBezTo>
                    <a:pt x="0" y="20"/>
                    <a:pt x="4" y="24"/>
                    <a:pt x="13" y="24"/>
                  </a:cubicBezTo>
                  <a:lnTo>
                    <a:pt x="186" y="36"/>
                  </a:lnTo>
                  <a:cubicBezTo>
                    <a:pt x="190" y="36"/>
                    <a:pt x="193" y="28"/>
                    <a:pt x="198" y="24"/>
                  </a:cubicBezTo>
                  <a:cubicBezTo>
                    <a:pt x="198" y="16"/>
                    <a:pt x="190" y="13"/>
                    <a:pt x="186" y="13"/>
                  </a:cubicBezTo>
                  <a:lnTo>
                    <a:pt x="13" y="0"/>
                  </a:lnTo>
                  <a:close/>
                  <a:moveTo>
                    <a:pt x="357" y="23"/>
                  </a:moveTo>
                  <a:cubicBezTo>
                    <a:pt x="353" y="23"/>
                    <a:pt x="348" y="29"/>
                    <a:pt x="348" y="32"/>
                  </a:cubicBezTo>
                  <a:cubicBezTo>
                    <a:pt x="348" y="40"/>
                    <a:pt x="351" y="44"/>
                    <a:pt x="359" y="44"/>
                  </a:cubicBezTo>
                  <a:lnTo>
                    <a:pt x="533" y="56"/>
                  </a:lnTo>
                  <a:cubicBezTo>
                    <a:pt x="537" y="56"/>
                    <a:pt x="544" y="51"/>
                    <a:pt x="544" y="44"/>
                  </a:cubicBezTo>
                  <a:cubicBezTo>
                    <a:pt x="544" y="40"/>
                    <a:pt x="541" y="32"/>
                    <a:pt x="533" y="32"/>
                  </a:cubicBezTo>
                  <a:lnTo>
                    <a:pt x="359" y="24"/>
                  </a:lnTo>
                  <a:cubicBezTo>
                    <a:pt x="358" y="23"/>
                    <a:pt x="357" y="23"/>
                    <a:pt x="357" y="23"/>
                  </a:cubicBezTo>
                  <a:close/>
                  <a:moveTo>
                    <a:pt x="706" y="44"/>
                  </a:moveTo>
                  <a:cubicBezTo>
                    <a:pt x="703" y="44"/>
                    <a:pt x="695" y="48"/>
                    <a:pt x="695" y="51"/>
                  </a:cubicBezTo>
                  <a:cubicBezTo>
                    <a:pt x="695" y="60"/>
                    <a:pt x="699" y="64"/>
                    <a:pt x="706" y="64"/>
                  </a:cubicBezTo>
                  <a:lnTo>
                    <a:pt x="879" y="75"/>
                  </a:lnTo>
                  <a:cubicBezTo>
                    <a:pt x="888" y="75"/>
                    <a:pt x="892" y="71"/>
                    <a:pt x="892" y="64"/>
                  </a:cubicBezTo>
                  <a:cubicBezTo>
                    <a:pt x="892" y="60"/>
                    <a:pt x="888" y="51"/>
                    <a:pt x="879" y="51"/>
                  </a:cubicBezTo>
                  <a:lnTo>
                    <a:pt x="706" y="44"/>
                  </a:lnTo>
                  <a:close/>
                  <a:moveTo>
                    <a:pt x="1057" y="64"/>
                  </a:moveTo>
                  <a:cubicBezTo>
                    <a:pt x="1050" y="64"/>
                    <a:pt x="1045" y="67"/>
                    <a:pt x="1045" y="71"/>
                  </a:cubicBezTo>
                  <a:cubicBezTo>
                    <a:pt x="1045" y="80"/>
                    <a:pt x="1050" y="84"/>
                    <a:pt x="1054" y="84"/>
                  </a:cubicBezTo>
                  <a:lnTo>
                    <a:pt x="1227" y="95"/>
                  </a:lnTo>
                  <a:cubicBezTo>
                    <a:pt x="1234" y="95"/>
                    <a:pt x="1239" y="91"/>
                    <a:pt x="1239" y="84"/>
                  </a:cubicBezTo>
                  <a:cubicBezTo>
                    <a:pt x="1239" y="80"/>
                    <a:pt x="1234" y="71"/>
                    <a:pt x="1231" y="71"/>
                  </a:cubicBezTo>
                  <a:lnTo>
                    <a:pt x="1057" y="64"/>
                  </a:lnTo>
                  <a:close/>
                  <a:moveTo>
                    <a:pt x="1405" y="84"/>
                  </a:moveTo>
                  <a:cubicBezTo>
                    <a:pt x="1396" y="84"/>
                    <a:pt x="1392" y="87"/>
                    <a:pt x="1392" y="95"/>
                  </a:cubicBezTo>
                  <a:cubicBezTo>
                    <a:pt x="1392" y="99"/>
                    <a:pt x="1396" y="103"/>
                    <a:pt x="1400" y="103"/>
                  </a:cubicBezTo>
                  <a:lnTo>
                    <a:pt x="1578" y="115"/>
                  </a:lnTo>
                  <a:cubicBezTo>
                    <a:pt x="1582" y="115"/>
                    <a:pt x="1585" y="111"/>
                    <a:pt x="1589" y="103"/>
                  </a:cubicBezTo>
                  <a:cubicBezTo>
                    <a:pt x="1589" y="99"/>
                    <a:pt x="1582" y="95"/>
                    <a:pt x="1578" y="91"/>
                  </a:cubicBezTo>
                  <a:lnTo>
                    <a:pt x="1405" y="84"/>
                  </a:lnTo>
                  <a:close/>
                  <a:moveTo>
                    <a:pt x="1751" y="103"/>
                  </a:moveTo>
                  <a:cubicBezTo>
                    <a:pt x="1747" y="103"/>
                    <a:pt x="1740" y="107"/>
                    <a:pt x="1740" y="115"/>
                  </a:cubicBezTo>
                  <a:cubicBezTo>
                    <a:pt x="1740" y="119"/>
                    <a:pt x="1743" y="122"/>
                    <a:pt x="1751" y="127"/>
                  </a:cubicBezTo>
                  <a:lnTo>
                    <a:pt x="1925" y="135"/>
                  </a:lnTo>
                  <a:cubicBezTo>
                    <a:pt x="1929" y="135"/>
                    <a:pt x="1937" y="131"/>
                    <a:pt x="1937" y="122"/>
                  </a:cubicBezTo>
                  <a:cubicBezTo>
                    <a:pt x="1937" y="119"/>
                    <a:pt x="1933" y="115"/>
                    <a:pt x="1925" y="115"/>
                  </a:cubicBezTo>
                  <a:lnTo>
                    <a:pt x="1751" y="103"/>
                  </a:lnTo>
                  <a:close/>
                  <a:moveTo>
                    <a:pt x="2098" y="122"/>
                  </a:moveTo>
                  <a:cubicBezTo>
                    <a:pt x="2095" y="122"/>
                    <a:pt x="2086" y="127"/>
                    <a:pt x="2086" y="135"/>
                  </a:cubicBezTo>
                  <a:cubicBezTo>
                    <a:pt x="2086" y="138"/>
                    <a:pt x="2091" y="146"/>
                    <a:pt x="2098" y="146"/>
                  </a:cubicBezTo>
                  <a:lnTo>
                    <a:pt x="2272" y="154"/>
                  </a:lnTo>
                  <a:cubicBezTo>
                    <a:pt x="2280" y="154"/>
                    <a:pt x="2284" y="151"/>
                    <a:pt x="2284" y="146"/>
                  </a:cubicBezTo>
                  <a:cubicBezTo>
                    <a:pt x="2284" y="138"/>
                    <a:pt x="2280" y="135"/>
                    <a:pt x="2272" y="135"/>
                  </a:cubicBezTo>
                  <a:lnTo>
                    <a:pt x="2098" y="122"/>
                  </a:lnTo>
                  <a:close/>
                  <a:moveTo>
                    <a:pt x="2449" y="142"/>
                  </a:moveTo>
                  <a:cubicBezTo>
                    <a:pt x="2441" y="142"/>
                    <a:pt x="2437" y="146"/>
                    <a:pt x="2437" y="154"/>
                  </a:cubicBezTo>
                  <a:cubicBezTo>
                    <a:pt x="2437" y="158"/>
                    <a:pt x="2441" y="166"/>
                    <a:pt x="2446" y="166"/>
                  </a:cubicBezTo>
                  <a:lnTo>
                    <a:pt x="2520" y="170"/>
                  </a:lnTo>
                  <a:cubicBezTo>
                    <a:pt x="2524" y="170"/>
                    <a:pt x="2528" y="166"/>
                    <a:pt x="2528" y="158"/>
                  </a:cubicBezTo>
                  <a:cubicBezTo>
                    <a:pt x="2532" y="154"/>
                    <a:pt x="2524" y="146"/>
                    <a:pt x="2520" y="146"/>
                  </a:cubicBezTo>
                  <a:lnTo>
                    <a:pt x="2449" y="142"/>
                  </a:lnTo>
                  <a:close/>
                </a:path>
              </a:pathLst>
            </a:cu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16"/>
            <p:cNvSpPr/>
            <p:nvPr/>
          </p:nvSpPr>
          <p:spPr>
            <a:xfrm>
              <a:off x="1704607" y="5959605"/>
              <a:ext cx="2642894" cy="203775"/>
            </a:xfrm>
            <a:custGeom>
              <a:rect b="b" l="l" r="r" t="t"/>
              <a:pathLst>
                <a:path extrusionOk="0" h="195" w="2529">
                  <a:moveTo>
                    <a:pt x="13" y="0"/>
                  </a:moveTo>
                  <a:cubicBezTo>
                    <a:pt x="4" y="0"/>
                    <a:pt x="0" y="4"/>
                    <a:pt x="0" y="9"/>
                  </a:cubicBezTo>
                  <a:cubicBezTo>
                    <a:pt x="0" y="17"/>
                    <a:pt x="4" y="20"/>
                    <a:pt x="9" y="20"/>
                  </a:cubicBezTo>
                  <a:lnTo>
                    <a:pt x="182" y="33"/>
                  </a:lnTo>
                  <a:cubicBezTo>
                    <a:pt x="183" y="33"/>
                    <a:pt x="185" y="34"/>
                    <a:pt x="186" y="34"/>
                  </a:cubicBezTo>
                  <a:cubicBezTo>
                    <a:pt x="191" y="34"/>
                    <a:pt x="193" y="27"/>
                    <a:pt x="193" y="24"/>
                  </a:cubicBezTo>
                  <a:cubicBezTo>
                    <a:pt x="198" y="17"/>
                    <a:pt x="190" y="13"/>
                    <a:pt x="186" y="13"/>
                  </a:cubicBezTo>
                  <a:lnTo>
                    <a:pt x="13" y="0"/>
                  </a:lnTo>
                  <a:close/>
                  <a:moveTo>
                    <a:pt x="359" y="24"/>
                  </a:moveTo>
                  <a:cubicBezTo>
                    <a:pt x="351" y="24"/>
                    <a:pt x="348" y="28"/>
                    <a:pt x="348" y="36"/>
                  </a:cubicBezTo>
                  <a:cubicBezTo>
                    <a:pt x="348" y="40"/>
                    <a:pt x="351" y="44"/>
                    <a:pt x="359" y="44"/>
                  </a:cubicBezTo>
                  <a:lnTo>
                    <a:pt x="533" y="60"/>
                  </a:lnTo>
                  <a:cubicBezTo>
                    <a:pt x="537" y="60"/>
                    <a:pt x="541" y="52"/>
                    <a:pt x="544" y="48"/>
                  </a:cubicBezTo>
                  <a:cubicBezTo>
                    <a:pt x="544" y="40"/>
                    <a:pt x="541" y="36"/>
                    <a:pt x="533" y="36"/>
                  </a:cubicBezTo>
                  <a:lnTo>
                    <a:pt x="359" y="24"/>
                  </a:lnTo>
                  <a:close/>
                  <a:moveTo>
                    <a:pt x="706" y="48"/>
                  </a:moveTo>
                  <a:cubicBezTo>
                    <a:pt x="703" y="48"/>
                    <a:pt x="695" y="52"/>
                    <a:pt x="695" y="60"/>
                  </a:cubicBezTo>
                  <a:cubicBezTo>
                    <a:pt x="695" y="64"/>
                    <a:pt x="699" y="68"/>
                    <a:pt x="706" y="71"/>
                  </a:cubicBezTo>
                  <a:lnTo>
                    <a:pt x="879" y="84"/>
                  </a:lnTo>
                  <a:cubicBezTo>
                    <a:pt x="884" y="84"/>
                    <a:pt x="892" y="80"/>
                    <a:pt x="892" y="71"/>
                  </a:cubicBezTo>
                  <a:cubicBezTo>
                    <a:pt x="892" y="68"/>
                    <a:pt x="888" y="60"/>
                    <a:pt x="879" y="60"/>
                  </a:cubicBezTo>
                  <a:lnTo>
                    <a:pt x="706" y="48"/>
                  </a:lnTo>
                  <a:close/>
                  <a:moveTo>
                    <a:pt x="1054" y="71"/>
                  </a:moveTo>
                  <a:cubicBezTo>
                    <a:pt x="1050" y="71"/>
                    <a:pt x="1041" y="75"/>
                    <a:pt x="1041" y="84"/>
                  </a:cubicBezTo>
                  <a:cubicBezTo>
                    <a:pt x="1041" y="87"/>
                    <a:pt x="1045" y="95"/>
                    <a:pt x="1054" y="95"/>
                  </a:cubicBezTo>
                  <a:lnTo>
                    <a:pt x="1227" y="107"/>
                  </a:lnTo>
                  <a:cubicBezTo>
                    <a:pt x="1234" y="107"/>
                    <a:pt x="1239" y="104"/>
                    <a:pt x="1239" y="95"/>
                  </a:cubicBezTo>
                  <a:cubicBezTo>
                    <a:pt x="1239" y="91"/>
                    <a:pt x="1234" y="84"/>
                    <a:pt x="1227" y="84"/>
                  </a:cubicBezTo>
                  <a:lnTo>
                    <a:pt x="1054" y="71"/>
                  </a:lnTo>
                  <a:close/>
                  <a:moveTo>
                    <a:pt x="1400" y="95"/>
                  </a:moveTo>
                  <a:cubicBezTo>
                    <a:pt x="1396" y="95"/>
                    <a:pt x="1392" y="99"/>
                    <a:pt x="1392" y="107"/>
                  </a:cubicBezTo>
                  <a:cubicBezTo>
                    <a:pt x="1389" y="111"/>
                    <a:pt x="1396" y="119"/>
                    <a:pt x="1400" y="119"/>
                  </a:cubicBezTo>
                  <a:lnTo>
                    <a:pt x="1574" y="131"/>
                  </a:lnTo>
                  <a:cubicBezTo>
                    <a:pt x="1582" y="131"/>
                    <a:pt x="1585" y="127"/>
                    <a:pt x="1585" y="119"/>
                  </a:cubicBezTo>
                  <a:cubicBezTo>
                    <a:pt x="1585" y="115"/>
                    <a:pt x="1582" y="107"/>
                    <a:pt x="1578" y="107"/>
                  </a:cubicBezTo>
                  <a:lnTo>
                    <a:pt x="1400" y="95"/>
                  </a:lnTo>
                  <a:close/>
                  <a:moveTo>
                    <a:pt x="1751" y="119"/>
                  </a:moveTo>
                  <a:cubicBezTo>
                    <a:pt x="1744" y="119"/>
                    <a:pt x="1740" y="123"/>
                    <a:pt x="1740" y="131"/>
                  </a:cubicBezTo>
                  <a:cubicBezTo>
                    <a:pt x="1740" y="139"/>
                    <a:pt x="1744" y="142"/>
                    <a:pt x="1747" y="142"/>
                  </a:cubicBezTo>
                  <a:lnTo>
                    <a:pt x="1920" y="155"/>
                  </a:lnTo>
                  <a:cubicBezTo>
                    <a:pt x="1929" y="155"/>
                    <a:pt x="1933" y="151"/>
                    <a:pt x="1933" y="142"/>
                  </a:cubicBezTo>
                  <a:cubicBezTo>
                    <a:pt x="1933" y="139"/>
                    <a:pt x="1929" y="135"/>
                    <a:pt x="1925" y="135"/>
                  </a:cubicBezTo>
                  <a:lnTo>
                    <a:pt x="1751" y="119"/>
                  </a:lnTo>
                  <a:close/>
                  <a:moveTo>
                    <a:pt x="2095" y="145"/>
                  </a:moveTo>
                  <a:cubicBezTo>
                    <a:pt x="2089" y="145"/>
                    <a:pt x="2086" y="152"/>
                    <a:pt x="2086" y="155"/>
                  </a:cubicBezTo>
                  <a:cubicBezTo>
                    <a:pt x="2086" y="162"/>
                    <a:pt x="2091" y="166"/>
                    <a:pt x="2095" y="166"/>
                  </a:cubicBezTo>
                  <a:lnTo>
                    <a:pt x="2272" y="178"/>
                  </a:lnTo>
                  <a:cubicBezTo>
                    <a:pt x="2275" y="178"/>
                    <a:pt x="2280" y="175"/>
                    <a:pt x="2280" y="170"/>
                  </a:cubicBezTo>
                  <a:cubicBezTo>
                    <a:pt x="2284" y="162"/>
                    <a:pt x="2275" y="158"/>
                    <a:pt x="2272" y="158"/>
                  </a:cubicBezTo>
                  <a:lnTo>
                    <a:pt x="2098" y="146"/>
                  </a:lnTo>
                  <a:cubicBezTo>
                    <a:pt x="2097" y="145"/>
                    <a:pt x="2096" y="145"/>
                    <a:pt x="2095" y="145"/>
                  </a:cubicBezTo>
                  <a:close/>
                  <a:moveTo>
                    <a:pt x="2446" y="170"/>
                  </a:moveTo>
                  <a:cubicBezTo>
                    <a:pt x="2437" y="170"/>
                    <a:pt x="2433" y="175"/>
                    <a:pt x="2433" y="178"/>
                  </a:cubicBezTo>
                  <a:cubicBezTo>
                    <a:pt x="2433" y="186"/>
                    <a:pt x="2437" y="190"/>
                    <a:pt x="2446" y="190"/>
                  </a:cubicBezTo>
                  <a:lnTo>
                    <a:pt x="2517" y="193"/>
                  </a:lnTo>
                  <a:cubicBezTo>
                    <a:pt x="2517" y="194"/>
                    <a:pt x="2518" y="195"/>
                    <a:pt x="2519" y="195"/>
                  </a:cubicBezTo>
                  <a:cubicBezTo>
                    <a:pt x="2523" y="195"/>
                    <a:pt x="2528" y="189"/>
                    <a:pt x="2528" y="186"/>
                  </a:cubicBezTo>
                  <a:cubicBezTo>
                    <a:pt x="2528" y="178"/>
                    <a:pt x="2524" y="175"/>
                    <a:pt x="2517" y="175"/>
                  </a:cubicBezTo>
                  <a:lnTo>
                    <a:pt x="2446" y="170"/>
                  </a:lnTo>
                  <a:close/>
                </a:path>
              </a:pathLst>
            </a:cu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16"/>
            <p:cNvSpPr/>
            <p:nvPr/>
          </p:nvSpPr>
          <p:spPr>
            <a:xfrm>
              <a:off x="1626229" y="6458070"/>
              <a:ext cx="2642894" cy="207955"/>
            </a:xfrm>
            <a:custGeom>
              <a:rect b="b" l="l" r="r" t="t"/>
              <a:pathLst>
                <a:path extrusionOk="0" h="199" w="2529">
                  <a:moveTo>
                    <a:pt x="13" y="0"/>
                  </a:moveTo>
                  <a:cubicBezTo>
                    <a:pt x="4" y="0"/>
                    <a:pt x="1" y="5"/>
                    <a:pt x="1" y="13"/>
                  </a:cubicBezTo>
                  <a:cubicBezTo>
                    <a:pt x="1" y="16"/>
                    <a:pt x="4" y="24"/>
                    <a:pt x="8" y="24"/>
                  </a:cubicBezTo>
                  <a:lnTo>
                    <a:pt x="182" y="36"/>
                  </a:lnTo>
                  <a:cubicBezTo>
                    <a:pt x="190" y="36"/>
                    <a:pt x="194" y="33"/>
                    <a:pt x="194" y="24"/>
                  </a:cubicBezTo>
                  <a:cubicBezTo>
                    <a:pt x="194" y="20"/>
                    <a:pt x="190" y="13"/>
                    <a:pt x="186" y="13"/>
                  </a:cubicBezTo>
                  <a:lnTo>
                    <a:pt x="13" y="0"/>
                  </a:lnTo>
                  <a:close/>
                  <a:moveTo>
                    <a:pt x="359" y="24"/>
                  </a:moveTo>
                  <a:cubicBezTo>
                    <a:pt x="352" y="24"/>
                    <a:pt x="348" y="29"/>
                    <a:pt x="348" y="36"/>
                  </a:cubicBezTo>
                  <a:cubicBezTo>
                    <a:pt x="348" y="44"/>
                    <a:pt x="352" y="48"/>
                    <a:pt x="359" y="48"/>
                  </a:cubicBezTo>
                  <a:lnTo>
                    <a:pt x="533" y="60"/>
                  </a:lnTo>
                  <a:cubicBezTo>
                    <a:pt x="537" y="60"/>
                    <a:pt x="541" y="56"/>
                    <a:pt x="545" y="48"/>
                  </a:cubicBezTo>
                  <a:cubicBezTo>
                    <a:pt x="545" y="44"/>
                    <a:pt x="541" y="40"/>
                    <a:pt x="533" y="36"/>
                  </a:cubicBezTo>
                  <a:lnTo>
                    <a:pt x="359" y="24"/>
                  </a:lnTo>
                  <a:close/>
                  <a:moveTo>
                    <a:pt x="704" y="51"/>
                  </a:moveTo>
                  <a:cubicBezTo>
                    <a:pt x="700" y="51"/>
                    <a:pt x="694" y="57"/>
                    <a:pt x="694" y="60"/>
                  </a:cubicBezTo>
                  <a:cubicBezTo>
                    <a:pt x="694" y="68"/>
                    <a:pt x="699" y="71"/>
                    <a:pt x="707" y="71"/>
                  </a:cubicBezTo>
                  <a:lnTo>
                    <a:pt x="880" y="84"/>
                  </a:lnTo>
                  <a:cubicBezTo>
                    <a:pt x="884" y="84"/>
                    <a:pt x="892" y="80"/>
                    <a:pt x="892" y="76"/>
                  </a:cubicBezTo>
                  <a:cubicBezTo>
                    <a:pt x="892" y="68"/>
                    <a:pt x="888" y="64"/>
                    <a:pt x="880" y="64"/>
                  </a:cubicBezTo>
                  <a:lnTo>
                    <a:pt x="707" y="52"/>
                  </a:lnTo>
                  <a:cubicBezTo>
                    <a:pt x="706" y="51"/>
                    <a:pt x="705" y="51"/>
                    <a:pt x="704" y="51"/>
                  </a:cubicBezTo>
                  <a:close/>
                  <a:moveTo>
                    <a:pt x="1054" y="76"/>
                  </a:moveTo>
                  <a:cubicBezTo>
                    <a:pt x="1049" y="76"/>
                    <a:pt x="1042" y="80"/>
                    <a:pt x="1042" y="84"/>
                  </a:cubicBezTo>
                  <a:cubicBezTo>
                    <a:pt x="1042" y="91"/>
                    <a:pt x="1045" y="95"/>
                    <a:pt x="1054" y="95"/>
                  </a:cubicBezTo>
                  <a:lnTo>
                    <a:pt x="1227" y="107"/>
                  </a:lnTo>
                  <a:cubicBezTo>
                    <a:pt x="1231" y="107"/>
                    <a:pt x="1238" y="104"/>
                    <a:pt x="1238" y="100"/>
                  </a:cubicBezTo>
                  <a:cubicBezTo>
                    <a:pt x="1238" y="91"/>
                    <a:pt x="1235" y="87"/>
                    <a:pt x="1227" y="87"/>
                  </a:cubicBezTo>
                  <a:lnTo>
                    <a:pt x="1054" y="76"/>
                  </a:lnTo>
                  <a:close/>
                  <a:moveTo>
                    <a:pt x="1400" y="100"/>
                  </a:moveTo>
                  <a:cubicBezTo>
                    <a:pt x="1396" y="100"/>
                    <a:pt x="1393" y="104"/>
                    <a:pt x="1389" y="107"/>
                  </a:cubicBezTo>
                  <a:cubicBezTo>
                    <a:pt x="1389" y="115"/>
                    <a:pt x="1396" y="119"/>
                    <a:pt x="1400" y="119"/>
                  </a:cubicBezTo>
                  <a:lnTo>
                    <a:pt x="1574" y="131"/>
                  </a:lnTo>
                  <a:cubicBezTo>
                    <a:pt x="1582" y="131"/>
                    <a:pt x="1586" y="127"/>
                    <a:pt x="1586" y="123"/>
                  </a:cubicBezTo>
                  <a:cubicBezTo>
                    <a:pt x="1586" y="115"/>
                    <a:pt x="1582" y="111"/>
                    <a:pt x="1578" y="111"/>
                  </a:cubicBezTo>
                  <a:lnTo>
                    <a:pt x="1400" y="100"/>
                  </a:lnTo>
                  <a:close/>
                  <a:moveTo>
                    <a:pt x="1751" y="123"/>
                  </a:moveTo>
                  <a:cubicBezTo>
                    <a:pt x="1744" y="123"/>
                    <a:pt x="1740" y="127"/>
                    <a:pt x="1740" y="131"/>
                  </a:cubicBezTo>
                  <a:cubicBezTo>
                    <a:pt x="1740" y="139"/>
                    <a:pt x="1744" y="142"/>
                    <a:pt x="1748" y="142"/>
                  </a:cubicBezTo>
                  <a:lnTo>
                    <a:pt x="1921" y="158"/>
                  </a:lnTo>
                  <a:cubicBezTo>
                    <a:pt x="1929" y="158"/>
                    <a:pt x="1933" y="151"/>
                    <a:pt x="1933" y="147"/>
                  </a:cubicBezTo>
                  <a:cubicBezTo>
                    <a:pt x="1933" y="139"/>
                    <a:pt x="1929" y="135"/>
                    <a:pt x="1924" y="135"/>
                  </a:cubicBezTo>
                  <a:lnTo>
                    <a:pt x="1751" y="123"/>
                  </a:lnTo>
                  <a:close/>
                  <a:moveTo>
                    <a:pt x="2099" y="147"/>
                  </a:moveTo>
                  <a:cubicBezTo>
                    <a:pt x="2090" y="147"/>
                    <a:pt x="2086" y="151"/>
                    <a:pt x="2086" y="158"/>
                  </a:cubicBezTo>
                  <a:cubicBezTo>
                    <a:pt x="2086" y="162"/>
                    <a:pt x="2090" y="166"/>
                    <a:pt x="2095" y="171"/>
                  </a:cubicBezTo>
                  <a:lnTo>
                    <a:pt x="2272" y="182"/>
                  </a:lnTo>
                  <a:cubicBezTo>
                    <a:pt x="2276" y="182"/>
                    <a:pt x="2279" y="178"/>
                    <a:pt x="2279" y="171"/>
                  </a:cubicBezTo>
                  <a:cubicBezTo>
                    <a:pt x="2284" y="166"/>
                    <a:pt x="2276" y="158"/>
                    <a:pt x="2272" y="158"/>
                  </a:cubicBezTo>
                  <a:lnTo>
                    <a:pt x="2099" y="147"/>
                  </a:lnTo>
                  <a:close/>
                  <a:moveTo>
                    <a:pt x="2445" y="171"/>
                  </a:moveTo>
                  <a:cubicBezTo>
                    <a:pt x="2437" y="171"/>
                    <a:pt x="2434" y="175"/>
                    <a:pt x="2434" y="182"/>
                  </a:cubicBezTo>
                  <a:cubicBezTo>
                    <a:pt x="2434" y="186"/>
                    <a:pt x="2437" y="194"/>
                    <a:pt x="2445" y="194"/>
                  </a:cubicBezTo>
                  <a:lnTo>
                    <a:pt x="2516" y="198"/>
                  </a:lnTo>
                  <a:cubicBezTo>
                    <a:pt x="2521" y="198"/>
                    <a:pt x="2528" y="194"/>
                    <a:pt x="2528" y="186"/>
                  </a:cubicBezTo>
                  <a:cubicBezTo>
                    <a:pt x="2528" y="182"/>
                    <a:pt x="2524" y="178"/>
                    <a:pt x="2516" y="175"/>
                  </a:cubicBezTo>
                  <a:lnTo>
                    <a:pt x="2445" y="171"/>
                  </a:lnTo>
                  <a:close/>
                </a:path>
              </a:pathLst>
            </a:cu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84" name="Google Shape;384;p16"/>
          <p:cNvSpPr/>
          <p:nvPr/>
        </p:nvSpPr>
        <p:spPr>
          <a:xfrm flipH="1" rot="-6603893">
            <a:off x="5191375" y="528379"/>
            <a:ext cx="233471" cy="233471"/>
          </a:xfrm>
          <a:prstGeom prst="ellipse">
            <a:avLst/>
          </a:pr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16"/>
          <p:cNvSpPr/>
          <p:nvPr/>
        </p:nvSpPr>
        <p:spPr>
          <a:xfrm flipH="1" rot="4196373">
            <a:off x="5083212" y="601959"/>
            <a:ext cx="517508" cy="1590322"/>
          </a:xfrm>
          <a:custGeom>
            <a:rect b="b" l="l" r="r" t="t"/>
            <a:pathLst>
              <a:path extrusionOk="0" h="63615" w="20701">
                <a:moveTo>
                  <a:pt x="20701" y="0"/>
                </a:moveTo>
                <a:cubicBezTo>
                  <a:pt x="12419" y="20704"/>
                  <a:pt x="5408" y="41981"/>
                  <a:pt x="0" y="63615"/>
                </a:cubicBezTo>
              </a:path>
            </a:pathLst>
          </a:custGeom>
          <a:noFill/>
          <a:ln cap="flat" cmpd="sng" w="28575">
            <a:solidFill>
              <a:schemeClr val="dk1"/>
            </a:solidFill>
            <a:prstDash val="solid"/>
            <a:round/>
            <a:headEnd len="med" w="med" type="none"/>
            <a:tailEnd len="med" w="med" type="none"/>
          </a:ln>
        </p:spPr>
      </p:sp>
      <p:sp>
        <p:nvSpPr>
          <p:cNvPr id="386" name="Google Shape;386;p16"/>
          <p:cNvSpPr/>
          <p:nvPr/>
        </p:nvSpPr>
        <p:spPr>
          <a:xfrm flipH="1" rot="4196373">
            <a:off x="4975146" y="1003606"/>
            <a:ext cx="239792" cy="833022"/>
          </a:xfrm>
          <a:custGeom>
            <a:rect b="b" l="l" r="r" t="t"/>
            <a:pathLst>
              <a:path extrusionOk="0" h="33322" w="9592">
                <a:moveTo>
                  <a:pt x="9592" y="0"/>
                </a:moveTo>
                <a:cubicBezTo>
                  <a:pt x="6193" y="11047"/>
                  <a:pt x="1897" y="21920"/>
                  <a:pt x="0" y="33322"/>
                </a:cubicBezTo>
              </a:path>
            </a:pathLst>
          </a:custGeom>
          <a:noFill/>
          <a:ln cap="flat" cmpd="sng" w="28575">
            <a:solidFill>
              <a:schemeClr val="dk1"/>
            </a:solidFill>
            <a:prstDash val="solid"/>
            <a:round/>
            <a:headEnd len="med" w="med" type="none"/>
            <a:tailEnd len="med" w="med" type="none"/>
          </a:ln>
        </p:spPr>
      </p:sp>
      <p:grpSp>
        <p:nvGrpSpPr>
          <p:cNvPr id="387" name="Google Shape;387;p16"/>
          <p:cNvGrpSpPr/>
          <p:nvPr/>
        </p:nvGrpSpPr>
        <p:grpSpPr>
          <a:xfrm flipH="1" rot="2196347">
            <a:off x="-665933" y="8414906"/>
            <a:ext cx="2448690" cy="2125423"/>
            <a:chOff x="1322124" y="4079650"/>
            <a:chExt cx="3420400" cy="2968851"/>
          </a:xfrm>
        </p:grpSpPr>
        <p:sp>
          <p:nvSpPr>
            <p:cNvPr id="388" name="Google Shape;388;p16"/>
            <p:cNvSpPr/>
            <p:nvPr/>
          </p:nvSpPr>
          <p:spPr>
            <a:xfrm>
              <a:off x="1322124" y="4377475"/>
              <a:ext cx="3420400" cy="2671026"/>
            </a:xfrm>
            <a:custGeom>
              <a:rect b="b" l="l" r="r" t="t"/>
              <a:pathLst>
                <a:path extrusionOk="0" h="2556" w="3273">
                  <a:moveTo>
                    <a:pt x="228" y="0"/>
                  </a:moveTo>
                  <a:cubicBezTo>
                    <a:pt x="244" y="548"/>
                    <a:pt x="157" y="1345"/>
                    <a:pt x="0" y="2331"/>
                  </a:cubicBezTo>
                  <a:lnTo>
                    <a:pt x="3040" y="2555"/>
                  </a:lnTo>
                  <a:cubicBezTo>
                    <a:pt x="3186" y="1767"/>
                    <a:pt x="3273" y="998"/>
                    <a:pt x="3269" y="257"/>
                  </a:cubicBezTo>
                  <a:lnTo>
                    <a:pt x="3143" y="249"/>
                  </a:lnTo>
                  <a:lnTo>
                    <a:pt x="3143" y="249"/>
                  </a:lnTo>
                  <a:cubicBezTo>
                    <a:pt x="3154" y="320"/>
                    <a:pt x="3115" y="402"/>
                    <a:pt x="3020" y="402"/>
                  </a:cubicBezTo>
                  <a:cubicBezTo>
                    <a:pt x="2918" y="402"/>
                    <a:pt x="2878" y="304"/>
                    <a:pt x="2902" y="229"/>
                  </a:cubicBezTo>
                  <a:lnTo>
                    <a:pt x="2674" y="209"/>
                  </a:lnTo>
                  <a:lnTo>
                    <a:pt x="2674" y="209"/>
                  </a:lnTo>
                  <a:cubicBezTo>
                    <a:pt x="2677" y="213"/>
                    <a:pt x="2677" y="222"/>
                    <a:pt x="2677" y="229"/>
                  </a:cubicBezTo>
                  <a:lnTo>
                    <a:pt x="2677" y="237"/>
                  </a:lnTo>
                  <a:cubicBezTo>
                    <a:pt x="2677" y="261"/>
                    <a:pt x="2670" y="280"/>
                    <a:pt x="2657" y="300"/>
                  </a:cubicBezTo>
                  <a:cubicBezTo>
                    <a:pt x="2654" y="312"/>
                    <a:pt x="2646" y="320"/>
                    <a:pt x="2638" y="328"/>
                  </a:cubicBezTo>
                  <a:cubicBezTo>
                    <a:pt x="2622" y="344"/>
                    <a:pt x="2603" y="355"/>
                    <a:pt x="2583" y="364"/>
                  </a:cubicBezTo>
                  <a:lnTo>
                    <a:pt x="2547" y="367"/>
                  </a:lnTo>
                  <a:cubicBezTo>
                    <a:pt x="2528" y="367"/>
                    <a:pt x="2512" y="364"/>
                    <a:pt x="2496" y="355"/>
                  </a:cubicBezTo>
                  <a:cubicBezTo>
                    <a:pt x="2480" y="351"/>
                    <a:pt x="2468" y="340"/>
                    <a:pt x="2457" y="328"/>
                  </a:cubicBezTo>
                  <a:cubicBezTo>
                    <a:pt x="2441" y="316"/>
                    <a:pt x="2433" y="304"/>
                    <a:pt x="2428" y="288"/>
                  </a:cubicBezTo>
                  <a:cubicBezTo>
                    <a:pt x="2421" y="273"/>
                    <a:pt x="2417" y="253"/>
                    <a:pt x="2417" y="237"/>
                  </a:cubicBezTo>
                  <a:lnTo>
                    <a:pt x="2417" y="229"/>
                  </a:lnTo>
                  <a:cubicBezTo>
                    <a:pt x="2417" y="213"/>
                    <a:pt x="2421" y="202"/>
                    <a:pt x="2425" y="186"/>
                  </a:cubicBezTo>
                  <a:lnTo>
                    <a:pt x="2208" y="170"/>
                  </a:lnTo>
                  <a:lnTo>
                    <a:pt x="2208" y="170"/>
                  </a:lnTo>
                  <a:cubicBezTo>
                    <a:pt x="2228" y="245"/>
                    <a:pt x="2188" y="335"/>
                    <a:pt x="2090" y="335"/>
                  </a:cubicBezTo>
                  <a:cubicBezTo>
                    <a:pt x="1979" y="335"/>
                    <a:pt x="1940" y="225"/>
                    <a:pt x="1975" y="151"/>
                  </a:cubicBezTo>
                  <a:lnTo>
                    <a:pt x="1660" y="122"/>
                  </a:lnTo>
                  <a:lnTo>
                    <a:pt x="1660" y="122"/>
                  </a:lnTo>
                  <a:cubicBezTo>
                    <a:pt x="1684" y="198"/>
                    <a:pt x="1644" y="293"/>
                    <a:pt x="1542" y="293"/>
                  </a:cubicBezTo>
                  <a:cubicBezTo>
                    <a:pt x="1431" y="293"/>
                    <a:pt x="1396" y="182"/>
                    <a:pt x="1431" y="103"/>
                  </a:cubicBezTo>
                  <a:lnTo>
                    <a:pt x="1171" y="84"/>
                  </a:lnTo>
                  <a:lnTo>
                    <a:pt x="1171" y="84"/>
                  </a:lnTo>
                  <a:cubicBezTo>
                    <a:pt x="1183" y="155"/>
                    <a:pt x="1140" y="237"/>
                    <a:pt x="1049" y="237"/>
                  </a:cubicBezTo>
                  <a:cubicBezTo>
                    <a:pt x="946" y="237"/>
                    <a:pt x="907" y="138"/>
                    <a:pt x="930" y="60"/>
                  </a:cubicBezTo>
                  <a:lnTo>
                    <a:pt x="678" y="40"/>
                  </a:lnTo>
                  <a:cubicBezTo>
                    <a:pt x="678" y="107"/>
                    <a:pt x="635" y="170"/>
                    <a:pt x="552" y="170"/>
                  </a:cubicBezTo>
                  <a:cubicBezTo>
                    <a:pt x="461" y="170"/>
                    <a:pt x="417" y="91"/>
                    <a:pt x="430" y="20"/>
                  </a:cubicBezTo>
                  <a:lnTo>
                    <a:pt x="228" y="0"/>
                  </a:lnTo>
                  <a:close/>
                </a:path>
              </a:pathLst>
            </a:custGeom>
            <a:solidFill>
              <a:schemeClr val="accent5"/>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16"/>
            <p:cNvSpPr/>
            <p:nvPr/>
          </p:nvSpPr>
          <p:spPr>
            <a:xfrm>
              <a:off x="3019260" y="4421365"/>
              <a:ext cx="391888" cy="506826"/>
            </a:xfrm>
            <a:custGeom>
              <a:rect b="b" l="l" r="r" t="t"/>
              <a:pathLst>
                <a:path extrusionOk="0" h="485" w="375">
                  <a:moveTo>
                    <a:pt x="26" y="0"/>
                  </a:moveTo>
                  <a:cubicBezTo>
                    <a:pt x="21" y="0"/>
                    <a:pt x="16" y="2"/>
                    <a:pt x="12" y="6"/>
                  </a:cubicBezTo>
                  <a:cubicBezTo>
                    <a:pt x="0" y="9"/>
                    <a:pt x="0" y="25"/>
                    <a:pt x="9" y="33"/>
                  </a:cubicBezTo>
                  <a:lnTo>
                    <a:pt x="331" y="475"/>
                  </a:lnTo>
                  <a:cubicBezTo>
                    <a:pt x="336" y="482"/>
                    <a:pt x="341" y="485"/>
                    <a:pt x="347" y="485"/>
                  </a:cubicBezTo>
                  <a:cubicBezTo>
                    <a:pt x="352" y="485"/>
                    <a:pt x="358" y="483"/>
                    <a:pt x="363" y="479"/>
                  </a:cubicBezTo>
                  <a:cubicBezTo>
                    <a:pt x="371" y="475"/>
                    <a:pt x="375" y="459"/>
                    <a:pt x="367" y="451"/>
                  </a:cubicBezTo>
                  <a:lnTo>
                    <a:pt x="40" y="9"/>
                  </a:lnTo>
                  <a:cubicBezTo>
                    <a:pt x="38" y="3"/>
                    <a:pt x="32" y="0"/>
                    <a:pt x="2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16"/>
            <p:cNvSpPr/>
            <p:nvPr/>
          </p:nvSpPr>
          <p:spPr>
            <a:xfrm>
              <a:off x="2779947" y="4154890"/>
              <a:ext cx="755560" cy="640587"/>
            </a:xfrm>
            <a:custGeom>
              <a:rect b="b" l="l" r="r" t="t"/>
              <a:pathLst>
                <a:path extrusionOk="0" h="613" w="723">
                  <a:moveTo>
                    <a:pt x="311" y="0"/>
                  </a:moveTo>
                  <a:cubicBezTo>
                    <a:pt x="154" y="0"/>
                    <a:pt x="19" y="127"/>
                    <a:pt x="9" y="300"/>
                  </a:cubicBezTo>
                  <a:cubicBezTo>
                    <a:pt x="1" y="422"/>
                    <a:pt x="87" y="561"/>
                    <a:pt x="210" y="596"/>
                  </a:cubicBezTo>
                  <a:cubicBezTo>
                    <a:pt x="249" y="606"/>
                    <a:pt x="286" y="612"/>
                    <a:pt x="323" y="612"/>
                  </a:cubicBezTo>
                  <a:cubicBezTo>
                    <a:pt x="384" y="612"/>
                    <a:pt x="442" y="596"/>
                    <a:pt x="494" y="557"/>
                  </a:cubicBezTo>
                  <a:cubicBezTo>
                    <a:pt x="722" y="387"/>
                    <a:pt x="596" y="87"/>
                    <a:pt x="418" y="20"/>
                  </a:cubicBezTo>
                  <a:cubicBezTo>
                    <a:pt x="382" y="6"/>
                    <a:pt x="346" y="0"/>
                    <a:pt x="311" y="0"/>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16"/>
            <p:cNvSpPr/>
            <p:nvPr/>
          </p:nvSpPr>
          <p:spPr>
            <a:xfrm>
              <a:off x="2751731" y="4079650"/>
              <a:ext cx="638516" cy="558031"/>
            </a:xfrm>
            <a:custGeom>
              <a:rect b="b" l="l" r="r" t="t"/>
              <a:pathLst>
                <a:path extrusionOk="0" h="534" w="611">
                  <a:moveTo>
                    <a:pt x="247" y="0"/>
                  </a:moveTo>
                  <a:cubicBezTo>
                    <a:pt x="117" y="0"/>
                    <a:pt x="10" y="106"/>
                    <a:pt x="4" y="254"/>
                  </a:cubicBezTo>
                  <a:cubicBezTo>
                    <a:pt x="1" y="360"/>
                    <a:pt x="79" y="483"/>
                    <a:pt x="181" y="518"/>
                  </a:cubicBezTo>
                  <a:cubicBezTo>
                    <a:pt x="214" y="528"/>
                    <a:pt x="246" y="534"/>
                    <a:pt x="277" y="534"/>
                  </a:cubicBezTo>
                  <a:cubicBezTo>
                    <a:pt x="328" y="534"/>
                    <a:pt x="377" y="519"/>
                    <a:pt x="422" y="487"/>
                  </a:cubicBezTo>
                  <a:cubicBezTo>
                    <a:pt x="611" y="345"/>
                    <a:pt x="497" y="81"/>
                    <a:pt x="347" y="21"/>
                  </a:cubicBezTo>
                  <a:cubicBezTo>
                    <a:pt x="313" y="7"/>
                    <a:pt x="279" y="0"/>
                    <a:pt x="247" y="0"/>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16"/>
            <p:cNvSpPr/>
            <p:nvPr/>
          </p:nvSpPr>
          <p:spPr>
            <a:xfrm>
              <a:off x="1802840" y="5085985"/>
              <a:ext cx="2642894" cy="248711"/>
            </a:xfrm>
            <a:custGeom>
              <a:rect b="b" l="l" r="r" t="t"/>
              <a:pathLst>
                <a:path extrusionOk="0" h="238" w="2529">
                  <a:moveTo>
                    <a:pt x="13" y="1"/>
                  </a:moveTo>
                  <a:cubicBezTo>
                    <a:pt x="9" y="1"/>
                    <a:pt x="5" y="5"/>
                    <a:pt x="1" y="12"/>
                  </a:cubicBezTo>
                  <a:cubicBezTo>
                    <a:pt x="1" y="17"/>
                    <a:pt x="5" y="24"/>
                    <a:pt x="13" y="24"/>
                  </a:cubicBezTo>
                  <a:lnTo>
                    <a:pt x="186" y="41"/>
                  </a:lnTo>
                  <a:cubicBezTo>
                    <a:pt x="190" y="41"/>
                    <a:pt x="199" y="36"/>
                    <a:pt x="199" y="28"/>
                  </a:cubicBezTo>
                  <a:cubicBezTo>
                    <a:pt x="199" y="24"/>
                    <a:pt x="194" y="17"/>
                    <a:pt x="186" y="17"/>
                  </a:cubicBezTo>
                  <a:lnTo>
                    <a:pt x="13" y="1"/>
                  </a:lnTo>
                  <a:close/>
                  <a:moveTo>
                    <a:pt x="360" y="32"/>
                  </a:moveTo>
                  <a:cubicBezTo>
                    <a:pt x="356" y="32"/>
                    <a:pt x="352" y="36"/>
                    <a:pt x="348" y="41"/>
                  </a:cubicBezTo>
                  <a:cubicBezTo>
                    <a:pt x="348" y="48"/>
                    <a:pt x="352" y="52"/>
                    <a:pt x="360" y="52"/>
                  </a:cubicBezTo>
                  <a:lnTo>
                    <a:pt x="534" y="68"/>
                  </a:lnTo>
                  <a:cubicBezTo>
                    <a:pt x="541" y="68"/>
                    <a:pt x="545" y="64"/>
                    <a:pt x="545" y="59"/>
                  </a:cubicBezTo>
                  <a:cubicBezTo>
                    <a:pt x="545" y="52"/>
                    <a:pt x="541" y="48"/>
                    <a:pt x="534" y="48"/>
                  </a:cubicBezTo>
                  <a:lnTo>
                    <a:pt x="360" y="32"/>
                  </a:lnTo>
                  <a:close/>
                  <a:moveTo>
                    <a:pt x="707" y="59"/>
                  </a:moveTo>
                  <a:cubicBezTo>
                    <a:pt x="703" y="59"/>
                    <a:pt x="699" y="64"/>
                    <a:pt x="699" y="72"/>
                  </a:cubicBezTo>
                  <a:cubicBezTo>
                    <a:pt x="696" y="76"/>
                    <a:pt x="703" y="83"/>
                    <a:pt x="707" y="83"/>
                  </a:cubicBezTo>
                  <a:lnTo>
                    <a:pt x="880" y="99"/>
                  </a:lnTo>
                  <a:cubicBezTo>
                    <a:pt x="889" y="99"/>
                    <a:pt x="892" y="95"/>
                    <a:pt x="892" y="88"/>
                  </a:cubicBezTo>
                  <a:cubicBezTo>
                    <a:pt x="892" y="83"/>
                    <a:pt x="889" y="76"/>
                    <a:pt x="885" y="76"/>
                  </a:cubicBezTo>
                  <a:lnTo>
                    <a:pt x="707" y="59"/>
                  </a:lnTo>
                  <a:close/>
                  <a:moveTo>
                    <a:pt x="1058" y="92"/>
                  </a:moveTo>
                  <a:cubicBezTo>
                    <a:pt x="1050" y="92"/>
                    <a:pt x="1046" y="95"/>
                    <a:pt x="1046" y="99"/>
                  </a:cubicBezTo>
                  <a:cubicBezTo>
                    <a:pt x="1042" y="107"/>
                    <a:pt x="1050" y="112"/>
                    <a:pt x="1054" y="112"/>
                  </a:cubicBezTo>
                  <a:lnTo>
                    <a:pt x="1227" y="127"/>
                  </a:lnTo>
                  <a:cubicBezTo>
                    <a:pt x="1235" y="127"/>
                    <a:pt x="1240" y="123"/>
                    <a:pt x="1240" y="119"/>
                  </a:cubicBezTo>
                  <a:cubicBezTo>
                    <a:pt x="1240" y="112"/>
                    <a:pt x="1235" y="107"/>
                    <a:pt x="1231" y="107"/>
                  </a:cubicBezTo>
                  <a:lnTo>
                    <a:pt x="1058" y="92"/>
                  </a:lnTo>
                  <a:close/>
                  <a:moveTo>
                    <a:pt x="1405" y="119"/>
                  </a:moveTo>
                  <a:cubicBezTo>
                    <a:pt x="1397" y="119"/>
                    <a:pt x="1393" y="123"/>
                    <a:pt x="1393" y="130"/>
                  </a:cubicBezTo>
                  <a:cubicBezTo>
                    <a:pt x="1393" y="139"/>
                    <a:pt x="1397" y="143"/>
                    <a:pt x="1401" y="143"/>
                  </a:cubicBezTo>
                  <a:lnTo>
                    <a:pt x="1575" y="159"/>
                  </a:lnTo>
                  <a:cubicBezTo>
                    <a:pt x="1582" y="159"/>
                    <a:pt x="1586" y="154"/>
                    <a:pt x="1586" y="147"/>
                  </a:cubicBezTo>
                  <a:cubicBezTo>
                    <a:pt x="1586" y="143"/>
                    <a:pt x="1582" y="135"/>
                    <a:pt x="1579" y="135"/>
                  </a:cubicBezTo>
                  <a:lnTo>
                    <a:pt x="1405" y="119"/>
                  </a:lnTo>
                  <a:close/>
                  <a:moveTo>
                    <a:pt x="1752" y="150"/>
                  </a:moveTo>
                  <a:cubicBezTo>
                    <a:pt x="1744" y="150"/>
                    <a:pt x="1740" y="154"/>
                    <a:pt x="1740" y="163"/>
                  </a:cubicBezTo>
                  <a:cubicBezTo>
                    <a:pt x="1740" y="166"/>
                    <a:pt x="1744" y="170"/>
                    <a:pt x="1748" y="170"/>
                  </a:cubicBezTo>
                  <a:lnTo>
                    <a:pt x="1921" y="186"/>
                  </a:lnTo>
                  <a:cubicBezTo>
                    <a:pt x="1930" y="186"/>
                    <a:pt x="1933" y="182"/>
                    <a:pt x="1933" y="178"/>
                  </a:cubicBezTo>
                  <a:cubicBezTo>
                    <a:pt x="1933" y="170"/>
                    <a:pt x="1930" y="166"/>
                    <a:pt x="1926" y="166"/>
                  </a:cubicBezTo>
                  <a:lnTo>
                    <a:pt x="1752" y="150"/>
                  </a:lnTo>
                  <a:close/>
                  <a:moveTo>
                    <a:pt x="2095" y="181"/>
                  </a:moveTo>
                  <a:cubicBezTo>
                    <a:pt x="2090" y="181"/>
                    <a:pt x="2087" y="187"/>
                    <a:pt x="2087" y="190"/>
                  </a:cubicBezTo>
                  <a:cubicBezTo>
                    <a:pt x="2087" y="198"/>
                    <a:pt x="2091" y="201"/>
                    <a:pt x="2095" y="201"/>
                  </a:cubicBezTo>
                  <a:lnTo>
                    <a:pt x="2268" y="218"/>
                  </a:lnTo>
                  <a:cubicBezTo>
                    <a:pt x="2276" y="218"/>
                    <a:pt x="2281" y="214"/>
                    <a:pt x="2281" y="206"/>
                  </a:cubicBezTo>
                  <a:cubicBezTo>
                    <a:pt x="2281" y="201"/>
                    <a:pt x="2276" y="194"/>
                    <a:pt x="2272" y="194"/>
                  </a:cubicBezTo>
                  <a:lnTo>
                    <a:pt x="2099" y="182"/>
                  </a:lnTo>
                  <a:cubicBezTo>
                    <a:pt x="2097" y="182"/>
                    <a:pt x="2096" y="181"/>
                    <a:pt x="2095" y="181"/>
                  </a:cubicBezTo>
                  <a:close/>
                  <a:moveTo>
                    <a:pt x="2446" y="210"/>
                  </a:moveTo>
                  <a:cubicBezTo>
                    <a:pt x="2438" y="210"/>
                    <a:pt x="2434" y="214"/>
                    <a:pt x="2434" y="221"/>
                  </a:cubicBezTo>
                  <a:cubicBezTo>
                    <a:pt x="2434" y="225"/>
                    <a:pt x="2438" y="230"/>
                    <a:pt x="2442" y="234"/>
                  </a:cubicBezTo>
                  <a:lnTo>
                    <a:pt x="2517" y="237"/>
                  </a:lnTo>
                  <a:cubicBezTo>
                    <a:pt x="2521" y="237"/>
                    <a:pt x="2525" y="234"/>
                    <a:pt x="2529" y="230"/>
                  </a:cubicBezTo>
                  <a:cubicBezTo>
                    <a:pt x="2529" y="221"/>
                    <a:pt x="2525" y="218"/>
                    <a:pt x="2517" y="218"/>
                  </a:cubicBezTo>
                  <a:lnTo>
                    <a:pt x="2446" y="210"/>
                  </a:lnTo>
                  <a:close/>
                </a:path>
              </a:pathLst>
            </a:cu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16"/>
            <p:cNvSpPr/>
            <p:nvPr/>
          </p:nvSpPr>
          <p:spPr>
            <a:xfrm>
              <a:off x="1778804" y="5539515"/>
              <a:ext cx="2646029" cy="177650"/>
            </a:xfrm>
            <a:custGeom>
              <a:rect b="b" l="l" r="r" t="t"/>
              <a:pathLst>
                <a:path extrusionOk="0" h="170" w="2532">
                  <a:moveTo>
                    <a:pt x="13" y="0"/>
                  </a:moveTo>
                  <a:cubicBezTo>
                    <a:pt x="4" y="0"/>
                    <a:pt x="0" y="9"/>
                    <a:pt x="0" y="13"/>
                  </a:cubicBezTo>
                  <a:cubicBezTo>
                    <a:pt x="0" y="20"/>
                    <a:pt x="4" y="24"/>
                    <a:pt x="13" y="24"/>
                  </a:cubicBezTo>
                  <a:lnTo>
                    <a:pt x="186" y="36"/>
                  </a:lnTo>
                  <a:cubicBezTo>
                    <a:pt x="190" y="36"/>
                    <a:pt x="193" y="28"/>
                    <a:pt x="198" y="24"/>
                  </a:cubicBezTo>
                  <a:cubicBezTo>
                    <a:pt x="198" y="16"/>
                    <a:pt x="190" y="13"/>
                    <a:pt x="186" y="13"/>
                  </a:cubicBezTo>
                  <a:lnTo>
                    <a:pt x="13" y="0"/>
                  </a:lnTo>
                  <a:close/>
                  <a:moveTo>
                    <a:pt x="357" y="23"/>
                  </a:moveTo>
                  <a:cubicBezTo>
                    <a:pt x="353" y="23"/>
                    <a:pt x="348" y="29"/>
                    <a:pt x="348" y="32"/>
                  </a:cubicBezTo>
                  <a:cubicBezTo>
                    <a:pt x="348" y="40"/>
                    <a:pt x="351" y="44"/>
                    <a:pt x="359" y="44"/>
                  </a:cubicBezTo>
                  <a:lnTo>
                    <a:pt x="533" y="56"/>
                  </a:lnTo>
                  <a:cubicBezTo>
                    <a:pt x="537" y="56"/>
                    <a:pt x="544" y="51"/>
                    <a:pt x="544" y="44"/>
                  </a:cubicBezTo>
                  <a:cubicBezTo>
                    <a:pt x="544" y="40"/>
                    <a:pt x="541" y="32"/>
                    <a:pt x="533" y="32"/>
                  </a:cubicBezTo>
                  <a:lnTo>
                    <a:pt x="359" y="24"/>
                  </a:lnTo>
                  <a:cubicBezTo>
                    <a:pt x="358" y="23"/>
                    <a:pt x="357" y="23"/>
                    <a:pt x="357" y="23"/>
                  </a:cubicBezTo>
                  <a:close/>
                  <a:moveTo>
                    <a:pt x="706" y="44"/>
                  </a:moveTo>
                  <a:cubicBezTo>
                    <a:pt x="703" y="44"/>
                    <a:pt x="695" y="48"/>
                    <a:pt x="695" y="51"/>
                  </a:cubicBezTo>
                  <a:cubicBezTo>
                    <a:pt x="695" y="60"/>
                    <a:pt x="699" y="64"/>
                    <a:pt x="706" y="64"/>
                  </a:cubicBezTo>
                  <a:lnTo>
                    <a:pt x="879" y="75"/>
                  </a:lnTo>
                  <a:cubicBezTo>
                    <a:pt x="888" y="75"/>
                    <a:pt x="892" y="71"/>
                    <a:pt x="892" y="64"/>
                  </a:cubicBezTo>
                  <a:cubicBezTo>
                    <a:pt x="892" y="60"/>
                    <a:pt x="888" y="51"/>
                    <a:pt x="879" y="51"/>
                  </a:cubicBezTo>
                  <a:lnTo>
                    <a:pt x="706" y="44"/>
                  </a:lnTo>
                  <a:close/>
                  <a:moveTo>
                    <a:pt x="1057" y="64"/>
                  </a:moveTo>
                  <a:cubicBezTo>
                    <a:pt x="1050" y="64"/>
                    <a:pt x="1045" y="67"/>
                    <a:pt x="1045" y="71"/>
                  </a:cubicBezTo>
                  <a:cubicBezTo>
                    <a:pt x="1045" y="80"/>
                    <a:pt x="1050" y="84"/>
                    <a:pt x="1054" y="84"/>
                  </a:cubicBezTo>
                  <a:lnTo>
                    <a:pt x="1227" y="95"/>
                  </a:lnTo>
                  <a:cubicBezTo>
                    <a:pt x="1234" y="95"/>
                    <a:pt x="1239" y="91"/>
                    <a:pt x="1239" y="84"/>
                  </a:cubicBezTo>
                  <a:cubicBezTo>
                    <a:pt x="1239" y="80"/>
                    <a:pt x="1234" y="71"/>
                    <a:pt x="1231" y="71"/>
                  </a:cubicBezTo>
                  <a:lnTo>
                    <a:pt x="1057" y="64"/>
                  </a:lnTo>
                  <a:close/>
                  <a:moveTo>
                    <a:pt x="1405" y="84"/>
                  </a:moveTo>
                  <a:cubicBezTo>
                    <a:pt x="1396" y="84"/>
                    <a:pt x="1392" y="87"/>
                    <a:pt x="1392" y="95"/>
                  </a:cubicBezTo>
                  <a:cubicBezTo>
                    <a:pt x="1392" y="99"/>
                    <a:pt x="1396" y="103"/>
                    <a:pt x="1400" y="103"/>
                  </a:cubicBezTo>
                  <a:lnTo>
                    <a:pt x="1578" y="115"/>
                  </a:lnTo>
                  <a:cubicBezTo>
                    <a:pt x="1582" y="115"/>
                    <a:pt x="1585" y="111"/>
                    <a:pt x="1589" y="103"/>
                  </a:cubicBezTo>
                  <a:cubicBezTo>
                    <a:pt x="1589" y="99"/>
                    <a:pt x="1582" y="95"/>
                    <a:pt x="1578" y="91"/>
                  </a:cubicBezTo>
                  <a:lnTo>
                    <a:pt x="1405" y="84"/>
                  </a:lnTo>
                  <a:close/>
                  <a:moveTo>
                    <a:pt x="1751" y="103"/>
                  </a:moveTo>
                  <a:cubicBezTo>
                    <a:pt x="1747" y="103"/>
                    <a:pt x="1740" y="107"/>
                    <a:pt x="1740" y="115"/>
                  </a:cubicBezTo>
                  <a:cubicBezTo>
                    <a:pt x="1740" y="119"/>
                    <a:pt x="1743" y="122"/>
                    <a:pt x="1751" y="127"/>
                  </a:cubicBezTo>
                  <a:lnTo>
                    <a:pt x="1925" y="135"/>
                  </a:lnTo>
                  <a:cubicBezTo>
                    <a:pt x="1929" y="135"/>
                    <a:pt x="1937" y="131"/>
                    <a:pt x="1937" y="122"/>
                  </a:cubicBezTo>
                  <a:cubicBezTo>
                    <a:pt x="1937" y="119"/>
                    <a:pt x="1933" y="115"/>
                    <a:pt x="1925" y="115"/>
                  </a:cubicBezTo>
                  <a:lnTo>
                    <a:pt x="1751" y="103"/>
                  </a:lnTo>
                  <a:close/>
                  <a:moveTo>
                    <a:pt x="2098" y="122"/>
                  </a:moveTo>
                  <a:cubicBezTo>
                    <a:pt x="2095" y="122"/>
                    <a:pt x="2086" y="127"/>
                    <a:pt x="2086" y="135"/>
                  </a:cubicBezTo>
                  <a:cubicBezTo>
                    <a:pt x="2086" y="138"/>
                    <a:pt x="2091" y="146"/>
                    <a:pt x="2098" y="146"/>
                  </a:cubicBezTo>
                  <a:lnTo>
                    <a:pt x="2272" y="154"/>
                  </a:lnTo>
                  <a:cubicBezTo>
                    <a:pt x="2280" y="154"/>
                    <a:pt x="2284" y="151"/>
                    <a:pt x="2284" y="146"/>
                  </a:cubicBezTo>
                  <a:cubicBezTo>
                    <a:pt x="2284" y="138"/>
                    <a:pt x="2280" y="135"/>
                    <a:pt x="2272" y="135"/>
                  </a:cubicBezTo>
                  <a:lnTo>
                    <a:pt x="2098" y="122"/>
                  </a:lnTo>
                  <a:close/>
                  <a:moveTo>
                    <a:pt x="2449" y="142"/>
                  </a:moveTo>
                  <a:cubicBezTo>
                    <a:pt x="2441" y="142"/>
                    <a:pt x="2437" y="146"/>
                    <a:pt x="2437" y="154"/>
                  </a:cubicBezTo>
                  <a:cubicBezTo>
                    <a:pt x="2437" y="158"/>
                    <a:pt x="2441" y="166"/>
                    <a:pt x="2446" y="166"/>
                  </a:cubicBezTo>
                  <a:lnTo>
                    <a:pt x="2520" y="170"/>
                  </a:lnTo>
                  <a:cubicBezTo>
                    <a:pt x="2524" y="170"/>
                    <a:pt x="2528" y="166"/>
                    <a:pt x="2528" y="158"/>
                  </a:cubicBezTo>
                  <a:cubicBezTo>
                    <a:pt x="2532" y="154"/>
                    <a:pt x="2524" y="146"/>
                    <a:pt x="2520" y="146"/>
                  </a:cubicBezTo>
                  <a:lnTo>
                    <a:pt x="2449" y="142"/>
                  </a:lnTo>
                  <a:close/>
                </a:path>
              </a:pathLst>
            </a:cu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16"/>
            <p:cNvSpPr/>
            <p:nvPr/>
          </p:nvSpPr>
          <p:spPr>
            <a:xfrm>
              <a:off x="1704607" y="5959605"/>
              <a:ext cx="2642894" cy="203775"/>
            </a:xfrm>
            <a:custGeom>
              <a:rect b="b" l="l" r="r" t="t"/>
              <a:pathLst>
                <a:path extrusionOk="0" h="195" w="2529">
                  <a:moveTo>
                    <a:pt x="13" y="0"/>
                  </a:moveTo>
                  <a:cubicBezTo>
                    <a:pt x="4" y="0"/>
                    <a:pt x="0" y="4"/>
                    <a:pt x="0" y="9"/>
                  </a:cubicBezTo>
                  <a:cubicBezTo>
                    <a:pt x="0" y="17"/>
                    <a:pt x="4" y="20"/>
                    <a:pt x="9" y="20"/>
                  </a:cubicBezTo>
                  <a:lnTo>
                    <a:pt x="182" y="33"/>
                  </a:lnTo>
                  <a:cubicBezTo>
                    <a:pt x="183" y="33"/>
                    <a:pt x="185" y="34"/>
                    <a:pt x="186" y="34"/>
                  </a:cubicBezTo>
                  <a:cubicBezTo>
                    <a:pt x="191" y="34"/>
                    <a:pt x="193" y="27"/>
                    <a:pt x="193" y="24"/>
                  </a:cubicBezTo>
                  <a:cubicBezTo>
                    <a:pt x="198" y="17"/>
                    <a:pt x="190" y="13"/>
                    <a:pt x="186" y="13"/>
                  </a:cubicBezTo>
                  <a:lnTo>
                    <a:pt x="13" y="0"/>
                  </a:lnTo>
                  <a:close/>
                  <a:moveTo>
                    <a:pt x="359" y="24"/>
                  </a:moveTo>
                  <a:cubicBezTo>
                    <a:pt x="351" y="24"/>
                    <a:pt x="348" y="28"/>
                    <a:pt x="348" y="36"/>
                  </a:cubicBezTo>
                  <a:cubicBezTo>
                    <a:pt x="348" y="40"/>
                    <a:pt x="351" y="44"/>
                    <a:pt x="359" y="44"/>
                  </a:cubicBezTo>
                  <a:lnTo>
                    <a:pt x="533" y="60"/>
                  </a:lnTo>
                  <a:cubicBezTo>
                    <a:pt x="537" y="60"/>
                    <a:pt x="541" y="52"/>
                    <a:pt x="544" y="48"/>
                  </a:cubicBezTo>
                  <a:cubicBezTo>
                    <a:pt x="544" y="40"/>
                    <a:pt x="541" y="36"/>
                    <a:pt x="533" y="36"/>
                  </a:cubicBezTo>
                  <a:lnTo>
                    <a:pt x="359" y="24"/>
                  </a:lnTo>
                  <a:close/>
                  <a:moveTo>
                    <a:pt x="706" y="48"/>
                  </a:moveTo>
                  <a:cubicBezTo>
                    <a:pt x="703" y="48"/>
                    <a:pt x="695" y="52"/>
                    <a:pt x="695" y="60"/>
                  </a:cubicBezTo>
                  <a:cubicBezTo>
                    <a:pt x="695" y="64"/>
                    <a:pt x="699" y="68"/>
                    <a:pt x="706" y="71"/>
                  </a:cubicBezTo>
                  <a:lnTo>
                    <a:pt x="879" y="84"/>
                  </a:lnTo>
                  <a:cubicBezTo>
                    <a:pt x="884" y="84"/>
                    <a:pt x="892" y="80"/>
                    <a:pt x="892" y="71"/>
                  </a:cubicBezTo>
                  <a:cubicBezTo>
                    <a:pt x="892" y="68"/>
                    <a:pt x="888" y="60"/>
                    <a:pt x="879" y="60"/>
                  </a:cubicBezTo>
                  <a:lnTo>
                    <a:pt x="706" y="48"/>
                  </a:lnTo>
                  <a:close/>
                  <a:moveTo>
                    <a:pt x="1054" y="71"/>
                  </a:moveTo>
                  <a:cubicBezTo>
                    <a:pt x="1050" y="71"/>
                    <a:pt x="1041" y="75"/>
                    <a:pt x="1041" y="84"/>
                  </a:cubicBezTo>
                  <a:cubicBezTo>
                    <a:pt x="1041" y="87"/>
                    <a:pt x="1045" y="95"/>
                    <a:pt x="1054" y="95"/>
                  </a:cubicBezTo>
                  <a:lnTo>
                    <a:pt x="1227" y="107"/>
                  </a:lnTo>
                  <a:cubicBezTo>
                    <a:pt x="1234" y="107"/>
                    <a:pt x="1239" y="104"/>
                    <a:pt x="1239" y="95"/>
                  </a:cubicBezTo>
                  <a:cubicBezTo>
                    <a:pt x="1239" y="91"/>
                    <a:pt x="1234" y="84"/>
                    <a:pt x="1227" y="84"/>
                  </a:cubicBezTo>
                  <a:lnTo>
                    <a:pt x="1054" y="71"/>
                  </a:lnTo>
                  <a:close/>
                  <a:moveTo>
                    <a:pt x="1400" y="95"/>
                  </a:moveTo>
                  <a:cubicBezTo>
                    <a:pt x="1396" y="95"/>
                    <a:pt x="1392" y="99"/>
                    <a:pt x="1392" y="107"/>
                  </a:cubicBezTo>
                  <a:cubicBezTo>
                    <a:pt x="1389" y="111"/>
                    <a:pt x="1396" y="119"/>
                    <a:pt x="1400" y="119"/>
                  </a:cubicBezTo>
                  <a:lnTo>
                    <a:pt x="1574" y="131"/>
                  </a:lnTo>
                  <a:cubicBezTo>
                    <a:pt x="1582" y="131"/>
                    <a:pt x="1585" y="127"/>
                    <a:pt x="1585" y="119"/>
                  </a:cubicBezTo>
                  <a:cubicBezTo>
                    <a:pt x="1585" y="115"/>
                    <a:pt x="1582" y="107"/>
                    <a:pt x="1578" y="107"/>
                  </a:cubicBezTo>
                  <a:lnTo>
                    <a:pt x="1400" y="95"/>
                  </a:lnTo>
                  <a:close/>
                  <a:moveTo>
                    <a:pt x="1751" y="119"/>
                  </a:moveTo>
                  <a:cubicBezTo>
                    <a:pt x="1744" y="119"/>
                    <a:pt x="1740" y="123"/>
                    <a:pt x="1740" y="131"/>
                  </a:cubicBezTo>
                  <a:cubicBezTo>
                    <a:pt x="1740" y="139"/>
                    <a:pt x="1744" y="142"/>
                    <a:pt x="1747" y="142"/>
                  </a:cubicBezTo>
                  <a:lnTo>
                    <a:pt x="1920" y="155"/>
                  </a:lnTo>
                  <a:cubicBezTo>
                    <a:pt x="1929" y="155"/>
                    <a:pt x="1933" y="151"/>
                    <a:pt x="1933" y="142"/>
                  </a:cubicBezTo>
                  <a:cubicBezTo>
                    <a:pt x="1933" y="139"/>
                    <a:pt x="1929" y="135"/>
                    <a:pt x="1925" y="135"/>
                  </a:cubicBezTo>
                  <a:lnTo>
                    <a:pt x="1751" y="119"/>
                  </a:lnTo>
                  <a:close/>
                  <a:moveTo>
                    <a:pt x="2095" y="145"/>
                  </a:moveTo>
                  <a:cubicBezTo>
                    <a:pt x="2089" y="145"/>
                    <a:pt x="2086" y="152"/>
                    <a:pt x="2086" y="155"/>
                  </a:cubicBezTo>
                  <a:cubicBezTo>
                    <a:pt x="2086" y="162"/>
                    <a:pt x="2091" y="166"/>
                    <a:pt x="2095" y="166"/>
                  </a:cubicBezTo>
                  <a:lnTo>
                    <a:pt x="2272" y="178"/>
                  </a:lnTo>
                  <a:cubicBezTo>
                    <a:pt x="2275" y="178"/>
                    <a:pt x="2280" y="175"/>
                    <a:pt x="2280" y="170"/>
                  </a:cubicBezTo>
                  <a:cubicBezTo>
                    <a:pt x="2284" y="162"/>
                    <a:pt x="2275" y="158"/>
                    <a:pt x="2272" y="158"/>
                  </a:cubicBezTo>
                  <a:lnTo>
                    <a:pt x="2098" y="146"/>
                  </a:lnTo>
                  <a:cubicBezTo>
                    <a:pt x="2097" y="145"/>
                    <a:pt x="2096" y="145"/>
                    <a:pt x="2095" y="145"/>
                  </a:cubicBezTo>
                  <a:close/>
                  <a:moveTo>
                    <a:pt x="2446" y="170"/>
                  </a:moveTo>
                  <a:cubicBezTo>
                    <a:pt x="2437" y="170"/>
                    <a:pt x="2433" y="175"/>
                    <a:pt x="2433" y="178"/>
                  </a:cubicBezTo>
                  <a:cubicBezTo>
                    <a:pt x="2433" y="186"/>
                    <a:pt x="2437" y="190"/>
                    <a:pt x="2446" y="190"/>
                  </a:cubicBezTo>
                  <a:lnTo>
                    <a:pt x="2517" y="193"/>
                  </a:lnTo>
                  <a:cubicBezTo>
                    <a:pt x="2517" y="194"/>
                    <a:pt x="2518" y="195"/>
                    <a:pt x="2519" y="195"/>
                  </a:cubicBezTo>
                  <a:cubicBezTo>
                    <a:pt x="2523" y="195"/>
                    <a:pt x="2528" y="189"/>
                    <a:pt x="2528" y="186"/>
                  </a:cubicBezTo>
                  <a:cubicBezTo>
                    <a:pt x="2528" y="178"/>
                    <a:pt x="2524" y="175"/>
                    <a:pt x="2517" y="175"/>
                  </a:cubicBezTo>
                  <a:lnTo>
                    <a:pt x="2446" y="170"/>
                  </a:lnTo>
                  <a:close/>
                </a:path>
              </a:pathLst>
            </a:cu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16"/>
            <p:cNvSpPr/>
            <p:nvPr/>
          </p:nvSpPr>
          <p:spPr>
            <a:xfrm>
              <a:off x="1626229" y="6458070"/>
              <a:ext cx="2642894" cy="207955"/>
            </a:xfrm>
            <a:custGeom>
              <a:rect b="b" l="l" r="r" t="t"/>
              <a:pathLst>
                <a:path extrusionOk="0" h="199" w="2529">
                  <a:moveTo>
                    <a:pt x="13" y="0"/>
                  </a:moveTo>
                  <a:cubicBezTo>
                    <a:pt x="4" y="0"/>
                    <a:pt x="1" y="5"/>
                    <a:pt x="1" y="13"/>
                  </a:cubicBezTo>
                  <a:cubicBezTo>
                    <a:pt x="1" y="16"/>
                    <a:pt x="4" y="24"/>
                    <a:pt x="8" y="24"/>
                  </a:cubicBezTo>
                  <a:lnTo>
                    <a:pt x="182" y="36"/>
                  </a:lnTo>
                  <a:cubicBezTo>
                    <a:pt x="190" y="36"/>
                    <a:pt x="194" y="33"/>
                    <a:pt x="194" y="24"/>
                  </a:cubicBezTo>
                  <a:cubicBezTo>
                    <a:pt x="194" y="20"/>
                    <a:pt x="190" y="13"/>
                    <a:pt x="186" y="13"/>
                  </a:cubicBezTo>
                  <a:lnTo>
                    <a:pt x="13" y="0"/>
                  </a:lnTo>
                  <a:close/>
                  <a:moveTo>
                    <a:pt x="359" y="24"/>
                  </a:moveTo>
                  <a:cubicBezTo>
                    <a:pt x="352" y="24"/>
                    <a:pt x="348" y="29"/>
                    <a:pt x="348" y="36"/>
                  </a:cubicBezTo>
                  <a:cubicBezTo>
                    <a:pt x="348" y="44"/>
                    <a:pt x="352" y="48"/>
                    <a:pt x="359" y="48"/>
                  </a:cubicBezTo>
                  <a:lnTo>
                    <a:pt x="533" y="60"/>
                  </a:lnTo>
                  <a:cubicBezTo>
                    <a:pt x="537" y="60"/>
                    <a:pt x="541" y="56"/>
                    <a:pt x="545" y="48"/>
                  </a:cubicBezTo>
                  <a:cubicBezTo>
                    <a:pt x="545" y="44"/>
                    <a:pt x="541" y="40"/>
                    <a:pt x="533" y="36"/>
                  </a:cubicBezTo>
                  <a:lnTo>
                    <a:pt x="359" y="24"/>
                  </a:lnTo>
                  <a:close/>
                  <a:moveTo>
                    <a:pt x="704" y="51"/>
                  </a:moveTo>
                  <a:cubicBezTo>
                    <a:pt x="700" y="51"/>
                    <a:pt x="694" y="57"/>
                    <a:pt x="694" y="60"/>
                  </a:cubicBezTo>
                  <a:cubicBezTo>
                    <a:pt x="694" y="68"/>
                    <a:pt x="699" y="71"/>
                    <a:pt x="707" y="71"/>
                  </a:cubicBezTo>
                  <a:lnTo>
                    <a:pt x="880" y="84"/>
                  </a:lnTo>
                  <a:cubicBezTo>
                    <a:pt x="884" y="84"/>
                    <a:pt x="892" y="80"/>
                    <a:pt x="892" y="76"/>
                  </a:cubicBezTo>
                  <a:cubicBezTo>
                    <a:pt x="892" y="68"/>
                    <a:pt x="888" y="64"/>
                    <a:pt x="880" y="64"/>
                  </a:cubicBezTo>
                  <a:lnTo>
                    <a:pt x="707" y="52"/>
                  </a:lnTo>
                  <a:cubicBezTo>
                    <a:pt x="706" y="51"/>
                    <a:pt x="705" y="51"/>
                    <a:pt x="704" y="51"/>
                  </a:cubicBezTo>
                  <a:close/>
                  <a:moveTo>
                    <a:pt x="1054" y="76"/>
                  </a:moveTo>
                  <a:cubicBezTo>
                    <a:pt x="1049" y="76"/>
                    <a:pt x="1042" y="80"/>
                    <a:pt x="1042" y="84"/>
                  </a:cubicBezTo>
                  <a:cubicBezTo>
                    <a:pt x="1042" y="91"/>
                    <a:pt x="1045" y="95"/>
                    <a:pt x="1054" y="95"/>
                  </a:cubicBezTo>
                  <a:lnTo>
                    <a:pt x="1227" y="107"/>
                  </a:lnTo>
                  <a:cubicBezTo>
                    <a:pt x="1231" y="107"/>
                    <a:pt x="1238" y="104"/>
                    <a:pt x="1238" y="100"/>
                  </a:cubicBezTo>
                  <a:cubicBezTo>
                    <a:pt x="1238" y="91"/>
                    <a:pt x="1235" y="87"/>
                    <a:pt x="1227" y="87"/>
                  </a:cubicBezTo>
                  <a:lnTo>
                    <a:pt x="1054" y="76"/>
                  </a:lnTo>
                  <a:close/>
                  <a:moveTo>
                    <a:pt x="1400" y="100"/>
                  </a:moveTo>
                  <a:cubicBezTo>
                    <a:pt x="1396" y="100"/>
                    <a:pt x="1393" y="104"/>
                    <a:pt x="1389" y="107"/>
                  </a:cubicBezTo>
                  <a:cubicBezTo>
                    <a:pt x="1389" y="115"/>
                    <a:pt x="1396" y="119"/>
                    <a:pt x="1400" y="119"/>
                  </a:cubicBezTo>
                  <a:lnTo>
                    <a:pt x="1574" y="131"/>
                  </a:lnTo>
                  <a:cubicBezTo>
                    <a:pt x="1582" y="131"/>
                    <a:pt x="1586" y="127"/>
                    <a:pt x="1586" y="123"/>
                  </a:cubicBezTo>
                  <a:cubicBezTo>
                    <a:pt x="1586" y="115"/>
                    <a:pt x="1582" y="111"/>
                    <a:pt x="1578" y="111"/>
                  </a:cubicBezTo>
                  <a:lnTo>
                    <a:pt x="1400" y="100"/>
                  </a:lnTo>
                  <a:close/>
                  <a:moveTo>
                    <a:pt x="1751" y="123"/>
                  </a:moveTo>
                  <a:cubicBezTo>
                    <a:pt x="1744" y="123"/>
                    <a:pt x="1740" y="127"/>
                    <a:pt x="1740" y="131"/>
                  </a:cubicBezTo>
                  <a:cubicBezTo>
                    <a:pt x="1740" y="139"/>
                    <a:pt x="1744" y="142"/>
                    <a:pt x="1748" y="142"/>
                  </a:cubicBezTo>
                  <a:lnTo>
                    <a:pt x="1921" y="158"/>
                  </a:lnTo>
                  <a:cubicBezTo>
                    <a:pt x="1929" y="158"/>
                    <a:pt x="1933" y="151"/>
                    <a:pt x="1933" y="147"/>
                  </a:cubicBezTo>
                  <a:cubicBezTo>
                    <a:pt x="1933" y="139"/>
                    <a:pt x="1929" y="135"/>
                    <a:pt x="1924" y="135"/>
                  </a:cubicBezTo>
                  <a:lnTo>
                    <a:pt x="1751" y="123"/>
                  </a:lnTo>
                  <a:close/>
                  <a:moveTo>
                    <a:pt x="2099" y="147"/>
                  </a:moveTo>
                  <a:cubicBezTo>
                    <a:pt x="2090" y="147"/>
                    <a:pt x="2086" y="151"/>
                    <a:pt x="2086" y="158"/>
                  </a:cubicBezTo>
                  <a:cubicBezTo>
                    <a:pt x="2086" y="162"/>
                    <a:pt x="2090" y="166"/>
                    <a:pt x="2095" y="171"/>
                  </a:cubicBezTo>
                  <a:lnTo>
                    <a:pt x="2272" y="182"/>
                  </a:lnTo>
                  <a:cubicBezTo>
                    <a:pt x="2276" y="182"/>
                    <a:pt x="2279" y="178"/>
                    <a:pt x="2279" y="171"/>
                  </a:cubicBezTo>
                  <a:cubicBezTo>
                    <a:pt x="2284" y="166"/>
                    <a:pt x="2276" y="158"/>
                    <a:pt x="2272" y="158"/>
                  </a:cubicBezTo>
                  <a:lnTo>
                    <a:pt x="2099" y="147"/>
                  </a:lnTo>
                  <a:close/>
                  <a:moveTo>
                    <a:pt x="2445" y="171"/>
                  </a:moveTo>
                  <a:cubicBezTo>
                    <a:pt x="2437" y="171"/>
                    <a:pt x="2434" y="175"/>
                    <a:pt x="2434" y="182"/>
                  </a:cubicBezTo>
                  <a:cubicBezTo>
                    <a:pt x="2434" y="186"/>
                    <a:pt x="2437" y="194"/>
                    <a:pt x="2445" y="194"/>
                  </a:cubicBezTo>
                  <a:lnTo>
                    <a:pt x="2516" y="198"/>
                  </a:lnTo>
                  <a:cubicBezTo>
                    <a:pt x="2521" y="198"/>
                    <a:pt x="2528" y="194"/>
                    <a:pt x="2528" y="186"/>
                  </a:cubicBezTo>
                  <a:cubicBezTo>
                    <a:pt x="2528" y="182"/>
                    <a:pt x="2524" y="178"/>
                    <a:pt x="2516" y="175"/>
                  </a:cubicBezTo>
                  <a:lnTo>
                    <a:pt x="2445" y="171"/>
                  </a:lnTo>
                  <a:close/>
                </a:path>
              </a:pathLst>
            </a:cu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2_1_1_1">
    <p:spTree>
      <p:nvGrpSpPr>
        <p:cNvPr id="396" name="Shape 396"/>
        <p:cNvGrpSpPr/>
        <p:nvPr/>
      </p:nvGrpSpPr>
      <p:grpSpPr>
        <a:xfrm>
          <a:off x="0" y="0"/>
          <a:ext cx="0" cy="0"/>
          <a:chOff x="0" y="0"/>
          <a:chExt cx="0" cy="0"/>
        </a:xfrm>
      </p:grpSpPr>
      <p:sp>
        <p:nvSpPr>
          <p:cNvPr id="397" name="Google Shape;397;p17"/>
          <p:cNvSpPr txBox="1"/>
          <p:nvPr>
            <p:ph idx="1" type="subTitle"/>
          </p:nvPr>
        </p:nvSpPr>
        <p:spPr>
          <a:xfrm>
            <a:off x="4686488" y="8182125"/>
            <a:ext cx="4247100" cy="1190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lt1"/>
              </a:buClr>
              <a:buSzPts val="3000"/>
              <a:buNone/>
              <a:defRPr/>
            </a:lvl1pPr>
            <a:lvl2pPr lvl="1" rtl="0" algn="ctr">
              <a:lnSpc>
                <a:spcPct val="100000"/>
              </a:lnSpc>
              <a:spcBef>
                <a:spcPts val="0"/>
              </a:spcBef>
              <a:spcAft>
                <a:spcPts val="0"/>
              </a:spcAft>
              <a:buClr>
                <a:schemeClr val="lt1"/>
              </a:buClr>
              <a:buSzPts val="3000"/>
              <a:buNone/>
              <a:defRPr sz="3000">
                <a:solidFill>
                  <a:schemeClr val="lt1"/>
                </a:solidFill>
              </a:defRPr>
            </a:lvl2pPr>
            <a:lvl3pPr lvl="2" rtl="0" algn="ctr">
              <a:lnSpc>
                <a:spcPct val="100000"/>
              </a:lnSpc>
              <a:spcBef>
                <a:spcPts val="0"/>
              </a:spcBef>
              <a:spcAft>
                <a:spcPts val="0"/>
              </a:spcAft>
              <a:buClr>
                <a:schemeClr val="lt1"/>
              </a:buClr>
              <a:buSzPts val="3000"/>
              <a:buNone/>
              <a:defRPr sz="3000">
                <a:solidFill>
                  <a:schemeClr val="lt1"/>
                </a:solidFill>
              </a:defRPr>
            </a:lvl3pPr>
            <a:lvl4pPr lvl="3" rtl="0" algn="ctr">
              <a:lnSpc>
                <a:spcPct val="100000"/>
              </a:lnSpc>
              <a:spcBef>
                <a:spcPts val="0"/>
              </a:spcBef>
              <a:spcAft>
                <a:spcPts val="0"/>
              </a:spcAft>
              <a:buClr>
                <a:schemeClr val="lt1"/>
              </a:buClr>
              <a:buSzPts val="3000"/>
              <a:buNone/>
              <a:defRPr sz="3000">
                <a:solidFill>
                  <a:schemeClr val="lt1"/>
                </a:solidFill>
              </a:defRPr>
            </a:lvl4pPr>
            <a:lvl5pPr lvl="4" rtl="0" algn="ctr">
              <a:lnSpc>
                <a:spcPct val="100000"/>
              </a:lnSpc>
              <a:spcBef>
                <a:spcPts val="0"/>
              </a:spcBef>
              <a:spcAft>
                <a:spcPts val="0"/>
              </a:spcAft>
              <a:buClr>
                <a:schemeClr val="lt1"/>
              </a:buClr>
              <a:buSzPts val="3000"/>
              <a:buNone/>
              <a:defRPr sz="3000">
                <a:solidFill>
                  <a:schemeClr val="lt1"/>
                </a:solidFill>
              </a:defRPr>
            </a:lvl5pPr>
            <a:lvl6pPr lvl="5" rtl="0" algn="ctr">
              <a:lnSpc>
                <a:spcPct val="100000"/>
              </a:lnSpc>
              <a:spcBef>
                <a:spcPts val="0"/>
              </a:spcBef>
              <a:spcAft>
                <a:spcPts val="0"/>
              </a:spcAft>
              <a:buClr>
                <a:schemeClr val="lt1"/>
              </a:buClr>
              <a:buSzPts val="3000"/>
              <a:buNone/>
              <a:defRPr sz="3000">
                <a:solidFill>
                  <a:schemeClr val="lt1"/>
                </a:solidFill>
              </a:defRPr>
            </a:lvl6pPr>
            <a:lvl7pPr lvl="6" rtl="0" algn="ctr">
              <a:lnSpc>
                <a:spcPct val="100000"/>
              </a:lnSpc>
              <a:spcBef>
                <a:spcPts val="0"/>
              </a:spcBef>
              <a:spcAft>
                <a:spcPts val="0"/>
              </a:spcAft>
              <a:buClr>
                <a:schemeClr val="lt1"/>
              </a:buClr>
              <a:buSzPts val="3000"/>
              <a:buNone/>
              <a:defRPr sz="3000">
                <a:solidFill>
                  <a:schemeClr val="lt1"/>
                </a:solidFill>
              </a:defRPr>
            </a:lvl7pPr>
            <a:lvl8pPr lvl="7" rtl="0" algn="ctr">
              <a:lnSpc>
                <a:spcPct val="100000"/>
              </a:lnSpc>
              <a:spcBef>
                <a:spcPts val="0"/>
              </a:spcBef>
              <a:spcAft>
                <a:spcPts val="0"/>
              </a:spcAft>
              <a:buClr>
                <a:schemeClr val="lt1"/>
              </a:buClr>
              <a:buSzPts val="3000"/>
              <a:buNone/>
              <a:defRPr sz="3000">
                <a:solidFill>
                  <a:schemeClr val="lt1"/>
                </a:solidFill>
              </a:defRPr>
            </a:lvl8pPr>
            <a:lvl9pPr lvl="8" rtl="0" algn="ctr">
              <a:lnSpc>
                <a:spcPct val="100000"/>
              </a:lnSpc>
              <a:spcBef>
                <a:spcPts val="0"/>
              </a:spcBef>
              <a:spcAft>
                <a:spcPts val="0"/>
              </a:spcAft>
              <a:buClr>
                <a:schemeClr val="lt1"/>
              </a:buClr>
              <a:buSzPts val="3000"/>
              <a:buNone/>
              <a:defRPr sz="3000">
                <a:solidFill>
                  <a:schemeClr val="lt1"/>
                </a:solidFill>
              </a:defRPr>
            </a:lvl9pPr>
          </a:lstStyle>
          <a:p/>
        </p:txBody>
      </p:sp>
      <p:sp>
        <p:nvSpPr>
          <p:cNvPr id="398" name="Google Shape;398;p17"/>
          <p:cNvSpPr txBox="1"/>
          <p:nvPr>
            <p:ph idx="2" type="subTitle"/>
          </p:nvPr>
        </p:nvSpPr>
        <p:spPr>
          <a:xfrm>
            <a:off x="1807802" y="8512500"/>
            <a:ext cx="2660400" cy="7578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dk1"/>
              </a:buClr>
              <a:buSzPts val="3100"/>
              <a:buFont typeface="Bebas Neue"/>
              <a:buNone/>
              <a:defRPr sz="4600">
                <a:solidFill>
                  <a:schemeClr val="dk2"/>
                </a:solidFill>
                <a:latin typeface="Ranchers"/>
                <a:ea typeface="Ranchers"/>
                <a:cs typeface="Ranchers"/>
                <a:sym typeface="Ranchers"/>
              </a:defRPr>
            </a:lvl1pPr>
            <a:lvl2pPr lvl="1" rtl="0">
              <a:lnSpc>
                <a:spcPct val="100000"/>
              </a:lnSpc>
              <a:spcBef>
                <a:spcPts val="0"/>
              </a:spcBef>
              <a:spcAft>
                <a:spcPts val="0"/>
              </a:spcAft>
              <a:buClr>
                <a:schemeClr val="dk1"/>
              </a:buClr>
              <a:buSzPts val="3100"/>
              <a:buFont typeface="Bebas Neue"/>
              <a:buNone/>
              <a:defRPr sz="31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3100"/>
              <a:buFont typeface="Bebas Neue"/>
              <a:buNone/>
              <a:defRPr sz="31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3100"/>
              <a:buFont typeface="Bebas Neue"/>
              <a:buNone/>
              <a:defRPr sz="31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3100"/>
              <a:buFont typeface="Bebas Neue"/>
              <a:buNone/>
              <a:defRPr sz="31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3100"/>
              <a:buFont typeface="Bebas Neue"/>
              <a:buNone/>
              <a:defRPr sz="31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3100"/>
              <a:buFont typeface="Bebas Neue"/>
              <a:buNone/>
              <a:defRPr sz="31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3100"/>
              <a:buFont typeface="Bebas Neue"/>
              <a:buNone/>
              <a:defRPr sz="31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3100"/>
              <a:buFont typeface="Bebas Neue"/>
              <a:buNone/>
              <a:defRPr sz="3100">
                <a:solidFill>
                  <a:schemeClr val="dk1"/>
                </a:solidFill>
                <a:latin typeface="Bebas Neue"/>
                <a:ea typeface="Bebas Neue"/>
                <a:cs typeface="Bebas Neue"/>
                <a:sym typeface="Bebas Neue"/>
              </a:defRPr>
            </a:lvl9pPr>
          </a:lstStyle>
          <a:p/>
        </p:txBody>
      </p:sp>
      <p:sp>
        <p:nvSpPr>
          <p:cNvPr id="399" name="Google Shape;399;p17"/>
          <p:cNvSpPr txBox="1"/>
          <p:nvPr>
            <p:ph type="title"/>
          </p:nvPr>
        </p:nvSpPr>
        <p:spPr>
          <a:xfrm>
            <a:off x="914400" y="888750"/>
            <a:ext cx="8458200" cy="956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6400"/>
              <a:buNone/>
              <a:defRPr/>
            </a:lvl1pPr>
            <a:lvl2pPr lvl="1" rtl="0">
              <a:lnSpc>
                <a:spcPct val="100000"/>
              </a:lnSpc>
              <a:spcBef>
                <a:spcPts val="0"/>
              </a:spcBef>
              <a:spcAft>
                <a:spcPts val="0"/>
              </a:spcAft>
              <a:buSzPts val="6400"/>
              <a:buNone/>
              <a:defRPr/>
            </a:lvl2pPr>
            <a:lvl3pPr lvl="2" rtl="0">
              <a:lnSpc>
                <a:spcPct val="100000"/>
              </a:lnSpc>
              <a:spcBef>
                <a:spcPts val="0"/>
              </a:spcBef>
              <a:spcAft>
                <a:spcPts val="0"/>
              </a:spcAft>
              <a:buSzPts val="6400"/>
              <a:buNone/>
              <a:defRPr/>
            </a:lvl3pPr>
            <a:lvl4pPr lvl="3" rtl="0">
              <a:lnSpc>
                <a:spcPct val="100000"/>
              </a:lnSpc>
              <a:spcBef>
                <a:spcPts val="0"/>
              </a:spcBef>
              <a:spcAft>
                <a:spcPts val="0"/>
              </a:spcAft>
              <a:buSzPts val="6400"/>
              <a:buNone/>
              <a:defRPr/>
            </a:lvl4pPr>
            <a:lvl5pPr lvl="4" rtl="0">
              <a:lnSpc>
                <a:spcPct val="100000"/>
              </a:lnSpc>
              <a:spcBef>
                <a:spcPts val="0"/>
              </a:spcBef>
              <a:spcAft>
                <a:spcPts val="0"/>
              </a:spcAft>
              <a:buSzPts val="6400"/>
              <a:buNone/>
              <a:defRPr/>
            </a:lvl5pPr>
            <a:lvl6pPr lvl="5" rtl="0">
              <a:lnSpc>
                <a:spcPct val="100000"/>
              </a:lnSpc>
              <a:spcBef>
                <a:spcPts val="0"/>
              </a:spcBef>
              <a:spcAft>
                <a:spcPts val="0"/>
              </a:spcAft>
              <a:buSzPts val="6400"/>
              <a:buNone/>
              <a:defRPr/>
            </a:lvl6pPr>
            <a:lvl7pPr lvl="6" rtl="0">
              <a:lnSpc>
                <a:spcPct val="100000"/>
              </a:lnSpc>
              <a:spcBef>
                <a:spcPts val="0"/>
              </a:spcBef>
              <a:spcAft>
                <a:spcPts val="0"/>
              </a:spcAft>
              <a:buSzPts val="6400"/>
              <a:buNone/>
              <a:defRPr/>
            </a:lvl7pPr>
            <a:lvl8pPr lvl="7" rtl="0">
              <a:lnSpc>
                <a:spcPct val="100000"/>
              </a:lnSpc>
              <a:spcBef>
                <a:spcPts val="0"/>
              </a:spcBef>
              <a:spcAft>
                <a:spcPts val="0"/>
              </a:spcAft>
              <a:buSzPts val="6400"/>
              <a:buNone/>
              <a:defRPr/>
            </a:lvl8pPr>
            <a:lvl9pPr lvl="8" rtl="0">
              <a:lnSpc>
                <a:spcPct val="100000"/>
              </a:lnSpc>
              <a:spcBef>
                <a:spcPts val="0"/>
              </a:spcBef>
              <a:spcAft>
                <a:spcPts val="0"/>
              </a:spcAft>
              <a:buSzPts val="6400"/>
              <a:buNone/>
              <a:defRPr/>
            </a:lvl9pPr>
          </a:lstStyle>
          <a:p/>
        </p:txBody>
      </p:sp>
      <p:sp>
        <p:nvSpPr>
          <p:cNvPr id="400" name="Google Shape;400;p17"/>
          <p:cNvSpPr/>
          <p:nvPr/>
        </p:nvSpPr>
        <p:spPr>
          <a:xfrm>
            <a:off x="1574400" y="9811000"/>
            <a:ext cx="233400" cy="233400"/>
          </a:xfrm>
          <a:prstGeom prst="ellipse">
            <a:avLst/>
          </a:pr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17"/>
          <p:cNvSpPr/>
          <p:nvPr/>
        </p:nvSpPr>
        <p:spPr>
          <a:xfrm flipH="1">
            <a:off x="9290726" y="216760"/>
            <a:ext cx="830723" cy="773578"/>
          </a:xfrm>
          <a:custGeom>
            <a:rect b="b" l="l" r="r" t="t"/>
            <a:pathLst>
              <a:path extrusionOk="0" h="1638" w="1759">
                <a:moveTo>
                  <a:pt x="1074" y="1"/>
                </a:moveTo>
                <a:cubicBezTo>
                  <a:pt x="1067" y="1"/>
                  <a:pt x="1060" y="3"/>
                  <a:pt x="1054" y="5"/>
                </a:cubicBezTo>
                <a:cubicBezTo>
                  <a:pt x="1041" y="18"/>
                  <a:pt x="1025" y="29"/>
                  <a:pt x="1014" y="41"/>
                </a:cubicBezTo>
                <a:cubicBezTo>
                  <a:pt x="1006" y="53"/>
                  <a:pt x="994" y="65"/>
                  <a:pt x="983" y="76"/>
                </a:cubicBezTo>
                <a:cubicBezTo>
                  <a:pt x="947" y="124"/>
                  <a:pt x="912" y="171"/>
                  <a:pt x="872" y="214"/>
                </a:cubicBezTo>
                <a:cubicBezTo>
                  <a:pt x="836" y="262"/>
                  <a:pt x="805" y="309"/>
                  <a:pt x="774" y="356"/>
                </a:cubicBezTo>
                <a:cubicBezTo>
                  <a:pt x="761" y="376"/>
                  <a:pt x="750" y="404"/>
                  <a:pt x="734" y="424"/>
                </a:cubicBezTo>
                <a:cubicBezTo>
                  <a:pt x="723" y="435"/>
                  <a:pt x="710" y="451"/>
                  <a:pt x="703" y="462"/>
                </a:cubicBezTo>
                <a:cubicBezTo>
                  <a:pt x="699" y="473"/>
                  <a:pt x="687" y="508"/>
                  <a:pt x="673" y="508"/>
                </a:cubicBezTo>
                <a:cubicBezTo>
                  <a:pt x="671" y="508"/>
                  <a:pt x="669" y="507"/>
                  <a:pt x="667" y="506"/>
                </a:cubicBezTo>
                <a:cubicBezTo>
                  <a:pt x="659" y="502"/>
                  <a:pt x="659" y="495"/>
                  <a:pt x="652" y="495"/>
                </a:cubicBezTo>
                <a:cubicBezTo>
                  <a:pt x="643" y="495"/>
                  <a:pt x="639" y="498"/>
                  <a:pt x="632" y="498"/>
                </a:cubicBezTo>
                <a:cubicBezTo>
                  <a:pt x="625" y="500"/>
                  <a:pt x="618" y="500"/>
                  <a:pt x="611" y="500"/>
                </a:cubicBezTo>
                <a:cubicBezTo>
                  <a:pt x="596" y="500"/>
                  <a:pt x="582" y="498"/>
                  <a:pt x="568" y="498"/>
                </a:cubicBezTo>
                <a:cubicBezTo>
                  <a:pt x="545" y="495"/>
                  <a:pt x="517" y="491"/>
                  <a:pt x="494" y="491"/>
                </a:cubicBezTo>
                <a:cubicBezTo>
                  <a:pt x="454" y="486"/>
                  <a:pt x="415" y="482"/>
                  <a:pt x="379" y="479"/>
                </a:cubicBezTo>
                <a:cubicBezTo>
                  <a:pt x="359" y="479"/>
                  <a:pt x="339" y="475"/>
                  <a:pt x="320" y="475"/>
                </a:cubicBezTo>
                <a:cubicBezTo>
                  <a:pt x="273" y="471"/>
                  <a:pt x="226" y="462"/>
                  <a:pt x="178" y="462"/>
                </a:cubicBezTo>
                <a:cubicBezTo>
                  <a:pt x="170" y="462"/>
                  <a:pt x="164" y="461"/>
                  <a:pt x="157" y="461"/>
                </a:cubicBezTo>
                <a:cubicBezTo>
                  <a:pt x="154" y="461"/>
                  <a:pt x="150" y="461"/>
                  <a:pt x="146" y="462"/>
                </a:cubicBezTo>
                <a:cubicBezTo>
                  <a:pt x="139" y="462"/>
                  <a:pt x="135" y="462"/>
                  <a:pt x="123" y="459"/>
                </a:cubicBezTo>
                <a:cubicBezTo>
                  <a:pt x="103" y="455"/>
                  <a:pt x="79" y="451"/>
                  <a:pt x="60" y="451"/>
                </a:cubicBezTo>
                <a:cubicBezTo>
                  <a:pt x="48" y="455"/>
                  <a:pt x="36" y="451"/>
                  <a:pt x="28" y="459"/>
                </a:cubicBezTo>
                <a:cubicBezTo>
                  <a:pt x="24" y="462"/>
                  <a:pt x="13" y="471"/>
                  <a:pt x="8" y="479"/>
                </a:cubicBezTo>
                <a:cubicBezTo>
                  <a:pt x="0" y="491"/>
                  <a:pt x="13" y="502"/>
                  <a:pt x="17" y="514"/>
                </a:cubicBezTo>
                <a:cubicBezTo>
                  <a:pt x="24" y="522"/>
                  <a:pt x="28" y="530"/>
                  <a:pt x="36" y="542"/>
                </a:cubicBezTo>
                <a:cubicBezTo>
                  <a:pt x="44" y="553"/>
                  <a:pt x="48" y="562"/>
                  <a:pt x="60" y="573"/>
                </a:cubicBezTo>
                <a:cubicBezTo>
                  <a:pt x="84" y="597"/>
                  <a:pt x="115" y="613"/>
                  <a:pt x="139" y="637"/>
                </a:cubicBezTo>
                <a:cubicBezTo>
                  <a:pt x="162" y="668"/>
                  <a:pt x="182" y="695"/>
                  <a:pt x="210" y="723"/>
                </a:cubicBezTo>
                <a:cubicBezTo>
                  <a:pt x="241" y="751"/>
                  <a:pt x="273" y="775"/>
                  <a:pt x="304" y="802"/>
                </a:cubicBezTo>
                <a:cubicBezTo>
                  <a:pt x="316" y="814"/>
                  <a:pt x="324" y="826"/>
                  <a:pt x="335" y="833"/>
                </a:cubicBezTo>
                <a:cubicBezTo>
                  <a:pt x="344" y="837"/>
                  <a:pt x="352" y="841"/>
                  <a:pt x="355" y="846"/>
                </a:cubicBezTo>
                <a:cubicBezTo>
                  <a:pt x="355" y="849"/>
                  <a:pt x="352" y="857"/>
                  <a:pt x="348" y="861"/>
                </a:cubicBezTo>
                <a:cubicBezTo>
                  <a:pt x="348" y="869"/>
                  <a:pt x="344" y="881"/>
                  <a:pt x="339" y="888"/>
                </a:cubicBezTo>
                <a:cubicBezTo>
                  <a:pt x="316" y="920"/>
                  <a:pt x="297" y="948"/>
                  <a:pt x="281" y="983"/>
                </a:cubicBezTo>
                <a:cubicBezTo>
                  <a:pt x="273" y="999"/>
                  <a:pt x="265" y="1011"/>
                  <a:pt x="261" y="1026"/>
                </a:cubicBezTo>
                <a:cubicBezTo>
                  <a:pt x="253" y="1039"/>
                  <a:pt x="241" y="1050"/>
                  <a:pt x="233" y="1066"/>
                </a:cubicBezTo>
                <a:cubicBezTo>
                  <a:pt x="221" y="1082"/>
                  <a:pt x="213" y="1097"/>
                  <a:pt x="206" y="1110"/>
                </a:cubicBezTo>
                <a:cubicBezTo>
                  <a:pt x="190" y="1130"/>
                  <a:pt x="178" y="1145"/>
                  <a:pt x="166" y="1165"/>
                </a:cubicBezTo>
                <a:cubicBezTo>
                  <a:pt x="159" y="1177"/>
                  <a:pt x="155" y="1188"/>
                  <a:pt x="150" y="1196"/>
                </a:cubicBezTo>
                <a:cubicBezTo>
                  <a:pt x="146" y="1208"/>
                  <a:pt x="139" y="1216"/>
                  <a:pt x="131" y="1228"/>
                </a:cubicBezTo>
                <a:cubicBezTo>
                  <a:pt x="115" y="1248"/>
                  <a:pt x="103" y="1267"/>
                  <a:pt x="91" y="1290"/>
                </a:cubicBezTo>
                <a:cubicBezTo>
                  <a:pt x="84" y="1307"/>
                  <a:pt x="75" y="1326"/>
                  <a:pt x="68" y="1346"/>
                </a:cubicBezTo>
                <a:cubicBezTo>
                  <a:pt x="60" y="1374"/>
                  <a:pt x="44" y="1394"/>
                  <a:pt x="32" y="1417"/>
                </a:cubicBezTo>
                <a:cubicBezTo>
                  <a:pt x="28" y="1421"/>
                  <a:pt x="24" y="1429"/>
                  <a:pt x="28" y="1432"/>
                </a:cubicBezTo>
                <a:cubicBezTo>
                  <a:pt x="28" y="1437"/>
                  <a:pt x="36" y="1441"/>
                  <a:pt x="40" y="1445"/>
                </a:cubicBezTo>
                <a:cubicBezTo>
                  <a:pt x="43" y="1451"/>
                  <a:pt x="46" y="1457"/>
                  <a:pt x="51" y="1457"/>
                </a:cubicBezTo>
                <a:cubicBezTo>
                  <a:pt x="52" y="1457"/>
                  <a:pt x="54" y="1457"/>
                  <a:pt x="55" y="1456"/>
                </a:cubicBezTo>
                <a:cubicBezTo>
                  <a:pt x="75" y="1452"/>
                  <a:pt x="91" y="1445"/>
                  <a:pt x="107" y="1432"/>
                </a:cubicBezTo>
                <a:cubicBezTo>
                  <a:pt x="119" y="1429"/>
                  <a:pt x="126" y="1429"/>
                  <a:pt x="139" y="1429"/>
                </a:cubicBezTo>
                <a:cubicBezTo>
                  <a:pt x="162" y="1425"/>
                  <a:pt x="182" y="1413"/>
                  <a:pt x="202" y="1405"/>
                </a:cubicBezTo>
                <a:cubicBezTo>
                  <a:pt x="253" y="1390"/>
                  <a:pt x="304" y="1374"/>
                  <a:pt x="355" y="1354"/>
                </a:cubicBezTo>
                <a:cubicBezTo>
                  <a:pt x="454" y="1319"/>
                  <a:pt x="552" y="1287"/>
                  <a:pt x="652" y="1252"/>
                </a:cubicBezTo>
                <a:cubicBezTo>
                  <a:pt x="667" y="1287"/>
                  <a:pt x="683" y="1319"/>
                  <a:pt x="706" y="1350"/>
                </a:cubicBezTo>
                <a:cubicBezTo>
                  <a:pt x="770" y="1445"/>
                  <a:pt x="852" y="1523"/>
                  <a:pt x="916" y="1622"/>
                </a:cubicBezTo>
                <a:cubicBezTo>
                  <a:pt x="922" y="1632"/>
                  <a:pt x="934" y="1637"/>
                  <a:pt x="945" y="1637"/>
                </a:cubicBezTo>
                <a:cubicBezTo>
                  <a:pt x="960" y="1637"/>
                  <a:pt x="974" y="1629"/>
                  <a:pt x="978" y="1614"/>
                </a:cubicBezTo>
                <a:cubicBezTo>
                  <a:pt x="1010" y="1508"/>
                  <a:pt x="1034" y="1401"/>
                  <a:pt x="1058" y="1295"/>
                </a:cubicBezTo>
                <a:cubicBezTo>
                  <a:pt x="1069" y="1243"/>
                  <a:pt x="1081" y="1188"/>
                  <a:pt x="1093" y="1137"/>
                </a:cubicBezTo>
                <a:cubicBezTo>
                  <a:pt x="1096" y="1114"/>
                  <a:pt x="1101" y="1086"/>
                  <a:pt x="1105" y="1062"/>
                </a:cubicBezTo>
                <a:lnTo>
                  <a:pt x="1105" y="1050"/>
                </a:lnTo>
                <a:cubicBezTo>
                  <a:pt x="1105" y="1039"/>
                  <a:pt x="1101" y="1026"/>
                  <a:pt x="1105" y="1015"/>
                </a:cubicBezTo>
                <a:cubicBezTo>
                  <a:pt x="1109" y="995"/>
                  <a:pt x="1125" y="983"/>
                  <a:pt x="1140" y="972"/>
                </a:cubicBezTo>
                <a:cubicBezTo>
                  <a:pt x="1164" y="952"/>
                  <a:pt x="1196" y="944"/>
                  <a:pt x="1223" y="932"/>
                </a:cubicBezTo>
                <a:cubicBezTo>
                  <a:pt x="1247" y="920"/>
                  <a:pt x="1270" y="908"/>
                  <a:pt x="1298" y="897"/>
                </a:cubicBezTo>
                <a:cubicBezTo>
                  <a:pt x="1325" y="884"/>
                  <a:pt x="1353" y="873"/>
                  <a:pt x="1385" y="857"/>
                </a:cubicBezTo>
                <a:cubicBezTo>
                  <a:pt x="1409" y="841"/>
                  <a:pt x="1432" y="833"/>
                  <a:pt x="1460" y="826"/>
                </a:cubicBezTo>
                <a:cubicBezTo>
                  <a:pt x="1471" y="822"/>
                  <a:pt x="1483" y="817"/>
                  <a:pt x="1495" y="810"/>
                </a:cubicBezTo>
                <a:cubicBezTo>
                  <a:pt x="1507" y="806"/>
                  <a:pt x="1518" y="798"/>
                  <a:pt x="1531" y="790"/>
                </a:cubicBezTo>
                <a:cubicBezTo>
                  <a:pt x="1574" y="770"/>
                  <a:pt x="1622" y="759"/>
                  <a:pt x="1664" y="735"/>
                </a:cubicBezTo>
                <a:cubicBezTo>
                  <a:pt x="1680" y="727"/>
                  <a:pt x="1696" y="715"/>
                  <a:pt x="1716" y="704"/>
                </a:cubicBezTo>
                <a:cubicBezTo>
                  <a:pt x="1724" y="695"/>
                  <a:pt x="1744" y="684"/>
                  <a:pt x="1751" y="672"/>
                </a:cubicBezTo>
                <a:cubicBezTo>
                  <a:pt x="1759" y="660"/>
                  <a:pt x="1755" y="637"/>
                  <a:pt x="1740" y="628"/>
                </a:cubicBezTo>
                <a:cubicBezTo>
                  <a:pt x="1731" y="620"/>
                  <a:pt x="1711" y="617"/>
                  <a:pt x="1700" y="617"/>
                </a:cubicBezTo>
                <a:lnTo>
                  <a:pt x="1684" y="617"/>
                </a:lnTo>
                <a:cubicBezTo>
                  <a:pt x="1664" y="613"/>
                  <a:pt x="1645" y="609"/>
                  <a:pt x="1625" y="604"/>
                </a:cubicBezTo>
                <a:cubicBezTo>
                  <a:pt x="1605" y="601"/>
                  <a:pt x="1586" y="597"/>
                  <a:pt x="1566" y="593"/>
                </a:cubicBezTo>
                <a:cubicBezTo>
                  <a:pt x="1558" y="589"/>
                  <a:pt x="1542" y="589"/>
                  <a:pt x="1535" y="585"/>
                </a:cubicBezTo>
                <a:cubicBezTo>
                  <a:pt x="1531" y="581"/>
                  <a:pt x="1527" y="577"/>
                  <a:pt x="1518" y="577"/>
                </a:cubicBezTo>
                <a:cubicBezTo>
                  <a:pt x="1495" y="573"/>
                  <a:pt x="1475" y="573"/>
                  <a:pt x="1456" y="573"/>
                </a:cubicBezTo>
                <a:lnTo>
                  <a:pt x="1357" y="573"/>
                </a:lnTo>
                <a:cubicBezTo>
                  <a:pt x="1325" y="573"/>
                  <a:pt x="1294" y="569"/>
                  <a:pt x="1262" y="566"/>
                </a:cubicBezTo>
                <a:cubicBezTo>
                  <a:pt x="1219" y="562"/>
                  <a:pt x="1176" y="562"/>
                  <a:pt x="1136" y="553"/>
                </a:cubicBezTo>
                <a:cubicBezTo>
                  <a:pt x="1120" y="549"/>
                  <a:pt x="1109" y="546"/>
                  <a:pt x="1096" y="546"/>
                </a:cubicBezTo>
                <a:cubicBezTo>
                  <a:pt x="1089" y="546"/>
                  <a:pt x="1081" y="546"/>
                  <a:pt x="1077" y="542"/>
                </a:cubicBezTo>
                <a:cubicBezTo>
                  <a:pt x="1065" y="533"/>
                  <a:pt x="1069" y="518"/>
                  <a:pt x="1069" y="506"/>
                </a:cubicBezTo>
                <a:cubicBezTo>
                  <a:pt x="1069" y="491"/>
                  <a:pt x="1065" y="475"/>
                  <a:pt x="1061" y="459"/>
                </a:cubicBezTo>
                <a:cubicBezTo>
                  <a:pt x="1061" y="439"/>
                  <a:pt x="1065" y="424"/>
                  <a:pt x="1069" y="404"/>
                </a:cubicBezTo>
                <a:cubicBezTo>
                  <a:pt x="1073" y="388"/>
                  <a:pt x="1077" y="373"/>
                  <a:pt x="1077" y="356"/>
                </a:cubicBezTo>
                <a:lnTo>
                  <a:pt x="1077" y="302"/>
                </a:lnTo>
                <a:cubicBezTo>
                  <a:pt x="1081" y="285"/>
                  <a:pt x="1085" y="266"/>
                  <a:pt x="1085" y="249"/>
                </a:cubicBezTo>
                <a:cubicBezTo>
                  <a:pt x="1089" y="226"/>
                  <a:pt x="1085" y="207"/>
                  <a:pt x="1089" y="187"/>
                </a:cubicBezTo>
                <a:cubicBezTo>
                  <a:pt x="1093" y="167"/>
                  <a:pt x="1093" y="151"/>
                  <a:pt x="1096" y="131"/>
                </a:cubicBezTo>
                <a:cubicBezTo>
                  <a:pt x="1101" y="112"/>
                  <a:pt x="1105" y="96"/>
                  <a:pt x="1109" y="76"/>
                </a:cubicBezTo>
                <a:cubicBezTo>
                  <a:pt x="1109" y="56"/>
                  <a:pt x="1109" y="21"/>
                  <a:pt x="1089" y="5"/>
                </a:cubicBezTo>
                <a:cubicBezTo>
                  <a:pt x="1084" y="2"/>
                  <a:pt x="1079" y="1"/>
                  <a:pt x="1074" y="1"/>
                </a:cubicBezTo>
                <a:close/>
              </a:path>
            </a:pathLst>
          </a:custGeom>
          <a:solidFill>
            <a:schemeClr val="accent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17"/>
          <p:cNvSpPr/>
          <p:nvPr/>
        </p:nvSpPr>
        <p:spPr>
          <a:xfrm>
            <a:off x="222832" y="9426669"/>
            <a:ext cx="845836" cy="617729"/>
          </a:xfrm>
          <a:custGeom>
            <a:rect b="b" l="l" r="r" t="t"/>
            <a:pathLst>
              <a:path extrusionOk="0" h="1308" w="1791">
                <a:moveTo>
                  <a:pt x="1141" y="1"/>
                </a:moveTo>
                <a:cubicBezTo>
                  <a:pt x="1135" y="1"/>
                  <a:pt x="1129" y="3"/>
                  <a:pt x="1124" y="6"/>
                </a:cubicBezTo>
                <a:cubicBezTo>
                  <a:pt x="951" y="195"/>
                  <a:pt x="797" y="408"/>
                  <a:pt x="675" y="633"/>
                </a:cubicBezTo>
                <a:cubicBezTo>
                  <a:pt x="576" y="428"/>
                  <a:pt x="478" y="226"/>
                  <a:pt x="379" y="22"/>
                </a:cubicBezTo>
                <a:cubicBezTo>
                  <a:pt x="375" y="14"/>
                  <a:pt x="368" y="10"/>
                  <a:pt x="361" y="10"/>
                </a:cubicBezTo>
                <a:cubicBezTo>
                  <a:pt x="354" y="10"/>
                  <a:pt x="347" y="14"/>
                  <a:pt x="344" y="22"/>
                </a:cubicBezTo>
                <a:cubicBezTo>
                  <a:pt x="273" y="183"/>
                  <a:pt x="209" y="349"/>
                  <a:pt x="158" y="518"/>
                </a:cubicBezTo>
                <a:cubicBezTo>
                  <a:pt x="134" y="589"/>
                  <a:pt x="0" y="873"/>
                  <a:pt x="44" y="944"/>
                </a:cubicBezTo>
                <a:cubicBezTo>
                  <a:pt x="47" y="959"/>
                  <a:pt x="67" y="964"/>
                  <a:pt x="80" y="968"/>
                </a:cubicBezTo>
                <a:cubicBezTo>
                  <a:pt x="331" y="1039"/>
                  <a:pt x="580" y="1101"/>
                  <a:pt x="833" y="1161"/>
                </a:cubicBezTo>
                <a:cubicBezTo>
                  <a:pt x="1010" y="1201"/>
                  <a:pt x="1183" y="1236"/>
                  <a:pt x="1361" y="1272"/>
                </a:cubicBezTo>
                <a:cubicBezTo>
                  <a:pt x="1396" y="1277"/>
                  <a:pt x="1514" y="1308"/>
                  <a:pt x="1585" y="1308"/>
                </a:cubicBezTo>
                <a:cubicBezTo>
                  <a:pt x="1609" y="1308"/>
                  <a:pt x="1628" y="1304"/>
                  <a:pt x="1637" y="1295"/>
                </a:cubicBezTo>
                <a:cubicBezTo>
                  <a:pt x="1656" y="1279"/>
                  <a:pt x="1656" y="1248"/>
                  <a:pt x="1656" y="1220"/>
                </a:cubicBezTo>
                <a:cubicBezTo>
                  <a:pt x="1661" y="924"/>
                  <a:pt x="1779" y="637"/>
                  <a:pt x="1791" y="337"/>
                </a:cubicBezTo>
                <a:lnTo>
                  <a:pt x="1791" y="337"/>
                </a:lnTo>
                <a:cubicBezTo>
                  <a:pt x="1625" y="463"/>
                  <a:pt x="1467" y="597"/>
                  <a:pt x="1294" y="715"/>
                </a:cubicBezTo>
                <a:cubicBezTo>
                  <a:pt x="1321" y="621"/>
                  <a:pt x="1230" y="502"/>
                  <a:pt x="1207" y="412"/>
                </a:cubicBezTo>
                <a:cubicBezTo>
                  <a:pt x="1175" y="282"/>
                  <a:pt x="1159" y="151"/>
                  <a:pt x="1159" y="18"/>
                </a:cubicBezTo>
                <a:cubicBezTo>
                  <a:pt x="1159" y="6"/>
                  <a:pt x="1150" y="1"/>
                  <a:pt x="1141" y="1"/>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17"/>
          <p:cNvSpPr/>
          <p:nvPr/>
        </p:nvSpPr>
        <p:spPr>
          <a:xfrm>
            <a:off x="619075" y="8774700"/>
            <a:ext cx="233400" cy="233400"/>
          </a:xfrm>
          <a:prstGeom prst="ellipse">
            <a:avLst/>
          </a:pr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17"/>
          <p:cNvSpPr/>
          <p:nvPr/>
        </p:nvSpPr>
        <p:spPr>
          <a:xfrm>
            <a:off x="156800" y="8182125"/>
            <a:ext cx="233400" cy="233400"/>
          </a:xfrm>
          <a:prstGeom prst="ellipse">
            <a:avLst/>
          </a:pr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05" name="Google Shape;405;p17"/>
          <p:cNvGrpSpPr/>
          <p:nvPr/>
        </p:nvGrpSpPr>
        <p:grpSpPr>
          <a:xfrm>
            <a:off x="8598238" y="9684638"/>
            <a:ext cx="2663275" cy="447650"/>
            <a:chOff x="2313513" y="9684638"/>
            <a:chExt cx="2663275" cy="447650"/>
          </a:xfrm>
        </p:grpSpPr>
        <p:sp>
          <p:nvSpPr>
            <p:cNvPr id="406" name="Google Shape;406;p17"/>
            <p:cNvSpPr/>
            <p:nvPr/>
          </p:nvSpPr>
          <p:spPr>
            <a:xfrm rot="5400000">
              <a:off x="3616963" y="8772463"/>
              <a:ext cx="56375" cy="2663275"/>
            </a:xfrm>
            <a:custGeom>
              <a:rect b="b" l="l" r="r" t="t"/>
              <a:pathLst>
                <a:path extrusionOk="0" h="106531" w="2255">
                  <a:moveTo>
                    <a:pt x="1515" y="0"/>
                  </a:moveTo>
                  <a:cubicBezTo>
                    <a:pt x="649" y="35503"/>
                    <a:pt x="4406" y="71291"/>
                    <a:pt x="0" y="106531"/>
                  </a:cubicBezTo>
                </a:path>
              </a:pathLst>
            </a:custGeom>
            <a:noFill/>
            <a:ln cap="flat" cmpd="sng" w="28575">
              <a:solidFill>
                <a:schemeClr val="dk1"/>
              </a:solidFill>
              <a:prstDash val="solid"/>
              <a:round/>
              <a:headEnd len="med" w="med" type="none"/>
              <a:tailEnd len="med" w="med" type="none"/>
            </a:ln>
          </p:spPr>
        </p:sp>
        <p:sp>
          <p:nvSpPr>
            <p:cNvPr id="407" name="Google Shape;407;p17"/>
            <p:cNvSpPr/>
            <p:nvPr/>
          </p:nvSpPr>
          <p:spPr>
            <a:xfrm rot="5400000">
              <a:off x="2964375" y="9513425"/>
              <a:ext cx="23625" cy="795200"/>
            </a:xfrm>
            <a:custGeom>
              <a:rect b="b" l="l" r="r" t="t"/>
              <a:pathLst>
                <a:path extrusionOk="0" h="31808" w="945">
                  <a:moveTo>
                    <a:pt x="505" y="0"/>
                  </a:moveTo>
                  <a:cubicBezTo>
                    <a:pt x="1386" y="10567"/>
                    <a:pt x="0" y="21204"/>
                    <a:pt x="0" y="31808"/>
                  </a:cubicBezTo>
                </a:path>
              </a:pathLst>
            </a:custGeom>
            <a:noFill/>
            <a:ln cap="flat" cmpd="sng" w="28575">
              <a:solidFill>
                <a:schemeClr val="dk1"/>
              </a:solidFill>
              <a:prstDash val="solid"/>
              <a:round/>
              <a:headEnd len="med" w="med" type="none"/>
              <a:tailEnd len="med" w="med" type="none"/>
            </a:ln>
          </p:spPr>
        </p:sp>
        <p:sp>
          <p:nvSpPr>
            <p:cNvPr id="408" name="Google Shape;408;p17"/>
            <p:cNvSpPr/>
            <p:nvPr/>
          </p:nvSpPr>
          <p:spPr>
            <a:xfrm rot="5400000">
              <a:off x="3272800" y="8990425"/>
              <a:ext cx="88350" cy="1476775"/>
            </a:xfrm>
            <a:custGeom>
              <a:rect b="b" l="l" r="r" t="t"/>
              <a:pathLst>
                <a:path extrusionOk="0" h="59071" w="3534">
                  <a:moveTo>
                    <a:pt x="0" y="0"/>
                  </a:moveTo>
                  <a:cubicBezTo>
                    <a:pt x="1037" y="19698"/>
                    <a:pt x="3534" y="39345"/>
                    <a:pt x="3534" y="59071"/>
                  </a:cubicBezTo>
                </a:path>
              </a:pathLst>
            </a:custGeom>
            <a:noFill/>
            <a:ln cap="flat" cmpd="sng" w="28575">
              <a:solidFill>
                <a:schemeClr val="dk1"/>
              </a:solidFill>
              <a:prstDash val="solid"/>
              <a:round/>
              <a:headEnd len="med" w="med" type="none"/>
              <a:tailEnd len="med" w="med" type="none"/>
            </a:ln>
          </p:spPr>
        </p:sp>
      </p:grpSp>
      <p:sp>
        <p:nvSpPr>
          <p:cNvPr id="409" name="Google Shape;409;p17"/>
          <p:cNvSpPr/>
          <p:nvPr/>
        </p:nvSpPr>
        <p:spPr>
          <a:xfrm flipH="1" rot="5251105">
            <a:off x="7447596" y="-558532"/>
            <a:ext cx="138855" cy="2158457"/>
          </a:xfrm>
          <a:custGeom>
            <a:rect b="b" l="l" r="r" t="t"/>
            <a:pathLst>
              <a:path extrusionOk="0" h="86335" w="5554">
                <a:moveTo>
                  <a:pt x="0" y="0"/>
                </a:moveTo>
                <a:cubicBezTo>
                  <a:pt x="1919" y="28774"/>
                  <a:pt x="5554" y="57497"/>
                  <a:pt x="5554" y="86335"/>
                </a:cubicBezTo>
              </a:path>
            </a:pathLst>
          </a:custGeom>
          <a:noFill/>
          <a:ln cap="flat" cmpd="sng" w="28575">
            <a:solidFill>
              <a:schemeClr val="dk1"/>
            </a:solidFill>
            <a:prstDash val="solid"/>
            <a:round/>
            <a:headEnd len="med" w="med" type="none"/>
            <a:tailEnd len="med" w="med" type="none"/>
          </a:ln>
        </p:spPr>
      </p:sp>
      <p:sp>
        <p:nvSpPr>
          <p:cNvPr id="410" name="Google Shape;410;p17"/>
          <p:cNvSpPr/>
          <p:nvPr/>
        </p:nvSpPr>
        <p:spPr>
          <a:xfrm flipH="1" rot="5251105">
            <a:off x="8386904" y="-215947"/>
            <a:ext cx="39176" cy="1123393"/>
          </a:xfrm>
          <a:custGeom>
            <a:rect b="b" l="l" r="r" t="t"/>
            <a:pathLst>
              <a:path extrusionOk="0" h="44934" w="1567">
                <a:moveTo>
                  <a:pt x="557" y="0"/>
                </a:moveTo>
                <a:cubicBezTo>
                  <a:pt x="-1098" y="14890"/>
                  <a:pt x="1567" y="29952"/>
                  <a:pt x="1567" y="44934"/>
                </a:cubicBezTo>
              </a:path>
            </a:pathLst>
          </a:custGeom>
          <a:noFill/>
          <a:ln cap="flat" cmpd="sng" w="28575">
            <a:solidFill>
              <a:schemeClr val="dk1"/>
            </a:solidFill>
            <a:prstDash val="solid"/>
            <a:round/>
            <a:headEnd len="med" w="med" type="none"/>
            <a:tailEnd len="med" w="med" type="none"/>
          </a:ln>
        </p:spPr>
      </p:sp>
      <p:sp>
        <p:nvSpPr>
          <p:cNvPr id="411" name="Google Shape;411;p17"/>
          <p:cNvSpPr/>
          <p:nvPr/>
        </p:nvSpPr>
        <p:spPr>
          <a:xfrm flipH="1">
            <a:off x="9888038" y="1168675"/>
            <a:ext cx="233400" cy="233400"/>
          </a:xfrm>
          <a:prstGeom prst="ellipse">
            <a:avLst/>
          </a:pr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12" name="Google Shape;412;p17"/>
          <p:cNvGrpSpPr/>
          <p:nvPr/>
        </p:nvGrpSpPr>
        <p:grpSpPr>
          <a:xfrm rot="-2222989">
            <a:off x="-302622" y="-1315281"/>
            <a:ext cx="1896734" cy="1928954"/>
            <a:chOff x="8016283" y="3354199"/>
            <a:chExt cx="1896763" cy="1928983"/>
          </a:xfrm>
        </p:grpSpPr>
        <p:grpSp>
          <p:nvGrpSpPr>
            <p:cNvPr id="413" name="Google Shape;413;p17"/>
            <p:cNvGrpSpPr/>
            <p:nvPr/>
          </p:nvGrpSpPr>
          <p:grpSpPr>
            <a:xfrm>
              <a:off x="8016283" y="3354199"/>
              <a:ext cx="1896763" cy="1928983"/>
              <a:chOff x="3025183" y="3101074"/>
              <a:chExt cx="1896763" cy="1928983"/>
            </a:xfrm>
          </p:grpSpPr>
          <p:sp>
            <p:nvSpPr>
              <p:cNvPr id="414" name="Google Shape;414;p17"/>
              <p:cNvSpPr/>
              <p:nvPr/>
            </p:nvSpPr>
            <p:spPr>
              <a:xfrm>
                <a:off x="3025183" y="3101074"/>
                <a:ext cx="1896763" cy="1928983"/>
              </a:xfrm>
              <a:custGeom>
                <a:rect b="b" l="l" r="r" t="t"/>
                <a:pathLst>
                  <a:path extrusionOk="0" h="1913" w="1881">
                    <a:moveTo>
                      <a:pt x="1496" y="1"/>
                    </a:moveTo>
                    <a:cubicBezTo>
                      <a:pt x="1477" y="1"/>
                      <a:pt x="1459" y="7"/>
                      <a:pt x="1440" y="16"/>
                    </a:cubicBezTo>
                    <a:cubicBezTo>
                      <a:pt x="1416" y="24"/>
                      <a:pt x="1392" y="31"/>
                      <a:pt x="1364" y="31"/>
                    </a:cubicBezTo>
                    <a:lnTo>
                      <a:pt x="0" y="1573"/>
                    </a:lnTo>
                    <a:cubicBezTo>
                      <a:pt x="24" y="1596"/>
                      <a:pt x="35" y="1629"/>
                      <a:pt x="35" y="1664"/>
                    </a:cubicBezTo>
                    <a:cubicBezTo>
                      <a:pt x="63" y="1667"/>
                      <a:pt x="91" y="1680"/>
                      <a:pt x="115" y="1700"/>
                    </a:cubicBezTo>
                    <a:cubicBezTo>
                      <a:pt x="138" y="1719"/>
                      <a:pt x="153" y="1747"/>
                      <a:pt x="162" y="1774"/>
                    </a:cubicBezTo>
                    <a:cubicBezTo>
                      <a:pt x="201" y="1778"/>
                      <a:pt x="237" y="1782"/>
                      <a:pt x="268" y="1806"/>
                    </a:cubicBezTo>
                    <a:cubicBezTo>
                      <a:pt x="304" y="1833"/>
                      <a:pt x="319" y="1869"/>
                      <a:pt x="323" y="1912"/>
                    </a:cubicBezTo>
                    <a:lnTo>
                      <a:pt x="1880" y="153"/>
                    </a:lnTo>
                    <a:lnTo>
                      <a:pt x="1865" y="138"/>
                    </a:lnTo>
                    <a:cubicBezTo>
                      <a:pt x="1860" y="137"/>
                      <a:pt x="1854" y="136"/>
                      <a:pt x="1849" y="136"/>
                    </a:cubicBezTo>
                    <a:cubicBezTo>
                      <a:pt x="1821" y="136"/>
                      <a:pt x="1793" y="151"/>
                      <a:pt x="1766" y="158"/>
                    </a:cubicBezTo>
                    <a:cubicBezTo>
                      <a:pt x="1753" y="160"/>
                      <a:pt x="1741" y="161"/>
                      <a:pt x="1729" y="161"/>
                    </a:cubicBezTo>
                    <a:cubicBezTo>
                      <a:pt x="1682" y="161"/>
                      <a:pt x="1640" y="143"/>
                      <a:pt x="1609" y="102"/>
                    </a:cubicBezTo>
                    <a:cubicBezTo>
                      <a:pt x="1577" y="71"/>
                      <a:pt x="1558" y="16"/>
                      <a:pt x="1518" y="4"/>
                    </a:cubicBezTo>
                    <a:cubicBezTo>
                      <a:pt x="1510" y="2"/>
                      <a:pt x="1503" y="1"/>
                      <a:pt x="1496" y="1"/>
                    </a:cubicBezTo>
                    <a:close/>
                  </a:path>
                </a:pathLst>
              </a:custGeom>
              <a:solidFill>
                <a:schemeClr val="accent5"/>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17"/>
              <p:cNvSpPr/>
              <p:nvPr/>
            </p:nvSpPr>
            <p:spPr>
              <a:xfrm>
                <a:off x="3398283" y="4396808"/>
                <a:ext cx="132098" cy="147220"/>
              </a:xfrm>
              <a:custGeom>
                <a:rect b="b" l="l" r="r" t="t"/>
                <a:pathLst>
                  <a:path extrusionOk="0" h="146" w="131">
                    <a:moveTo>
                      <a:pt x="131" y="0"/>
                    </a:moveTo>
                    <a:lnTo>
                      <a:pt x="131" y="0"/>
                    </a:lnTo>
                    <a:cubicBezTo>
                      <a:pt x="109" y="24"/>
                      <a:pt x="87" y="48"/>
                      <a:pt x="65" y="73"/>
                    </a:cubicBezTo>
                    <a:lnTo>
                      <a:pt x="131" y="0"/>
                    </a:lnTo>
                    <a:close/>
                    <a:moveTo>
                      <a:pt x="65" y="73"/>
                    </a:moveTo>
                    <a:lnTo>
                      <a:pt x="0" y="146"/>
                    </a:lnTo>
                    <a:cubicBezTo>
                      <a:pt x="22" y="122"/>
                      <a:pt x="44" y="98"/>
                      <a:pt x="65" y="73"/>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17"/>
              <p:cNvSpPr/>
              <p:nvPr/>
            </p:nvSpPr>
            <p:spPr>
              <a:xfrm>
                <a:off x="3560633" y="4511760"/>
                <a:ext cx="72603" cy="61510"/>
              </a:xfrm>
              <a:custGeom>
                <a:rect b="b" l="l" r="r" t="t"/>
                <a:pathLst>
                  <a:path extrusionOk="0" h="61" w="72">
                    <a:moveTo>
                      <a:pt x="1" y="60"/>
                    </a:moveTo>
                    <a:cubicBezTo>
                      <a:pt x="25" y="40"/>
                      <a:pt x="48" y="20"/>
                      <a:pt x="72" y="1"/>
                    </a:cubicBezTo>
                    <a:close/>
                  </a:path>
                </a:pathLst>
              </a:custGeom>
              <a:solidFill>
                <a:srgbClr val="FFF2A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17"/>
              <p:cNvSpPr/>
              <p:nvPr/>
            </p:nvSpPr>
            <p:spPr>
              <a:xfrm>
                <a:off x="4396580" y="3513491"/>
                <a:ext cx="44369" cy="76635"/>
              </a:xfrm>
              <a:custGeom>
                <a:rect b="b" l="l" r="r" t="t"/>
                <a:pathLst>
                  <a:path extrusionOk="0" h="76" w="44">
                    <a:moveTo>
                      <a:pt x="44" y="1"/>
                    </a:moveTo>
                    <a:cubicBezTo>
                      <a:pt x="43" y="2"/>
                      <a:pt x="42" y="3"/>
                      <a:pt x="41" y="4"/>
                    </a:cubicBezTo>
                    <a:lnTo>
                      <a:pt x="41" y="4"/>
                    </a:lnTo>
                    <a:lnTo>
                      <a:pt x="44" y="1"/>
                    </a:lnTo>
                    <a:close/>
                    <a:moveTo>
                      <a:pt x="41" y="4"/>
                    </a:moveTo>
                    <a:lnTo>
                      <a:pt x="0" y="75"/>
                    </a:lnTo>
                    <a:cubicBezTo>
                      <a:pt x="15" y="53"/>
                      <a:pt x="26" y="30"/>
                      <a:pt x="41" y="4"/>
                    </a:cubicBezTo>
                    <a:close/>
                  </a:path>
                </a:pathLst>
              </a:custGeom>
              <a:solidFill>
                <a:srgbClr val="FFF2A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18" name="Google Shape;418;p17"/>
            <p:cNvSpPr/>
            <p:nvPr/>
          </p:nvSpPr>
          <p:spPr>
            <a:xfrm>
              <a:off x="8418775" y="4784875"/>
              <a:ext cx="180875" cy="205550"/>
            </a:xfrm>
            <a:custGeom>
              <a:rect b="b" l="l" r="r" t="t"/>
              <a:pathLst>
                <a:path extrusionOk="0" h="8222" w="7235">
                  <a:moveTo>
                    <a:pt x="7235" y="0"/>
                  </a:moveTo>
                  <a:cubicBezTo>
                    <a:pt x="5044" y="2920"/>
                    <a:pt x="2579" y="5639"/>
                    <a:pt x="0" y="8222"/>
                  </a:cubicBezTo>
                </a:path>
              </a:pathLst>
            </a:custGeom>
            <a:noFill/>
            <a:ln cap="flat" cmpd="sng" w="28575">
              <a:solidFill>
                <a:schemeClr val="dk1"/>
              </a:solidFill>
              <a:prstDash val="solid"/>
              <a:round/>
              <a:headEnd len="med" w="med" type="none"/>
              <a:tailEnd len="med" w="med" type="none"/>
            </a:ln>
          </p:spPr>
        </p:sp>
        <p:sp>
          <p:nvSpPr>
            <p:cNvPr id="419" name="Google Shape;419;p17"/>
            <p:cNvSpPr/>
            <p:nvPr/>
          </p:nvSpPr>
          <p:spPr>
            <a:xfrm>
              <a:off x="8336550" y="4834225"/>
              <a:ext cx="74000" cy="106875"/>
            </a:xfrm>
            <a:custGeom>
              <a:rect b="b" l="l" r="r" t="t"/>
              <a:pathLst>
                <a:path extrusionOk="0" h="4275" w="2960">
                  <a:moveTo>
                    <a:pt x="2960" y="0"/>
                  </a:moveTo>
                  <a:cubicBezTo>
                    <a:pt x="2068" y="1486"/>
                    <a:pt x="961" y="2833"/>
                    <a:pt x="0" y="4275"/>
                  </a:cubicBezTo>
                </a:path>
              </a:pathLst>
            </a:custGeom>
            <a:noFill/>
            <a:ln cap="flat" cmpd="sng" w="28575">
              <a:solidFill>
                <a:schemeClr val="dk1"/>
              </a:solidFill>
              <a:prstDash val="solid"/>
              <a:round/>
              <a:headEnd len="med" w="med" type="none"/>
              <a:tailEnd len="med" w="med" type="none"/>
            </a:ln>
          </p:spPr>
        </p:sp>
        <p:sp>
          <p:nvSpPr>
            <p:cNvPr id="420" name="Google Shape;420;p17"/>
            <p:cNvSpPr/>
            <p:nvPr/>
          </p:nvSpPr>
          <p:spPr>
            <a:xfrm>
              <a:off x="9232700" y="3658550"/>
              <a:ext cx="353525" cy="452175"/>
            </a:xfrm>
            <a:custGeom>
              <a:rect b="b" l="l" r="r" t="t"/>
              <a:pathLst>
                <a:path extrusionOk="0" h="18087" w="14141">
                  <a:moveTo>
                    <a:pt x="14141" y="0"/>
                  </a:moveTo>
                  <a:cubicBezTo>
                    <a:pt x="9241" y="5879"/>
                    <a:pt x="4241" y="11716"/>
                    <a:pt x="0" y="18087"/>
                  </a:cubicBezTo>
                </a:path>
              </a:pathLst>
            </a:custGeom>
            <a:noFill/>
            <a:ln cap="flat" cmpd="sng" w="28575">
              <a:solidFill>
                <a:schemeClr val="dk1"/>
              </a:solidFill>
              <a:prstDash val="solid"/>
              <a:round/>
              <a:headEnd len="med" w="med" type="none"/>
              <a:tailEnd len="med" w="med" type="none"/>
            </a:ln>
          </p:spPr>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2_1_1_1_2_1">
    <p:spTree>
      <p:nvGrpSpPr>
        <p:cNvPr id="421" name="Shape 421"/>
        <p:cNvGrpSpPr/>
        <p:nvPr/>
      </p:nvGrpSpPr>
      <p:grpSpPr>
        <a:xfrm>
          <a:off x="0" y="0"/>
          <a:ext cx="0" cy="0"/>
          <a:chOff x="0" y="0"/>
          <a:chExt cx="0" cy="0"/>
        </a:xfrm>
      </p:grpSpPr>
      <p:sp>
        <p:nvSpPr>
          <p:cNvPr id="422" name="Google Shape;422;p18"/>
          <p:cNvSpPr txBox="1"/>
          <p:nvPr>
            <p:ph idx="1" type="subTitle"/>
          </p:nvPr>
        </p:nvSpPr>
        <p:spPr>
          <a:xfrm>
            <a:off x="914450" y="3839725"/>
            <a:ext cx="3647700" cy="5532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2"/>
              </a:buClr>
              <a:buSzPts val="2800"/>
              <a:buChar char="●"/>
              <a:defRPr>
                <a:solidFill>
                  <a:schemeClr val="dk1"/>
                </a:solidFill>
              </a:defRPr>
            </a:lvl1pPr>
            <a:lvl2pPr lvl="1" rtl="0" algn="ctr">
              <a:lnSpc>
                <a:spcPct val="100000"/>
              </a:lnSpc>
              <a:spcBef>
                <a:spcPts val="0"/>
              </a:spcBef>
              <a:spcAft>
                <a:spcPts val="0"/>
              </a:spcAft>
              <a:buClr>
                <a:schemeClr val="dk1"/>
              </a:buClr>
              <a:buSzPts val="2800"/>
              <a:buChar char="○"/>
              <a:defRPr sz="2800">
                <a:solidFill>
                  <a:schemeClr val="dk1"/>
                </a:solidFill>
              </a:defRPr>
            </a:lvl2pPr>
            <a:lvl3pPr lvl="2" rtl="0" algn="ctr">
              <a:lnSpc>
                <a:spcPct val="100000"/>
              </a:lnSpc>
              <a:spcBef>
                <a:spcPts val="0"/>
              </a:spcBef>
              <a:spcAft>
                <a:spcPts val="0"/>
              </a:spcAft>
              <a:buClr>
                <a:schemeClr val="dk1"/>
              </a:buClr>
              <a:buSzPts val="2800"/>
              <a:buChar char="■"/>
              <a:defRPr sz="2800">
                <a:solidFill>
                  <a:schemeClr val="dk1"/>
                </a:solidFill>
              </a:defRPr>
            </a:lvl3pPr>
            <a:lvl4pPr lvl="3" rtl="0" algn="ctr">
              <a:lnSpc>
                <a:spcPct val="100000"/>
              </a:lnSpc>
              <a:spcBef>
                <a:spcPts val="0"/>
              </a:spcBef>
              <a:spcAft>
                <a:spcPts val="0"/>
              </a:spcAft>
              <a:buClr>
                <a:schemeClr val="dk1"/>
              </a:buClr>
              <a:buSzPts val="2800"/>
              <a:buChar char="●"/>
              <a:defRPr sz="2800">
                <a:solidFill>
                  <a:schemeClr val="dk1"/>
                </a:solidFill>
              </a:defRPr>
            </a:lvl4pPr>
            <a:lvl5pPr lvl="4" rtl="0" algn="ctr">
              <a:lnSpc>
                <a:spcPct val="100000"/>
              </a:lnSpc>
              <a:spcBef>
                <a:spcPts val="0"/>
              </a:spcBef>
              <a:spcAft>
                <a:spcPts val="0"/>
              </a:spcAft>
              <a:buClr>
                <a:schemeClr val="dk1"/>
              </a:buClr>
              <a:buSzPts val="2800"/>
              <a:buChar char="○"/>
              <a:defRPr sz="2800">
                <a:solidFill>
                  <a:schemeClr val="dk1"/>
                </a:solidFill>
              </a:defRPr>
            </a:lvl5pPr>
            <a:lvl6pPr lvl="5" rtl="0" algn="ctr">
              <a:lnSpc>
                <a:spcPct val="100000"/>
              </a:lnSpc>
              <a:spcBef>
                <a:spcPts val="0"/>
              </a:spcBef>
              <a:spcAft>
                <a:spcPts val="0"/>
              </a:spcAft>
              <a:buClr>
                <a:schemeClr val="dk1"/>
              </a:buClr>
              <a:buSzPts val="2800"/>
              <a:buChar char="■"/>
              <a:defRPr sz="2800">
                <a:solidFill>
                  <a:schemeClr val="dk1"/>
                </a:solidFill>
              </a:defRPr>
            </a:lvl6pPr>
            <a:lvl7pPr lvl="6" rtl="0" algn="ctr">
              <a:lnSpc>
                <a:spcPct val="100000"/>
              </a:lnSpc>
              <a:spcBef>
                <a:spcPts val="0"/>
              </a:spcBef>
              <a:spcAft>
                <a:spcPts val="0"/>
              </a:spcAft>
              <a:buClr>
                <a:schemeClr val="dk1"/>
              </a:buClr>
              <a:buSzPts val="2800"/>
              <a:buChar char="●"/>
              <a:defRPr sz="2800">
                <a:solidFill>
                  <a:schemeClr val="dk1"/>
                </a:solidFill>
              </a:defRPr>
            </a:lvl7pPr>
            <a:lvl8pPr lvl="7" rtl="0" algn="ctr">
              <a:lnSpc>
                <a:spcPct val="100000"/>
              </a:lnSpc>
              <a:spcBef>
                <a:spcPts val="0"/>
              </a:spcBef>
              <a:spcAft>
                <a:spcPts val="0"/>
              </a:spcAft>
              <a:buClr>
                <a:schemeClr val="dk1"/>
              </a:buClr>
              <a:buSzPts val="2800"/>
              <a:buChar char="○"/>
              <a:defRPr sz="2800">
                <a:solidFill>
                  <a:schemeClr val="dk1"/>
                </a:solidFill>
              </a:defRPr>
            </a:lvl8pPr>
            <a:lvl9pPr lvl="8" rtl="0" algn="ctr">
              <a:lnSpc>
                <a:spcPct val="100000"/>
              </a:lnSpc>
              <a:spcBef>
                <a:spcPts val="0"/>
              </a:spcBef>
              <a:spcAft>
                <a:spcPts val="0"/>
              </a:spcAft>
              <a:buClr>
                <a:schemeClr val="dk1"/>
              </a:buClr>
              <a:buSzPts val="2800"/>
              <a:buChar char="■"/>
              <a:defRPr sz="2800">
                <a:solidFill>
                  <a:schemeClr val="dk1"/>
                </a:solidFill>
              </a:defRPr>
            </a:lvl9pPr>
          </a:lstStyle>
          <a:p/>
        </p:txBody>
      </p:sp>
      <p:sp>
        <p:nvSpPr>
          <p:cNvPr id="423" name="Google Shape;423;p18"/>
          <p:cNvSpPr txBox="1"/>
          <p:nvPr>
            <p:ph type="title"/>
          </p:nvPr>
        </p:nvSpPr>
        <p:spPr>
          <a:xfrm>
            <a:off x="914400" y="888750"/>
            <a:ext cx="8458200" cy="956400"/>
          </a:xfrm>
          <a:prstGeom prst="rect">
            <a:avLst/>
          </a:prstGeom>
        </p:spPr>
        <p:txBody>
          <a:bodyPr anchorCtr="0" anchor="t" bIns="91425" lIns="91425" spcFirstLastPara="1" rIns="91425" wrap="square" tIns="91425">
            <a:noAutofit/>
          </a:bodyPr>
          <a:lstStyle>
            <a:lvl1pPr lvl="0" rtl="0">
              <a:spcBef>
                <a:spcPts val="0"/>
              </a:spcBef>
              <a:spcAft>
                <a:spcPts val="0"/>
              </a:spcAft>
              <a:buSzPts val="6400"/>
              <a:buNone/>
              <a:defRPr/>
            </a:lvl1pPr>
            <a:lvl2pPr lvl="1" rtl="0">
              <a:lnSpc>
                <a:spcPct val="100000"/>
              </a:lnSpc>
              <a:spcBef>
                <a:spcPts val="0"/>
              </a:spcBef>
              <a:spcAft>
                <a:spcPts val="0"/>
              </a:spcAft>
              <a:buSzPts val="6400"/>
              <a:buNone/>
              <a:defRPr/>
            </a:lvl2pPr>
            <a:lvl3pPr lvl="2" rtl="0">
              <a:lnSpc>
                <a:spcPct val="100000"/>
              </a:lnSpc>
              <a:spcBef>
                <a:spcPts val="0"/>
              </a:spcBef>
              <a:spcAft>
                <a:spcPts val="0"/>
              </a:spcAft>
              <a:buSzPts val="6400"/>
              <a:buNone/>
              <a:defRPr/>
            </a:lvl3pPr>
            <a:lvl4pPr lvl="3" rtl="0">
              <a:lnSpc>
                <a:spcPct val="100000"/>
              </a:lnSpc>
              <a:spcBef>
                <a:spcPts val="0"/>
              </a:spcBef>
              <a:spcAft>
                <a:spcPts val="0"/>
              </a:spcAft>
              <a:buSzPts val="6400"/>
              <a:buNone/>
              <a:defRPr/>
            </a:lvl4pPr>
            <a:lvl5pPr lvl="4" rtl="0">
              <a:lnSpc>
                <a:spcPct val="100000"/>
              </a:lnSpc>
              <a:spcBef>
                <a:spcPts val="0"/>
              </a:spcBef>
              <a:spcAft>
                <a:spcPts val="0"/>
              </a:spcAft>
              <a:buSzPts val="6400"/>
              <a:buNone/>
              <a:defRPr/>
            </a:lvl5pPr>
            <a:lvl6pPr lvl="5" rtl="0">
              <a:lnSpc>
                <a:spcPct val="100000"/>
              </a:lnSpc>
              <a:spcBef>
                <a:spcPts val="0"/>
              </a:spcBef>
              <a:spcAft>
                <a:spcPts val="0"/>
              </a:spcAft>
              <a:buSzPts val="6400"/>
              <a:buNone/>
              <a:defRPr/>
            </a:lvl6pPr>
            <a:lvl7pPr lvl="6" rtl="0">
              <a:lnSpc>
                <a:spcPct val="100000"/>
              </a:lnSpc>
              <a:spcBef>
                <a:spcPts val="0"/>
              </a:spcBef>
              <a:spcAft>
                <a:spcPts val="0"/>
              </a:spcAft>
              <a:buSzPts val="6400"/>
              <a:buNone/>
              <a:defRPr/>
            </a:lvl7pPr>
            <a:lvl8pPr lvl="7" rtl="0">
              <a:lnSpc>
                <a:spcPct val="100000"/>
              </a:lnSpc>
              <a:spcBef>
                <a:spcPts val="0"/>
              </a:spcBef>
              <a:spcAft>
                <a:spcPts val="0"/>
              </a:spcAft>
              <a:buSzPts val="6400"/>
              <a:buNone/>
              <a:defRPr/>
            </a:lvl8pPr>
            <a:lvl9pPr lvl="8" rtl="0">
              <a:lnSpc>
                <a:spcPct val="100000"/>
              </a:lnSpc>
              <a:spcBef>
                <a:spcPts val="0"/>
              </a:spcBef>
              <a:spcAft>
                <a:spcPts val="0"/>
              </a:spcAft>
              <a:buSzPts val="6400"/>
              <a:buNone/>
              <a:defRPr/>
            </a:lvl9pPr>
          </a:lstStyle>
          <a:p/>
        </p:txBody>
      </p:sp>
      <p:sp>
        <p:nvSpPr>
          <p:cNvPr id="424" name="Google Shape;424;p18"/>
          <p:cNvSpPr txBox="1"/>
          <p:nvPr>
            <p:ph idx="2" type="subTitle"/>
          </p:nvPr>
        </p:nvSpPr>
        <p:spPr>
          <a:xfrm>
            <a:off x="914450" y="2271975"/>
            <a:ext cx="3647700" cy="15678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dk1"/>
              </a:buClr>
              <a:buSzPts val="3100"/>
              <a:buFont typeface="Bebas Neue"/>
              <a:buNone/>
              <a:defRPr sz="4600">
                <a:solidFill>
                  <a:schemeClr val="dk2"/>
                </a:solidFill>
                <a:latin typeface="Ranchers"/>
                <a:ea typeface="Ranchers"/>
                <a:cs typeface="Ranchers"/>
                <a:sym typeface="Ranchers"/>
              </a:defRPr>
            </a:lvl1pPr>
            <a:lvl2pPr lvl="1" rtl="0">
              <a:lnSpc>
                <a:spcPct val="100000"/>
              </a:lnSpc>
              <a:spcBef>
                <a:spcPts val="0"/>
              </a:spcBef>
              <a:spcAft>
                <a:spcPts val="0"/>
              </a:spcAft>
              <a:buClr>
                <a:schemeClr val="dk1"/>
              </a:buClr>
              <a:buSzPts val="3100"/>
              <a:buFont typeface="Bebas Neue"/>
              <a:buNone/>
              <a:defRPr sz="31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3100"/>
              <a:buFont typeface="Bebas Neue"/>
              <a:buNone/>
              <a:defRPr sz="31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3100"/>
              <a:buFont typeface="Bebas Neue"/>
              <a:buNone/>
              <a:defRPr sz="31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3100"/>
              <a:buFont typeface="Bebas Neue"/>
              <a:buNone/>
              <a:defRPr sz="31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3100"/>
              <a:buFont typeface="Bebas Neue"/>
              <a:buNone/>
              <a:defRPr sz="31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3100"/>
              <a:buFont typeface="Bebas Neue"/>
              <a:buNone/>
              <a:defRPr sz="31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3100"/>
              <a:buFont typeface="Bebas Neue"/>
              <a:buNone/>
              <a:defRPr sz="31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3100"/>
              <a:buFont typeface="Bebas Neue"/>
              <a:buNone/>
              <a:defRPr sz="3100">
                <a:solidFill>
                  <a:schemeClr val="dk1"/>
                </a:solidFill>
                <a:latin typeface="Bebas Neue"/>
                <a:ea typeface="Bebas Neue"/>
                <a:cs typeface="Bebas Neue"/>
                <a:sym typeface="Bebas Neue"/>
              </a:defRPr>
            </a:lvl9pPr>
          </a:lstStyle>
          <a:p/>
        </p:txBody>
      </p:sp>
      <p:sp>
        <p:nvSpPr>
          <p:cNvPr id="425" name="Google Shape;425;p18"/>
          <p:cNvSpPr/>
          <p:nvPr/>
        </p:nvSpPr>
        <p:spPr>
          <a:xfrm rot="5400000">
            <a:off x="188144" y="352037"/>
            <a:ext cx="845836" cy="617729"/>
          </a:xfrm>
          <a:custGeom>
            <a:rect b="b" l="l" r="r" t="t"/>
            <a:pathLst>
              <a:path extrusionOk="0" h="1308" w="1791">
                <a:moveTo>
                  <a:pt x="1141" y="1"/>
                </a:moveTo>
                <a:cubicBezTo>
                  <a:pt x="1135" y="1"/>
                  <a:pt x="1129" y="3"/>
                  <a:pt x="1124" y="6"/>
                </a:cubicBezTo>
                <a:cubicBezTo>
                  <a:pt x="951" y="195"/>
                  <a:pt x="797" y="408"/>
                  <a:pt x="675" y="633"/>
                </a:cubicBezTo>
                <a:cubicBezTo>
                  <a:pt x="576" y="428"/>
                  <a:pt x="478" y="226"/>
                  <a:pt x="379" y="22"/>
                </a:cubicBezTo>
                <a:cubicBezTo>
                  <a:pt x="375" y="14"/>
                  <a:pt x="368" y="10"/>
                  <a:pt x="361" y="10"/>
                </a:cubicBezTo>
                <a:cubicBezTo>
                  <a:pt x="354" y="10"/>
                  <a:pt x="347" y="14"/>
                  <a:pt x="344" y="22"/>
                </a:cubicBezTo>
                <a:cubicBezTo>
                  <a:pt x="273" y="183"/>
                  <a:pt x="209" y="349"/>
                  <a:pt x="158" y="518"/>
                </a:cubicBezTo>
                <a:cubicBezTo>
                  <a:pt x="134" y="589"/>
                  <a:pt x="0" y="873"/>
                  <a:pt x="44" y="944"/>
                </a:cubicBezTo>
                <a:cubicBezTo>
                  <a:pt x="47" y="959"/>
                  <a:pt x="67" y="964"/>
                  <a:pt x="80" y="968"/>
                </a:cubicBezTo>
                <a:cubicBezTo>
                  <a:pt x="331" y="1039"/>
                  <a:pt x="580" y="1101"/>
                  <a:pt x="833" y="1161"/>
                </a:cubicBezTo>
                <a:cubicBezTo>
                  <a:pt x="1010" y="1201"/>
                  <a:pt x="1183" y="1236"/>
                  <a:pt x="1361" y="1272"/>
                </a:cubicBezTo>
                <a:cubicBezTo>
                  <a:pt x="1396" y="1277"/>
                  <a:pt x="1514" y="1308"/>
                  <a:pt x="1585" y="1308"/>
                </a:cubicBezTo>
                <a:cubicBezTo>
                  <a:pt x="1609" y="1308"/>
                  <a:pt x="1628" y="1304"/>
                  <a:pt x="1637" y="1295"/>
                </a:cubicBezTo>
                <a:cubicBezTo>
                  <a:pt x="1656" y="1279"/>
                  <a:pt x="1656" y="1248"/>
                  <a:pt x="1656" y="1220"/>
                </a:cubicBezTo>
                <a:cubicBezTo>
                  <a:pt x="1661" y="924"/>
                  <a:pt x="1779" y="637"/>
                  <a:pt x="1791" y="337"/>
                </a:cubicBezTo>
                <a:lnTo>
                  <a:pt x="1791" y="337"/>
                </a:lnTo>
                <a:cubicBezTo>
                  <a:pt x="1625" y="463"/>
                  <a:pt x="1467" y="597"/>
                  <a:pt x="1294" y="715"/>
                </a:cubicBezTo>
                <a:cubicBezTo>
                  <a:pt x="1321" y="621"/>
                  <a:pt x="1230" y="502"/>
                  <a:pt x="1207" y="412"/>
                </a:cubicBezTo>
                <a:cubicBezTo>
                  <a:pt x="1175" y="282"/>
                  <a:pt x="1159" y="151"/>
                  <a:pt x="1159" y="18"/>
                </a:cubicBezTo>
                <a:cubicBezTo>
                  <a:pt x="1159" y="6"/>
                  <a:pt x="1150" y="1"/>
                  <a:pt x="1141" y="1"/>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18"/>
          <p:cNvSpPr/>
          <p:nvPr/>
        </p:nvSpPr>
        <p:spPr>
          <a:xfrm rot="10800000">
            <a:off x="9694036" y="9731548"/>
            <a:ext cx="233400" cy="233400"/>
          </a:xfrm>
          <a:prstGeom prst="ellipse">
            <a:avLst/>
          </a:pr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18"/>
          <p:cNvSpPr/>
          <p:nvPr/>
        </p:nvSpPr>
        <p:spPr>
          <a:xfrm rot="10800000">
            <a:off x="9598886" y="1763623"/>
            <a:ext cx="233400" cy="233400"/>
          </a:xfrm>
          <a:prstGeom prst="ellipse">
            <a:avLst/>
          </a:pr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18"/>
          <p:cNvSpPr/>
          <p:nvPr/>
        </p:nvSpPr>
        <p:spPr>
          <a:xfrm flipH="1">
            <a:off x="245836" y="5645173"/>
            <a:ext cx="56375" cy="2663275"/>
          </a:xfrm>
          <a:custGeom>
            <a:rect b="b" l="l" r="r" t="t"/>
            <a:pathLst>
              <a:path extrusionOk="0" h="106531" w="2255">
                <a:moveTo>
                  <a:pt x="1515" y="0"/>
                </a:moveTo>
                <a:cubicBezTo>
                  <a:pt x="649" y="35503"/>
                  <a:pt x="4406" y="71291"/>
                  <a:pt x="0" y="106531"/>
                </a:cubicBezTo>
              </a:path>
            </a:pathLst>
          </a:custGeom>
          <a:noFill/>
          <a:ln cap="flat" cmpd="sng" w="28575">
            <a:solidFill>
              <a:schemeClr val="dk1"/>
            </a:solidFill>
            <a:prstDash val="solid"/>
            <a:round/>
            <a:headEnd len="med" w="med" type="none"/>
            <a:tailEnd len="med" w="med" type="none"/>
          </a:ln>
        </p:spPr>
      </p:sp>
      <p:sp>
        <p:nvSpPr>
          <p:cNvPr id="429" name="Google Shape;429;p18"/>
          <p:cNvSpPr/>
          <p:nvPr/>
        </p:nvSpPr>
        <p:spPr>
          <a:xfrm flipH="1">
            <a:off x="455286" y="7248173"/>
            <a:ext cx="23625" cy="795200"/>
          </a:xfrm>
          <a:custGeom>
            <a:rect b="b" l="l" r="r" t="t"/>
            <a:pathLst>
              <a:path extrusionOk="0" h="31808" w="945">
                <a:moveTo>
                  <a:pt x="505" y="0"/>
                </a:moveTo>
                <a:cubicBezTo>
                  <a:pt x="1386" y="10567"/>
                  <a:pt x="0" y="21204"/>
                  <a:pt x="0" y="31808"/>
                </a:cubicBezTo>
              </a:path>
            </a:pathLst>
          </a:custGeom>
          <a:noFill/>
          <a:ln cap="flat" cmpd="sng" w="28575">
            <a:solidFill>
              <a:schemeClr val="dk1"/>
            </a:solidFill>
            <a:prstDash val="solid"/>
            <a:round/>
            <a:headEnd len="med" w="med" type="none"/>
            <a:tailEnd len="med" w="med" type="none"/>
          </a:ln>
        </p:spPr>
      </p:sp>
      <p:sp>
        <p:nvSpPr>
          <p:cNvPr id="430" name="Google Shape;430;p18"/>
          <p:cNvSpPr/>
          <p:nvPr/>
        </p:nvSpPr>
        <p:spPr>
          <a:xfrm rot="-10651105">
            <a:off x="9916250" y="2881690"/>
            <a:ext cx="138855" cy="2158457"/>
          </a:xfrm>
          <a:custGeom>
            <a:rect b="b" l="l" r="r" t="t"/>
            <a:pathLst>
              <a:path extrusionOk="0" h="86335" w="5554">
                <a:moveTo>
                  <a:pt x="0" y="0"/>
                </a:moveTo>
                <a:cubicBezTo>
                  <a:pt x="1919" y="28774"/>
                  <a:pt x="5554" y="57497"/>
                  <a:pt x="5554" y="86335"/>
                </a:cubicBezTo>
              </a:path>
            </a:pathLst>
          </a:custGeom>
          <a:noFill/>
          <a:ln cap="flat" cmpd="sng" w="28575">
            <a:solidFill>
              <a:schemeClr val="dk1"/>
            </a:solidFill>
            <a:prstDash val="solid"/>
            <a:round/>
            <a:headEnd len="med" w="med" type="none"/>
            <a:tailEnd len="med" w="med" type="none"/>
          </a:ln>
        </p:spPr>
      </p:sp>
      <p:sp>
        <p:nvSpPr>
          <p:cNvPr id="431" name="Google Shape;431;p18"/>
          <p:cNvSpPr/>
          <p:nvPr/>
        </p:nvSpPr>
        <p:spPr>
          <a:xfrm rot="-10651105">
            <a:off x="9791142" y="4310965"/>
            <a:ext cx="39176" cy="1123393"/>
          </a:xfrm>
          <a:custGeom>
            <a:rect b="b" l="l" r="r" t="t"/>
            <a:pathLst>
              <a:path extrusionOk="0" h="44934" w="1567">
                <a:moveTo>
                  <a:pt x="557" y="0"/>
                </a:moveTo>
                <a:cubicBezTo>
                  <a:pt x="-1098" y="14890"/>
                  <a:pt x="1567" y="29952"/>
                  <a:pt x="1567" y="44934"/>
                </a:cubicBezTo>
              </a:path>
            </a:pathLst>
          </a:custGeom>
          <a:noFill/>
          <a:ln cap="flat" cmpd="sng" w="28575">
            <a:solidFill>
              <a:schemeClr val="dk1"/>
            </a:solidFill>
            <a:prstDash val="solid"/>
            <a:round/>
            <a:headEnd len="med" w="med" type="none"/>
            <a:tailEnd len="med" w="med" type="none"/>
          </a:ln>
        </p:spPr>
      </p:sp>
      <p:sp>
        <p:nvSpPr>
          <p:cNvPr id="432" name="Google Shape;432;p18"/>
          <p:cNvSpPr/>
          <p:nvPr/>
        </p:nvSpPr>
        <p:spPr>
          <a:xfrm rot="10800000">
            <a:off x="123761" y="2128773"/>
            <a:ext cx="233400" cy="233400"/>
          </a:xfrm>
          <a:prstGeom prst="ellipse">
            <a:avLst/>
          </a:pr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18"/>
          <p:cNvSpPr/>
          <p:nvPr/>
        </p:nvSpPr>
        <p:spPr>
          <a:xfrm rot="10800000">
            <a:off x="680999" y="1530236"/>
            <a:ext cx="233400" cy="233400"/>
          </a:xfrm>
          <a:prstGeom prst="ellipse">
            <a:avLst/>
          </a:pr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18"/>
          <p:cNvSpPr/>
          <p:nvPr/>
        </p:nvSpPr>
        <p:spPr>
          <a:xfrm rot="10800000">
            <a:off x="1071411" y="228523"/>
            <a:ext cx="233400" cy="233400"/>
          </a:xfrm>
          <a:prstGeom prst="ellipse">
            <a:avLst/>
          </a:pr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35" name="Google Shape;435;p18"/>
          <p:cNvGrpSpPr/>
          <p:nvPr/>
        </p:nvGrpSpPr>
        <p:grpSpPr>
          <a:xfrm rot="2456339">
            <a:off x="-1106647" y="9014147"/>
            <a:ext cx="2448680" cy="2125414"/>
            <a:chOff x="1322124" y="4079650"/>
            <a:chExt cx="3420400" cy="2968851"/>
          </a:xfrm>
        </p:grpSpPr>
        <p:sp>
          <p:nvSpPr>
            <p:cNvPr id="436" name="Google Shape;436;p18"/>
            <p:cNvSpPr/>
            <p:nvPr/>
          </p:nvSpPr>
          <p:spPr>
            <a:xfrm>
              <a:off x="1322124" y="4377475"/>
              <a:ext cx="3420400" cy="2671026"/>
            </a:xfrm>
            <a:custGeom>
              <a:rect b="b" l="l" r="r" t="t"/>
              <a:pathLst>
                <a:path extrusionOk="0" h="2556" w="3273">
                  <a:moveTo>
                    <a:pt x="228" y="0"/>
                  </a:moveTo>
                  <a:cubicBezTo>
                    <a:pt x="244" y="548"/>
                    <a:pt x="157" y="1345"/>
                    <a:pt x="0" y="2331"/>
                  </a:cubicBezTo>
                  <a:lnTo>
                    <a:pt x="3040" y="2555"/>
                  </a:lnTo>
                  <a:cubicBezTo>
                    <a:pt x="3186" y="1767"/>
                    <a:pt x="3273" y="998"/>
                    <a:pt x="3269" y="257"/>
                  </a:cubicBezTo>
                  <a:lnTo>
                    <a:pt x="3143" y="249"/>
                  </a:lnTo>
                  <a:lnTo>
                    <a:pt x="3143" y="249"/>
                  </a:lnTo>
                  <a:cubicBezTo>
                    <a:pt x="3154" y="320"/>
                    <a:pt x="3115" y="402"/>
                    <a:pt x="3020" y="402"/>
                  </a:cubicBezTo>
                  <a:cubicBezTo>
                    <a:pt x="2918" y="402"/>
                    <a:pt x="2878" y="304"/>
                    <a:pt x="2902" y="229"/>
                  </a:cubicBezTo>
                  <a:lnTo>
                    <a:pt x="2674" y="209"/>
                  </a:lnTo>
                  <a:lnTo>
                    <a:pt x="2674" y="209"/>
                  </a:lnTo>
                  <a:cubicBezTo>
                    <a:pt x="2677" y="213"/>
                    <a:pt x="2677" y="222"/>
                    <a:pt x="2677" y="229"/>
                  </a:cubicBezTo>
                  <a:lnTo>
                    <a:pt x="2677" y="237"/>
                  </a:lnTo>
                  <a:cubicBezTo>
                    <a:pt x="2677" y="261"/>
                    <a:pt x="2670" y="280"/>
                    <a:pt x="2657" y="300"/>
                  </a:cubicBezTo>
                  <a:cubicBezTo>
                    <a:pt x="2654" y="312"/>
                    <a:pt x="2646" y="320"/>
                    <a:pt x="2638" y="328"/>
                  </a:cubicBezTo>
                  <a:cubicBezTo>
                    <a:pt x="2622" y="344"/>
                    <a:pt x="2603" y="355"/>
                    <a:pt x="2583" y="364"/>
                  </a:cubicBezTo>
                  <a:lnTo>
                    <a:pt x="2547" y="367"/>
                  </a:lnTo>
                  <a:cubicBezTo>
                    <a:pt x="2528" y="367"/>
                    <a:pt x="2512" y="364"/>
                    <a:pt x="2496" y="355"/>
                  </a:cubicBezTo>
                  <a:cubicBezTo>
                    <a:pt x="2480" y="351"/>
                    <a:pt x="2468" y="340"/>
                    <a:pt x="2457" y="328"/>
                  </a:cubicBezTo>
                  <a:cubicBezTo>
                    <a:pt x="2441" y="316"/>
                    <a:pt x="2433" y="304"/>
                    <a:pt x="2428" y="288"/>
                  </a:cubicBezTo>
                  <a:cubicBezTo>
                    <a:pt x="2421" y="273"/>
                    <a:pt x="2417" y="253"/>
                    <a:pt x="2417" y="237"/>
                  </a:cubicBezTo>
                  <a:lnTo>
                    <a:pt x="2417" y="229"/>
                  </a:lnTo>
                  <a:cubicBezTo>
                    <a:pt x="2417" y="213"/>
                    <a:pt x="2421" y="202"/>
                    <a:pt x="2425" y="186"/>
                  </a:cubicBezTo>
                  <a:lnTo>
                    <a:pt x="2208" y="170"/>
                  </a:lnTo>
                  <a:lnTo>
                    <a:pt x="2208" y="170"/>
                  </a:lnTo>
                  <a:cubicBezTo>
                    <a:pt x="2228" y="245"/>
                    <a:pt x="2188" y="335"/>
                    <a:pt x="2090" y="335"/>
                  </a:cubicBezTo>
                  <a:cubicBezTo>
                    <a:pt x="1979" y="335"/>
                    <a:pt x="1940" y="225"/>
                    <a:pt x="1975" y="151"/>
                  </a:cubicBezTo>
                  <a:lnTo>
                    <a:pt x="1660" y="122"/>
                  </a:lnTo>
                  <a:lnTo>
                    <a:pt x="1660" y="122"/>
                  </a:lnTo>
                  <a:cubicBezTo>
                    <a:pt x="1684" y="198"/>
                    <a:pt x="1644" y="293"/>
                    <a:pt x="1542" y="293"/>
                  </a:cubicBezTo>
                  <a:cubicBezTo>
                    <a:pt x="1431" y="293"/>
                    <a:pt x="1396" y="182"/>
                    <a:pt x="1431" y="103"/>
                  </a:cubicBezTo>
                  <a:lnTo>
                    <a:pt x="1171" y="84"/>
                  </a:lnTo>
                  <a:lnTo>
                    <a:pt x="1171" y="84"/>
                  </a:lnTo>
                  <a:cubicBezTo>
                    <a:pt x="1183" y="155"/>
                    <a:pt x="1140" y="237"/>
                    <a:pt x="1049" y="237"/>
                  </a:cubicBezTo>
                  <a:cubicBezTo>
                    <a:pt x="946" y="237"/>
                    <a:pt x="907" y="138"/>
                    <a:pt x="930" y="60"/>
                  </a:cubicBezTo>
                  <a:lnTo>
                    <a:pt x="678" y="40"/>
                  </a:lnTo>
                  <a:cubicBezTo>
                    <a:pt x="678" y="107"/>
                    <a:pt x="635" y="170"/>
                    <a:pt x="552" y="170"/>
                  </a:cubicBezTo>
                  <a:cubicBezTo>
                    <a:pt x="461" y="170"/>
                    <a:pt x="417" y="91"/>
                    <a:pt x="430" y="20"/>
                  </a:cubicBezTo>
                  <a:lnTo>
                    <a:pt x="228" y="0"/>
                  </a:lnTo>
                  <a:close/>
                </a:path>
              </a:pathLst>
            </a:custGeom>
            <a:solidFill>
              <a:schemeClr val="accent5"/>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18"/>
            <p:cNvSpPr/>
            <p:nvPr/>
          </p:nvSpPr>
          <p:spPr>
            <a:xfrm>
              <a:off x="3019260" y="4421365"/>
              <a:ext cx="391888" cy="506826"/>
            </a:xfrm>
            <a:custGeom>
              <a:rect b="b" l="l" r="r" t="t"/>
              <a:pathLst>
                <a:path extrusionOk="0" h="485" w="375">
                  <a:moveTo>
                    <a:pt x="26" y="0"/>
                  </a:moveTo>
                  <a:cubicBezTo>
                    <a:pt x="21" y="0"/>
                    <a:pt x="16" y="2"/>
                    <a:pt x="12" y="6"/>
                  </a:cubicBezTo>
                  <a:cubicBezTo>
                    <a:pt x="0" y="9"/>
                    <a:pt x="0" y="25"/>
                    <a:pt x="9" y="33"/>
                  </a:cubicBezTo>
                  <a:lnTo>
                    <a:pt x="331" y="475"/>
                  </a:lnTo>
                  <a:cubicBezTo>
                    <a:pt x="336" y="482"/>
                    <a:pt x="341" y="485"/>
                    <a:pt x="347" y="485"/>
                  </a:cubicBezTo>
                  <a:cubicBezTo>
                    <a:pt x="352" y="485"/>
                    <a:pt x="358" y="483"/>
                    <a:pt x="363" y="479"/>
                  </a:cubicBezTo>
                  <a:cubicBezTo>
                    <a:pt x="371" y="475"/>
                    <a:pt x="375" y="459"/>
                    <a:pt x="367" y="451"/>
                  </a:cubicBezTo>
                  <a:lnTo>
                    <a:pt x="40" y="9"/>
                  </a:lnTo>
                  <a:cubicBezTo>
                    <a:pt x="38" y="3"/>
                    <a:pt x="32" y="0"/>
                    <a:pt x="2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18"/>
            <p:cNvSpPr/>
            <p:nvPr/>
          </p:nvSpPr>
          <p:spPr>
            <a:xfrm>
              <a:off x="2779947" y="4154890"/>
              <a:ext cx="755560" cy="640587"/>
            </a:xfrm>
            <a:custGeom>
              <a:rect b="b" l="l" r="r" t="t"/>
              <a:pathLst>
                <a:path extrusionOk="0" h="613" w="723">
                  <a:moveTo>
                    <a:pt x="311" y="0"/>
                  </a:moveTo>
                  <a:cubicBezTo>
                    <a:pt x="154" y="0"/>
                    <a:pt x="19" y="127"/>
                    <a:pt x="9" y="300"/>
                  </a:cubicBezTo>
                  <a:cubicBezTo>
                    <a:pt x="1" y="422"/>
                    <a:pt x="87" y="561"/>
                    <a:pt x="210" y="596"/>
                  </a:cubicBezTo>
                  <a:cubicBezTo>
                    <a:pt x="249" y="606"/>
                    <a:pt x="286" y="612"/>
                    <a:pt x="323" y="612"/>
                  </a:cubicBezTo>
                  <a:cubicBezTo>
                    <a:pt x="384" y="612"/>
                    <a:pt x="442" y="596"/>
                    <a:pt x="494" y="557"/>
                  </a:cubicBezTo>
                  <a:cubicBezTo>
                    <a:pt x="722" y="387"/>
                    <a:pt x="596" y="87"/>
                    <a:pt x="418" y="20"/>
                  </a:cubicBezTo>
                  <a:cubicBezTo>
                    <a:pt x="382" y="6"/>
                    <a:pt x="346" y="0"/>
                    <a:pt x="311" y="0"/>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18"/>
            <p:cNvSpPr/>
            <p:nvPr/>
          </p:nvSpPr>
          <p:spPr>
            <a:xfrm>
              <a:off x="2751731" y="4079650"/>
              <a:ext cx="638516" cy="558031"/>
            </a:xfrm>
            <a:custGeom>
              <a:rect b="b" l="l" r="r" t="t"/>
              <a:pathLst>
                <a:path extrusionOk="0" h="534" w="611">
                  <a:moveTo>
                    <a:pt x="247" y="0"/>
                  </a:moveTo>
                  <a:cubicBezTo>
                    <a:pt x="117" y="0"/>
                    <a:pt x="10" y="106"/>
                    <a:pt x="4" y="254"/>
                  </a:cubicBezTo>
                  <a:cubicBezTo>
                    <a:pt x="1" y="360"/>
                    <a:pt x="79" y="483"/>
                    <a:pt x="181" y="518"/>
                  </a:cubicBezTo>
                  <a:cubicBezTo>
                    <a:pt x="214" y="528"/>
                    <a:pt x="246" y="534"/>
                    <a:pt x="277" y="534"/>
                  </a:cubicBezTo>
                  <a:cubicBezTo>
                    <a:pt x="328" y="534"/>
                    <a:pt x="377" y="519"/>
                    <a:pt x="422" y="487"/>
                  </a:cubicBezTo>
                  <a:cubicBezTo>
                    <a:pt x="611" y="345"/>
                    <a:pt x="497" y="81"/>
                    <a:pt x="347" y="21"/>
                  </a:cubicBezTo>
                  <a:cubicBezTo>
                    <a:pt x="313" y="7"/>
                    <a:pt x="279" y="0"/>
                    <a:pt x="247" y="0"/>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18"/>
            <p:cNvSpPr/>
            <p:nvPr/>
          </p:nvSpPr>
          <p:spPr>
            <a:xfrm>
              <a:off x="1802840" y="5085985"/>
              <a:ext cx="2642894" cy="248711"/>
            </a:xfrm>
            <a:custGeom>
              <a:rect b="b" l="l" r="r" t="t"/>
              <a:pathLst>
                <a:path extrusionOk="0" h="238" w="2529">
                  <a:moveTo>
                    <a:pt x="13" y="1"/>
                  </a:moveTo>
                  <a:cubicBezTo>
                    <a:pt x="9" y="1"/>
                    <a:pt x="5" y="5"/>
                    <a:pt x="1" y="12"/>
                  </a:cubicBezTo>
                  <a:cubicBezTo>
                    <a:pt x="1" y="17"/>
                    <a:pt x="5" y="24"/>
                    <a:pt x="13" y="24"/>
                  </a:cubicBezTo>
                  <a:lnTo>
                    <a:pt x="186" y="41"/>
                  </a:lnTo>
                  <a:cubicBezTo>
                    <a:pt x="190" y="41"/>
                    <a:pt x="199" y="36"/>
                    <a:pt x="199" y="28"/>
                  </a:cubicBezTo>
                  <a:cubicBezTo>
                    <a:pt x="199" y="24"/>
                    <a:pt x="194" y="17"/>
                    <a:pt x="186" y="17"/>
                  </a:cubicBezTo>
                  <a:lnTo>
                    <a:pt x="13" y="1"/>
                  </a:lnTo>
                  <a:close/>
                  <a:moveTo>
                    <a:pt x="360" y="32"/>
                  </a:moveTo>
                  <a:cubicBezTo>
                    <a:pt x="356" y="32"/>
                    <a:pt x="352" y="36"/>
                    <a:pt x="348" y="41"/>
                  </a:cubicBezTo>
                  <a:cubicBezTo>
                    <a:pt x="348" y="48"/>
                    <a:pt x="352" y="52"/>
                    <a:pt x="360" y="52"/>
                  </a:cubicBezTo>
                  <a:lnTo>
                    <a:pt x="534" y="68"/>
                  </a:lnTo>
                  <a:cubicBezTo>
                    <a:pt x="541" y="68"/>
                    <a:pt x="545" y="64"/>
                    <a:pt x="545" y="59"/>
                  </a:cubicBezTo>
                  <a:cubicBezTo>
                    <a:pt x="545" y="52"/>
                    <a:pt x="541" y="48"/>
                    <a:pt x="534" y="48"/>
                  </a:cubicBezTo>
                  <a:lnTo>
                    <a:pt x="360" y="32"/>
                  </a:lnTo>
                  <a:close/>
                  <a:moveTo>
                    <a:pt x="707" y="59"/>
                  </a:moveTo>
                  <a:cubicBezTo>
                    <a:pt x="703" y="59"/>
                    <a:pt x="699" y="64"/>
                    <a:pt x="699" y="72"/>
                  </a:cubicBezTo>
                  <a:cubicBezTo>
                    <a:pt x="696" y="76"/>
                    <a:pt x="703" y="83"/>
                    <a:pt x="707" y="83"/>
                  </a:cubicBezTo>
                  <a:lnTo>
                    <a:pt x="880" y="99"/>
                  </a:lnTo>
                  <a:cubicBezTo>
                    <a:pt x="889" y="99"/>
                    <a:pt x="892" y="95"/>
                    <a:pt x="892" y="88"/>
                  </a:cubicBezTo>
                  <a:cubicBezTo>
                    <a:pt x="892" y="83"/>
                    <a:pt x="889" y="76"/>
                    <a:pt x="885" y="76"/>
                  </a:cubicBezTo>
                  <a:lnTo>
                    <a:pt x="707" y="59"/>
                  </a:lnTo>
                  <a:close/>
                  <a:moveTo>
                    <a:pt x="1058" y="92"/>
                  </a:moveTo>
                  <a:cubicBezTo>
                    <a:pt x="1050" y="92"/>
                    <a:pt x="1046" y="95"/>
                    <a:pt x="1046" y="99"/>
                  </a:cubicBezTo>
                  <a:cubicBezTo>
                    <a:pt x="1042" y="107"/>
                    <a:pt x="1050" y="112"/>
                    <a:pt x="1054" y="112"/>
                  </a:cubicBezTo>
                  <a:lnTo>
                    <a:pt x="1227" y="127"/>
                  </a:lnTo>
                  <a:cubicBezTo>
                    <a:pt x="1235" y="127"/>
                    <a:pt x="1240" y="123"/>
                    <a:pt x="1240" y="119"/>
                  </a:cubicBezTo>
                  <a:cubicBezTo>
                    <a:pt x="1240" y="112"/>
                    <a:pt x="1235" y="107"/>
                    <a:pt x="1231" y="107"/>
                  </a:cubicBezTo>
                  <a:lnTo>
                    <a:pt x="1058" y="92"/>
                  </a:lnTo>
                  <a:close/>
                  <a:moveTo>
                    <a:pt x="1405" y="119"/>
                  </a:moveTo>
                  <a:cubicBezTo>
                    <a:pt x="1397" y="119"/>
                    <a:pt x="1393" y="123"/>
                    <a:pt x="1393" y="130"/>
                  </a:cubicBezTo>
                  <a:cubicBezTo>
                    <a:pt x="1393" y="139"/>
                    <a:pt x="1397" y="143"/>
                    <a:pt x="1401" y="143"/>
                  </a:cubicBezTo>
                  <a:lnTo>
                    <a:pt x="1575" y="159"/>
                  </a:lnTo>
                  <a:cubicBezTo>
                    <a:pt x="1582" y="159"/>
                    <a:pt x="1586" y="154"/>
                    <a:pt x="1586" y="147"/>
                  </a:cubicBezTo>
                  <a:cubicBezTo>
                    <a:pt x="1586" y="143"/>
                    <a:pt x="1582" y="135"/>
                    <a:pt x="1579" y="135"/>
                  </a:cubicBezTo>
                  <a:lnTo>
                    <a:pt x="1405" y="119"/>
                  </a:lnTo>
                  <a:close/>
                  <a:moveTo>
                    <a:pt x="1752" y="150"/>
                  </a:moveTo>
                  <a:cubicBezTo>
                    <a:pt x="1744" y="150"/>
                    <a:pt x="1740" y="154"/>
                    <a:pt x="1740" y="163"/>
                  </a:cubicBezTo>
                  <a:cubicBezTo>
                    <a:pt x="1740" y="166"/>
                    <a:pt x="1744" y="170"/>
                    <a:pt x="1748" y="170"/>
                  </a:cubicBezTo>
                  <a:lnTo>
                    <a:pt x="1921" y="186"/>
                  </a:lnTo>
                  <a:cubicBezTo>
                    <a:pt x="1930" y="186"/>
                    <a:pt x="1933" y="182"/>
                    <a:pt x="1933" y="178"/>
                  </a:cubicBezTo>
                  <a:cubicBezTo>
                    <a:pt x="1933" y="170"/>
                    <a:pt x="1930" y="166"/>
                    <a:pt x="1926" y="166"/>
                  </a:cubicBezTo>
                  <a:lnTo>
                    <a:pt x="1752" y="150"/>
                  </a:lnTo>
                  <a:close/>
                  <a:moveTo>
                    <a:pt x="2095" y="181"/>
                  </a:moveTo>
                  <a:cubicBezTo>
                    <a:pt x="2090" y="181"/>
                    <a:pt x="2087" y="187"/>
                    <a:pt x="2087" y="190"/>
                  </a:cubicBezTo>
                  <a:cubicBezTo>
                    <a:pt x="2087" y="198"/>
                    <a:pt x="2091" y="201"/>
                    <a:pt x="2095" y="201"/>
                  </a:cubicBezTo>
                  <a:lnTo>
                    <a:pt x="2268" y="218"/>
                  </a:lnTo>
                  <a:cubicBezTo>
                    <a:pt x="2276" y="218"/>
                    <a:pt x="2281" y="214"/>
                    <a:pt x="2281" y="206"/>
                  </a:cubicBezTo>
                  <a:cubicBezTo>
                    <a:pt x="2281" y="201"/>
                    <a:pt x="2276" y="194"/>
                    <a:pt x="2272" y="194"/>
                  </a:cubicBezTo>
                  <a:lnTo>
                    <a:pt x="2099" y="182"/>
                  </a:lnTo>
                  <a:cubicBezTo>
                    <a:pt x="2097" y="182"/>
                    <a:pt x="2096" y="181"/>
                    <a:pt x="2095" y="181"/>
                  </a:cubicBezTo>
                  <a:close/>
                  <a:moveTo>
                    <a:pt x="2446" y="210"/>
                  </a:moveTo>
                  <a:cubicBezTo>
                    <a:pt x="2438" y="210"/>
                    <a:pt x="2434" y="214"/>
                    <a:pt x="2434" y="221"/>
                  </a:cubicBezTo>
                  <a:cubicBezTo>
                    <a:pt x="2434" y="225"/>
                    <a:pt x="2438" y="230"/>
                    <a:pt x="2442" y="234"/>
                  </a:cubicBezTo>
                  <a:lnTo>
                    <a:pt x="2517" y="237"/>
                  </a:lnTo>
                  <a:cubicBezTo>
                    <a:pt x="2521" y="237"/>
                    <a:pt x="2525" y="234"/>
                    <a:pt x="2529" y="230"/>
                  </a:cubicBezTo>
                  <a:cubicBezTo>
                    <a:pt x="2529" y="221"/>
                    <a:pt x="2525" y="218"/>
                    <a:pt x="2517" y="218"/>
                  </a:cubicBezTo>
                  <a:lnTo>
                    <a:pt x="2446" y="210"/>
                  </a:lnTo>
                  <a:close/>
                </a:path>
              </a:pathLst>
            </a:cu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18"/>
            <p:cNvSpPr/>
            <p:nvPr/>
          </p:nvSpPr>
          <p:spPr>
            <a:xfrm>
              <a:off x="1778804" y="5539515"/>
              <a:ext cx="2646029" cy="177650"/>
            </a:xfrm>
            <a:custGeom>
              <a:rect b="b" l="l" r="r" t="t"/>
              <a:pathLst>
                <a:path extrusionOk="0" h="170" w="2532">
                  <a:moveTo>
                    <a:pt x="13" y="0"/>
                  </a:moveTo>
                  <a:cubicBezTo>
                    <a:pt x="4" y="0"/>
                    <a:pt x="0" y="9"/>
                    <a:pt x="0" y="13"/>
                  </a:cubicBezTo>
                  <a:cubicBezTo>
                    <a:pt x="0" y="20"/>
                    <a:pt x="4" y="24"/>
                    <a:pt x="13" y="24"/>
                  </a:cubicBezTo>
                  <a:lnTo>
                    <a:pt x="186" y="36"/>
                  </a:lnTo>
                  <a:cubicBezTo>
                    <a:pt x="190" y="36"/>
                    <a:pt x="193" y="28"/>
                    <a:pt x="198" y="24"/>
                  </a:cubicBezTo>
                  <a:cubicBezTo>
                    <a:pt x="198" y="16"/>
                    <a:pt x="190" y="13"/>
                    <a:pt x="186" y="13"/>
                  </a:cubicBezTo>
                  <a:lnTo>
                    <a:pt x="13" y="0"/>
                  </a:lnTo>
                  <a:close/>
                  <a:moveTo>
                    <a:pt x="357" y="23"/>
                  </a:moveTo>
                  <a:cubicBezTo>
                    <a:pt x="353" y="23"/>
                    <a:pt x="348" y="29"/>
                    <a:pt x="348" y="32"/>
                  </a:cubicBezTo>
                  <a:cubicBezTo>
                    <a:pt x="348" y="40"/>
                    <a:pt x="351" y="44"/>
                    <a:pt x="359" y="44"/>
                  </a:cubicBezTo>
                  <a:lnTo>
                    <a:pt x="533" y="56"/>
                  </a:lnTo>
                  <a:cubicBezTo>
                    <a:pt x="537" y="56"/>
                    <a:pt x="544" y="51"/>
                    <a:pt x="544" y="44"/>
                  </a:cubicBezTo>
                  <a:cubicBezTo>
                    <a:pt x="544" y="40"/>
                    <a:pt x="541" y="32"/>
                    <a:pt x="533" y="32"/>
                  </a:cubicBezTo>
                  <a:lnTo>
                    <a:pt x="359" y="24"/>
                  </a:lnTo>
                  <a:cubicBezTo>
                    <a:pt x="358" y="23"/>
                    <a:pt x="357" y="23"/>
                    <a:pt x="357" y="23"/>
                  </a:cubicBezTo>
                  <a:close/>
                  <a:moveTo>
                    <a:pt x="706" y="44"/>
                  </a:moveTo>
                  <a:cubicBezTo>
                    <a:pt x="703" y="44"/>
                    <a:pt x="695" y="48"/>
                    <a:pt x="695" y="51"/>
                  </a:cubicBezTo>
                  <a:cubicBezTo>
                    <a:pt x="695" y="60"/>
                    <a:pt x="699" y="64"/>
                    <a:pt x="706" y="64"/>
                  </a:cubicBezTo>
                  <a:lnTo>
                    <a:pt x="879" y="75"/>
                  </a:lnTo>
                  <a:cubicBezTo>
                    <a:pt x="888" y="75"/>
                    <a:pt x="892" y="71"/>
                    <a:pt x="892" y="64"/>
                  </a:cubicBezTo>
                  <a:cubicBezTo>
                    <a:pt x="892" y="60"/>
                    <a:pt x="888" y="51"/>
                    <a:pt x="879" y="51"/>
                  </a:cubicBezTo>
                  <a:lnTo>
                    <a:pt x="706" y="44"/>
                  </a:lnTo>
                  <a:close/>
                  <a:moveTo>
                    <a:pt x="1057" y="64"/>
                  </a:moveTo>
                  <a:cubicBezTo>
                    <a:pt x="1050" y="64"/>
                    <a:pt x="1045" y="67"/>
                    <a:pt x="1045" y="71"/>
                  </a:cubicBezTo>
                  <a:cubicBezTo>
                    <a:pt x="1045" y="80"/>
                    <a:pt x="1050" y="84"/>
                    <a:pt x="1054" y="84"/>
                  </a:cubicBezTo>
                  <a:lnTo>
                    <a:pt x="1227" y="95"/>
                  </a:lnTo>
                  <a:cubicBezTo>
                    <a:pt x="1234" y="95"/>
                    <a:pt x="1239" y="91"/>
                    <a:pt x="1239" y="84"/>
                  </a:cubicBezTo>
                  <a:cubicBezTo>
                    <a:pt x="1239" y="80"/>
                    <a:pt x="1234" y="71"/>
                    <a:pt x="1231" y="71"/>
                  </a:cubicBezTo>
                  <a:lnTo>
                    <a:pt x="1057" y="64"/>
                  </a:lnTo>
                  <a:close/>
                  <a:moveTo>
                    <a:pt x="1405" y="84"/>
                  </a:moveTo>
                  <a:cubicBezTo>
                    <a:pt x="1396" y="84"/>
                    <a:pt x="1392" y="87"/>
                    <a:pt x="1392" y="95"/>
                  </a:cubicBezTo>
                  <a:cubicBezTo>
                    <a:pt x="1392" y="99"/>
                    <a:pt x="1396" y="103"/>
                    <a:pt x="1400" y="103"/>
                  </a:cubicBezTo>
                  <a:lnTo>
                    <a:pt x="1578" y="115"/>
                  </a:lnTo>
                  <a:cubicBezTo>
                    <a:pt x="1582" y="115"/>
                    <a:pt x="1585" y="111"/>
                    <a:pt x="1589" y="103"/>
                  </a:cubicBezTo>
                  <a:cubicBezTo>
                    <a:pt x="1589" y="99"/>
                    <a:pt x="1582" y="95"/>
                    <a:pt x="1578" y="91"/>
                  </a:cubicBezTo>
                  <a:lnTo>
                    <a:pt x="1405" y="84"/>
                  </a:lnTo>
                  <a:close/>
                  <a:moveTo>
                    <a:pt x="1751" y="103"/>
                  </a:moveTo>
                  <a:cubicBezTo>
                    <a:pt x="1747" y="103"/>
                    <a:pt x="1740" y="107"/>
                    <a:pt x="1740" y="115"/>
                  </a:cubicBezTo>
                  <a:cubicBezTo>
                    <a:pt x="1740" y="119"/>
                    <a:pt x="1743" y="122"/>
                    <a:pt x="1751" y="127"/>
                  </a:cubicBezTo>
                  <a:lnTo>
                    <a:pt x="1925" y="135"/>
                  </a:lnTo>
                  <a:cubicBezTo>
                    <a:pt x="1929" y="135"/>
                    <a:pt x="1937" y="131"/>
                    <a:pt x="1937" y="122"/>
                  </a:cubicBezTo>
                  <a:cubicBezTo>
                    <a:pt x="1937" y="119"/>
                    <a:pt x="1933" y="115"/>
                    <a:pt x="1925" y="115"/>
                  </a:cubicBezTo>
                  <a:lnTo>
                    <a:pt x="1751" y="103"/>
                  </a:lnTo>
                  <a:close/>
                  <a:moveTo>
                    <a:pt x="2098" y="122"/>
                  </a:moveTo>
                  <a:cubicBezTo>
                    <a:pt x="2095" y="122"/>
                    <a:pt x="2086" y="127"/>
                    <a:pt x="2086" y="135"/>
                  </a:cubicBezTo>
                  <a:cubicBezTo>
                    <a:pt x="2086" y="138"/>
                    <a:pt x="2091" y="146"/>
                    <a:pt x="2098" y="146"/>
                  </a:cubicBezTo>
                  <a:lnTo>
                    <a:pt x="2272" y="154"/>
                  </a:lnTo>
                  <a:cubicBezTo>
                    <a:pt x="2280" y="154"/>
                    <a:pt x="2284" y="151"/>
                    <a:pt x="2284" y="146"/>
                  </a:cubicBezTo>
                  <a:cubicBezTo>
                    <a:pt x="2284" y="138"/>
                    <a:pt x="2280" y="135"/>
                    <a:pt x="2272" y="135"/>
                  </a:cubicBezTo>
                  <a:lnTo>
                    <a:pt x="2098" y="122"/>
                  </a:lnTo>
                  <a:close/>
                  <a:moveTo>
                    <a:pt x="2449" y="142"/>
                  </a:moveTo>
                  <a:cubicBezTo>
                    <a:pt x="2441" y="142"/>
                    <a:pt x="2437" y="146"/>
                    <a:pt x="2437" y="154"/>
                  </a:cubicBezTo>
                  <a:cubicBezTo>
                    <a:pt x="2437" y="158"/>
                    <a:pt x="2441" y="166"/>
                    <a:pt x="2446" y="166"/>
                  </a:cubicBezTo>
                  <a:lnTo>
                    <a:pt x="2520" y="170"/>
                  </a:lnTo>
                  <a:cubicBezTo>
                    <a:pt x="2524" y="170"/>
                    <a:pt x="2528" y="166"/>
                    <a:pt x="2528" y="158"/>
                  </a:cubicBezTo>
                  <a:cubicBezTo>
                    <a:pt x="2532" y="154"/>
                    <a:pt x="2524" y="146"/>
                    <a:pt x="2520" y="146"/>
                  </a:cubicBezTo>
                  <a:lnTo>
                    <a:pt x="2449" y="142"/>
                  </a:lnTo>
                  <a:close/>
                </a:path>
              </a:pathLst>
            </a:cu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18"/>
            <p:cNvSpPr/>
            <p:nvPr/>
          </p:nvSpPr>
          <p:spPr>
            <a:xfrm>
              <a:off x="1704607" y="5959605"/>
              <a:ext cx="2642894" cy="203775"/>
            </a:xfrm>
            <a:custGeom>
              <a:rect b="b" l="l" r="r" t="t"/>
              <a:pathLst>
                <a:path extrusionOk="0" h="195" w="2529">
                  <a:moveTo>
                    <a:pt x="13" y="0"/>
                  </a:moveTo>
                  <a:cubicBezTo>
                    <a:pt x="4" y="0"/>
                    <a:pt x="0" y="4"/>
                    <a:pt x="0" y="9"/>
                  </a:cubicBezTo>
                  <a:cubicBezTo>
                    <a:pt x="0" y="17"/>
                    <a:pt x="4" y="20"/>
                    <a:pt x="9" y="20"/>
                  </a:cubicBezTo>
                  <a:lnTo>
                    <a:pt x="182" y="33"/>
                  </a:lnTo>
                  <a:cubicBezTo>
                    <a:pt x="183" y="33"/>
                    <a:pt x="185" y="34"/>
                    <a:pt x="186" y="34"/>
                  </a:cubicBezTo>
                  <a:cubicBezTo>
                    <a:pt x="191" y="34"/>
                    <a:pt x="193" y="27"/>
                    <a:pt x="193" y="24"/>
                  </a:cubicBezTo>
                  <a:cubicBezTo>
                    <a:pt x="198" y="17"/>
                    <a:pt x="190" y="13"/>
                    <a:pt x="186" y="13"/>
                  </a:cubicBezTo>
                  <a:lnTo>
                    <a:pt x="13" y="0"/>
                  </a:lnTo>
                  <a:close/>
                  <a:moveTo>
                    <a:pt x="359" y="24"/>
                  </a:moveTo>
                  <a:cubicBezTo>
                    <a:pt x="351" y="24"/>
                    <a:pt x="348" y="28"/>
                    <a:pt x="348" y="36"/>
                  </a:cubicBezTo>
                  <a:cubicBezTo>
                    <a:pt x="348" y="40"/>
                    <a:pt x="351" y="44"/>
                    <a:pt x="359" y="44"/>
                  </a:cubicBezTo>
                  <a:lnTo>
                    <a:pt x="533" y="60"/>
                  </a:lnTo>
                  <a:cubicBezTo>
                    <a:pt x="537" y="60"/>
                    <a:pt x="541" y="52"/>
                    <a:pt x="544" y="48"/>
                  </a:cubicBezTo>
                  <a:cubicBezTo>
                    <a:pt x="544" y="40"/>
                    <a:pt x="541" y="36"/>
                    <a:pt x="533" y="36"/>
                  </a:cubicBezTo>
                  <a:lnTo>
                    <a:pt x="359" y="24"/>
                  </a:lnTo>
                  <a:close/>
                  <a:moveTo>
                    <a:pt x="706" y="48"/>
                  </a:moveTo>
                  <a:cubicBezTo>
                    <a:pt x="703" y="48"/>
                    <a:pt x="695" y="52"/>
                    <a:pt x="695" y="60"/>
                  </a:cubicBezTo>
                  <a:cubicBezTo>
                    <a:pt x="695" y="64"/>
                    <a:pt x="699" y="68"/>
                    <a:pt x="706" y="71"/>
                  </a:cubicBezTo>
                  <a:lnTo>
                    <a:pt x="879" y="84"/>
                  </a:lnTo>
                  <a:cubicBezTo>
                    <a:pt x="884" y="84"/>
                    <a:pt x="892" y="80"/>
                    <a:pt x="892" y="71"/>
                  </a:cubicBezTo>
                  <a:cubicBezTo>
                    <a:pt x="892" y="68"/>
                    <a:pt x="888" y="60"/>
                    <a:pt x="879" y="60"/>
                  </a:cubicBezTo>
                  <a:lnTo>
                    <a:pt x="706" y="48"/>
                  </a:lnTo>
                  <a:close/>
                  <a:moveTo>
                    <a:pt x="1054" y="71"/>
                  </a:moveTo>
                  <a:cubicBezTo>
                    <a:pt x="1050" y="71"/>
                    <a:pt x="1041" y="75"/>
                    <a:pt x="1041" y="84"/>
                  </a:cubicBezTo>
                  <a:cubicBezTo>
                    <a:pt x="1041" y="87"/>
                    <a:pt x="1045" y="95"/>
                    <a:pt x="1054" y="95"/>
                  </a:cubicBezTo>
                  <a:lnTo>
                    <a:pt x="1227" y="107"/>
                  </a:lnTo>
                  <a:cubicBezTo>
                    <a:pt x="1234" y="107"/>
                    <a:pt x="1239" y="104"/>
                    <a:pt x="1239" y="95"/>
                  </a:cubicBezTo>
                  <a:cubicBezTo>
                    <a:pt x="1239" y="91"/>
                    <a:pt x="1234" y="84"/>
                    <a:pt x="1227" y="84"/>
                  </a:cubicBezTo>
                  <a:lnTo>
                    <a:pt x="1054" y="71"/>
                  </a:lnTo>
                  <a:close/>
                  <a:moveTo>
                    <a:pt x="1400" y="95"/>
                  </a:moveTo>
                  <a:cubicBezTo>
                    <a:pt x="1396" y="95"/>
                    <a:pt x="1392" y="99"/>
                    <a:pt x="1392" y="107"/>
                  </a:cubicBezTo>
                  <a:cubicBezTo>
                    <a:pt x="1389" y="111"/>
                    <a:pt x="1396" y="119"/>
                    <a:pt x="1400" y="119"/>
                  </a:cubicBezTo>
                  <a:lnTo>
                    <a:pt x="1574" y="131"/>
                  </a:lnTo>
                  <a:cubicBezTo>
                    <a:pt x="1582" y="131"/>
                    <a:pt x="1585" y="127"/>
                    <a:pt x="1585" y="119"/>
                  </a:cubicBezTo>
                  <a:cubicBezTo>
                    <a:pt x="1585" y="115"/>
                    <a:pt x="1582" y="107"/>
                    <a:pt x="1578" y="107"/>
                  </a:cubicBezTo>
                  <a:lnTo>
                    <a:pt x="1400" y="95"/>
                  </a:lnTo>
                  <a:close/>
                  <a:moveTo>
                    <a:pt x="1751" y="119"/>
                  </a:moveTo>
                  <a:cubicBezTo>
                    <a:pt x="1744" y="119"/>
                    <a:pt x="1740" y="123"/>
                    <a:pt x="1740" y="131"/>
                  </a:cubicBezTo>
                  <a:cubicBezTo>
                    <a:pt x="1740" y="139"/>
                    <a:pt x="1744" y="142"/>
                    <a:pt x="1747" y="142"/>
                  </a:cubicBezTo>
                  <a:lnTo>
                    <a:pt x="1920" y="155"/>
                  </a:lnTo>
                  <a:cubicBezTo>
                    <a:pt x="1929" y="155"/>
                    <a:pt x="1933" y="151"/>
                    <a:pt x="1933" y="142"/>
                  </a:cubicBezTo>
                  <a:cubicBezTo>
                    <a:pt x="1933" y="139"/>
                    <a:pt x="1929" y="135"/>
                    <a:pt x="1925" y="135"/>
                  </a:cubicBezTo>
                  <a:lnTo>
                    <a:pt x="1751" y="119"/>
                  </a:lnTo>
                  <a:close/>
                  <a:moveTo>
                    <a:pt x="2095" y="145"/>
                  </a:moveTo>
                  <a:cubicBezTo>
                    <a:pt x="2089" y="145"/>
                    <a:pt x="2086" y="152"/>
                    <a:pt x="2086" y="155"/>
                  </a:cubicBezTo>
                  <a:cubicBezTo>
                    <a:pt x="2086" y="162"/>
                    <a:pt x="2091" y="166"/>
                    <a:pt x="2095" y="166"/>
                  </a:cubicBezTo>
                  <a:lnTo>
                    <a:pt x="2272" y="178"/>
                  </a:lnTo>
                  <a:cubicBezTo>
                    <a:pt x="2275" y="178"/>
                    <a:pt x="2280" y="175"/>
                    <a:pt x="2280" y="170"/>
                  </a:cubicBezTo>
                  <a:cubicBezTo>
                    <a:pt x="2284" y="162"/>
                    <a:pt x="2275" y="158"/>
                    <a:pt x="2272" y="158"/>
                  </a:cubicBezTo>
                  <a:lnTo>
                    <a:pt x="2098" y="146"/>
                  </a:lnTo>
                  <a:cubicBezTo>
                    <a:pt x="2097" y="145"/>
                    <a:pt x="2096" y="145"/>
                    <a:pt x="2095" y="145"/>
                  </a:cubicBezTo>
                  <a:close/>
                  <a:moveTo>
                    <a:pt x="2446" y="170"/>
                  </a:moveTo>
                  <a:cubicBezTo>
                    <a:pt x="2437" y="170"/>
                    <a:pt x="2433" y="175"/>
                    <a:pt x="2433" y="178"/>
                  </a:cubicBezTo>
                  <a:cubicBezTo>
                    <a:pt x="2433" y="186"/>
                    <a:pt x="2437" y="190"/>
                    <a:pt x="2446" y="190"/>
                  </a:cubicBezTo>
                  <a:lnTo>
                    <a:pt x="2517" y="193"/>
                  </a:lnTo>
                  <a:cubicBezTo>
                    <a:pt x="2517" y="194"/>
                    <a:pt x="2518" y="195"/>
                    <a:pt x="2519" y="195"/>
                  </a:cubicBezTo>
                  <a:cubicBezTo>
                    <a:pt x="2523" y="195"/>
                    <a:pt x="2528" y="189"/>
                    <a:pt x="2528" y="186"/>
                  </a:cubicBezTo>
                  <a:cubicBezTo>
                    <a:pt x="2528" y="178"/>
                    <a:pt x="2524" y="175"/>
                    <a:pt x="2517" y="175"/>
                  </a:cubicBezTo>
                  <a:lnTo>
                    <a:pt x="2446" y="170"/>
                  </a:lnTo>
                  <a:close/>
                </a:path>
              </a:pathLst>
            </a:cu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18"/>
            <p:cNvSpPr/>
            <p:nvPr/>
          </p:nvSpPr>
          <p:spPr>
            <a:xfrm>
              <a:off x="1626229" y="6458070"/>
              <a:ext cx="2642894" cy="207955"/>
            </a:xfrm>
            <a:custGeom>
              <a:rect b="b" l="l" r="r" t="t"/>
              <a:pathLst>
                <a:path extrusionOk="0" h="199" w="2529">
                  <a:moveTo>
                    <a:pt x="13" y="0"/>
                  </a:moveTo>
                  <a:cubicBezTo>
                    <a:pt x="4" y="0"/>
                    <a:pt x="1" y="5"/>
                    <a:pt x="1" y="13"/>
                  </a:cubicBezTo>
                  <a:cubicBezTo>
                    <a:pt x="1" y="16"/>
                    <a:pt x="4" y="24"/>
                    <a:pt x="8" y="24"/>
                  </a:cubicBezTo>
                  <a:lnTo>
                    <a:pt x="182" y="36"/>
                  </a:lnTo>
                  <a:cubicBezTo>
                    <a:pt x="190" y="36"/>
                    <a:pt x="194" y="33"/>
                    <a:pt x="194" y="24"/>
                  </a:cubicBezTo>
                  <a:cubicBezTo>
                    <a:pt x="194" y="20"/>
                    <a:pt x="190" y="13"/>
                    <a:pt x="186" y="13"/>
                  </a:cubicBezTo>
                  <a:lnTo>
                    <a:pt x="13" y="0"/>
                  </a:lnTo>
                  <a:close/>
                  <a:moveTo>
                    <a:pt x="359" y="24"/>
                  </a:moveTo>
                  <a:cubicBezTo>
                    <a:pt x="352" y="24"/>
                    <a:pt x="348" y="29"/>
                    <a:pt x="348" y="36"/>
                  </a:cubicBezTo>
                  <a:cubicBezTo>
                    <a:pt x="348" y="44"/>
                    <a:pt x="352" y="48"/>
                    <a:pt x="359" y="48"/>
                  </a:cubicBezTo>
                  <a:lnTo>
                    <a:pt x="533" y="60"/>
                  </a:lnTo>
                  <a:cubicBezTo>
                    <a:pt x="537" y="60"/>
                    <a:pt x="541" y="56"/>
                    <a:pt x="545" y="48"/>
                  </a:cubicBezTo>
                  <a:cubicBezTo>
                    <a:pt x="545" y="44"/>
                    <a:pt x="541" y="40"/>
                    <a:pt x="533" y="36"/>
                  </a:cubicBezTo>
                  <a:lnTo>
                    <a:pt x="359" y="24"/>
                  </a:lnTo>
                  <a:close/>
                  <a:moveTo>
                    <a:pt x="704" y="51"/>
                  </a:moveTo>
                  <a:cubicBezTo>
                    <a:pt x="700" y="51"/>
                    <a:pt x="694" y="57"/>
                    <a:pt x="694" y="60"/>
                  </a:cubicBezTo>
                  <a:cubicBezTo>
                    <a:pt x="694" y="68"/>
                    <a:pt x="699" y="71"/>
                    <a:pt x="707" y="71"/>
                  </a:cubicBezTo>
                  <a:lnTo>
                    <a:pt x="880" y="84"/>
                  </a:lnTo>
                  <a:cubicBezTo>
                    <a:pt x="884" y="84"/>
                    <a:pt x="892" y="80"/>
                    <a:pt x="892" y="76"/>
                  </a:cubicBezTo>
                  <a:cubicBezTo>
                    <a:pt x="892" y="68"/>
                    <a:pt x="888" y="64"/>
                    <a:pt x="880" y="64"/>
                  </a:cubicBezTo>
                  <a:lnTo>
                    <a:pt x="707" y="52"/>
                  </a:lnTo>
                  <a:cubicBezTo>
                    <a:pt x="706" y="51"/>
                    <a:pt x="705" y="51"/>
                    <a:pt x="704" y="51"/>
                  </a:cubicBezTo>
                  <a:close/>
                  <a:moveTo>
                    <a:pt x="1054" y="76"/>
                  </a:moveTo>
                  <a:cubicBezTo>
                    <a:pt x="1049" y="76"/>
                    <a:pt x="1042" y="80"/>
                    <a:pt x="1042" y="84"/>
                  </a:cubicBezTo>
                  <a:cubicBezTo>
                    <a:pt x="1042" y="91"/>
                    <a:pt x="1045" y="95"/>
                    <a:pt x="1054" y="95"/>
                  </a:cubicBezTo>
                  <a:lnTo>
                    <a:pt x="1227" y="107"/>
                  </a:lnTo>
                  <a:cubicBezTo>
                    <a:pt x="1231" y="107"/>
                    <a:pt x="1238" y="104"/>
                    <a:pt x="1238" y="100"/>
                  </a:cubicBezTo>
                  <a:cubicBezTo>
                    <a:pt x="1238" y="91"/>
                    <a:pt x="1235" y="87"/>
                    <a:pt x="1227" y="87"/>
                  </a:cubicBezTo>
                  <a:lnTo>
                    <a:pt x="1054" y="76"/>
                  </a:lnTo>
                  <a:close/>
                  <a:moveTo>
                    <a:pt x="1400" y="100"/>
                  </a:moveTo>
                  <a:cubicBezTo>
                    <a:pt x="1396" y="100"/>
                    <a:pt x="1393" y="104"/>
                    <a:pt x="1389" y="107"/>
                  </a:cubicBezTo>
                  <a:cubicBezTo>
                    <a:pt x="1389" y="115"/>
                    <a:pt x="1396" y="119"/>
                    <a:pt x="1400" y="119"/>
                  </a:cubicBezTo>
                  <a:lnTo>
                    <a:pt x="1574" y="131"/>
                  </a:lnTo>
                  <a:cubicBezTo>
                    <a:pt x="1582" y="131"/>
                    <a:pt x="1586" y="127"/>
                    <a:pt x="1586" y="123"/>
                  </a:cubicBezTo>
                  <a:cubicBezTo>
                    <a:pt x="1586" y="115"/>
                    <a:pt x="1582" y="111"/>
                    <a:pt x="1578" y="111"/>
                  </a:cubicBezTo>
                  <a:lnTo>
                    <a:pt x="1400" y="100"/>
                  </a:lnTo>
                  <a:close/>
                  <a:moveTo>
                    <a:pt x="1751" y="123"/>
                  </a:moveTo>
                  <a:cubicBezTo>
                    <a:pt x="1744" y="123"/>
                    <a:pt x="1740" y="127"/>
                    <a:pt x="1740" y="131"/>
                  </a:cubicBezTo>
                  <a:cubicBezTo>
                    <a:pt x="1740" y="139"/>
                    <a:pt x="1744" y="142"/>
                    <a:pt x="1748" y="142"/>
                  </a:cubicBezTo>
                  <a:lnTo>
                    <a:pt x="1921" y="158"/>
                  </a:lnTo>
                  <a:cubicBezTo>
                    <a:pt x="1929" y="158"/>
                    <a:pt x="1933" y="151"/>
                    <a:pt x="1933" y="147"/>
                  </a:cubicBezTo>
                  <a:cubicBezTo>
                    <a:pt x="1933" y="139"/>
                    <a:pt x="1929" y="135"/>
                    <a:pt x="1924" y="135"/>
                  </a:cubicBezTo>
                  <a:lnTo>
                    <a:pt x="1751" y="123"/>
                  </a:lnTo>
                  <a:close/>
                  <a:moveTo>
                    <a:pt x="2099" y="147"/>
                  </a:moveTo>
                  <a:cubicBezTo>
                    <a:pt x="2090" y="147"/>
                    <a:pt x="2086" y="151"/>
                    <a:pt x="2086" y="158"/>
                  </a:cubicBezTo>
                  <a:cubicBezTo>
                    <a:pt x="2086" y="162"/>
                    <a:pt x="2090" y="166"/>
                    <a:pt x="2095" y="171"/>
                  </a:cubicBezTo>
                  <a:lnTo>
                    <a:pt x="2272" y="182"/>
                  </a:lnTo>
                  <a:cubicBezTo>
                    <a:pt x="2276" y="182"/>
                    <a:pt x="2279" y="178"/>
                    <a:pt x="2279" y="171"/>
                  </a:cubicBezTo>
                  <a:cubicBezTo>
                    <a:pt x="2284" y="166"/>
                    <a:pt x="2276" y="158"/>
                    <a:pt x="2272" y="158"/>
                  </a:cubicBezTo>
                  <a:lnTo>
                    <a:pt x="2099" y="147"/>
                  </a:lnTo>
                  <a:close/>
                  <a:moveTo>
                    <a:pt x="2445" y="171"/>
                  </a:moveTo>
                  <a:cubicBezTo>
                    <a:pt x="2437" y="171"/>
                    <a:pt x="2434" y="175"/>
                    <a:pt x="2434" y="182"/>
                  </a:cubicBezTo>
                  <a:cubicBezTo>
                    <a:pt x="2434" y="186"/>
                    <a:pt x="2437" y="194"/>
                    <a:pt x="2445" y="194"/>
                  </a:cubicBezTo>
                  <a:lnTo>
                    <a:pt x="2516" y="198"/>
                  </a:lnTo>
                  <a:cubicBezTo>
                    <a:pt x="2521" y="198"/>
                    <a:pt x="2528" y="194"/>
                    <a:pt x="2528" y="186"/>
                  </a:cubicBezTo>
                  <a:cubicBezTo>
                    <a:pt x="2528" y="182"/>
                    <a:pt x="2524" y="178"/>
                    <a:pt x="2516" y="175"/>
                  </a:cubicBezTo>
                  <a:lnTo>
                    <a:pt x="2445" y="171"/>
                  </a:lnTo>
                  <a:close/>
                </a:path>
              </a:pathLst>
            </a:cu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11">
    <p:spTree>
      <p:nvGrpSpPr>
        <p:cNvPr id="444" name="Shape 444"/>
        <p:cNvGrpSpPr/>
        <p:nvPr/>
      </p:nvGrpSpPr>
      <p:grpSpPr>
        <a:xfrm>
          <a:off x="0" y="0"/>
          <a:ext cx="0" cy="0"/>
          <a:chOff x="0" y="0"/>
          <a:chExt cx="0" cy="0"/>
        </a:xfrm>
      </p:grpSpPr>
      <p:sp>
        <p:nvSpPr>
          <p:cNvPr id="445" name="Google Shape;445;p19"/>
          <p:cNvSpPr txBox="1"/>
          <p:nvPr>
            <p:ph type="title"/>
          </p:nvPr>
        </p:nvSpPr>
        <p:spPr>
          <a:xfrm>
            <a:off x="914400" y="888750"/>
            <a:ext cx="8458200" cy="956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6400"/>
              <a:buNone/>
              <a:defRPr/>
            </a:lvl1pPr>
            <a:lvl2pPr lvl="1" rtl="0">
              <a:lnSpc>
                <a:spcPct val="100000"/>
              </a:lnSpc>
              <a:spcBef>
                <a:spcPts val="0"/>
              </a:spcBef>
              <a:spcAft>
                <a:spcPts val="0"/>
              </a:spcAft>
              <a:buSzPts val="6400"/>
              <a:buNone/>
              <a:defRPr/>
            </a:lvl2pPr>
            <a:lvl3pPr lvl="2" rtl="0">
              <a:lnSpc>
                <a:spcPct val="100000"/>
              </a:lnSpc>
              <a:spcBef>
                <a:spcPts val="0"/>
              </a:spcBef>
              <a:spcAft>
                <a:spcPts val="0"/>
              </a:spcAft>
              <a:buSzPts val="6400"/>
              <a:buNone/>
              <a:defRPr/>
            </a:lvl3pPr>
            <a:lvl4pPr lvl="3" rtl="0">
              <a:lnSpc>
                <a:spcPct val="100000"/>
              </a:lnSpc>
              <a:spcBef>
                <a:spcPts val="0"/>
              </a:spcBef>
              <a:spcAft>
                <a:spcPts val="0"/>
              </a:spcAft>
              <a:buSzPts val="6400"/>
              <a:buNone/>
              <a:defRPr/>
            </a:lvl4pPr>
            <a:lvl5pPr lvl="4" rtl="0">
              <a:lnSpc>
                <a:spcPct val="100000"/>
              </a:lnSpc>
              <a:spcBef>
                <a:spcPts val="0"/>
              </a:spcBef>
              <a:spcAft>
                <a:spcPts val="0"/>
              </a:spcAft>
              <a:buSzPts val="6400"/>
              <a:buNone/>
              <a:defRPr/>
            </a:lvl5pPr>
            <a:lvl6pPr lvl="5" rtl="0">
              <a:lnSpc>
                <a:spcPct val="100000"/>
              </a:lnSpc>
              <a:spcBef>
                <a:spcPts val="0"/>
              </a:spcBef>
              <a:spcAft>
                <a:spcPts val="0"/>
              </a:spcAft>
              <a:buSzPts val="6400"/>
              <a:buNone/>
              <a:defRPr/>
            </a:lvl6pPr>
            <a:lvl7pPr lvl="6" rtl="0">
              <a:lnSpc>
                <a:spcPct val="100000"/>
              </a:lnSpc>
              <a:spcBef>
                <a:spcPts val="0"/>
              </a:spcBef>
              <a:spcAft>
                <a:spcPts val="0"/>
              </a:spcAft>
              <a:buSzPts val="6400"/>
              <a:buNone/>
              <a:defRPr/>
            </a:lvl7pPr>
            <a:lvl8pPr lvl="7" rtl="0">
              <a:lnSpc>
                <a:spcPct val="100000"/>
              </a:lnSpc>
              <a:spcBef>
                <a:spcPts val="0"/>
              </a:spcBef>
              <a:spcAft>
                <a:spcPts val="0"/>
              </a:spcAft>
              <a:buSzPts val="6400"/>
              <a:buNone/>
              <a:defRPr/>
            </a:lvl8pPr>
            <a:lvl9pPr lvl="8" rtl="0">
              <a:lnSpc>
                <a:spcPct val="100000"/>
              </a:lnSpc>
              <a:spcBef>
                <a:spcPts val="0"/>
              </a:spcBef>
              <a:spcAft>
                <a:spcPts val="0"/>
              </a:spcAft>
              <a:buSzPts val="6400"/>
              <a:buNone/>
              <a:defRPr/>
            </a:lvl9pPr>
          </a:lstStyle>
          <a:p/>
        </p:txBody>
      </p:sp>
      <p:sp>
        <p:nvSpPr>
          <p:cNvPr id="446" name="Google Shape;446;p19"/>
          <p:cNvSpPr txBox="1"/>
          <p:nvPr>
            <p:ph idx="1" type="body"/>
          </p:nvPr>
        </p:nvSpPr>
        <p:spPr>
          <a:xfrm>
            <a:off x="5366575" y="3390900"/>
            <a:ext cx="4006200" cy="4843800"/>
          </a:xfrm>
          <a:prstGeom prst="rect">
            <a:avLst/>
          </a:prstGeom>
        </p:spPr>
        <p:txBody>
          <a:bodyPr anchorCtr="0" anchor="t" bIns="91425" lIns="91425" spcFirstLastPara="1" rIns="91425" wrap="square" tIns="91425">
            <a:noAutofit/>
          </a:bodyPr>
          <a:lstStyle>
            <a:lvl1pPr indent="-368300" lvl="0" marL="457200" rtl="0">
              <a:spcBef>
                <a:spcPts val="0"/>
              </a:spcBef>
              <a:spcAft>
                <a:spcPts val="0"/>
              </a:spcAft>
              <a:buClr>
                <a:schemeClr val="dk2"/>
              </a:buClr>
              <a:buSzPts val="2200"/>
              <a:buChar char="●"/>
              <a:defRPr sz="2200">
                <a:solidFill>
                  <a:schemeClr val="dk1"/>
                </a:solidFill>
              </a:defRPr>
            </a:lvl1pPr>
            <a:lvl2pPr indent="-368300" lvl="1" marL="914400" rtl="0">
              <a:spcBef>
                <a:spcPts val="1000"/>
              </a:spcBef>
              <a:spcAft>
                <a:spcPts val="0"/>
              </a:spcAft>
              <a:buClr>
                <a:schemeClr val="dk1"/>
              </a:buClr>
              <a:buSzPts val="2200"/>
              <a:buChar char="○"/>
              <a:defRPr>
                <a:solidFill>
                  <a:schemeClr val="dk1"/>
                </a:solidFill>
              </a:defRPr>
            </a:lvl2pPr>
            <a:lvl3pPr indent="-368300" lvl="2" marL="1371600" rtl="0">
              <a:spcBef>
                <a:spcPts val="0"/>
              </a:spcBef>
              <a:spcAft>
                <a:spcPts val="0"/>
              </a:spcAft>
              <a:buClr>
                <a:schemeClr val="dk1"/>
              </a:buClr>
              <a:buSzPts val="2200"/>
              <a:buChar char="■"/>
              <a:defRPr>
                <a:solidFill>
                  <a:schemeClr val="dk1"/>
                </a:solidFill>
              </a:defRPr>
            </a:lvl3pPr>
            <a:lvl4pPr indent="-368300" lvl="3" marL="1828800" rtl="0">
              <a:spcBef>
                <a:spcPts val="0"/>
              </a:spcBef>
              <a:spcAft>
                <a:spcPts val="0"/>
              </a:spcAft>
              <a:buClr>
                <a:schemeClr val="dk1"/>
              </a:buClr>
              <a:buSzPts val="2200"/>
              <a:buChar char="●"/>
              <a:defRPr>
                <a:solidFill>
                  <a:schemeClr val="dk1"/>
                </a:solidFill>
              </a:defRPr>
            </a:lvl4pPr>
            <a:lvl5pPr indent="-368300" lvl="4" marL="2286000" rtl="0">
              <a:spcBef>
                <a:spcPts val="0"/>
              </a:spcBef>
              <a:spcAft>
                <a:spcPts val="0"/>
              </a:spcAft>
              <a:buClr>
                <a:schemeClr val="dk1"/>
              </a:buClr>
              <a:buSzPts val="2200"/>
              <a:buChar char="○"/>
              <a:defRPr>
                <a:solidFill>
                  <a:schemeClr val="dk1"/>
                </a:solidFill>
              </a:defRPr>
            </a:lvl5pPr>
            <a:lvl6pPr indent="-368300" lvl="5" marL="2743200" rtl="0">
              <a:spcBef>
                <a:spcPts val="0"/>
              </a:spcBef>
              <a:spcAft>
                <a:spcPts val="0"/>
              </a:spcAft>
              <a:buClr>
                <a:schemeClr val="dk1"/>
              </a:buClr>
              <a:buSzPts val="2200"/>
              <a:buChar char="■"/>
              <a:defRPr>
                <a:solidFill>
                  <a:schemeClr val="dk1"/>
                </a:solidFill>
              </a:defRPr>
            </a:lvl6pPr>
            <a:lvl7pPr indent="-368300" lvl="6" marL="3200400" rtl="0">
              <a:spcBef>
                <a:spcPts val="0"/>
              </a:spcBef>
              <a:spcAft>
                <a:spcPts val="0"/>
              </a:spcAft>
              <a:buClr>
                <a:schemeClr val="dk1"/>
              </a:buClr>
              <a:buSzPts val="2200"/>
              <a:buChar char="●"/>
              <a:defRPr>
                <a:solidFill>
                  <a:schemeClr val="dk1"/>
                </a:solidFill>
              </a:defRPr>
            </a:lvl7pPr>
            <a:lvl8pPr indent="-368300" lvl="7" marL="3657600" rtl="0">
              <a:spcBef>
                <a:spcPts val="0"/>
              </a:spcBef>
              <a:spcAft>
                <a:spcPts val="0"/>
              </a:spcAft>
              <a:buClr>
                <a:schemeClr val="dk1"/>
              </a:buClr>
              <a:buSzPts val="2200"/>
              <a:buChar char="○"/>
              <a:defRPr>
                <a:solidFill>
                  <a:schemeClr val="dk1"/>
                </a:solidFill>
              </a:defRPr>
            </a:lvl8pPr>
            <a:lvl9pPr indent="-368300" lvl="8" marL="4114800" rtl="0">
              <a:spcBef>
                <a:spcPts val="0"/>
              </a:spcBef>
              <a:spcAft>
                <a:spcPts val="0"/>
              </a:spcAft>
              <a:buClr>
                <a:schemeClr val="dk1"/>
              </a:buClr>
              <a:buSzPts val="2200"/>
              <a:buChar char="■"/>
              <a:defRPr>
                <a:solidFill>
                  <a:schemeClr val="dk1"/>
                </a:solidFill>
              </a:defRPr>
            </a:lvl9pPr>
          </a:lstStyle>
          <a:p/>
        </p:txBody>
      </p:sp>
      <p:sp>
        <p:nvSpPr>
          <p:cNvPr id="447" name="Google Shape;447;p19"/>
          <p:cNvSpPr/>
          <p:nvPr/>
        </p:nvSpPr>
        <p:spPr>
          <a:xfrm rot="10800000">
            <a:off x="9395387" y="9456660"/>
            <a:ext cx="830723" cy="773578"/>
          </a:xfrm>
          <a:custGeom>
            <a:rect b="b" l="l" r="r" t="t"/>
            <a:pathLst>
              <a:path extrusionOk="0" h="1638" w="1759">
                <a:moveTo>
                  <a:pt x="1074" y="1"/>
                </a:moveTo>
                <a:cubicBezTo>
                  <a:pt x="1067" y="1"/>
                  <a:pt x="1060" y="3"/>
                  <a:pt x="1054" y="5"/>
                </a:cubicBezTo>
                <a:cubicBezTo>
                  <a:pt x="1041" y="18"/>
                  <a:pt x="1025" y="29"/>
                  <a:pt x="1014" y="41"/>
                </a:cubicBezTo>
                <a:cubicBezTo>
                  <a:pt x="1006" y="53"/>
                  <a:pt x="994" y="65"/>
                  <a:pt x="983" y="76"/>
                </a:cubicBezTo>
                <a:cubicBezTo>
                  <a:pt x="947" y="124"/>
                  <a:pt x="912" y="171"/>
                  <a:pt x="872" y="214"/>
                </a:cubicBezTo>
                <a:cubicBezTo>
                  <a:pt x="836" y="262"/>
                  <a:pt x="805" y="309"/>
                  <a:pt x="774" y="356"/>
                </a:cubicBezTo>
                <a:cubicBezTo>
                  <a:pt x="761" y="376"/>
                  <a:pt x="750" y="404"/>
                  <a:pt x="734" y="424"/>
                </a:cubicBezTo>
                <a:cubicBezTo>
                  <a:pt x="723" y="435"/>
                  <a:pt x="710" y="451"/>
                  <a:pt x="703" y="462"/>
                </a:cubicBezTo>
                <a:cubicBezTo>
                  <a:pt x="699" y="473"/>
                  <a:pt x="687" y="508"/>
                  <a:pt x="673" y="508"/>
                </a:cubicBezTo>
                <a:cubicBezTo>
                  <a:pt x="671" y="508"/>
                  <a:pt x="669" y="507"/>
                  <a:pt x="667" y="506"/>
                </a:cubicBezTo>
                <a:cubicBezTo>
                  <a:pt x="659" y="502"/>
                  <a:pt x="659" y="495"/>
                  <a:pt x="652" y="495"/>
                </a:cubicBezTo>
                <a:cubicBezTo>
                  <a:pt x="643" y="495"/>
                  <a:pt x="639" y="498"/>
                  <a:pt x="632" y="498"/>
                </a:cubicBezTo>
                <a:cubicBezTo>
                  <a:pt x="625" y="500"/>
                  <a:pt x="618" y="500"/>
                  <a:pt x="611" y="500"/>
                </a:cubicBezTo>
                <a:cubicBezTo>
                  <a:pt x="596" y="500"/>
                  <a:pt x="582" y="498"/>
                  <a:pt x="568" y="498"/>
                </a:cubicBezTo>
                <a:cubicBezTo>
                  <a:pt x="545" y="495"/>
                  <a:pt x="517" y="491"/>
                  <a:pt x="494" y="491"/>
                </a:cubicBezTo>
                <a:cubicBezTo>
                  <a:pt x="454" y="486"/>
                  <a:pt x="415" y="482"/>
                  <a:pt x="379" y="479"/>
                </a:cubicBezTo>
                <a:cubicBezTo>
                  <a:pt x="359" y="479"/>
                  <a:pt x="339" y="475"/>
                  <a:pt x="320" y="475"/>
                </a:cubicBezTo>
                <a:cubicBezTo>
                  <a:pt x="273" y="471"/>
                  <a:pt x="226" y="462"/>
                  <a:pt x="178" y="462"/>
                </a:cubicBezTo>
                <a:cubicBezTo>
                  <a:pt x="170" y="462"/>
                  <a:pt x="164" y="461"/>
                  <a:pt x="157" y="461"/>
                </a:cubicBezTo>
                <a:cubicBezTo>
                  <a:pt x="154" y="461"/>
                  <a:pt x="150" y="461"/>
                  <a:pt x="146" y="462"/>
                </a:cubicBezTo>
                <a:cubicBezTo>
                  <a:pt x="139" y="462"/>
                  <a:pt x="135" y="462"/>
                  <a:pt x="123" y="459"/>
                </a:cubicBezTo>
                <a:cubicBezTo>
                  <a:pt x="103" y="455"/>
                  <a:pt x="79" y="451"/>
                  <a:pt x="60" y="451"/>
                </a:cubicBezTo>
                <a:cubicBezTo>
                  <a:pt x="48" y="455"/>
                  <a:pt x="36" y="451"/>
                  <a:pt x="28" y="459"/>
                </a:cubicBezTo>
                <a:cubicBezTo>
                  <a:pt x="24" y="462"/>
                  <a:pt x="13" y="471"/>
                  <a:pt x="8" y="479"/>
                </a:cubicBezTo>
                <a:cubicBezTo>
                  <a:pt x="0" y="491"/>
                  <a:pt x="13" y="502"/>
                  <a:pt x="17" y="514"/>
                </a:cubicBezTo>
                <a:cubicBezTo>
                  <a:pt x="24" y="522"/>
                  <a:pt x="28" y="530"/>
                  <a:pt x="36" y="542"/>
                </a:cubicBezTo>
                <a:cubicBezTo>
                  <a:pt x="44" y="553"/>
                  <a:pt x="48" y="562"/>
                  <a:pt x="60" y="573"/>
                </a:cubicBezTo>
                <a:cubicBezTo>
                  <a:pt x="84" y="597"/>
                  <a:pt x="115" y="613"/>
                  <a:pt x="139" y="637"/>
                </a:cubicBezTo>
                <a:cubicBezTo>
                  <a:pt x="162" y="668"/>
                  <a:pt x="182" y="695"/>
                  <a:pt x="210" y="723"/>
                </a:cubicBezTo>
                <a:cubicBezTo>
                  <a:pt x="241" y="751"/>
                  <a:pt x="273" y="775"/>
                  <a:pt x="304" y="802"/>
                </a:cubicBezTo>
                <a:cubicBezTo>
                  <a:pt x="316" y="814"/>
                  <a:pt x="324" y="826"/>
                  <a:pt x="335" y="833"/>
                </a:cubicBezTo>
                <a:cubicBezTo>
                  <a:pt x="344" y="837"/>
                  <a:pt x="352" y="841"/>
                  <a:pt x="355" y="846"/>
                </a:cubicBezTo>
                <a:cubicBezTo>
                  <a:pt x="355" y="849"/>
                  <a:pt x="352" y="857"/>
                  <a:pt x="348" y="861"/>
                </a:cubicBezTo>
                <a:cubicBezTo>
                  <a:pt x="348" y="869"/>
                  <a:pt x="344" y="881"/>
                  <a:pt x="339" y="888"/>
                </a:cubicBezTo>
                <a:cubicBezTo>
                  <a:pt x="316" y="920"/>
                  <a:pt x="297" y="948"/>
                  <a:pt x="281" y="983"/>
                </a:cubicBezTo>
                <a:cubicBezTo>
                  <a:pt x="273" y="999"/>
                  <a:pt x="265" y="1011"/>
                  <a:pt x="261" y="1026"/>
                </a:cubicBezTo>
                <a:cubicBezTo>
                  <a:pt x="253" y="1039"/>
                  <a:pt x="241" y="1050"/>
                  <a:pt x="233" y="1066"/>
                </a:cubicBezTo>
                <a:cubicBezTo>
                  <a:pt x="221" y="1082"/>
                  <a:pt x="213" y="1097"/>
                  <a:pt x="206" y="1110"/>
                </a:cubicBezTo>
                <a:cubicBezTo>
                  <a:pt x="190" y="1130"/>
                  <a:pt x="178" y="1145"/>
                  <a:pt x="166" y="1165"/>
                </a:cubicBezTo>
                <a:cubicBezTo>
                  <a:pt x="159" y="1177"/>
                  <a:pt x="155" y="1188"/>
                  <a:pt x="150" y="1196"/>
                </a:cubicBezTo>
                <a:cubicBezTo>
                  <a:pt x="146" y="1208"/>
                  <a:pt x="139" y="1216"/>
                  <a:pt x="131" y="1228"/>
                </a:cubicBezTo>
                <a:cubicBezTo>
                  <a:pt x="115" y="1248"/>
                  <a:pt x="103" y="1267"/>
                  <a:pt x="91" y="1290"/>
                </a:cubicBezTo>
                <a:cubicBezTo>
                  <a:pt x="84" y="1307"/>
                  <a:pt x="75" y="1326"/>
                  <a:pt x="68" y="1346"/>
                </a:cubicBezTo>
                <a:cubicBezTo>
                  <a:pt x="60" y="1374"/>
                  <a:pt x="44" y="1394"/>
                  <a:pt x="32" y="1417"/>
                </a:cubicBezTo>
                <a:cubicBezTo>
                  <a:pt x="28" y="1421"/>
                  <a:pt x="24" y="1429"/>
                  <a:pt x="28" y="1432"/>
                </a:cubicBezTo>
                <a:cubicBezTo>
                  <a:pt x="28" y="1437"/>
                  <a:pt x="36" y="1441"/>
                  <a:pt x="40" y="1445"/>
                </a:cubicBezTo>
                <a:cubicBezTo>
                  <a:pt x="43" y="1451"/>
                  <a:pt x="46" y="1457"/>
                  <a:pt x="51" y="1457"/>
                </a:cubicBezTo>
                <a:cubicBezTo>
                  <a:pt x="52" y="1457"/>
                  <a:pt x="54" y="1457"/>
                  <a:pt x="55" y="1456"/>
                </a:cubicBezTo>
                <a:cubicBezTo>
                  <a:pt x="75" y="1452"/>
                  <a:pt x="91" y="1445"/>
                  <a:pt x="107" y="1432"/>
                </a:cubicBezTo>
                <a:cubicBezTo>
                  <a:pt x="119" y="1429"/>
                  <a:pt x="126" y="1429"/>
                  <a:pt x="139" y="1429"/>
                </a:cubicBezTo>
                <a:cubicBezTo>
                  <a:pt x="162" y="1425"/>
                  <a:pt x="182" y="1413"/>
                  <a:pt x="202" y="1405"/>
                </a:cubicBezTo>
                <a:cubicBezTo>
                  <a:pt x="253" y="1390"/>
                  <a:pt x="304" y="1374"/>
                  <a:pt x="355" y="1354"/>
                </a:cubicBezTo>
                <a:cubicBezTo>
                  <a:pt x="454" y="1319"/>
                  <a:pt x="552" y="1287"/>
                  <a:pt x="652" y="1252"/>
                </a:cubicBezTo>
                <a:cubicBezTo>
                  <a:pt x="667" y="1287"/>
                  <a:pt x="683" y="1319"/>
                  <a:pt x="706" y="1350"/>
                </a:cubicBezTo>
                <a:cubicBezTo>
                  <a:pt x="770" y="1445"/>
                  <a:pt x="852" y="1523"/>
                  <a:pt x="916" y="1622"/>
                </a:cubicBezTo>
                <a:cubicBezTo>
                  <a:pt x="922" y="1632"/>
                  <a:pt x="934" y="1637"/>
                  <a:pt x="945" y="1637"/>
                </a:cubicBezTo>
                <a:cubicBezTo>
                  <a:pt x="960" y="1637"/>
                  <a:pt x="974" y="1629"/>
                  <a:pt x="978" y="1614"/>
                </a:cubicBezTo>
                <a:cubicBezTo>
                  <a:pt x="1010" y="1508"/>
                  <a:pt x="1034" y="1401"/>
                  <a:pt x="1058" y="1295"/>
                </a:cubicBezTo>
                <a:cubicBezTo>
                  <a:pt x="1069" y="1243"/>
                  <a:pt x="1081" y="1188"/>
                  <a:pt x="1093" y="1137"/>
                </a:cubicBezTo>
                <a:cubicBezTo>
                  <a:pt x="1096" y="1114"/>
                  <a:pt x="1101" y="1086"/>
                  <a:pt x="1105" y="1062"/>
                </a:cubicBezTo>
                <a:lnTo>
                  <a:pt x="1105" y="1050"/>
                </a:lnTo>
                <a:cubicBezTo>
                  <a:pt x="1105" y="1039"/>
                  <a:pt x="1101" y="1026"/>
                  <a:pt x="1105" y="1015"/>
                </a:cubicBezTo>
                <a:cubicBezTo>
                  <a:pt x="1109" y="995"/>
                  <a:pt x="1125" y="983"/>
                  <a:pt x="1140" y="972"/>
                </a:cubicBezTo>
                <a:cubicBezTo>
                  <a:pt x="1164" y="952"/>
                  <a:pt x="1196" y="944"/>
                  <a:pt x="1223" y="932"/>
                </a:cubicBezTo>
                <a:cubicBezTo>
                  <a:pt x="1247" y="920"/>
                  <a:pt x="1270" y="908"/>
                  <a:pt x="1298" y="897"/>
                </a:cubicBezTo>
                <a:cubicBezTo>
                  <a:pt x="1325" y="884"/>
                  <a:pt x="1353" y="873"/>
                  <a:pt x="1385" y="857"/>
                </a:cubicBezTo>
                <a:cubicBezTo>
                  <a:pt x="1409" y="841"/>
                  <a:pt x="1432" y="833"/>
                  <a:pt x="1460" y="826"/>
                </a:cubicBezTo>
                <a:cubicBezTo>
                  <a:pt x="1471" y="822"/>
                  <a:pt x="1483" y="817"/>
                  <a:pt x="1495" y="810"/>
                </a:cubicBezTo>
                <a:cubicBezTo>
                  <a:pt x="1507" y="806"/>
                  <a:pt x="1518" y="798"/>
                  <a:pt x="1531" y="790"/>
                </a:cubicBezTo>
                <a:cubicBezTo>
                  <a:pt x="1574" y="770"/>
                  <a:pt x="1622" y="759"/>
                  <a:pt x="1664" y="735"/>
                </a:cubicBezTo>
                <a:cubicBezTo>
                  <a:pt x="1680" y="727"/>
                  <a:pt x="1696" y="715"/>
                  <a:pt x="1716" y="704"/>
                </a:cubicBezTo>
                <a:cubicBezTo>
                  <a:pt x="1724" y="695"/>
                  <a:pt x="1744" y="684"/>
                  <a:pt x="1751" y="672"/>
                </a:cubicBezTo>
                <a:cubicBezTo>
                  <a:pt x="1759" y="660"/>
                  <a:pt x="1755" y="637"/>
                  <a:pt x="1740" y="628"/>
                </a:cubicBezTo>
                <a:cubicBezTo>
                  <a:pt x="1731" y="620"/>
                  <a:pt x="1711" y="617"/>
                  <a:pt x="1700" y="617"/>
                </a:cubicBezTo>
                <a:lnTo>
                  <a:pt x="1684" y="617"/>
                </a:lnTo>
                <a:cubicBezTo>
                  <a:pt x="1664" y="613"/>
                  <a:pt x="1645" y="609"/>
                  <a:pt x="1625" y="604"/>
                </a:cubicBezTo>
                <a:cubicBezTo>
                  <a:pt x="1605" y="601"/>
                  <a:pt x="1586" y="597"/>
                  <a:pt x="1566" y="593"/>
                </a:cubicBezTo>
                <a:cubicBezTo>
                  <a:pt x="1558" y="589"/>
                  <a:pt x="1542" y="589"/>
                  <a:pt x="1535" y="585"/>
                </a:cubicBezTo>
                <a:cubicBezTo>
                  <a:pt x="1531" y="581"/>
                  <a:pt x="1527" y="577"/>
                  <a:pt x="1518" y="577"/>
                </a:cubicBezTo>
                <a:cubicBezTo>
                  <a:pt x="1495" y="573"/>
                  <a:pt x="1475" y="573"/>
                  <a:pt x="1456" y="573"/>
                </a:cubicBezTo>
                <a:lnTo>
                  <a:pt x="1357" y="573"/>
                </a:lnTo>
                <a:cubicBezTo>
                  <a:pt x="1325" y="573"/>
                  <a:pt x="1294" y="569"/>
                  <a:pt x="1262" y="566"/>
                </a:cubicBezTo>
                <a:cubicBezTo>
                  <a:pt x="1219" y="562"/>
                  <a:pt x="1176" y="562"/>
                  <a:pt x="1136" y="553"/>
                </a:cubicBezTo>
                <a:cubicBezTo>
                  <a:pt x="1120" y="549"/>
                  <a:pt x="1109" y="546"/>
                  <a:pt x="1096" y="546"/>
                </a:cubicBezTo>
                <a:cubicBezTo>
                  <a:pt x="1089" y="546"/>
                  <a:pt x="1081" y="546"/>
                  <a:pt x="1077" y="542"/>
                </a:cubicBezTo>
                <a:cubicBezTo>
                  <a:pt x="1065" y="533"/>
                  <a:pt x="1069" y="518"/>
                  <a:pt x="1069" y="506"/>
                </a:cubicBezTo>
                <a:cubicBezTo>
                  <a:pt x="1069" y="491"/>
                  <a:pt x="1065" y="475"/>
                  <a:pt x="1061" y="459"/>
                </a:cubicBezTo>
                <a:cubicBezTo>
                  <a:pt x="1061" y="439"/>
                  <a:pt x="1065" y="424"/>
                  <a:pt x="1069" y="404"/>
                </a:cubicBezTo>
                <a:cubicBezTo>
                  <a:pt x="1073" y="388"/>
                  <a:pt x="1077" y="373"/>
                  <a:pt x="1077" y="356"/>
                </a:cubicBezTo>
                <a:lnTo>
                  <a:pt x="1077" y="302"/>
                </a:lnTo>
                <a:cubicBezTo>
                  <a:pt x="1081" y="285"/>
                  <a:pt x="1085" y="266"/>
                  <a:pt x="1085" y="249"/>
                </a:cubicBezTo>
                <a:cubicBezTo>
                  <a:pt x="1089" y="226"/>
                  <a:pt x="1085" y="207"/>
                  <a:pt x="1089" y="187"/>
                </a:cubicBezTo>
                <a:cubicBezTo>
                  <a:pt x="1093" y="167"/>
                  <a:pt x="1093" y="151"/>
                  <a:pt x="1096" y="131"/>
                </a:cubicBezTo>
                <a:cubicBezTo>
                  <a:pt x="1101" y="112"/>
                  <a:pt x="1105" y="96"/>
                  <a:pt x="1109" y="76"/>
                </a:cubicBezTo>
                <a:cubicBezTo>
                  <a:pt x="1109" y="56"/>
                  <a:pt x="1109" y="21"/>
                  <a:pt x="1089" y="5"/>
                </a:cubicBezTo>
                <a:cubicBezTo>
                  <a:pt x="1084" y="2"/>
                  <a:pt x="1079" y="1"/>
                  <a:pt x="1074" y="1"/>
                </a:cubicBezTo>
                <a:close/>
              </a:path>
            </a:pathLst>
          </a:custGeom>
          <a:solidFill>
            <a:schemeClr val="accent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19"/>
          <p:cNvSpPr/>
          <p:nvPr/>
        </p:nvSpPr>
        <p:spPr>
          <a:xfrm rot="10800000">
            <a:off x="302194" y="159875"/>
            <a:ext cx="845836" cy="617729"/>
          </a:xfrm>
          <a:custGeom>
            <a:rect b="b" l="l" r="r" t="t"/>
            <a:pathLst>
              <a:path extrusionOk="0" h="1308" w="1791">
                <a:moveTo>
                  <a:pt x="1141" y="1"/>
                </a:moveTo>
                <a:cubicBezTo>
                  <a:pt x="1135" y="1"/>
                  <a:pt x="1129" y="3"/>
                  <a:pt x="1124" y="6"/>
                </a:cubicBezTo>
                <a:cubicBezTo>
                  <a:pt x="951" y="195"/>
                  <a:pt x="797" y="408"/>
                  <a:pt x="675" y="633"/>
                </a:cubicBezTo>
                <a:cubicBezTo>
                  <a:pt x="576" y="428"/>
                  <a:pt x="478" y="226"/>
                  <a:pt x="379" y="22"/>
                </a:cubicBezTo>
                <a:cubicBezTo>
                  <a:pt x="375" y="14"/>
                  <a:pt x="368" y="10"/>
                  <a:pt x="361" y="10"/>
                </a:cubicBezTo>
                <a:cubicBezTo>
                  <a:pt x="354" y="10"/>
                  <a:pt x="347" y="14"/>
                  <a:pt x="344" y="22"/>
                </a:cubicBezTo>
                <a:cubicBezTo>
                  <a:pt x="273" y="183"/>
                  <a:pt x="209" y="349"/>
                  <a:pt x="158" y="518"/>
                </a:cubicBezTo>
                <a:cubicBezTo>
                  <a:pt x="134" y="589"/>
                  <a:pt x="0" y="873"/>
                  <a:pt x="44" y="944"/>
                </a:cubicBezTo>
                <a:cubicBezTo>
                  <a:pt x="47" y="959"/>
                  <a:pt x="67" y="964"/>
                  <a:pt x="80" y="968"/>
                </a:cubicBezTo>
                <a:cubicBezTo>
                  <a:pt x="331" y="1039"/>
                  <a:pt x="580" y="1101"/>
                  <a:pt x="833" y="1161"/>
                </a:cubicBezTo>
                <a:cubicBezTo>
                  <a:pt x="1010" y="1201"/>
                  <a:pt x="1183" y="1236"/>
                  <a:pt x="1361" y="1272"/>
                </a:cubicBezTo>
                <a:cubicBezTo>
                  <a:pt x="1396" y="1277"/>
                  <a:pt x="1514" y="1308"/>
                  <a:pt x="1585" y="1308"/>
                </a:cubicBezTo>
                <a:cubicBezTo>
                  <a:pt x="1609" y="1308"/>
                  <a:pt x="1628" y="1304"/>
                  <a:pt x="1637" y="1295"/>
                </a:cubicBezTo>
                <a:cubicBezTo>
                  <a:pt x="1656" y="1279"/>
                  <a:pt x="1656" y="1248"/>
                  <a:pt x="1656" y="1220"/>
                </a:cubicBezTo>
                <a:cubicBezTo>
                  <a:pt x="1661" y="924"/>
                  <a:pt x="1779" y="637"/>
                  <a:pt x="1791" y="337"/>
                </a:cubicBezTo>
                <a:lnTo>
                  <a:pt x="1791" y="337"/>
                </a:lnTo>
                <a:cubicBezTo>
                  <a:pt x="1625" y="463"/>
                  <a:pt x="1467" y="597"/>
                  <a:pt x="1294" y="715"/>
                </a:cubicBezTo>
                <a:cubicBezTo>
                  <a:pt x="1321" y="621"/>
                  <a:pt x="1230" y="502"/>
                  <a:pt x="1207" y="412"/>
                </a:cubicBezTo>
                <a:cubicBezTo>
                  <a:pt x="1175" y="282"/>
                  <a:pt x="1159" y="151"/>
                  <a:pt x="1159" y="18"/>
                </a:cubicBezTo>
                <a:cubicBezTo>
                  <a:pt x="1159" y="6"/>
                  <a:pt x="1150" y="1"/>
                  <a:pt x="1141" y="1"/>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19"/>
          <p:cNvSpPr/>
          <p:nvPr/>
        </p:nvSpPr>
        <p:spPr>
          <a:xfrm rot="10800000">
            <a:off x="9868974" y="8694373"/>
            <a:ext cx="233400" cy="233400"/>
          </a:xfrm>
          <a:prstGeom prst="ellipse">
            <a:avLst/>
          </a:pr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19"/>
          <p:cNvSpPr/>
          <p:nvPr/>
        </p:nvSpPr>
        <p:spPr>
          <a:xfrm rot="10800000">
            <a:off x="8999561" y="9726748"/>
            <a:ext cx="233400" cy="233400"/>
          </a:xfrm>
          <a:prstGeom prst="ellipse">
            <a:avLst/>
          </a:pr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19"/>
          <p:cNvSpPr/>
          <p:nvPr/>
        </p:nvSpPr>
        <p:spPr>
          <a:xfrm flipH="1" rot="10800000">
            <a:off x="498736" y="4654573"/>
            <a:ext cx="56375" cy="2663275"/>
          </a:xfrm>
          <a:custGeom>
            <a:rect b="b" l="l" r="r" t="t"/>
            <a:pathLst>
              <a:path extrusionOk="0" h="106531" w="2255">
                <a:moveTo>
                  <a:pt x="1515" y="0"/>
                </a:moveTo>
                <a:cubicBezTo>
                  <a:pt x="649" y="35503"/>
                  <a:pt x="4406" y="71291"/>
                  <a:pt x="0" y="106531"/>
                </a:cubicBezTo>
              </a:path>
            </a:pathLst>
          </a:custGeom>
          <a:noFill/>
          <a:ln cap="flat" cmpd="sng" w="28575">
            <a:solidFill>
              <a:schemeClr val="dk1"/>
            </a:solidFill>
            <a:prstDash val="solid"/>
            <a:round/>
            <a:headEnd len="med" w="med" type="none"/>
            <a:tailEnd len="med" w="med" type="none"/>
          </a:ln>
        </p:spPr>
      </p:sp>
      <p:sp>
        <p:nvSpPr>
          <p:cNvPr id="452" name="Google Shape;452;p19"/>
          <p:cNvSpPr/>
          <p:nvPr/>
        </p:nvSpPr>
        <p:spPr>
          <a:xfrm flipH="1" rot="10800000">
            <a:off x="322036" y="4919648"/>
            <a:ext cx="23625" cy="795200"/>
          </a:xfrm>
          <a:custGeom>
            <a:rect b="b" l="l" r="r" t="t"/>
            <a:pathLst>
              <a:path extrusionOk="0" h="31808" w="945">
                <a:moveTo>
                  <a:pt x="505" y="0"/>
                </a:moveTo>
                <a:cubicBezTo>
                  <a:pt x="1386" y="10567"/>
                  <a:pt x="0" y="21204"/>
                  <a:pt x="0" y="31808"/>
                </a:cubicBezTo>
              </a:path>
            </a:pathLst>
          </a:custGeom>
          <a:noFill/>
          <a:ln cap="flat" cmpd="sng" w="28575">
            <a:solidFill>
              <a:schemeClr val="dk1"/>
            </a:solidFill>
            <a:prstDash val="solid"/>
            <a:round/>
            <a:headEnd len="med" w="med" type="none"/>
            <a:tailEnd len="med" w="med" type="none"/>
          </a:ln>
        </p:spPr>
      </p:sp>
      <p:sp>
        <p:nvSpPr>
          <p:cNvPr id="453" name="Google Shape;453;p19"/>
          <p:cNvSpPr/>
          <p:nvPr/>
        </p:nvSpPr>
        <p:spPr>
          <a:xfrm rot="-10651105">
            <a:off x="9916250" y="2881690"/>
            <a:ext cx="138855" cy="2158457"/>
          </a:xfrm>
          <a:custGeom>
            <a:rect b="b" l="l" r="r" t="t"/>
            <a:pathLst>
              <a:path extrusionOk="0" h="86335" w="5554">
                <a:moveTo>
                  <a:pt x="0" y="0"/>
                </a:moveTo>
                <a:cubicBezTo>
                  <a:pt x="1919" y="28774"/>
                  <a:pt x="5554" y="57497"/>
                  <a:pt x="5554" y="86335"/>
                </a:cubicBezTo>
              </a:path>
            </a:pathLst>
          </a:custGeom>
          <a:noFill/>
          <a:ln cap="flat" cmpd="sng" w="28575">
            <a:solidFill>
              <a:schemeClr val="dk1"/>
            </a:solidFill>
            <a:prstDash val="solid"/>
            <a:round/>
            <a:headEnd len="med" w="med" type="none"/>
            <a:tailEnd len="med" w="med" type="none"/>
          </a:ln>
        </p:spPr>
      </p:sp>
      <p:sp>
        <p:nvSpPr>
          <p:cNvPr id="454" name="Google Shape;454;p19"/>
          <p:cNvSpPr/>
          <p:nvPr/>
        </p:nvSpPr>
        <p:spPr>
          <a:xfrm rot="-10651105">
            <a:off x="9791142" y="4310965"/>
            <a:ext cx="39176" cy="1123393"/>
          </a:xfrm>
          <a:custGeom>
            <a:rect b="b" l="l" r="r" t="t"/>
            <a:pathLst>
              <a:path extrusionOk="0" h="44934" w="1567">
                <a:moveTo>
                  <a:pt x="557" y="0"/>
                </a:moveTo>
                <a:cubicBezTo>
                  <a:pt x="-1098" y="14890"/>
                  <a:pt x="1567" y="29952"/>
                  <a:pt x="1567" y="44934"/>
                </a:cubicBezTo>
              </a:path>
            </a:pathLst>
          </a:custGeom>
          <a:noFill/>
          <a:ln cap="flat" cmpd="sng" w="28575">
            <a:solidFill>
              <a:schemeClr val="dk1"/>
            </a:solidFill>
            <a:prstDash val="solid"/>
            <a:round/>
            <a:headEnd len="med" w="med" type="none"/>
            <a:tailEnd len="med" w="med" type="none"/>
          </a:ln>
        </p:spPr>
      </p:sp>
      <p:sp>
        <p:nvSpPr>
          <p:cNvPr id="455" name="Google Shape;455;p19"/>
          <p:cNvSpPr/>
          <p:nvPr/>
        </p:nvSpPr>
        <p:spPr>
          <a:xfrm rot="10800000">
            <a:off x="9395386" y="7924273"/>
            <a:ext cx="233400" cy="233400"/>
          </a:xfrm>
          <a:prstGeom prst="ellipse">
            <a:avLst/>
          </a:pr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19"/>
          <p:cNvSpPr/>
          <p:nvPr/>
        </p:nvSpPr>
        <p:spPr>
          <a:xfrm rot="10800000">
            <a:off x="350399" y="1156636"/>
            <a:ext cx="233400" cy="233400"/>
          </a:xfrm>
          <a:prstGeom prst="ellipse">
            <a:avLst/>
          </a:pr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19"/>
          <p:cNvSpPr/>
          <p:nvPr/>
        </p:nvSpPr>
        <p:spPr>
          <a:xfrm rot="10800000">
            <a:off x="1386986" y="544198"/>
            <a:ext cx="233400" cy="233400"/>
          </a:xfrm>
          <a:prstGeom prst="ellipse">
            <a:avLst/>
          </a:pr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58" name="Google Shape;458;p19"/>
          <p:cNvGrpSpPr/>
          <p:nvPr/>
        </p:nvGrpSpPr>
        <p:grpSpPr>
          <a:xfrm rot="-6567601">
            <a:off x="8958159" y="-309969"/>
            <a:ext cx="2448651" cy="2125389"/>
            <a:chOff x="1322124" y="4079650"/>
            <a:chExt cx="3420400" cy="2968851"/>
          </a:xfrm>
        </p:grpSpPr>
        <p:sp>
          <p:nvSpPr>
            <p:cNvPr id="459" name="Google Shape;459;p19"/>
            <p:cNvSpPr/>
            <p:nvPr/>
          </p:nvSpPr>
          <p:spPr>
            <a:xfrm>
              <a:off x="1322124" y="4377475"/>
              <a:ext cx="3420400" cy="2671026"/>
            </a:xfrm>
            <a:custGeom>
              <a:rect b="b" l="l" r="r" t="t"/>
              <a:pathLst>
                <a:path extrusionOk="0" h="2556" w="3273">
                  <a:moveTo>
                    <a:pt x="228" y="0"/>
                  </a:moveTo>
                  <a:cubicBezTo>
                    <a:pt x="244" y="548"/>
                    <a:pt x="157" y="1345"/>
                    <a:pt x="0" y="2331"/>
                  </a:cubicBezTo>
                  <a:lnTo>
                    <a:pt x="3040" y="2555"/>
                  </a:lnTo>
                  <a:cubicBezTo>
                    <a:pt x="3186" y="1767"/>
                    <a:pt x="3273" y="998"/>
                    <a:pt x="3269" y="257"/>
                  </a:cubicBezTo>
                  <a:lnTo>
                    <a:pt x="3143" y="249"/>
                  </a:lnTo>
                  <a:lnTo>
                    <a:pt x="3143" y="249"/>
                  </a:lnTo>
                  <a:cubicBezTo>
                    <a:pt x="3154" y="320"/>
                    <a:pt x="3115" y="402"/>
                    <a:pt x="3020" y="402"/>
                  </a:cubicBezTo>
                  <a:cubicBezTo>
                    <a:pt x="2918" y="402"/>
                    <a:pt x="2878" y="304"/>
                    <a:pt x="2902" y="229"/>
                  </a:cubicBezTo>
                  <a:lnTo>
                    <a:pt x="2674" y="209"/>
                  </a:lnTo>
                  <a:lnTo>
                    <a:pt x="2674" y="209"/>
                  </a:lnTo>
                  <a:cubicBezTo>
                    <a:pt x="2677" y="213"/>
                    <a:pt x="2677" y="222"/>
                    <a:pt x="2677" y="229"/>
                  </a:cubicBezTo>
                  <a:lnTo>
                    <a:pt x="2677" y="237"/>
                  </a:lnTo>
                  <a:cubicBezTo>
                    <a:pt x="2677" y="261"/>
                    <a:pt x="2670" y="280"/>
                    <a:pt x="2657" y="300"/>
                  </a:cubicBezTo>
                  <a:cubicBezTo>
                    <a:pt x="2654" y="312"/>
                    <a:pt x="2646" y="320"/>
                    <a:pt x="2638" y="328"/>
                  </a:cubicBezTo>
                  <a:cubicBezTo>
                    <a:pt x="2622" y="344"/>
                    <a:pt x="2603" y="355"/>
                    <a:pt x="2583" y="364"/>
                  </a:cubicBezTo>
                  <a:lnTo>
                    <a:pt x="2547" y="367"/>
                  </a:lnTo>
                  <a:cubicBezTo>
                    <a:pt x="2528" y="367"/>
                    <a:pt x="2512" y="364"/>
                    <a:pt x="2496" y="355"/>
                  </a:cubicBezTo>
                  <a:cubicBezTo>
                    <a:pt x="2480" y="351"/>
                    <a:pt x="2468" y="340"/>
                    <a:pt x="2457" y="328"/>
                  </a:cubicBezTo>
                  <a:cubicBezTo>
                    <a:pt x="2441" y="316"/>
                    <a:pt x="2433" y="304"/>
                    <a:pt x="2428" y="288"/>
                  </a:cubicBezTo>
                  <a:cubicBezTo>
                    <a:pt x="2421" y="273"/>
                    <a:pt x="2417" y="253"/>
                    <a:pt x="2417" y="237"/>
                  </a:cubicBezTo>
                  <a:lnTo>
                    <a:pt x="2417" y="229"/>
                  </a:lnTo>
                  <a:cubicBezTo>
                    <a:pt x="2417" y="213"/>
                    <a:pt x="2421" y="202"/>
                    <a:pt x="2425" y="186"/>
                  </a:cubicBezTo>
                  <a:lnTo>
                    <a:pt x="2208" y="170"/>
                  </a:lnTo>
                  <a:lnTo>
                    <a:pt x="2208" y="170"/>
                  </a:lnTo>
                  <a:cubicBezTo>
                    <a:pt x="2228" y="245"/>
                    <a:pt x="2188" y="335"/>
                    <a:pt x="2090" y="335"/>
                  </a:cubicBezTo>
                  <a:cubicBezTo>
                    <a:pt x="1979" y="335"/>
                    <a:pt x="1940" y="225"/>
                    <a:pt x="1975" y="151"/>
                  </a:cubicBezTo>
                  <a:lnTo>
                    <a:pt x="1660" y="122"/>
                  </a:lnTo>
                  <a:lnTo>
                    <a:pt x="1660" y="122"/>
                  </a:lnTo>
                  <a:cubicBezTo>
                    <a:pt x="1684" y="198"/>
                    <a:pt x="1644" y="293"/>
                    <a:pt x="1542" y="293"/>
                  </a:cubicBezTo>
                  <a:cubicBezTo>
                    <a:pt x="1431" y="293"/>
                    <a:pt x="1396" y="182"/>
                    <a:pt x="1431" y="103"/>
                  </a:cubicBezTo>
                  <a:lnTo>
                    <a:pt x="1171" y="84"/>
                  </a:lnTo>
                  <a:lnTo>
                    <a:pt x="1171" y="84"/>
                  </a:lnTo>
                  <a:cubicBezTo>
                    <a:pt x="1183" y="155"/>
                    <a:pt x="1140" y="237"/>
                    <a:pt x="1049" y="237"/>
                  </a:cubicBezTo>
                  <a:cubicBezTo>
                    <a:pt x="946" y="237"/>
                    <a:pt x="907" y="138"/>
                    <a:pt x="930" y="60"/>
                  </a:cubicBezTo>
                  <a:lnTo>
                    <a:pt x="678" y="40"/>
                  </a:lnTo>
                  <a:cubicBezTo>
                    <a:pt x="678" y="107"/>
                    <a:pt x="635" y="170"/>
                    <a:pt x="552" y="170"/>
                  </a:cubicBezTo>
                  <a:cubicBezTo>
                    <a:pt x="461" y="170"/>
                    <a:pt x="417" y="91"/>
                    <a:pt x="430" y="20"/>
                  </a:cubicBezTo>
                  <a:lnTo>
                    <a:pt x="228" y="0"/>
                  </a:lnTo>
                  <a:close/>
                </a:path>
              </a:pathLst>
            </a:custGeom>
            <a:solidFill>
              <a:schemeClr val="accent5"/>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19"/>
            <p:cNvSpPr/>
            <p:nvPr/>
          </p:nvSpPr>
          <p:spPr>
            <a:xfrm>
              <a:off x="3019260" y="4421365"/>
              <a:ext cx="391888" cy="506826"/>
            </a:xfrm>
            <a:custGeom>
              <a:rect b="b" l="l" r="r" t="t"/>
              <a:pathLst>
                <a:path extrusionOk="0" h="485" w="375">
                  <a:moveTo>
                    <a:pt x="26" y="0"/>
                  </a:moveTo>
                  <a:cubicBezTo>
                    <a:pt x="21" y="0"/>
                    <a:pt x="16" y="2"/>
                    <a:pt x="12" y="6"/>
                  </a:cubicBezTo>
                  <a:cubicBezTo>
                    <a:pt x="0" y="9"/>
                    <a:pt x="0" y="25"/>
                    <a:pt x="9" y="33"/>
                  </a:cubicBezTo>
                  <a:lnTo>
                    <a:pt x="331" y="475"/>
                  </a:lnTo>
                  <a:cubicBezTo>
                    <a:pt x="336" y="482"/>
                    <a:pt x="341" y="485"/>
                    <a:pt x="347" y="485"/>
                  </a:cubicBezTo>
                  <a:cubicBezTo>
                    <a:pt x="352" y="485"/>
                    <a:pt x="358" y="483"/>
                    <a:pt x="363" y="479"/>
                  </a:cubicBezTo>
                  <a:cubicBezTo>
                    <a:pt x="371" y="475"/>
                    <a:pt x="375" y="459"/>
                    <a:pt x="367" y="451"/>
                  </a:cubicBezTo>
                  <a:lnTo>
                    <a:pt x="40" y="9"/>
                  </a:lnTo>
                  <a:cubicBezTo>
                    <a:pt x="38" y="3"/>
                    <a:pt x="32" y="0"/>
                    <a:pt x="2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19"/>
            <p:cNvSpPr/>
            <p:nvPr/>
          </p:nvSpPr>
          <p:spPr>
            <a:xfrm>
              <a:off x="2779947" y="4154890"/>
              <a:ext cx="755560" cy="640587"/>
            </a:xfrm>
            <a:custGeom>
              <a:rect b="b" l="l" r="r" t="t"/>
              <a:pathLst>
                <a:path extrusionOk="0" h="613" w="723">
                  <a:moveTo>
                    <a:pt x="311" y="0"/>
                  </a:moveTo>
                  <a:cubicBezTo>
                    <a:pt x="154" y="0"/>
                    <a:pt x="19" y="127"/>
                    <a:pt x="9" y="300"/>
                  </a:cubicBezTo>
                  <a:cubicBezTo>
                    <a:pt x="1" y="422"/>
                    <a:pt x="87" y="561"/>
                    <a:pt x="210" y="596"/>
                  </a:cubicBezTo>
                  <a:cubicBezTo>
                    <a:pt x="249" y="606"/>
                    <a:pt x="286" y="612"/>
                    <a:pt x="323" y="612"/>
                  </a:cubicBezTo>
                  <a:cubicBezTo>
                    <a:pt x="384" y="612"/>
                    <a:pt x="442" y="596"/>
                    <a:pt x="494" y="557"/>
                  </a:cubicBezTo>
                  <a:cubicBezTo>
                    <a:pt x="722" y="387"/>
                    <a:pt x="596" y="87"/>
                    <a:pt x="418" y="20"/>
                  </a:cubicBezTo>
                  <a:cubicBezTo>
                    <a:pt x="382" y="6"/>
                    <a:pt x="346" y="0"/>
                    <a:pt x="311" y="0"/>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19"/>
            <p:cNvSpPr/>
            <p:nvPr/>
          </p:nvSpPr>
          <p:spPr>
            <a:xfrm>
              <a:off x="2751731" y="4079650"/>
              <a:ext cx="638516" cy="558031"/>
            </a:xfrm>
            <a:custGeom>
              <a:rect b="b" l="l" r="r" t="t"/>
              <a:pathLst>
                <a:path extrusionOk="0" h="534" w="611">
                  <a:moveTo>
                    <a:pt x="247" y="0"/>
                  </a:moveTo>
                  <a:cubicBezTo>
                    <a:pt x="117" y="0"/>
                    <a:pt x="10" y="106"/>
                    <a:pt x="4" y="254"/>
                  </a:cubicBezTo>
                  <a:cubicBezTo>
                    <a:pt x="1" y="360"/>
                    <a:pt x="79" y="483"/>
                    <a:pt x="181" y="518"/>
                  </a:cubicBezTo>
                  <a:cubicBezTo>
                    <a:pt x="214" y="528"/>
                    <a:pt x="246" y="534"/>
                    <a:pt x="277" y="534"/>
                  </a:cubicBezTo>
                  <a:cubicBezTo>
                    <a:pt x="328" y="534"/>
                    <a:pt x="377" y="519"/>
                    <a:pt x="422" y="487"/>
                  </a:cubicBezTo>
                  <a:cubicBezTo>
                    <a:pt x="611" y="345"/>
                    <a:pt x="497" y="81"/>
                    <a:pt x="347" y="21"/>
                  </a:cubicBezTo>
                  <a:cubicBezTo>
                    <a:pt x="313" y="7"/>
                    <a:pt x="279" y="0"/>
                    <a:pt x="247" y="0"/>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19"/>
            <p:cNvSpPr/>
            <p:nvPr/>
          </p:nvSpPr>
          <p:spPr>
            <a:xfrm>
              <a:off x="1802840" y="5085985"/>
              <a:ext cx="2642894" cy="248711"/>
            </a:xfrm>
            <a:custGeom>
              <a:rect b="b" l="l" r="r" t="t"/>
              <a:pathLst>
                <a:path extrusionOk="0" h="238" w="2529">
                  <a:moveTo>
                    <a:pt x="13" y="1"/>
                  </a:moveTo>
                  <a:cubicBezTo>
                    <a:pt x="9" y="1"/>
                    <a:pt x="5" y="5"/>
                    <a:pt x="1" y="12"/>
                  </a:cubicBezTo>
                  <a:cubicBezTo>
                    <a:pt x="1" y="17"/>
                    <a:pt x="5" y="24"/>
                    <a:pt x="13" y="24"/>
                  </a:cubicBezTo>
                  <a:lnTo>
                    <a:pt x="186" y="41"/>
                  </a:lnTo>
                  <a:cubicBezTo>
                    <a:pt x="190" y="41"/>
                    <a:pt x="199" y="36"/>
                    <a:pt x="199" y="28"/>
                  </a:cubicBezTo>
                  <a:cubicBezTo>
                    <a:pt x="199" y="24"/>
                    <a:pt x="194" y="17"/>
                    <a:pt x="186" y="17"/>
                  </a:cubicBezTo>
                  <a:lnTo>
                    <a:pt x="13" y="1"/>
                  </a:lnTo>
                  <a:close/>
                  <a:moveTo>
                    <a:pt x="360" y="32"/>
                  </a:moveTo>
                  <a:cubicBezTo>
                    <a:pt x="356" y="32"/>
                    <a:pt x="352" y="36"/>
                    <a:pt x="348" y="41"/>
                  </a:cubicBezTo>
                  <a:cubicBezTo>
                    <a:pt x="348" y="48"/>
                    <a:pt x="352" y="52"/>
                    <a:pt x="360" y="52"/>
                  </a:cubicBezTo>
                  <a:lnTo>
                    <a:pt x="534" y="68"/>
                  </a:lnTo>
                  <a:cubicBezTo>
                    <a:pt x="541" y="68"/>
                    <a:pt x="545" y="64"/>
                    <a:pt x="545" y="59"/>
                  </a:cubicBezTo>
                  <a:cubicBezTo>
                    <a:pt x="545" y="52"/>
                    <a:pt x="541" y="48"/>
                    <a:pt x="534" y="48"/>
                  </a:cubicBezTo>
                  <a:lnTo>
                    <a:pt x="360" y="32"/>
                  </a:lnTo>
                  <a:close/>
                  <a:moveTo>
                    <a:pt x="707" y="59"/>
                  </a:moveTo>
                  <a:cubicBezTo>
                    <a:pt x="703" y="59"/>
                    <a:pt x="699" y="64"/>
                    <a:pt x="699" y="72"/>
                  </a:cubicBezTo>
                  <a:cubicBezTo>
                    <a:pt x="696" y="76"/>
                    <a:pt x="703" y="83"/>
                    <a:pt x="707" y="83"/>
                  </a:cubicBezTo>
                  <a:lnTo>
                    <a:pt x="880" y="99"/>
                  </a:lnTo>
                  <a:cubicBezTo>
                    <a:pt x="889" y="99"/>
                    <a:pt x="892" y="95"/>
                    <a:pt x="892" y="88"/>
                  </a:cubicBezTo>
                  <a:cubicBezTo>
                    <a:pt x="892" y="83"/>
                    <a:pt x="889" y="76"/>
                    <a:pt x="885" y="76"/>
                  </a:cubicBezTo>
                  <a:lnTo>
                    <a:pt x="707" y="59"/>
                  </a:lnTo>
                  <a:close/>
                  <a:moveTo>
                    <a:pt x="1058" y="92"/>
                  </a:moveTo>
                  <a:cubicBezTo>
                    <a:pt x="1050" y="92"/>
                    <a:pt x="1046" y="95"/>
                    <a:pt x="1046" y="99"/>
                  </a:cubicBezTo>
                  <a:cubicBezTo>
                    <a:pt x="1042" y="107"/>
                    <a:pt x="1050" y="112"/>
                    <a:pt x="1054" y="112"/>
                  </a:cubicBezTo>
                  <a:lnTo>
                    <a:pt x="1227" y="127"/>
                  </a:lnTo>
                  <a:cubicBezTo>
                    <a:pt x="1235" y="127"/>
                    <a:pt x="1240" y="123"/>
                    <a:pt x="1240" y="119"/>
                  </a:cubicBezTo>
                  <a:cubicBezTo>
                    <a:pt x="1240" y="112"/>
                    <a:pt x="1235" y="107"/>
                    <a:pt x="1231" y="107"/>
                  </a:cubicBezTo>
                  <a:lnTo>
                    <a:pt x="1058" y="92"/>
                  </a:lnTo>
                  <a:close/>
                  <a:moveTo>
                    <a:pt x="1405" y="119"/>
                  </a:moveTo>
                  <a:cubicBezTo>
                    <a:pt x="1397" y="119"/>
                    <a:pt x="1393" y="123"/>
                    <a:pt x="1393" y="130"/>
                  </a:cubicBezTo>
                  <a:cubicBezTo>
                    <a:pt x="1393" y="139"/>
                    <a:pt x="1397" y="143"/>
                    <a:pt x="1401" y="143"/>
                  </a:cubicBezTo>
                  <a:lnTo>
                    <a:pt x="1575" y="159"/>
                  </a:lnTo>
                  <a:cubicBezTo>
                    <a:pt x="1582" y="159"/>
                    <a:pt x="1586" y="154"/>
                    <a:pt x="1586" y="147"/>
                  </a:cubicBezTo>
                  <a:cubicBezTo>
                    <a:pt x="1586" y="143"/>
                    <a:pt x="1582" y="135"/>
                    <a:pt x="1579" y="135"/>
                  </a:cubicBezTo>
                  <a:lnTo>
                    <a:pt x="1405" y="119"/>
                  </a:lnTo>
                  <a:close/>
                  <a:moveTo>
                    <a:pt x="1752" y="150"/>
                  </a:moveTo>
                  <a:cubicBezTo>
                    <a:pt x="1744" y="150"/>
                    <a:pt x="1740" y="154"/>
                    <a:pt x="1740" y="163"/>
                  </a:cubicBezTo>
                  <a:cubicBezTo>
                    <a:pt x="1740" y="166"/>
                    <a:pt x="1744" y="170"/>
                    <a:pt x="1748" y="170"/>
                  </a:cubicBezTo>
                  <a:lnTo>
                    <a:pt x="1921" y="186"/>
                  </a:lnTo>
                  <a:cubicBezTo>
                    <a:pt x="1930" y="186"/>
                    <a:pt x="1933" y="182"/>
                    <a:pt x="1933" y="178"/>
                  </a:cubicBezTo>
                  <a:cubicBezTo>
                    <a:pt x="1933" y="170"/>
                    <a:pt x="1930" y="166"/>
                    <a:pt x="1926" y="166"/>
                  </a:cubicBezTo>
                  <a:lnTo>
                    <a:pt x="1752" y="150"/>
                  </a:lnTo>
                  <a:close/>
                  <a:moveTo>
                    <a:pt x="2095" y="181"/>
                  </a:moveTo>
                  <a:cubicBezTo>
                    <a:pt x="2090" y="181"/>
                    <a:pt x="2087" y="187"/>
                    <a:pt x="2087" y="190"/>
                  </a:cubicBezTo>
                  <a:cubicBezTo>
                    <a:pt x="2087" y="198"/>
                    <a:pt x="2091" y="201"/>
                    <a:pt x="2095" y="201"/>
                  </a:cubicBezTo>
                  <a:lnTo>
                    <a:pt x="2268" y="218"/>
                  </a:lnTo>
                  <a:cubicBezTo>
                    <a:pt x="2276" y="218"/>
                    <a:pt x="2281" y="214"/>
                    <a:pt x="2281" y="206"/>
                  </a:cubicBezTo>
                  <a:cubicBezTo>
                    <a:pt x="2281" y="201"/>
                    <a:pt x="2276" y="194"/>
                    <a:pt x="2272" y="194"/>
                  </a:cubicBezTo>
                  <a:lnTo>
                    <a:pt x="2099" y="182"/>
                  </a:lnTo>
                  <a:cubicBezTo>
                    <a:pt x="2097" y="182"/>
                    <a:pt x="2096" y="181"/>
                    <a:pt x="2095" y="181"/>
                  </a:cubicBezTo>
                  <a:close/>
                  <a:moveTo>
                    <a:pt x="2446" y="210"/>
                  </a:moveTo>
                  <a:cubicBezTo>
                    <a:pt x="2438" y="210"/>
                    <a:pt x="2434" y="214"/>
                    <a:pt x="2434" y="221"/>
                  </a:cubicBezTo>
                  <a:cubicBezTo>
                    <a:pt x="2434" y="225"/>
                    <a:pt x="2438" y="230"/>
                    <a:pt x="2442" y="234"/>
                  </a:cubicBezTo>
                  <a:lnTo>
                    <a:pt x="2517" y="237"/>
                  </a:lnTo>
                  <a:cubicBezTo>
                    <a:pt x="2521" y="237"/>
                    <a:pt x="2525" y="234"/>
                    <a:pt x="2529" y="230"/>
                  </a:cubicBezTo>
                  <a:cubicBezTo>
                    <a:pt x="2529" y="221"/>
                    <a:pt x="2525" y="218"/>
                    <a:pt x="2517" y="218"/>
                  </a:cubicBezTo>
                  <a:lnTo>
                    <a:pt x="2446" y="210"/>
                  </a:lnTo>
                  <a:close/>
                </a:path>
              </a:pathLst>
            </a:cu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19"/>
            <p:cNvSpPr/>
            <p:nvPr/>
          </p:nvSpPr>
          <p:spPr>
            <a:xfrm>
              <a:off x="1778804" y="5539515"/>
              <a:ext cx="2646029" cy="177650"/>
            </a:xfrm>
            <a:custGeom>
              <a:rect b="b" l="l" r="r" t="t"/>
              <a:pathLst>
                <a:path extrusionOk="0" h="170" w="2532">
                  <a:moveTo>
                    <a:pt x="13" y="0"/>
                  </a:moveTo>
                  <a:cubicBezTo>
                    <a:pt x="4" y="0"/>
                    <a:pt x="0" y="9"/>
                    <a:pt x="0" y="13"/>
                  </a:cubicBezTo>
                  <a:cubicBezTo>
                    <a:pt x="0" y="20"/>
                    <a:pt x="4" y="24"/>
                    <a:pt x="13" y="24"/>
                  </a:cubicBezTo>
                  <a:lnTo>
                    <a:pt x="186" y="36"/>
                  </a:lnTo>
                  <a:cubicBezTo>
                    <a:pt x="190" y="36"/>
                    <a:pt x="193" y="28"/>
                    <a:pt x="198" y="24"/>
                  </a:cubicBezTo>
                  <a:cubicBezTo>
                    <a:pt x="198" y="16"/>
                    <a:pt x="190" y="13"/>
                    <a:pt x="186" y="13"/>
                  </a:cubicBezTo>
                  <a:lnTo>
                    <a:pt x="13" y="0"/>
                  </a:lnTo>
                  <a:close/>
                  <a:moveTo>
                    <a:pt x="357" y="23"/>
                  </a:moveTo>
                  <a:cubicBezTo>
                    <a:pt x="353" y="23"/>
                    <a:pt x="348" y="29"/>
                    <a:pt x="348" y="32"/>
                  </a:cubicBezTo>
                  <a:cubicBezTo>
                    <a:pt x="348" y="40"/>
                    <a:pt x="351" y="44"/>
                    <a:pt x="359" y="44"/>
                  </a:cubicBezTo>
                  <a:lnTo>
                    <a:pt x="533" y="56"/>
                  </a:lnTo>
                  <a:cubicBezTo>
                    <a:pt x="537" y="56"/>
                    <a:pt x="544" y="51"/>
                    <a:pt x="544" y="44"/>
                  </a:cubicBezTo>
                  <a:cubicBezTo>
                    <a:pt x="544" y="40"/>
                    <a:pt x="541" y="32"/>
                    <a:pt x="533" y="32"/>
                  </a:cubicBezTo>
                  <a:lnTo>
                    <a:pt x="359" y="24"/>
                  </a:lnTo>
                  <a:cubicBezTo>
                    <a:pt x="358" y="23"/>
                    <a:pt x="357" y="23"/>
                    <a:pt x="357" y="23"/>
                  </a:cubicBezTo>
                  <a:close/>
                  <a:moveTo>
                    <a:pt x="706" y="44"/>
                  </a:moveTo>
                  <a:cubicBezTo>
                    <a:pt x="703" y="44"/>
                    <a:pt x="695" y="48"/>
                    <a:pt x="695" y="51"/>
                  </a:cubicBezTo>
                  <a:cubicBezTo>
                    <a:pt x="695" y="60"/>
                    <a:pt x="699" y="64"/>
                    <a:pt x="706" y="64"/>
                  </a:cubicBezTo>
                  <a:lnTo>
                    <a:pt x="879" y="75"/>
                  </a:lnTo>
                  <a:cubicBezTo>
                    <a:pt x="888" y="75"/>
                    <a:pt x="892" y="71"/>
                    <a:pt x="892" y="64"/>
                  </a:cubicBezTo>
                  <a:cubicBezTo>
                    <a:pt x="892" y="60"/>
                    <a:pt x="888" y="51"/>
                    <a:pt x="879" y="51"/>
                  </a:cubicBezTo>
                  <a:lnTo>
                    <a:pt x="706" y="44"/>
                  </a:lnTo>
                  <a:close/>
                  <a:moveTo>
                    <a:pt x="1057" y="64"/>
                  </a:moveTo>
                  <a:cubicBezTo>
                    <a:pt x="1050" y="64"/>
                    <a:pt x="1045" y="67"/>
                    <a:pt x="1045" y="71"/>
                  </a:cubicBezTo>
                  <a:cubicBezTo>
                    <a:pt x="1045" y="80"/>
                    <a:pt x="1050" y="84"/>
                    <a:pt x="1054" y="84"/>
                  </a:cubicBezTo>
                  <a:lnTo>
                    <a:pt x="1227" y="95"/>
                  </a:lnTo>
                  <a:cubicBezTo>
                    <a:pt x="1234" y="95"/>
                    <a:pt x="1239" y="91"/>
                    <a:pt x="1239" y="84"/>
                  </a:cubicBezTo>
                  <a:cubicBezTo>
                    <a:pt x="1239" y="80"/>
                    <a:pt x="1234" y="71"/>
                    <a:pt x="1231" y="71"/>
                  </a:cubicBezTo>
                  <a:lnTo>
                    <a:pt x="1057" y="64"/>
                  </a:lnTo>
                  <a:close/>
                  <a:moveTo>
                    <a:pt x="1405" y="84"/>
                  </a:moveTo>
                  <a:cubicBezTo>
                    <a:pt x="1396" y="84"/>
                    <a:pt x="1392" y="87"/>
                    <a:pt x="1392" y="95"/>
                  </a:cubicBezTo>
                  <a:cubicBezTo>
                    <a:pt x="1392" y="99"/>
                    <a:pt x="1396" y="103"/>
                    <a:pt x="1400" y="103"/>
                  </a:cubicBezTo>
                  <a:lnTo>
                    <a:pt x="1578" y="115"/>
                  </a:lnTo>
                  <a:cubicBezTo>
                    <a:pt x="1582" y="115"/>
                    <a:pt x="1585" y="111"/>
                    <a:pt x="1589" y="103"/>
                  </a:cubicBezTo>
                  <a:cubicBezTo>
                    <a:pt x="1589" y="99"/>
                    <a:pt x="1582" y="95"/>
                    <a:pt x="1578" y="91"/>
                  </a:cubicBezTo>
                  <a:lnTo>
                    <a:pt x="1405" y="84"/>
                  </a:lnTo>
                  <a:close/>
                  <a:moveTo>
                    <a:pt x="1751" y="103"/>
                  </a:moveTo>
                  <a:cubicBezTo>
                    <a:pt x="1747" y="103"/>
                    <a:pt x="1740" y="107"/>
                    <a:pt x="1740" y="115"/>
                  </a:cubicBezTo>
                  <a:cubicBezTo>
                    <a:pt x="1740" y="119"/>
                    <a:pt x="1743" y="122"/>
                    <a:pt x="1751" y="127"/>
                  </a:cubicBezTo>
                  <a:lnTo>
                    <a:pt x="1925" y="135"/>
                  </a:lnTo>
                  <a:cubicBezTo>
                    <a:pt x="1929" y="135"/>
                    <a:pt x="1937" y="131"/>
                    <a:pt x="1937" y="122"/>
                  </a:cubicBezTo>
                  <a:cubicBezTo>
                    <a:pt x="1937" y="119"/>
                    <a:pt x="1933" y="115"/>
                    <a:pt x="1925" y="115"/>
                  </a:cubicBezTo>
                  <a:lnTo>
                    <a:pt x="1751" y="103"/>
                  </a:lnTo>
                  <a:close/>
                  <a:moveTo>
                    <a:pt x="2098" y="122"/>
                  </a:moveTo>
                  <a:cubicBezTo>
                    <a:pt x="2095" y="122"/>
                    <a:pt x="2086" y="127"/>
                    <a:pt x="2086" y="135"/>
                  </a:cubicBezTo>
                  <a:cubicBezTo>
                    <a:pt x="2086" y="138"/>
                    <a:pt x="2091" y="146"/>
                    <a:pt x="2098" y="146"/>
                  </a:cubicBezTo>
                  <a:lnTo>
                    <a:pt x="2272" y="154"/>
                  </a:lnTo>
                  <a:cubicBezTo>
                    <a:pt x="2280" y="154"/>
                    <a:pt x="2284" y="151"/>
                    <a:pt x="2284" y="146"/>
                  </a:cubicBezTo>
                  <a:cubicBezTo>
                    <a:pt x="2284" y="138"/>
                    <a:pt x="2280" y="135"/>
                    <a:pt x="2272" y="135"/>
                  </a:cubicBezTo>
                  <a:lnTo>
                    <a:pt x="2098" y="122"/>
                  </a:lnTo>
                  <a:close/>
                  <a:moveTo>
                    <a:pt x="2449" y="142"/>
                  </a:moveTo>
                  <a:cubicBezTo>
                    <a:pt x="2441" y="142"/>
                    <a:pt x="2437" y="146"/>
                    <a:pt x="2437" y="154"/>
                  </a:cubicBezTo>
                  <a:cubicBezTo>
                    <a:pt x="2437" y="158"/>
                    <a:pt x="2441" y="166"/>
                    <a:pt x="2446" y="166"/>
                  </a:cubicBezTo>
                  <a:lnTo>
                    <a:pt x="2520" y="170"/>
                  </a:lnTo>
                  <a:cubicBezTo>
                    <a:pt x="2524" y="170"/>
                    <a:pt x="2528" y="166"/>
                    <a:pt x="2528" y="158"/>
                  </a:cubicBezTo>
                  <a:cubicBezTo>
                    <a:pt x="2532" y="154"/>
                    <a:pt x="2524" y="146"/>
                    <a:pt x="2520" y="146"/>
                  </a:cubicBezTo>
                  <a:lnTo>
                    <a:pt x="2449" y="142"/>
                  </a:lnTo>
                  <a:close/>
                </a:path>
              </a:pathLst>
            </a:cu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19"/>
            <p:cNvSpPr/>
            <p:nvPr/>
          </p:nvSpPr>
          <p:spPr>
            <a:xfrm>
              <a:off x="1704607" y="5959605"/>
              <a:ext cx="2642894" cy="203775"/>
            </a:xfrm>
            <a:custGeom>
              <a:rect b="b" l="l" r="r" t="t"/>
              <a:pathLst>
                <a:path extrusionOk="0" h="195" w="2529">
                  <a:moveTo>
                    <a:pt x="13" y="0"/>
                  </a:moveTo>
                  <a:cubicBezTo>
                    <a:pt x="4" y="0"/>
                    <a:pt x="0" y="4"/>
                    <a:pt x="0" y="9"/>
                  </a:cubicBezTo>
                  <a:cubicBezTo>
                    <a:pt x="0" y="17"/>
                    <a:pt x="4" y="20"/>
                    <a:pt x="9" y="20"/>
                  </a:cubicBezTo>
                  <a:lnTo>
                    <a:pt x="182" y="33"/>
                  </a:lnTo>
                  <a:cubicBezTo>
                    <a:pt x="183" y="33"/>
                    <a:pt x="185" y="34"/>
                    <a:pt x="186" y="34"/>
                  </a:cubicBezTo>
                  <a:cubicBezTo>
                    <a:pt x="191" y="34"/>
                    <a:pt x="193" y="27"/>
                    <a:pt x="193" y="24"/>
                  </a:cubicBezTo>
                  <a:cubicBezTo>
                    <a:pt x="198" y="17"/>
                    <a:pt x="190" y="13"/>
                    <a:pt x="186" y="13"/>
                  </a:cubicBezTo>
                  <a:lnTo>
                    <a:pt x="13" y="0"/>
                  </a:lnTo>
                  <a:close/>
                  <a:moveTo>
                    <a:pt x="359" y="24"/>
                  </a:moveTo>
                  <a:cubicBezTo>
                    <a:pt x="351" y="24"/>
                    <a:pt x="348" y="28"/>
                    <a:pt x="348" y="36"/>
                  </a:cubicBezTo>
                  <a:cubicBezTo>
                    <a:pt x="348" y="40"/>
                    <a:pt x="351" y="44"/>
                    <a:pt x="359" y="44"/>
                  </a:cubicBezTo>
                  <a:lnTo>
                    <a:pt x="533" y="60"/>
                  </a:lnTo>
                  <a:cubicBezTo>
                    <a:pt x="537" y="60"/>
                    <a:pt x="541" y="52"/>
                    <a:pt x="544" y="48"/>
                  </a:cubicBezTo>
                  <a:cubicBezTo>
                    <a:pt x="544" y="40"/>
                    <a:pt x="541" y="36"/>
                    <a:pt x="533" y="36"/>
                  </a:cubicBezTo>
                  <a:lnTo>
                    <a:pt x="359" y="24"/>
                  </a:lnTo>
                  <a:close/>
                  <a:moveTo>
                    <a:pt x="706" y="48"/>
                  </a:moveTo>
                  <a:cubicBezTo>
                    <a:pt x="703" y="48"/>
                    <a:pt x="695" y="52"/>
                    <a:pt x="695" y="60"/>
                  </a:cubicBezTo>
                  <a:cubicBezTo>
                    <a:pt x="695" y="64"/>
                    <a:pt x="699" y="68"/>
                    <a:pt x="706" y="71"/>
                  </a:cubicBezTo>
                  <a:lnTo>
                    <a:pt x="879" y="84"/>
                  </a:lnTo>
                  <a:cubicBezTo>
                    <a:pt x="884" y="84"/>
                    <a:pt x="892" y="80"/>
                    <a:pt x="892" y="71"/>
                  </a:cubicBezTo>
                  <a:cubicBezTo>
                    <a:pt x="892" y="68"/>
                    <a:pt x="888" y="60"/>
                    <a:pt x="879" y="60"/>
                  </a:cubicBezTo>
                  <a:lnTo>
                    <a:pt x="706" y="48"/>
                  </a:lnTo>
                  <a:close/>
                  <a:moveTo>
                    <a:pt x="1054" y="71"/>
                  </a:moveTo>
                  <a:cubicBezTo>
                    <a:pt x="1050" y="71"/>
                    <a:pt x="1041" y="75"/>
                    <a:pt x="1041" y="84"/>
                  </a:cubicBezTo>
                  <a:cubicBezTo>
                    <a:pt x="1041" y="87"/>
                    <a:pt x="1045" y="95"/>
                    <a:pt x="1054" y="95"/>
                  </a:cubicBezTo>
                  <a:lnTo>
                    <a:pt x="1227" y="107"/>
                  </a:lnTo>
                  <a:cubicBezTo>
                    <a:pt x="1234" y="107"/>
                    <a:pt x="1239" y="104"/>
                    <a:pt x="1239" y="95"/>
                  </a:cubicBezTo>
                  <a:cubicBezTo>
                    <a:pt x="1239" y="91"/>
                    <a:pt x="1234" y="84"/>
                    <a:pt x="1227" y="84"/>
                  </a:cubicBezTo>
                  <a:lnTo>
                    <a:pt x="1054" y="71"/>
                  </a:lnTo>
                  <a:close/>
                  <a:moveTo>
                    <a:pt x="1400" y="95"/>
                  </a:moveTo>
                  <a:cubicBezTo>
                    <a:pt x="1396" y="95"/>
                    <a:pt x="1392" y="99"/>
                    <a:pt x="1392" y="107"/>
                  </a:cubicBezTo>
                  <a:cubicBezTo>
                    <a:pt x="1389" y="111"/>
                    <a:pt x="1396" y="119"/>
                    <a:pt x="1400" y="119"/>
                  </a:cubicBezTo>
                  <a:lnTo>
                    <a:pt x="1574" y="131"/>
                  </a:lnTo>
                  <a:cubicBezTo>
                    <a:pt x="1582" y="131"/>
                    <a:pt x="1585" y="127"/>
                    <a:pt x="1585" y="119"/>
                  </a:cubicBezTo>
                  <a:cubicBezTo>
                    <a:pt x="1585" y="115"/>
                    <a:pt x="1582" y="107"/>
                    <a:pt x="1578" y="107"/>
                  </a:cubicBezTo>
                  <a:lnTo>
                    <a:pt x="1400" y="95"/>
                  </a:lnTo>
                  <a:close/>
                  <a:moveTo>
                    <a:pt x="1751" y="119"/>
                  </a:moveTo>
                  <a:cubicBezTo>
                    <a:pt x="1744" y="119"/>
                    <a:pt x="1740" y="123"/>
                    <a:pt x="1740" y="131"/>
                  </a:cubicBezTo>
                  <a:cubicBezTo>
                    <a:pt x="1740" y="139"/>
                    <a:pt x="1744" y="142"/>
                    <a:pt x="1747" y="142"/>
                  </a:cubicBezTo>
                  <a:lnTo>
                    <a:pt x="1920" y="155"/>
                  </a:lnTo>
                  <a:cubicBezTo>
                    <a:pt x="1929" y="155"/>
                    <a:pt x="1933" y="151"/>
                    <a:pt x="1933" y="142"/>
                  </a:cubicBezTo>
                  <a:cubicBezTo>
                    <a:pt x="1933" y="139"/>
                    <a:pt x="1929" y="135"/>
                    <a:pt x="1925" y="135"/>
                  </a:cubicBezTo>
                  <a:lnTo>
                    <a:pt x="1751" y="119"/>
                  </a:lnTo>
                  <a:close/>
                  <a:moveTo>
                    <a:pt x="2095" y="145"/>
                  </a:moveTo>
                  <a:cubicBezTo>
                    <a:pt x="2089" y="145"/>
                    <a:pt x="2086" y="152"/>
                    <a:pt x="2086" y="155"/>
                  </a:cubicBezTo>
                  <a:cubicBezTo>
                    <a:pt x="2086" y="162"/>
                    <a:pt x="2091" y="166"/>
                    <a:pt x="2095" y="166"/>
                  </a:cubicBezTo>
                  <a:lnTo>
                    <a:pt x="2272" y="178"/>
                  </a:lnTo>
                  <a:cubicBezTo>
                    <a:pt x="2275" y="178"/>
                    <a:pt x="2280" y="175"/>
                    <a:pt x="2280" y="170"/>
                  </a:cubicBezTo>
                  <a:cubicBezTo>
                    <a:pt x="2284" y="162"/>
                    <a:pt x="2275" y="158"/>
                    <a:pt x="2272" y="158"/>
                  </a:cubicBezTo>
                  <a:lnTo>
                    <a:pt x="2098" y="146"/>
                  </a:lnTo>
                  <a:cubicBezTo>
                    <a:pt x="2097" y="145"/>
                    <a:pt x="2096" y="145"/>
                    <a:pt x="2095" y="145"/>
                  </a:cubicBezTo>
                  <a:close/>
                  <a:moveTo>
                    <a:pt x="2446" y="170"/>
                  </a:moveTo>
                  <a:cubicBezTo>
                    <a:pt x="2437" y="170"/>
                    <a:pt x="2433" y="175"/>
                    <a:pt x="2433" y="178"/>
                  </a:cubicBezTo>
                  <a:cubicBezTo>
                    <a:pt x="2433" y="186"/>
                    <a:pt x="2437" y="190"/>
                    <a:pt x="2446" y="190"/>
                  </a:cubicBezTo>
                  <a:lnTo>
                    <a:pt x="2517" y="193"/>
                  </a:lnTo>
                  <a:cubicBezTo>
                    <a:pt x="2517" y="194"/>
                    <a:pt x="2518" y="195"/>
                    <a:pt x="2519" y="195"/>
                  </a:cubicBezTo>
                  <a:cubicBezTo>
                    <a:pt x="2523" y="195"/>
                    <a:pt x="2528" y="189"/>
                    <a:pt x="2528" y="186"/>
                  </a:cubicBezTo>
                  <a:cubicBezTo>
                    <a:pt x="2528" y="178"/>
                    <a:pt x="2524" y="175"/>
                    <a:pt x="2517" y="175"/>
                  </a:cubicBezTo>
                  <a:lnTo>
                    <a:pt x="2446" y="170"/>
                  </a:lnTo>
                  <a:close/>
                </a:path>
              </a:pathLst>
            </a:cu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19"/>
            <p:cNvSpPr/>
            <p:nvPr/>
          </p:nvSpPr>
          <p:spPr>
            <a:xfrm>
              <a:off x="1626229" y="6458070"/>
              <a:ext cx="2642894" cy="207955"/>
            </a:xfrm>
            <a:custGeom>
              <a:rect b="b" l="l" r="r" t="t"/>
              <a:pathLst>
                <a:path extrusionOk="0" h="199" w="2529">
                  <a:moveTo>
                    <a:pt x="13" y="0"/>
                  </a:moveTo>
                  <a:cubicBezTo>
                    <a:pt x="4" y="0"/>
                    <a:pt x="1" y="5"/>
                    <a:pt x="1" y="13"/>
                  </a:cubicBezTo>
                  <a:cubicBezTo>
                    <a:pt x="1" y="16"/>
                    <a:pt x="4" y="24"/>
                    <a:pt x="8" y="24"/>
                  </a:cubicBezTo>
                  <a:lnTo>
                    <a:pt x="182" y="36"/>
                  </a:lnTo>
                  <a:cubicBezTo>
                    <a:pt x="190" y="36"/>
                    <a:pt x="194" y="33"/>
                    <a:pt x="194" y="24"/>
                  </a:cubicBezTo>
                  <a:cubicBezTo>
                    <a:pt x="194" y="20"/>
                    <a:pt x="190" y="13"/>
                    <a:pt x="186" y="13"/>
                  </a:cubicBezTo>
                  <a:lnTo>
                    <a:pt x="13" y="0"/>
                  </a:lnTo>
                  <a:close/>
                  <a:moveTo>
                    <a:pt x="359" y="24"/>
                  </a:moveTo>
                  <a:cubicBezTo>
                    <a:pt x="352" y="24"/>
                    <a:pt x="348" y="29"/>
                    <a:pt x="348" y="36"/>
                  </a:cubicBezTo>
                  <a:cubicBezTo>
                    <a:pt x="348" y="44"/>
                    <a:pt x="352" y="48"/>
                    <a:pt x="359" y="48"/>
                  </a:cubicBezTo>
                  <a:lnTo>
                    <a:pt x="533" y="60"/>
                  </a:lnTo>
                  <a:cubicBezTo>
                    <a:pt x="537" y="60"/>
                    <a:pt x="541" y="56"/>
                    <a:pt x="545" y="48"/>
                  </a:cubicBezTo>
                  <a:cubicBezTo>
                    <a:pt x="545" y="44"/>
                    <a:pt x="541" y="40"/>
                    <a:pt x="533" y="36"/>
                  </a:cubicBezTo>
                  <a:lnTo>
                    <a:pt x="359" y="24"/>
                  </a:lnTo>
                  <a:close/>
                  <a:moveTo>
                    <a:pt x="704" y="51"/>
                  </a:moveTo>
                  <a:cubicBezTo>
                    <a:pt x="700" y="51"/>
                    <a:pt x="694" y="57"/>
                    <a:pt x="694" y="60"/>
                  </a:cubicBezTo>
                  <a:cubicBezTo>
                    <a:pt x="694" y="68"/>
                    <a:pt x="699" y="71"/>
                    <a:pt x="707" y="71"/>
                  </a:cubicBezTo>
                  <a:lnTo>
                    <a:pt x="880" y="84"/>
                  </a:lnTo>
                  <a:cubicBezTo>
                    <a:pt x="884" y="84"/>
                    <a:pt x="892" y="80"/>
                    <a:pt x="892" y="76"/>
                  </a:cubicBezTo>
                  <a:cubicBezTo>
                    <a:pt x="892" y="68"/>
                    <a:pt x="888" y="64"/>
                    <a:pt x="880" y="64"/>
                  </a:cubicBezTo>
                  <a:lnTo>
                    <a:pt x="707" y="52"/>
                  </a:lnTo>
                  <a:cubicBezTo>
                    <a:pt x="706" y="51"/>
                    <a:pt x="705" y="51"/>
                    <a:pt x="704" y="51"/>
                  </a:cubicBezTo>
                  <a:close/>
                  <a:moveTo>
                    <a:pt x="1054" y="76"/>
                  </a:moveTo>
                  <a:cubicBezTo>
                    <a:pt x="1049" y="76"/>
                    <a:pt x="1042" y="80"/>
                    <a:pt x="1042" y="84"/>
                  </a:cubicBezTo>
                  <a:cubicBezTo>
                    <a:pt x="1042" y="91"/>
                    <a:pt x="1045" y="95"/>
                    <a:pt x="1054" y="95"/>
                  </a:cubicBezTo>
                  <a:lnTo>
                    <a:pt x="1227" y="107"/>
                  </a:lnTo>
                  <a:cubicBezTo>
                    <a:pt x="1231" y="107"/>
                    <a:pt x="1238" y="104"/>
                    <a:pt x="1238" y="100"/>
                  </a:cubicBezTo>
                  <a:cubicBezTo>
                    <a:pt x="1238" y="91"/>
                    <a:pt x="1235" y="87"/>
                    <a:pt x="1227" y="87"/>
                  </a:cubicBezTo>
                  <a:lnTo>
                    <a:pt x="1054" y="76"/>
                  </a:lnTo>
                  <a:close/>
                  <a:moveTo>
                    <a:pt x="1400" y="100"/>
                  </a:moveTo>
                  <a:cubicBezTo>
                    <a:pt x="1396" y="100"/>
                    <a:pt x="1393" y="104"/>
                    <a:pt x="1389" y="107"/>
                  </a:cubicBezTo>
                  <a:cubicBezTo>
                    <a:pt x="1389" y="115"/>
                    <a:pt x="1396" y="119"/>
                    <a:pt x="1400" y="119"/>
                  </a:cubicBezTo>
                  <a:lnTo>
                    <a:pt x="1574" y="131"/>
                  </a:lnTo>
                  <a:cubicBezTo>
                    <a:pt x="1582" y="131"/>
                    <a:pt x="1586" y="127"/>
                    <a:pt x="1586" y="123"/>
                  </a:cubicBezTo>
                  <a:cubicBezTo>
                    <a:pt x="1586" y="115"/>
                    <a:pt x="1582" y="111"/>
                    <a:pt x="1578" y="111"/>
                  </a:cubicBezTo>
                  <a:lnTo>
                    <a:pt x="1400" y="100"/>
                  </a:lnTo>
                  <a:close/>
                  <a:moveTo>
                    <a:pt x="1751" y="123"/>
                  </a:moveTo>
                  <a:cubicBezTo>
                    <a:pt x="1744" y="123"/>
                    <a:pt x="1740" y="127"/>
                    <a:pt x="1740" y="131"/>
                  </a:cubicBezTo>
                  <a:cubicBezTo>
                    <a:pt x="1740" y="139"/>
                    <a:pt x="1744" y="142"/>
                    <a:pt x="1748" y="142"/>
                  </a:cubicBezTo>
                  <a:lnTo>
                    <a:pt x="1921" y="158"/>
                  </a:lnTo>
                  <a:cubicBezTo>
                    <a:pt x="1929" y="158"/>
                    <a:pt x="1933" y="151"/>
                    <a:pt x="1933" y="147"/>
                  </a:cubicBezTo>
                  <a:cubicBezTo>
                    <a:pt x="1933" y="139"/>
                    <a:pt x="1929" y="135"/>
                    <a:pt x="1924" y="135"/>
                  </a:cubicBezTo>
                  <a:lnTo>
                    <a:pt x="1751" y="123"/>
                  </a:lnTo>
                  <a:close/>
                  <a:moveTo>
                    <a:pt x="2099" y="147"/>
                  </a:moveTo>
                  <a:cubicBezTo>
                    <a:pt x="2090" y="147"/>
                    <a:pt x="2086" y="151"/>
                    <a:pt x="2086" y="158"/>
                  </a:cubicBezTo>
                  <a:cubicBezTo>
                    <a:pt x="2086" y="162"/>
                    <a:pt x="2090" y="166"/>
                    <a:pt x="2095" y="171"/>
                  </a:cubicBezTo>
                  <a:lnTo>
                    <a:pt x="2272" y="182"/>
                  </a:lnTo>
                  <a:cubicBezTo>
                    <a:pt x="2276" y="182"/>
                    <a:pt x="2279" y="178"/>
                    <a:pt x="2279" y="171"/>
                  </a:cubicBezTo>
                  <a:cubicBezTo>
                    <a:pt x="2284" y="166"/>
                    <a:pt x="2276" y="158"/>
                    <a:pt x="2272" y="158"/>
                  </a:cubicBezTo>
                  <a:lnTo>
                    <a:pt x="2099" y="147"/>
                  </a:lnTo>
                  <a:close/>
                  <a:moveTo>
                    <a:pt x="2445" y="171"/>
                  </a:moveTo>
                  <a:cubicBezTo>
                    <a:pt x="2437" y="171"/>
                    <a:pt x="2434" y="175"/>
                    <a:pt x="2434" y="182"/>
                  </a:cubicBezTo>
                  <a:cubicBezTo>
                    <a:pt x="2434" y="186"/>
                    <a:pt x="2437" y="194"/>
                    <a:pt x="2445" y="194"/>
                  </a:cubicBezTo>
                  <a:lnTo>
                    <a:pt x="2516" y="198"/>
                  </a:lnTo>
                  <a:cubicBezTo>
                    <a:pt x="2521" y="198"/>
                    <a:pt x="2528" y="194"/>
                    <a:pt x="2528" y="186"/>
                  </a:cubicBezTo>
                  <a:cubicBezTo>
                    <a:pt x="2528" y="182"/>
                    <a:pt x="2524" y="178"/>
                    <a:pt x="2516" y="175"/>
                  </a:cubicBezTo>
                  <a:lnTo>
                    <a:pt x="2445" y="171"/>
                  </a:lnTo>
                  <a:close/>
                </a:path>
              </a:pathLst>
            </a:cu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0">
    <p:spTree>
      <p:nvGrpSpPr>
        <p:cNvPr id="467" name="Shape 467"/>
        <p:cNvGrpSpPr/>
        <p:nvPr/>
      </p:nvGrpSpPr>
      <p:grpSpPr>
        <a:xfrm>
          <a:off x="0" y="0"/>
          <a:ext cx="0" cy="0"/>
          <a:chOff x="0" y="0"/>
          <a:chExt cx="0" cy="0"/>
        </a:xfrm>
      </p:grpSpPr>
      <p:sp>
        <p:nvSpPr>
          <p:cNvPr id="468" name="Google Shape;468;p20"/>
          <p:cNvSpPr txBox="1"/>
          <p:nvPr>
            <p:ph type="title"/>
          </p:nvPr>
        </p:nvSpPr>
        <p:spPr>
          <a:xfrm>
            <a:off x="914400" y="888750"/>
            <a:ext cx="8458200" cy="956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6400"/>
              <a:buNone/>
              <a:defRPr/>
            </a:lvl1pPr>
            <a:lvl2pPr lvl="1" rtl="0">
              <a:lnSpc>
                <a:spcPct val="100000"/>
              </a:lnSpc>
              <a:spcBef>
                <a:spcPts val="0"/>
              </a:spcBef>
              <a:spcAft>
                <a:spcPts val="0"/>
              </a:spcAft>
              <a:buSzPts val="6400"/>
              <a:buNone/>
              <a:defRPr/>
            </a:lvl2pPr>
            <a:lvl3pPr lvl="2" rtl="0">
              <a:lnSpc>
                <a:spcPct val="100000"/>
              </a:lnSpc>
              <a:spcBef>
                <a:spcPts val="0"/>
              </a:spcBef>
              <a:spcAft>
                <a:spcPts val="0"/>
              </a:spcAft>
              <a:buSzPts val="6400"/>
              <a:buNone/>
              <a:defRPr/>
            </a:lvl3pPr>
            <a:lvl4pPr lvl="3" rtl="0">
              <a:lnSpc>
                <a:spcPct val="100000"/>
              </a:lnSpc>
              <a:spcBef>
                <a:spcPts val="0"/>
              </a:spcBef>
              <a:spcAft>
                <a:spcPts val="0"/>
              </a:spcAft>
              <a:buSzPts val="6400"/>
              <a:buNone/>
              <a:defRPr/>
            </a:lvl4pPr>
            <a:lvl5pPr lvl="4" rtl="0">
              <a:lnSpc>
                <a:spcPct val="100000"/>
              </a:lnSpc>
              <a:spcBef>
                <a:spcPts val="0"/>
              </a:spcBef>
              <a:spcAft>
                <a:spcPts val="0"/>
              </a:spcAft>
              <a:buSzPts val="6400"/>
              <a:buNone/>
              <a:defRPr/>
            </a:lvl5pPr>
            <a:lvl6pPr lvl="5" rtl="0">
              <a:lnSpc>
                <a:spcPct val="100000"/>
              </a:lnSpc>
              <a:spcBef>
                <a:spcPts val="0"/>
              </a:spcBef>
              <a:spcAft>
                <a:spcPts val="0"/>
              </a:spcAft>
              <a:buSzPts val="6400"/>
              <a:buNone/>
              <a:defRPr/>
            </a:lvl6pPr>
            <a:lvl7pPr lvl="6" rtl="0">
              <a:lnSpc>
                <a:spcPct val="100000"/>
              </a:lnSpc>
              <a:spcBef>
                <a:spcPts val="0"/>
              </a:spcBef>
              <a:spcAft>
                <a:spcPts val="0"/>
              </a:spcAft>
              <a:buSzPts val="6400"/>
              <a:buNone/>
              <a:defRPr/>
            </a:lvl7pPr>
            <a:lvl8pPr lvl="7" rtl="0">
              <a:lnSpc>
                <a:spcPct val="100000"/>
              </a:lnSpc>
              <a:spcBef>
                <a:spcPts val="0"/>
              </a:spcBef>
              <a:spcAft>
                <a:spcPts val="0"/>
              </a:spcAft>
              <a:buSzPts val="6400"/>
              <a:buNone/>
              <a:defRPr/>
            </a:lvl8pPr>
            <a:lvl9pPr lvl="8" rtl="0">
              <a:lnSpc>
                <a:spcPct val="100000"/>
              </a:lnSpc>
              <a:spcBef>
                <a:spcPts val="0"/>
              </a:spcBef>
              <a:spcAft>
                <a:spcPts val="0"/>
              </a:spcAft>
              <a:buSzPts val="6400"/>
              <a:buNone/>
              <a:defRPr/>
            </a:lvl9pPr>
          </a:lstStyle>
          <a:p/>
        </p:txBody>
      </p:sp>
      <p:sp>
        <p:nvSpPr>
          <p:cNvPr id="469" name="Google Shape;469;p20"/>
          <p:cNvSpPr/>
          <p:nvPr/>
        </p:nvSpPr>
        <p:spPr>
          <a:xfrm rot="10800000">
            <a:off x="121250" y="9258210"/>
            <a:ext cx="830723" cy="773578"/>
          </a:xfrm>
          <a:custGeom>
            <a:rect b="b" l="l" r="r" t="t"/>
            <a:pathLst>
              <a:path extrusionOk="0" h="1638" w="1759">
                <a:moveTo>
                  <a:pt x="1074" y="1"/>
                </a:moveTo>
                <a:cubicBezTo>
                  <a:pt x="1067" y="1"/>
                  <a:pt x="1060" y="3"/>
                  <a:pt x="1054" y="5"/>
                </a:cubicBezTo>
                <a:cubicBezTo>
                  <a:pt x="1041" y="18"/>
                  <a:pt x="1025" y="29"/>
                  <a:pt x="1014" y="41"/>
                </a:cubicBezTo>
                <a:cubicBezTo>
                  <a:pt x="1006" y="53"/>
                  <a:pt x="994" y="65"/>
                  <a:pt x="983" y="76"/>
                </a:cubicBezTo>
                <a:cubicBezTo>
                  <a:pt x="947" y="124"/>
                  <a:pt x="912" y="171"/>
                  <a:pt x="872" y="214"/>
                </a:cubicBezTo>
                <a:cubicBezTo>
                  <a:pt x="836" y="262"/>
                  <a:pt x="805" y="309"/>
                  <a:pt x="774" y="356"/>
                </a:cubicBezTo>
                <a:cubicBezTo>
                  <a:pt x="761" y="376"/>
                  <a:pt x="750" y="404"/>
                  <a:pt x="734" y="424"/>
                </a:cubicBezTo>
                <a:cubicBezTo>
                  <a:pt x="723" y="435"/>
                  <a:pt x="710" y="451"/>
                  <a:pt x="703" y="462"/>
                </a:cubicBezTo>
                <a:cubicBezTo>
                  <a:pt x="699" y="473"/>
                  <a:pt x="687" y="508"/>
                  <a:pt x="673" y="508"/>
                </a:cubicBezTo>
                <a:cubicBezTo>
                  <a:pt x="671" y="508"/>
                  <a:pt x="669" y="507"/>
                  <a:pt x="667" y="506"/>
                </a:cubicBezTo>
                <a:cubicBezTo>
                  <a:pt x="659" y="502"/>
                  <a:pt x="659" y="495"/>
                  <a:pt x="652" y="495"/>
                </a:cubicBezTo>
                <a:cubicBezTo>
                  <a:pt x="643" y="495"/>
                  <a:pt x="639" y="498"/>
                  <a:pt x="632" y="498"/>
                </a:cubicBezTo>
                <a:cubicBezTo>
                  <a:pt x="625" y="500"/>
                  <a:pt x="618" y="500"/>
                  <a:pt x="611" y="500"/>
                </a:cubicBezTo>
                <a:cubicBezTo>
                  <a:pt x="596" y="500"/>
                  <a:pt x="582" y="498"/>
                  <a:pt x="568" y="498"/>
                </a:cubicBezTo>
                <a:cubicBezTo>
                  <a:pt x="545" y="495"/>
                  <a:pt x="517" y="491"/>
                  <a:pt x="494" y="491"/>
                </a:cubicBezTo>
                <a:cubicBezTo>
                  <a:pt x="454" y="486"/>
                  <a:pt x="415" y="482"/>
                  <a:pt x="379" y="479"/>
                </a:cubicBezTo>
                <a:cubicBezTo>
                  <a:pt x="359" y="479"/>
                  <a:pt x="339" y="475"/>
                  <a:pt x="320" y="475"/>
                </a:cubicBezTo>
                <a:cubicBezTo>
                  <a:pt x="273" y="471"/>
                  <a:pt x="226" y="462"/>
                  <a:pt x="178" y="462"/>
                </a:cubicBezTo>
                <a:cubicBezTo>
                  <a:pt x="170" y="462"/>
                  <a:pt x="164" y="461"/>
                  <a:pt x="157" y="461"/>
                </a:cubicBezTo>
                <a:cubicBezTo>
                  <a:pt x="154" y="461"/>
                  <a:pt x="150" y="461"/>
                  <a:pt x="146" y="462"/>
                </a:cubicBezTo>
                <a:cubicBezTo>
                  <a:pt x="139" y="462"/>
                  <a:pt x="135" y="462"/>
                  <a:pt x="123" y="459"/>
                </a:cubicBezTo>
                <a:cubicBezTo>
                  <a:pt x="103" y="455"/>
                  <a:pt x="79" y="451"/>
                  <a:pt x="60" y="451"/>
                </a:cubicBezTo>
                <a:cubicBezTo>
                  <a:pt x="48" y="455"/>
                  <a:pt x="36" y="451"/>
                  <a:pt x="28" y="459"/>
                </a:cubicBezTo>
                <a:cubicBezTo>
                  <a:pt x="24" y="462"/>
                  <a:pt x="13" y="471"/>
                  <a:pt x="8" y="479"/>
                </a:cubicBezTo>
                <a:cubicBezTo>
                  <a:pt x="0" y="491"/>
                  <a:pt x="13" y="502"/>
                  <a:pt x="17" y="514"/>
                </a:cubicBezTo>
                <a:cubicBezTo>
                  <a:pt x="24" y="522"/>
                  <a:pt x="28" y="530"/>
                  <a:pt x="36" y="542"/>
                </a:cubicBezTo>
                <a:cubicBezTo>
                  <a:pt x="44" y="553"/>
                  <a:pt x="48" y="562"/>
                  <a:pt x="60" y="573"/>
                </a:cubicBezTo>
                <a:cubicBezTo>
                  <a:pt x="84" y="597"/>
                  <a:pt x="115" y="613"/>
                  <a:pt x="139" y="637"/>
                </a:cubicBezTo>
                <a:cubicBezTo>
                  <a:pt x="162" y="668"/>
                  <a:pt x="182" y="695"/>
                  <a:pt x="210" y="723"/>
                </a:cubicBezTo>
                <a:cubicBezTo>
                  <a:pt x="241" y="751"/>
                  <a:pt x="273" y="775"/>
                  <a:pt x="304" y="802"/>
                </a:cubicBezTo>
                <a:cubicBezTo>
                  <a:pt x="316" y="814"/>
                  <a:pt x="324" y="826"/>
                  <a:pt x="335" y="833"/>
                </a:cubicBezTo>
                <a:cubicBezTo>
                  <a:pt x="344" y="837"/>
                  <a:pt x="352" y="841"/>
                  <a:pt x="355" y="846"/>
                </a:cubicBezTo>
                <a:cubicBezTo>
                  <a:pt x="355" y="849"/>
                  <a:pt x="352" y="857"/>
                  <a:pt x="348" y="861"/>
                </a:cubicBezTo>
                <a:cubicBezTo>
                  <a:pt x="348" y="869"/>
                  <a:pt x="344" y="881"/>
                  <a:pt x="339" y="888"/>
                </a:cubicBezTo>
                <a:cubicBezTo>
                  <a:pt x="316" y="920"/>
                  <a:pt x="297" y="948"/>
                  <a:pt x="281" y="983"/>
                </a:cubicBezTo>
                <a:cubicBezTo>
                  <a:pt x="273" y="999"/>
                  <a:pt x="265" y="1011"/>
                  <a:pt x="261" y="1026"/>
                </a:cubicBezTo>
                <a:cubicBezTo>
                  <a:pt x="253" y="1039"/>
                  <a:pt x="241" y="1050"/>
                  <a:pt x="233" y="1066"/>
                </a:cubicBezTo>
                <a:cubicBezTo>
                  <a:pt x="221" y="1082"/>
                  <a:pt x="213" y="1097"/>
                  <a:pt x="206" y="1110"/>
                </a:cubicBezTo>
                <a:cubicBezTo>
                  <a:pt x="190" y="1130"/>
                  <a:pt x="178" y="1145"/>
                  <a:pt x="166" y="1165"/>
                </a:cubicBezTo>
                <a:cubicBezTo>
                  <a:pt x="159" y="1177"/>
                  <a:pt x="155" y="1188"/>
                  <a:pt x="150" y="1196"/>
                </a:cubicBezTo>
                <a:cubicBezTo>
                  <a:pt x="146" y="1208"/>
                  <a:pt x="139" y="1216"/>
                  <a:pt x="131" y="1228"/>
                </a:cubicBezTo>
                <a:cubicBezTo>
                  <a:pt x="115" y="1248"/>
                  <a:pt x="103" y="1267"/>
                  <a:pt x="91" y="1290"/>
                </a:cubicBezTo>
                <a:cubicBezTo>
                  <a:pt x="84" y="1307"/>
                  <a:pt x="75" y="1326"/>
                  <a:pt x="68" y="1346"/>
                </a:cubicBezTo>
                <a:cubicBezTo>
                  <a:pt x="60" y="1374"/>
                  <a:pt x="44" y="1394"/>
                  <a:pt x="32" y="1417"/>
                </a:cubicBezTo>
                <a:cubicBezTo>
                  <a:pt x="28" y="1421"/>
                  <a:pt x="24" y="1429"/>
                  <a:pt x="28" y="1432"/>
                </a:cubicBezTo>
                <a:cubicBezTo>
                  <a:pt x="28" y="1437"/>
                  <a:pt x="36" y="1441"/>
                  <a:pt x="40" y="1445"/>
                </a:cubicBezTo>
                <a:cubicBezTo>
                  <a:pt x="43" y="1451"/>
                  <a:pt x="46" y="1457"/>
                  <a:pt x="51" y="1457"/>
                </a:cubicBezTo>
                <a:cubicBezTo>
                  <a:pt x="52" y="1457"/>
                  <a:pt x="54" y="1457"/>
                  <a:pt x="55" y="1456"/>
                </a:cubicBezTo>
                <a:cubicBezTo>
                  <a:pt x="75" y="1452"/>
                  <a:pt x="91" y="1445"/>
                  <a:pt x="107" y="1432"/>
                </a:cubicBezTo>
                <a:cubicBezTo>
                  <a:pt x="119" y="1429"/>
                  <a:pt x="126" y="1429"/>
                  <a:pt x="139" y="1429"/>
                </a:cubicBezTo>
                <a:cubicBezTo>
                  <a:pt x="162" y="1425"/>
                  <a:pt x="182" y="1413"/>
                  <a:pt x="202" y="1405"/>
                </a:cubicBezTo>
                <a:cubicBezTo>
                  <a:pt x="253" y="1390"/>
                  <a:pt x="304" y="1374"/>
                  <a:pt x="355" y="1354"/>
                </a:cubicBezTo>
                <a:cubicBezTo>
                  <a:pt x="454" y="1319"/>
                  <a:pt x="552" y="1287"/>
                  <a:pt x="652" y="1252"/>
                </a:cubicBezTo>
                <a:cubicBezTo>
                  <a:pt x="667" y="1287"/>
                  <a:pt x="683" y="1319"/>
                  <a:pt x="706" y="1350"/>
                </a:cubicBezTo>
                <a:cubicBezTo>
                  <a:pt x="770" y="1445"/>
                  <a:pt x="852" y="1523"/>
                  <a:pt x="916" y="1622"/>
                </a:cubicBezTo>
                <a:cubicBezTo>
                  <a:pt x="922" y="1632"/>
                  <a:pt x="934" y="1637"/>
                  <a:pt x="945" y="1637"/>
                </a:cubicBezTo>
                <a:cubicBezTo>
                  <a:pt x="960" y="1637"/>
                  <a:pt x="974" y="1629"/>
                  <a:pt x="978" y="1614"/>
                </a:cubicBezTo>
                <a:cubicBezTo>
                  <a:pt x="1010" y="1508"/>
                  <a:pt x="1034" y="1401"/>
                  <a:pt x="1058" y="1295"/>
                </a:cubicBezTo>
                <a:cubicBezTo>
                  <a:pt x="1069" y="1243"/>
                  <a:pt x="1081" y="1188"/>
                  <a:pt x="1093" y="1137"/>
                </a:cubicBezTo>
                <a:cubicBezTo>
                  <a:pt x="1096" y="1114"/>
                  <a:pt x="1101" y="1086"/>
                  <a:pt x="1105" y="1062"/>
                </a:cubicBezTo>
                <a:lnTo>
                  <a:pt x="1105" y="1050"/>
                </a:lnTo>
                <a:cubicBezTo>
                  <a:pt x="1105" y="1039"/>
                  <a:pt x="1101" y="1026"/>
                  <a:pt x="1105" y="1015"/>
                </a:cubicBezTo>
                <a:cubicBezTo>
                  <a:pt x="1109" y="995"/>
                  <a:pt x="1125" y="983"/>
                  <a:pt x="1140" y="972"/>
                </a:cubicBezTo>
                <a:cubicBezTo>
                  <a:pt x="1164" y="952"/>
                  <a:pt x="1196" y="944"/>
                  <a:pt x="1223" y="932"/>
                </a:cubicBezTo>
                <a:cubicBezTo>
                  <a:pt x="1247" y="920"/>
                  <a:pt x="1270" y="908"/>
                  <a:pt x="1298" y="897"/>
                </a:cubicBezTo>
                <a:cubicBezTo>
                  <a:pt x="1325" y="884"/>
                  <a:pt x="1353" y="873"/>
                  <a:pt x="1385" y="857"/>
                </a:cubicBezTo>
                <a:cubicBezTo>
                  <a:pt x="1409" y="841"/>
                  <a:pt x="1432" y="833"/>
                  <a:pt x="1460" y="826"/>
                </a:cubicBezTo>
                <a:cubicBezTo>
                  <a:pt x="1471" y="822"/>
                  <a:pt x="1483" y="817"/>
                  <a:pt x="1495" y="810"/>
                </a:cubicBezTo>
                <a:cubicBezTo>
                  <a:pt x="1507" y="806"/>
                  <a:pt x="1518" y="798"/>
                  <a:pt x="1531" y="790"/>
                </a:cubicBezTo>
                <a:cubicBezTo>
                  <a:pt x="1574" y="770"/>
                  <a:pt x="1622" y="759"/>
                  <a:pt x="1664" y="735"/>
                </a:cubicBezTo>
                <a:cubicBezTo>
                  <a:pt x="1680" y="727"/>
                  <a:pt x="1696" y="715"/>
                  <a:pt x="1716" y="704"/>
                </a:cubicBezTo>
                <a:cubicBezTo>
                  <a:pt x="1724" y="695"/>
                  <a:pt x="1744" y="684"/>
                  <a:pt x="1751" y="672"/>
                </a:cubicBezTo>
                <a:cubicBezTo>
                  <a:pt x="1759" y="660"/>
                  <a:pt x="1755" y="637"/>
                  <a:pt x="1740" y="628"/>
                </a:cubicBezTo>
                <a:cubicBezTo>
                  <a:pt x="1731" y="620"/>
                  <a:pt x="1711" y="617"/>
                  <a:pt x="1700" y="617"/>
                </a:cubicBezTo>
                <a:lnTo>
                  <a:pt x="1684" y="617"/>
                </a:lnTo>
                <a:cubicBezTo>
                  <a:pt x="1664" y="613"/>
                  <a:pt x="1645" y="609"/>
                  <a:pt x="1625" y="604"/>
                </a:cubicBezTo>
                <a:cubicBezTo>
                  <a:pt x="1605" y="601"/>
                  <a:pt x="1586" y="597"/>
                  <a:pt x="1566" y="593"/>
                </a:cubicBezTo>
                <a:cubicBezTo>
                  <a:pt x="1558" y="589"/>
                  <a:pt x="1542" y="589"/>
                  <a:pt x="1535" y="585"/>
                </a:cubicBezTo>
                <a:cubicBezTo>
                  <a:pt x="1531" y="581"/>
                  <a:pt x="1527" y="577"/>
                  <a:pt x="1518" y="577"/>
                </a:cubicBezTo>
                <a:cubicBezTo>
                  <a:pt x="1495" y="573"/>
                  <a:pt x="1475" y="573"/>
                  <a:pt x="1456" y="573"/>
                </a:cubicBezTo>
                <a:lnTo>
                  <a:pt x="1357" y="573"/>
                </a:lnTo>
                <a:cubicBezTo>
                  <a:pt x="1325" y="573"/>
                  <a:pt x="1294" y="569"/>
                  <a:pt x="1262" y="566"/>
                </a:cubicBezTo>
                <a:cubicBezTo>
                  <a:pt x="1219" y="562"/>
                  <a:pt x="1176" y="562"/>
                  <a:pt x="1136" y="553"/>
                </a:cubicBezTo>
                <a:cubicBezTo>
                  <a:pt x="1120" y="549"/>
                  <a:pt x="1109" y="546"/>
                  <a:pt x="1096" y="546"/>
                </a:cubicBezTo>
                <a:cubicBezTo>
                  <a:pt x="1089" y="546"/>
                  <a:pt x="1081" y="546"/>
                  <a:pt x="1077" y="542"/>
                </a:cubicBezTo>
                <a:cubicBezTo>
                  <a:pt x="1065" y="533"/>
                  <a:pt x="1069" y="518"/>
                  <a:pt x="1069" y="506"/>
                </a:cubicBezTo>
                <a:cubicBezTo>
                  <a:pt x="1069" y="491"/>
                  <a:pt x="1065" y="475"/>
                  <a:pt x="1061" y="459"/>
                </a:cubicBezTo>
                <a:cubicBezTo>
                  <a:pt x="1061" y="439"/>
                  <a:pt x="1065" y="424"/>
                  <a:pt x="1069" y="404"/>
                </a:cubicBezTo>
                <a:cubicBezTo>
                  <a:pt x="1073" y="388"/>
                  <a:pt x="1077" y="373"/>
                  <a:pt x="1077" y="356"/>
                </a:cubicBezTo>
                <a:lnTo>
                  <a:pt x="1077" y="302"/>
                </a:lnTo>
                <a:cubicBezTo>
                  <a:pt x="1081" y="285"/>
                  <a:pt x="1085" y="266"/>
                  <a:pt x="1085" y="249"/>
                </a:cubicBezTo>
                <a:cubicBezTo>
                  <a:pt x="1089" y="226"/>
                  <a:pt x="1085" y="207"/>
                  <a:pt x="1089" y="187"/>
                </a:cubicBezTo>
                <a:cubicBezTo>
                  <a:pt x="1093" y="167"/>
                  <a:pt x="1093" y="151"/>
                  <a:pt x="1096" y="131"/>
                </a:cubicBezTo>
                <a:cubicBezTo>
                  <a:pt x="1101" y="112"/>
                  <a:pt x="1105" y="96"/>
                  <a:pt x="1109" y="76"/>
                </a:cubicBezTo>
                <a:cubicBezTo>
                  <a:pt x="1109" y="56"/>
                  <a:pt x="1109" y="21"/>
                  <a:pt x="1089" y="5"/>
                </a:cubicBezTo>
                <a:cubicBezTo>
                  <a:pt x="1084" y="2"/>
                  <a:pt x="1079" y="1"/>
                  <a:pt x="1074" y="1"/>
                </a:cubicBezTo>
                <a:close/>
              </a:path>
            </a:pathLst>
          </a:custGeom>
          <a:solidFill>
            <a:schemeClr val="accent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20"/>
          <p:cNvSpPr/>
          <p:nvPr/>
        </p:nvSpPr>
        <p:spPr>
          <a:xfrm rot="10800000">
            <a:off x="9299219" y="315350"/>
            <a:ext cx="845836" cy="617729"/>
          </a:xfrm>
          <a:custGeom>
            <a:rect b="b" l="l" r="r" t="t"/>
            <a:pathLst>
              <a:path extrusionOk="0" h="1308" w="1791">
                <a:moveTo>
                  <a:pt x="1141" y="1"/>
                </a:moveTo>
                <a:cubicBezTo>
                  <a:pt x="1135" y="1"/>
                  <a:pt x="1129" y="3"/>
                  <a:pt x="1124" y="6"/>
                </a:cubicBezTo>
                <a:cubicBezTo>
                  <a:pt x="951" y="195"/>
                  <a:pt x="797" y="408"/>
                  <a:pt x="675" y="633"/>
                </a:cubicBezTo>
                <a:cubicBezTo>
                  <a:pt x="576" y="428"/>
                  <a:pt x="478" y="226"/>
                  <a:pt x="379" y="22"/>
                </a:cubicBezTo>
                <a:cubicBezTo>
                  <a:pt x="375" y="14"/>
                  <a:pt x="368" y="10"/>
                  <a:pt x="361" y="10"/>
                </a:cubicBezTo>
                <a:cubicBezTo>
                  <a:pt x="354" y="10"/>
                  <a:pt x="347" y="14"/>
                  <a:pt x="344" y="22"/>
                </a:cubicBezTo>
                <a:cubicBezTo>
                  <a:pt x="273" y="183"/>
                  <a:pt x="209" y="349"/>
                  <a:pt x="158" y="518"/>
                </a:cubicBezTo>
                <a:cubicBezTo>
                  <a:pt x="134" y="589"/>
                  <a:pt x="0" y="873"/>
                  <a:pt x="44" y="944"/>
                </a:cubicBezTo>
                <a:cubicBezTo>
                  <a:pt x="47" y="959"/>
                  <a:pt x="67" y="964"/>
                  <a:pt x="80" y="968"/>
                </a:cubicBezTo>
                <a:cubicBezTo>
                  <a:pt x="331" y="1039"/>
                  <a:pt x="580" y="1101"/>
                  <a:pt x="833" y="1161"/>
                </a:cubicBezTo>
                <a:cubicBezTo>
                  <a:pt x="1010" y="1201"/>
                  <a:pt x="1183" y="1236"/>
                  <a:pt x="1361" y="1272"/>
                </a:cubicBezTo>
                <a:cubicBezTo>
                  <a:pt x="1396" y="1277"/>
                  <a:pt x="1514" y="1308"/>
                  <a:pt x="1585" y="1308"/>
                </a:cubicBezTo>
                <a:cubicBezTo>
                  <a:pt x="1609" y="1308"/>
                  <a:pt x="1628" y="1304"/>
                  <a:pt x="1637" y="1295"/>
                </a:cubicBezTo>
                <a:cubicBezTo>
                  <a:pt x="1656" y="1279"/>
                  <a:pt x="1656" y="1248"/>
                  <a:pt x="1656" y="1220"/>
                </a:cubicBezTo>
                <a:cubicBezTo>
                  <a:pt x="1661" y="924"/>
                  <a:pt x="1779" y="637"/>
                  <a:pt x="1791" y="337"/>
                </a:cubicBezTo>
                <a:lnTo>
                  <a:pt x="1791" y="337"/>
                </a:lnTo>
                <a:cubicBezTo>
                  <a:pt x="1625" y="463"/>
                  <a:pt x="1467" y="597"/>
                  <a:pt x="1294" y="715"/>
                </a:cubicBezTo>
                <a:cubicBezTo>
                  <a:pt x="1321" y="621"/>
                  <a:pt x="1230" y="502"/>
                  <a:pt x="1207" y="412"/>
                </a:cubicBezTo>
                <a:cubicBezTo>
                  <a:pt x="1175" y="282"/>
                  <a:pt x="1159" y="151"/>
                  <a:pt x="1159" y="18"/>
                </a:cubicBezTo>
                <a:cubicBezTo>
                  <a:pt x="1159" y="6"/>
                  <a:pt x="1150" y="1"/>
                  <a:pt x="1141" y="1"/>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20"/>
          <p:cNvSpPr/>
          <p:nvPr/>
        </p:nvSpPr>
        <p:spPr>
          <a:xfrm rot="10800000">
            <a:off x="1280411" y="9598373"/>
            <a:ext cx="233400" cy="233400"/>
          </a:xfrm>
          <a:prstGeom prst="ellipse">
            <a:avLst/>
          </a:pr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20"/>
          <p:cNvSpPr/>
          <p:nvPr/>
        </p:nvSpPr>
        <p:spPr>
          <a:xfrm rot="10800000">
            <a:off x="171861" y="7976048"/>
            <a:ext cx="233400" cy="233400"/>
          </a:xfrm>
          <a:prstGeom prst="ellipse">
            <a:avLst/>
          </a:pr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20"/>
          <p:cNvSpPr/>
          <p:nvPr/>
        </p:nvSpPr>
        <p:spPr>
          <a:xfrm rot="10800000">
            <a:off x="530961" y="8654498"/>
            <a:ext cx="233400" cy="233400"/>
          </a:xfrm>
          <a:prstGeom prst="ellipse">
            <a:avLst/>
          </a:pr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20"/>
          <p:cNvSpPr/>
          <p:nvPr/>
        </p:nvSpPr>
        <p:spPr>
          <a:xfrm flipH="1">
            <a:off x="245836" y="4883173"/>
            <a:ext cx="56375" cy="2663275"/>
          </a:xfrm>
          <a:custGeom>
            <a:rect b="b" l="l" r="r" t="t"/>
            <a:pathLst>
              <a:path extrusionOk="0" h="106531" w="2255">
                <a:moveTo>
                  <a:pt x="1515" y="0"/>
                </a:moveTo>
                <a:cubicBezTo>
                  <a:pt x="649" y="35503"/>
                  <a:pt x="4406" y="71291"/>
                  <a:pt x="0" y="106531"/>
                </a:cubicBezTo>
              </a:path>
            </a:pathLst>
          </a:custGeom>
          <a:noFill/>
          <a:ln cap="flat" cmpd="sng" w="28575">
            <a:solidFill>
              <a:schemeClr val="dk1"/>
            </a:solidFill>
            <a:prstDash val="solid"/>
            <a:round/>
            <a:headEnd len="med" w="med" type="none"/>
            <a:tailEnd len="med" w="med" type="none"/>
          </a:ln>
        </p:spPr>
      </p:sp>
      <p:sp>
        <p:nvSpPr>
          <p:cNvPr id="475" name="Google Shape;475;p20"/>
          <p:cNvSpPr/>
          <p:nvPr/>
        </p:nvSpPr>
        <p:spPr>
          <a:xfrm flipH="1">
            <a:off x="455286" y="6486173"/>
            <a:ext cx="23625" cy="795200"/>
          </a:xfrm>
          <a:custGeom>
            <a:rect b="b" l="l" r="r" t="t"/>
            <a:pathLst>
              <a:path extrusionOk="0" h="31808" w="945">
                <a:moveTo>
                  <a:pt x="505" y="0"/>
                </a:moveTo>
                <a:cubicBezTo>
                  <a:pt x="1386" y="10567"/>
                  <a:pt x="0" y="21204"/>
                  <a:pt x="0" y="31808"/>
                </a:cubicBezTo>
              </a:path>
            </a:pathLst>
          </a:custGeom>
          <a:noFill/>
          <a:ln cap="flat" cmpd="sng" w="28575">
            <a:solidFill>
              <a:schemeClr val="dk1"/>
            </a:solidFill>
            <a:prstDash val="solid"/>
            <a:round/>
            <a:headEnd len="med" w="med" type="none"/>
            <a:tailEnd len="med" w="med" type="none"/>
          </a:ln>
        </p:spPr>
      </p:sp>
      <p:sp>
        <p:nvSpPr>
          <p:cNvPr id="476" name="Google Shape;476;p20"/>
          <p:cNvSpPr/>
          <p:nvPr/>
        </p:nvSpPr>
        <p:spPr>
          <a:xfrm flipH="1">
            <a:off x="605136" y="5804598"/>
            <a:ext cx="88350" cy="1476775"/>
          </a:xfrm>
          <a:custGeom>
            <a:rect b="b" l="l" r="r" t="t"/>
            <a:pathLst>
              <a:path extrusionOk="0" h="59071" w="3534">
                <a:moveTo>
                  <a:pt x="0" y="0"/>
                </a:moveTo>
                <a:cubicBezTo>
                  <a:pt x="1037" y="19698"/>
                  <a:pt x="3534" y="39345"/>
                  <a:pt x="3534" y="59071"/>
                </a:cubicBezTo>
              </a:path>
            </a:pathLst>
          </a:custGeom>
          <a:noFill/>
          <a:ln cap="flat" cmpd="sng" w="28575">
            <a:solidFill>
              <a:schemeClr val="dk1"/>
            </a:solidFill>
            <a:prstDash val="solid"/>
            <a:round/>
            <a:headEnd len="med" w="med" type="none"/>
            <a:tailEnd len="med" w="med" type="none"/>
          </a:ln>
        </p:spPr>
      </p:sp>
      <p:sp>
        <p:nvSpPr>
          <p:cNvPr id="477" name="Google Shape;477;p20"/>
          <p:cNvSpPr/>
          <p:nvPr/>
        </p:nvSpPr>
        <p:spPr>
          <a:xfrm rot="-10651105">
            <a:off x="9916250" y="2881690"/>
            <a:ext cx="138855" cy="2158457"/>
          </a:xfrm>
          <a:custGeom>
            <a:rect b="b" l="l" r="r" t="t"/>
            <a:pathLst>
              <a:path extrusionOk="0" h="86335" w="5554">
                <a:moveTo>
                  <a:pt x="0" y="0"/>
                </a:moveTo>
                <a:cubicBezTo>
                  <a:pt x="1919" y="28774"/>
                  <a:pt x="5554" y="57497"/>
                  <a:pt x="5554" y="86335"/>
                </a:cubicBezTo>
              </a:path>
            </a:pathLst>
          </a:custGeom>
          <a:noFill/>
          <a:ln cap="flat" cmpd="sng" w="28575">
            <a:solidFill>
              <a:schemeClr val="dk1"/>
            </a:solidFill>
            <a:prstDash val="solid"/>
            <a:round/>
            <a:headEnd len="med" w="med" type="none"/>
            <a:tailEnd len="med" w="med" type="none"/>
          </a:ln>
        </p:spPr>
      </p:sp>
      <p:sp>
        <p:nvSpPr>
          <p:cNvPr id="478" name="Google Shape;478;p20"/>
          <p:cNvSpPr/>
          <p:nvPr/>
        </p:nvSpPr>
        <p:spPr>
          <a:xfrm rot="-10651105">
            <a:off x="9791142" y="4310965"/>
            <a:ext cx="39176" cy="1123393"/>
          </a:xfrm>
          <a:custGeom>
            <a:rect b="b" l="l" r="r" t="t"/>
            <a:pathLst>
              <a:path extrusionOk="0" h="44934" w="1567">
                <a:moveTo>
                  <a:pt x="557" y="0"/>
                </a:moveTo>
                <a:cubicBezTo>
                  <a:pt x="-1098" y="14890"/>
                  <a:pt x="1567" y="29952"/>
                  <a:pt x="1567" y="44934"/>
                </a:cubicBezTo>
              </a:path>
            </a:pathLst>
          </a:custGeom>
          <a:noFill/>
          <a:ln cap="flat" cmpd="sng" w="28575">
            <a:solidFill>
              <a:schemeClr val="dk1"/>
            </a:solidFill>
            <a:prstDash val="solid"/>
            <a:round/>
            <a:headEnd len="med" w="med" type="none"/>
            <a:tailEnd len="med" w="med" type="none"/>
          </a:ln>
        </p:spPr>
      </p:sp>
      <p:sp>
        <p:nvSpPr>
          <p:cNvPr id="479" name="Google Shape;479;p20"/>
          <p:cNvSpPr/>
          <p:nvPr/>
        </p:nvSpPr>
        <p:spPr>
          <a:xfrm rot="10800000">
            <a:off x="9860811" y="1234898"/>
            <a:ext cx="233400" cy="233400"/>
          </a:xfrm>
          <a:prstGeom prst="ellipse">
            <a:avLst/>
          </a:pr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20"/>
          <p:cNvSpPr/>
          <p:nvPr/>
        </p:nvSpPr>
        <p:spPr>
          <a:xfrm rot="10800000">
            <a:off x="9621186" y="2090086"/>
            <a:ext cx="233400" cy="233400"/>
          </a:xfrm>
          <a:prstGeom prst="ellipse">
            <a:avLst/>
          </a:pr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20"/>
          <p:cNvSpPr/>
          <p:nvPr/>
        </p:nvSpPr>
        <p:spPr>
          <a:xfrm rot="10800000">
            <a:off x="9026036" y="159873"/>
            <a:ext cx="233400" cy="233400"/>
          </a:xfrm>
          <a:prstGeom prst="ellipse">
            <a:avLst/>
          </a:pr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82" name="Google Shape;482;p20"/>
          <p:cNvGrpSpPr/>
          <p:nvPr/>
        </p:nvGrpSpPr>
        <p:grpSpPr>
          <a:xfrm rot="6181261">
            <a:off x="-1309620" y="122061"/>
            <a:ext cx="2448691" cy="2125424"/>
            <a:chOff x="1322124" y="4079650"/>
            <a:chExt cx="3420400" cy="2968851"/>
          </a:xfrm>
        </p:grpSpPr>
        <p:sp>
          <p:nvSpPr>
            <p:cNvPr id="483" name="Google Shape;483;p20"/>
            <p:cNvSpPr/>
            <p:nvPr/>
          </p:nvSpPr>
          <p:spPr>
            <a:xfrm>
              <a:off x="1322124" y="4377475"/>
              <a:ext cx="3420400" cy="2671026"/>
            </a:xfrm>
            <a:custGeom>
              <a:rect b="b" l="l" r="r" t="t"/>
              <a:pathLst>
                <a:path extrusionOk="0" h="2556" w="3273">
                  <a:moveTo>
                    <a:pt x="228" y="0"/>
                  </a:moveTo>
                  <a:cubicBezTo>
                    <a:pt x="244" y="548"/>
                    <a:pt x="157" y="1345"/>
                    <a:pt x="0" y="2331"/>
                  </a:cubicBezTo>
                  <a:lnTo>
                    <a:pt x="3040" y="2555"/>
                  </a:lnTo>
                  <a:cubicBezTo>
                    <a:pt x="3186" y="1767"/>
                    <a:pt x="3273" y="998"/>
                    <a:pt x="3269" y="257"/>
                  </a:cubicBezTo>
                  <a:lnTo>
                    <a:pt x="3143" y="249"/>
                  </a:lnTo>
                  <a:lnTo>
                    <a:pt x="3143" y="249"/>
                  </a:lnTo>
                  <a:cubicBezTo>
                    <a:pt x="3154" y="320"/>
                    <a:pt x="3115" y="402"/>
                    <a:pt x="3020" y="402"/>
                  </a:cubicBezTo>
                  <a:cubicBezTo>
                    <a:pt x="2918" y="402"/>
                    <a:pt x="2878" y="304"/>
                    <a:pt x="2902" y="229"/>
                  </a:cubicBezTo>
                  <a:lnTo>
                    <a:pt x="2674" y="209"/>
                  </a:lnTo>
                  <a:lnTo>
                    <a:pt x="2674" y="209"/>
                  </a:lnTo>
                  <a:cubicBezTo>
                    <a:pt x="2677" y="213"/>
                    <a:pt x="2677" y="222"/>
                    <a:pt x="2677" y="229"/>
                  </a:cubicBezTo>
                  <a:lnTo>
                    <a:pt x="2677" y="237"/>
                  </a:lnTo>
                  <a:cubicBezTo>
                    <a:pt x="2677" y="261"/>
                    <a:pt x="2670" y="280"/>
                    <a:pt x="2657" y="300"/>
                  </a:cubicBezTo>
                  <a:cubicBezTo>
                    <a:pt x="2654" y="312"/>
                    <a:pt x="2646" y="320"/>
                    <a:pt x="2638" y="328"/>
                  </a:cubicBezTo>
                  <a:cubicBezTo>
                    <a:pt x="2622" y="344"/>
                    <a:pt x="2603" y="355"/>
                    <a:pt x="2583" y="364"/>
                  </a:cubicBezTo>
                  <a:lnTo>
                    <a:pt x="2547" y="367"/>
                  </a:lnTo>
                  <a:cubicBezTo>
                    <a:pt x="2528" y="367"/>
                    <a:pt x="2512" y="364"/>
                    <a:pt x="2496" y="355"/>
                  </a:cubicBezTo>
                  <a:cubicBezTo>
                    <a:pt x="2480" y="351"/>
                    <a:pt x="2468" y="340"/>
                    <a:pt x="2457" y="328"/>
                  </a:cubicBezTo>
                  <a:cubicBezTo>
                    <a:pt x="2441" y="316"/>
                    <a:pt x="2433" y="304"/>
                    <a:pt x="2428" y="288"/>
                  </a:cubicBezTo>
                  <a:cubicBezTo>
                    <a:pt x="2421" y="273"/>
                    <a:pt x="2417" y="253"/>
                    <a:pt x="2417" y="237"/>
                  </a:cubicBezTo>
                  <a:lnTo>
                    <a:pt x="2417" y="229"/>
                  </a:lnTo>
                  <a:cubicBezTo>
                    <a:pt x="2417" y="213"/>
                    <a:pt x="2421" y="202"/>
                    <a:pt x="2425" y="186"/>
                  </a:cubicBezTo>
                  <a:lnTo>
                    <a:pt x="2208" y="170"/>
                  </a:lnTo>
                  <a:lnTo>
                    <a:pt x="2208" y="170"/>
                  </a:lnTo>
                  <a:cubicBezTo>
                    <a:pt x="2228" y="245"/>
                    <a:pt x="2188" y="335"/>
                    <a:pt x="2090" y="335"/>
                  </a:cubicBezTo>
                  <a:cubicBezTo>
                    <a:pt x="1979" y="335"/>
                    <a:pt x="1940" y="225"/>
                    <a:pt x="1975" y="151"/>
                  </a:cubicBezTo>
                  <a:lnTo>
                    <a:pt x="1660" y="122"/>
                  </a:lnTo>
                  <a:lnTo>
                    <a:pt x="1660" y="122"/>
                  </a:lnTo>
                  <a:cubicBezTo>
                    <a:pt x="1684" y="198"/>
                    <a:pt x="1644" y="293"/>
                    <a:pt x="1542" y="293"/>
                  </a:cubicBezTo>
                  <a:cubicBezTo>
                    <a:pt x="1431" y="293"/>
                    <a:pt x="1396" y="182"/>
                    <a:pt x="1431" y="103"/>
                  </a:cubicBezTo>
                  <a:lnTo>
                    <a:pt x="1171" y="84"/>
                  </a:lnTo>
                  <a:lnTo>
                    <a:pt x="1171" y="84"/>
                  </a:lnTo>
                  <a:cubicBezTo>
                    <a:pt x="1183" y="155"/>
                    <a:pt x="1140" y="237"/>
                    <a:pt x="1049" y="237"/>
                  </a:cubicBezTo>
                  <a:cubicBezTo>
                    <a:pt x="946" y="237"/>
                    <a:pt x="907" y="138"/>
                    <a:pt x="930" y="60"/>
                  </a:cubicBezTo>
                  <a:lnTo>
                    <a:pt x="678" y="40"/>
                  </a:lnTo>
                  <a:cubicBezTo>
                    <a:pt x="678" y="107"/>
                    <a:pt x="635" y="170"/>
                    <a:pt x="552" y="170"/>
                  </a:cubicBezTo>
                  <a:cubicBezTo>
                    <a:pt x="461" y="170"/>
                    <a:pt x="417" y="91"/>
                    <a:pt x="430" y="20"/>
                  </a:cubicBezTo>
                  <a:lnTo>
                    <a:pt x="228" y="0"/>
                  </a:lnTo>
                  <a:close/>
                </a:path>
              </a:pathLst>
            </a:custGeom>
            <a:solidFill>
              <a:schemeClr val="accent5"/>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20"/>
            <p:cNvSpPr/>
            <p:nvPr/>
          </p:nvSpPr>
          <p:spPr>
            <a:xfrm>
              <a:off x="3019260" y="4421365"/>
              <a:ext cx="391888" cy="506826"/>
            </a:xfrm>
            <a:custGeom>
              <a:rect b="b" l="l" r="r" t="t"/>
              <a:pathLst>
                <a:path extrusionOk="0" h="485" w="375">
                  <a:moveTo>
                    <a:pt x="26" y="0"/>
                  </a:moveTo>
                  <a:cubicBezTo>
                    <a:pt x="21" y="0"/>
                    <a:pt x="16" y="2"/>
                    <a:pt x="12" y="6"/>
                  </a:cubicBezTo>
                  <a:cubicBezTo>
                    <a:pt x="0" y="9"/>
                    <a:pt x="0" y="25"/>
                    <a:pt x="9" y="33"/>
                  </a:cubicBezTo>
                  <a:lnTo>
                    <a:pt x="331" y="475"/>
                  </a:lnTo>
                  <a:cubicBezTo>
                    <a:pt x="336" y="482"/>
                    <a:pt x="341" y="485"/>
                    <a:pt x="347" y="485"/>
                  </a:cubicBezTo>
                  <a:cubicBezTo>
                    <a:pt x="352" y="485"/>
                    <a:pt x="358" y="483"/>
                    <a:pt x="363" y="479"/>
                  </a:cubicBezTo>
                  <a:cubicBezTo>
                    <a:pt x="371" y="475"/>
                    <a:pt x="375" y="459"/>
                    <a:pt x="367" y="451"/>
                  </a:cubicBezTo>
                  <a:lnTo>
                    <a:pt x="40" y="9"/>
                  </a:lnTo>
                  <a:cubicBezTo>
                    <a:pt x="38" y="3"/>
                    <a:pt x="32" y="0"/>
                    <a:pt x="2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20"/>
            <p:cNvSpPr/>
            <p:nvPr/>
          </p:nvSpPr>
          <p:spPr>
            <a:xfrm>
              <a:off x="2779947" y="4154890"/>
              <a:ext cx="755560" cy="640587"/>
            </a:xfrm>
            <a:custGeom>
              <a:rect b="b" l="l" r="r" t="t"/>
              <a:pathLst>
                <a:path extrusionOk="0" h="613" w="723">
                  <a:moveTo>
                    <a:pt x="311" y="0"/>
                  </a:moveTo>
                  <a:cubicBezTo>
                    <a:pt x="154" y="0"/>
                    <a:pt x="19" y="127"/>
                    <a:pt x="9" y="300"/>
                  </a:cubicBezTo>
                  <a:cubicBezTo>
                    <a:pt x="1" y="422"/>
                    <a:pt x="87" y="561"/>
                    <a:pt x="210" y="596"/>
                  </a:cubicBezTo>
                  <a:cubicBezTo>
                    <a:pt x="249" y="606"/>
                    <a:pt x="286" y="612"/>
                    <a:pt x="323" y="612"/>
                  </a:cubicBezTo>
                  <a:cubicBezTo>
                    <a:pt x="384" y="612"/>
                    <a:pt x="442" y="596"/>
                    <a:pt x="494" y="557"/>
                  </a:cubicBezTo>
                  <a:cubicBezTo>
                    <a:pt x="722" y="387"/>
                    <a:pt x="596" y="87"/>
                    <a:pt x="418" y="20"/>
                  </a:cubicBezTo>
                  <a:cubicBezTo>
                    <a:pt x="382" y="6"/>
                    <a:pt x="346" y="0"/>
                    <a:pt x="311" y="0"/>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20"/>
            <p:cNvSpPr/>
            <p:nvPr/>
          </p:nvSpPr>
          <p:spPr>
            <a:xfrm>
              <a:off x="2751731" y="4079650"/>
              <a:ext cx="638516" cy="558031"/>
            </a:xfrm>
            <a:custGeom>
              <a:rect b="b" l="l" r="r" t="t"/>
              <a:pathLst>
                <a:path extrusionOk="0" h="534" w="611">
                  <a:moveTo>
                    <a:pt x="247" y="0"/>
                  </a:moveTo>
                  <a:cubicBezTo>
                    <a:pt x="117" y="0"/>
                    <a:pt x="10" y="106"/>
                    <a:pt x="4" y="254"/>
                  </a:cubicBezTo>
                  <a:cubicBezTo>
                    <a:pt x="1" y="360"/>
                    <a:pt x="79" y="483"/>
                    <a:pt x="181" y="518"/>
                  </a:cubicBezTo>
                  <a:cubicBezTo>
                    <a:pt x="214" y="528"/>
                    <a:pt x="246" y="534"/>
                    <a:pt x="277" y="534"/>
                  </a:cubicBezTo>
                  <a:cubicBezTo>
                    <a:pt x="328" y="534"/>
                    <a:pt x="377" y="519"/>
                    <a:pt x="422" y="487"/>
                  </a:cubicBezTo>
                  <a:cubicBezTo>
                    <a:pt x="611" y="345"/>
                    <a:pt x="497" y="81"/>
                    <a:pt x="347" y="21"/>
                  </a:cubicBezTo>
                  <a:cubicBezTo>
                    <a:pt x="313" y="7"/>
                    <a:pt x="279" y="0"/>
                    <a:pt x="247" y="0"/>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20"/>
            <p:cNvSpPr/>
            <p:nvPr/>
          </p:nvSpPr>
          <p:spPr>
            <a:xfrm>
              <a:off x="1802840" y="5085985"/>
              <a:ext cx="2642894" cy="248711"/>
            </a:xfrm>
            <a:custGeom>
              <a:rect b="b" l="l" r="r" t="t"/>
              <a:pathLst>
                <a:path extrusionOk="0" h="238" w="2529">
                  <a:moveTo>
                    <a:pt x="13" y="1"/>
                  </a:moveTo>
                  <a:cubicBezTo>
                    <a:pt x="9" y="1"/>
                    <a:pt x="5" y="5"/>
                    <a:pt x="1" y="12"/>
                  </a:cubicBezTo>
                  <a:cubicBezTo>
                    <a:pt x="1" y="17"/>
                    <a:pt x="5" y="24"/>
                    <a:pt x="13" y="24"/>
                  </a:cubicBezTo>
                  <a:lnTo>
                    <a:pt x="186" y="41"/>
                  </a:lnTo>
                  <a:cubicBezTo>
                    <a:pt x="190" y="41"/>
                    <a:pt x="199" y="36"/>
                    <a:pt x="199" y="28"/>
                  </a:cubicBezTo>
                  <a:cubicBezTo>
                    <a:pt x="199" y="24"/>
                    <a:pt x="194" y="17"/>
                    <a:pt x="186" y="17"/>
                  </a:cubicBezTo>
                  <a:lnTo>
                    <a:pt x="13" y="1"/>
                  </a:lnTo>
                  <a:close/>
                  <a:moveTo>
                    <a:pt x="360" y="32"/>
                  </a:moveTo>
                  <a:cubicBezTo>
                    <a:pt x="356" y="32"/>
                    <a:pt x="352" y="36"/>
                    <a:pt x="348" y="41"/>
                  </a:cubicBezTo>
                  <a:cubicBezTo>
                    <a:pt x="348" y="48"/>
                    <a:pt x="352" y="52"/>
                    <a:pt x="360" y="52"/>
                  </a:cubicBezTo>
                  <a:lnTo>
                    <a:pt x="534" y="68"/>
                  </a:lnTo>
                  <a:cubicBezTo>
                    <a:pt x="541" y="68"/>
                    <a:pt x="545" y="64"/>
                    <a:pt x="545" y="59"/>
                  </a:cubicBezTo>
                  <a:cubicBezTo>
                    <a:pt x="545" y="52"/>
                    <a:pt x="541" y="48"/>
                    <a:pt x="534" y="48"/>
                  </a:cubicBezTo>
                  <a:lnTo>
                    <a:pt x="360" y="32"/>
                  </a:lnTo>
                  <a:close/>
                  <a:moveTo>
                    <a:pt x="707" y="59"/>
                  </a:moveTo>
                  <a:cubicBezTo>
                    <a:pt x="703" y="59"/>
                    <a:pt x="699" y="64"/>
                    <a:pt x="699" y="72"/>
                  </a:cubicBezTo>
                  <a:cubicBezTo>
                    <a:pt x="696" y="76"/>
                    <a:pt x="703" y="83"/>
                    <a:pt x="707" y="83"/>
                  </a:cubicBezTo>
                  <a:lnTo>
                    <a:pt x="880" y="99"/>
                  </a:lnTo>
                  <a:cubicBezTo>
                    <a:pt x="889" y="99"/>
                    <a:pt x="892" y="95"/>
                    <a:pt x="892" y="88"/>
                  </a:cubicBezTo>
                  <a:cubicBezTo>
                    <a:pt x="892" y="83"/>
                    <a:pt x="889" y="76"/>
                    <a:pt x="885" y="76"/>
                  </a:cubicBezTo>
                  <a:lnTo>
                    <a:pt x="707" y="59"/>
                  </a:lnTo>
                  <a:close/>
                  <a:moveTo>
                    <a:pt x="1058" y="92"/>
                  </a:moveTo>
                  <a:cubicBezTo>
                    <a:pt x="1050" y="92"/>
                    <a:pt x="1046" y="95"/>
                    <a:pt x="1046" y="99"/>
                  </a:cubicBezTo>
                  <a:cubicBezTo>
                    <a:pt x="1042" y="107"/>
                    <a:pt x="1050" y="112"/>
                    <a:pt x="1054" y="112"/>
                  </a:cubicBezTo>
                  <a:lnTo>
                    <a:pt x="1227" y="127"/>
                  </a:lnTo>
                  <a:cubicBezTo>
                    <a:pt x="1235" y="127"/>
                    <a:pt x="1240" y="123"/>
                    <a:pt x="1240" y="119"/>
                  </a:cubicBezTo>
                  <a:cubicBezTo>
                    <a:pt x="1240" y="112"/>
                    <a:pt x="1235" y="107"/>
                    <a:pt x="1231" y="107"/>
                  </a:cubicBezTo>
                  <a:lnTo>
                    <a:pt x="1058" y="92"/>
                  </a:lnTo>
                  <a:close/>
                  <a:moveTo>
                    <a:pt x="1405" y="119"/>
                  </a:moveTo>
                  <a:cubicBezTo>
                    <a:pt x="1397" y="119"/>
                    <a:pt x="1393" y="123"/>
                    <a:pt x="1393" y="130"/>
                  </a:cubicBezTo>
                  <a:cubicBezTo>
                    <a:pt x="1393" y="139"/>
                    <a:pt x="1397" y="143"/>
                    <a:pt x="1401" y="143"/>
                  </a:cubicBezTo>
                  <a:lnTo>
                    <a:pt x="1575" y="159"/>
                  </a:lnTo>
                  <a:cubicBezTo>
                    <a:pt x="1582" y="159"/>
                    <a:pt x="1586" y="154"/>
                    <a:pt x="1586" y="147"/>
                  </a:cubicBezTo>
                  <a:cubicBezTo>
                    <a:pt x="1586" y="143"/>
                    <a:pt x="1582" y="135"/>
                    <a:pt x="1579" y="135"/>
                  </a:cubicBezTo>
                  <a:lnTo>
                    <a:pt x="1405" y="119"/>
                  </a:lnTo>
                  <a:close/>
                  <a:moveTo>
                    <a:pt x="1752" y="150"/>
                  </a:moveTo>
                  <a:cubicBezTo>
                    <a:pt x="1744" y="150"/>
                    <a:pt x="1740" y="154"/>
                    <a:pt x="1740" y="163"/>
                  </a:cubicBezTo>
                  <a:cubicBezTo>
                    <a:pt x="1740" y="166"/>
                    <a:pt x="1744" y="170"/>
                    <a:pt x="1748" y="170"/>
                  </a:cubicBezTo>
                  <a:lnTo>
                    <a:pt x="1921" y="186"/>
                  </a:lnTo>
                  <a:cubicBezTo>
                    <a:pt x="1930" y="186"/>
                    <a:pt x="1933" y="182"/>
                    <a:pt x="1933" y="178"/>
                  </a:cubicBezTo>
                  <a:cubicBezTo>
                    <a:pt x="1933" y="170"/>
                    <a:pt x="1930" y="166"/>
                    <a:pt x="1926" y="166"/>
                  </a:cubicBezTo>
                  <a:lnTo>
                    <a:pt x="1752" y="150"/>
                  </a:lnTo>
                  <a:close/>
                  <a:moveTo>
                    <a:pt x="2095" y="181"/>
                  </a:moveTo>
                  <a:cubicBezTo>
                    <a:pt x="2090" y="181"/>
                    <a:pt x="2087" y="187"/>
                    <a:pt x="2087" y="190"/>
                  </a:cubicBezTo>
                  <a:cubicBezTo>
                    <a:pt x="2087" y="198"/>
                    <a:pt x="2091" y="201"/>
                    <a:pt x="2095" y="201"/>
                  </a:cubicBezTo>
                  <a:lnTo>
                    <a:pt x="2268" y="218"/>
                  </a:lnTo>
                  <a:cubicBezTo>
                    <a:pt x="2276" y="218"/>
                    <a:pt x="2281" y="214"/>
                    <a:pt x="2281" y="206"/>
                  </a:cubicBezTo>
                  <a:cubicBezTo>
                    <a:pt x="2281" y="201"/>
                    <a:pt x="2276" y="194"/>
                    <a:pt x="2272" y="194"/>
                  </a:cubicBezTo>
                  <a:lnTo>
                    <a:pt x="2099" y="182"/>
                  </a:lnTo>
                  <a:cubicBezTo>
                    <a:pt x="2097" y="182"/>
                    <a:pt x="2096" y="181"/>
                    <a:pt x="2095" y="181"/>
                  </a:cubicBezTo>
                  <a:close/>
                  <a:moveTo>
                    <a:pt x="2446" y="210"/>
                  </a:moveTo>
                  <a:cubicBezTo>
                    <a:pt x="2438" y="210"/>
                    <a:pt x="2434" y="214"/>
                    <a:pt x="2434" y="221"/>
                  </a:cubicBezTo>
                  <a:cubicBezTo>
                    <a:pt x="2434" y="225"/>
                    <a:pt x="2438" y="230"/>
                    <a:pt x="2442" y="234"/>
                  </a:cubicBezTo>
                  <a:lnTo>
                    <a:pt x="2517" y="237"/>
                  </a:lnTo>
                  <a:cubicBezTo>
                    <a:pt x="2521" y="237"/>
                    <a:pt x="2525" y="234"/>
                    <a:pt x="2529" y="230"/>
                  </a:cubicBezTo>
                  <a:cubicBezTo>
                    <a:pt x="2529" y="221"/>
                    <a:pt x="2525" y="218"/>
                    <a:pt x="2517" y="218"/>
                  </a:cubicBezTo>
                  <a:lnTo>
                    <a:pt x="2446" y="210"/>
                  </a:lnTo>
                  <a:close/>
                </a:path>
              </a:pathLst>
            </a:cu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20"/>
            <p:cNvSpPr/>
            <p:nvPr/>
          </p:nvSpPr>
          <p:spPr>
            <a:xfrm>
              <a:off x="1778804" y="5539515"/>
              <a:ext cx="2646029" cy="177650"/>
            </a:xfrm>
            <a:custGeom>
              <a:rect b="b" l="l" r="r" t="t"/>
              <a:pathLst>
                <a:path extrusionOk="0" h="170" w="2532">
                  <a:moveTo>
                    <a:pt x="13" y="0"/>
                  </a:moveTo>
                  <a:cubicBezTo>
                    <a:pt x="4" y="0"/>
                    <a:pt x="0" y="9"/>
                    <a:pt x="0" y="13"/>
                  </a:cubicBezTo>
                  <a:cubicBezTo>
                    <a:pt x="0" y="20"/>
                    <a:pt x="4" y="24"/>
                    <a:pt x="13" y="24"/>
                  </a:cubicBezTo>
                  <a:lnTo>
                    <a:pt x="186" y="36"/>
                  </a:lnTo>
                  <a:cubicBezTo>
                    <a:pt x="190" y="36"/>
                    <a:pt x="193" y="28"/>
                    <a:pt x="198" y="24"/>
                  </a:cubicBezTo>
                  <a:cubicBezTo>
                    <a:pt x="198" y="16"/>
                    <a:pt x="190" y="13"/>
                    <a:pt x="186" y="13"/>
                  </a:cubicBezTo>
                  <a:lnTo>
                    <a:pt x="13" y="0"/>
                  </a:lnTo>
                  <a:close/>
                  <a:moveTo>
                    <a:pt x="357" y="23"/>
                  </a:moveTo>
                  <a:cubicBezTo>
                    <a:pt x="353" y="23"/>
                    <a:pt x="348" y="29"/>
                    <a:pt x="348" y="32"/>
                  </a:cubicBezTo>
                  <a:cubicBezTo>
                    <a:pt x="348" y="40"/>
                    <a:pt x="351" y="44"/>
                    <a:pt x="359" y="44"/>
                  </a:cubicBezTo>
                  <a:lnTo>
                    <a:pt x="533" y="56"/>
                  </a:lnTo>
                  <a:cubicBezTo>
                    <a:pt x="537" y="56"/>
                    <a:pt x="544" y="51"/>
                    <a:pt x="544" y="44"/>
                  </a:cubicBezTo>
                  <a:cubicBezTo>
                    <a:pt x="544" y="40"/>
                    <a:pt x="541" y="32"/>
                    <a:pt x="533" y="32"/>
                  </a:cubicBezTo>
                  <a:lnTo>
                    <a:pt x="359" y="24"/>
                  </a:lnTo>
                  <a:cubicBezTo>
                    <a:pt x="358" y="23"/>
                    <a:pt x="357" y="23"/>
                    <a:pt x="357" y="23"/>
                  </a:cubicBezTo>
                  <a:close/>
                  <a:moveTo>
                    <a:pt x="706" y="44"/>
                  </a:moveTo>
                  <a:cubicBezTo>
                    <a:pt x="703" y="44"/>
                    <a:pt x="695" y="48"/>
                    <a:pt x="695" y="51"/>
                  </a:cubicBezTo>
                  <a:cubicBezTo>
                    <a:pt x="695" y="60"/>
                    <a:pt x="699" y="64"/>
                    <a:pt x="706" y="64"/>
                  </a:cubicBezTo>
                  <a:lnTo>
                    <a:pt x="879" y="75"/>
                  </a:lnTo>
                  <a:cubicBezTo>
                    <a:pt x="888" y="75"/>
                    <a:pt x="892" y="71"/>
                    <a:pt x="892" y="64"/>
                  </a:cubicBezTo>
                  <a:cubicBezTo>
                    <a:pt x="892" y="60"/>
                    <a:pt x="888" y="51"/>
                    <a:pt x="879" y="51"/>
                  </a:cubicBezTo>
                  <a:lnTo>
                    <a:pt x="706" y="44"/>
                  </a:lnTo>
                  <a:close/>
                  <a:moveTo>
                    <a:pt x="1057" y="64"/>
                  </a:moveTo>
                  <a:cubicBezTo>
                    <a:pt x="1050" y="64"/>
                    <a:pt x="1045" y="67"/>
                    <a:pt x="1045" y="71"/>
                  </a:cubicBezTo>
                  <a:cubicBezTo>
                    <a:pt x="1045" y="80"/>
                    <a:pt x="1050" y="84"/>
                    <a:pt x="1054" y="84"/>
                  </a:cubicBezTo>
                  <a:lnTo>
                    <a:pt x="1227" y="95"/>
                  </a:lnTo>
                  <a:cubicBezTo>
                    <a:pt x="1234" y="95"/>
                    <a:pt x="1239" y="91"/>
                    <a:pt x="1239" y="84"/>
                  </a:cubicBezTo>
                  <a:cubicBezTo>
                    <a:pt x="1239" y="80"/>
                    <a:pt x="1234" y="71"/>
                    <a:pt x="1231" y="71"/>
                  </a:cubicBezTo>
                  <a:lnTo>
                    <a:pt x="1057" y="64"/>
                  </a:lnTo>
                  <a:close/>
                  <a:moveTo>
                    <a:pt x="1405" y="84"/>
                  </a:moveTo>
                  <a:cubicBezTo>
                    <a:pt x="1396" y="84"/>
                    <a:pt x="1392" y="87"/>
                    <a:pt x="1392" y="95"/>
                  </a:cubicBezTo>
                  <a:cubicBezTo>
                    <a:pt x="1392" y="99"/>
                    <a:pt x="1396" y="103"/>
                    <a:pt x="1400" y="103"/>
                  </a:cubicBezTo>
                  <a:lnTo>
                    <a:pt x="1578" y="115"/>
                  </a:lnTo>
                  <a:cubicBezTo>
                    <a:pt x="1582" y="115"/>
                    <a:pt x="1585" y="111"/>
                    <a:pt x="1589" y="103"/>
                  </a:cubicBezTo>
                  <a:cubicBezTo>
                    <a:pt x="1589" y="99"/>
                    <a:pt x="1582" y="95"/>
                    <a:pt x="1578" y="91"/>
                  </a:cubicBezTo>
                  <a:lnTo>
                    <a:pt x="1405" y="84"/>
                  </a:lnTo>
                  <a:close/>
                  <a:moveTo>
                    <a:pt x="1751" y="103"/>
                  </a:moveTo>
                  <a:cubicBezTo>
                    <a:pt x="1747" y="103"/>
                    <a:pt x="1740" y="107"/>
                    <a:pt x="1740" y="115"/>
                  </a:cubicBezTo>
                  <a:cubicBezTo>
                    <a:pt x="1740" y="119"/>
                    <a:pt x="1743" y="122"/>
                    <a:pt x="1751" y="127"/>
                  </a:cubicBezTo>
                  <a:lnTo>
                    <a:pt x="1925" y="135"/>
                  </a:lnTo>
                  <a:cubicBezTo>
                    <a:pt x="1929" y="135"/>
                    <a:pt x="1937" y="131"/>
                    <a:pt x="1937" y="122"/>
                  </a:cubicBezTo>
                  <a:cubicBezTo>
                    <a:pt x="1937" y="119"/>
                    <a:pt x="1933" y="115"/>
                    <a:pt x="1925" y="115"/>
                  </a:cubicBezTo>
                  <a:lnTo>
                    <a:pt x="1751" y="103"/>
                  </a:lnTo>
                  <a:close/>
                  <a:moveTo>
                    <a:pt x="2098" y="122"/>
                  </a:moveTo>
                  <a:cubicBezTo>
                    <a:pt x="2095" y="122"/>
                    <a:pt x="2086" y="127"/>
                    <a:pt x="2086" y="135"/>
                  </a:cubicBezTo>
                  <a:cubicBezTo>
                    <a:pt x="2086" y="138"/>
                    <a:pt x="2091" y="146"/>
                    <a:pt x="2098" y="146"/>
                  </a:cubicBezTo>
                  <a:lnTo>
                    <a:pt x="2272" y="154"/>
                  </a:lnTo>
                  <a:cubicBezTo>
                    <a:pt x="2280" y="154"/>
                    <a:pt x="2284" y="151"/>
                    <a:pt x="2284" y="146"/>
                  </a:cubicBezTo>
                  <a:cubicBezTo>
                    <a:pt x="2284" y="138"/>
                    <a:pt x="2280" y="135"/>
                    <a:pt x="2272" y="135"/>
                  </a:cubicBezTo>
                  <a:lnTo>
                    <a:pt x="2098" y="122"/>
                  </a:lnTo>
                  <a:close/>
                  <a:moveTo>
                    <a:pt x="2449" y="142"/>
                  </a:moveTo>
                  <a:cubicBezTo>
                    <a:pt x="2441" y="142"/>
                    <a:pt x="2437" y="146"/>
                    <a:pt x="2437" y="154"/>
                  </a:cubicBezTo>
                  <a:cubicBezTo>
                    <a:pt x="2437" y="158"/>
                    <a:pt x="2441" y="166"/>
                    <a:pt x="2446" y="166"/>
                  </a:cubicBezTo>
                  <a:lnTo>
                    <a:pt x="2520" y="170"/>
                  </a:lnTo>
                  <a:cubicBezTo>
                    <a:pt x="2524" y="170"/>
                    <a:pt x="2528" y="166"/>
                    <a:pt x="2528" y="158"/>
                  </a:cubicBezTo>
                  <a:cubicBezTo>
                    <a:pt x="2532" y="154"/>
                    <a:pt x="2524" y="146"/>
                    <a:pt x="2520" y="146"/>
                  </a:cubicBezTo>
                  <a:lnTo>
                    <a:pt x="2449" y="142"/>
                  </a:lnTo>
                  <a:close/>
                </a:path>
              </a:pathLst>
            </a:cu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20"/>
            <p:cNvSpPr/>
            <p:nvPr/>
          </p:nvSpPr>
          <p:spPr>
            <a:xfrm>
              <a:off x="1704607" y="5959605"/>
              <a:ext cx="2642894" cy="203775"/>
            </a:xfrm>
            <a:custGeom>
              <a:rect b="b" l="l" r="r" t="t"/>
              <a:pathLst>
                <a:path extrusionOk="0" h="195" w="2529">
                  <a:moveTo>
                    <a:pt x="13" y="0"/>
                  </a:moveTo>
                  <a:cubicBezTo>
                    <a:pt x="4" y="0"/>
                    <a:pt x="0" y="4"/>
                    <a:pt x="0" y="9"/>
                  </a:cubicBezTo>
                  <a:cubicBezTo>
                    <a:pt x="0" y="17"/>
                    <a:pt x="4" y="20"/>
                    <a:pt x="9" y="20"/>
                  </a:cubicBezTo>
                  <a:lnTo>
                    <a:pt x="182" y="33"/>
                  </a:lnTo>
                  <a:cubicBezTo>
                    <a:pt x="183" y="33"/>
                    <a:pt x="185" y="34"/>
                    <a:pt x="186" y="34"/>
                  </a:cubicBezTo>
                  <a:cubicBezTo>
                    <a:pt x="191" y="34"/>
                    <a:pt x="193" y="27"/>
                    <a:pt x="193" y="24"/>
                  </a:cubicBezTo>
                  <a:cubicBezTo>
                    <a:pt x="198" y="17"/>
                    <a:pt x="190" y="13"/>
                    <a:pt x="186" y="13"/>
                  </a:cubicBezTo>
                  <a:lnTo>
                    <a:pt x="13" y="0"/>
                  </a:lnTo>
                  <a:close/>
                  <a:moveTo>
                    <a:pt x="359" y="24"/>
                  </a:moveTo>
                  <a:cubicBezTo>
                    <a:pt x="351" y="24"/>
                    <a:pt x="348" y="28"/>
                    <a:pt x="348" y="36"/>
                  </a:cubicBezTo>
                  <a:cubicBezTo>
                    <a:pt x="348" y="40"/>
                    <a:pt x="351" y="44"/>
                    <a:pt x="359" y="44"/>
                  </a:cubicBezTo>
                  <a:lnTo>
                    <a:pt x="533" y="60"/>
                  </a:lnTo>
                  <a:cubicBezTo>
                    <a:pt x="537" y="60"/>
                    <a:pt x="541" y="52"/>
                    <a:pt x="544" y="48"/>
                  </a:cubicBezTo>
                  <a:cubicBezTo>
                    <a:pt x="544" y="40"/>
                    <a:pt x="541" y="36"/>
                    <a:pt x="533" y="36"/>
                  </a:cubicBezTo>
                  <a:lnTo>
                    <a:pt x="359" y="24"/>
                  </a:lnTo>
                  <a:close/>
                  <a:moveTo>
                    <a:pt x="706" y="48"/>
                  </a:moveTo>
                  <a:cubicBezTo>
                    <a:pt x="703" y="48"/>
                    <a:pt x="695" y="52"/>
                    <a:pt x="695" y="60"/>
                  </a:cubicBezTo>
                  <a:cubicBezTo>
                    <a:pt x="695" y="64"/>
                    <a:pt x="699" y="68"/>
                    <a:pt x="706" y="71"/>
                  </a:cubicBezTo>
                  <a:lnTo>
                    <a:pt x="879" y="84"/>
                  </a:lnTo>
                  <a:cubicBezTo>
                    <a:pt x="884" y="84"/>
                    <a:pt x="892" y="80"/>
                    <a:pt x="892" y="71"/>
                  </a:cubicBezTo>
                  <a:cubicBezTo>
                    <a:pt x="892" y="68"/>
                    <a:pt x="888" y="60"/>
                    <a:pt x="879" y="60"/>
                  </a:cubicBezTo>
                  <a:lnTo>
                    <a:pt x="706" y="48"/>
                  </a:lnTo>
                  <a:close/>
                  <a:moveTo>
                    <a:pt x="1054" y="71"/>
                  </a:moveTo>
                  <a:cubicBezTo>
                    <a:pt x="1050" y="71"/>
                    <a:pt x="1041" y="75"/>
                    <a:pt x="1041" y="84"/>
                  </a:cubicBezTo>
                  <a:cubicBezTo>
                    <a:pt x="1041" y="87"/>
                    <a:pt x="1045" y="95"/>
                    <a:pt x="1054" y="95"/>
                  </a:cubicBezTo>
                  <a:lnTo>
                    <a:pt x="1227" y="107"/>
                  </a:lnTo>
                  <a:cubicBezTo>
                    <a:pt x="1234" y="107"/>
                    <a:pt x="1239" y="104"/>
                    <a:pt x="1239" y="95"/>
                  </a:cubicBezTo>
                  <a:cubicBezTo>
                    <a:pt x="1239" y="91"/>
                    <a:pt x="1234" y="84"/>
                    <a:pt x="1227" y="84"/>
                  </a:cubicBezTo>
                  <a:lnTo>
                    <a:pt x="1054" y="71"/>
                  </a:lnTo>
                  <a:close/>
                  <a:moveTo>
                    <a:pt x="1400" y="95"/>
                  </a:moveTo>
                  <a:cubicBezTo>
                    <a:pt x="1396" y="95"/>
                    <a:pt x="1392" y="99"/>
                    <a:pt x="1392" y="107"/>
                  </a:cubicBezTo>
                  <a:cubicBezTo>
                    <a:pt x="1389" y="111"/>
                    <a:pt x="1396" y="119"/>
                    <a:pt x="1400" y="119"/>
                  </a:cubicBezTo>
                  <a:lnTo>
                    <a:pt x="1574" y="131"/>
                  </a:lnTo>
                  <a:cubicBezTo>
                    <a:pt x="1582" y="131"/>
                    <a:pt x="1585" y="127"/>
                    <a:pt x="1585" y="119"/>
                  </a:cubicBezTo>
                  <a:cubicBezTo>
                    <a:pt x="1585" y="115"/>
                    <a:pt x="1582" y="107"/>
                    <a:pt x="1578" y="107"/>
                  </a:cubicBezTo>
                  <a:lnTo>
                    <a:pt x="1400" y="95"/>
                  </a:lnTo>
                  <a:close/>
                  <a:moveTo>
                    <a:pt x="1751" y="119"/>
                  </a:moveTo>
                  <a:cubicBezTo>
                    <a:pt x="1744" y="119"/>
                    <a:pt x="1740" y="123"/>
                    <a:pt x="1740" y="131"/>
                  </a:cubicBezTo>
                  <a:cubicBezTo>
                    <a:pt x="1740" y="139"/>
                    <a:pt x="1744" y="142"/>
                    <a:pt x="1747" y="142"/>
                  </a:cubicBezTo>
                  <a:lnTo>
                    <a:pt x="1920" y="155"/>
                  </a:lnTo>
                  <a:cubicBezTo>
                    <a:pt x="1929" y="155"/>
                    <a:pt x="1933" y="151"/>
                    <a:pt x="1933" y="142"/>
                  </a:cubicBezTo>
                  <a:cubicBezTo>
                    <a:pt x="1933" y="139"/>
                    <a:pt x="1929" y="135"/>
                    <a:pt x="1925" y="135"/>
                  </a:cubicBezTo>
                  <a:lnTo>
                    <a:pt x="1751" y="119"/>
                  </a:lnTo>
                  <a:close/>
                  <a:moveTo>
                    <a:pt x="2095" y="145"/>
                  </a:moveTo>
                  <a:cubicBezTo>
                    <a:pt x="2089" y="145"/>
                    <a:pt x="2086" y="152"/>
                    <a:pt x="2086" y="155"/>
                  </a:cubicBezTo>
                  <a:cubicBezTo>
                    <a:pt x="2086" y="162"/>
                    <a:pt x="2091" y="166"/>
                    <a:pt x="2095" y="166"/>
                  </a:cubicBezTo>
                  <a:lnTo>
                    <a:pt x="2272" y="178"/>
                  </a:lnTo>
                  <a:cubicBezTo>
                    <a:pt x="2275" y="178"/>
                    <a:pt x="2280" y="175"/>
                    <a:pt x="2280" y="170"/>
                  </a:cubicBezTo>
                  <a:cubicBezTo>
                    <a:pt x="2284" y="162"/>
                    <a:pt x="2275" y="158"/>
                    <a:pt x="2272" y="158"/>
                  </a:cubicBezTo>
                  <a:lnTo>
                    <a:pt x="2098" y="146"/>
                  </a:lnTo>
                  <a:cubicBezTo>
                    <a:pt x="2097" y="145"/>
                    <a:pt x="2096" y="145"/>
                    <a:pt x="2095" y="145"/>
                  </a:cubicBezTo>
                  <a:close/>
                  <a:moveTo>
                    <a:pt x="2446" y="170"/>
                  </a:moveTo>
                  <a:cubicBezTo>
                    <a:pt x="2437" y="170"/>
                    <a:pt x="2433" y="175"/>
                    <a:pt x="2433" y="178"/>
                  </a:cubicBezTo>
                  <a:cubicBezTo>
                    <a:pt x="2433" y="186"/>
                    <a:pt x="2437" y="190"/>
                    <a:pt x="2446" y="190"/>
                  </a:cubicBezTo>
                  <a:lnTo>
                    <a:pt x="2517" y="193"/>
                  </a:lnTo>
                  <a:cubicBezTo>
                    <a:pt x="2517" y="194"/>
                    <a:pt x="2518" y="195"/>
                    <a:pt x="2519" y="195"/>
                  </a:cubicBezTo>
                  <a:cubicBezTo>
                    <a:pt x="2523" y="195"/>
                    <a:pt x="2528" y="189"/>
                    <a:pt x="2528" y="186"/>
                  </a:cubicBezTo>
                  <a:cubicBezTo>
                    <a:pt x="2528" y="178"/>
                    <a:pt x="2524" y="175"/>
                    <a:pt x="2517" y="175"/>
                  </a:cubicBezTo>
                  <a:lnTo>
                    <a:pt x="2446" y="170"/>
                  </a:lnTo>
                  <a:close/>
                </a:path>
              </a:pathLst>
            </a:cu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20"/>
            <p:cNvSpPr/>
            <p:nvPr/>
          </p:nvSpPr>
          <p:spPr>
            <a:xfrm>
              <a:off x="1626229" y="6458070"/>
              <a:ext cx="2642894" cy="207955"/>
            </a:xfrm>
            <a:custGeom>
              <a:rect b="b" l="l" r="r" t="t"/>
              <a:pathLst>
                <a:path extrusionOk="0" h="199" w="2529">
                  <a:moveTo>
                    <a:pt x="13" y="0"/>
                  </a:moveTo>
                  <a:cubicBezTo>
                    <a:pt x="4" y="0"/>
                    <a:pt x="1" y="5"/>
                    <a:pt x="1" y="13"/>
                  </a:cubicBezTo>
                  <a:cubicBezTo>
                    <a:pt x="1" y="16"/>
                    <a:pt x="4" y="24"/>
                    <a:pt x="8" y="24"/>
                  </a:cubicBezTo>
                  <a:lnTo>
                    <a:pt x="182" y="36"/>
                  </a:lnTo>
                  <a:cubicBezTo>
                    <a:pt x="190" y="36"/>
                    <a:pt x="194" y="33"/>
                    <a:pt x="194" y="24"/>
                  </a:cubicBezTo>
                  <a:cubicBezTo>
                    <a:pt x="194" y="20"/>
                    <a:pt x="190" y="13"/>
                    <a:pt x="186" y="13"/>
                  </a:cubicBezTo>
                  <a:lnTo>
                    <a:pt x="13" y="0"/>
                  </a:lnTo>
                  <a:close/>
                  <a:moveTo>
                    <a:pt x="359" y="24"/>
                  </a:moveTo>
                  <a:cubicBezTo>
                    <a:pt x="352" y="24"/>
                    <a:pt x="348" y="29"/>
                    <a:pt x="348" y="36"/>
                  </a:cubicBezTo>
                  <a:cubicBezTo>
                    <a:pt x="348" y="44"/>
                    <a:pt x="352" y="48"/>
                    <a:pt x="359" y="48"/>
                  </a:cubicBezTo>
                  <a:lnTo>
                    <a:pt x="533" y="60"/>
                  </a:lnTo>
                  <a:cubicBezTo>
                    <a:pt x="537" y="60"/>
                    <a:pt x="541" y="56"/>
                    <a:pt x="545" y="48"/>
                  </a:cubicBezTo>
                  <a:cubicBezTo>
                    <a:pt x="545" y="44"/>
                    <a:pt x="541" y="40"/>
                    <a:pt x="533" y="36"/>
                  </a:cubicBezTo>
                  <a:lnTo>
                    <a:pt x="359" y="24"/>
                  </a:lnTo>
                  <a:close/>
                  <a:moveTo>
                    <a:pt x="704" y="51"/>
                  </a:moveTo>
                  <a:cubicBezTo>
                    <a:pt x="700" y="51"/>
                    <a:pt x="694" y="57"/>
                    <a:pt x="694" y="60"/>
                  </a:cubicBezTo>
                  <a:cubicBezTo>
                    <a:pt x="694" y="68"/>
                    <a:pt x="699" y="71"/>
                    <a:pt x="707" y="71"/>
                  </a:cubicBezTo>
                  <a:lnTo>
                    <a:pt x="880" y="84"/>
                  </a:lnTo>
                  <a:cubicBezTo>
                    <a:pt x="884" y="84"/>
                    <a:pt x="892" y="80"/>
                    <a:pt x="892" y="76"/>
                  </a:cubicBezTo>
                  <a:cubicBezTo>
                    <a:pt x="892" y="68"/>
                    <a:pt x="888" y="64"/>
                    <a:pt x="880" y="64"/>
                  </a:cubicBezTo>
                  <a:lnTo>
                    <a:pt x="707" y="52"/>
                  </a:lnTo>
                  <a:cubicBezTo>
                    <a:pt x="706" y="51"/>
                    <a:pt x="705" y="51"/>
                    <a:pt x="704" y="51"/>
                  </a:cubicBezTo>
                  <a:close/>
                  <a:moveTo>
                    <a:pt x="1054" y="76"/>
                  </a:moveTo>
                  <a:cubicBezTo>
                    <a:pt x="1049" y="76"/>
                    <a:pt x="1042" y="80"/>
                    <a:pt x="1042" y="84"/>
                  </a:cubicBezTo>
                  <a:cubicBezTo>
                    <a:pt x="1042" y="91"/>
                    <a:pt x="1045" y="95"/>
                    <a:pt x="1054" y="95"/>
                  </a:cubicBezTo>
                  <a:lnTo>
                    <a:pt x="1227" y="107"/>
                  </a:lnTo>
                  <a:cubicBezTo>
                    <a:pt x="1231" y="107"/>
                    <a:pt x="1238" y="104"/>
                    <a:pt x="1238" y="100"/>
                  </a:cubicBezTo>
                  <a:cubicBezTo>
                    <a:pt x="1238" y="91"/>
                    <a:pt x="1235" y="87"/>
                    <a:pt x="1227" y="87"/>
                  </a:cubicBezTo>
                  <a:lnTo>
                    <a:pt x="1054" y="76"/>
                  </a:lnTo>
                  <a:close/>
                  <a:moveTo>
                    <a:pt x="1400" y="100"/>
                  </a:moveTo>
                  <a:cubicBezTo>
                    <a:pt x="1396" y="100"/>
                    <a:pt x="1393" y="104"/>
                    <a:pt x="1389" y="107"/>
                  </a:cubicBezTo>
                  <a:cubicBezTo>
                    <a:pt x="1389" y="115"/>
                    <a:pt x="1396" y="119"/>
                    <a:pt x="1400" y="119"/>
                  </a:cubicBezTo>
                  <a:lnTo>
                    <a:pt x="1574" y="131"/>
                  </a:lnTo>
                  <a:cubicBezTo>
                    <a:pt x="1582" y="131"/>
                    <a:pt x="1586" y="127"/>
                    <a:pt x="1586" y="123"/>
                  </a:cubicBezTo>
                  <a:cubicBezTo>
                    <a:pt x="1586" y="115"/>
                    <a:pt x="1582" y="111"/>
                    <a:pt x="1578" y="111"/>
                  </a:cubicBezTo>
                  <a:lnTo>
                    <a:pt x="1400" y="100"/>
                  </a:lnTo>
                  <a:close/>
                  <a:moveTo>
                    <a:pt x="1751" y="123"/>
                  </a:moveTo>
                  <a:cubicBezTo>
                    <a:pt x="1744" y="123"/>
                    <a:pt x="1740" y="127"/>
                    <a:pt x="1740" y="131"/>
                  </a:cubicBezTo>
                  <a:cubicBezTo>
                    <a:pt x="1740" y="139"/>
                    <a:pt x="1744" y="142"/>
                    <a:pt x="1748" y="142"/>
                  </a:cubicBezTo>
                  <a:lnTo>
                    <a:pt x="1921" y="158"/>
                  </a:lnTo>
                  <a:cubicBezTo>
                    <a:pt x="1929" y="158"/>
                    <a:pt x="1933" y="151"/>
                    <a:pt x="1933" y="147"/>
                  </a:cubicBezTo>
                  <a:cubicBezTo>
                    <a:pt x="1933" y="139"/>
                    <a:pt x="1929" y="135"/>
                    <a:pt x="1924" y="135"/>
                  </a:cubicBezTo>
                  <a:lnTo>
                    <a:pt x="1751" y="123"/>
                  </a:lnTo>
                  <a:close/>
                  <a:moveTo>
                    <a:pt x="2099" y="147"/>
                  </a:moveTo>
                  <a:cubicBezTo>
                    <a:pt x="2090" y="147"/>
                    <a:pt x="2086" y="151"/>
                    <a:pt x="2086" y="158"/>
                  </a:cubicBezTo>
                  <a:cubicBezTo>
                    <a:pt x="2086" y="162"/>
                    <a:pt x="2090" y="166"/>
                    <a:pt x="2095" y="171"/>
                  </a:cubicBezTo>
                  <a:lnTo>
                    <a:pt x="2272" y="182"/>
                  </a:lnTo>
                  <a:cubicBezTo>
                    <a:pt x="2276" y="182"/>
                    <a:pt x="2279" y="178"/>
                    <a:pt x="2279" y="171"/>
                  </a:cubicBezTo>
                  <a:cubicBezTo>
                    <a:pt x="2284" y="166"/>
                    <a:pt x="2276" y="158"/>
                    <a:pt x="2272" y="158"/>
                  </a:cubicBezTo>
                  <a:lnTo>
                    <a:pt x="2099" y="147"/>
                  </a:lnTo>
                  <a:close/>
                  <a:moveTo>
                    <a:pt x="2445" y="171"/>
                  </a:moveTo>
                  <a:cubicBezTo>
                    <a:pt x="2437" y="171"/>
                    <a:pt x="2434" y="175"/>
                    <a:pt x="2434" y="182"/>
                  </a:cubicBezTo>
                  <a:cubicBezTo>
                    <a:pt x="2434" y="186"/>
                    <a:pt x="2437" y="194"/>
                    <a:pt x="2445" y="194"/>
                  </a:cubicBezTo>
                  <a:lnTo>
                    <a:pt x="2516" y="198"/>
                  </a:lnTo>
                  <a:cubicBezTo>
                    <a:pt x="2521" y="198"/>
                    <a:pt x="2528" y="194"/>
                    <a:pt x="2528" y="186"/>
                  </a:cubicBezTo>
                  <a:cubicBezTo>
                    <a:pt x="2528" y="182"/>
                    <a:pt x="2524" y="178"/>
                    <a:pt x="2516" y="175"/>
                  </a:cubicBezTo>
                  <a:lnTo>
                    <a:pt x="2445" y="171"/>
                  </a:lnTo>
                  <a:close/>
                </a:path>
              </a:pathLst>
            </a:cu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91" name="Google Shape;491;p20"/>
          <p:cNvGrpSpPr/>
          <p:nvPr/>
        </p:nvGrpSpPr>
        <p:grpSpPr>
          <a:xfrm rot="-2700000">
            <a:off x="8962963" y="8484053"/>
            <a:ext cx="1896745" cy="1928965"/>
            <a:chOff x="8016283" y="3354199"/>
            <a:chExt cx="1896763" cy="1928983"/>
          </a:xfrm>
        </p:grpSpPr>
        <p:grpSp>
          <p:nvGrpSpPr>
            <p:cNvPr id="492" name="Google Shape;492;p20"/>
            <p:cNvGrpSpPr/>
            <p:nvPr/>
          </p:nvGrpSpPr>
          <p:grpSpPr>
            <a:xfrm>
              <a:off x="8016283" y="3354199"/>
              <a:ext cx="1896763" cy="1928983"/>
              <a:chOff x="3025183" y="3101074"/>
              <a:chExt cx="1896763" cy="1928983"/>
            </a:xfrm>
          </p:grpSpPr>
          <p:sp>
            <p:nvSpPr>
              <p:cNvPr id="493" name="Google Shape;493;p20"/>
              <p:cNvSpPr/>
              <p:nvPr/>
            </p:nvSpPr>
            <p:spPr>
              <a:xfrm>
                <a:off x="3025183" y="3101074"/>
                <a:ext cx="1896763" cy="1928983"/>
              </a:xfrm>
              <a:custGeom>
                <a:rect b="b" l="l" r="r" t="t"/>
                <a:pathLst>
                  <a:path extrusionOk="0" h="1913" w="1881">
                    <a:moveTo>
                      <a:pt x="1496" y="1"/>
                    </a:moveTo>
                    <a:cubicBezTo>
                      <a:pt x="1477" y="1"/>
                      <a:pt x="1459" y="7"/>
                      <a:pt x="1440" y="16"/>
                    </a:cubicBezTo>
                    <a:cubicBezTo>
                      <a:pt x="1416" y="24"/>
                      <a:pt x="1392" y="31"/>
                      <a:pt x="1364" y="31"/>
                    </a:cubicBezTo>
                    <a:lnTo>
                      <a:pt x="0" y="1573"/>
                    </a:lnTo>
                    <a:cubicBezTo>
                      <a:pt x="24" y="1596"/>
                      <a:pt x="35" y="1629"/>
                      <a:pt x="35" y="1664"/>
                    </a:cubicBezTo>
                    <a:cubicBezTo>
                      <a:pt x="63" y="1667"/>
                      <a:pt x="91" y="1680"/>
                      <a:pt x="115" y="1700"/>
                    </a:cubicBezTo>
                    <a:cubicBezTo>
                      <a:pt x="138" y="1719"/>
                      <a:pt x="153" y="1747"/>
                      <a:pt x="162" y="1774"/>
                    </a:cubicBezTo>
                    <a:cubicBezTo>
                      <a:pt x="201" y="1778"/>
                      <a:pt x="237" y="1782"/>
                      <a:pt x="268" y="1806"/>
                    </a:cubicBezTo>
                    <a:cubicBezTo>
                      <a:pt x="304" y="1833"/>
                      <a:pt x="319" y="1869"/>
                      <a:pt x="323" y="1912"/>
                    </a:cubicBezTo>
                    <a:lnTo>
                      <a:pt x="1880" y="153"/>
                    </a:lnTo>
                    <a:lnTo>
                      <a:pt x="1865" y="138"/>
                    </a:lnTo>
                    <a:cubicBezTo>
                      <a:pt x="1860" y="137"/>
                      <a:pt x="1854" y="136"/>
                      <a:pt x="1849" y="136"/>
                    </a:cubicBezTo>
                    <a:cubicBezTo>
                      <a:pt x="1821" y="136"/>
                      <a:pt x="1793" y="151"/>
                      <a:pt x="1766" y="158"/>
                    </a:cubicBezTo>
                    <a:cubicBezTo>
                      <a:pt x="1753" y="160"/>
                      <a:pt x="1741" y="161"/>
                      <a:pt x="1729" y="161"/>
                    </a:cubicBezTo>
                    <a:cubicBezTo>
                      <a:pt x="1682" y="161"/>
                      <a:pt x="1640" y="143"/>
                      <a:pt x="1609" y="102"/>
                    </a:cubicBezTo>
                    <a:cubicBezTo>
                      <a:pt x="1577" y="71"/>
                      <a:pt x="1558" y="16"/>
                      <a:pt x="1518" y="4"/>
                    </a:cubicBezTo>
                    <a:cubicBezTo>
                      <a:pt x="1510" y="2"/>
                      <a:pt x="1503" y="1"/>
                      <a:pt x="1496" y="1"/>
                    </a:cubicBezTo>
                    <a:close/>
                  </a:path>
                </a:pathLst>
              </a:custGeom>
              <a:solidFill>
                <a:schemeClr val="accent5"/>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20"/>
              <p:cNvSpPr/>
              <p:nvPr/>
            </p:nvSpPr>
            <p:spPr>
              <a:xfrm>
                <a:off x="3398283" y="4396808"/>
                <a:ext cx="132098" cy="147220"/>
              </a:xfrm>
              <a:custGeom>
                <a:rect b="b" l="l" r="r" t="t"/>
                <a:pathLst>
                  <a:path extrusionOk="0" h="146" w="131">
                    <a:moveTo>
                      <a:pt x="131" y="0"/>
                    </a:moveTo>
                    <a:lnTo>
                      <a:pt x="131" y="0"/>
                    </a:lnTo>
                    <a:cubicBezTo>
                      <a:pt x="109" y="24"/>
                      <a:pt x="87" y="48"/>
                      <a:pt x="65" y="73"/>
                    </a:cubicBezTo>
                    <a:lnTo>
                      <a:pt x="131" y="0"/>
                    </a:lnTo>
                    <a:close/>
                    <a:moveTo>
                      <a:pt x="65" y="73"/>
                    </a:moveTo>
                    <a:lnTo>
                      <a:pt x="0" y="146"/>
                    </a:lnTo>
                    <a:cubicBezTo>
                      <a:pt x="22" y="122"/>
                      <a:pt x="44" y="98"/>
                      <a:pt x="65" y="73"/>
                    </a:cubicBezTo>
                    <a:close/>
                  </a:path>
                </a:pathLst>
              </a:custGeom>
              <a:solidFill>
                <a:srgbClr val="FFF2A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20"/>
              <p:cNvSpPr/>
              <p:nvPr/>
            </p:nvSpPr>
            <p:spPr>
              <a:xfrm>
                <a:off x="3560633" y="4511760"/>
                <a:ext cx="72603" cy="61510"/>
              </a:xfrm>
              <a:custGeom>
                <a:rect b="b" l="l" r="r" t="t"/>
                <a:pathLst>
                  <a:path extrusionOk="0" h="61" w="72">
                    <a:moveTo>
                      <a:pt x="1" y="60"/>
                    </a:moveTo>
                    <a:cubicBezTo>
                      <a:pt x="25" y="40"/>
                      <a:pt x="48" y="20"/>
                      <a:pt x="72" y="1"/>
                    </a:cubicBezTo>
                    <a:close/>
                  </a:path>
                </a:pathLst>
              </a:custGeom>
              <a:solidFill>
                <a:srgbClr val="FFF2A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20"/>
              <p:cNvSpPr/>
              <p:nvPr/>
            </p:nvSpPr>
            <p:spPr>
              <a:xfrm>
                <a:off x="4396580" y="3513491"/>
                <a:ext cx="44369" cy="76635"/>
              </a:xfrm>
              <a:custGeom>
                <a:rect b="b" l="l" r="r" t="t"/>
                <a:pathLst>
                  <a:path extrusionOk="0" h="76" w="44">
                    <a:moveTo>
                      <a:pt x="44" y="1"/>
                    </a:moveTo>
                    <a:cubicBezTo>
                      <a:pt x="43" y="2"/>
                      <a:pt x="42" y="3"/>
                      <a:pt x="41" y="4"/>
                    </a:cubicBezTo>
                    <a:lnTo>
                      <a:pt x="41" y="4"/>
                    </a:lnTo>
                    <a:lnTo>
                      <a:pt x="44" y="1"/>
                    </a:lnTo>
                    <a:close/>
                    <a:moveTo>
                      <a:pt x="41" y="4"/>
                    </a:moveTo>
                    <a:lnTo>
                      <a:pt x="0" y="75"/>
                    </a:lnTo>
                    <a:cubicBezTo>
                      <a:pt x="15" y="53"/>
                      <a:pt x="26" y="30"/>
                      <a:pt x="41" y="4"/>
                    </a:cubicBezTo>
                    <a:close/>
                  </a:path>
                </a:pathLst>
              </a:custGeom>
              <a:solidFill>
                <a:srgbClr val="FFF2A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97" name="Google Shape;497;p20"/>
            <p:cNvSpPr/>
            <p:nvPr/>
          </p:nvSpPr>
          <p:spPr>
            <a:xfrm>
              <a:off x="8418775" y="4784875"/>
              <a:ext cx="180875" cy="205550"/>
            </a:xfrm>
            <a:custGeom>
              <a:rect b="b" l="l" r="r" t="t"/>
              <a:pathLst>
                <a:path extrusionOk="0" h="8222" w="7235">
                  <a:moveTo>
                    <a:pt x="7235" y="0"/>
                  </a:moveTo>
                  <a:cubicBezTo>
                    <a:pt x="5044" y="2920"/>
                    <a:pt x="2579" y="5639"/>
                    <a:pt x="0" y="8222"/>
                  </a:cubicBezTo>
                </a:path>
              </a:pathLst>
            </a:custGeom>
            <a:noFill/>
            <a:ln cap="flat" cmpd="sng" w="28575">
              <a:solidFill>
                <a:schemeClr val="dk1"/>
              </a:solidFill>
              <a:prstDash val="solid"/>
              <a:round/>
              <a:headEnd len="med" w="med" type="none"/>
              <a:tailEnd len="med" w="med" type="none"/>
            </a:ln>
          </p:spPr>
        </p:sp>
        <p:sp>
          <p:nvSpPr>
            <p:cNvPr id="498" name="Google Shape;498;p20"/>
            <p:cNvSpPr/>
            <p:nvPr/>
          </p:nvSpPr>
          <p:spPr>
            <a:xfrm>
              <a:off x="8336550" y="4834225"/>
              <a:ext cx="74000" cy="106875"/>
            </a:xfrm>
            <a:custGeom>
              <a:rect b="b" l="l" r="r" t="t"/>
              <a:pathLst>
                <a:path extrusionOk="0" h="4275" w="2960">
                  <a:moveTo>
                    <a:pt x="2960" y="0"/>
                  </a:moveTo>
                  <a:cubicBezTo>
                    <a:pt x="2068" y="1486"/>
                    <a:pt x="961" y="2833"/>
                    <a:pt x="0" y="4275"/>
                  </a:cubicBezTo>
                </a:path>
              </a:pathLst>
            </a:custGeom>
            <a:noFill/>
            <a:ln cap="flat" cmpd="sng" w="28575">
              <a:solidFill>
                <a:schemeClr val="dk1"/>
              </a:solidFill>
              <a:prstDash val="solid"/>
              <a:round/>
              <a:headEnd len="med" w="med" type="none"/>
              <a:tailEnd len="med" w="med" type="none"/>
            </a:ln>
          </p:spPr>
        </p:sp>
        <p:sp>
          <p:nvSpPr>
            <p:cNvPr id="499" name="Google Shape;499;p20"/>
            <p:cNvSpPr/>
            <p:nvPr/>
          </p:nvSpPr>
          <p:spPr>
            <a:xfrm>
              <a:off x="9232700" y="3658550"/>
              <a:ext cx="353525" cy="452175"/>
            </a:xfrm>
            <a:custGeom>
              <a:rect b="b" l="l" r="r" t="t"/>
              <a:pathLst>
                <a:path extrusionOk="0" h="18087" w="14141">
                  <a:moveTo>
                    <a:pt x="14141" y="0"/>
                  </a:moveTo>
                  <a:cubicBezTo>
                    <a:pt x="9241" y="5879"/>
                    <a:pt x="4241" y="11716"/>
                    <a:pt x="0" y="18087"/>
                  </a:cubicBezTo>
                </a:path>
              </a:pathLst>
            </a:custGeom>
            <a:noFill/>
            <a:ln cap="flat" cmpd="sng" w="28575">
              <a:solidFill>
                <a:schemeClr val="dk1"/>
              </a:solidFill>
              <a:prstDash val="solid"/>
              <a:round/>
              <a:headEnd len="med" w="med" type="none"/>
              <a:tailEnd len="med" w="med" type="none"/>
            </a:ln>
          </p:spPr>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1">
    <p:spTree>
      <p:nvGrpSpPr>
        <p:cNvPr id="500" name="Shape 500"/>
        <p:cNvGrpSpPr/>
        <p:nvPr/>
      </p:nvGrpSpPr>
      <p:grpSpPr>
        <a:xfrm>
          <a:off x="0" y="0"/>
          <a:ext cx="0" cy="0"/>
          <a:chOff x="0" y="0"/>
          <a:chExt cx="0" cy="0"/>
        </a:xfrm>
      </p:grpSpPr>
      <p:sp>
        <p:nvSpPr>
          <p:cNvPr id="501" name="Google Shape;501;p21"/>
          <p:cNvSpPr txBox="1"/>
          <p:nvPr>
            <p:ph type="title"/>
          </p:nvPr>
        </p:nvSpPr>
        <p:spPr>
          <a:xfrm>
            <a:off x="914400" y="888750"/>
            <a:ext cx="8458200" cy="956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6400"/>
              <a:buNone/>
              <a:defRPr/>
            </a:lvl1pPr>
            <a:lvl2pPr lvl="1" rtl="0">
              <a:lnSpc>
                <a:spcPct val="100000"/>
              </a:lnSpc>
              <a:spcBef>
                <a:spcPts val="0"/>
              </a:spcBef>
              <a:spcAft>
                <a:spcPts val="0"/>
              </a:spcAft>
              <a:buSzPts val="6400"/>
              <a:buNone/>
              <a:defRPr/>
            </a:lvl2pPr>
            <a:lvl3pPr lvl="2" rtl="0">
              <a:lnSpc>
                <a:spcPct val="100000"/>
              </a:lnSpc>
              <a:spcBef>
                <a:spcPts val="0"/>
              </a:spcBef>
              <a:spcAft>
                <a:spcPts val="0"/>
              </a:spcAft>
              <a:buSzPts val="6400"/>
              <a:buNone/>
              <a:defRPr/>
            </a:lvl3pPr>
            <a:lvl4pPr lvl="3" rtl="0">
              <a:lnSpc>
                <a:spcPct val="100000"/>
              </a:lnSpc>
              <a:spcBef>
                <a:spcPts val="0"/>
              </a:spcBef>
              <a:spcAft>
                <a:spcPts val="0"/>
              </a:spcAft>
              <a:buSzPts val="6400"/>
              <a:buNone/>
              <a:defRPr/>
            </a:lvl4pPr>
            <a:lvl5pPr lvl="4" rtl="0">
              <a:lnSpc>
                <a:spcPct val="100000"/>
              </a:lnSpc>
              <a:spcBef>
                <a:spcPts val="0"/>
              </a:spcBef>
              <a:spcAft>
                <a:spcPts val="0"/>
              </a:spcAft>
              <a:buSzPts val="6400"/>
              <a:buNone/>
              <a:defRPr/>
            </a:lvl5pPr>
            <a:lvl6pPr lvl="5" rtl="0">
              <a:lnSpc>
                <a:spcPct val="100000"/>
              </a:lnSpc>
              <a:spcBef>
                <a:spcPts val="0"/>
              </a:spcBef>
              <a:spcAft>
                <a:spcPts val="0"/>
              </a:spcAft>
              <a:buSzPts val="6400"/>
              <a:buNone/>
              <a:defRPr/>
            </a:lvl6pPr>
            <a:lvl7pPr lvl="6" rtl="0">
              <a:lnSpc>
                <a:spcPct val="100000"/>
              </a:lnSpc>
              <a:spcBef>
                <a:spcPts val="0"/>
              </a:spcBef>
              <a:spcAft>
                <a:spcPts val="0"/>
              </a:spcAft>
              <a:buSzPts val="6400"/>
              <a:buNone/>
              <a:defRPr/>
            </a:lvl7pPr>
            <a:lvl8pPr lvl="7" rtl="0">
              <a:lnSpc>
                <a:spcPct val="100000"/>
              </a:lnSpc>
              <a:spcBef>
                <a:spcPts val="0"/>
              </a:spcBef>
              <a:spcAft>
                <a:spcPts val="0"/>
              </a:spcAft>
              <a:buSzPts val="6400"/>
              <a:buNone/>
              <a:defRPr/>
            </a:lvl8pPr>
            <a:lvl9pPr lvl="8" rtl="0">
              <a:lnSpc>
                <a:spcPct val="100000"/>
              </a:lnSpc>
              <a:spcBef>
                <a:spcPts val="0"/>
              </a:spcBef>
              <a:spcAft>
                <a:spcPts val="0"/>
              </a:spcAft>
              <a:buSzPts val="6400"/>
              <a:buNone/>
              <a:defRPr/>
            </a:lvl9pPr>
          </a:lstStyle>
          <a:p/>
        </p:txBody>
      </p:sp>
      <p:sp>
        <p:nvSpPr>
          <p:cNvPr id="502" name="Google Shape;502;p21"/>
          <p:cNvSpPr/>
          <p:nvPr/>
        </p:nvSpPr>
        <p:spPr>
          <a:xfrm rot="10800000">
            <a:off x="9355612" y="152410"/>
            <a:ext cx="830723" cy="773578"/>
          </a:xfrm>
          <a:custGeom>
            <a:rect b="b" l="l" r="r" t="t"/>
            <a:pathLst>
              <a:path extrusionOk="0" h="1638" w="1759">
                <a:moveTo>
                  <a:pt x="1074" y="1"/>
                </a:moveTo>
                <a:cubicBezTo>
                  <a:pt x="1067" y="1"/>
                  <a:pt x="1060" y="3"/>
                  <a:pt x="1054" y="5"/>
                </a:cubicBezTo>
                <a:cubicBezTo>
                  <a:pt x="1041" y="18"/>
                  <a:pt x="1025" y="29"/>
                  <a:pt x="1014" y="41"/>
                </a:cubicBezTo>
                <a:cubicBezTo>
                  <a:pt x="1006" y="53"/>
                  <a:pt x="994" y="65"/>
                  <a:pt x="983" y="76"/>
                </a:cubicBezTo>
                <a:cubicBezTo>
                  <a:pt x="947" y="124"/>
                  <a:pt x="912" y="171"/>
                  <a:pt x="872" y="214"/>
                </a:cubicBezTo>
                <a:cubicBezTo>
                  <a:pt x="836" y="262"/>
                  <a:pt x="805" y="309"/>
                  <a:pt x="774" y="356"/>
                </a:cubicBezTo>
                <a:cubicBezTo>
                  <a:pt x="761" y="376"/>
                  <a:pt x="750" y="404"/>
                  <a:pt x="734" y="424"/>
                </a:cubicBezTo>
                <a:cubicBezTo>
                  <a:pt x="723" y="435"/>
                  <a:pt x="710" y="451"/>
                  <a:pt x="703" y="462"/>
                </a:cubicBezTo>
                <a:cubicBezTo>
                  <a:pt x="699" y="473"/>
                  <a:pt x="687" y="508"/>
                  <a:pt x="673" y="508"/>
                </a:cubicBezTo>
                <a:cubicBezTo>
                  <a:pt x="671" y="508"/>
                  <a:pt x="669" y="507"/>
                  <a:pt x="667" y="506"/>
                </a:cubicBezTo>
                <a:cubicBezTo>
                  <a:pt x="659" y="502"/>
                  <a:pt x="659" y="495"/>
                  <a:pt x="652" y="495"/>
                </a:cubicBezTo>
                <a:cubicBezTo>
                  <a:pt x="643" y="495"/>
                  <a:pt x="639" y="498"/>
                  <a:pt x="632" y="498"/>
                </a:cubicBezTo>
                <a:cubicBezTo>
                  <a:pt x="625" y="500"/>
                  <a:pt x="618" y="500"/>
                  <a:pt x="611" y="500"/>
                </a:cubicBezTo>
                <a:cubicBezTo>
                  <a:pt x="596" y="500"/>
                  <a:pt x="582" y="498"/>
                  <a:pt x="568" y="498"/>
                </a:cubicBezTo>
                <a:cubicBezTo>
                  <a:pt x="545" y="495"/>
                  <a:pt x="517" y="491"/>
                  <a:pt x="494" y="491"/>
                </a:cubicBezTo>
                <a:cubicBezTo>
                  <a:pt x="454" y="486"/>
                  <a:pt x="415" y="482"/>
                  <a:pt x="379" y="479"/>
                </a:cubicBezTo>
                <a:cubicBezTo>
                  <a:pt x="359" y="479"/>
                  <a:pt x="339" y="475"/>
                  <a:pt x="320" y="475"/>
                </a:cubicBezTo>
                <a:cubicBezTo>
                  <a:pt x="273" y="471"/>
                  <a:pt x="226" y="462"/>
                  <a:pt x="178" y="462"/>
                </a:cubicBezTo>
                <a:cubicBezTo>
                  <a:pt x="170" y="462"/>
                  <a:pt x="164" y="461"/>
                  <a:pt x="157" y="461"/>
                </a:cubicBezTo>
                <a:cubicBezTo>
                  <a:pt x="154" y="461"/>
                  <a:pt x="150" y="461"/>
                  <a:pt x="146" y="462"/>
                </a:cubicBezTo>
                <a:cubicBezTo>
                  <a:pt x="139" y="462"/>
                  <a:pt x="135" y="462"/>
                  <a:pt x="123" y="459"/>
                </a:cubicBezTo>
                <a:cubicBezTo>
                  <a:pt x="103" y="455"/>
                  <a:pt x="79" y="451"/>
                  <a:pt x="60" y="451"/>
                </a:cubicBezTo>
                <a:cubicBezTo>
                  <a:pt x="48" y="455"/>
                  <a:pt x="36" y="451"/>
                  <a:pt x="28" y="459"/>
                </a:cubicBezTo>
                <a:cubicBezTo>
                  <a:pt x="24" y="462"/>
                  <a:pt x="13" y="471"/>
                  <a:pt x="8" y="479"/>
                </a:cubicBezTo>
                <a:cubicBezTo>
                  <a:pt x="0" y="491"/>
                  <a:pt x="13" y="502"/>
                  <a:pt x="17" y="514"/>
                </a:cubicBezTo>
                <a:cubicBezTo>
                  <a:pt x="24" y="522"/>
                  <a:pt x="28" y="530"/>
                  <a:pt x="36" y="542"/>
                </a:cubicBezTo>
                <a:cubicBezTo>
                  <a:pt x="44" y="553"/>
                  <a:pt x="48" y="562"/>
                  <a:pt x="60" y="573"/>
                </a:cubicBezTo>
                <a:cubicBezTo>
                  <a:pt x="84" y="597"/>
                  <a:pt x="115" y="613"/>
                  <a:pt x="139" y="637"/>
                </a:cubicBezTo>
                <a:cubicBezTo>
                  <a:pt x="162" y="668"/>
                  <a:pt x="182" y="695"/>
                  <a:pt x="210" y="723"/>
                </a:cubicBezTo>
                <a:cubicBezTo>
                  <a:pt x="241" y="751"/>
                  <a:pt x="273" y="775"/>
                  <a:pt x="304" y="802"/>
                </a:cubicBezTo>
                <a:cubicBezTo>
                  <a:pt x="316" y="814"/>
                  <a:pt x="324" y="826"/>
                  <a:pt x="335" y="833"/>
                </a:cubicBezTo>
                <a:cubicBezTo>
                  <a:pt x="344" y="837"/>
                  <a:pt x="352" y="841"/>
                  <a:pt x="355" y="846"/>
                </a:cubicBezTo>
                <a:cubicBezTo>
                  <a:pt x="355" y="849"/>
                  <a:pt x="352" y="857"/>
                  <a:pt x="348" y="861"/>
                </a:cubicBezTo>
                <a:cubicBezTo>
                  <a:pt x="348" y="869"/>
                  <a:pt x="344" y="881"/>
                  <a:pt x="339" y="888"/>
                </a:cubicBezTo>
                <a:cubicBezTo>
                  <a:pt x="316" y="920"/>
                  <a:pt x="297" y="948"/>
                  <a:pt x="281" y="983"/>
                </a:cubicBezTo>
                <a:cubicBezTo>
                  <a:pt x="273" y="999"/>
                  <a:pt x="265" y="1011"/>
                  <a:pt x="261" y="1026"/>
                </a:cubicBezTo>
                <a:cubicBezTo>
                  <a:pt x="253" y="1039"/>
                  <a:pt x="241" y="1050"/>
                  <a:pt x="233" y="1066"/>
                </a:cubicBezTo>
                <a:cubicBezTo>
                  <a:pt x="221" y="1082"/>
                  <a:pt x="213" y="1097"/>
                  <a:pt x="206" y="1110"/>
                </a:cubicBezTo>
                <a:cubicBezTo>
                  <a:pt x="190" y="1130"/>
                  <a:pt x="178" y="1145"/>
                  <a:pt x="166" y="1165"/>
                </a:cubicBezTo>
                <a:cubicBezTo>
                  <a:pt x="159" y="1177"/>
                  <a:pt x="155" y="1188"/>
                  <a:pt x="150" y="1196"/>
                </a:cubicBezTo>
                <a:cubicBezTo>
                  <a:pt x="146" y="1208"/>
                  <a:pt x="139" y="1216"/>
                  <a:pt x="131" y="1228"/>
                </a:cubicBezTo>
                <a:cubicBezTo>
                  <a:pt x="115" y="1248"/>
                  <a:pt x="103" y="1267"/>
                  <a:pt x="91" y="1290"/>
                </a:cubicBezTo>
                <a:cubicBezTo>
                  <a:pt x="84" y="1307"/>
                  <a:pt x="75" y="1326"/>
                  <a:pt x="68" y="1346"/>
                </a:cubicBezTo>
                <a:cubicBezTo>
                  <a:pt x="60" y="1374"/>
                  <a:pt x="44" y="1394"/>
                  <a:pt x="32" y="1417"/>
                </a:cubicBezTo>
                <a:cubicBezTo>
                  <a:pt x="28" y="1421"/>
                  <a:pt x="24" y="1429"/>
                  <a:pt x="28" y="1432"/>
                </a:cubicBezTo>
                <a:cubicBezTo>
                  <a:pt x="28" y="1437"/>
                  <a:pt x="36" y="1441"/>
                  <a:pt x="40" y="1445"/>
                </a:cubicBezTo>
                <a:cubicBezTo>
                  <a:pt x="43" y="1451"/>
                  <a:pt x="46" y="1457"/>
                  <a:pt x="51" y="1457"/>
                </a:cubicBezTo>
                <a:cubicBezTo>
                  <a:pt x="52" y="1457"/>
                  <a:pt x="54" y="1457"/>
                  <a:pt x="55" y="1456"/>
                </a:cubicBezTo>
                <a:cubicBezTo>
                  <a:pt x="75" y="1452"/>
                  <a:pt x="91" y="1445"/>
                  <a:pt x="107" y="1432"/>
                </a:cubicBezTo>
                <a:cubicBezTo>
                  <a:pt x="119" y="1429"/>
                  <a:pt x="126" y="1429"/>
                  <a:pt x="139" y="1429"/>
                </a:cubicBezTo>
                <a:cubicBezTo>
                  <a:pt x="162" y="1425"/>
                  <a:pt x="182" y="1413"/>
                  <a:pt x="202" y="1405"/>
                </a:cubicBezTo>
                <a:cubicBezTo>
                  <a:pt x="253" y="1390"/>
                  <a:pt x="304" y="1374"/>
                  <a:pt x="355" y="1354"/>
                </a:cubicBezTo>
                <a:cubicBezTo>
                  <a:pt x="454" y="1319"/>
                  <a:pt x="552" y="1287"/>
                  <a:pt x="652" y="1252"/>
                </a:cubicBezTo>
                <a:cubicBezTo>
                  <a:pt x="667" y="1287"/>
                  <a:pt x="683" y="1319"/>
                  <a:pt x="706" y="1350"/>
                </a:cubicBezTo>
                <a:cubicBezTo>
                  <a:pt x="770" y="1445"/>
                  <a:pt x="852" y="1523"/>
                  <a:pt x="916" y="1622"/>
                </a:cubicBezTo>
                <a:cubicBezTo>
                  <a:pt x="922" y="1632"/>
                  <a:pt x="934" y="1637"/>
                  <a:pt x="945" y="1637"/>
                </a:cubicBezTo>
                <a:cubicBezTo>
                  <a:pt x="960" y="1637"/>
                  <a:pt x="974" y="1629"/>
                  <a:pt x="978" y="1614"/>
                </a:cubicBezTo>
                <a:cubicBezTo>
                  <a:pt x="1010" y="1508"/>
                  <a:pt x="1034" y="1401"/>
                  <a:pt x="1058" y="1295"/>
                </a:cubicBezTo>
                <a:cubicBezTo>
                  <a:pt x="1069" y="1243"/>
                  <a:pt x="1081" y="1188"/>
                  <a:pt x="1093" y="1137"/>
                </a:cubicBezTo>
                <a:cubicBezTo>
                  <a:pt x="1096" y="1114"/>
                  <a:pt x="1101" y="1086"/>
                  <a:pt x="1105" y="1062"/>
                </a:cubicBezTo>
                <a:lnTo>
                  <a:pt x="1105" y="1050"/>
                </a:lnTo>
                <a:cubicBezTo>
                  <a:pt x="1105" y="1039"/>
                  <a:pt x="1101" y="1026"/>
                  <a:pt x="1105" y="1015"/>
                </a:cubicBezTo>
                <a:cubicBezTo>
                  <a:pt x="1109" y="995"/>
                  <a:pt x="1125" y="983"/>
                  <a:pt x="1140" y="972"/>
                </a:cubicBezTo>
                <a:cubicBezTo>
                  <a:pt x="1164" y="952"/>
                  <a:pt x="1196" y="944"/>
                  <a:pt x="1223" y="932"/>
                </a:cubicBezTo>
                <a:cubicBezTo>
                  <a:pt x="1247" y="920"/>
                  <a:pt x="1270" y="908"/>
                  <a:pt x="1298" y="897"/>
                </a:cubicBezTo>
                <a:cubicBezTo>
                  <a:pt x="1325" y="884"/>
                  <a:pt x="1353" y="873"/>
                  <a:pt x="1385" y="857"/>
                </a:cubicBezTo>
                <a:cubicBezTo>
                  <a:pt x="1409" y="841"/>
                  <a:pt x="1432" y="833"/>
                  <a:pt x="1460" y="826"/>
                </a:cubicBezTo>
                <a:cubicBezTo>
                  <a:pt x="1471" y="822"/>
                  <a:pt x="1483" y="817"/>
                  <a:pt x="1495" y="810"/>
                </a:cubicBezTo>
                <a:cubicBezTo>
                  <a:pt x="1507" y="806"/>
                  <a:pt x="1518" y="798"/>
                  <a:pt x="1531" y="790"/>
                </a:cubicBezTo>
                <a:cubicBezTo>
                  <a:pt x="1574" y="770"/>
                  <a:pt x="1622" y="759"/>
                  <a:pt x="1664" y="735"/>
                </a:cubicBezTo>
                <a:cubicBezTo>
                  <a:pt x="1680" y="727"/>
                  <a:pt x="1696" y="715"/>
                  <a:pt x="1716" y="704"/>
                </a:cubicBezTo>
                <a:cubicBezTo>
                  <a:pt x="1724" y="695"/>
                  <a:pt x="1744" y="684"/>
                  <a:pt x="1751" y="672"/>
                </a:cubicBezTo>
                <a:cubicBezTo>
                  <a:pt x="1759" y="660"/>
                  <a:pt x="1755" y="637"/>
                  <a:pt x="1740" y="628"/>
                </a:cubicBezTo>
                <a:cubicBezTo>
                  <a:pt x="1731" y="620"/>
                  <a:pt x="1711" y="617"/>
                  <a:pt x="1700" y="617"/>
                </a:cubicBezTo>
                <a:lnTo>
                  <a:pt x="1684" y="617"/>
                </a:lnTo>
                <a:cubicBezTo>
                  <a:pt x="1664" y="613"/>
                  <a:pt x="1645" y="609"/>
                  <a:pt x="1625" y="604"/>
                </a:cubicBezTo>
                <a:cubicBezTo>
                  <a:pt x="1605" y="601"/>
                  <a:pt x="1586" y="597"/>
                  <a:pt x="1566" y="593"/>
                </a:cubicBezTo>
                <a:cubicBezTo>
                  <a:pt x="1558" y="589"/>
                  <a:pt x="1542" y="589"/>
                  <a:pt x="1535" y="585"/>
                </a:cubicBezTo>
                <a:cubicBezTo>
                  <a:pt x="1531" y="581"/>
                  <a:pt x="1527" y="577"/>
                  <a:pt x="1518" y="577"/>
                </a:cubicBezTo>
                <a:cubicBezTo>
                  <a:pt x="1495" y="573"/>
                  <a:pt x="1475" y="573"/>
                  <a:pt x="1456" y="573"/>
                </a:cubicBezTo>
                <a:lnTo>
                  <a:pt x="1357" y="573"/>
                </a:lnTo>
                <a:cubicBezTo>
                  <a:pt x="1325" y="573"/>
                  <a:pt x="1294" y="569"/>
                  <a:pt x="1262" y="566"/>
                </a:cubicBezTo>
                <a:cubicBezTo>
                  <a:pt x="1219" y="562"/>
                  <a:pt x="1176" y="562"/>
                  <a:pt x="1136" y="553"/>
                </a:cubicBezTo>
                <a:cubicBezTo>
                  <a:pt x="1120" y="549"/>
                  <a:pt x="1109" y="546"/>
                  <a:pt x="1096" y="546"/>
                </a:cubicBezTo>
                <a:cubicBezTo>
                  <a:pt x="1089" y="546"/>
                  <a:pt x="1081" y="546"/>
                  <a:pt x="1077" y="542"/>
                </a:cubicBezTo>
                <a:cubicBezTo>
                  <a:pt x="1065" y="533"/>
                  <a:pt x="1069" y="518"/>
                  <a:pt x="1069" y="506"/>
                </a:cubicBezTo>
                <a:cubicBezTo>
                  <a:pt x="1069" y="491"/>
                  <a:pt x="1065" y="475"/>
                  <a:pt x="1061" y="459"/>
                </a:cubicBezTo>
                <a:cubicBezTo>
                  <a:pt x="1061" y="439"/>
                  <a:pt x="1065" y="424"/>
                  <a:pt x="1069" y="404"/>
                </a:cubicBezTo>
                <a:cubicBezTo>
                  <a:pt x="1073" y="388"/>
                  <a:pt x="1077" y="373"/>
                  <a:pt x="1077" y="356"/>
                </a:cubicBezTo>
                <a:lnTo>
                  <a:pt x="1077" y="302"/>
                </a:lnTo>
                <a:cubicBezTo>
                  <a:pt x="1081" y="285"/>
                  <a:pt x="1085" y="266"/>
                  <a:pt x="1085" y="249"/>
                </a:cubicBezTo>
                <a:cubicBezTo>
                  <a:pt x="1089" y="226"/>
                  <a:pt x="1085" y="207"/>
                  <a:pt x="1089" y="187"/>
                </a:cubicBezTo>
                <a:cubicBezTo>
                  <a:pt x="1093" y="167"/>
                  <a:pt x="1093" y="151"/>
                  <a:pt x="1096" y="131"/>
                </a:cubicBezTo>
                <a:cubicBezTo>
                  <a:pt x="1101" y="112"/>
                  <a:pt x="1105" y="96"/>
                  <a:pt x="1109" y="76"/>
                </a:cubicBezTo>
                <a:cubicBezTo>
                  <a:pt x="1109" y="56"/>
                  <a:pt x="1109" y="21"/>
                  <a:pt x="1089" y="5"/>
                </a:cubicBezTo>
                <a:cubicBezTo>
                  <a:pt x="1084" y="2"/>
                  <a:pt x="1079" y="1"/>
                  <a:pt x="1074" y="1"/>
                </a:cubicBezTo>
                <a:close/>
              </a:path>
            </a:pathLst>
          </a:custGeom>
          <a:solidFill>
            <a:schemeClr val="accent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21"/>
          <p:cNvSpPr/>
          <p:nvPr/>
        </p:nvSpPr>
        <p:spPr>
          <a:xfrm rot="1003699">
            <a:off x="226382" y="268524"/>
            <a:ext cx="845833" cy="617728"/>
          </a:xfrm>
          <a:custGeom>
            <a:rect b="b" l="l" r="r" t="t"/>
            <a:pathLst>
              <a:path extrusionOk="0" h="1308" w="1791">
                <a:moveTo>
                  <a:pt x="1141" y="1"/>
                </a:moveTo>
                <a:cubicBezTo>
                  <a:pt x="1135" y="1"/>
                  <a:pt x="1129" y="3"/>
                  <a:pt x="1124" y="6"/>
                </a:cubicBezTo>
                <a:cubicBezTo>
                  <a:pt x="951" y="195"/>
                  <a:pt x="797" y="408"/>
                  <a:pt x="675" y="633"/>
                </a:cubicBezTo>
                <a:cubicBezTo>
                  <a:pt x="576" y="428"/>
                  <a:pt x="478" y="226"/>
                  <a:pt x="379" y="22"/>
                </a:cubicBezTo>
                <a:cubicBezTo>
                  <a:pt x="375" y="14"/>
                  <a:pt x="368" y="10"/>
                  <a:pt x="361" y="10"/>
                </a:cubicBezTo>
                <a:cubicBezTo>
                  <a:pt x="354" y="10"/>
                  <a:pt x="347" y="14"/>
                  <a:pt x="344" y="22"/>
                </a:cubicBezTo>
                <a:cubicBezTo>
                  <a:pt x="273" y="183"/>
                  <a:pt x="209" y="349"/>
                  <a:pt x="158" y="518"/>
                </a:cubicBezTo>
                <a:cubicBezTo>
                  <a:pt x="134" y="589"/>
                  <a:pt x="0" y="873"/>
                  <a:pt x="44" y="944"/>
                </a:cubicBezTo>
                <a:cubicBezTo>
                  <a:pt x="47" y="959"/>
                  <a:pt x="67" y="964"/>
                  <a:pt x="80" y="968"/>
                </a:cubicBezTo>
                <a:cubicBezTo>
                  <a:pt x="331" y="1039"/>
                  <a:pt x="580" y="1101"/>
                  <a:pt x="833" y="1161"/>
                </a:cubicBezTo>
                <a:cubicBezTo>
                  <a:pt x="1010" y="1201"/>
                  <a:pt x="1183" y="1236"/>
                  <a:pt x="1361" y="1272"/>
                </a:cubicBezTo>
                <a:cubicBezTo>
                  <a:pt x="1396" y="1277"/>
                  <a:pt x="1514" y="1308"/>
                  <a:pt x="1585" y="1308"/>
                </a:cubicBezTo>
                <a:cubicBezTo>
                  <a:pt x="1609" y="1308"/>
                  <a:pt x="1628" y="1304"/>
                  <a:pt x="1637" y="1295"/>
                </a:cubicBezTo>
                <a:cubicBezTo>
                  <a:pt x="1656" y="1279"/>
                  <a:pt x="1656" y="1248"/>
                  <a:pt x="1656" y="1220"/>
                </a:cubicBezTo>
                <a:cubicBezTo>
                  <a:pt x="1661" y="924"/>
                  <a:pt x="1779" y="637"/>
                  <a:pt x="1791" y="337"/>
                </a:cubicBezTo>
                <a:lnTo>
                  <a:pt x="1791" y="337"/>
                </a:lnTo>
                <a:cubicBezTo>
                  <a:pt x="1625" y="463"/>
                  <a:pt x="1467" y="597"/>
                  <a:pt x="1294" y="715"/>
                </a:cubicBezTo>
                <a:cubicBezTo>
                  <a:pt x="1321" y="621"/>
                  <a:pt x="1230" y="502"/>
                  <a:pt x="1207" y="412"/>
                </a:cubicBezTo>
                <a:cubicBezTo>
                  <a:pt x="1175" y="282"/>
                  <a:pt x="1159" y="151"/>
                  <a:pt x="1159" y="18"/>
                </a:cubicBezTo>
                <a:cubicBezTo>
                  <a:pt x="1159" y="6"/>
                  <a:pt x="1150" y="1"/>
                  <a:pt x="1141" y="1"/>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21"/>
          <p:cNvSpPr/>
          <p:nvPr/>
        </p:nvSpPr>
        <p:spPr>
          <a:xfrm rot="10800000">
            <a:off x="1423686" y="540198"/>
            <a:ext cx="233400" cy="233400"/>
          </a:xfrm>
          <a:prstGeom prst="ellipse">
            <a:avLst/>
          </a:pr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21"/>
          <p:cNvSpPr/>
          <p:nvPr/>
        </p:nvSpPr>
        <p:spPr>
          <a:xfrm rot="10800000">
            <a:off x="2134011" y="190598"/>
            <a:ext cx="233400" cy="233400"/>
          </a:xfrm>
          <a:prstGeom prst="ellipse">
            <a:avLst/>
          </a:pr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21"/>
          <p:cNvSpPr/>
          <p:nvPr/>
        </p:nvSpPr>
        <p:spPr>
          <a:xfrm rot="10800000">
            <a:off x="350399" y="1845148"/>
            <a:ext cx="233400" cy="233400"/>
          </a:xfrm>
          <a:prstGeom prst="ellipse">
            <a:avLst/>
          </a:pr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21"/>
          <p:cNvSpPr/>
          <p:nvPr/>
        </p:nvSpPr>
        <p:spPr>
          <a:xfrm flipH="1">
            <a:off x="245836" y="5645173"/>
            <a:ext cx="56375" cy="2663275"/>
          </a:xfrm>
          <a:custGeom>
            <a:rect b="b" l="l" r="r" t="t"/>
            <a:pathLst>
              <a:path extrusionOk="0" h="106531" w="2255">
                <a:moveTo>
                  <a:pt x="1515" y="0"/>
                </a:moveTo>
                <a:cubicBezTo>
                  <a:pt x="649" y="35503"/>
                  <a:pt x="4406" y="71291"/>
                  <a:pt x="0" y="106531"/>
                </a:cubicBezTo>
              </a:path>
            </a:pathLst>
          </a:custGeom>
          <a:noFill/>
          <a:ln cap="flat" cmpd="sng" w="28575">
            <a:solidFill>
              <a:schemeClr val="dk1"/>
            </a:solidFill>
            <a:prstDash val="solid"/>
            <a:round/>
            <a:headEnd len="med" w="med" type="none"/>
            <a:tailEnd len="med" w="med" type="none"/>
          </a:ln>
        </p:spPr>
      </p:sp>
      <p:sp>
        <p:nvSpPr>
          <p:cNvPr id="508" name="Google Shape;508;p21"/>
          <p:cNvSpPr/>
          <p:nvPr/>
        </p:nvSpPr>
        <p:spPr>
          <a:xfrm flipH="1">
            <a:off x="455286" y="7248173"/>
            <a:ext cx="23625" cy="795200"/>
          </a:xfrm>
          <a:custGeom>
            <a:rect b="b" l="l" r="r" t="t"/>
            <a:pathLst>
              <a:path extrusionOk="0" h="31808" w="945">
                <a:moveTo>
                  <a:pt x="505" y="0"/>
                </a:moveTo>
                <a:cubicBezTo>
                  <a:pt x="1386" y="10567"/>
                  <a:pt x="0" y="21204"/>
                  <a:pt x="0" y="31808"/>
                </a:cubicBezTo>
              </a:path>
            </a:pathLst>
          </a:custGeom>
          <a:noFill/>
          <a:ln cap="flat" cmpd="sng" w="28575">
            <a:solidFill>
              <a:schemeClr val="dk1"/>
            </a:solidFill>
            <a:prstDash val="solid"/>
            <a:round/>
            <a:headEnd len="med" w="med" type="none"/>
            <a:tailEnd len="med" w="med" type="none"/>
          </a:ln>
        </p:spPr>
      </p:sp>
      <p:sp>
        <p:nvSpPr>
          <p:cNvPr id="509" name="Google Shape;509;p21"/>
          <p:cNvSpPr/>
          <p:nvPr/>
        </p:nvSpPr>
        <p:spPr>
          <a:xfrm flipH="1">
            <a:off x="605136" y="6566598"/>
            <a:ext cx="88350" cy="1476775"/>
          </a:xfrm>
          <a:custGeom>
            <a:rect b="b" l="l" r="r" t="t"/>
            <a:pathLst>
              <a:path extrusionOk="0" h="59071" w="3534">
                <a:moveTo>
                  <a:pt x="0" y="0"/>
                </a:moveTo>
                <a:cubicBezTo>
                  <a:pt x="1037" y="19698"/>
                  <a:pt x="3534" y="39345"/>
                  <a:pt x="3534" y="59071"/>
                </a:cubicBezTo>
              </a:path>
            </a:pathLst>
          </a:custGeom>
          <a:noFill/>
          <a:ln cap="flat" cmpd="sng" w="28575">
            <a:solidFill>
              <a:schemeClr val="dk1"/>
            </a:solidFill>
            <a:prstDash val="solid"/>
            <a:round/>
            <a:headEnd len="med" w="med" type="none"/>
            <a:tailEnd len="med" w="med" type="none"/>
          </a:ln>
        </p:spPr>
      </p:sp>
      <p:sp>
        <p:nvSpPr>
          <p:cNvPr id="510" name="Google Shape;510;p21"/>
          <p:cNvSpPr/>
          <p:nvPr/>
        </p:nvSpPr>
        <p:spPr>
          <a:xfrm rot="-10651105">
            <a:off x="9916250" y="5340852"/>
            <a:ext cx="138855" cy="2158457"/>
          </a:xfrm>
          <a:custGeom>
            <a:rect b="b" l="l" r="r" t="t"/>
            <a:pathLst>
              <a:path extrusionOk="0" h="86335" w="5554">
                <a:moveTo>
                  <a:pt x="0" y="0"/>
                </a:moveTo>
                <a:cubicBezTo>
                  <a:pt x="1919" y="28774"/>
                  <a:pt x="5554" y="57497"/>
                  <a:pt x="5554" y="86335"/>
                </a:cubicBezTo>
              </a:path>
            </a:pathLst>
          </a:custGeom>
          <a:noFill/>
          <a:ln cap="flat" cmpd="sng" w="28575">
            <a:solidFill>
              <a:schemeClr val="dk1"/>
            </a:solidFill>
            <a:prstDash val="solid"/>
            <a:round/>
            <a:headEnd len="med" w="med" type="none"/>
            <a:tailEnd len="med" w="med" type="none"/>
          </a:ln>
        </p:spPr>
      </p:sp>
      <p:sp>
        <p:nvSpPr>
          <p:cNvPr id="511" name="Google Shape;511;p21"/>
          <p:cNvSpPr/>
          <p:nvPr/>
        </p:nvSpPr>
        <p:spPr>
          <a:xfrm rot="-10651105">
            <a:off x="9791142" y="6770127"/>
            <a:ext cx="39176" cy="1123393"/>
          </a:xfrm>
          <a:custGeom>
            <a:rect b="b" l="l" r="r" t="t"/>
            <a:pathLst>
              <a:path extrusionOk="0" h="44934" w="1567">
                <a:moveTo>
                  <a:pt x="557" y="0"/>
                </a:moveTo>
                <a:cubicBezTo>
                  <a:pt x="-1098" y="14890"/>
                  <a:pt x="1567" y="29952"/>
                  <a:pt x="1567" y="44934"/>
                </a:cubicBezTo>
              </a:path>
            </a:pathLst>
          </a:custGeom>
          <a:noFill/>
          <a:ln cap="flat" cmpd="sng" w="28575">
            <a:solidFill>
              <a:schemeClr val="dk1"/>
            </a:solidFill>
            <a:prstDash val="solid"/>
            <a:round/>
            <a:headEnd len="med" w="med" type="none"/>
            <a:tailEnd len="med" w="med" type="none"/>
          </a:ln>
        </p:spPr>
      </p:sp>
      <p:sp>
        <p:nvSpPr>
          <p:cNvPr id="512" name="Google Shape;512;p21"/>
          <p:cNvSpPr/>
          <p:nvPr/>
        </p:nvSpPr>
        <p:spPr>
          <a:xfrm rot="10800000">
            <a:off x="9860811" y="1234898"/>
            <a:ext cx="233400" cy="233400"/>
          </a:xfrm>
          <a:prstGeom prst="ellipse">
            <a:avLst/>
          </a:pr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21"/>
          <p:cNvSpPr/>
          <p:nvPr/>
        </p:nvSpPr>
        <p:spPr>
          <a:xfrm rot="10800000">
            <a:off x="9621186" y="2090086"/>
            <a:ext cx="233400" cy="233400"/>
          </a:xfrm>
          <a:prstGeom prst="ellipse">
            <a:avLst/>
          </a:pr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21"/>
          <p:cNvSpPr/>
          <p:nvPr/>
        </p:nvSpPr>
        <p:spPr>
          <a:xfrm rot="10800000">
            <a:off x="9026036" y="159873"/>
            <a:ext cx="233400" cy="233400"/>
          </a:xfrm>
          <a:prstGeom prst="ellipse">
            <a:avLst/>
          </a:pr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15" name="Google Shape;515;p21"/>
          <p:cNvGrpSpPr/>
          <p:nvPr/>
        </p:nvGrpSpPr>
        <p:grpSpPr>
          <a:xfrm rot="4084069">
            <a:off x="-1243742" y="8565918"/>
            <a:ext cx="2448709" cy="2125440"/>
            <a:chOff x="1322124" y="4079650"/>
            <a:chExt cx="3420400" cy="2968851"/>
          </a:xfrm>
        </p:grpSpPr>
        <p:sp>
          <p:nvSpPr>
            <p:cNvPr id="516" name="Google Shape;516;p21"/>
            <p:cNvSpPr/>
            <p:nvPr/>
          </p:nvSpPr>
          <p:spPr>
            <a:xfrm>
              <a:off x="1322124" y="4377475"/>
              <a:ext cx="3420400" cy="2671026"/>
            </a:xfrm>
            <a:custGeom>
              <a:rect b="b" l="l" r="r" t="t"/>
              <a:pathLst>
                <a:path extrusionOk="0" h="2556" w="3273">
                  <a:moveTo>
                    <a:pt x="228" y="0"/>
                  </a:moveTo>
                  <a:cubicBezTo>
                    <a:pt x="244" y="548"/>
                    <a:pt x="157" y="1345"/>
                    <a:pt x="0" y="2331"/>
                  </a:cubicBezTo>
                  <a:lnTo>
                    <a:pt x="3040" y="2555"/>
                  </a:lnTo>
                  <a:cubicBezTo>
                    <a:pt x="3186" y="1767"/>
                    <a:pt x="3273" y="998"/>
                    <a:pt x="3269" y="257"/>
                  </a:cubicBezTo>
                  <a:lnTo>
                    <a:pt x="3143" y="249"/>
                  </a:lnTo>
                  <a:lnTo>
                    <a:pt x="3143" y="249"/>
                  </a:lnTo>
                  <a:cubicBezTo>
                    <a:pt x="3154" y="320"/>
                    <a:pt x="3115" y="402"/>
                    <a:pt x="3020" y="402"/>
                  </a:cubicBezTo>
                  <a:cubicBezTo>
                    <a:pt x="2918" y="402"/>
                    <a:pt x="2878" y="304"/>
                    <a:pt x="2902" y="229"/>
                  </a:cubicBezTo>
                  <a:lnTo>
                    <a:pt x="2674" y="209"/>
                  </a:lnTo>
                  <a:lnTo>
                    <a:pt x="2674" y="209"/>
                  </a:lnTo>
                  <a:cubicBezTo>
                    <a:pt x="2677" y="213"/>
                    <a:pt x="2677" y="222"/>
                    <a:pt x="2677" y="229"/>
                  </a:cubicBezTo>
                  <a:lnTo>
                    <a:pt x="2677" y="237"/>
                  </a:lnTo>
                  <a:cubicBezTo>
                    <a:pt x="2677" y="261"/>
                    <a:pt x="2670" y="280"/>
                    <a:pt x="2657" y="300"/>
                  </a:cubicBezTo>
                  <a:cubicBezTo>
                    <a:pt x="2654" y="312"/>
                    <a:pt x="2646" y="320"/>
                    <a:pt x="2638" y="328"/>
                  </a:cubicBezTo>
                  <a:cubicBezTo>
                    <a:pt x="2622" y="344"/>
                    <a:pt x="2603" y="355"/>
                    <a:pt x="2583" y="364"/>
                  </a:cubicBezTo>
                  <a:lnTo>
                    <a:pt x="2547" y="367"/>
                  </a:lnTo>
                  <a:cubicBezTo>
                    <a:pt x="2528" y="367"/>
                    <a:pt x="2512" y="364"/>
                    <a:pt x="2496" y="355"/>
                  </a:cubicBezTo>
                  <a:cubicBezTo>
                    <a:pt x="2480" y="351"/>
                    <a:pt x="2468" y="340"/>
                    <a:pt x="2457" y="328"/>
                  </a:cubicBezTo>
                  <a:cubicBezTo>
                    <a:pt x="2441" y="316"/>
                    <a:pt x="2433" y="304"/>
                    <a:pt x="2428" y="288"/>
                  </a:cubicBezTo>
                  <a:cubicBezTo>
                    <a:pt x="2421" y="273"/>
                    <a:pt x="2417" y="253"/>
                    <a:pt x="2417" y="237"/>
                  </a:cubicBezTo>
                  <a:lnTo>
                    <a:pt x="2417" y="229"/>
                  </a:lnTo>
                  <a:cubicBezTo>
                    <a:pt x="2417" y="213"/>
                    <a:pt x="2421" y="202"/>
                    <a:pt x="2425" y="186"/>
                  </a:cubicBezTo>
                  <a:lnTo>
                    <a:pt x="2208" y="170"/>
                  </a:lnTo>
                  <a:lnTo>
                    <a:pt x="2208" y="170"/>
                  </a:lnTo>
                  <a:cubicBezTo>
                    <a:pt x="2228" y="245"/>
                    <a:pt x="2188" y="335"/>
                    <a:pt x="2090" y="335"/>
                  </a:cubicBezTo>
                  <a:cubicBezTo>
                    <a:pt x="1979" y="335"/>
                    <a:pt x="1940" y="225"/>
                    <a:pt x="1975" y="151"/>
                  </a:cubicBezTo>
                  <a:lnTo>
                    <a:pt x="1660" y="122"/>
                  </a:lnTo>
                  <a:lnTo>
                    <a:pt x="1660" y="122"/>
                  </a:lnTo>
                  <a:cubicBezTo>
                    <a:pt x="1684" y="198"/>
                    <a:pt x="1644" y="293"/>
                    <a:pt x="1542" y="293"/>
                  </a:cubicBezTo>
                  <a:cubicBezTo>
                    <a:pt x="1431" y="293"/>
                    <a:pt x="1396" y="182"/>
                    <a:pt x="1431" y="103"/>
                  </a:cubicBezTo>
                  <a:lnTo>
                    <a:pt x="1171" y="84"/>
                  </a:lnTo>
                  <a:lnTo>
                    <a:pt x="1171" y="84"/>
                  </a:lnTo>
                  <a:cubicBezTo>
                    <a:pt x="1183" y="155"/>
                    <a:pt x="1140" y="237"/>
                    <a:pt x="1049" y="237"/>
                  </a:cubicBezTo>
                  <a:cubicBezTo>
                    <a:pt x="946" y="237"/>
                    <a:pt x="907" y="138"/>
                    <a:pt x="930" y="60"/>
                  </a:cubicBezTo>
                  <a:lnTo>
                    <a:pt x="678" y="40"/>
                  </a:lnTo>
                  <a:cubicBezTo>
                    <a:pt x="678" y="107"/>
                    <a:pt x="635" y="170"/>
                    <a:pt x="552" y="170"/>
                  </a:cubicBezTo>
                  <a:cubicBezTo>
                    <a:pt x="461" y="170"/>
                    <a:pt x="417" y="91"/>
                    <a:pt x="430" y="20"/>
                  </a:cubicBezTo>
                  <a:lnTo>
                    <a:pt x="228" y="0"/>
                  </a:lnTo>
                  <a:close/>
                </a:path>
              </a:pathLst>
            </a:custGeom>
            <a:solidFill>
              <a:schemeClr val="accent5"/>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21"/>
            <p:cNvSpPr/>
            <p:nvPr/>
          </p:nvSpPr>
          <p:spPr>
            <a:xfrm>
              <a:off x="3019260" y="4421365"/>
              <a:ext cx="391888" cy="506826"/>
            </a:xfrm>
            <a:custGeom>
              <a:rect b="b" l="l" r="r" t="t"/>
              <a:pathLst>
                <a:path extrusionOk="0" h="485" w="375">
                  <a:moveTo>
                    <a:pt x="26" y="0"/>
                  </a:moveTo>
                  <a:cubicBezTo>
                    <a:pt x="21" y="0"/>
                    <a:pt x="16" y="2"/>
                    <a:pt x="12" y="6"/>
                  </a:cubicBezTo>
                  <a:cubicBezTo>
                    <a:pt x="0" y="9"/>
                    <a:pt x="0" y="25"/>
                    <a:pt x="9" y="33"/>
                  </a:cubicBezTo>
                  <a:lnTo>
                    <a:pt x="331" y="475"/>
                  </a:lnTo>
                  <a:cubicBezTo>
                    <a:pt x="336" y="482"/>
                    <a:pt x="341" y="485"/>
                    <a:pt x="347" y="485"/>
                  </a:cubicBezTo>
                  <a:cubicBezTo>
                    <a:pt x="352" y="485"/>
                    <a:pt x="358" y="483"/>
                    <a:pt x="363" y="479"/>
                  </a:cubicBezTo>
                  <a:cubicBezTo>
                    <a:pt x="371" y="475"/>
                    <a:pt x="375" y="459"/>
                    <a:pt x="367" y="451"/>
                  </a:cubicBezTo>
                  <a:lnTo>
                    <a:pt x="40" y="9"/>
                  </a:lnTo>
                  <a:cubicBezTo>
                    <a:pt x="38" y="3"/>
                    <a:pt x="32" y="0"/>
                    <a:pt x="2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21"/>
            <p:cNvSpPr/>
            <p:nvPr/>
          </p:nvSpPr>
          <p:spPr>
            <a:xfrm>
              <a:off x="2779947" y="4154890"/>
              <a:ext cx="755560" cy="640587"/>
            </a:xfrm>
            <a:custGeom>
              <a:rect b="b" l="l" r="r" t="t"/>
              <a:pathLst>
                <a:path extrusionOk="0" h="613" w="723">
                  <a:moveTo>
                    <a:pt x="311" y="0"/>
                  </a:moveTo>
                  <a:cubicBezTo>
                    <a:pt x="154" y="0"/>
                    <a:pt x="19" y="127"/>
                    <a:pt x="9" y="300"/>
                  </a:cubicBezTo>
                  <a:cubicBezTo>
                    <a:pt x="1" y="422"/>
                    <a:pt x="87" y="561"/>
                    <a:pt x="210" y="596"/>
                  </a:cubicBezTo>
                  <a:cubicBezTo>
                    <a:pt x="249" y="606"/>
                    <a:pt x="286" y="612"/>
                    <a:pt x="323" y="612"/>
                  </a:cubicBezTo>
                  <a:cubicBezTo>
                    <a:pt x="384" y="612"/>
                    <a:pt x="442" y="596"/>
                    <a:pt x="494" y="557"/>
                  </a:cubicBezTo>
                  <a:cubicBezTo>
                    <a:pt x="722" y="387"/>
                    <a:pt x="596" y="87"/>
                    <a:pt x="418" y="20"/>
                  </a:cubicBezTo>
                  <a:cubicBezTo>
                    <a:pt x="382" y="6"/>
                    <a:pt x="346" y="0"/>
                    <a:pt x="311" y="0"/>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21"/>
            <p:cNvSpPr/>
            <p:nvPr/>
          </p:nvSpPr>
          <p:spPr>
            <a:xfrm>
              <a:off x="2751731" y="4079650"/>
              <a:ext cx="638516" cy="558031"/>
            </a:xfrm>
            <a:custGeom>
              <a:rect b="b" l="l" r="r" t="t"/>
              <a:pathLst>
                <a:path extrusionOk="0" h="534" w="611">
                  <a:moveTo>
                    <a:pt x="247" y="0"/>
                  </a:moveTo>
                  <a:cubicBezTo>
                    <a:pt x="117" y="0"/>
                    <a:pt x="10" y="106"/>
                    <a:pt x="4" y="254"/>
                  </a:cubicBezTo>
                  <a:cubicBezTo>
                    <a:pt x="1" y="360"/>
                    <a:pt x="79" y="483"/>
                    <a:pt x="181" y="518"/>
                  </a:cubicBezTo>
                  <a:cubicBezTo>
                    <a:pt x="214" y="528"/>
                    <a:pt x="246" y="534"/>
                    <a:pt x="277" y="534"/>
                  </a:cubicBezTo>
                  <a:cubicBezTo>
                    <a:pt x="328" y="534"/>
                    <a:pt x="377" y="519"/>
                    <a:pt x="422" y="487"/>
                  </a:cubicBezTo>
                  <a:cubicBezTo>
                    <a:pt x="611" y="345"/>
                    <a:pt x="497" y="81"/>
                    <a:pt x="347" y="21"/>
                  </a:cubicBezTo>
                  <a:cubicBezTo>
                    <a:pt x="313" y="7"/>
                    <a:pt x="279" y="0"/>
                    <a:pt x="247" y="0"/>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21"/>
            <p:cNvSpPr/>
            <p:nvPr/>
          </p:nvSpPr>
          <p:spPr>
            <a:xfrm>
              <a:off x="1802840" y="5085985"/>
              <a:ext cx="2642894" cy="248711"/>
            </a:xfrm>
            <a:custGeom>
              <a:rect b="b" l="l" r="r" t="t"/>
              <a:pathLst>
                <a:path extrusionOk="0" h="238" w="2529">
                  <a:moveTo>
                    <a:pt x="13" y="1"/>
                  </a:moveTo>
                  <a:cubicBezTo>
                    <a:pt x="9" y="1"/>
                    <a:pt x="5" y="5"/>
                    <a:pt x="1" y="12"/>
                  </a:cubicBezTo>
                  <a:cubicBezTo>
                    <a:pt x="1" y="17"/>
                    <a:pt x="5" y="24"/>
                    <a:pt x="13" y="24"/>
                  </a:cubicBezTo>
                  <a:lnTo>
                    <a:pt x="186" y="41"/>
                  </a:lnTo>
                  <a:cubicBezTo>
                    <a:pt x="190" y="41"/>
                    <a:pt x="199" y="36"/>
                    <a:pt x="199" y="28"/>
                  </a:cubicBezTo>
                  <a:cubicBezTo>
                    <a:pt x="199" y="24"/>
                    <a:pt x="194" y="17"/>
                    <a:pt x="186" y="17"/>
                  </a:cubicBezTo>
                  <a:lnTo>
                    <a:pt x="13" y="1"/>
                  </a:lnTo>
                  <a:close/>
                  <a:moveTo>
                    <a:pt x="360" y="32"/>
                  </a:moveTo>
                  <a:cubicBezTo>
                    <a:pt x="356" y="32"/>
                    <a:pt x="352" y="36"/>
                    <a:pt x="348" y="41"/>
                  </a:cubicBezTo>
                  <a:cubicBezTo>
                    <a:pt x="348" y="48"/>
                    <a:pt x="352" y="52"/>
                    <a:pt x="360" y="52"/>
                  </a:cubicBezTo>
                  <a:lnTo>
                    <a:pt x="534" y="68"/>
                  </a:lnTo>
                  <a:cubicBezTo>
                    <a:pt x="541" y="68"/>
                    <a:pt x="545" y="64"/>
                    <a:pt x="545" y="59"/>
                  </a:cubicBezTo>
                  <a:cubicBezTo>
                    <a:pt x="545" y="52"/>
                    <a:pt x="541" y="48"/>
                    <a:pt x="534" y="48"/>
                  </a:cubicBezTo>
                  <a:lnTo>
                    <a:pt x="360" y="32"/>
                  </a:lnTo>
                  <a:close/>
                  <a:moveTo>
                    <a:pt x="707" y="59"/>
                  </a:moveTo>
                  <a:cubicBezTo>
                    <a:pt x="703" y="59"/>
                    <a:pt x="699" y="64"/>
                    <a:pt x="699" y="72"/>
                  </a:cubicBezTo>
                  <a:cubicBezTo>
                    <a:pt x="696" y="76"/>
                    <a:pt x="703" y="83"/>
                    <a:pt x="707" y="83"/>
                  </a:cubicBezTo>
                  <a:lnTo>
                    <a:pt x="880" y="99"/>
                  </a:lnTo>
                  <a:cubicBezTo>
                    <a:pt x="889" y="99"/>
                    <a:pt x="892" y="95"/>
                    <a:pt x="892" y="88"/>
                  </a:cubicBezTo>
                  <a:cubicBezTo>
                    <a:pt x="892" y="83"/>
                    <a:pt x="889" y="76"/>
                    <a:pt x="885" y="76"/>
                  </a:cubicBezTo>
                  <a:lnTo>
                    <a:pt x="707" y="59"/>
                  </a:lnTo>
                  <a:close/>
                  <a:moveTo>
                    <a:pt x="1058" y="92"/>
                  </a:moveTo>
                  <a:cubicBezTo>
                    <a:pt x="1050" y="92"/>
                    <a:pt x="1046" y="95"/>
                    <a:pt x="1046" y="99"/>
                  </a:cubicBezTo>
                  <a:cubicBezTo>
                    <a:pt x="1042" y="107"/>
                    <a:pt x="1050" y="112"/>
                    <a:pt x="1054" y="112"/>
                  </a:cubicBezTo>
                  <a:lnTo>
                    <a:pt x="1227" y="127"/>
                  </a:lnTo>
                  <a:cubicBezTo>
                    <a:pt x="1235" y="127"/>
                    <a:pt x="1240" y="123"/>
                    <a:pt x="1240" y="119"/>
                  </a:cubicBezTo>
                  <a:cubicBezTo>
                    <a:pt x="1240" y="112"/>
                    <a:pt x="1235" y="107"/>
                    <a:pt x="1231" y="107"/>
                  </a:cubicBezTo>
                  <a:lnTo>
                    <a:pt x="1058" y="92"/>
                  </a:lnTo>
                  <a:close/>
                  <a:moveTo>
                    <a:pt x="1405" y="119"/>
                  </a:moveTo>
                  <a:cubicBezTo>
                    <a:pt x="1397" y="119"/>
                    <a:pt x="1393" y="123"/>
                    <a:pt x="1393" y="130"/>
                  </a:cubicBezTo>
                  <a:cubicBezTo>
                    <a:pt x="1393" y="139"/>
                    <a:pt x="1397" y="143"/>
                    <a:pt x="1401" y="143"/>
                  </a:cubicBezTo>
                  <a:lnTo>
                    <a:pt x="1575" y="159"/>
                  </a:lnTo>
                  <a:cubicBezTo>
                    <a:pt x="1582" y="159"/>
                    <a:pt x="1586" y="154"/>
                    <a:pt x="1586" y="147"/>
                  </a:cubicBezTo>
                  <a:cubicBezTo>
                    <a:pt x="1586" y="143"/>
                    <a:pt x="1582" y="135"/>
                    <a:pt x="1579" y="135"/>
                  </a:cubicBezTo>
                  <a:lnTo>
                    <a:pt x="1405" y="119"/>
                  </a:lnTo>
                  <a:close/>
                  <a:moveTo>
                    <a:pt x="1752" y="150"/>
                  </a:moveTo>
                  <a:cubicBezTo>
                    <a:pt x="1744" y="150"/>
                    <a:pt x="1740" y="154"/>
                    <a:pt x="1740" y="163"/>
                  </a:cubicBezTo>
                  <a:cubicBezTo>
                    <a:pt x="1740" y="166"/>
                    <a:pt x="1744" y="170"/>
                    <a:pt x="1748" y="170"/>
                  </a:cubicBezTo>
                  <a:lnTo>
                    <a:pt x="1921" y="186"/>
                  </a:lnTo>
                  <a:cubicBezTo>
                    <a:pt x="1930" y="186"/>
                    <a:pt x="1933" y="182"/>
                    <a:pt x="1933" y="178"/>
                  </a:cubicBezTo>
                  <a:cubicBezTo>
                    <a:pt x="1933" y="170"/>
                    <a:pt x="1930" y="166"/>
                    <a:pt x="1926" y="166"/>
                  </a:cubicBezTo>
                  <a:lnTo>
                    <a:pt x="1752" y="150"/>
                  </a:lnTo>
                  <a:close/>
                  <a:moveTo>
                    <a:pt x="2095" y="181"/>
                  </a:moveTo>
                  <a:cubicBezTo>
                    <a:pt x="2090" y="181"/>
                    <a:pt x="2087" y="187"/>
                    <a:pt x="2087" y="190"/>
                  </a:cubicBezTo>
                  <a:cubicBezTo>
                    <a:pt x="2087" y="198"/>
                    <a:pt x="2091" y="201"/>
                    <a:pt x="2095" y="201"/>
                  </a:cubicBezTo>
                  <a:lnTo>
                    <a:pt x="2268" y="218"/>
                  </a:lnTo>
                  <a:cubicBezTo>
                    <a:pt x="2276" y="218"/>
                    <a:pt x="2281" y="214"/>
                    <a:pt x="2281" y="206"/>
                  </a:cubicBezTo>
                  <a:cubicBezTo>
                    <a:pt x="2281" y="201"/>
                    <a:pt x="2276" y="194"/>
                    <a:pt x="2272" y="194"/>
                  </a:cubicBezTo>
                  <a:lnTo>
                    <a:pt x="2099" y="182"/>
                  </a:lnTo>
                  <a:cubicBezTo>
                    <a:pt x="2097" y="182"/>
                    <a:pt x="2096" y="181"/>
                    <a:pt x="2095" y="181"/>
                  </a:cubicBezTo>
                  <a:close/>
                  <a:moveTo>
                    <a:pt x="2446" y="210"/>
                  </a:moveTo>
                  <a:cubicBezTo>
                    <a:pt x="2438" y="210"/>
                    <a:pt x="2434" y="214"/>
                    <a:pt x="2434" y="221"/>
                  </a:cubicBezTo>
                  <a:cubicBezTo>
                    <a:pt x="2434" y="225"/>
                    <a:pt x="2438" y="230"/>
                    <a:pt x="2442" y="234"/>
                  </a:cubicBezTo>
                  <a:lnTo>
                    <a:pt x="2517" y="237"/>
                  </a:lnTo>
                  <a:cubicBezTo>
                    <a:pt x="2521" y="237"/>
                    <a:pt x="2525" y="234"/>
                    <a:pt x="2529" y="230"/>
                  </a:cubicBezTo>
                  <a:cubicBezTo>
                    <a:pt x="2529" y="221"/>
                    <a:pt x="2525" y="218"/>
                    <a:pt x="2517" y="218"/>
                  </a:cubicBezTo>
                  <a:lnTo>
                    <a:pt x="2446" y="210"/>
                  </a:lnTo>
                  <a:close/>
                </a:path>
              </a:pathLst>
            </a:cu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21"/>
            <p:cNvSpPr/>
            <p:nvPr/>
          </p:nvSpPr>
          <p:spPr>
            <a:xfrm>
              <a:off x="1778804" y="5539515"/>
              <a:ext cx="2646029" cy="177650"/>
            </a:xfrm>
            <a:custGeom>
              <a:rect b="b" l="l" r="r" t="t"/>
              <a:pathLst>
                <a:path extrusionOk="0" h="170" w="2532">
                  <a:moveTo>
                    <a:pt x="13" y="0"/>
                  </a:moveTo>
                  <a:cubicBezTo>
                    <a:pt x="4" y="0"/>
                    <a:pt x="0" y="9"/>
                    <a:pt x="0" y="13"/>
                  </a:cubicBezTo>
                  <a:cubicBezTo>
                    <a:pt x="0" y="20"/>
                    <a:pt x="4" y="24"/>
                    <a:pt x="13" y="24"/>
                  </a:cubicBezTo>
                  <a:lnTo>
                    <a:pt x="186" y="36"/>
                  </a:lnTo>
                  <a:cubicBezTo>
                    <a:pt x="190" y="36"/>
                    <a:pt x="193" y="28"/>
                    <a:pt x="198" y="24"/>
                  </a:cubicBezTo>
                  <a:cubicBezTo>
                    <a:pt x="198" y="16"/>
                    <a:pt x="190" y="13"/>
                    <a:pt x="186" y="13"/>
                  </a:cubicBezTo>
                  <a:lnTo>
                    <a:pt x="13" y="0"/>
                  </a:lnTo>
                  <a:close/>
                  <a:moveTo>
                    <a:pt x="357" y="23"/>
                  </a:moveTo>
                  <a:cubicBezTo>
                    <a:pt x="353" y="23"/>
                    <a:pt x="348" y="29"/>
                    <a:pt x="348" y="32"/>
                  </a:cubicBezTo>
                  <a:cubicBezTo>
                    <a:pt x="348" y="40"/>
                    <a:pt x="351" y="44"/>
                    <a:pt x="359" y="44"/>
                  </a:cubicBezTo>
                  <a:lnTo>
                    <a:pt x="533" y="56"/>
                  </a:lnTo>
                  <a:cubicBezTo>
                    <a:pt x="537" y="56"/>
                    <a:pt x="544" y="51"/>
                    <a:pt x="544" y="44"/>
                  </a:cubicBezTo>
                  <a:cubicBezTo>
                    <a:pt x="544" y="40"/>
                    <a:pt x="541" y="32"/>
                    <a:pt x="533" y="32"/>
                  </a:cubicBezTo>
                  <a:lnTo>
                    <a:pt x="359" y="24"/>
                  </a:lnTo>
                  <a:cubicBezTo>
                    <a:pt x="358" y="23"/>
                    <a:pt x="357" y="23"/>
                    <a:pt x="357" y="23"/>
                  </a:cubicBezTo>
                  <a:close/>
                  <a:moveTo>
                    <a:pt x="706" y="44"/>
                  </a:moveTo>
                  <a:cubicBezTo>
                    <a:pt x="703" y="44"/>
                    <a:pt x="695" y="48"/>
                    <a:pt x="695" y="51"/>
                  </a:cubicBezTo>
                  <a:cubicBezTo>
                    <a:pt x="695" y="60"/>
                    <a:pt x="699" y="64"/>
                    <a:pt x="706" y="64"/>
                  </a:cubicBezTo>
                  <a:lnTo>
                    <a:pt x="879" y="75"/>
                  </a:lnTo>
                  <a:cubicBezTo>
                    <a:pt x="888" y="75"/>
                    <a:pt x="892" y="71"/>
                    <a:pt x="892" y="64"/>
                  </a:cubicBezTo>
                  <a:cubicBezTo>
                    <a:pt x="892" y="60"/>
                    <a:pt x="888" y="51"/>
                    <a:pt x="879" y="51"/>
                  </a:cubicBezTo>
                  <a:lnTo>
                    <a:pt x="706" y="44"/>
                  </a:lnTo>
                  <a:close/>
                  <a:moveTo>
                    <a:pt x="1057" y="64"/>
                  </a:moveTo>
                  <a:cubicBezTo>
                    <a:pt x="1050" y="64"/>
                    <a:pt x="1045" y="67"/>
                    <a:pt x="1045" y="71"/>
                  </a:cubicBezTo>
                  <a:cubicBezTo>
                    <a:pt x="1045" y="80"/>
                    <a:pt x="1050" y="84"/>
                    <a:pt x="1054" y="84"/>
                  </a:cubicBezTo>
                  <a:lnTo>
                    <a:pt x="1227" y="95"/>
                  </a:lnTo>
                  <a:cubicBezTo>
                    <a:pt x="1234" y="95"/>
                    <a:pt x="1239" y="91"/>
                    <a:pt x="1239" y="84"/>
                  </a:cubicBezTo>
                  <a:cubicBezTo>
                    <a:pt x="1239" y="80"/>
                    <a:pt x="1234" y="71"/>
                    <a:pt x="1231" y="71"/>
                  </a:cubicBezTo>
                  <a:lnTo>
                    <a:pt x="1057" y="64"/>
                  </a:lnTo>
                  <a:close/>
                  <a:moveTo>
                    <a:pt x="1405" y="84"/>
                  </a:moveTo>
                  <a:cubicBezTo>
                    <a:pt x="1396" y="84"/>
                    <a:pt x="1392" y="87"/>
                    <a:pt x="1392" y="95"/>
                  </a:cubicBezTo>
                  <a:cubicBezTo>
                    <a:pt x="1392" y="99"/>
                    <a:pt x="1396" y="103"/>
                    <a:pt x="1400" y="103"/>
                  </a:cubicBezTo>
                  <a:lnTo>
                    <a:pt x="1578" y="115"/>
                  </a:lnTo>
                  <a:cubicBezTo>
                    <a:pt x="1582" y="115"/>
                    <a:pt x="1585" y="111"/>
                    <a:pt x="1589" y="103"/>
                  </a:cubicBezTo>
                  <a:cubicBezTo>
                    <a:pt x="1589" y="99"/>
                    <a:pt x="1582" y="95"/>
                    <a:pt x="1578" y="91"/>
                  </a:cubicBezTo>
                  <a:lnTo>
                    <a:pt x="1405" y="84"/>
                  </a:lnTo>
                  <a:close/>
                  <a:moveTo>
                    <a:pt x="1751" y="103"/>
                  </a:moveTo>
                  <a:cubicBezTo>
                    <a:pt x="1747" y="103"/>
                    <a:pt x="1740" y="107"/>
                    <a:pt x="1740" y="115"/>
                  </a:cubicBezTo>
                  <a:cubicBezTo>
                    <a:pt x="1740" y="119"/>
                    <a:pt x="1743" y="122"/>
                    <a:pt x="1751" y="127"/>
                  </a:cubicBezTo>
                  <a:lnTo>
                    <a:pt x="1925" y="135"/>
                  </a:lnTo>
                  <a:cubicBezTo>
                    <a:pt x="1929" y="135"/>
                    <a:pt x="1937" y="131"/>
                    <a:pt x="1937" y="122"/>
                  </a:cubicBezTo>
                  <a:cubicBezTo>
                    <a:pt x="1937" y="119"/>
                    <a:pt x="1933" y="115"/>
                    <a:pt x="1925" y="115"/>
                  </a:cubicBezTo>
                  <a:lnTo>
                    <a:pt x="1751" y="103"/>
                  </a:lnTo>
                  <a:close/>
                  <a:moveTo>
                    <a:pt x="2098" y="122"/>
                  </a:moveTo>
                  <a:cubicBezTo>
                    <a:pt x="2095" y="122"/>
                    <a:pt x="2086" y="127"/>
                    <a:pt x="2086" y="135"/>
                  </a:cubicBezTo>
                  <a:cubicBezTo>
                    <a:pt x="2086" y="138"/>
                    <a:pt x="2091" y="146"/>
                    <a:pt x="2098" y="146"/>
                  </a:cubicBezTo>
                  <a:lnTo>
                    <a:pt x="2272" y="154"/>
                  </a:lnTo>
                  <a:cubicBezTo>
                    <a:pt x="2280" y="154"/>
                    <a:pt x="2284" y="151"/>
                    <a:pt x="2284" y="146"/>
                  </a:cubicBezTo>
                  <a:cubicBezTo>
                    <a:pt x="2284" y="138"/>
                    <a:pt x="2280" y="135"/>
                    <a:pt x="2272" y="135"/>
                  </a:cubicBezTo>
                  <a:lnTo>
                    <a:pt x="2098" y="122"/>
                  </a:lnTo>
                  <a:close/>
                  <a:moveTo>
                    <a:pt x="2449" y="142"/>
                  </a:moveTo>
                  <a:cubicBezTo>
                    <a:pt x="2441" y="142"/>
                    <a:pt x="2437" y="146"/>
                    <a:pt x="2437" y="154"/>
                  </a:cubicBezTo>
                  <a:cubicBezTo>
                    <a:pt x="2437" y="158"/>
                    <a:pt x="2441" y="166"/>
                    <a:pt x="2446" y="166"/>
                  </a:cubicBezTo>
                  <a:lnTo>
                    <a:pt x="2520" y="170"/>
                  </a:lnTo>
                  <a:cubicBezTo>
                    <a:pt x="2524" y="170"/>
                    <a:pt x="2528" y="166"/>
                    <a:pt x="2528" y="158"/>
                  </a:cubicBezTo>
                  <a:cubicBezTo>
                    <a:pt x="2532" y="154"/>
                    <a:pt x="2524" y="146"/>
                    <a:pt x="2520" y="146"/>
                  </a:cubicBezTo>
                  <a:lnTo>
                    <a:pt x="2449" y="142"/>
                  </a:lnTo>
                  <a:close/>
                </a:path>
              </a:pathLst>
            </a:cu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21"/>
            <p:cNvSpPr/>
            <p:nvPr/>
          </p:nvSpPr>
          <p:spPr>
            <a:xfrm>
              <a:off x="1704607" y="5959605"/>
              <a:ext cx="2642894" cy="203775"/>
            </a:xfrm>
            <a:custGeom>
              <a:rect b="b" l="l" r="r" t="t"/>
              <a:pathLst>
                <a:path extrusionOk="0" h="195" w="2529">
                  <a:moveTo>
                    <a:pt x="13" y="0"/>
                  </a:moveTo>
                  <a:cubicBezTo>
                    <a:pt x="4" y="0"/>
                    <a:pt x="0" y="4"/>
                    <a:pt x="0" y="9"/>
                  </a:cubicBezTo>
                  <a:cubicBezTo>
                    <a:pt x="0" y="17"/>
                    <a:pt x="4" y="20"/>
                    <a:pt x="9" y="20"/>
                  </a:cubicBezTo>
                  <a:lnTo>
                    <a:pt x="182" y="33"/>
                  </a:lnTo>
                  <a:cubicBezTo>
                    <a:pt x="183" y="33"/>
                    <a:pt x="185" y="34"/>
                    <a:pt x="186" y="34"/>
                  </a:cubicBezTo>
                  <a:cubicBezTo>
                    <a:pt x="191" y="34"/>
                    <a:pt x="193" y="27"/>
                    <a:pt x="193" y="24"/>
                  </a:cubicBezTo>
                  <a:cubicBezTo>
                    <a:pt x="198" y="17"/>
                    <a:pt x="190" y="13"/>
                    <a:pt x="186" y="13"/>
                  </a:cubicBezTo>
                  <a:lnTo>
                    <a:pt x="13" y="0"/>
                  </a:lnTo>
                  <a:close/>
                  <a:moveTo>
                    <a:pt x="359" y="24"/>
                  </a:moveTo>
                  <a:cubicBezTo>
                    <a:pt x="351" y="24"/>
                    <a:pt x="348" y="28"/>
                    <a:pt x="348" y="36"/>
                  </a:cubicBezTo>
                  <a:cubicBezTo>
                    <a:pt x="348" y="40"/>
                    <a:pt x="351" y="44"/>
                    <a:pt x="359" y="44"/>
                  </a:cubicBezTo>
                  <a:lnTo>
                    <a:pt x="533" y="60"/>
                  </a:lnTo>
                  <a:cubicBezTo>
                    <a:pt x="537" y="60"/>
                    <a:pt x="541" y="52"/>
                    <a:pt x="544" y="48"/>
                  </a:cubicBezTo>
                  <a:cubicBezTo>
                    <a:pt x="544" y="40"/>
                    <a:pt x="541" y="36"/>
                    <a:pt x="533" y="36"/>
                  </a:cubicBezTo>
                  <a:lnTo>
                    <a:pt x="359" y="24"/>
                  </a:lnTo>
                  <a:close/>
                  <a:moveTo>
                    <a:pt x="706" y="48"/>
                  </a:moveTo>
                  <a:cubicBezTo>
                    <a:pt x="703" y="48"/>
                    <a:pt x="695" y="52"/>
                    <a:pt x="695" y="60"/>
                  </a:cubicBezTo>
                  <a:cubicBezTo>
                    <a:pt x="695" y="64"/>
                    <a:pt x="699" y="68"/>
                    <a:pt x="706" y="71"/>
                  </a:cubicBezTo>
                  <a:lnTo>
                    <a:pt x="879" y="84"/>
                  </a:lnTo>
                  <a:cubicBezTo>
                    <a:pt x="884" y="84"/>
                    <a:pt x="892" y="80"/>
                    <a:pt x="892" y="71"/>
                  </a:cubicBezTo>
                  <a:cubicBezTo>
                    <a:pt x="892" y="68"/>
                    <a:pt x="888" y="60"/>
                    <a:pt x="879" y="60"/>
                  </a:cubicBezTo>
                  <a:lnTo>
                    <a:pt x="706" y="48"/>
                  </a:lnTo>
                  <a:close/>
                  <a:moveTo>
                    <a:pt x="1054" y="71"/>
                  </a:moveTo>
                  <a:cubicBezTo>
                    <a:pt x="1050" y="71"/>
                    <a:pt x="1041" y="75"/>
                    <a:pt x="1041" y="84"/>
                  </a:cubicBezTo>
                  <a:cubicBezTo>
                    <a:pt x="1041" y="87"/>
                    <a:pt x="1045" y="95"/>
                    <a:pt x="1054" y="95"/>
                  </a:cubicBezTo>
                  <a:lnTo>
                    <a:pt x="1227" y="107"/>
                  </a:lnTo>
                  <a:cubicBezTo>
                    <a:pt x="1234" y="107"/>
                    <a:pt x="1239" y="104"/>
                    <a:pt x="1239" y="95"/>
                  </a:cubicBezTo>
                  <a:cubicBezTo>
                    <a:pt x="1239" y="91"/>
                    <a:pt x="1234" y="84"/>
                    <a:pt x="1227" y="84"/>
                  </a:cubicBezTo>
                  <a:lnTo>
                    <a:pt x="1054" y="71"/>
                  </a:lnTo>
                  <a:close/>
                  <a:moveTo>
                    <a:pt x="1400" y="95"/>
                  </a:moveTo>
                  <a:cubicBezTo>
                    <a:pt x="1396" y="95"/>
                    <a:pt x="1392" y="99"/>
                    <a:pt x="1392" y="107"/>
                  </a:cubicBezTo>
                  <a:cubicBezTo>
                    <a:pt x="1389" y="111"/>
                    <a:pt x="1396" y="119"/>
                    <a:pt x="1400" y="119"/>
                  </a:cubicBezTo>
                  <a:lnTo>
                    <a:pt x="1574" y="131"/>
                  </a:lnTo>
                  <a:cubicBezTo>
                    <a:pt x="1582" y="131"/>
                    <a:pt x="1585" y="127"/>
                    <a:pt x="1585" y="119"/>
                  </a:cubicBezTo>
                  <a:cubicBezTo>
                    <a:pt x="1585" y="115"/>
                    <a:pt x="1582" y="107"/>
                    <a:pt x="1578" y="107"/>
                  </a:cubicBezTo>
                  <a:lnTo>
                    <a:pt x="1400" y="95"/>
                  </a:lnTo>
                  <a:close/>
                  <a:moveTo>
                    <a:pt x="1751" y="119"/>
                  </a:moveTo>
                  <a:cubicBezTo>
                    <a:pt x="1744" y="119"/>
                    <a:pt x="1740" y="123"/>
                    <a:pt x="1740" y="131"/>
                  </a:cubicBezTo>
                  <a:cubicBezTo>
                    <a:pt x="1740" y="139"/>
                    <a:pt x="1744" y="142"/>
                    <a:pt x="1747" y="142"/>
                  </a:cubicBezTo>
                  <a:lnTo>
                    <a:pt x="1920" y="155"/>
                  </a:lnTo>
                  <a:cubicBezTo>
                    <a:pt x="1929" y="155"/>
                    <a:pt x="1933" y="151"/>
                    <a:pt x="1933" y="142"/>
                  </a:cubicBezTo>
                  <a:cubicBezTo>
                    <a:pt x="1933" y="139"/>
                    <a:pt x="1929" y="135"/>
                    <a:pt x="1925" y="135"/>
                  </a:cubicBezTo>
                  <a:lnTo>
                    <a:pt x="1751" y="119"/>
                  </a:lnTo>
                  <a:close/>
                  <a:moveTo>
                    <a:pt x="2095" y="145"/>
                  </a:moveTo>
                  <a:cubicBezTo>
                    <a:pt x="2089" y="145"/>
                    <a:pt x="2086" y="152"/>
                    <a:pt x="2086" y="155"/>
                  </a:cubicBezTo>
                  <a:cubicBezTo>
                    <a:pt x="2086" y="162"/>
                    <a:pt x="2091" y="166"/>
                    <a:pt x="2095" y="166"/>
                  </a:cubicBezTo>
                  <a:lnTo>
                    <a:pt x="2272" y="178"/>
                  </a:lnTo>
                  <a:cubicBezTo>
                    <a:pt x="2275" y="178"/>
                    <a:pt x="2280" y="175"/>
                    <a:pt x="2280" y="170"/>
                  </a:cubicBezTo>
                  <a:cubicBezTo>
                    <a:pt x="2284" y="162"/>
                    <a:pt x="2275" y="158"/>
                    <a:pt x="2272" y="158"/>
                  </a:cubicBezTo>
                  <a:lnTo>
                    <a:pt x="2098" y="146"/>
                  </a:lnTo>
                  <a:cubicBezTo>
                    <a:pt x="2097" y="145"/>
                    <a:pt x="2096" y="145"/>
                    <a:pt x="2095" y="145"/>
                  </a:cubicBezTo>
                  <a:close/>
                  <a:moveTo>
                    <a:pt x="2446" y="170"/>
                  </a:moveTo>
                  <a:cubicBezTo>
                    <a:pt x="2437" y="170"/>
                    <a:pt x="2433" y="175"/>
                    <a:pt x="2433" y="178"/>
                  </a:cubicBezTo>
                  <a:cubicBezTo>
                    <a:pt x="2433" y="186"/>
                    <a:pt x="2437" y="190"/>
                    <a:pt x="2446" y="190"/>
                  </a:cubicBezTo>
                  <a:lnTo>
                    <a:pt x="2517" y="193"/>
                  </a:lnTo>
                  <a:cubicBezTo>
                    <a:pt x="2517" y="194"/>
                    <a:pt x="2518" y="195"/>
                    <a:pt x="2519" y="195"/>
                  </a:cubicBezTo>
                  <a:cubicBezTo>
                    <a:pt x="2523" y="195"/>
                    <a:pt x="2528" y="189"/>
                    <a:pt x="2528" y="186"/>
                  </a:cubicBezTo>
                  <a:cubicBezTo>
                    <a:pt x="2528" y="178"/>
                    <a:pt x="2524" y="175"/>
                    <a:pt x="2517" y="175"/>
                  </a:cubicBezTo>
                  <a:lnTo>
                    <a:pt x="2446" y="170"/>
                  </a:lnTo>
                  <a:close/>
                </a:path>
              </a:pathLst>
            </a:cu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21"/>
            <p:cNvSpPr/>
            <p:nvPr/>
          </p:nvSpPr>
          <p:spPr>
            <a:xfrm>
              <a:off x="1626229" y="6458070"/>
              <a:ext cx="2642894" cy="207955"/>
            </a:xfrm>
            <a:custGeom>
              <a:rect b="b" l="l" r="r" t="t"/>
              <a:pathLst>
                <a:path extrusionOk="0" h="199" w="2529">
                  <a:moveTo>
                    <a:pt x="13" y="0"/>
                  </a:moveTo>
                  <a:cubicBezTo>
                    <a:pt x="4" y="0"/>
                    <a:pt x="1" y="5"/>
                    <a:pt x="1" y="13"/>
                  </a:cubicBezTo>
                  <a:cubicBezTo>
                    <a:pt x="1" y="16"/>
                    <a:pt x="4" y="24"/>
                    <a:pt x="8" y="24"/>
                  </a:cubicBezTo>
                  <a:lnTo>
                    <a:pt x="182" y="36"/>
                  </a:lnTo>
                  <a:cubicBezTo>
                    <a:pt x="190" y="36"/>
                    <a:pt x="194" y="33"/>
                    <a:pt x="194" y="24"/>
                  </a:cubicBezTo>
                  <a:cubicBezTo>
                    <a:pt x="194" y="20"/>
                    <a:pt x="190" y="13"/>
                    <a:pt x="186" y="13"/>
                  </a:cubicBezTo>
                  <a:lnTo>
                    <a:pt x="13" y="0"/>
                  </a:lnTo>
                  <a:close/>
                  <a:moveTo>
                    <a:pt x="359" y="24"/>
                  </a:moveTo>
                  <a:cubicBezTo>
                    <a:pt x="352" y="24"/>
                    <a:pt x="348" y="29"/>
                    <a:pt x="348" y="36"/>
                  </a:cubicBezTo>
                  <a:cubicBezTo>
                    <a:pt x="348" y="44"/>
                    <a:pt x="352" y="48"/>
                    <a:pt x="359" y="48"/>
                  </a:cubicBezTo>
                  <a:lnTo>
                    <a:pt x="533" y="60"/>
                  </a:lnTo>
                  <a:cubicBezTo>
                    <a:pt x="537" y="60"/>
                    <a:pt x="541" y="56"/>
                    <a:pt x="545" y="48"/>
                  </a:cubicBezTo>
                  <a:cubicBezTo>
                    <a:pt x="545" y="44"/>
                    <a:pt x="541" y="40"/>
                    <a:pt x="533" y="36"/>
                  </a:cubicBezTo>
                  <a:lnTo>
                    <a:pt x="359" y="24"/>
                  </a:lnTo>
                  <a:close/>
                  <a:moveTo>
                    <a:pt x="704" y="51"/>
                  </a:moveTo>
                  <a:cubicBezTo>
                    <a:pt x="700" y="51"/>
                    <a:pt x="694" y="57"/>
                    <a:pt x="694" y="60"/>
                  </a:cubicBezTo>
                  <a:cubicBezTo>
                    <a:pt x="694" y="68"/>
                    <a:pt x="699" y="71"/>
                    <a:pt x="707" y="71"/>
                  </a:cubicBezTo>
                  <a:lnTo>
                    <a:pt x="880" y="84"/>
                  </a:lnTo>
                  <a:cubicBezTo>
                    <a:pt x="884" y="84"/>
                    <a:pt x="892" y="80"/>
                    <a:pt x="892" y="76"/>
                  </a:cubicBezTo>
                  <a:cubicBezTo>
                    <a:pt x="892" y="68"/>
                    <a:pt x="888" y="64"/>
                    <a:pt x="880" y="64"/>
                  </a:cubicBezTo>
                  <a:lnTo>
                    <a:pt x="707" y="52"/>
                  </a:lnTo>
                  <a:cubicBezTo>
                    <a:pt x="706" y="51"/>
                    <a:pt x="705" y="51"/>
                    <a:pt x="704" y="51"/>
                  </a:cubicBezTo>
                  <a:close/>
                  <a:moveTo>
                    <a:pt x="1054" y="76"/>
                  </a:moveTo>
                  <a:cubicBezTo>
                    <a:pt x="1049" y="76"/>
                    <a:pt x="1042" y="80"/>
                    <a:pt x="1042" y="84"/>
                  </a:cubicBezTo>
                  <a:cubicBezTo>
                    <a:pt x="1042" y="91"/>
                    <a:pt x="1045" y="95"/>
                    <a:pt x="1054" y="95"/>
                  </a:cubicBezTo>
                  <a:lnTo>
                    <a:pt x="1227" y="107"/>
                  </a:lnTo>
                  <a:cubicBezTo>
                    <a:pt x="1231" y="107"/>
                    <a:pt x="1238" y="104"/>
                    <a:pt x="1238" y="100"/>
                  </a:cubicBezTo>
                  <a:cubicBezTo>
                    <a:pt x="1238" y="91"/>
                    <a:pt x="1235" y="87"/>
                    <a:pt x="1227" y="87"/>
                  </a:cubicBezTo>
                  <a:lnTo>
                    <a:pt x="1054" y="76"/>
                  </a:lnTo>
                  <a:close/>
                  <a:moveTo>
                    <a:pt x="1400" y="100"/>
                  </a:moveTo>
                  <a:cubicBezTo>
                    <a:pt x="1396" y="100"/>
                    <a:pt x="1393" y="104"/>
                    <a:pt x="1389" y="107"/>
                  </a:cubicBezTo>
                  <a:cubicBezTo>
                    <a:pt x="1389" y="115"/>
                    <a:pt x="1396" y="119"/>
                    <a:pt x="1400" y="119"/>
                  </a:cubicBezTo>
                  <a:lnTo>
                    <a:pt x="1574" y="131"/>
                  </a:lnTo>
                  <a:cubicBezTo>
                    <a:pt x="1582" y="131"/>
                    <a:pt x="1586" y="127"/>
                    <a:pt x="1586" y="123"/>
                  </a:cubicBezTo>
                  <a:cubicBezTo>
                    <a:pt x="1586" y="115"/>
                    <a:pt x="1582" y="111"/>
                    <a:pt x="1578" y="111"/>
                  </a:cubicBezTo>
                  <a:lnTo>
                    <a:pt x="1400" y="100"/>
                  </a:lnTo>
                  <a:close/>
                  <a:moveTo>
                    <a:pt x="1751" y="123"/>
                  </a:moveTo>
                  <a:cubicBezTo>
                    <a:pt x="1744" y="123"/>
                    <a:pt x="1740" y="127"/>
                    <a:pt x="1740" y="131"/>
                  </a:cubicBezTo>
                  <a:cubicBezTo>
                    <a:pt x="1740" y="139"/>
                    <a:pt x="1744" y="142"/>
                    <a:pt x="1748" y="142"/>
                  </a:cubicBezTo>
                  <a:lnTo>
                    <a:pt x="1921" y="158"/>
                  </a:lnTo>
                  <a:cubicBezTo>
                    <a:pt x="1929" y="158"/>
                    <a:pt x="1933" y="151"/>
                    <a:pt x="1933" y="147"/>
                  </a:cubicBezTo>
                  <a:cubicBezTo>
                    <a:pt x="1933" y="139"/>
                    <a:pt x="1929" y="135"/>
                    <a:pt x="1924" y="135"/>
                  </a:cubicBezTo>
                  <a:lnTo>
                    <a:pt x="1751" y="123"/>
                  </a:lnTo>
                  <a:close/>
                  <a:moveTo>
                    <a:pt x="2099" y="147"/>
                  </a:moveTo>
                  <a:cubicBezTo>
                    <a:pt x="2090" y="147"/>
                    <a:pt x="2086" y="151"/>
                    <a:pt x="2086" y="158"/>
                  </a:cubicBezTo>
                  <a:cubicBezTo>
                    <a:pt x="2086" y="162"/>
                    <a:pt x="2090" y="166"/>
                    <a:pt x="2095" y="171"/>
                  </a:cubicBezTo>
                  <a:lnTo>
                    <a:pt x="2272" y="182"/>
                  </a:lnTo>
                  <a:cubicBezTo>
                    <a:pt x="2276" y="182"/>
                    <a:pt x="2279" y="178"/>
                    <a:pt x="2279" y="171"/>
                  </a:cubicBezTo>
                  <a:cubicBezTo>
                    <a:pt x="2284" y="166"/>
                    <a:pt x="2276" y="158"/>
                    <a:pt x="2272" y="158"/>
                  </a:cubicBezTo>
                  <a:lnTo>
                    <a:pt x="2099" y="147"/>
                  </a:lnTo>
                  <a:close/>
                  <a:moveTo>
                    <a:pt x="2445" y="171"/>
                  </a:moveTo>
                  <a:cubicBezTo>
                    <a:pt x="2437" y="171"/>
                    <a:pt x="2434" y="175"/>
                    <a:pt x="2434" y="182"/>
                  </a:cubicBezTo>
                  <a:cubicBezTo>
                    <a:pt x="2434" y="186"/>
                    <a:pt x="2437" y="194"/>
                    <a:pt x="2445" y="194"/>
                  </a:cubicBezTo>
                  <a:lnTo>
                    <a:pt x="2516" y="198"/>
                  </a:lnTo>
                  <a:cubicBezTo>
                    <a:pt x="2521" y="198"/>
                    <a:pt x="2528" y="194"/>
                    <a:pt x="2528" y="186"/>
                  </a:cubicBezTo>
                  <a:cubicBezTo>
                    <a:pt x="2528" y="182"/>
                    <a:pt x="2524" y="178"/>
                    <a:pt x="2516" y="175"/>
                  </a:cubicBezTo>
                  <a:lnTo>
                    <a:pt x="2445" y="171"/>
                  </a:lnTo>
                  <a:close/>
                </a:path>
              </a:pathLst>
            </a:cu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4" name="Google Shape;524;p21"/>
          <p:cNvGrpSpPr/>
          <p:nvPr/>
        </p:nvGrpSpPr>
        <p:grpSpPr>
          <a:xfrm rot="-2700000">
            <a:off x="8962963" y="8484053"/>
            <a:ext cx="1896745" cy="1928965"/>
            <a:chOff x="8016283" y="3354199"/>
            <a:chExt cx="1896763" cy="1928983"/>
          </a:xfrm>
        </p:grpSpPr>
        <p:grpSp>
          <p:nvGrpSpPr>
            <p:cNvPr id="525" name="Google Shape;525;p21"/>
            <p:cNvGrpSpPr/>
            <p:nvPr/>
          </p:nvGrpSpPr>
          <p:grpSpPr>
            <a:xfrm>
              <a:off x="8016283" y="3354199"/>
              <a:ext cx="1896763" cy="1928983"/>
              <a:chOff x="3025183" y="3101074"/>
              <a:chExt cx="1896763" cy="1928983"/>
            </a:xfrm>
          </p:grpSpPr>
          <p:sp>
            <p:nvSpPr>
              <p:cNvPr id="526" name="Google Shape;526;p21"/>
              <p:cNvSpPr/>
              <p:nvPr/>
            </p:nvSpPr>
            <p:spPr>
              <a:xfrm>
                <a:off x="3025183" y="3101074"/>
                <a:ext cx="1896763" cy="1928983"/>
              </a:xfrm>
              <a:custGeom>
                <a:rect b="b" l="l" r="r" t="t"/>
                <a:pathLst>
                  <a:path extrusionOk="0" h="1913" w="1881">
                    <a:moveTo>
                      <a:pt x="1496" y="1"/>
                    </a:moveTo>
                    <a:cubicBezTo>
                      <a:pt x="1477" y="1"/>
                      <a:pt x="1459" y="7"/>
                      <a:pt x="1440" y="16"/>
                    </a:cubicBezTo>
                    <a:cubicBezTo>
                      <a:pt x="1416" y="24"/>
                      <a:pt x="1392" y="31"/>
                      <a:pt x="1364" y="31"/>
                    </a:cubicBezTo>
                    <a:lnTo>
                      <a:pt x="0" y="1573"/>
                    </a:lnTo>
                    <a:cubicBezTo>
                      <a:pt x="24" y="1596"/>
                      <a:pt x="35" y="1629"/>
                      <a:pt x="35" y="1664"/>
                    </a:cubicBezTo>
                    <a:cubicBezTo>
                      <a:pt x="63" y="1667"/>
                      <a:pt x="91" y="1680"/>
                      <a:pt x="115" y="1700"/>
                    </a:cubicBezTo>
                    <a:cubicBezTo>
                      <a:pt x="138" y="1719"/>
                      <a:pt x="153" y="1747"/>
                      <a:pt x="162" y="1774"/>
                    </a:cubicBezTo>
                    <a:cubicBezTo>
                      <a:pt x="201" y="1778"/>
                      <a:pt x="237" y="1782"/>
                      <a:pt x="268" y="1806"/>
                    </a:cubicBezTo>
                    <a:cubicBezTo>
                      <a:pt x="304" y="1833"/>
                      <a:pt x="319" y="1869"/>
                      <a:pt x="323" y="1912"/>
                    </a:cubicBezTo>
                    <a:lnTo>
                      <a:pt x="1880" y="153"/>
                    </a:lnTo>
                    <a:lnTo>
                      <a:pt x="1865" y="138"/>
                    </a:lnTo>
                    <a:cubicBezTo>
                      <a:pt x="1860" y="137"/>
                      <a:pt x="1854" y="136"/>
                      <a:pt x="1849" y="136"/>
                    </a:cubicBezTo>
                    <a:cubicBezTo>
                      <a:pt x="1821" y="136"/>
                      <a:pt x="1793" y="151"/>
                      <a:pt x="1766" y="158"/>
                    </a:cubicBezTo>
                    <a:cubicBezTo>
                      <a:pt x="1753" y="160"/>
                      <a:pt x="1741" y="161"/>
                      <a:pt x="1729" y="161"/>
                    </a:cubicBezTo>
                    <a:cubicBezTo>
                      <a:pt x="1682" y="161"/>
                      <a:pt x="1640" y="143"/>
                      <a:pt x="1609" y="102"/>
                    </a:cubicBezTo>
                    <a:cubicBezTo>
                      <a:pt x="1577" y="71"/>
                      <a:pt x="1558" y="16"/>
                      <a:pt x="1518" y="4"/>
                    </a:cubicBezTo>
                    <a:cubicBezTo>
                      <a:pt x="1510" y="2"/>
                      <a:pt x="1503" y="1"/>
                      <a:pt x="1496" y="1"/>
                    </a:cubicBezTo>
                    <a:close/>
                  </a:path>
                </a:pathLst>
              </a:custGeom>
              <a:solidFill>
                <a:schemeClr val="accent5"/>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21"/>
              <p:cNvSpPr/>
              <p:nvPr/>
            </p:nvSpPr>
            <p:spPr>
              <a:xfrm>
                <a:off x="3398283" y="4396808"/>
                <a:ext cx="132098" cy="147220"/>
              </a:xfrm>
              <a:custGeom>
                <a:rect b="b" l="l" r="r" t="t"/>
                <a:pathLst>
                  <a:path extrusionOk="0" h="146" w="131">
                    <a:moveTo>
                      <a:pt x="131" y="0"/>
                    </a:moveTo>
                    <a:lnTo>
                      <a:pt x="131" y="0"/>
                    </a:lnTo>
                    <a:cubicBezTo>
                      <a:pt x="109" y="24"/>
                      <a:pt x="87" y="48"/>
                      <a:pt x="65" y="73"/>
                    </a:cubicBezTo>
                    <a:lnTo>
                      <a:pt x="131" y="0"/>
                    </a:lnTo>
                    <a:close/>
                    <a:moveTo>
                      <a:pt x="65" y="73"/>
                    </a:moveTo>
                    <a:lnTo>
                      <a:pt x="0" y="146"/>
                    </a:lnTo>
                    <a:cubicBezTo>
                      <a:pt x="22" y="122"/>
                      <a:pt x="44" y="98"/>
                      <a:pt x="65" y="73"/>
                    </a:cubicBezTo>
                    <a:close/>
                  </a:path>
                </a:pathLst>
              </a:custGeom>
              <a:solidFill>
                <a:srgbClr val="FFF2A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21"/>
              <p:cNvSpPr/>
              <p:nvPr/>
            </p:nvSpPr>
            <p:spPr>
              <a:xfrm>
                <a:off x="3560633" y="4511760"/>
                <a:ext cx="72603" cy="61510"/>
              </a:xfrm>
              <a:custGeom>
                <a:rect b="b" l="l" r="r" t="t"/>
                <a:pathLst>
                  <a:path extrusionOk="0" h="61" w="72">
                    <a:moveTo>
                      <a:pt x="1" y="60"/>
                    </a:moveTo>
                    <a:cubicBezTo>
                      <a:pt x="25" y="40"/>
                      <a:pt x="48" y="20"/>
                      <a:pt x="72" y="1"/>
                    </a:cubicBezTo>
                    <a:close/>
                  </a:path>
                </a:pathLst>
              </a:custGeom>
              <a:solidFill>
                <a:srgbClr val="FFF2A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21"/>
              <p:cNvSpPr/>
              <p:nvPr/>
            </p:nvSpPr>
            <p:spPr>
              <a:xfrm>
                <a:off x="4396580" y="3513491"/>
                <a:ext cx="44369" cy="76635"/>
              </a:xfrm>
              <a:custGeom>
                <a:rect b="b" l="l" r="r" t="t"/>
                <a:pathLst>
                  <a:path extrusionOk="0" h="76" w="44">
                    <a:moveTo>
                      <a:pt x="44" y="1"/>
                    </a:moveTo>
                    <a:cubicBezTo>
                      <a:pt x="43" y="2"/>
                      <a:pt x="42" y="3"/>
                      <a:pt x="41" y="4"/>
                    </a:cubicBezTo>
                    <a:lnTo>
                      <a:pt x="41" y="4"/>
                    </a:lnTo>
                    <a:lnTo>
                      <a:pt x="44" y="1"/>
                    </a:lnTo>
                    <a:close/>
                    <a:moveTo>
                      <a:pt x="41" y="4"/>
                    </a:moveTo>
                    <a:lnTo>
                      <a:pt x="0" y="75"/>
                    </a:lnTo>
                    <a:cubicBezTo>
                      <a:pt x="15" y="53"/>
                      <a:pt x="26" y="30"/>
                      <a:pt x="41" y="4"/>
                    </a:cubicBezTo>
                    <a:close/>
                  </a:path>
                </a:pathLst>
              </a:custGeom>
              <a:solidFill>
                <a:srgbClr val="FFF2A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30" name="Google Shape;530;p21"/>
            <p:cNvSpPr/>
            <p:nvPr/>
          </p:nvSpPr>
          <p:spPr>
            <a:xfrm>
              <a:off x="8418775" y="4784875"/>
              <a:ext cx="180875" cy="205550"/>
            </a:xfrm>
            <a:custGeom>
              <a:rect b="b" l="l" r="r" t="t"/>
              <a:pathLst>
                <a:path extrusionOk="0" h="8222" w="7235">
                  <a:moveTo>
                    <a:pt x="7235" y="0"/>
                  </a:moveTo>
                  <a:cubicBezTo>
                    <a:pt x="5044" y="2920"/>
                    <a:pt x="2579" y="5639"/>
                    <a:pt x="0" y="8222"/>
                  </a:cubicBezTo>
                </a:path>
              </a:pathLst>
            </a:custGeom>
            <a:noFill/>
            <a:ln cap="flat" cmpd="sng" w="28575">
              <a:solidFill>
                <a:schemeClr val="dk1"/>
              </a:solidFill>
              <a:prstDash val="solid"/>
              <a:round/>
              <a:headEnd len="med" w="med" type="none"/>
              <a:tailEnd len="med" w="med" type="none"/>
            </a:ln>
          </p:spPr>
        </p:sp>
        <p:sp>
          <p:nvSpPr>
            <p:cNvPr id="531" name="Google Shape;531;p21"/>
            <p:cNvSpPr/>
            <p:nvPr/>
          </p:nvSpPr>
          <p:spPr>
            <a:xfrm>
              <a:off x="8336550" y="4834225"/>
              <a:ext cx="74000" cy="106875"/>
            </a:xfrm>
            <a:custGeom>
              <a:rect b="b" l="l" r="r" t="t"/>
              <a:pathLst>
                <a:path extrusionOk="0" h="4275" w="2960">
                  <a:moveTo>
                    <a:pt x="2960" y="0"/>
                  </a:moveTo>
                  <a:cubicBezTo>
                    <a:pt x="2068" y="1486"/>
                    <a:pt x="961" y="2833"/>
                    <a:pt x="0" y="4275"/>
                  </a:cubicBezTo>
                </a:path>
              </a:pathLst>
            </a:custGeom>
            <a:noFill/>
            <a:ln cap="flat" cmpd="sng" w="28575">
              <a:solidFill>
                <a:schemeClr val="dk1"/>
              </a:solidFill>
              <a:prstDash val="solid"/>
              <a:round/>
              <a:headEnd len="med" w="med" type="none"/>
              <a:tailEnd len="med" w="med" type="none"/>
            </a:ln>
          </p:spPr>
        </p:sp>
        <p:sp>
          <p:nvSpPr>
            <p:cNvPr id="532" name="Google Shape;532;p21"/>
            <p:cNvSpPr/>
            <p:nvPr/>
          </p:nvSpPr>
          <p:spPr>
            <a:xfrm>
              <a:off x="9232700" y="3658550"/>
              <a:ext cx="353525" cy="452175"/>
            </a:xfrm>
            <a:custGeom>
              <a:rect b="b" l="l" r="r" t="t"/>
              <a:pathLst>
                <a:path extrusionOk="0" h="18087" w="14141">
                  <a:moveTo>
                    <a:pt x="14141" y="0"/>
                  </a:moveTo>
                  <a:cubicBezTo>
                    <a:pt x="9241" y="5879"/>
                    <a:pt x="4241" y="11716"/>
                    <a:pt x="0" y="18087"/>
                  </a:cubicBezTo>
                </a:path>
              </a:pathLst>
            </a:custGeom>
            <a:noFill/>
            <a:ln cap="flat" cmpd="sng" w="28575">
              <a:solidFill>
                <a:schemeClr val="dk1"/>
              </a:solidFill>
              <a:prstDash val="solid"/>
              <a:round/>
              <a:headEnd len="med" w="med" type="none"/>
              <a:tailEnd len="med" w="med" type="none"/>
            </a:ln>
          </p:spPr>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TITLE_ONLY_1_1">
    <p:spTree>
      <p:nvGrpSpPr>
        <p:cNvPr id="533" name="Shape 533"/>
        <p:cNvGrpSpPr/>
        <p:nvPr/>
      </p:nvGrpSpPr>
      <p:grpSpPr>
        <a:xfrm>
          <a:off x="0" y="0"/>
          <a:ext cx="0" cy="0"/>
          <a:chOff x="0" y="0"/>
          <a:chExt cx="0" cy="0"/>
        </a:xfrm>
      </p:grpSpPr>
      <p:sp>
        <p:nvSpPr>
          <p:cNvPr id="534" name="Google Shape;534;p22"/>
          <p:cNvSpPr txBox="1"/>
          <p:nvPr>
            <p:ph type="title"/>
          </p:nvPr>
        </p:nvSpPr>
        <p:spPr>
          <a:xfrm>
            <a:off x="914400" y="888750"/>
            <a:ext cx="8458200" cy="956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6400"/>
              <a:buNone/>
              <a:defRPr/>
            </a:lvl1pPr>
            <a:lvl2pPr lvl="1" rtl="0">
              <a:lnSpc>
                <a:spcPct val="100000"/>
              </a:lnSpc>
              <a:spcBef>
                <a:spcPts val="0"/>
              </a:spcBef>
              <a:spcAft>
                <a:spcPts val="0"/>
              </a:spcAft>
              <a:buSzPts val="6400"/>
              <a:buNone/>
              <a:defRPr/>
            </a:lvl2pPr>
            <a:lvl3pPr lvl="2" rtl="0">
              <a:lnSpc>
                <a:spcPct val="100000"/>
              </a:lnSpc>
              <a:spcBef>
                <a:spcPts val="0"/>
              </a:spcBef>
              <a:spcAft>
                <a:spcPts val="0"/>
              </a:spcAft>
              <a:buSzPts val="6400"/>
              <a:buNone/>
              <a:defRPr/>
            </a:lvl3pPr>
            <a:lvl4pPr lvl="3" rtl="0">
              <a:lnSpc>
                <a:spcPct val="100000"/>
              </a:lnSpc>
              <a:spcBef>
                <a:spcPts val="0"/>
              </a:spcBef>
              <a:spcAft>
                <a:spcPts val="0"/>
              </a:spcAft>
              <a:buSzPts val="6400"/>
              <a:buNone/>
              <a:defRPr/>
            </a:lvl4pPr>
            <a:lvl5pPr lvl="4" rtl="0">
              <a:lnSpc>
                <a:spcPct val="100000"/>
              </a:lnSpc>
              <a:spcBef>
                <a:spcPts val="0"/>
              </a:spcBef>
              <a:spcAft>
                <a:spcPts val="0"/>
              </a:spcAft>
              <a:buSzPts val="6400"/>
              <a:buNone/>
              <a:defRPr/>
            </a:lvl5pPr>
            <a:lvl6pPr lvl="5" rtl="0">
              <a:lnSpc>
                <a:spcPct val="100000"/>
              </a:lnSpc>
              <a:spcBef>
                <a:spcPts val="0"/>
              </a:spcBef>
              <a:spcAft>
                <a:spcPts val="0"/>
              </a:spcAft>
              <a:buSzPts val="6400"/>
              <a:buNone/>
              <a:defRPr/>
            </a:lvl6pPr>
            <a:lvl7pPr lvl="6" rtl="0">
              <a:lnSpc>
                <a:spcPct val="100000"/>
              </a:lnSpc>
              <a:spcBef>
                <a:spcPts val="0"/>
              </a:spcBef>
              <a:spcAft>
                <a:spcPts val="0"/>
              </a:spcAft>
              <a:buSzPts val="6400"/>
              <a:buNone/>
              <a:defRPr/>
            </a:lvl7pPr>
            <a:lvl8pPr lvl="7" rtl="0">
              <a:lnSpc>
                <a:spcPct val="100000"/>
              </a:lnSpc>
              <a:spcBef>
                <a:spcPts val="0"/>
              </a:spcBef>
              <a:spcAft>
                <a:spcPts val="0"/>
              </a:spcAft>
              <a:buSzPts val="6400"/>
              <a:buNone/>
              <a:defRPr/>
            </a:lvl8pPr>
            <a:lvl9pPr lvl="8" rtl="0">
              <a:lnSpc>
                <a:spcPct val="100000"/>
              </a:lnSpc>
              <a:spcBef>
                <a:spcPts val="0"/>
              </a:spcBef>
              <a:spcAft>
                <a:spcPts val="0"/>
              </a:spcAft>
              <a:buSzPts val="6400"/>
              <a:buNone/>
              <a:defRPr/>
            </a:lvl9pPr>
          </a:lstStyle>
          <a:p/>
        </p:txBody>
      </p:sp>
      <p:sp>
        <p:nvSpPr>
          <p:cNvPr id="535" name="Google Shape;535;p22"/>
          <p:cNvSpPr/>
          <p:nvPr/>
        </p:nvSpPr>
        <p:spPr>
          <a:xfrm flipH="1">
            <a:off x="605136" y="1353411"/>
            <a:ext cx="88350" cy="1476775"/>
          </a:xfrm>
          <a:custGeom>
            <a:rect b="b" l="l" r="r" t="t"/>
            <a:pathLst>
              <a:path extrusionOk="0" h="59071" w="3534">
                <a:moveTo>
                  <a:pt x="0" y="0"/>
                </a:moveTo>
                <a:cubicBezTo>
                  <a:pt x="1037" y="19698"/>
                  <a:pt x="3534" y="39345"/>
                  <a:pt x="3534" y="59071"/>
                </a:cubicBezTo>
              </a:path>
            </a:pathLst>
          </a:custGeom>
          <a:noFill/>
          <a:ln cap="flat" cmpd="sng" w="28575">
            <a:solidFill>
              <a:schemeClr val="dk1"/>
            </a:solidFill>
            <a:prstDash val="solid"/>
            <a:round/>
            <a:headEnd len="med" w="med" type="none"/>
            <a:tailEnd len="med" w="med" type="none"/>
          </a:ln>
        </p:spPr>
      </p:sp>
      <p:sp>
        <p:nvSpPr>
          <p:cNvPr id="536" name="Google Shape;536;p22"/>
          <p:cNvSpPr/>
          <p:nvPr/>
        </p:nvSpPr>
        <p:spPr>
          <a:xfrm rot="10800000">
            <a:off x="-44275" y="3468222"/>
            <a:ext cx="830723" cy="773578"/>
          </a:xfrm>
          <a:custGeom>
            <a:rect b="b" l="l" r="r" t="t"/>
            <a:pathLst>
              <a:path extrusionOk="0" h="1638" w="1759">
                <a:moveTo>
                  <a:pt x="1074" y="1"/>
                </a:moveTo>
                <a:cubicBezTo>
                  <a:pt x="1067" y="1"/>
                  <a:pt x="1060" y="3"/>
                  <a:pt x="1054" y="5"/>
                </a:cubicBezTo>
                <a:cubicBezTo>
                  <a:pt x="1041" y="18"/>
                  <a:pt x="1025" y="29"/>
                  <a:pt x="1014" y="41"/>
                </a:cubicBezTo>
                <a:cubicBezTo>
                  <a:pt x="1006" y="53"/>
                  <a:pt x="994" y="65"/>
                  <a:pt x="983" y="76"/>
                </a:cubicBezTo>
                <a:cubicBezTo>
                  <a:pt x="947" y="124"/>
                  <a:pt x="912" y="171"/>
                  <a:pt x="872" y="214"/>
                </a:cubicBezTo>
                <a:cubicBezTo>
                  <a:pt x="836" y="262"/>
                  <a:pt x="805" y="309"/>
                  <a:pt x="774" y="356"/>
                </a:cubicBezTo>
                <a:cubicBezTo>
                  <a:pt x="761" y="376"/>
                  <a:pt x="750" y="404"/>
                  <a:pt x="734" y="424"/>
                </a:cubicBezTo>
                <a:cubicBezTo>
                  <a:pt x="723" y="435"/>
                  <a:pt x="710" y="451"/>
                  <a:pt x="703" y="462"/>
                </a:cubicBezTo>
                <a:cubicBezTo>
                  <a:pt x="699" y="473"/>
                  <a:pt x="687" y="508"/>
                  <a:pt x="673" y="508"/>
                </a:cubicBezTo>
                <a:cubicBezTo>
                  <a:pt x="671" y="508"/>
                  <a:pt x="669" y="507"/>
                  <a:pt x="667" y="506"/>
                </a:cubicBezTo>
                <a:cubicBezTo>
                  <a:pt x="659" y="502"/>
                  <a:pt x="659" y="495"/>
                  <a:pt x="652" y="495"/>
                </a:cubicBezTo>
                <a:cubicBezTo>
                  <a:pt x="643" y="495"/>
                  <a:pt x="639" y="498"/>
                  <a:pt x="632" y="498"/>
                </a:cubicBezTo>
                <a:cubicBezTo>
                  <a:pt x="625" y="500"/>
                  <a:pt x="618" y="500"/>
                  <a:pt x="611" y="500"/>
                </a:cubicBezTo>
                <a:cubicBezTo>
                  <a:pt x="596" y="500"/>
                  <a:pt x="582" y="498"/>
                  <a:pt x="568" y="498"/>
                </a:cubicBezTo>
                <a:cubicBezTo>
                  <a:pt x="545" y="495"/>
                  <a:pt x="517" y="491"/>
                  <a:pt x="494" y="491"/>
                </a:cubicBezTo>
                <a:cubicBezTo>
                  <a:pt x="454" y="486"/>
                  <a:pt x="415" y="482"/>
                  <a:pt x="379" y="479"/>
                </a:cubicBezTo>
                <a:cubicBezTo>
                  <a:pt x="359" y="479"/>
                  <a:pt x="339" y="475"/>
                  <a:pt x="320" y="475"/>
                </a:cubicBezTo>
                <a:cubicBezTo>
                  <a:pt x="273" y="471"/>
                  <a:pt x="226" y="462"/>
                  <a:pt x="178" y="462"/>
                </a:cubicBezTo>
                <a:cubicBezTo>
                  <a:pt x="170" y="462"/>
                  <a:pt x="164" y="461"/>
                  <a:pt x="157" y="461"/>
                </a:cubicBezTo>
                <a:cubicBezTo>
                  <a:pt x="154" y="461"/>
                  <a:pt x="150" y="461"/>
                  <a:pt x="146" y="462"/>
                </a:cubicBezTo>
                <a:cubicBezTo>
                  <a:pt x="139" y="462"/>
                  <a:pt x="135" y="462"/>
                  <a:pt x="123" y="459"/>
                </a:cubicBezTo>
                <a:cubicBezTo>
                  <a:pt x="103" y="455"/>
                  <a:pt x="79" y="451"/>
                  <a:pt x="60" y="451"/>
                </a:cubicBezTo>
                <a:cubicBezTo>
                  <a:pt x="48" y="455"/>
                  <a:pt x="36" y="451"/>
                  <a:pt x="28" y="459"/>
                </a:cubicBezTo>
                <a:cubicBezTo>
                  <a:pt x="24" y="462"/>
                  <a:pt x="13" y="471"/>
                  <a:pt x="8" y="479"/>
                </a:cubicBezTo>
                <a:cubicBezTo>
                  <a:pt x="0" y="491"/>
                  <a:pt x="13" y="502"/>
                  <a:pt x="17" y="514"/>
                </a:cubicBezTo>
                <a:cubicBezTo>
                  <a:pt x="24" y="522"/>
                  <a:pt x="28" y="530"/>
                  <a:pt x="36" y="542"/>
                </a:cubicBezTo>
                <a:cubicBezTo>
                  <a:pt x="44" y="553"/>
                  <a:pt x="48" y="562"/>
                  <a:pt x="60" y="573"/>
                </a:cubicBezTo>
                <a:cubicBezTo>
                  <a:pt x="84" y="597"/>
                  <a:pt x="115" y="613"/>
                  <a:pt x="139" y="637"/>
                </a:cubicBezTo>
                <a:cubicBezTo>
                  <a:pt x="162" y="668"/>
                  <a:pt x="182" y="695"/>
                  <a:pt x="210" y="723"/>
                </a:cubicBezTo>
                <a:cubicBezTo>
                  <a:pt x="241" y="751"/>
                  <a:pt x="273" y="775"/>
                  <a:pt x="304" y="802"/>
                </a:cubicBezTo>
                <a:cubicBezTo>
                  <a:pt x="316" y="814"/>
                  <a:pt x="324" y="826"/>
                  <a:pt x="335" y="833"/>
                </a:cubicBezTo>
                <a:cubicBezTo>
                  <a:pt x="344" y="837"/>
                  <a:pt x="352" y="841"/>
                  <a:pt x="355" y="846"/>
                </a:cubicBezTo>
                <a:cubicBezTo>
                  <a:pt x="355" y="849"/>
                  <a:pt x="352" y="857"/>
                  <a:pt x="348" y="861"/>
                </a:cubicBezTo>
                <a:cubicBezTo>
                  <a:pt x="348" y="869"/>
                  <a:pt x="344" y="881"/>
                  <a:pt x="339" y="888"/>
                </a:cubicBezTo>
                <a:cubicBezTo>
                  <a:pt x="316" y="920"/>
                  <a:pt x="297" y="948"/>
                  <a:pt x="281" y="983"/>
                </a:cubicBezTo>
                <a:cubicBezTo>
                  <a:pt x="273" y="999"/>
                  <a:pt x="265" y="1011"/>
                  <a:pt x="261" y="1026"/>
                </a:cubicBezTo>
                <a:cubicBezTo>
                  <a:pt x="253" y="1039"/>
                  <a:pt x="241" y="1050"/>
                  <a:pt x="233" y="1066"/>
                </a:cubicBezTo>
                <a:cubicBezTo>
                  <a:pt x="221" y="1082"/>
                  <a:pt x="213" y="1097"/>
                  <a:pt x="206" y="1110"/>
                </a:cubicBezTo>
                <a:cubicBezTo>
                  <a:pt x="190" y="1130"/>
                  <a:pt x="178" y="1145"/>
                  <a:pt x="166" y="1165"/>
                </a:cubicBezTo>
                <a:cubicBezTo>
                  <a:pt x="159" y="1177"/>
                  <a:pt x="155" y="1188"/>
                  <a:pt x="150" y="1196"/>
                </a:cubicBezTo>
                <a:cubicBezTo>
                  <a:pt x="146" y="1208"/>
                  <a:pt x="139" y="1216"/>
                  <a:pt x="131" y="1228"/>
                </a:cubicBezTo>
                <a:cubicBezTo>
                  <a:pt x="115" y="1248"/>
                  <a:pt x="103" y="1267"/>
                  <a:pt x="91" y="1290"/>
                </a:cubicBezTo>
                <a:cubicBezTo>
                  <a:pt x="84" y="1307"/>
                  <a:pt x="75" y="1326"/>
                  <a:pt x="68" y="1346"/>
                </a:cubicBezTo>
                <a:cubicBezTo>
                  <a:pt x="60" y="1374"/>
                  <a:pt x="44" y="1394"/>
                  <a:pt x="32" y="1417"/>
                </a:cubicBezTo>
                <a:cubicBezTo>
                  <a:pt x="28" y="1421"/>
                  <a:pt x="24" y="1429"/>
                  <a:pt x="28" y="1432"/>
                </a:cubicBezTo>
                <a:cubicBezTo>
                  <a:pt x="28" y="1437"/>
                  <a:pt x="36" y="1441"/>
                  <a:pt x="40" y="1445"/>
                </a:cubicBezTo>
                <a:cubicBezTo>
                  <a:pt x="43" y="1451"/>
                  <a:pt x="46" y="1457"/>
                  <a:pt x="51" y="1457"/>
                </a:cubicBezTo>
                <a:cubicBezTo>
                  <a:pt x="52" y="1457"/>
                  <a:pt x="54" y="1457"/>
                  <a:pt x="55" y="1456"/>
                </a:cubicBezTo>
                <a:cubicBezTo>
                  <a:pt x="75" y="1452"/>
                  <a:pt x="91" y="1445"/>
                  <a:pt x="107" y="1432"/>
                </a:cubicBezTo>
                <a:cubicBezTo>
                  <a:pt x="119" y="1429"/>
                  <a:pt x="126" y="1429"/>
                  <a:pt x="139" y="1429"/>
                </a:cubicBezTo>
                <a:cubicBezTo>
                  <a:pt x="162" y="1425"/>
                  <a:pt x="182" y="1413"/>
                  <a:pt x="202" y="1405"/>
                </a:cubicBezTo>
                <a:cubicBezTo>
                  <a:pt x="253" y="1390"/>
                  <a:pt x="304" y="1374"/>
                  <a:pt x="355" y="1354"/>
                </a:cubicBezTo>
                <a:cubicBezTo>
                  <a:pt x="454" y="1319"/>
                  <a:pt x="552" y="1287"/>
                  <a:pt x="652" y="1252"/>
                </a:cubicBezTo>
                <a:cubicBezTo>
                  <a:pt x="667" y="1287"/>
                  <a:pt x="683" y="1319"/>
                  <a:pt x="706" y="1350"/>
                </a:cubicBezTo>
                <a:cubicBezTo>
                  <a:pt x="770" y="1445"/>
                  <a:pt x="852" y="1523"/>
                  <a:pt x="916" y="1622"/>
                </a:cubicBezTo>
                <a:cubicBezTo>
                  <a:pt x="922" y="1632"/>
                  <a:pt x="934" y="1637"/>
                  <a:pt x="945" y="1637"/>
                </a:cubicBezTo>
                <a:cubicBezTo>
                  <a:pt x="960" y="1637"/>
                  <a:pt x="974" y="1629"/>
                  <a:pt x="978" y="1614"/>
                </a:cubicBezTo>
                <a:cubicBezTo>
                  <a:pt x="1010" y="1508"/>
                  <a:pt x="1034" y="1401"/>
                  <a:pt x="1058" y="1295"/>
                </a:cubicBezTo>
                <a:cubicBezTo>
                  <a:pt x="1069" y="1243"/>
                  <a:pt x="1081" y="1188"/>
                  <a:pt x="1093" y="1137"/>
                </a:cubicBezTo>
                <a:cubicBezTo>
                  <a:pt x="1096" y="1114"/>
                  <a:pt x="1101" y="1086"/>
                  <a:pt x="1105" y="1062"/>
                </a:cubicBezTo>
                <a:lnTo>
                  <a:pt x="1105" y="1050"/>
                </a:lnTo>
                <a:cubicBezTo>
                  <a:pt x="1105" y="1039"/>
                  <a:pt x="1101" y="1026"/>
                  <a:pt x="1105" y="1015"/>
                </a:cubicBezTo>
                <a:cubicBezTo>
                  <a:pt x="1109" y="995"/>
                  <a:pt x="1125" y="983"/>
                  <a:pt x="1140" y="972"/>
                </a:cubicBezTo>
                <a:cubicBezTo>
                  <a:pt x="1164" y="952"/>
                  <a:pt x="1196" y="944"/>
                  <a:pt x="1223" y="932"/>
                </a:cubicBezTo>
                <a:cubicBezTo>
                  <a:pt x="1247" y="920"/>
                  <a:pt x="1270" y="908"/>
                  <a:pt x="1298" y="897"/>
                </a:cubicBezTo>
                <a:cubicBezTo>
                  <a:pt x="1325" y="884"/>
                  <a:pt x="1353" y="873"/>
                  <a:pt x="1385" y="857"/>
                </a:cubicBezTo>
                <a:cubicBezTo>
                  <a:pt x="1409" y="841"/>
                  <a:pt x="1432" y="833"/>
                  <a:pt x="1460" y="826"/>
                </a:cubicBezTo>
                <a:cubicBezTo>
                  <a:pt x="1471" y="822"/>
                  <a:pt x="1483" y="817"/>
                  <a:pt x="1495" y="810"/>
                </a:cubicBezTo>
                <a:cubicBezTo>
                  <a:pt x="1507" y="806"/>
                  <a:pt x="1518" y="798"/>
                  <a:pt x="1531" y="790"/>
                </a:cubicBezTo>
                <a:cubicBezTo>
                  <a:pt x="1574" y="770"/>
                  <a:pt x="1622" y="759"/>
                  <a:pt x="1664" y="735"/>
                </a:cubicBezTo>
                <a:cubicBezTo>
                  <a:pt x="1680" y="727"/>
                  <a:pt x="1696" y="715"/>
                  <a:pt x="1716" y="704"/>
                </a:cubicBezTo>
                <a:cubicBezTo>
                  <a:pt x="1724" y="695"/>
                  <a:pt x="1744" y="684"/>
                  <a:pt x="1751" y="672"/>
                </a:cubicBezTo>
                <a:cubicBezTo>
                  <a:pt x="1759" y="660"/>
                  <a:pt x="1755" y="637"/>
                  <a:pt x="1740" y="628"/>
                </a:cubicBezTo>
                <a:cubicBezTo>
                  <a:pt x="1731" y="620"/>
                  <a:pt x="1711" y="617"/>
                  <a:pt x="1700" y="617"/>
                </a:cubicBezTo>
                <a:lnTo>
                  <a:pt x="1684" y="617"/>
                </a:lnTo>
                <a:cubicBezTo>
                  <a:pt x="1664" y="613"/>
                  <a:pt x="1645" y="609"/>
                  <a:pt x="1625" y="604"/>
                </a:cubicBezTo>
                <a:cubicBezTo>
                  <a:pt x="1605" y="601"/>
                  <a:pt x="1586" y="597"/>
                  <a:pt x="1566" y="593"/>
                </a:cubicBezTo>
                <a:cubicBezTo>
                  <a:pt x="1558" y="589"/>
                  <a:pt x="1542" y="589"/>
                  <a:pt x="1535" y="585"/>
                </a:cubicBezTo>
                <a:cubicBezTo>
                  <a:pt x="1531" y="581"/>
                  <a:pt x="1527" y="577"/>
                  <a:pt x="1518" y="577"/>
                </a:cubicBezTo>
                <a:cubicBezTo>
                  <a:pt x="1495" y="573"/>
                  <a:pt x="1475" y="573"/>
                  <a:pt x="1456" y="573"/>
                </a:cubicBezTo>
                <a:lnTo>
                  <a:pt x="1357" y="573"/>
                </a:lnTo>
                <a:cubicBezTo>
                  <a:pt x="1325" y="573"/>
                  <a:pt x="1294" y="569"/>
                  <a:pt x="1262" y="566"/>
                </a:cubicBezTo>
                <a:cubicBezTo>
                  <a:pt x="1219" y="562"/>
                  <a:pt x="1176" y="562"/>
                  <a:pt x="1136" y="553"/>
                </a:cubicBezTo>
                <a:cubicBezTo>
                  <a:pt x="1120" y="549"/>
                  <a:pt x="1109" y="546"/>
                  <a:pt x="1096" y="546"/>
                </a:cubicBezTo>
                <a:cubicBezTo>
                  <a:pt x="1089" y="546"/>
                  <a:pt x="1081" y="546"/>
                  <a:pt x="1077" y="542"/>
                </a:cubicBezTo>
                <a:cubicBezTo>
                  <a:pt x="1065" y="533"/>
                  <a:pt x="1069" y="518"/>
                  <a:pt x="1069" y="506"/>
                </a:cubicBezTo>
                <a:cubicBezTo>
                  <a:pt x="1069" y="491"/>
                  <a:pt x="1065" y="475"/>
                  <a:pt x="1061" y="459"/>
                </a:cubicBezTo>
                <a:cubicBezTo>
                  <a:pt x="1061" y="439"/>
                  <a:pt x="1065" y="424"/>
                  <a:pt x="1069" y="404"/>
                </a:cubicBezTo>
                <a:cubicBezTo>
                  <a:pt x="1073" y="388"/>
                  <a:pt x="1077" y="373"/>
                  <a:pt x="1077" y="356"/>
                </a:cubicBezTo>
                <a:lnTo>
                  <a:pt x="1077" y="302"/>
                </a:lnTo>
                <a:cubicBezTo>
                  <a:pt x="1081" y="285"/>
                  <a:pt x="1085" y="266"/>
                  <a:pt x="1085" y="249"/>
                </a:cubicBezTo>
                <a:cubicBezTo>
                  <a:pt x="1089" y="226"/>
                  <a:pt x="1085" y="207"/>
                  <a:pt x="1089" y="187"/>
                </a:cubicBezTo>
                <a:cubicBezTo>
                  <a:pt x="1093" y="167"/>
                  <a:pt x="1093" y="151"/>
                  <a:pt x="1096" y="131"/>
                </a:cubicBezTo>
                <a:cubicBezTo>
                  <a:pt x="1101" y="112"/>
                  <a:pt x="1105" y="96"/>
                  <a:pt x="1109" y="76"/>
                </a:cubicBezTo>
                <a:cubicBezTo>
                  <a:pt x="1109" y="56"/>
                  <a:pt x="1109" y="21"/>
                  <a:pt x="1089" y="5"/>
                </a:cubicBezTo>
                <a:cubicBezTo>
                  <a:pt x="1084" y="2"/>
                  <a:pt x="1079" y="1"/>
                  <a:pt x="1074" y="1"/>
                </a:cubicBezTo>
                <a:close/>
              </a:path>
            </a:pathLst>
          </a:custGeom>
          <a:solidFill>
            <a:schemeClr val="accent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22"/>
          <p:cNvSpPr/>
          <p:nvPr/>
        </p:nvSpPr>
        <p:spPr>
          <a:xfrm rot="-6126992">
            <a:off x="9299220" y="315349"/>
            <a:ext cx="845837" cy="617730"/>
          </a:xfrm>
          <a:custGeom>
            <a:rect b="b" l="l" r="r" t="t"/>
            <a:pathLst>
              <a:path extrusionOk="0" h="1308" w="1791">
                <a:moveTo>
                  <a:pt x="1141" y="1"/>
                </a:moveTo>
                <a:cubicBezTo>
                  <a:pt x="1135" y="1"/>
                  <a:pt x="1129" y="3"/>
                  <a:pt x="1124" y="6"/>
                </a:cubicBezTo>
                <a:cubicBezTo>
                  <a:pt x="951" y="195"/>
                  <a:pt x="797" y="408"/>
                  <a:pt x="675" y="633"/>
                </a:cubicBezTo>
                <a:cubicBezTo>
                  <a:pt x="576" y="428"/>
                  <a:pt x="478" y="226"/>
                  <a:pt x="379" y="22"/>
                </a:cubicBezTo>
                <a:cubicBezTo>
                  <a:pt x="375" y="14"/>
                  <a:pt x="368" y="10"/>
                  <a:pt x="361" y="10"/>
                </a:cubicBezTo>
                <a:cubicBezTo>
                  <a:pt x="354" y="10"/>
                  <a:pt x="347" y="14"/>
                  <a:pt x="344" y="22"/>
                </a:cubicBezTo>
                <a:cubicBezTo>
                  <a:pt x="273" y="183"/>
                  <a:pt x="209" y="349"/>
                  <a:pt x="158" y="518"/>
                </a:cubicBezTo>
                <a:cubicBezTo>
                  <a:pt x="134" y="589"/>
                  <a:pt x="0" y="873"/>
                  <a:pt x="44" y="944"/>
                </a:cubicBezTo>
                <a:cubicBezTo>
                  <a:pt x="47" y="959"/>
                  <a:pt x="67" y="964"/>
                  <a:pt x="80" y="968"/>
                </a:cubicBezTo>
                <a:cubicBezTo>
                  <a:pt x="331" y="1039"/>
                  <a:pt x="580" y="1101"/>
                  <a:pt x="833" y="1161"/>
                </a:cubicBezTo>
                <a:cubicBezTo>
                  <a:pt x="1010" y="1201"/>
                  <a:pt x="1183" y="1236"/>
                  <a:pt x="1361" y="1272"/>
                </a:cubicBezTo>
                <a:cubicBezTo>
                  <a:pt x="1396" y="1277"/>
                  <a:pt x="1514" y="1308"/>
                  <a:pt x="1585" y="1308"/>
                </a:cubicBezTo>
                <a:cubicBezTo>
                  <a:pt x="1609" y="1308"/>
                  <a:pt x="1628" y="1304"/>
                  <a:pt x="1637" y="1295"/>
                </a:cubicBezTo>
                <a:cubicBezTo>
                  <a:pt x="1656" y="1279"/>
                  <a:pt x="1656" y="1248"/>
                  <a:pt x="1656" y="1220"/>
                </a:cubicBezTo>
                <a:cubicBezTo>
                  <a:pt x="1661" y="924"/>
                  <a:pt x="1779" y="637"/>
                  <a:pt x="1791" y="337"/>
                </a:cubicBezTo>
                <a:lnTo>
                  <a:pt x="1791" y="337"/>
                </a:lnTo>
                <a:cubicBezTo>
                  <a:pt x="1625" y="463"/>
                  <a:pt x="1467" y="597"/>
                  <a:pt x="1294" y="715"/>
                </a:cubicBezTo>
                <a:cubicBezTo>
                  <a:pt x="1321" y="621"/>
                  <a:pt x="1230" y="502"/>
                  <a:pt x="1207" y="412"/>
                </a:cubicBezTo>
                <a:cubicBezTo>
                  <a:pt x="1175" y="282"/>
                  <a:pt x="1159" y="151"/>
                  <a:pt x="1159" y="18"/>
                </a:cubicBezTo>
                <a:cubicBezTo>
                  <a:pt x="1159" y="6"/>
                  <a:pt x="1150" y="1"/>
                  <a:pt x="1141" y="1"/>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22"/>
          <p:cNvSpPr/>
          <p:nvPr/>
        </p:nvSpPr>
        <p:spPr>
          <a:xfrm rot="10800000">
            <a:off x="490236" y="6190398"/>
            <a:ext cx="233400" cy="233400"/>
          </a:xfrm>
          <a:prstGeom prst="ellipse">
            <a:avLst/>
          </a:pr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22"/>
          <p:cNvSpPr/>
          <p:nvPr/>
        </p:nvSpPr>
        <p:spPr>
          <a:xfrm rot="10800000">
            <a:off x="553061" y="4755961"/>
            <a:ext cx="233400" cy="233400"/>
          </a:xfrm>
          <a:prstGeom prst="ellipse">
            <a:avLst/>
          </a:pr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22"/>
          <p:cNvSpPr/>
          <p:nvPr/>
        </p:nvSpPr>
        <p:spPr>
          <a:xfrm rot="10800000">
            <a:off x="254399" y="5434673"/>
            <a:ext cx="233400" cy="233400"/>
          </a:xfrm>
          <a:prstGeom prst="ellipse">
            <a:avLst/>
          </a:pr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22"/>
          <p:cNvSpPr/>
          <p:nvPr/>
        </p:nvSpPr>
        <p:spPr>
          <a:xfrm flipH="1">
            <a:off x="245836" y="431986"/>
            <a:ext cx="56375" cy="2663275"/>
          </a:xfrm>
          <a:custGeom>
            <a:rect b="b" l="l" r="r" t="t"/>
            <a:pathLst>
              <a:path extrusionOk="0" h="106531" w="2255">
                <a:moveTo>
                  <a:pt x="1515" y="0"/>
                </a:moveTo>
                <a:cubicBezTo>
                  <a:pt x="649" y="35503"/>
                  <a:pt x="4406" y="71291"/>
                  <a:pt x="0" y="106531"/>
                </a:cubicBezTo>
              </a:path>
            </a:pathLst>
          </a:custGeom>
          <a:noFill/>
          <a:ln cap="flat" cmpd="sng" w="28575">
            <a:solidFill>
              <a:schemeClr val="dk1"/>
            </a:solidFill>
            <a:prstDash val="solid"/>
            <a:round/>
            <a:headEnd len="med" w="med" type="none"/>
            <a:tailEnd len="med" w="med" type="none"/>
          </a:ln>
        </p:spPr>
      </p:sp>
      <p:sp>
        <p:nvSpPr>
          <p:cNvPr id="542" name="Google Shape;542;p22"/>
          <p:cNvSpPr/>
          <p:nvPr/>
        </p:nvSpPr>
        <p:spPr>
          <a:xfrm flipH="1">
            <a:off x="455286" y="2034986"/>
            <a:ext cx="23625" cy="795200"/>
          </a:xfrm>
          <a:custGeom>
            <a:rect b="b" l="l" r="r" t="t"/>
            <a:pathLst>
              <a:path extrusionOk="0" h="31808" w="945">
                <a:moveTo>
                  <a:pt x="505" y="0"/>
                </a:moveTo>
                <a:cubicBezTo>
                  <a:pt x="1386" y="10567"/>
                  <a:pt x="0" y="21204"/>
                  <a:pt x="0" y="31808"/>
                </a:cubicBezTo>
              </a:path>
            </a:pathLst>
          </a:custGeom>
          <a:noFill/>
          <a:ln cap="flat" cmpd="sng" w="28575">
            <a:solidFill>
              <a:schemeClr val="dk1"/>
            </a:solidFill>
            <a:prstDash val="solid"/>
            <a:round/>
            <a:headEnd len="med" w="med" type="none"/>
            <a:tailEnd len="med" w="med" type="none"/>
          </a:ln>
        </p:spPr>
      </p:sp>
      <p:sp>
        <p:nvSpPr>
          <p:cNvPr id="543" name="Google Shape;543;p22"/>
          <p:cNvSpPr/>
          <p:nvPr/>
        </p:nvSpPr>
        <p:spPr>
          <a:xfrm rot="-10651105">
            <a:off x="9845125" y="4374102"/>
            <a:ext cx="138855" cy="2158457"/>
          </a:xfrm>
          <a:custGeom>
            <a:rect b="b" l="l" r="r" t="t"/>
            <a:pathLst>
              <a:path extrusionOk="0" h="86335" w="5554">
                <a:moveTo>
                  <a:pt x="0" y="0"/>
                </a:moveTo>
                <a:cubicBezTo>
                  <a:pt x="1919" y="28774"/>
                  <a:pt x="5554" y="57497"/>
                  <a:pt x="5554" y="86335"/>
                </a:cubicBezTo>
              </a:path>
            </a:pathLst>
          </a:custGeom>
          <a:noFill/>
          <a:ln cap="flat" cmpd="sng" w="28575">
            <a:solidFill>
              <a:schemeClr val="dk1"/>
            </a:solidFill>
            <a:prstDash val="solid"/>
            <a:round/>
            <a:headEnd len="med" w="med" type="none"/>
            <a:tailEnd len="med" w="med" type="none"/>
          </a:ln>
        </p:spPr>
      </p:sp>
      <p:sp>
        <p:nvSpPr>
          <p:cNvPr id="544" name="Google Shape;544;p22"/>
          <p:cNvSpPr/>
          <p:nvPr/>
        </p:nvSpPr>
        <p:spPr>
          <a:xfrm rot="-10651105">
            <a:off x="9720017" y="5803377"/>
            <a:ext cx="39176" cy="1123393"/>
          </a:xfrm>
          <a:custGeom>
            <a:rect b="b" l="l" r="r" t="t"/>
            <a:pathLst>
              <a:path extrusionOk="0" h="44934" w="1567">
                <a:moveTo>
                  <a:pt x="557" y="0"/>
                </a:moveTo>
                <a:cubicBezTo>
                  <a:pt x="-1098" y="14890"/>
                  <a:pt x="1567" y="29952"/>
                  <a:pt x="1567" y="44934"/>
                </a:cubicBezTo>
              </a:path>
            </a:pathLst>
          </a:custGeom>
          <a:noFill/>
          <a:ln cap="flat" cmpd="sng" w="28575">
            <a:solidFill>
              <a:schemeClr val="dk1"/>
            </a:solidFill>
            <a:prstDash val="solid"/>
            <a:round/>
            <a:headEnd len="med" w="med" type="none"/>
            <a:tailEnd len="med" w="med" type="none"/>
          </a:ln>
        </p:spPr>
      </p:sp>
      <p:sp>
        <p:nvSpPr>
          <p:cNvPr id="545" name="Google Shape;545;p22"/>
          <p:cNvSpPr/>
          <p:nvPr/>
        </p:nvSpPr>
        <p:spPr>
          <a:xfrm rot="10800000">
            <a:off x="8089736" y="159873"/>
            <a:ext cx="233400" cy="233400"/>
          </a:xfrm>
          <a:prstGeom prst="ellipse">
            <a:avLst/>
          </a:pr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22"/>
          <p:cNvSpPr/>
          <p:nvPr/>
        </p:nvSpPr>
        <p:spPr>
          <a:xfrm rot="10800000">
            <a:off x="9794649" y="1530236"/>
            <a:ext cx="233400" cy="233400"/>
          </a:xfrm>
          <a:prstGeom prst="ellipse">
            <a:avLst/>
          </a:pr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22"/>
          <p:cNvSpPr/>
          <p:nvPr/>
        </p:nvSpPr>
        <p:spPr>
          <a:xfrm rot="10800000">
            <a:off x="8816486" y="507511"/>
            <a:ext cx="233400" cy="233400"/>
          </a:xfrm>
          <a:prstGeom prst="ellipse">
            <a:avLst/>
          </a:pr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4">
  <p:cSld name="TITLE_ONLY_2">
    <p:spTree>
      <p:nvGrpSpPr>
        <p:cNvPr id="548" name="Shape 548"/>
        <p:cNvGrpSpPr/>
        <p:nvPr/>
      </p:nvGrpSpPr>
      <p:grpSpPr>
        <a:xfrm>
          <a:off x="0" y="0"/>
          <a:ext cx="0" cy="0"/>
          <a:chOff x="0" y="0"/>
          <a:chExt cx="0" cy="0"/>
        </a:xfrm>
      </p:grpSpPr>
      <p:sp>
        <p:nvSpPr>
          <p:cNvPr id="549" name="Google Shape;549;p23"/>
          <p:cNvSpPr/>
          <p:nvPr/>
        </p:nvSpPr>
        <p:spPr>
          <a:xfrm>
            <a:off x="9560250" y="1284700"/>
            <a:ext cx="233400" cy="233400"/>
          </a:xfrm>
          <a:prstGeom prst="ellipse">
            <a:avLst/>
          </a:pr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23"/>
          <p:cNvSpPr/>
          <p:nvPr/>
        </p:nvSpPr>
        <p:spPr>
          <a:xfrm>
            <a:off x="9372639" y="140810"/>
            <a:ext cx="830723" cy="773578"/>
          </a:xfrm>
          <a:custGeom>
            <a:rect b="b" l="l" r="r" t="t"/>
            <a:pathLst>
              <a:path extrusionOk="0" h="1638" w="1759">
                <a:moveTo>
                  <a:pt x="1074" y="1"/>
                </a:moveTo>
                <a:cubicBezTo>
                  <a:pt x="1067" y="1"/>
                  <a:pt x="1060" y="3"/>
                  <a:pt x="1054" y="5"/>
                </a:cubicBezTo>
                <a:cubicBezTo>
                  <a:pt x="1041" y="18"/>
                  <a:pt x="1025" y="29"/>
                  <a:pt x="1014" y="41"/>
                </a:cubicBezTo>
                <a:cubicBezTo>
                  <a:pt x="1006" y="53"/>
                  <a:pt x="994" y="65"/>
                  <a:pt x="983" y="76"/>
                </a:cubicBezTo>
                <a:cubicBezTo>
                  <a:pt x="947" y="124"/>
                  <a:pt x="912" y="171"/>
                  <a:pt x="872" y="214"/>
                </a:cubicBezTo>
                <a:cubicBezTo>
                  <a:pt x="836" y="262"/>
                  <a:pt x="805" y="309"/>
                  <a:pt x="774" y="356"/>
                </a:cubicBezTo>
                <a:cubicBezTo>
                  <a:pt x="761" y="376"/>
                  <a:pt x="750" y="404"/>
                  <a:pt x="734" y="424"/>
                </a:cubicBezTo>
                <a:cubicBezTo>
                  <a:pt x="723" y="435"/>
                  <a:pt x="710" y="451"/>
                  <a:pt x="703" y="462"/>
                </a:cubicBezTo>
                <a:cubicBezTo>
                  <a:pt x="699" y="473"/>
                  <a:pt x="687" y="508"/>
                  <a:pt x="673" y="508"/>
                </a:cubicBezTo>
                <a:cubicBezTo>
                  <a:pt x="671" y="508"/>
                  <a:pt x="669" y="507"/>
                  <a:pt x="667" y="506"/>
                </a:cubicBezTo>
                <a:cubicBezTo>
                  <a:pt x="659" y="502"/>
                  <a:pt x="659" y="495"/>
                  <a:pt x="652" y="495"/>
                </a:cubicBezTo>
                <a:cubicBezTo>
                  <a:pt x="643" y="495"/>
                  <a:pt x="639" y="498"/>
                  <a:pt x="632" y="498"/>
                </a:cubicBezTo>
                <a:cubicBezTo>
                  <a:pt x="625" y="500"/>
                  <a:pt x="618" y="500"/>
                  <a:pt x="611" y="500"/>
                </a:cubicBezTo>
                <a:cubicBezTo>
                  <a:pt x="596" y="500"/>
                  <a:pt x="582" y="498"/>
                  <a:pt x="568" y="498"/>
                </a:cubicBezTo>
                <a:cubicBezTo>
                  <a:pt x="545" y="495"/>
                  <a:pt x="517" y="491"/>
                  <a:pt x="494" y="491"/>
                </a:cubicBezTo>
                <a:cubicBezTo>
                  <a:pt x="454" y="486"/>
                  <a:pt x="415" y="482"/>
                  <a:pt x="379" y="479"/>
                </a:cubicBezTo>
                <a:cubicBezTo>
                  <a:pt x="359" y="479"/>
                  <a:pt x="339" y="475"/>
                  <a:pt x="320" y="475"/>
                </a:cubicBezTo>
                <a:cubicBezTo>
                  <a:pt x="273" y="471"/>
                  <a:pt x="226" y="462"/>
                  <a:pt x="178" y="462"/>
                </a:cubicBezTo>
                <a:cubicBezTo>
                  <a:pt x="170" y="462"/>
                  <a:pt x="164" y="461"/>
                  <a:pt x="157" y="461"/>
                </a:cubicBezTo>
                <a:cubicBezTo>
                  <a:pt x="154" y="461"/>
                  <a:pt x="150" y="461"/>
                  <a:pt x="146" y="462"/>
                </a:cubicBezTo>
                <a:cubicBezTo>
                  <a:pt x="139" y="462"/>
                  <a:pt x="135" y="462"/>
                  <a:pt x="123" y="459"/>
                </a:cubicBezTo>
                <a:cubicBezTo>
                  <a:pt x="103" y="455"/>
                  <a:pt x="79" y="451"/>
                  <a:pt x="60" y="451"/>
                </a:cubicBezTo>
                <a:cubicBezTo>
                  <a:pt x="48" y="455"/>
                  <a:pt x="36" y="451"/>
                  <a:pt x="28" y="459"/>
                </a:cubicBezTo>
                <a:cubicBezTo>
                  <a:pt x="24" y="462"/>
                  <a:pt x="13" y="471"/>
                  <a:pt x="8" y="479"/>
                </a:cubicBezTo>
                <a:cubicBezTo>
                  <a:pt x="0" y="491"/>
                  <a:pt x="13" y="502"/>
                  <a:pt x="17" y="514"/>
                </a:cubicBezTo>
                <a:cubicBezTo>
                  <a:pt x="24" y="522"/>
                  <a:pt x="28" y="530"/>
                  <a:pt x="36" y="542"/>
                </a:cubicBezTo>
                <a:cubicBezTo>
                  <a:pt x="44" y="553"/>
                  <a:pt x="48" y="562"/>
                  <a:pt x="60" y="573"/>
                </a:cubicBezTo>
                <a:cubicBezTo>
                  <a:pt x="84" y="597"/>
                  <a:pt x="115" y="613"/>
                  <a:pt x="139" y="637"/>
                </a:cubicBezTo>
                <a:cubicBezTo>
                  <a:pt x="162" y="668"/>
                  <a:pt x="182" y="695"/>
                  <a:pt x="210" y="723"/>
                </a:cubicBezTo>
                <a:cubicBezTo>
                  <a:pt x="241" y="751"/>
                  <a:pt x="273" y="775"/>
                  <a:pt x="304" y="802"/>
                </a:cubicBezTo>
                <a:cubicBezTo>
                  <a:pt x="316" y="814"/>
                  <a:pt x="324" y="826"/>
                  <a:pt x="335" y="833"/>
                </a:cubicBezTo>
                <a:cubicBezTo>
                  <a:pt x="344" y="837"/>
                  <a:pt x="352" y="841"/>
                  <a:pt x="355" y="846"/>
                </a:cubicBezTo>
                <a:cubicBezTo>
                  <a:pt x="355" y="849"/>
                  <a:pt x="352" y="857"/>
                  <a:pt x="348" y="861"/>
                </a:cubicBezTo>
                <a:cubicBezTo>
                  <a:pt x="348" y="869"/>
                  <a:pt x="344" y="881"/>
                  <a:pt x="339" y="888"/>
                </a:cubicBezTo>
                <a:cubicBezTo>
                  <a:pt x="316" y="920"/>
                  <a:pt x="297" y="948"/>
                  <a:pt x="281" y="983"/>
                </a:cubicBezTo>
                <a:cubicBezTo>
                  <a:pt x="273" y="999"/>
                  <a:pt x="265" y="1011"/>
                  <a:pt x="261" y="1026"/>
                </a:cubicBezTo>
                <a:cubicBezTo>
                  <a:pt x="253" y="1039"/>
                  <a:pt x="241" y="1050"/>
                  <a:pt x="233" y="1066"/>
                </a:cubicBezTo>
                <a:cubicBezTo>
                  <a:pt x="221" y="1082"/>
                  <a:pt x="213" y="1097"/>
                  <a:pt x="206" y="1110"/>
                </a:cubicBezTo>
                <a:cubicBezTo>
                  <a:pt x="190" y="1130"/>
                  <a:pt x="178" y="1145"/>
                  <a:pt x="166" y="1165"/>
                </a:cubicBezTo>
                <a:cubicBezTo>
                  <a:pt x="159" y="1177"/>
                  <a:pt x="155" y="1188"/>
                  <a:pt x="150" y="1196"/>
                </a:cubicBezTo>
                <a:cubicBezTo>
                  <a:pt x="146" y="1208"/>
                  <a:pt x="139" y="1216"/>
                  <a:pt x="131" y="1228"/>
                </a:cubicBezTo>
                <a:cubicBezTo>
                  <a:pt x="115" y="1248"/>
                  <a:pt x="103" y="1267"/>
                  <a:pt x="91" y="1290"/>
                </a:cubicBezTo>
                <a:cubicBezTo>
                  <a:pt x="84" y="1307"/>
                  <a:pt x="75" y="1326"/>
                  <a:pt x="68" y="1346"/>
                </a:cubicBezTo>
                <a:cubicBezTo>
                  <a:pt x="60" y="1374"/>
                  <a:pt x="44" y="1394"/>
                  <a:pt x="32" y="1417"/>
                </a:cubicBezTo>
                <a:cubicBezTo>
                  <a:pt x="28" y="1421"/>
                  <a:pt x="24" y="1429"/>
                  <a:pt x="28" y="1432"/>
                </a:cubicBezTo>
                <a:cubicBezTo>
                  <a:pt x="28" y="1437"/>
                  <a:pt x="36" y="1441"/>
                  <a:pt x="40" y="1445"/>
                </a:cubicBezTo>
                <a:cubicBezTo>
                  <a:pt x="43" y="1451"/>
                  <a:pt x="46" y="1457"/>
                  <a:pt x="51" y="1457"/>
                </a:cubicBezTo>
                <a:cubicBezTo>
                  <a:pt x="52" y="1457"/>
                  <a:pt x="54" y="1457"/>
                  <a:pt x="55" y="1456"/>
                </a:cubicBezTo>
                <a:cubicBezTo>
                  <a:pt x="75" y="1452"/>
                  <a:pt x="91" y="1445"/>
                  <a:pt x="107" y="1432"/>
                </a:cubicBezTo>
                <a:cubicBezTo>
                  <a:pt x="119" y="1429"/>
                  <a:pt x="126" y="1429"/>
                  <a:pt x="139" y="1429"/>
                </a:cubicBezTo>
                <a:cubicBezTo>
                  <a:pt x="162" y="1425"/>
                  <a:pt x="182" y="1413"/>
                  <a:pt x="202" y="1405"/>
                </a:cubicBezTo>
                <a:cubicBezTo>
                  <a:pt x="253" y="1390"/>
                  <a:pt x="304" y="1374"/>
                  <a:pt x="355" y="1354"/>
                </a:cubicBezTo>
                <a:cubicBezTo>
                  <a:pt x="454" y="1319"/>
                  <a:pt x="552" y="1287"/>
                  <a:pt x="652" y="1252"/>
                </a:cubicBezTo>
                <a:cubicBezTo>
                  <a:pt x="667" y="1287"/>
                  <a:pt x="683" y="1319"/>
                  <a:pt x="706" y="1350"/>
                </a:cubicBezTo>
                <a:cubicBezTo>
                  <a:pt x="770" y="1445"/>
                  <a:pt x="852" y="1523"/>
                  <a:pt x="916" y="1622"/>
                </a:cubicBezTo>
                <a:cubicBezTo>
                  <a:pt x="922" y="1632"/>
                  <a:pt x="934" y="1637"/>
                  <a:pt x="945" y="1637"/>
                </a:cubicBezTo>
                <a:cubicBezTo>
                  <a:pt x="960" y="1637"/>
                  <a:pt x="974" y="1629"/>
                  <a:pt x="978" y="1614"/>
                </a:cubicBezTo>
                <a:cubicBezTo>
                  <a:pt x="1010" y="1508"/>
                  <a:pt x="1034" y="1401"/>
                  <a:pt x="1058" y="1295"/>
                </a:cubicBezTo>
                <a:cubicBezTo>
                  <a:pt x="1069" y="1243"/>
                  <a:pt x="1081" y="1188"/>
                  <a:pt x="1093" y="1137"/>
                </a:cubicBezTo>
                <a:cubicBezTo>
                  <a:pt x="1096" y="1114"/>
                  <a:pt x="1101" y="1086"/>
                  <a:pt x="1105" y="1062"/>
                </a:cubicBezTo>
                <a:lnTo>
                  <a:pt x="1105" y="1050"/>
                </a:lnTo>
                <a:cubicBezTo>
                  <a:pt x="1105" y="1039"/>
                  <a:pt x="1101" y="1026"/>
                  <a:pt x="1105" y="1015"/>
                </a:cubicBezTo>
                <a:cubicBezTo>
                  <a:pt x="1109" y="995"/>
                  <a:pt x="1125" y="983"/>
                  <a:pt x="1140" y="972"/>
                </a:cubicBezTo>
                <a:cubicBezTo>
                  <a:pt x="1164" y="952"/>
                  <a:pt x="1196" y="944"/>
                  <a:pt x="1223" y="932"/>
                </a:cubicBezTo>
                <a:cubicBezTo>
                  <a:pt x="1247" y="920"/>
                  <a:pt x="1270" y="908"/>
                  <a:pt x="1298" y="897"/>
                </a:cubicBezTo>
                <a:cubicBezTo>
                  <a:pt x="1325" y="884"/>
                  <a:pt x="1353" y="873"/>
                  <a:pt x="1385" y="857"/>
                </a:cubicBezTo>
                <a:cubicBezTo>
                  <a:pt x="1409" y="841"/>
                  <a:pt x="1432" y="833"/>
                  <a:pt x="1460" y="826"/>
                </a:cubicBezTo>
                <a:cubicBezTo>
                  <a:pt x="1471" y="822"/>
                  <a:pt x="1483" y="817"/>
                  <a:pt x="1495" y="810"/>
                </a:cubicBezTo>
                <a:cubicBezTo>
                  <a:pt x="1507" y="806"/>
                  <a:pt x="1518" y="798"/>
                  <a:pt x="1531" y="790"/>
                </a:cubicBezTo>
                <a:cubicBezTo>
                  <a:pt x="1574" y="770"/>
                  <a:pt x="1622" y="759"/>
                  <a:pt x="1664" y="735"/>
                </a:cubicBezTo>
                <a:cubicBezTo>
                  <a:pt x="1680" y="727"/>
                  <a:pt x="1696" y="715"/>
                  <a:pt x="1716" y="704"/>
                </a:cubicBezTo>
                <a:cubicBezTo>
                  <a:pt x="1724" y="695"/>
                  <a:pt x="1744" y="684"/>
                  <a:pt x="1751" y="672"/>
                </a:cubicBezTo>
                <a:cubicBezTo>
                  <a:pt x="1759" y="660"/>
                  <a:pt x="1755" y="637"/>
                  <a:pt x="1740" y="628"/>
                </a:cubicBezTo>
                <a:cubicBezTo>
                  <a:pt x="1731" y="620"/>
                  <a:pt x="1711" y="617"/>
                  <a:pt x="1700" y="617"/>
                </a:cubicBezTo>
                <a:lnTo>
                  <a:pt x="1684" y="617"/>
                </a:lnTo>
                <a:cubicBezTo>
                  <a:pt x="1664" y="613"/>
                  <a:pt x="1645" y="609"/>
                  <a:pt x="1625" y="604"/>
                </a:cubicBezTo>
                <a:cubicBezTo>
                  <a:pt x="1605" y="601"/>
                  <a:pt x="1586" y="597"/>
                  <a:pt x="1566" y="593"/>
                </a:cubicBezTo>
                <a:cubicBezTo>
                  <a:pt x="1558" y="589"/>
                  <a:pt x="1542" y="589"/>
                  <a:pt x="1535" y="585"/>
                </a:cubicBezTo>
                <a:cubicBezTo>
                  <a:pt x="1531" y="581"/>
                  <a:pt x="1527" y="577"/>
                  <a:pt x="1518" y="577"/>
                </a:cubicBezTo>
                <a:cubicBezTo>
                  <a:pt x="1495" y="573"/>
                  <a:pt x="1475" y="573"/>
                  <a:pt x="1456" y="573"/>
                </a:cubicBezTo>
                <a:lnTo>
                  <a:pt x="1357" y="573"/>
                </a:lnTo>
                <a:cubicBezTo>
                  <a:pt x="1325" y="573"/>
                  <a:pt x="1294" y="569"/>
                  <a:pt x="1262" y="566"/>
                </a:cubicBezTo>
                <a:cubicBezTo>
                  <a:pt x="1219" y="562"/>
                  <a:pt x="1176" y="562"/>
                  <a:pt x="1136" y="553"/>
                </a:cubicBezTo>
                <a:cubicBezTo>
                  <a:pt x="1120" y="549"/>
                  <a:pt x="1109" y="546"/>
                  <a:pt x="1096" y="546"/>
                </a:cubicBezTo>
                <a:cubicBezTo>
                  <a:pt x="1089" y="546"/>
                  <a:pt x="1081" y="546"/>
                  <a:pt x="1077" y="542"/>
                </a:cubicBezTo>
                <a:cubicBezTo>
                  <a:pt x="1065" y="533"/>
                  <a:pt x="1069" y="518"/>
                  <a:pt x="1069" y="506"/>
                </a:cubicBezTo>
                <a:cubicBezTo>
                  <a:pt x="1069" y="491"/>
                  <a:pt x="1065" y="475"/>
                  <a:pt x="1061" y="459"/>
                </a:cubicBezTo>
                <a:cubicBezTo>
                  <a:pt x="1061" y="439"/>
                  <a:pt x="1065" y="424"/>
                  <a:pt x="1069" y="404"/>
                </a:cubicBezTo>
                <a:cubicBezTo>
                  <a:pt x="1073" y="388"/>
                  <a:pt x="1077" y="373"/>
                  <a:pt x="1077" y="356"/>
                </a:cubicBezTo>
                <a:lnTo>
                  <a:pt x="1077" y="302"/>
                </a:lnTo>
                <a:cubicBezTo>
                  <a:pt x="1081" y="285"/>
                  <a:pt x="1085" y="266"/>
                  <a:pt x="1085" y="249"/>
                </a:cubicBezTo>
                <a:cubicBezTo>
                  <a:pt x="1089" y="226"/>
                  <a:pt x="1085" y="207"/>
                  <a:pt x="1089" y="187"/>
                </a:cubicBezTo>
                <a:cubicBezTo>
                  <a:pt x="1093" y="167"/>
                  <a:pt x="1093" y="151"/>
                  <a:pt x="1096" y="131"/>
                </a:cubicBezTo>
                <a:cubicBezTo>
                  <a:pt x="1101" y="112"/>
                  <a:pt x="1105" y="96"/>
                  <a:pt x="1109" y="76"/>
                </a:cubicBezTo>
                <a:cubicBezTo>
                  <a:pt x="1109" y="56"/>
                  <a:pt x="1109" y="21"/>
                  <a:pt x="1089" y="5"/>
                </a:cubicBezTo>
                <a:cubicBezTo>
                  <a:pt x="1084" y="2"/>
                  <a:pt x="1079" y="1"/>
                  <a:pt x="1074" y="1"/>
                </a:cubicBezTo>
                <a:close/>
              </a:path>
            </a:pathLst>
          </a:custGeom>
          <a:solidFill>
            <a:schemeClr val="accent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23"/>
          <p:cNvSpPr/>
          <p:nvPr/>
        </p:nvSpPr>
        <p:spPr>
          <a:xfrm>
            <a:off x="179557" y="9239519"/>
            <a:ext cx="845836" cy="617729"/>
          </a:xfrm>
          <a:custGeom>
            <a:rect b="b" l="l" r="r" t="t"/>
            <a:pathLst>
              <a:path extrusionOk="0" h="1308" w="1791">
                <a:moveTo>
                  <a:pt x="1141" y="1"/>
                </a:moveTo>
                <a:cubicBezTo>
                  <a:pt x="1135" y="1"/>
                  <a:pt x="1129" y="3"/>
                  <a:pt x="1124" y="6"/>
                </a:cubicBezTo>
                <a:cubicBezTo>
                  <a:pt x="951" y="195"/>
                  <a:pt x="797" y="408"/>
                  <a:pt x="675" y="633"/>
                </a:cubicBezTo>
                <a:cubicBezTo>
                  <a:pt x="576" y="428"/>
                  <a:pt x="478" y="226"/>
                  <a:pt x="379" y="22"/>
                </a:cubicBezTo>
                <a:cubicBezTo>
                  <a:pt x="375" y="14"/>
                  <a:pt x="368" y="10"/>
                  <a:pt x="361" y="10"/>
                </a:cubicBezTo>
                <a:cubicBezTo>
                  <a:pt x="354" y="10"/>
                  <a:pt x="347" y="14"/>
                  <a:pt x="344" y="22"/>
                </a:cubicBezTo>
                <a:cubicBezTo>
                  <a:pt x="273" y="183"/>
                  <a:pt x="209" y="349"/>
                  <a:pt x="158" y="518"/>
                </a:cubicBezTo>
                <a:cubicBezTo>
                  <a:pt x="134" y="589"/>
                  <a:pt x="0" y="873"/>
                  <a:pt x="44" y="944"/>
                </a:cubicBezTo>
                <a:cubicBezTo>
                  <a:pt x="47" y="959"/>
                  <a:pt x="67" y="964"/>
                  <a:pt x="80" y="968"/>
                </a:cubicBezTo>
                <a:cubicBezTo>
                  <a:pt x="331" y="1039"/>
                  <a:pt x="580" y="1101"/>
                  <a:pt x="833" y="1161"/>
                </a:cubicBezTo>
                <a:cubicBezTo>
                  <a:pt x="1010" y="1201"/>
                  <a:pt x="1183" y="1236"/>
                  <a:pt x="1361" y="1272"/>
                </a:cubicBezTo>
                <a:cubicBezTo>
                  <a:pt x="1396" y="1277"/>
                  <a:pt x="1514" y="1308"/>
                  <a:pt x="1585" y="1308"/>
                </a:cubicBezTo>
                <a:cubicBezTo>
                  <a:pt x="1609" y="1308"/>
                  <a:pt x="1628" y="1304"/>
                  <a:pt x="1637" y="1295"/>
                </a:cubicBezTo>
                <a:cubicBezTo>
                  <a:pt x="1656" y="1279"/>
                  <a:pt x="1656" y="1248"/>
                  <a:pt x="1656" y="1220"/>
                </a:cubicBezTo>
                <a:cubicBezTo>
                  <a:pt x="1661" y="924"/>
                  <a:pt x="1779" y="637"/>
                  <a:pt x="1791" y="337"/>
                </a:cubicBezTo>
                <a:lnTo>
                  <a:pt x="1791" y="337"/>
                </a:lnTo>
                <a:cubicBezTo>
                  <a:pt x="1625" y="463"/>
                  <a:pt x="1467" y="597"/>
                  <a:pt x="1294" y="715"/>
                </a:cubicBezTo>
                <a:cubicBezTo>
                  <a:pt x="1321" y="621"/>
                  <a:pt x="1230" y="502"/>
                  <a:pt x="1207" y="412"/>
                </a:cubicBezTo>
                <a:cubicBezTo>
                  <a:pt x="1175" y="282"/>
                  <a:pt x="1159" y="151"/>
                  <a:pt x="1159" y="18"/>
                </a:cubicBezTo>
                <a:cubicBezTo>
                  <a:pt x="1159" y="6"/>
                  <a:pt x="1150" y="1"/>
                  <a:pt x="1141" y="1"/>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23"/>
          <p:cNvSpPr/>
          <p:nvPr/>
        </p:nvSpPr>
        <p:spPr>
          <a:xfrm>
            <a:off x="8810800" y="340825"/>
            <a:ext cx="233400" cy="233400"/>
          </a:xfrm>
          <a:prstGeom prst="ellipse">
            <a:avLst/>
          </a:pr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23"/>
          <p:cNvSpPr/>
          <p:nvPr/>
        </p:nvSpPr>
        <p:spPr>
          <a:xfrm>
            <a:off x="9919350" y="1963150"/>
            <a:ext cx="233400" cy="233400"/>
          </a:xfrm>
          <a:prstGeom prst="ellipse">
            <a:avLst/>
          </a:pr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23"/>
          <p:cNvSpPr/>
          <p:nvPr/>
        </p:nvSpPr>
        <p:spPr>
          <a:xfrm flipH="1" rot="10800000">
            <a:off x="10022400" y="2626150"/>
            <a:ext cx="56375" cy="2663275"/>
          </a:xfrm>
          <a:custGeom>
            <a:rect b="b" l="l" r="r" t="t"/>
            <a:pathLst>
              <a:path extrusionOk="0" h="106531" w="2255">
                <a:moveTo>
                  <a:pt x="1515" y="0"/>
                </a:moveTo>
                <a:cubicBezTo>
                  <a:pt x="649" y="35503"/>
                  <a:pt x="4406" y="71291"/>
                  <a:pt x="0" y="106531"/>
                </a:cubicBezTo>
              </a:path>
            </a:pathLst>
          </a:custGeom>
          <a:noFill/>
          <a:ln cap="flat" cmpd="sng" w="28575">
            <a:solidFill>
              <a:schemeClr val="dk1"/>
            </a:solidFill>
            <a:prstDash val="solid"/>
            <a:round/>
            <a:headEnd len="med" w="med" type="none"/>
            <a:tailEnd len="med" w="med" type="none"/>
          </a:ln>
        </p:spPr>
      </p:sp>
      <p:sp>
        <p:nvSpPr>
          <p:cNvPr id="555" name="Google Shape;555;p23"/>
          <p:cNvSpPr/>
          <p:nvPr/>
        </p:nvSpPr>
        <p:spPr>
          <a:xfrm flipH="1" rot="10800000">
            <a:off x="9845700" y="2891225"/>
            <a:ext cx="23625" cy="795200"/>
          </a:xfrm>
          <a:custGeom>
            <a:rect b="b" l="l" r="r" t="t"/>
            <a:pathLst>
              <a:path extrusionOk="0" h="31808" w="945">
                <a:moveTo>
                  <a:pt x="505" y="0"/>
                </a:moveTo>
                <a:cubicBezTo>
                  <a:pt x="1386" y="10567"/>
                  <a:pt x="0" y="21204"/>
                  <a:pt x="0" y="31808"/>
                </a:cubicBezTo>
              </a:path>
            </a:pathLst>
          </a:custGeom>
          <a:noFill/>
          <a:ln cap="flat" cmpd="sng" w="28575">
            <a:solidFill>
              <a:schemeClr val="dk1"/>
            </a:solidFill>
            <a:prstDash val="solid"/>
            <a:round/>
            <a:headEnd len="med" w="med" type="none"/>
            <a:tailEnd len="med" w="med" type="none"/>
          </a:ln>
        </p:spPr>
      </p:sp>
      <p:sp>
        <p:nvSpPr>
          <p:cNvPr id="556" name="Google Shape;556;p23"/>
          <p:cNvSpPr/>
          <p:nvPr/>
        </p:nvSpPr>
        <p:spPr>
          <a:xfrm flipH="1" rot="10800000">
            <a:off x="9631125" y="2891225"/>
            <a:ext cx="88350" cy="1476775"/>
          </a:xfrm>
          <a:custGeom>
            <a:rect b="b" l="l" r="r" t="t"/>
            <a:pathLst>
              <a:path extrusionOk="0" h="59071" w="3534">
                <a:moveTo>
                  <a:pt x="0" y="0"/>
                </a:moveTo>
                <a:cubicBezTo>
                  <a:pt x="1037" y="19698"/>
                  <a:pt x="3534" y="39345"/>
                  <a:pt x="3534" y="59071"/>
                </a:cubicBezTo>
              </a:path>
            </a:pathLst>
          </a:custGeom>
          <a:noFill/>
          <a:ln cap="flat" cmpd="sng" w="28575">
            <a:solidFill>
              <a:schemeClr val="dk1"/>
            </a:solidFill>
            <a:prstDash val="solid"/>
            <a:round/>
            <a:headEnd len="med" w="med" type="none"/>
            <a:tailEnd len="med" w="med" type="none"/>
          </a:ln>
        </p:spPr>
      </p:sp>
      <p:sp>
        <p:nvSpPr>
          <p:cNvPr id="557" name="Google Shape;557;p23"/>
          <p:cNvSpPr/>
          <p:nvPr/>
        </p:nvSpPr>
        <p:spPr>
          <a:xfrm rot="148895">
            <a:off x="269506" y="5132452"/>
            <a:ext cx="138855" cy="2158457"/>
          </a:xfrm>
          <a:custGeom>
            <a:rect b="b" l="l" r="r" t="t"/>
            <a:pathLst>
              <a:path extrusionOk="0" h="86335" w="5554">
                <a:moveTo>
                  <a:pt x="0" y="0"/>
                </a:moveTo>
                <a:cubicBezTo>
                  <a:pt x="1919" y="28774"/>
                  <a:pt x="5554" y="57497"/>
                  <a:pt x="5554" y="86335"/>
                </a:cubicBezTo>
              </a:path>
            </a:pathLst>
          </a:custGeom>
          <a:noFill/>
          <a:ln cap="flat" cmpd="sng" w="28575">
            <a:solidFill>
              <a:schemeClr val="dk1"/>
            </a:solidFill>
            <a:prstDash val="solid"/>
            <a:round/>
            <a:headEnd len="med" w="med" type="none"/>
            <a:tailEnd len="med" w="med" type="none"/>
          </a:ln>
        </p:spPr>
      </p:sp>
      <p:sp>
        <p:nvSpPr>
          <p:cNvPr id="558" name="Google Shape;558;p23"/>
          <p:cNvSpPr/>
          <p:nvPr/>
        </p:nvSpPr>
        <p:spPr>
          <a:xfrm rot="148895">
            <a:off x="494293" y="4738241"/>
            <a:ext cx="39176" cy="1123393"/>
          </a:xfrm>
          <a:custGeom>
            <a:rect b="b" l="l" r="r" t="t"/>
            <a:pathLst>
              <a:path extrusionOk="0" h="44934" w="1567">
                <a:moveTo>
                  <a:pt x="557" y="0"/>
                </a:moveTo>
                <a:cubicBezTo>
                  <a:pt x="-1098" y="14890"/>
                  <a:pt x="1567" y="29952"/>
                  <a:pt x="1567" y="44934"/>
                </a:cubicBezTo>
              </a:path>
            </a:pathLst>
          </a:custGeom>
          <a:noFill/>
          <a:ln cap="flat" cmpd="sng" w="28575">
            <a:solidFill>
              <a:schemeClr val="dk1"/>
            </a:solidFill>
            <a:prstDash val="solid"/>
            <a:round/>
            <a:headEnd len="med" w="med" type="none"/>
            <a:tailEnd len="med" w="med" type="none"/>
          </a:ln>
        </p:spPr>
      </p:sp>
      <p:sp>
        <p:nvSpPr>
          <p:cNvPr id="559" name="Google Shape;559;p23"/>
          <p:cNvSpPr/>
          <p:nvPr/>
        </p:nvSpPr>
        <p:spPr>
          <a:xfrm>
            <a:off x="230400" y="8704300"/>
            <a:ext cx="233400" cy="233400"/>
          </a:xfrm>
          <a:prstGeom prst="ellipse">
            <a:avLst/>
          </a:pr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23"/>
          <p:cNvSpPr/>
          <p:nvPr/>
        </p:nvSpPr>
        <p:spPr>
          <a:xfrm>
            <a:off x="470025" y="7849113"/>
            <a:ext cx="233400" cy="233400"/>
          </a:xfrm>
          <a:prstGeom prst="ellipse">
            <a:avLst/>
          </a:pr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23"/>
          <p:cNvSpPr/>
          <p:nvPr/>
        </p:nvSpPr>
        <p:spPr>
          <a:xfrm>
            <a:off x="1065175" y="9779325"/>
            <a:ext cx="233400" cy="233400"/>
          </a:xfrm>
          <a:prstGeom prst="ellipse">
            <a:avLst/>
          </a:pr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62" name="Google Shape;562;p23"/>
          <p:cNvGrpSpPr/>
          <p:nvPr/>
        </p:nvGrpSpPr>
        <p:grpSpPr>
          <a:xfrm rot="-4618739">
            <a:off x="9284677" y="7925114"/>
            <a:ext cx="2448691" cy="2125424"/>
            <a:chOff x="1322124" y="4079650"/>
            <a:chExt cx="3420400" cy="2968851"/>
          </a:xfrm>
        </p:grpSpPr>
        <p:sp>
          <p:nvSpPr>
            <p:cNvPr id="563" name="Google Shape;563;p23"/>
            <p:cNvSpPr/>
            <p:nvPr/>
          </p:nvSpPr>
          <p:spPr>
            <a:xfrm>
              <a:off x="1322124" y="4377475"/>
              <a:ext cx="3420400" cy="2671026"/>
            </a:xfrm>
            <a:custGeom>
              <a:rect b="b" l="l" r="r" t="t"/>
              <a:pathLst>
                <a:path extrusionOk="0" h="2556" w="3273">
                  <a:moveTo>
                    <a:pt x="228" y="0"/>
                  </a:moveTo>
                  <a:cubicBezTo>
                    <a:pt x="244" y="548"/>
                    <a:pt x="157" y="1345"/>
                    <a:pt x="0" y="2331"/>
                  </a:cubicBezTo>
                  <a:lnTo>
                    <a:pt x="3040" y="2555"/>
                  </a:lnTo>
                  <a:cubicBezTo>
                    <a:pt x="3186" y="1767"/>
                    <a:pt x="3273" y="998"/>
                    <a:pt x="3269" y="257"/>
                  </a:cubicBezTo>
                  <a:lnTo>
                    <a:pt x="3143" y="249"/>
                  </a:lnTo>
                  <a:lnTo>
                    <a:pt x="3143" y="249"/>
                  </a:lnTo>
                  <a:cubicBezTo>
                    <a:pt x="3154" y="320"/>
                    <a:pt x="3115" y="402"/>
                    <a:pt x="3020" y="402"/>
                  </a:cubicBezTo>
                  <a:cubicBezTo>
                    <a:pt x="2918" y="402"/>
                    <a:pt x="2878" y="304"/>
                    <a:pt x="2902" y="229"/>
                  </a:cubicBezTo>
                  <a:lnTo>
                    <a:pt x="2674" y="209"/>
                  </a:lnTo>
                  <a:lnTo>
                    <a:pt x="2674" y="209"/>
                  </a:lnTo>
                  <a:cubicBezTo>
                    <a:pt x="2677" y="213"/>
                    <a:pt x="2677" y="222"/>
                    <a:pt x="2677" y="229"/>
                  </a:cubicBezTo>
                  <a:lnTo>
                    <a:pt x="2677" y="237"/>
                  </a:lnTo>
                  <a:cubicBezTo>
                    <a:pt x="2677" y="261"/>
                    <a:pt x="2670" y="280"/>
                    <a:pt x="2657" y="300"/>
                  </a:cubicBezTo>
                  <a:cubicBezTo>
                    <a:pt x="2654" y="312"/>
                    <a:pt x="2646" y="320"/>
                    <a:pt x="2638" y="328"/>
                  </a:cubicBezTo>
                  <a:cubicBezTo>
                    <a:pt x="2622" y="344"/>
                    <a:pt x="2603" y="355"/>
                    <a:pt x="2583" y="364"/>
                  </a:cubicBezTo>
                  <a:lnTo>
                    <a:pt x="2547" y="367"/>
                  </a:lnTo>
                  <a:cubicBezTo>
                    <a:pt x="2528" y="367"/>
                    <a:pt x="2512" y="364"/>
                    <a:pt x="2496" y="355"/>
                  </a:cubicBezTo>
                  <a:cubicBezTo>
                    <a:pt x="2480" y="351"/>
                    <a:pt x="2468" y="340"/>
                    <a:pt x="2457" y="328"/>
                  </a:cubicBezTo>
                  <a:cubicBezTo>
                    <a:pt x="2441" y="316"/>
                    <a:pt x="2433" y="304"/>
                    <a:pt x="2428" y="288"/>
                  </a:cubicBezTo>
                  <a:cubicBezTo>
                    <a:pt x="2421" y="273"/>
                    <a:pt x="2417" y="253"/>
                    <a:pt x="2417" y="237"/>
                  </a:cubicBezTo>
                  <a:lnTo>
                    <a:pt x="2417" y="229"/>
                  </a:lnTo>
                  <a:cubicBezTo>
                    <a:pt x="2417" y="213"/>
                    <a:pt x="2421" y="202"/>
                    <a:pt x="2425" y="186"/>
                  </a:cubicBezTo>
                  <a:lnTo>
                    <a:pt x="2208" y="170"/>
                  </a:lnTo>
                  <a:lnTo>
                    <a:pt x="2208" y="170"/>
                  </a:lnTo>
                  <a:cubicBezTo>
                    <a:pt x="2228" y="245"/>
                    <a:pt x="2188" y="335"/>
                    <a:pt x="2090" y="335"/>
                  </a:cubicBezTo>
                  <a:cubicBezTo>
                    <a:pt x="1979" y="335"/>
                    <a:pt x="1940" y="225"/>
                    <a:pt x="1975" y="151"/>
                  </a:cubicBezTo>
                  <a:lnTo>
                    <a:pt x="1660" y="122"/>
                  </a:lnTo>
                  <a:lnTo>
                    <a:pt x="1660" y="122"/>
                  </a:lnTo>
                  <a:cubicBezTo>
                    <a:pt x="1684" y="198"/>
                    <a:pt x="1644" y="293"/>
                    <a:pt x="1542" y="293"/>
                  </a:cubicBezTo>
                  <a:cubicBezTo>
                    <a:pt x="1431" y="293"/>
                    <a:pt x="1396" y="182"/>
                    <a:pt x="1431" y="103"/>
                  </a:cubicBezTo>
                  <a:lnTo>
                    <a:pt x="1171" y="84"/>
                  </a:lnTo>
                  <a:lnTo>
                    <a:pt x="1171" y="84"/>
                  </a:lnTo>
                  <a:cubicBezTo>
                    <a:pt x="1183" y="155"/>
                    <a:pt x="1140" y="237"/>
                    <a:pt x="1049" y="237"/>
                  </a:cubicBezTo>
                  <a:cubicBezTo>
                    <a:pt x="946" y="237"/>
                    <a:pt x="907" y="138"/>
                    <a:pt x="930" y="60"/>
                  </a:cubicBezTo>
                  <a:lnTo>
                    <a:pt x="678" y="40"/>
                  </a:lnTo>
                  <a:cubicBezTo>
                    <a:pt x="678" y="107"/>
                    <a:pt x="635" y="170"/>
                    <a:pt x="552" y="170"/>
                  </a:cubicBezTo>
                  <a:cubicBezTo>
                    <a:pt x="461" y="170"/>
                    <a:pt x="417" y="91"/>
                    <a:pt x="430" y="20"/>
                  </a:cubicBezTo>
                  <a:lnTo>
                    <a:pt x="228" y="0"/>
                  </a:lnTo>
                  <a:close/>
                </a:path>
              </a:pathLst>
            </a:custGeom>
            <a:solidFill>
              <a:schemeClr val="accent5"/>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23"/>
            <p:cNvSpPr/>
            <p:nvPr/>
          </p:nvSpPr>
          <p:spPr>
            <a:xfrm>
              <a:off x="3019260" y="4421365"/>
              <a:ext cx="391888" cy="506826"/>
            </a:xfrm>
            <a:custGeom>
              <a:rect b="b" l="l" r="r" t="t"/>
              <a:pathLst>
                <a:path extrusionOk="0" h="485" w="375">
                  <a:moveTo>
                    <a:pt x="26" y="0"/>
                  </a:moveTo>
                  <a:cubicBezTo>
                    <a:pt x="21" y="0"/>
                    <a:pt x="16" y="2"/>
                    <a:pt x="12" y="6"/>
                  </a:cubicBezTo>
                  <a:cubicBezTo>
                    <a:pt x="0" y="9"/>
                    <a:pt x="0" y="25"/>
                    <a:pt x="9" y="33"/>
                  </a:cubicBezTo>
                  <a:lnTo>
                    <a:pt x="331" y="475"/>
                  </a:lnTo>
                  <a:cubicBezTo>
                    <a:pt x="336" y="482"/>
                    <a:pt x="341" y="485"/>
                    <a:pt x="347" y="485"/>
                  </a:cubicBezTo>
                  <a:cubicBezTo>
                    <a:pt x="352" y="485"/>
                    <a:pt x="358" y="483"/>
                    <a:pt x="363" y="479"/>
                  </a:cubicBezTo>
                  <a:cubicBezTo>
                    <a:pt x="371" y="475"/>
                    <a:pt x="375" y="459"/>
                    <a:pt x="367" y="451"/>
                  </a:cubicBezTo>
                  <a:lnTo>
                    <a:pt x="40" y="9"/>
                  </a:lnTo>
                  <a:cubicBezTo>
                    <a:pt x="38" y="3"/>
                    <a:pt x="32" y="0"/>
                    <a:pt x="2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23"/>
            <p:cNvSpPr/>
            <p:nvPr/>
          </p:nvSpPr>
          <p:spPr>
            <a:xfrm>
              <a:off x="2779947" y="4154890"/>
              <a:ext cx="755560" cy="640587"/>
            </a:xfrm>
            <a:custGeom>
              <a:rect b="b" l="l" r="r" t="t"/>
              <a:pathLst>
                <a:path extrusionOk="0" h="613" w="723">
                  <a:moveTo>
                    <a:pt x="311" y="0"/>
                  </a:moveTo>
                  <a:cubicBezTo>
                    <a:pt x="154" y="0"/>
                    <a:pt x="19" y="127"/>
                    <a:pt x="9" y="300"/>
                  </a:cubicBezTo>
                  <a:cubicBezTo>
                    <a:pt x="1" y="422"/>
                    <a:pt x="87" y="561"/>
                    <a:pt x="210" y="596"/>
                  </a:cubicBezTo>
                  <a:cubicBezTo>
                    <a:pt x="249" y="606"/>
                    <a:pt x="286" y="612"/>
                    <a:pt x="323" y="612"/>
                  </a:cubicBezTo>
                  <a:cubicBezTo>
                    <a:pt x="384" y="612"/>
                    <a:pt x="442" y="596"/>
                    <a:pt x="494" y="557"/>
                  </a:cubicBezTo>
                  <a:cubicBezTo>
                    <a:pt x="722" y="387"/>
                    <a:pt x="596" y="87"/>
                    <a:pt x="418" y="20"/>
                  </a:cubicBezTo>
                  <a:cubicBezTo>
                    <a:pt x="382" y="6"/>
                    <a:pt x="346" y="0"/>
                    <a:pt x="311" y="0"/>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23"/>
            <p:cNvSpPr/>
            <p:nvPr/>
          </p:nvSpPr>
          <p:spPr>
            <a:xfrm>
              <a:off x="2751731" y="4079650"/>
              <a:ext cx="638516" cy="558031"/>
            </a:xfrm>
            <a:custGeom>
              <a:rect b="b" l="l" r="r" t="t"/>
              <a:pathLst>
                <a:path extrusionOk="0" h="534" w="611">
                  <a:moveTo>
                    <a:pt x="247" y="0"/>
                  </a:moveTo>
                  <a:cubicBezTo>
                    <a:pt x="117" y="0"/>
                    <a:pt x="10" y="106"/>
                    <a:pt x="4" y="254"/>
                  </a:cubicBezTo>
                  <a:cubicBezTo>
                    <a:pt x="1" y="360"/>
                    <a:pt x="79" y="483"/>
                    <a:pt x="181" y="518"/>
                  </a:cubicBezTo>
                  <a:cubicBezTo>
                    <a:pt x="214" y="528"/>
                    <a:pt x="246" y="534"/>
                    <a:pt x="277" y="534"/>
                  </a:cubicBezTo>
                  <a:cubicBezTo>
                    <a:pt x="328" y="534"/>
                    <a:pt x="377" y="519"/>
                    <a:pt x="422" y="487"/>
                  </a:cubicBezTo>
                  <a:cubicBezTo>
                    <a:pt x="611" y="345"/>
                    <a:pt x="497" y="81"/>
                    <a:pt x="347" y="21"/>
                  </a:cubicBezTo>
                  <a:cubicBezTo>
                    <a:pt x="313" y="7"/>
                    <a:pt x="279" y="0"/>
                    <a:pt x="247" y="0"/>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23"/>
            <p:cNvSpPr/>
            <p:nvPr/>
          </p:nvSpPr>
          <p:spPr>
            <a:xfrm>
              <a:off x="1802840" y="5085985"/>
              <a:ext cx="2642894" cy="248711"/>
            </a:xfrm>
            <a:custGeom>
              <a:rect b="b" l="l" r="r" t="t"/>
              <a:pathLst>
                <a:path extrusionOk="0" h="238" w="2529">
                  <a:moveTo>
                    <a:pt x="13" y="1"/>
                  </a:moveTo>
                  <a:cubicBezTo>
                    <a:pt x="9" y="1"/>
                    <a:pt x="5" y="5"/>
                    <a:pt x="1" y="12"/>
                  </a:cubicBezTo>
                  <a:cubicBezTo>
                    <a:pt x="1" y="17"/>
                    <a:pt x="5" y="24"/>
                    <a:pt x="13" y="24"/>
                  </a:cubicBezTo>
                  <a:lnTo>
                    <a:pt x="186" y="41"/>
                  </a:lnTo>
                  <a:cubicBezTo>
                    <a:pt x="190" y="41"/>
                    <a:pt x="199" y="36"/>
                    <a:pt x="199" y="28"/>
                  </a:cubicBezTo>
                  <a:cubicBezTo>
                    <a:pt x="199" y="24"/>
                    <a:pt x="194" y="17"/>
                    <a:pt x="186" y="17"/>
                  </a:cubicBezTo>
                  <a:lnTo>
                    <a:pt x="13" y="1"/>
                  </a:lnTo>
                  <a:close/>
                  <a:moveTo>
                    <a:pt x="360" y="32"/>
                  </a:moveTo>
                  <a:cubicBezTo>
                    <a:pt x="356" y="32"/>
                    <a:pt x="352" y="36"/>
                    <a:pt x="348" y="41"/>
                  </a:cubicBezTo>
                  <a:cubicBezTo>
                    <a:pt x="348" y="48"/>
                    <a:pt x="352" y="52"/>
                    <a:pt x="360" y="52"/>
                  </a:cubicBezTo>
                  <a:lnTo>
                    <a:pt x="534" y="68"/>
                  </a:lnTo>
                  <a:cubicBezTo>
                    <a:pt x="541" y="68"/>
                    <a:pt x="545" y="64"/>
                    <a:pt x="545" y="59"/>
                  </a:cubicBezTo>
                  <a:cubicBezTo>
                    <a:pt x="545" y="52"/>
                    <a:pt x="541" y="48"/>
                    <a:pt x="534" y="48"/>
                  </a:cubicBezTo>
                  <a:lnTo>
                    <a:pt x="360" y="32"/>
                  </a:lnTo>
                  <a:close/>
                  <a:moveTo>
                    <a:pt x="707" y="59"/>
                  </a:moveTo>
                  <a:cubicBezTo>
                    <a:pt x="703" y="59"/>
                    <a:pt x="699" y="64"/>
                    <a:pt x="699" y="72"/>
                  </a:cubicBezTo>
                  <a:cubicBezTo>
                    <a:pt x="696" y="76"/>
                    <a:pt x="703" y="83"/>
                    <a:pt x="707" y="83"/>
                  </a:cubicBezTo>
                  <a:lnTo>
                    <a:pt x="880" y="99"/>
                  </a:lnTo>
                  <a:cubicBezTo>
                    <a:pt x="889" y="99"/>
                    <a:pt x="892" y="95"/>
                    <a:pt x="892" y="88"/>
                  </a:cubicBezTo>
                  <a:cubicBezTo>
                    <a:pt x="892" y="83"/>
                    <a:pt x="889" y="76"/>
                    <a:pt x="885" y="76"/>
                  </a:cubicBezTo>
                  <a:lnTo>
                    <a:pt x="707" y="59"/>
                  </a:lnTo>
                  <a:close/>
                  <a:moveTo>
                    <a:pt x="1058" y="92"/>
                  </a:moveTo>
                  <a:cubicBezTo>
                    <a:pt x="1050" y="92"/>
                    <a:pt x="1046" y="95"/>
                    <a:pt x="1046" y="99"/>
                  </a:cubicBezTo>
                  <a:cubicBezTo>
                    <a:pt x="1042" y="107"/>
                    <a:pt x="1050" y="112"/>
                    <a:pt x="1054" y="112"/>
                  </a:cubicBezTo>
                  <a:lnTo>
                    <a:pt x="1227" y="127"/>
                  </a:lnTo>
                  <a:cubicBezTo>
                    <a:pt x="1235" y="127"/>
                    <a:pt x="1240" y="123"/>
                    <a:pt x="1240" y="119"/>
                  </a:cubicBezTo>
                  <a:cubicBezTo>
                    <a:pt x="1240" y="112"/>
                    <a:pt x="1235" y="107"/>
                    <a:pt x="1231" y="107"/>
                  </a:cubicBezTo>
                  <a:lnTo>
                    <a:pt x="1058" y="92"/>
                  </a:lnTo>
                  <a:close/>
                  <a:moveTo>
                    <a:pt x="1405" y="119"/>
                  </a:moveTo>
                  <a:cubicBezTo>
                    <a:pt x="1397" y="119"/>
                    <a:pt x="1393" y="123"/>
                    <a:pt x="1393" y="130"/>
                  </a:cubicBezTo>
                  <a:cubicBezTo>
                    <a:pt x="1393" y="139"/>
                    <a:pt x="1397" y="143"/>
                    <a:pt x="1401" y="143"/>
                  </a:cubicBezTo>
                  <a:lnTo>
                    <a:pt x="1575" y="159"/>
                  </a:lnTo>
                  <a:cubicBezTo>
                    <a:pt x="1582" y="159"/>
                    <a:pt x="1586" y="154"/>
                    <a:pt x="1586" y="147"/>
                  </a:cubicBezTo>
                  <a:cubicBezTo>
                    <a:pt x="1586" y="143"/>
                    <a:pt x="1582" y="135"/>
                    <a:pt x="1579" y="135"/>
                  </a:cubicBezTo>
                  <a:lnTo>
                    <a:pt x="1405" y="119"/>
                  </a:lnTo>
                  <a:close/>
                  <a:moveTo>
                    <a:pt x="1752" y="150"/>
                  </a:moveTo>
                  <a:cubicBezTo>
                    <a:pt x="1744" y="150"/>
                    <a:pt x="1740" y="154"/>
                    <a:pt x="1740" y="163"/>
                  </a:cubicBezTo>
                  <a:cubicBezTo>
                    <a:pt x="1740" y="166"/>
                    <a:pt x="1744" y="170"/>
                    <a:pt x="1748" y="170"/>
                  </a:cubicBezTo>
                  <a:lnTo>
                    <a:pt x="1921" y="186"/>
                  </a:lnTo>
                  <a:cubicBezTo>
                    <a:pt x="1930" y="186"/>
                    <a:pt x="1933" y="182"/>
                    <a:pt x="1933" y="178"/>
                  </a:cubicBezTo>
                  <a:cubicBezTo>
                    <a:pt x="1933" y="170"/>
                    <a:pt x="1930" y="166"/>
                    <a:pt x="1926" y="166"/>
                  </a:cubicBezTo>
                  <a:lnTo>
                    <a:pt x="1752" y="150"/>
                  </a:lnTo>
                  <a:close/>
                  <a:moveTo>
                    <a:pt x="2095" y="181"/>
                  </a:moveTo>
                  <a:cubicBezTo>
                    <a:pt x="2090" y="181"/>
                    <a:pt x="2087" y="187"/>
                    <a:pt x="2087" y="190"/>
                  </a:cubicBezTo>
                  <a:cubicBezTo>
                    <a:pt x="2087" y="198"/>
                    <a:pt x="2091" y="201"/>
                    <a:pt x="2095" y="201"/>
                  </a:cubicBezTo>
                  <a:lnTo>
                    <a:pt x="2268" y="218"/>
                  </a:lnTo>
                  <a:cubicBezTo>
                    <a:pt x="2276" y="218"/>
                    <a:pt x="2281" y="214"/>
                    <a:pt x="2281" y="206"/>
                  </a:cubicBezTo>
                  <a:cubicBezTo>
                    <a:pt x="2281" y="201"/>
                    <a:pt x="2276" y="194"/>
                    <a:pt x="2272" y="194"/>
                  </a:cubicBezTo>
                  <a:lnTo>
                    <a:pt x="2099" y="182"/>
                  </a:lnTo>
                  <a:cubicBezTo>
                    <a:pt x="2097" y="182"/>
                    <a:pt x="2096" y="181"/>
                    <a:pt x="2095" y="181"/>
                  </a:cubicBezTo>
                  <a:close/>
                  <a:moveTo>
                    <a:pt x="2446" y="210"/>
                  </a:moveTo>
                  <a:cubicBezTo>
                    <a:pt x="2438" y="210"/>
                    <a:pt x="2434" y="214"/>
                    <a:pt x="2434" y="221"/>
                  </a:cubicBezTo>
                  <a:cubicBezTo>
                    <a:pt x="2434" y="225"/>
                    <a:pt x="2438" y="230"/>
                    <a:pt x="2442" y="234"/>
                  </a:cubicBezTo>
                  <a:lnTo>
                    <a:pt x="2517" y="237"/>
                  </a:lnTo>
                  <a:cubicBezTo>
                    <a:pt x="2521" y="237"/>
                    <a:pt x="2525" y="234"/>
                    <a:pt x="2529" y="230"/>
                  </a:cubicBezTo>
                  <a:cubicBezTo>
                    <a:pt x="2529" y="221"/>
                    <a:pt x="2525" y="218"/>
                    <a:pt x="2517" y="218"/>
                  </a:cubicBezTo>
                  <a:lnTo>
                    <a:pt x="2446" y="210"/>
                  </a:lnTo>
                  <a:close/>
                </a:path>
              </a:pathLst>
            </a:cu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23"/>
            <p:cNvSpPr/>
            <p:nvPr/>
          </p:nvSpPr>
          <p:spPr>
            <a:xfrm>
              <a:off x="1778804" y="5539515"/>
              <a:ext cx="2646029" cy="177650"/>
            </a:xfrm>
            <a:custGeom>
              <a:rect b="b" l="l" r="r" t="t"/>
              <a:pathLst>
                <a:path extrusionOk="0" h="170" w="2532">
                  <a:moveTo>
                    <a:pt x="13" y="0"/>
                  </a:moveTo>
                  <a:cubicBezTo>
                    <a:pt x="4" y="0"/>
                    <a:pt x="0" y="9"/>
                    <a:pt x="0" y="13"/>
                  </a:cubicBezTo>
                  <a:cubicBezTo>
                    <a:pt x="0" y="20"/>
                    <a:pt x="4" y="24"/>
                    <a:pt x="13" y="24"/>
                  </a:cubicBezTo>
                  <a:lnTo>
                    <a:pt x="186" y="36"/>
                  </a:lnTo>
                  <a:cubicBezTo>
                    <a:pt x="190" y="36"/>
                    <a:pt x="193" y="28"/>
                    <a:pt x="198" y="24"/>
                  </a:cubicBezTo>
                  <a:cubicBezTo>
                    <a:pt x="198" y="16"/>
                    <a:pt x="190" y="13"/>
                    <a:pt x="186" y="13"/>
                  </a:cubicBezTo>
                  <a:lnTo>
                    <a:pt x="13" y="0"/>
                  </a:lnTo>
                  <a:close/>
                  <a:moveTo>
                    <a:pt x="357" y="23"/>
                  </a:moveTo>
                  <a:cubicBezTo>
                    <a:pt x="353" y="23"/>
                    <a:pt x="348" y="29"/>
                    <a:pt x="348" y="32"/>
                  </a:cubicBezTo>
                  <a:cubicBezTo>
                    <a:pt x="348" y="40"/>
                    <a:pt x="351" y="44"/>
                    <a:pt x="359" y="44"/>
                  </a:cubicBezTo>
                  <a:lnTo>
                    <a:pt x="533" y="56"/>
                  </a:lnTo>
                  <a:cubicBezTo>
                    <a:pt x="537" y="56"/>
                    <a:pt x="544" y="51"/>
                    <a:pt x="544" y="44"/>
                  </a:cubicBezTo>
                  <a:cubicBezTo>
                    <a:pt x="544" y="40"/>
                    <a:pt x="541" y="32"/>
                    <a:pt x="533" y="32"/>
                  </a:cubicBezTo>
                  <a:lnTo>
                    <a:pt x="359" y="24"/>
                  </a:lnTo>
                  <a:cubicBezTo>
                    <a:pt x="358" y="23"/>
                    <a:pt x="357" y="23"/>
                    <a:pt x="357" y="23"/>
                  </a:cubicBezTo>
                  <a:close/>
                  <a:moveTo>
                    <a:pt x="706" y="44"/>
                  </a:moveTo>
                  <a:cubicBezTo>
                    <a:pt x="703" y="44"/>
                    <a:pt x="695" y="48"/>
                    <a:pt x="695" y="51"/>
                  </a:cubicBezTo>
                  <a:cubicBezTo>
                    <a:pt x="695" y="60"/>
                    <a:pt x="699" y="64"/>
                    <a:pt x="706" y="64"/>
                  </a:cubicBezTo>
                  <a:lnTo>
                    <a:pt x="879" y="75"/>
                  </a:lnTo>
                  <a:cubicBezTo>
                    <a:pt x="888" y="75"/>
                    <a:pt x="892" y="71"/>
                    <a:pt x="892" y="64"/>
                  </a:cubicBezTo>
                  <a:cubicBezTo>
                    <a:pt x="892" y="60"/>
                    <a:pt x="888" y="51"/>
                    <a:pt x="879" y="51"/>
                  </a:cubicBezTo>
                  <a:lnTo>
                    <a:pt x="706" y="44"/>
                  </a:lnTo>
                  <a:close/>
                  <a:moveTo>
                    <a:pt x="1057" y="64"/>
                  </a:moveTo>
                  <a:cubicBezTo>
                    <a:pt x="1050" y="64"/>
                    <a:pt x="1045" y="67"/>
                    <a:pt x="1045" y="71"/>
                  </a:cubicBezTo>
                  <a:cubicBezTo>
                    <a:pt x="1045" y="80"/>
                    <a:pt x="1050" y="84"/>
                    <a:pt x="1054" y="84"/>
                  </a:cubicBezTo>
                  <a:lnTo>
                    <a:pt x="1227" y="95"/>
                  </a:lnTo>
                  <a:cubicBezTo>
                    <a:pt x="1234" y="95"/>
                    <a:pt x="1239" y="91"/>
                    <a:pt x="1239" y="84"/>
                  </a:cubicBezTo>
                  <a:cubicBezTo>
                    <a:pt x="1239" y="80"/>
                    <a:pt x="1234" y="71"/>
                    <a:pt x="1231" y="71"/>
                  </a:cubicBezTo>
                  <a:lnTo>
                    <a:pt x="1057" y="64"/>
                  </a:lnTo>
                  <a:close/>
                  <a:moveTo>
                    <a:pt x="1405" y="84"/>
                  </a:moveTo>
                  <a:cubicBezTo>
                    <a:pt x="1396" y="84"/>
                    <a:pt x="1392" y="87"/>
                    <a:pt x="1392" y="95"/>
                  </a:cubicBezTo>
                  <a:cubicBezTo>
                    <a:pt x="1392" y="99"/>
                    <a:pt x="1396" y="103"/>
                    <a:pt x="1400" y="103"/>
                  </a:cubicBezTo>
                  <a:lnTo>
                    <a:pt x="1578" y="115"/>
                  </a:lnTo>
                  <a:cubicBezTo>
                    <a:pt x="1582" y="115"/>
                    <a:pt x="1585" y="111"/>
                    <a:pt x="1589" y="103"/>
                  </a:cubicBezTo>
                  <a:cubicBezTo>
                    <a:pt x="1589" y="99"/>
                    <a:pt x="1582" y="95"/>
                    <a:pt x="1578" y="91"/>
                  </a:cubicBezTo>
                  <a:lnTo>
                    <a:pt x="1405" y="84"/>
                  </a:lnTo>
                  <a:close/>
                  <a:moveTo>
                    <a:pt x="1751" y="103"/>
                  </a:moveTo>
                  <a:cubicBezTo>
                    <a:pt x="1747" y="103"/>
                    <a:pt x="1740" y="107"/>
                    <a:pt x="1740" y="115"/>
                  </a:cubicBezTo>
                  <a:cubicBezTo>
                    <a:pt x="1740" y="119"/>
                    <a:pt x="1743" y="122"/>
                    <a:pt x="1751" y="127"/>
                  </a:cubicBezTo>
                  <a:lnTo>
                    <a:pt x="1925" y="135"/>
                  </a:lnTo>
                  <a:cubicBezTo>
                    <a:pt x="1929" y="135"/>
                    <a:pt x="1937" y="131"/>
                    <a:pt x="1937" y="122"/>
                  </a:cubicBezTo>
                  <a:cubicBezTo>
                    <a:pt x="1937" y="119"/>
                    <a:pt x="1933" y="115"/>
                    <a:pt x="1925" y="115"/>
                  </a:cubicBezTo>
                  <a:lnTo>
                    <a:pt x="1751" y="103"/>
                  </a:lnTo>
                  <a:close/>
                  <a:moveTo>
                    <a:pt x="2098" y="122"/>
                  </a:moveTo>
                  <a:cubicBezTo>
                    <a:pt x="2095" y="122"/>
                    <a:pt x="2086" y="127"/>
                    <a:pt x="2086" y="135"/>
                  </a:cubicBezTo>
                  <a:cubicBezTo>
                    <a:pt x="2086" y="138"/>
                    <a:pt x="2091" y="146"/>
                    <a:pt x="2098" y="146"/>
                  </a:cubicBezTo>
                  <a:lnTo>
                    <a:pt x="2272" y="154"/>
                  </a:lnTo>
                  <a:cubicBezTo>
                    <a:pt x="2280" y="154"/>
                    <a:pt x="2284" y="151"/>
                    <a:pt x="2284" y="146"/>
                  </a:cubicBezTo>
                  <a:cubicBezTo>
                    <a:pt x="2284" y="138"/>
                    <a:pt x="2280" y="135"/>
                    <a:pt x="2272" y="135"/>
                  </a:cubicBezTo>
                  <a:lnTo>
                    <a:pt x="2098" y="122"/>
                  </a:lnTo>
                  <a:close/>
                  <a:moveTo>
                    <a:pt x="2449" y="142"/>
                  </a:moveTo>
                  <a:cubicBezTo>
                    <a:pt x="2441" y="142"/>
                    <a:pt x="2437" y="146"/>
                    <a:pt x="2437" y="154"/>
                  </a:cubicBezTo>
                  <a:cubicBezTo>
                    <a:pt x="2437" y="158"/>
                    <a:pt x="2441" y="166"/>
                    <a:pt x="2446" y="166"/>
                  </a:cubicBezTo>
                  <a:lnTo>
                    <a:pt x="2520" y="170"/>
                  </a:lnTo>
                  <a:cubicBezTo>
                    <a:pt x="2524" y="170"/>
                    <a:pt x="2528" y="166"/>
                    <a:pt x="2528" y="158"/>
                  </a:cubicBezTo>
                  <a:cubicBezTo>
                    <a:pt x="2532" y="154"/>
                    <a:pt x="2524" y="146"/>
                    <a:pt x="2520" y="146"/>
                  </a:cubicBezTo>
                  <a:lnTo>
                    <a:pt x="2449" y="142"/>
                  </a:lnTo>
                  <a:close/>
                </a:path>
              </a:pathLst>
            </a:cu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23"/>
            <p:cNvSpPr/>
            <p:nvPr/>
          </p:nvSpPr>
          <p:spPr>
            <a:xfrm>
              <a:off x="1704607" y="5959605"/>
              <a:ext cx="2642894" cy="203775"/>
            </a:xfrm>
            <a:custGeom>
              <a:rect b="b" l="l" r="r" t="t"/>
              <a:pathLst>
                <a:path extrusionOk="0" h="195" w="2529">
                  <a:moveTo>
                    <a:pt x="13" y="0"/>
                  </a:moveTo>
                  <a:cubicBezTo>
                    <a:pt x="4" y="0"/>
                    <a:pt x="0" y="4"/>
                    <a:pt x="0" y="9"/>
                  </a:cubicBezTo>
                  <a:cubicBezTo>
                    <a:pt x="0" y="17"/>
                    <a:pt x="4" y="20"/>
                    <a:pt x="9" y="20"/>
                  </a:cubicBezTo>
                  <a:lnTo>
                    <a:pt x="182" y="33"/>
                  </a:lnTo>
                  <a:cubicBezTo>
                    <a:pt x="183" y="33"/>
                    <a:pt x="185" y="34"/>
                    <a:pt x="186" y="34"/>
                  </a:cubicBezTo>
                  <a:cubicBezTo>
                    <a:pt x="191" y="34"/>
                    <a:pt x="193" y="27"/>
                    <a:pt x="193" y="24"/>
                  </a:cubicBezTo>
                  <a:cubicBezTo>
                    <a:pt x="198" y="17"/>
                    <a:pt x="190" y="13"/>
                    <a:pt x="186" y="13"/>
                  </a:cubicBezTo>
                  <a:lnTo>
                    <a:pt x="13" y="0"/>
                  </a:lnTo>
                  <a:close/>
                  <a:moveTo>
                    <a:pt x="359" y="24"/>
                  </a:moveTo>
                  <a:cubicBezTo>
                    <a:pt x="351" y="24"/>
                    <a:pt x="348" y="28"/>
                    <a:pt x="348" y="36"/>
                  </a:cubicBezTo>
                  <a:cubicBezTo>
                    <a:pt x="348" y="40"/>
                    <a:pt x="351" y="44"/>
                    <a:pt x="359" y="44"/>
                  </a:cubicBezTo>
                  <a:lnTo>
                    <a:pt x="533" y="60"/>
                  </a:lnTo>
                  <a:cubicBezTo>
                    <a:pt x="537" y="60"/>
                    <a:pt x="541" y="52"/>
                    <a:pt x="544" y="48"/>
                  </a:cubicBezTo>
                  <a:cubicBezTo>
                    <a:pt x="544" y="40"/>
                    <a:pt x="541" y="36"/>
                    <a:pt x="533" y="36"/>
                  </a:cubicBezTo>
                  <a:lnTo>
                    <a:pt x="359" y="24"/>
                  </a:lnTo>
                  <a:close/>
                  <a:moveTo>
                    <a:pt x="706" y="48"/>
                  </a:moveTo>
                  <a:cubicBezTo>
                    <a:pt x="703" y="48"/>
                    <a:pt x="695" y="52"/>
                    <a:pt x="695" y="60"/>
                  </a:cubicBezTo>
                  <a:cubicBezTo>
                    <a:pt x="695" y="64"/>
                    <a:pt x="699" y="68"/>
                    <a:pt x="706" y="71"/>
                  </a:cubicBezTo>
                  <a:lnTo>
                    <a:pt x="879" y="84"/>
                  </a:lnTo>
                  <a:cubicBezTo>
                    <a:pt x="884" y="84"/>
                    <a:pt x="892" y="80"/>
                    <a:pt x="892" y="71"/>
                  </a:cubicBezTo>
                  <a:cubicBezTo>
                    <a:pt x="892" y="68"/>
                    <a:pt x="888" y="60"/>
                    <a:pt x="879" y="60"/>
                  </a:cubicBezTo>
                  <a:lnTo>
                    <a:pt x="706" y="48"/>
                  </a:lnTo>
                  <a:close/>
                  <a:moveTo>
                    <a:pt x="1054" y="71"/>
                  </a:moveTo>
                  <a:cubicBezTo>
                    <a:pt x="1050" y="71"/>
                    <a:pt x="1041" y="75"/>
                    <a:pt x="1041" y="84"/>
                  </a:cubicBezTo>
                  <a:cubicBezTo>
                    <a:pt x="1041" y="87"/>
                    <a:pt x="1045" y="95"/>
                    <a:pt x="1054" y="95"/>
                  </a:cubicBezTo>
                  <a:lnTo>
                    <a:pt x="1227" y="107"/>
                  </a:lnTo>
                  <a:cubicBezTo>
                    <a:pt x="1234" y="107"/>
                    <a:pt x="1239" y="104"/>
                    <a:pt x="1239" y="95"/>
                  </a:cubicBezTo>
                  <a:cubicBezTo>
                    <a:pt x="1239" y="91"/>
                    <a:pt x="1234" y="84"/>
                    <a:pt x="1227" y="84"/>
                  </a:cubicBezTo>
                  <a:lnTo>
                    <a:pt x="1054" y="71"/>
                  </a:lnTo>
                  <a:close/>
                  <a:moveTo>
                    <a:pt x="1400" y="95"/>
                  </a:moveTo>
                  <a:cubicBezTo>
                    <a:pt x="1396" y="95"/>
                    <a:pt x="1392" y="99"/>
                    <a:pt x="1392" y="107"/>
                  </a:cubicBezTo>
                  <a:cubicBezTo>
                    <a:pt x="1389" y="111"/>
                    <a:pt x="1396" y="119"/>
                    <a:pt x="1400" y="119"/>
                  </a:cubicBezTo>
                  <a:lnTo>
                    <a:pt x="1574" y="131"/>
                  </a:lnTo>
                  <a:cubicBezTo>
                    <a:pt x="1582" y="131"/>
                    <a:pt x="1585" y="127"/>
                    <a:pt x="1585" y="119"/>
                  </a:cubicBezTo>
                  <a:cubicBezTo>
                    <a:pt x="1585" y="115"/>
                    <a:pt x="1582" y="107"/>
                    <a:pt x="1578" y="107"/>
                  </a:cubicBezTo>
                  <a:lnTo>
                    <a:pt x="1400" y="95"/>
                  </a:lnTo>
                  <a:close/>
                  <a:moveTo>
                    <a:pt x="1751" y="119"/>
                  </a:moveTo>
                  <a:cubicBezTo>
                    <a:pt x="1744" y="119"/>
                    <a:pt x="1740" y="123"/>
                    <a:pt x="1740" y="131"/>
                  </a:cubicBezTo>
                  <a:cubicBezTo>
                    <a:pt x="1740" y="139"/>
                    <a:pt x="1744" y="142"/>
                    <a:pt x="1747" y="142"/>
                  </a:cubicBezTo>
                  <a:lnTo>
                    <a:pt x="1920" y="155"/>
                  </a:lnTo>
                  <a:cubicBezTo>
                    <a:pt x="1929" y="155"/>
                    <a:pt x="1933" y="151"/>
                    <a:pt x="1933" y="142"/>
                  </a:cubicBezTo>
                  <a:cubicBezTo>
                    <a:pt x="1933" y="139"/>
                    <a:pt x="1929" y="135"/>
                    <a:pt x="1925" y="135"/>
                  </a:cubicBezTo>
                  <a:lnTo>
                    <a:pt x="1751" y="119"/>
                  </a:lnTo>
                  <a:close/>
                  <a:moveTo>
                    <a:pt x="2095" y="145"/>
                  </a:moveTo>
                  <a:cubicBezTo>
                    <a:pt x="2089" y="145"/>
                    <a:pt x="2086" y="152"/>
                    <a:pt x="2086" y="155"/>
                  </a:cubicBezTo>
                  <a:cubicBezTo>
                    <a:pt x="2086" y="162"/>
                    <a:pt x="2091" y="166"/>
                    <a:pt x="2095" y="166"/>
                  </a:cubicBezTo>
                  <a:lnTo>
                    <a:pt x="2272" y="178"/>
                  </a:lnTo>
                  <a:cubicBezTo>
                    <a:pt x="2275" y="178"/>
                    <a:pt x="2280" y="175"/>
                    <a:pt x="2280" y="170"/>
                  </a:cubicBezTo>
                  <a:cubicBezTo>
                    <a:pt x="2284" y="162"/>
                    <a:pt x="2275" y="158"/>
                    <a:pt x="2272" y="158"/>
                  </a:cubicBezTo>
                  <a:lnTo>
                    <a:pt x="2098" y="146"/>
                  </a:lnTo>
                  <a:cubicBezTo>
                    <a:pt x="2097" y="145"/>
                    <a:pt x="2096" y="145"/>
                    <a:pt x="2095" y="145"/>
                  </a:cubicBezTo>
                  <a:close/>
                  <a:moveTo>
                    <a:pt x="2446" y="170"/>
                  </a:moveTo>
                  <a:cubicBezTo>
                    <a:pt x="2437" y="170"/>
                    <a:pt x="2433" y="175"/>
                    <a:pt x="2433" y="178"/>
                  </a:cubicBezTo>
                  <a:cubicBezTo>
                    <a:pt x="2433" y="186"/>
                    <a:pt x="2437" y="190"/>
                    <a:pt x="2446" y="190"/>
                  </a:cubicBezTo>
                  <a:lnTo>
                    <a:pt x="2517" y="193"/>
                  </a:lnTo>
                  <a:cubicBezTo>
                    <a:pt x="2517" y="194"/>
                    <a:pt x="2518" y="195"/>
                    <a:pt x="2519" y="195"/>
                  </a:cubicBezTo>
                  <a:cubicBezTo>
                    <a:pt x="2523" y="195"/>
                    <a:pt x="2528" y="189"/>
                    <a:pt x="2528" y="186"/>
                  </a:cubicBezTo>
                  <a:cubicBezTo>
                    <a:pt x="2528" y="178"/>
                    <a:pt x="2524" y="175"/>
                    <a:pt x="2517" y="175"/>
                  </a:cubicBezTo>
                  <a:lnTo>
                    <a:pt x="2446" y="170"/>
                  </a:lnTo>
                  <a:close/>
                </a:path>
              </a:pathLst>
            </a:cu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23"/>
            <p:cNvSpPr/>
            <p:nvPr/>
          </p:nvSpPr>
          <p:spPr>
            <a:xfrm>
              <a:off x="1626229" y="6458070"/>
              <a:ext cx="2642894" cy="207955"/>
            </a:xfrm>
            <a:custGeom>
              <a:rect b="b" l="l" r="r" t="t"/>
              <a:pathLst>
                <a:path extrusionOk="0" h="199" w="2529">
                  <a:moveTo>
                    <a:pt x="13" y="0"/>
                  </a:moveTo>
                  <a:cubicBezTo>
                    <a:pt x="4" y="0"/>
                    <a:pt x="1" y="5"/>
                    <a:pt x="1" y="13"/>
                  </a:cubicBezTo>
                  <a:cubicBezTo>
                    <a:pt x="1" y="16"/>
                    <a:pt x="4" y="24"/>
                    <a:pt x="8" y="24"/>
                  </a:cubicBezTo>
                  <a:lnTo>
                    <a:pt x="182" y="36"/>
                  </a:lnTo>
                  <a:cubicBezTo>
                    <a:pt x="190" y="36"/>
                    <a:pt x="194" y="33"/>
                    <a:pt x="194" y="24"/>
                  </a:cubicBezTo>
                  <a:cubicBezTo>
                    <a:pt x="194" y="20"/>
                    <a:pt x="190" y="13"/>
                    <a:pt x="186" y="13"/>
                  </a:cubicBezTo>
                  <a:lnTo>
                    <a:pt x="13" y="0"/>
                  </a:lnTo>
                  <a:close/>
                  <a:moveTo>
                    <a:pt x="359" y="24"/>
                  </a:moveTo>
                  <a:cubicBezTo>
                    <a:pt x="352" y="24"/>
                    <a:pt x="348" y="29"/>
                    <a:pt x="348" y="36"/>
                  </a:cubicBezTo>
                  <a:cubicBezTo>
                    <a:pt x="348" y="44"/>
                    <a:pt x="352" y="48"/>
                    <a:pt x="359" y="48"/>
                  </a:cubicBezTo>
                  <a:lnTo>
                    <a:pt x="533" y="60"/>
                  </a:lnTo>
                  <a:cubicBezTo>
                    <a:pt x="537" y="60"/>
                    <a:pt x="541" y="56"/>
                    <a:pt x="545" y="48"/>
                  </a:cubicBezTo>
                  <a:cubicBezTo>
                    <a:pt x="545" y="44"/>
                    <a:pt x="541" y="40"/>
                    <a:pt x="533" y="36"/>
                  </a:cubicBezTo>
                  <a:lnTo>
                    <a:pt x="359" y="24"/>
                  </a:lnTo>
                  <a:close/>
                  <a:moveTo>
                    <a:pt x="704" y="51"/>
                  </a:moveTo>
                  <a:cubicBezTo>
                    <a:pt x="700" y="51"/>
                    <a:pt x="694" y="57"/>
                    <a:pt x="694" y="60"/>
                  </a:cubicBezTo>
                  <a:cubicBezTo>
                    <a:pt x="694" y="68"/>
                    <a:pt x="699" y="71"/>
                    <a:pt x="707" y="71"/>
                  </a:cubicBezTo>
                  <a:lnTo>
                    <a:pt x="880" y="84"/>
                  </a:lnTo>
                  <a:cubicBezTo>
                    <a:pt x="884" y="84"/>
                    <a:pt x="892" y="80"/>
                    <a:pt x="892" y="76"/>
                  </a:cubicBezTo>
                  <a:cubicBezTo>
                    <a:pt x="892" y="68"/>
                    <a:pt x="888" y="64"/>
                    <a:pt x="880" y="64"/>
                  </a:cubicBezTo>
                  <a:lnTo>
                    <a:pt x="707" y="52"/>
                  </a:lnTo>
                  <a:cubicBezTo>
                    <a:pt x="706" y="51"/>
                    <a:pt x="705" y="51"/>
                    <a:pt x="704" y="51"/>
                  </a:cubicBezTo>
                  <a:close/>
                  <a:moveTo>
                    <a:pt x="1054" y="76"/>
                  </a:moveTo>
                  <a:cubicBezTo>
                    <a:pt x="1049" y="76"/>
                    <a:pt x="1042" y="80"/>
                    <a:pt x="1042" y="84"/>
                  </a:cubicBezTo>
                  <a:cubicBezTo>
                    <a:pt x="1042" y="91"/>
                    <a:pt x="1045" y="95"/>
                    <a:pt x="1054" y="95"/>
                  </a:cubicBezTo>
                  <a:lnTo>
                    <a:pt x="1227" y="107"/>
                  </a:lnTo>
                  <a:cubicBezTo>
                    <a:pt x="1231" y="107"/>
                    <a:pt x="1238" y="104"/>
                    <a:pt x="1238" y="100"/>
                  </a:cubicBezTo>
                  <a:cubicBezTo>
                    <a:pt x="1238" y="91"/>
                    <a:pt x="1235" y="87"/>
                    <a:pt x="1227" y="87"/>
                  </a:cubicBezTo>
                  <a:lnTo>
                    <a:pt x="1054" y="76"/>
                  </a:lnTo>
                  <a:close/>
                  <a:moveTo>
                    <a:pt x="1400" y="100"/>
                  </a:moveTo>
                  <a:cubicBezTo>
                    <a:pt x="1396" y="100"/>
                    <a:pt x="1393" y="104"/>
                    <a:pt x="1389" y="107"/>
                  </a:cubicBezTo>
                  <a:cubicBezTo>
                    <a:pt x="1389" y="115"/>
                    <a:pt x="1396" y="119"/>
                    <a:pt x="1400" y="119"/>
                  </a:cubicBezTo>
                  <a:lnTo>
                    <a:pt x="1574" y="131"/>
                  </a:lnTo>
                  <a:cubicBezTo>
                    <a:pt x="1582" y="131"/>
                    <a:pt x="1586" y="127"/>
                    <a:pt x="1586" y="123"/>
                  </a:cubicBezTo>
                  <a:cubicBezTo>
                    <a:pt x="1586" y="115"/>
                    <a:pt x="1582" y="111"/>
                    <a:pt x="1578" y="111"/>
                  </a:cubicBezTo>
                  <a:lnTo>
                    <a:pt x="1400" y="100"/>
                  </a:lnTo>
                  <a:close/>
                  <a:moveTo>
                    <a:pt x="1751" y="123"/>
                  </a:moveTo>
                  <a:cubicBezTo>
                    <a:pt x="1744" y="123"/>
                    <a:pt x="1740" y="127"/>
                    <a:pt x="1740" y="131"/>
                  </a:cubicBezTo>
                  <a:cubicBezTo>
                    <a:pt x="1740" y="139"/>
                    <a:pt x="1744" y="142"/>
                    <a:pt x="1748" y="142"/>
                  </a:cubicBezTo>
                  <a:lnTo>
                    <a:pt x="1921" y="158"/>
                  </a:lnTo>
                  <a:cubicBezTo>
                    <a:pt x="1929" y="158"/>
                    <a:pt x="1933" y="151"/>
                    <a:pt x="1933" y="147"/>
                  </a:cubicBezTo>
                  <a:cubicBezTo>
                    <a:pt x="1933" y="139"/>
                    <a:pt x="1929" y="135"/>
                    <a:pt x="1924" y="135"/>
                  </a:cubicBezTo>
                  <a:lnTo>
                    <a:pt x="1751" y="123"/>
                  </a:lnTo>
                  <a:close/>
                  <a:moveTo>
                    <a:pt x="2099" y="147"/>
                  </a:moveTo>
                  <a:cubicBezTo>
                    <a:pt x="2090" y="147"/>
                    <a:pt x="2086" y="151"/>
                    <a:pt x="2086" y="158"/>
                  </a:cubicBezTo>
                  <a:cubicBezTo>
                    <a:pt x="2086" y="162"/>
                    <a:pt x="2090" y="166"/>
                    <a:pt x="2095" y="171"/>
                  </a:cubicBezTo>
                  <a:lnTo>
                    <a:pt x="2272" y="182"/>
                  </a:lnTo>
                  <a:cubicBezTo>
                    <a:pt x="2276" y="182"/>
                    <a:pt x="2279" y="178"/>
                    <a:pt x="2279" y="171"/>
                  </a:cubicBezTo>
                  <a:cubicBezTo>
                    <a:pt x="2284" y="166"/>
                    <a:pt x="2276" y="158"/>
                    <a:pt x="2272" y="158"/>
                  </a:cubicBezTo>
                  <a:lnTo>
                    <a:pt x="2099" y="147"/>
                  </a:lnTo>
                  <a:close/>
                  <a:moveTo>
                    <a:pt x="2445" y="171"/>
                  </a:moveTo>
                  <a:cubicBezTo>
                    <a:pt x="2437" y="171"/>
                    <a:pt x="2434" y="175"/>
                    <a:pt x="2434" y="182"/>
                  </a:cubicBezTo>
                  <a:cubicBezTo>
                    <a:pt x="2434" y="186"/>
                    <a:pt x="2437" y="194"/>
                    <a:pt x="2445" y="194"/>
                  </a:cubicBezTo>
                  <a:lnTo>
                    <a:pt x="2516" y="198"/>
                  </a:lnTo>
                  <a:cubicBezTo>
                    <a:pt x="2521" y="198"/>
                    <a:pt x="2528" y="194"/>
                    <a:pt x="2528" y="186"/>
                  </a:cubicBezTo>
                  <a:cubicBezTo>
                    <a:pt x="2528" y="182"/>
                    <a:pt x="2524" y="178"/>
                    <a:pt x="2516" y="175"/>
                  </a:cubicBezTo>
                  <a:lnTo>
                    <a:pt x="2445" y="171"/>
                  </a:lnTo>
                  <a:close/>
                </a:path>
              </a:pathLst>
            </a:cu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1" name="Google Shape;571;p23"/>
          <p:cNvGrpSpPr/>
          <p:nvPr/>
        </p:nvGrpSpPr>
        <p:grpSpPr>
          <a:xfrm rot="8100000">
            <a:off x="-535096" y="-240420"/>
            <a:ext cx="1896745" cy="1928965"/>
            <a:chOff x="8016283" y="3354199"/>
            <a:chExt cx="1896763" cy="1928983"/>
          </a:xfrm>
        </p:grpSpPr>
        <p:grpSp>
          <p:nvGrpSpPr>
            <p:cNvPr id="572" name="Google Shape;572;p23"/>
            <p:cNvGrpSpPr/>
            <p:nvPr/>
          </p:nvGrpSpPr>
          <p:grpSpPr>
            <a:xfrm>
              <a:off x="8016283" y="3354199"/>
              <a:ext cx="1896763" cy="1928983"/>
              <a:chOff x="3025183" y="3101074"/>
              <a:chExt cx="1896763" cy="1928983"/>
            </a:xfrm>
          </p:grpSpPr>
          <p:sp>
            <p:nvSpPr>
              <p:cNvPr id="573" name="Google Shape;573;p23"/>
              <p:cNvSpPr/>
              <p:nvPr/>
            </p:nvSpPr>
            <p:spPr>
              <a:xfrm>
                <a:off x="3025183" y="3101074"/>
                <a:ext cx="1896763" cy="1928983"/>
              </a:xfrm>
              <a:custGeom>
                <a:rect b="b" l="l" r="r" t="t"/>
                <a:pathLst>
                  <a:path extrusionOk="0" h="1913" w="1881">
                    <a:moveTo>
                      <a:pt x="1496" y="1"/>
                    </a:moveTo>
                    <a:cubicBezTo>
                      <a:pt x="1477" y="1"/>
                      <a:pt x="1459" y="7"/>
                      <a:pt x="1440" y="16"/>
                    </a:cubicBezTo>
                    <a:cubicBezTo>
                      <a:pt x="1416" y="24"/>
                      <a:pt x="1392" y="31"/>
                      <a:pt x="1364" y="31"/>
                    </a:cubicBezTo>
                    <a:lnTo>
                      <a:pt x="0" y="1573"/>
                    </a:lnTo>
                    <a:cubicBezTo>
                      <a:pt x="24" y="1596"/>
                      <a:pt x="35" y="1629"/>
                      <a:pt x="35" y="1664"/>
                    </a:cubicBezTo>
                    <a:cubicBezTo>
                      <a:pt x="63" y="1667"/>
                      <a:pt x="91" y="1680"/>
                      <a:pt x="115" y="1700"/>
                    </a:cubicBezTo>
                    <a:cubicBezTo>
                      <a:pt x="138" y="1719"/>
                      <a:pt x="153" y="1747"/>
                      <a:pt x="162" y="1774"/>
                    </a:cubicBezTo>
                    <a:cubicBezTo>
                      <a:pt x="201" y="1778"/>
                      <a:pt x="237" y="1782"/>
                      <a:pt x="268" y="1806"/>
                    </a:cubicBezTo>
                    <a:cubicBezTo>
                      <a:pt x="304" y="1833"/>
                      <a:pt x="319" y="1869"/>
                      <a:pt x="323" y="1912"/>
                    </a:cubicBezTo>
                    <a:lnTo>
                      <a:pt x="1880" y="153"/>
                    </a:lnTo>
                    <a:lnTo>
                      <a:pt x="1865" y="138"/>
                    </a:lnTo>
                    <a:cubicBezTo>
                      <a:pt x="1860" y="137"/>
                      <a:pt x="1854" y="136"/>
                      <a:pt x="1849" y="136"/>
                    </a:cubicBezTo>
                    <a:cubicBezTo>
                      <a:pt x="1821" y="136"/>
                      <a:pt x="1793" y="151"/>
                      <a:pt x="1766" y="158"/>
                    </a:cubicBezTo>
                    <a:cubicBezTo>
                      <a:pt x="1753" y="160"/>
                      <a:pt x="1741" y="161"/>
                      <a:pt x="1729" y="161"/>
                    </a:cubicBezTo>
                    <a:cubicBezTo>
                      <a:pt x="1682" y="161"/>
                      <a:pt x="1640" y="143"/>
                      <a:pt x="1609" y="102"/>
                    </a:cubicBezTo>
                    <a:cubicBezTo>
                      <a:pt x="1577" y="71"/>
                      <a:pt x="1558" y="16"/>
                      <a:pt x="1518" y="4"/>
                    </a:cubicBezTo>
                    <a:cubicBezTo>
                      <a:pt x="1510" y="2"/>
                      <a:pt x="1503" y="1"/>
                      <a:pt x="1496" y="1"/>
                    </a:cubicBezTo>
                    <a:close/>
                  </a:path>
                </a:pathLst>
              </a:custGeom>
              <a:solidFill>
                <a:schemeClr val="accent5"/>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23"/>
              <p:cNvSpPr/>
              <p:nvPr/>
            </p:nvSpPr>
            <p:spPr>
              <a:xfrm>
                <a:off x="3398283" y="4396808"/>
                <a:ext cx="132098" cy="147220"/>
              </a:xfrm>
              <a:custGeom>
                <a:rect b="b" l="l" r="r" t="t"/>
                <a:pathLst>
                  <a:path extrusionOk="0" h="146" w="131">
                    <a:moveTo>
                      <a:pt x="131" y="0"/>
                    </a:moveTo>
                    <a:lnTo>
                      <a:pt x="131" y="0"/>
                    </a:lnTo>
                    <a:cubicBezTo>
                      <a:pt x="109" y="24"/>
                      <a:pt x="87" y="48"/>
                      <a:pt x="65" y="73"/>
                    </a:cubicBezTo>
                    <a:lnTo>
                      <a:pt x="131" y="0"/>
                    </a:lnTo>
                    <a:close/>
                    <a:moveTo>
                      <a:pt x="65" y="73"/>
                    </a:moveTo>
                    <a:lnTo>
                      <a:pt x="0" y="146"/>
                    </a:lnTo>
                    <a:cubicBezTo>
                      <a:pt x="22" y="122"/>
                      <a:pt x="44" y="98"/>
                      <a:pt x="65" y="73"/>
                    </a:cubicBezTo>
                    <a:close/>
                  </a:path>
                </a:pathLst>
              </a:custGeom>
              <a:solidFill>
                <a:srgbClr val="FFF2A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23"/>
              <p:cNvSpPr/>
              <p:nvPr/>
            </p:nvSpPr>
            <p:spPr>
              <a:xfrm>
                <a:off x="3560633" y="4511760"/>
                <a:ext cx="72603" cy="61510"/>
              </a:xfrm>
              <a:custGeom>
                <a:rect b="b" l="l" r="r" t="t"/>
                <a:pathLst>
                  <a:path extrusionOk="0" h="61" w="72">
                    <a:moveTo>
                      <a:pt x="1" y="60"/>
                    </a:moveTo>
                    <a:cubicBezTo>
                      <a:pt x="25" y="40"/>
                      <a:pt x="48" y="20"/>
                      <a:pt x="72" y="1"/>
                    </a:cubicBezTo>
                    <a:close/>
                  </a:path>
                </a:pathLst>
              </a:custGeom>
              <a:solidFill>
                <a:srgbClr val="FFF2A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23"/>
              <p:cNvSpPr/>
              <p:nvPr/>
            </p:nvSpPr>
            <p:spPr>
              <a:xfrm>
                <a:off x="4396580" y="3513491"/>
                <a:ext cx="44369" cy="76635"/>
              </a:xfrm>
              <a:custGeom>
                <a:rect b="b" l="l" r="r" t="t"/>
                <a:pathLst>
                  <a:path extrusionOk="0" h="76" w="44">
                    <a:moveTo>
                      <a:pt x="44" y="1"/>
                    </a:moveTo>
                    <a:cubicBezTo>
                      <a:pt x="43" y="2"/>
                      <a:pt x="42" y="3"/>
                      <a:pt x="41" y="4"/>
                    </a:cubicBezTo>
                    <a:lnTo>
                      <a:pt x="41" y="4"/>
                    </a:lnTo>
                    <a:lnTo>
                      <a:pt x="44" y="1"/>
                    </a:lnTo>
                    <a:close/>
                    <a:moveTo>
                      <a:pt x="41" y="4"/>
                    </a:moveTo>
                    <a:lnTo>
                      <a:pt x="0" y="75"/>
                    </a:lnTo>
                    <a:cubicBezTo>
                      <a:pt x="15" y="53"/>
                      <a:pt x="26" y="30"/>
                      <a:pt x="41" y="4"/>
                    </a:cubicBezTo>
                    <a:close/>
                  </a:path>
                </a:pathLst>
              </a:custGeom>
              <a:solidFill>
                <a:srgbClr val="FFF2A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77" name="Google Shape;577;p23"/>
            <p:cNvSpPr/>
            <p:nvPr/>
          </p:nvSpPr>
          <p:spPr>
            <a:xfrm>
              <a:off x="8418775" y="4784875"/>
              <a:ext cx="180875" cy="205550"/>
            </a:xfrm>
            <a:custGeom>
              <a:rect b="b" l="l" r="r" t="t"/>
              <a:pathLst>
                <a:path extrusionOk="0" h="8222" w="7235">
                  <a:moveTo>
                    <a:pt x="7235" y="0"/>
                  </a:moveTo>
                  <a:cubicBezTo>
                    <a:pt x="5044" y="2920"/>
                    <a:pt x="2579" y="5639"/>
                    <a:pt x="0" y="8222"/>
                  </a:cubicBezTo>
                </a:path>
              </a:pathLst>
            </a:custGeom>
            <a:noFill/>
            <a:ln cap="flat" cmpd="sng" w="28575">
              <a:solidFill>
                <a:schemeClr val="dk1"/>
              </a:solidFill>
              <a:prstDash val="solid"/>
              <a:round/>
              <a:headEnd len="med" w="med" type="none"/>
              <a:tailEnd len="med" w="med" type="none"/>
            </a:ln>
          </p:spPr>
        </p:sp>
        <p:sp>
          <p:nvSpPr>
            <p:cNvPr id="578" name="Google Shape;578;p23"/>
            <p:cNvSpPr/>
            <p:nvPr/>
          </p:nvSpPr>
          <p:spPr>
            <a:xfrm>
              <a:off x="8336550" y="4834225"/>
              <a:ext cx="74000" cy="106875"/>
            </a:xfrm>
            <a:custGeom>
              <a:rect b="b" l="l" r="r" t="t"/>
              <a:pathLst>
                <a:path extrusionOk="0" h="4275" w="2960">
                  <a:moveTo>
                    <a:pt x="2960" y="0"/>
                  </a:moveTo>
                  <a:cubicBezTo>
                    <a:pt x="2068" y="1486"/>
                    <a:pt x="961" y="2833"/>
                    <a:pt x="0" y="4275"/>
                  </a:cubicBezTo>
                </a:path>
              </a:pathLst>
            </a:custGeom>
            <a:noFill/>
            <a:ln cap="flat" cmpd="sng" w="28575">
              <a:solidFill>
                <a:schemeClr val="dk1"/>
              </a:solidFill>
              <a:prstDash val="solid"/>
              <a:round/>
              <a:headEnd len="med" w="med" type="none"/>
              <a:tailEnd len="med" w="med" type="none"/>
            </a:ln>
          </p:spPr>
        </p:sp>
        <p:sp>
          <p:nvSpPr>
            <p:cNvPr id="579" name="Google Shape;579;p23"/>
            <p:cNvSpPr/>
            <p:nvPr/>
          </p:nvSpPr>
          <p:spPr>
            <a:xfrm>
              <a:off x="9232700" y="3658550"/>
              <a:ext cx="353525" cy="452175"/>
            </a:xfrm>
            <a:custGeom>
              <a:rect b="b" l="l" r="r" t="t"/>
              <a:pathLst>
                <a:path extrusionOk="0" h="18087" w="14141">
                  <a:moveTo>
                    <a:pt x="14141" y="0"/>
                  </a:moveTo>
                  <a:cubicBezTo>
                    <a:pt x="9241" y="5879"/>
                    <a:pt x="4241" y="11716"/>
                    <a:pt x="0" y="18087"/>
                  </a:cubicBezTo>
                </a:path>
              </a:pathLst>
            </a:custGeom>
            <a:noFill/>
            <a:ln cap="flat" cmpd="sng" w="28575">
              <a:solidFill>
                <a:schemeClr val="dk1"/>
              </a:solidFill>
              <a:prstDash val="solid"/>
              <a:round/>
              <a:headEnd len="med" w="med" type="none"/>
              <a:tailEnd len="med" w="med" type="none"/>
            </a:ln>
          </p:spPr>
        </p:sp>
      </p:grpSp>
      <p:sp>
        <p:nvSpPr>
          <p:cNvPr id="580" name="Google Shape;580;p23"/>
          <p:cNvSpPr txBox="1"/>
          <p:nvPr>
            <p:ph type="title"/>
          </p:nvPr>
        </p:nvSpPr>
        <p:spPr>
          <a:xfrm>
            <a:off x="914400" y="888750"/>
            <a:ext cx="8458200" cy="956400"/>
          </a:xfrm>
          <a:prstGeom prst="rect">
            <a:avLst/>
          </a:prstGeom>
        </p:spPr>
        <p:txBody>
          <a:bodyPr anchorCtr="0" anchor="t" bIns="91425" lIns="91425" spcFirstLastPara="1" rIns="91425" wrap="square" tIns="91425">
            <a:noAutofit/>
          </a:bodyPr>
          <a:lstStyle>
            <a:lvl1pPr lvl="0" rtl="0">
              <a:spcBef>
                <a:spcPts val="0"/>
              </a:spcBef>
              <a:spcAft>
                <a:spcPts val="0"/>
              </a:spcAft>
              <a:buSzPts val="6400"/>
              <a:buNone/>
              <a:defRPr>
                <a:solidFill>
                  <a:schemeClr val="dk1"/>
                </a:solidFill>
              </a:defRPr>
            </a:lvl1pPr>
            <a:lvl2pPr lvl="1" rtl="0">
              <a:spcBef>
                <a:spcPts val="0"/>
              </a:spcBef>
              <a:spcAft>
                <a:spcPts val="0"/>
              </a:spcAft>
              <a:buSzPts val="6400"/>
              <a:buNone/>
              <a:defRPr/>
            </a:lvl2pPr>
            <a:lvl3pPr lvl="2" rtl="0">
              <a:spcBef>
                <a:spcPts val="0"/>
              </a:spcBef>
              <a:spcAft>
                <a:spcPts val="0"/>
              </a:spcAft>
              <a:buSzPts val="6400"/>
              <a:buNone/>
              <a:defRPr/>
            </a:lvl3pPr>
            <a:lvl4pPr lvl="3" rtl="0">
              <a:spcBef>
                <a:spcPts val="0"/>
              </a:spcBef>
              <a:spcAft>
                <a:spcPts val="0"/>
              </a:spcAft>
              <a:buSzPts val="6400"/>
              <a:buNone/>
              <a:defRPr/>
            </a:lvl4pPr>
            <a:lvl5pPr lvl="4" rtl="0">
              <a:spcBef>
                <a:spcPts val="0"/>
              </a:spcBef>
              <a:spcAft>
                <a:spcPts val="0"/>
              </a:spcAft>
              <a:buSzPts val="6400"/>
              <a:buNone/>
              <a:defRPr/>
            </a:lvl5pPr>
            <a:lvl6pPr lvl="5" rtl="0">
              <a:spcBef>
                <a:spcPts val="0"/>
              </a:spcBef>
              <a:spcAft>
                <a:spcPts val="0"/>
              </a:spcAft>
              <a:buSzPts val="6400"/>
              <a:buNone/>
              <a:defRPr/>
            </a:lvl6pPr>
            <a:lvl7pPr lvl="6" rtl="0">
              <a:spcBef>
                <a:spcPts val="0"/>
              </a:spcBef>
              <a:spcAft>
                <a:spcPts val="0"/>
              </a:spcAft>
              <a:buSzPts val="6400"/>
              <a:buNone/>
              <a:defRPr/>
            </a:lvl7pPr>
            <a:lvl8pPr lvl="7" rtl="0">
              <a:spcBef>
                <a:spcPts val="0"/>
              </a:spcBef>
              <a:spcAft>
                <a:spcPts val="0"/>
              </a:spcAft>
              <a:buSzPts val="6400"/>
              <a:buNone/>
              <a:defRPr/>
            </a:lvl8pPr>
            <a:lvl9pPr lvl="8" rtl="0">
              <a:spcBef>
                <a:spcPts val="0"/>
              </a:spcBef>
              <a:spcAft>
                <a:spcPts val="0"/>
              </a:spcAft>
              <a:buSzPts val="6400"/>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581" name="Shape 581"/>
        <p:cNvGrpSpPr/>
        <p:nvPr/>
      </p:nvGrpSpPr>
      <p:grpSpPr>
        <a:xfrm>
          <a:off x="0" y="0"/>
          <a:ext cx="0" cy="0"/>
          <a:chOff x="0" y="0"/>
          <a:chExt cx="0" cy="0"/>
        </a:xfrm>
      </p:grpSpPr>
      <p:sp>
        <p:nvSpPr>
          <p:cNvPr id="582" name="Google Shape;582;p24"/>
          <p:cNvSpPr txBox="1"/>
          <p:nvPr>
            <p:ph idx="1" type="subTitle"/>
          </p:nvPr>
        </p:nvSpPr>
        <p:spPr>
          <a:xfrm>
            <a:off x="914400" y="4390025"/>
            <a:ext cx="3541500" cy="11643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200"/>
              <a:buNone/>
              <a:defRPr sz="2200">
                <a:solidFill>
                  <a:schemeClr val="dk1"/>
                </a:solidFill>
              </a:defRPr>
            </a:lvl1pPr>
            <a:lvl2pPr lvl="1" rtl="0" algn="ctr">
              <a:lnSpc>
                <a:spcPct val="100000"/>
              </a:lnSpc>
              <a:spcBef>
                <a:spcPts val="0"/>
              </a:spcBef>
              <a:spcAft>
                <a:spcPts val="0"/>
              </a:spcAft>
              <a:buClr>
                <a:schemeClr val="dk1"/>
              </a:buClr>
              <a:buSzPts val="2200"/>
              <a:buNone/>
              <a:defRPr sz="2200">
                <a:solidFill>
                  <a:schemeClr val="dk1"/>
                </a:solidFill>
              </a:defRPr>
            </a:lvl2pPr>
            <a:lvl3pPr lvl="2" rtl="0" algn="ctr">
              <a:lnSpc>
                <a:spcPct val="100000"/>
              </a:lnSpc>
              <a:spcBef>
                <a:spcPts val="0"/>
              </a:spcBef>
              <a:spcAft>
                <a:spcPts val="0"/>
              </a:spcAft>
              <a:buClr>
                <a:schemeClr val="dk1"/>
              </a:buClr>
              <a:buSzPts val="2200"/>
              <a:buNone/>
              <a:defRPr sz="2200">
                <a:solidFill>
                  <a:schemeClr val="dk1"/>
                </a:solidFill>
              </a:defRPr>
            </a:lvl3pPr>
            <a:lvl4pPr lvl="3" rtl="0" algn="ctr">
              <a:lnSpc>
                <a:spcPct val="100000"/>
              </a:lnSpc>
              <a:spcBef>
                <a:spcPts val="0"/>
              </a:spcBef>
              <a:spcAft>
                <a:spcPts val="0"/>
              </a:spcAft>
              <a:buClr>
                <a:schemeClr val="dk1"/>
              </a:buClr>
              <a:buSzPts val="2200"/>
              <a:buNone/>
              <a:defRPr sz="2200">
                <a:solidFill>
                  <a:schemeClr val="dk1"/>
                </a:solidFill>
              </a:defRPr>
            </a:lvl4pPr>
            <a:lvl5pPr lvl="4" rtl="0" algn="ctr">
              <a:lnSpc>
                <a:spcPct val="100000"/>
              </a:lnSpc>
              <a:spcBef>
                <a:spcPts val="0"/>
              </a:spcBef>
              <a:spcAft>
                <a:spcPts val="0"/>
              </a:spcAft>
              <a:buClr>
                <a:schemeClr val="dk1"/>
              </a:buClr>
              <a:buSzPts val="2200"/>
              <a:buNone/>
              <a:defRPr sz="2200">
                <a:solidFill>
                  <a:schemeClr val="dk1"/>
                </a:solidFill>
              </a:defRPr>
            </a:lvl5pPr>
            <a:lvl6pPr lvl="5" rtl="0" algn="ctr">
              <a:lnSpc>
                <a:spcPct val="100000"/>
              </a:lnSpc>
              <a:spcBef>
                <a:spcPts val="0"/>
              </a:spcBef>
              <a:spcAft>
                <a:spcPts val="0"/>
              </a:spcAft>
              <a:buClr>
                <a:schemeClr val="dk1"/>
              </a:buClr>
              <a:buSzPts val="2200"/>
              <a:buNone/>
              <a:defRPr sz="2200">
                <a:solidFill>
                  <a:schemeClr val="dk1"/>
                </a:solidFill>
              </a:defRPr>
            </a:lvl6pPr>
            <a:lvl7pPr lvl="6" rtl="0" algn="ctr">
              <a:lnSpc>
                <a:spcPct val="100000"/>
              </a:lnSpc>
              <a:spcBef>
                <a:spcPts val="0"/>
              </a:spcBef>
              <a:spcAft>
                <a:spcPts val="0"/>
              </a:spcAft>
              <a:buClr>
                <a:schemeClr val="dk1"/>
              </a:buClr>
              <a:buSzPts val="2200"/>
              <a:buNone/>
              <a:defRPr sz="2200">
                <a:solidFill>
                  <a:schemeClr val="dk1"/>
                </a:solidFill>
              </a:defRPr>
            </a:lvl7pPr>
            <a:lvl8pPr lvl="7" rtl="0" algn="ctr">
              <a:lnSpc>
                <a:spcPct val="100000"/>
              </a:lnSpc>
              <a:spcBef>
                <a:spcPts val="0"/>
              </a:spcBef>
              <a:spcAft>
                <a:spcPts val="0"/>
              </a:spcAft>
              <a:buClr>
                <a:schemeClr val="dk1"/>
              </a:buClr>
              <a:buSzPts val="2200"/>
              <a:buNone/>
              <a:defRPr sz="2200">
                <a:solidFill>
                  <a:schemeClr val="dk1"/>
                </a:solidFill>
              </a:defRPr>
            </a:lvl8pPr>
            <a:lvl9pPr lvl="8" rtl="0" algn="ctr">
              <a:lnSpc>
                <a:spcPct val="100000"/>
              </a:lnSpc>
              <a:spcBef>
                <a:spcPts val="0"/>
              </a:spcBef>
              <a:spcAft>
                <a:spcPts val="0"/>
              </a:spcAft>
              <a:buClr>
                <a:schemeClr val="dk1"/>
              </a:buClr>
              <a:buSzPts val="2200"/>
              <a:buNone/>
              <a:defRPr sz="2200">
                <a:solidFill>
                  <a:schemeClr val="dk1"/>
                </a:solidFill>
              </a:defRPr>
            </a:lvl9pPr>
          </a:lstStyle>
          <a:p/>
        </p:txBody>
      </p:sp>
      <p:sp>
        <p:nvSpPr>
          <p:cNvPr id="583" name="Google Shape;583;p24"/>
          <p:cNvSpPr txBox="1"/>
          <p:nvPr>
            <p:ph idx="2" type="subTitle"/>
          </p:nvPr>
        </p:nvSpPr>
        <p:spPr>
          <a:xfrm>
            <a:off x="914400" y="3630612"/>
            <a:ext cx="3541500" cy="8283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3100"/>
              <a:buFont typeface="Bebas Neue"/>
              <a:buNone/>
              <a:defRPr sz="4600">
                <a:solidFill>
                  <a:schemeClr val="dk2"/>
                </a:solidFill>
                <a:latin typeface="Ranchers"/>
                <a:ea typeface="Ranchers"/>
                <a:cs typeface="Ranchers"/>
                <a:sym typeface="Ranchers"/>
              </a:defRPr>
            </a:lvl1pPr>
            <a:lvl2pPr lvl="1" rtl="0" algn="ctr">
              <a:lnSpc>
                <a:spcPct val="100000"/>
              </a:lnSpc>
              <a:spcBef>
                <a:spcPts val="0"/>
              </a:spcBef>
              <a:spcAft>
                <a:spcPts val="0"/>
              </a:spcAft>
              <a:buClr>
                <a:schemeClr val="dk1"/>
              </a:buClr>
              <a:buSzPts val="3100"/>
              <a:buFont typeface="Bebas Neue"/>
              <a:buNone/>
              <a:defRPr sz="31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3100"/>
              <a:buFont typeface="Bebas Neue"/>
              <a:buNone/>
              <a:defRPr sz="31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3100"/>
              <a:buFont typeface="Bebas Neue"/>
              <a:buNone/>
              <a:defRPr sz="31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3100"/>
              <a:buFont typeface="Bebas Neue"/>
              <a:buNone/>
              <a:defRPr sz="31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3100"/>
              <a:buFont typeface="Bebas Neue"/>
              <a:buNone/>
              <a:defRPr sz="31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3100"/>
              <a:buFont typeface="Bebas Neue"/>
              <a:buNone/>
              <a:defRPr sz="31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3100"/>
              <a:buFont typeface="Bebas Neue"/>
              <a:buNone/>
              <a:defRPr sz="31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3100"/>
              <a:buFont typeface="Bebas Neue"/>
              <a:buNone/>
              <a:defRPr sz="3100">
                <a:solidFill>
                  <a:schemeClr val="dk1"/>
                </a:solidFill>
                <a:latin typeface="Bebas Neue"/>
                <a:ea typeface="Bebas Neue"/>
                <a:cs typeface="Bebas Neue"/>
                <a:sym typeface="Bebas Neue"/>
              </a:defRPr>
            </a:lvl9pPr>
          </a:lstStyle>
          <a:p/>
        </p:txBody>
      </p:sp>
      <p:sp>
        <p:nvSpPr>
          <p:cNvPr id="584" name="Google Shape;584;p24"/>
          <p:cNvSpPr txBox="1"/>
          <p:nvPr>
            <p:ph idx="3" type="subTitle"/>
          </p:nvPr>
        </p:nvSpPr>
        <p:spPr>
          <a:xfrm>
            <a:off x="5831100" y="8088425"/>
            <a:ext cx="3541500" cy="11643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200"/>
              <a:buNone/>
              <a:defRPr sz="2200">
                <a:solidFill>
                  <a:schemeClr val="dk1"/>
                </a:solidFill>
              </a:defRPr>
            </a:lvl1pPr>
            <a:lvl2pPr lvl="1" rtl="0" algn="ctr">
              <a:lnSpc>
                <a:spcPct val="100000"/>
              </a:lnSpc>
              <a:spcBef>
                <a:spcPts val="0"/>
              </a:spcBef>
              <a:spcAft>
                <a:spcPts val="0"/>
              </a:spcAft>
              <a:buClr>
                <a:schemeClr val="dk1"/>
              </a:buClr>
              <a:buSzPts val="2200"/>
              <a:buNone/>
              <a:defRPr sz="2200">
                <a:solidFill>
                  <a:schemeClr val="dk1"/>
                </a:solidFill>
              </a:defRPr>
            </a:lvl2pPr>
            <a:lvl3pPr lvl="2" rtl="0" algn="ctr">
              <a:lnSpc>
                <a:spcPct val="100000"/>
              </a:lnSpc>
              <a:spcBef>
                <a:spcPts val="0"/>
              </a:spcBef>
              <a:spcAft>
                <a:spcPts val="0"/>
              </a:spcAft>
              <a:buClr>
                <a:schemeClr val="dk1"/>
              </a:buClr>
              <a:buSzPts val="2200"/>
              <a:buNone/>
              <a:defRPr sz="2200">
                <a:solidFill>
                  <a:schemeClr val="dk1"/>
                </a:solidFill>
              </a:defRPr>
            </a:lvl3pPr>
            <a:lvl4pPr lvl="3" rtl="0" algn="ctr">
              <a:lnSpc>
                <a:spcPct val="100000"/>
              </a:lnSpc>
              <a:spcBef>
                <a:spcPts val="0"/>
              </a:spcBef>
              <a:spcAft>
                <a:spcPts val="0"/>
              </a:spcAft>
              <a:buClr>
                <a:schemeClr val="dk1"/>
              </a:buClr>
              <a:buSzPts val="2200"/>
              <a:buNone/>
              <a:defRPr sz="2200">
                <a:solidFill>
                  <a:schemeClr val="dk1"/>
                </a:solidFill>
              </a:defRPr>
            </a:lvl4pPr>
            <a:lvl5pPr lvl="4" rtl="0" algn="ctr">
              <a:lnSpc>
                <a:spcPct val="100000"/>
              </a:lnSpc>
              <a:spcBef>
                <a:spcPts val="0"/>
              </a:spcBef>
              <a:spcAft>
                <a:spcPts val="0"/>
              </a:spcAft>
              <a:buClr>
                <a:schemeClr val="dk1"/>
              </a:buClr>
              <a:buSzPts val="2200"/>
              <a:buNone/>
              <a:defRPr sz="2200">
                <a:solidFill>
                  <a:schemeClr val="dk1"/>
                </a:solidFill>
              </a:defRPr>
            </a:lvl5pPr>
            <a:lvl6pPr lvl="5" rtl="0" algn="ctr">
              <a:lnSpc>
                <a:spcPct val="100000"/>
              </a:lnSpc>
              <a:spcBef>
                <a:spcPts val="0"/>
              </a:spcBef>
              <a:spcAft>
                <a:spcPts val="0"/>
              </a:spcAft>
              <a:buClr>
                <a:schemeClr val="dk1"/>
              </a:buClr>
              <a:buSzPts val="2200"/>
              <a:buNone/>
              <a:defRPr sz="2200">
                <a:solidFill>
                  <a:schemeClr val="dk1"/>
                </a:solidFill>
              </a:defRPr>
            </a:lvl6pPr>
            <a:lvl7pPr lvl="6" rtl="0" algn="ctr">
              <a:lnSpc>
                <a:spcPct val="100000"/>
              </a:lnSpc>
              <a:spcBef>
                <a:spcPts val="0"/>
              </a:spcBef>
              <a:spcAft>
                <a:spcPts val="0"/>
              </a:spcAft>
              <a:buClr>
                <a:schemeClr val="dk1"/>
              </a:buClr>
              <a:buSzPts val="2200"/>
              <a:buNone/>
              <a:defRPr sz="2200">
                <a:solidFill>
                  <a:schemeClr val="dk1"/>
                </a:solidFill>
              </a:defRPr>
            </a:lvl7pPr>
            <a:lvl8pPr lvl="7" rtl="0" algn="ctr">
              <a:lnSpc>
                <a:spcPct val="100000"/>
              </a:lnSpc>
              <a:spcBef>
                <a:spcPts val="0"/>
              </a:spcBef>
              <a:spcAft>
                <a:spcPts val="0"/>
              </a:spcAft>
              <a:buClr>
                <a:schemeClr val="dk1"/>
              </a:buClr>
              <a:buSzPts val="2200"/>
              <a:buNone/>
              <a:defRPr sz="2200">
                <a:solidFill>
                  <a:schemeClr val="dk1"/>
                </a:solidFill>
              </a:defRPr>
            </a:lvl8pPr>
            <a:lvl9pPr lvl="8" rtl="0" algn="ctr">
              <a:lnSpc>
                <a:spcPct val="100000"/>
              </a:lnSpc>
              <a:spcBef>
                <a:spcPts val="0"/>
              </a:spcBef>
              <a:spcAft>
                <a:spcPts val="0"/>
              </a:spcAft>
              <a:buClr>
                <a:schemeClr val="dk1"/>
              </a:buClr>
              <a:buSzPts val="2200"/>
              <a:buNone/>
              <a:defRPr sz="2200">
                <a:solidFill>
                  <a:schemeClr val="dk1"/>
                </a:solidFill>
              </a:defRPr>
            </a:lvl9pPr>
          </a:lstStyle>
          <a:p/>
        </p:txBody>
      </p:sp>
      <p:sp>
        <p:nvSpPr>
          <p:cNvPr id="585" name="Google Shape;585;p24"/>
          <p:cNvSpPr txBox="1"/>
          <p:nvPr>
            <p:ph idx="4" type="subTitle"/>
          </p:nvPr>
        </p:nvSpPr>
        <p:spPr>
          <a:xfrm>
            <a:off x="5831100" y="7324516"/>
            <a:ext cx="3541500" cy="828300"/>
          </a:xfrm>
          <a:prstGeom prst="rect">
            <a:avLst/>
          </a:prstGeom>
          <a:ln>
            <a:noFill/>
          </a:ln>
        </p:spPr>
        <p:txBody>
          <a:bodyPr anchorCtr="0" anchor="b" bIns="91425" lIns="91425" spcFirstLastPara="1" rIns="91425" wrap="square" tIns="91425">
            <a:noAutofit/>
          </a:bodyPr>
          <a:lstStyle>
            <a:lvl1pPr lvl="0" rtl="0" algn="ctr">
              <a:spcBef>
                <a:spcPts val="0"/>
              </a:spcBef>
              <a:spcAft>
                <a:spcPts val="0"/>
              </a:spcAft>
              <a:buClr>
                <a:schemeClr val="dk1"/>
              </a:buClr>
              <a:buSzPts val="3100"/>
              <a:buFont typeface="Bebas Neue"/>
              <a:buNone/>
              <a:defRPr sz="4600">
                <a:solidFill>
                  <a:schemeClr val="dk2"/>
                </a:solidFill>
                <a:latin typeface="Ranchers"/>
                <a:ea typeface="Ranchers"/>
                <a:cs typeface="Ranchers"/>
                <a:sym typeface="Ranchers"/>
              </a:defRPr>
            </a:lvl1pPr>
            <a:lvl2pPr lvl="1" rtl="0" algn="ctr">
              <a:lnSpc>
                <a:spcPct val="100000"/>
              </a:lnSpc>
              <a:spcBef>
                <a:spcPts val="0"/>
              </a:spcBef>
              <a:spcAft>
                <a:spcPts val="0"/>
              </a:spcAft>
              <a:buClr>
                <a:schemeClr val="dk1"/>
              </a:buClr>
              <a:buSzPts val="3100"/>
              <a:buFont typeface="Bebas Neue"/>
              <a:buNone/>
              <a:defRPr sz="31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3100"/>
              <a:buFont typeface="Bebas Neue"/>
              <a:buNone/>
              <a:defRPr sz="31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3100"/>
              <a:buFont typeface="Bebas Neue"/>
              <a:buNone/>
              <a:defRPr sz="31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3100"/>
              <a:buFont typeface="Bebas Neue"/>
              <a:buNone/>
              <a:defRPr sz="31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3100"/>
              <a:buFont typeface="Bebas Neue"/>
              <a:buNone/>
              <a:defRPr sz="31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3100"/>
              <a:buFont typeface="Bebas Neue"/>
              <a:buNone/>
              <a:defRPr sz="31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3100"/>
              <a:buFont typeface="Bebas Neue"/>
              <a:buNone/>
              <a:defRPr sz="31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3100"/>
              <a:buFont typeface="Bebas Neue"/>
              <a:buNone/>
              <a:defRPr sz="3100">
                <a:solidFill>
                  <a:schemeClr val="dk1"/>
                </a:solidFill>
                <a:latin typeface="Bebas Neue"/>
                <a:ea typeface="Bebas Neue"/>
                <a:cs typeface="Bebas Neue"/>
                <a:sym typeface="Bebas Neue"/>
              </a:defRPr>
            </a:lvl9pPr>
          </a:lstStyle>
          <a:p/>
        </p:txBody>
      </p:sp>
      <p:sp>
        <p:nvSpPr>
          <p:cNvPr id="586" name="Google Shape;586;p24"/>
          <p:cNvSpPr txBox="1"/>
          <p:nvPr>
            <p:ph type="title"/>
          </p:nvPr>
        </p:nvSpPr>
        <p:spPr>
          <a:xfrm>
            <a:off x="914400" y="888750"/>
            <a:ext cx="8458200" cy="956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6400"/>
              <a:buNone/>
              <a:defRPr/>
            </a:lvl1pPr>
            <a:lvl2pPr lvl="1" rtl="0">
              <a:lnSpc>
                <a:spcPct val="100000"/>
              </a:lnSpc>
              <a:spcBef>
                <a:spcPts val="0"/>
              </a:spcBef>
              <a:spcAft>
                <a:spcPts val="0"/>
              </a:spcAft>
              <a:buSzPts val="6400"/>
              <a:buNone/>
              <a:defRPr/>
            </a:lvl2pPr>
            <a:lvl3pPr lvl="2" rtl="0">
              <a:lnSpc>
                <a:spcPct val="100000"/>
              </a:lnSpc>
              <a:spcBef>
                <a:spcPts val="0"/>
              </a:spcBef>
              <a:spcAft>
                <a:spcPts val="0"/>
              </a:spcAft>
              <a:buSzPts val="6400"/>
              <a:buNone/>
              <a:defRPr/>
            </a:lvl3pPr>
            <a:lvl4pPr lvl="3" rtl="0">
              <a:lnSpc>
                <a:spcPct val="100000"/>
              </a:lnSpc>
              <a:spcBef>
                <a:spcPts val="0"/>
              </a:spcBef>
              <a:spcAft>
                <a:spcPts val="0"/>
              </a:spcAft>
              <a:buSzPts val="6400"/>
              <a:buNone/>
              <a:defRPr/>
            </a:lvl4pPr>
            <a:lvl5pPr lvl="4" rtl="0">
              <a:lnSpc>
                <a:spcPct val="100000"/>
              </a:lnSpc>
              <a:spcBef>
                <a:spcPts val="0"/>
              </a:spcBef>
              <a:spcAft>
                <a:spcPts val="0"/>
              </a:spcAft>
              <a:buSzPts val="6400"/>
              <a:buNone/>
              <a:defRPr/>
            </a:lvl5pPr>
            <a:lvl6pPr lvl="5" rtl="0">
              <a:lnSpc>
                <a:spcPct val="100000"/>
              </a:lnSpc>
              <a:spcBef>
                <a:spcPts val="0"/>
              </a:spcBef>
              <a:spcAft>
                <a:spcPts val="0"/>
              </a:spcAft>
              <a:buSzPts val="6400"/>
              <a:buNone/>
              <a:defRPr/>
            </a:lvl6pPr>
            <a:lvl7pPr lvl="6" rtl="0">
              <a:lnSpc>
                <a:spcPct val="100000"/>
              </a:lnSpc>
              <a:spcBef>
                <a:spcPts val="0"/>
              </a:spcBef>
              <a:spcAft>
                <a:spcPts val="0"/>
              </a:spcAft>
              <a:buSzPts val="6400"/>
              <a:buNone/>
              <a:defRPr/>
            </a:lvl7pPr>
            <a:lvl8pPr lvl="7" rtl="0">
              <a:lnSpc>
                <a:spcPct val="100000"/>
              </a:lnSpc>
              <a:spcBef>
                <a:spcPts val="0"/>
              </a:spcBef>
              <a:spcAft>
                <a:spcPts val="0"/>
              </a:spcAft>
              <a:buSzPts val="6400"/>
              <a:buNone/>
              <a:defRPr/>
            </a:lvl8pPr>
            <a:lvl9pPr lvl="8" rtl="0">
              <a:lnSpc>
                <a:spcPct val="100000"/>
              </a:lnSpc>
              <a:spcBef>
                <a:spcPts val="0"/>
              </a:spcBef>
              <a:spcAft>
                <a:spcPts val="0"/>
              </a:spcAft>
              <a:buSzPts val="6400"/>
              <a:buNone/>
              <a:defRPr/>
            </a:lvl9pPr>
          </a:lstStyle>
          <a:p/>
        </p:txBody>
      </p:sp>
      <p:sp>
        <p:nvSpPr>
          <p:cNvPr id="587" name="Google Shape;587;p24"/>
          <p:cNvSpPr/>
          <p:nvPr/>
        </p:nvSpPr>
        <p:spPr>
          <a:xfrm flipH="1" rot="10800000">
            <a:off x="9366405" y="9258210"/>
            <a:ext cx="830723" cy="773578"/>
          </a:xfrm>
          <a:custGeom>
            <a:rect b="b" l="l" r="r" t="t"/>
            <a:pathLst>
              <a:path extrusionOk="0" h="1638" w="1759">
                <a:moveTo>
                  <a:pt x="1074" y="1"/>
                </a:moveTo>
                <a:cubicBezTo>
                  <a:pt x="1067" y="1"/>
                  <a:pt x="1060" y="3"/>
                  <a:pt x="1054" y="5"/>
                </a:cubicBezTo>
                <a:cubicBezTo>
                  <a:pt x="1041" y="18"/>
                  <a:pt x="1025" y="29"/>
                  <a:pt x="1014" y="41"/>
                </a:cubicBezTo>
                <a:cubicBezTo>
                  <a:pt x="1006" y="53"/>
                  <a:pt x="994" y="65"/>
                  <a:pt x="983" y="76"/>
                </a:cubicBezTo>
                <a:cubicBezTo>
                  <a:pt x="947" y="124"/>
                  <a:pt x="912" y="171"/>
                  <a:pt x="872" y="214"/>
                </a:cubicBezTo>
                <a:cubicBezTo>
                  <a:pt x="836" y="262"/>
                  <a:pt x="805" y="309"/>
                  <a:pt x="774" y="356"/>
                </a:cubicBezTo>
                <a:cubicBezTo>
                  <a:pt x="761" y="376"/>
                  <a:pt x="750" y="404"/>
                  <a:pt x="734" y="424"/>
                </a:cubicBezTo>
                <a:cubicBezTo>
                  <a:pt x="723" y="435"/>
                  <a:pt x="710" y="451"/>
                  <a:pt x="703" y="462"/>
                </a:cubicBezTo>
                <a:cubicBezTo>
                  <a:pt x="699" y="473"/>
                  <a:pt x="687" y="508"/>
                  <a:pt x="673" y="508"/>
                </a:cubicBezTo>
                <a:cubicBezTo>
                  <a:pt x="671" y="508"/>
                  <a:pt x="669" y="507"/>
                  <a:pt x="667" y="506"/>
                </a:cubicBezTo>
                <a:cubicBezTo>
                  <a:pt x="659" y="502"/>
                  <a:pt x="659" y="495"/>
                  <a:pt x="652" y="495"/>
                </a:cubicBezTo>
                <a:cubicBezTo>
                  <a:pt x="643" y="495"/>
                  <a:pt x="639" y="498"/>
                  <a:pt x="632" y="498"/>
                </a:cubicBezTo>
                <a:cubicBezTo>
                  <a:pt x="625" y="500"/>
                  <a:pt x="618" y="500"/>
                  <a:pt x="611" y="500"/>
                </a:cubicBezTo>
                <a:cubicBezTo>
                  <a:pt x="596" y="500"/>
                  <a:pt x="582" y="498"/>
                  <a:pt x="568" y="498"/>
                </a:cubicBezTo>
                <a:cubicBezTo>
                  <a:pt x="545" y="495"/>
                  <a:pt x="517" y="491"/>
                  <a:pt x="494" y="491"/>
                </a:cubicBezTo>
                <a:cubicBezTo>
                  <a:pt x="454" y="486"/>
                  <a:pt x="415" y="482"/>
                  <a:pt x="379" y="479"/>
                </a:cubicBezTo>
                <a:cubicBezTo>
                  <a:pt x="359" y="479"/>
                  <a:pt x="339" y="475"/>
                  <a:pt x="320" y="475"/>
                </a:cubicBezTo>
                <a:cubicBezTo>
                  <a:pt x="273" y="471"/>
                  <a:pt x="226" y="462"/>
                  <a:pt x="178" y="462"/>
                </a:cubicBezTo>
                <a:cubicBezTo>
                  <a:pt x="170" y="462"/>
                  <a:pt x="164" y="461"/>
                  <a:pt x="157" y="461"/>
                </a:cubicBezTo>
                <a:cubicBezTo>
                  <a:pt x="154" y="461"/>
                  <a:pt x="150" y="461"/>
                  <a:pt x="146" y="462"/>
                </a:cubicBezTo>
                <a:cubicBezTo>
                  <a:pt x="139" y="462"/>
                  <a:pt x="135" y="462"/>
                  <a:pt x="123" y="459"/>
                </a:cubicBezTo>
                <a:cubicBezTo>
                  <a:pt x="103" y="455"/>
                  <a:pt x="79" y="451"/>
                  <a:pt x="60" y="451"/>
                </a:cubicBezTo>
                <a:cubicBezTo>
                  <a:pt x="48" y="455"/>
                  <a:pt x="36" y="451"/>
                  <a:pt x="28" y="459"/>
                </a:cubicBezTo>
                <a:cubicBezTo>
                  <a:pt x="24" y="462"/>
                  <a:pt x="13" y="471"/>
                  <a:pt x="8" y="479"/>
                </a:cubicBezTo>
                <a:cubicBezTo>
                  <a:pt x="0" y="491"/>
                  <a:pt x="13" y="502"/>
                  <a:pt x="17" y="514"/>
                </a:cubicBezTo>
                <a:cubicBezTo>
                  <a:pt x="24" y="522"/>
                  <a:pt x="28" y="530"/>
                  <a:pt x="36" y="542"/>
                </a:cubicBezTo>
                <a:cubicBezTo>
                  <a:pt x="44" y="553"/>
                  <a:pt x="48" y="562"/>
                  <a:pt x="60" y="573"/>
                </a:cubicBezTo>
                <a:cubicBezTo>
                  <a:pt x="84" y="597"/>
                  <a:pt x="115" y="613"/>
                  <a:pt x="139" y="637"/>
                </a:cubicBezTo>
                <a:cubicBezTo>
                  <a:pt x="162" y="668"/>
                  <a:pt x="182" y="695"/>
                  <a:pt x="210" y="723"/>
                </a:cubicBezTo>
                <a:cubicBezTo>
                  <a:pt x="241" y="751"/>
                  <a:pt x="273" y="775"/>
                  <a:pt x="304" y="802"/>
                </a:cubicBezTo>
                <a:cubicBezTo>
                  <a:pt x="316" y="814"/>
                  <a:pt x="324" y="826"/>
                  <a:pt x="335" y="833"/>
                </a:cubicBezTo>
                <a:cubicBezTo>
                  <a:pt x="344" y="837"/>
                  <a:pt x="352" y="841"/>
                  <a:pt x="355" y="846"/>
                </a:cubicBezTo>
                <a:cubicBezTo>
                  <a:pt x="355" y="849"/>
                  <a:pt x="352" y="857"/>
                  <a:pt x="348" y="861"/>
                </a:cubicBezTo>
                <a:cubicBezTo>
                  <a:pt x="348" y="869"/>
                  <a:pt x="344" y="881"/>
                  <a:pt x="339" y="888"/>
                </a:cubicBezTo>
                <a:cubicBezTo>
                  <a:pt x="316" y="920"/>
                  <a:pt x="297" y="948"/>
                  <a:pt x="281" y="983"/>
                </a:cubicBezTo>
                <a:cubicBezTo>
                  <a:pt x="273" y="999"/>
                  <a:pt x="265" y="1011"/>
                  <a:pt x="261" y="1026"/>
                </a:cubicBezTo>
                <a:cubicBezTo>
                  <a:pt x="253" y="1039"/>
                  <a:pt x="241" y="1050"/>
                  <a:pt x="233" y="1066"/>
                </a:cubicBezTo>
                <a:cubicBezTo>
                  <a:pt x="221" y="1082"/>
                  <a:pt x="213" y="1097"/>
                  <a:pt x="206" y="1110"/>
                </a:cubicBezTo>
                <a:cubicBezTo>
                  <a:pt x="190" y="1130"/>
                  <a:pt x="178" y="1145"/>
                  <a:pt x="166" y="1165"/>
                </a:cubicBezTo>
                <a:cubicBezTo>
                  <a:pt x="159" y="1177"/>
                  <a:pt x="155" y="1188"/>
                  <a:pt x="150" y="1196"/>
                </a:cubicBezTo>
                <a:cubicBezTo>
                  <a:pt x="146" y="1208"/>
                  <a:pt x="139" y="1216"/>
                  <a:pt x="131" y="1228"/>
                </a:cubicBezTo>
                <a:cubicBezTo>
                  <a:pt x="115" y="1248"/>
                  <a:pt x="103" y="1267"/>
                  <a:pt x="91" y="1290"/>
                </a:cubicBezTo>
                <a:cubicBezTo>
                  <a:pt x="84" y="1307"/>
                  <a:pt x="75" y="1326"/>
                  <a:pt x="68" y="1346"/>
                </a:cubicBezTo>
                <a:cubicBezTo>
                  <a:pt x="60" y="1374"/>
                  <a:pt x="44" y="1394"/>
                  <a:pt x="32" y="1417"/>
                </a:cubicBezTo>
                <a:cubicBezTo>
                  <a:pt x="28" y="1421"/>
                  <a:pt x="24" y="1429"/>
                  <a:pt x="28" y="1432"/>
                </a:cubicBezTo>
                <a:cubicBezTo>
                  <a:pt x="28" y="1437"/>
                  <a:pt x="36" y="1441"/>
                  <a:pt x="40" y="1445"/>
                </a:cubicBezTo>
                <a:cubicBezTo>
                  <a:pt x="43" y="1451"/>
                  <a:pt x="46" y="1457"/>
                  <a:pt x="51" y="1457"/>
                </a:cubicBezTo>
                <a:cubicBezTo>
                  <a:pt x="52" y="1457"/>
                  <a:pt x="54" y="1457"/>
                  <a:pt x="55" y="1456"/>
                </a:cubicBezTo>
                <a:cubicBezTo>
                  <a:pt x="75" y="1452"/>
                  <a:pt x="91" y="1445"/>
                  <a:pt x="107" y="1432"/>
                </a:cubicBezTo>
                <a:cubicBezTo>
                  <a:pt x="119" y="1429"/>
                  <a:pt x="126" y="1429"/>
                  <a:pt x="139" y="1429"/>
                </a:cubicBezTo>
                <a:cubicBezTo>
                  <a:pt x="162" y="1425"/>
                  <a:pt x="182" y="1413"/>
                  <a:pt x="202" y="1405"/>
                </a:cubicBezTo>
                <a:cubicBezTo>
                  <a:pt x="253" y="1390"/>
                  <a:pt x="304" y="1374"/>
                  <a:pt x="355" y="1354"/>
                </a:cubicBezTo>
                <a:cubicBezTo>
                  <a:pt x="454" y="1319"/>
                  <a:pt x="552" y="1287"/>
                  <a:pt x="652" y="1252"/>
                </a:cubicBezTo>
                <a:cubicBezTo>
                  <a:pt x="667" y="1287"/>
                  <a:pt x="683" y="1319"/>
                  <a:pt x="706" y="1350"/>
                </a:cubicBezTo>
                <a:cubicBezTo>
                  <a:pt x="770" y="1445"/>
                  <a:pt x="852" y="1523"/>
                  <a:pt x="916" y="1622"/>
                </a:cubicBezTo>
                <a:cubicBezTo>
                  <a:pt x="922" y="1632"/>
                  <a:pt x="934" y="1637"/>
                  <a:pt x="945" y="1637"/>
                </a:cubicBezTo>
                <a:cubicBezTo>
                  <a:pt x="960" y="1637"/>
                  <a:pt x="974" y="1629"/>
                  <a:pt x="978" y="1614"/>
                </a:cubicBezTo>
                <a:cubicBezTo>
                  <a:pt x="1010" y="1508"/>
                  <a:pt x="1034" y="1401"/>
                  <a:pt x="1058" y="1295"/>
                </a:cubicBezTo>
                <a:cubicBezTo>
                  <a:pt x="1069" y="1243"/>
                  <a:pt x="1081" y="1188"/>
                  <a:pt x="1093" y="1137"/>
                </a:cubicBezTo>
                <a:cubicBezTo>
                  <a:pt x="1096" y="1114"/>
                  <a:pt x="1101" y="1086"/>
                  <a:pt x="1105" y="1062"/>
                </a:cubicBezTo>
                <a:lnTo>
                  <a:pt x="1105" y="1050"/>
                </a:lnTo>
                <a:cubicBezTo>
                  <a:pt x="1105" y="1039"/>
                  <a:pt x="1101" y="1026"/>
                  <a:pt x="1105" y="1015"/>
                </a:cubicBezTo>
                <a:cubicBezTo>
                  <a:pt x="1109" y="995"/>
                  <a:pt x="1125" y="983"/>
                  <a:pt x="1140" y="972"/>
                </a:cubicBezTo>
                <a:cubicBezTo>
                  <a:pt x="1164" y="952"/>
                  <a:pt x="1196" y="944"/>
                  <a:pt x="1223" y="932"/>
                </a:cubicBezTo>
                <a:cubicBezTo>
                  <a:pt x="1247" y="920"/>
                  <a:pt x="1270" y="908"/>
                  <a:pt x="1298" y="897"/>
                </a:cubicBezTo>
                <a:cubicBezTo>
                  <a:pt x="1325" y="884"/>
                  <a:pt x="1353" y="873"/>
                  <a:pt x="1385" y="857"/>
                </a:cubicBezTo>
                <a:cubicBezTo>
                  <a:pt x="1409" y="841"/>
                  <a:pt x="1432" y="833"/>
                  <a:pt x="1460" y="826"/>
                </a:cubicBezTo>
                <a:cubicBezTo>
                  <a:pt x="1471" y="822"/>
                  <a:pt x="1483" y="817"/>
                  <a:pt x="1495" y="810"/>
                </a:cubicBezTo>
                <a:cubicBezTo>
                  <a:pt x="1507" y="806"/>
                  <a:pt x="1518" y="798"/>
                  <a:pt x="1531" y="790"/>
                </a:cubicBezTo>
                <a:cubicBezTo>
                  <a:pt x="1574" y="770"/>
                  <a:pt x="1622" y="759"/>
                  <a:pt x="1664" y="735"/>
                </a:cubicBezTo>
                <a:cubicBezTo>
                  <a:pt x="1680" y="727"/>
                  <a:pt x="1696" y="715"/>
                  <a:pt x="1716" y="704"/>
                </a:cubicBezTo>
                <a:cubicBezTo>
                  <a:pt x="1724" y="695"/>
                  <a:pt x="1744" y="684"/>
                  <a:pt x="1751" y="672"/>
                </a:cubicBezTo>
                <a:cubicBezTo>
                  <a:pt x="1759" y="660"/>
                  <a:pt x="1755" y="637"/>
                  <a:pt x="1740" y="628"/>
                </a:cubicBezTo>
                <a:cubicBezTo>
                  <a:pt x="1731" y="620"/>
                  <a:pt x="1711" y="617"/>
                  <a:pt x="1700" y="617"/>
                </a:cubicBezTo>
                <a:lnTo>
                  <a:pt x="1684" y="617"/>
                </a:lnTo>
                <a:cubicBezTo>
                  <a:pt x="1664" y="613"/>
                  <a:pt x="1645" y="609"/>
                  <a:pt x="1625" y="604"/>
                </a:cubicBezTo>
                <a:cubicBezTo>
                  <a:pt x="1605" y="601"/>
                  <a:pt x="1586" y="597"/>
                  <a:pt x="1566" y="593"/>
                </a:cubicBezTo>
                <a:cubicBezTo>
                  <a:pt x="1558" y="589"/>
                  <a:pt x="1542" y="589"/>
                  <a:pt x="1535" y="585"/>
                </a:cubicBezTo>
                <a:cubicBezTo>
                  <a:pt x="1531" y="581"/>
                  <a:pt x="1527" y="577"/>
                  <a:pt x="1518" y="577"/>
                </a:cubicBezTo>
                <a:cubicBezTo>
                  <a:pt x="1495" y="573"/>
                  <a:pt x="1475" y="573"/>
                  <a:pt x="1456" y="573"/>
                </a:cubicBezTo>
                <a:lnTo>
                  <a:pt x="1357" y="573"/>
                </a:lnTo>
                <a:cubicBezTo>
                  <a:pt x="1325" y="573"/>
                  <a:pt x="1294" y="569"/>
                  <a:pt x="1262" y="566"/>
                </a:cubicBezTo>
                <a:cubicBezTo>
                  <a:pt x="1219" y="562"/>
                  <a:pt x="1176" y="562"/>
                  <a:pt x="1136" y="553"/>
                </a:cubicBezTo>
                <a:cubicBezTo>
                  <a:pt x="1120" y="549"/>
                  <a:pt x="1109" y="546"/>
                  <a:pt x="1096" y="546"/>
                </a:cubicBezTo>
                <a:cubicBezTo>
                  <a:pt x="1089" y="546"/>
                  <a:pt x="1081" y="546"/>
                  <a:pt x="1077" y="542"/>
                </a:cubicBezTo>
                <a:cubicBezTo>
                  <a:pt x="1065" y="533"/>
                  <a:pt x="1069" y="518"/>
                  <a:pt x="1069" y="506"/>
                </a:cubicBezTo>
                <a:cubicBezTo>
                  <a:pt x="1069" y="491"/>
                  <a:pt x="1065" y="475"/>
                  <a:pt x="1061" y="459"/>
                </a:cubicBezTo>
                <a:cubicBezTo>
                  <a:pt x="1061" y="439"/>
                  <a:pt x="1065" y="424"/>
                  <a:pt x="1069" y="404"/>
                </a:cubicBezTo>
                <a:cubicBezTo>
                  <a:pt x="1073" y="388"/>
                  <a:pt x="1077" y="373"/>
                  <a:pt x="1077" y="356"/>
                </a:cubicBezTo>
                <a:lnTo>
                  <a:pt x="1077" y="302"/>
                </a:lnTo>
                <a:cubicBezTo>
                  <a:pt x="1081" y="285"/>
                  <a:pt x="1085" y="266"/>
                  <a:pt x="1085" y="249"/>
                </a:cubicBezTo>
                <a:cubicBezTo>
                  <a:pt x="1089" y="226"/>
                  <a:pt x="1085" y="207"/>
                  <a:pt x="1089" y="187"/>
                </a:cubicBezTo>
                <a:cubicBezTo>
                  <a:pt x="1093" y="167"/>
                  <a:pt x="1093" y="151"/>
                  <a:pt x="1096" y="131"/>
                </a:cubicBezTo>
                <a:cubicBezTo>
                  <a:pt x="1101" y="112"/>
                  <a:pt x="1105" y="96"/>
                  <a:pt x="1109" y="76"/>
                </a:cubicBezTo>
                <a:cubicBezTo>
                  <a:pt x="1109" y="56"/>
                  <a:pt x="1109" y="21"/>
                  <a:pt x="1089" y="5"/>
                </a:cubicBezTo>
                <a:cubicBezTo>
                  <a:pt x="1084" y="2"/>
                  <a:pt x="1079" y="1"/>
                  <a:pt x="1074" y="1"/>
                </a:cubicBezTo>
                <a:close/>
              </a:path>
            </a:pathLst>
          </a:custGeom>
          <a:solidFill>
            <a:schemeClr val="accent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24"/>
          <p:cNvSpPr/>
          <p:nvPr/>
        </p:nvSpPr>
        <p:spPr>
          <a:xfrm rot="10800000">
            <a:off x="1147061" y="315348"/>
            <a:ext cx="233400" cy="233400"/>
          </a:xfrm>
          <a:prstGeom prst="ellipse">
            <a:avLst/>
          </a:pr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24"/>
          <p:cNvSpPr/>
          <p:nvPr/>
        </p:nvSpPr>
        <p:spPr>
          <a:xfrm rot="10800000">
            <a:off x="605136" y="3318373"/>
            <a:ext cx="233400" cy="233400"/>
          </a:xfrm>
          <a:prstGeom prst="ellipse">
            <a:avLst/>
          </a:pr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24"/>
          <p:cNvSpPr/>
          <p:nvPr/>
        </p:nvSpPr>
        <p:spPr>
          <a:xfrm rot="10800000">
            <a:off x="252136" y="2550498"/>
            <a:ext cx="233400" cy="233400"/>
          </a:xfrm>
          <a:prstGeom prst="ellipse">
            <a:avLst/>
          </a:pr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24"/>
          <p:cNvSpPr/>
          <p:nvPr/>
        </p:nvSpPr>
        <p:spPr>
          <a:xfrm>
            <a:off x="9949204" y="6311923"/>
            <a:ext cx="56375" cy="2663275"/>
          </a:xfrm>
          <a:custGeom>
            <a:rect b="b" l="l" r="r" t="t"/>
            <a:pathLst>
              <a:path extrusionOk="0" h="106531" w="2255">
                <a:moveTo>
                  <a:pt x="1515" y="0"/>
                </a:moveTo>
                <a:cubicBezTo>
                  <a:pt x="649" y="35503"/>
                  <a:pt x="4406" y="71291"/>
                  <a:pt x="0" y="106531"/>
                </a:cubicBezTo>
              </a:path>
            </a:pathLst>
          </a:custGeom>
          <a:noFill/>
          <a:ln cap="flat" cmpd="sng" w="28575">
            <a:solidFill>
              <a:schemeClr val="dk1"/>
            </a:solidFill>
            <a:prstDash val="solid"/>
            <a:round/>
            <a:headEnd len="med" w="med" type="none"/>
            <a:tailEnd len="med" w="med" type="none"/>
          </a:ln>
        </p:spPr>
      </p:sp>
      <p:sp>
        <p:nvSpPr>
          <p:cNvPr id="592" name="Google Shape;592;p24"/>
          <p:cNvSpPr/>
          <p:nvPr/>
        </p:nvSpPr>
        <p:spPr>
          <a:xfrm>
            <a:off x="9772504" y="7229123"/>
            <a:ext cx="23625" cy="795200"/>
          </a:xfrm>
          <a:custGeom>
            <a:rect b="b" l="l" r="r" t="t"/>
            <a:pathLst>
              <a:path extrusionOk="0" h="31808" w="945">
                <a:moveTo>
                  <a:pt x="505" y="0"/>
                </a:moveTo>
                <a:cubicBezTo>
                  <a:pt x="1386" y="10567"/>
                  <a:pt x="0" y="21204"/>
                  <a:pt x="0" y="31808"/>
                </a:cubicBezTo>
              </a:path>
            </a:pathLst>
          </a:custGeom>
          <a:noFill/>
          <a:ln cap="flat" cmpd="sng" w="28575">
            <a:solidFill>
              <a:schemeClr val="dk1"/>
            </a:solidFill>
            <a:prstDash val="solid"/>
            <a:round/>
            <a:headEnd len="med" w="med" type="none"/>
            <a:tailEnd len="med" w="med" type="none"/>
          </a:ln>
        </p:spPr>
      </p:sp>
      <p:sp>
        <p:nvSpPr>
          <p:cNvPr id="593" name="Google Shape;593;p24"/>
          <p:cNvSpPr/>
          <p:nvPr/>
        </p:nvSpPr>
        <p:spPr>
          <a:xfrm>
            <a:off x="9557929" y="6852348"/>
            <a:ext cx="88350" cy="1476775"/>
          </a:xfrm>
          <a:custGeom>
            <a:rect b="b" l="l" r="r" t="t"/>
            <a:pathLst>
              <a:path extrusionOk="0" h="59071" w="3534">
                <a:moveTo>
                  <a:pt x="0" y="0"/>
                </a:moveTo>
                <a:cubicBezTo>
                  <a:pt x="1037" y="19698"/>
                  <a:pt x="3534" y="39345"/>
                  <a:pt x="3534" y="59071"/>
                </a:cubicBezTo>
              </a:path>
            </a:pathLst>
          </a:custGeom>
          <a:noFill/>
          <a:ln cap="flat" cmpd="sng" w="28575">
            <a:solidFill>
              <a:schemeClr val="dk1"/>
            </a:solidFill>
            <a:prstDash val="solid"/>
            <a:round/>
            <a:headEnd len="med" w="med" type="none"/>
            <a:tailEnd len="med" w="med" type="none"/>
          </a:ln>
        </p:spPr>
      </p:sp>
      <p:sp>
        <p:nvSpPr>
          <p:cNvPr id="594" name="Google Shape;594;p24"/>
          <p:cNvSpPr/>
          <p:nvPr/>
        </p:nvSpPr>
        <p:spPr>
          <a:xfrm rot="-10651105">
            <a:off x="388975" y="3875177"/>
            <a:ext cx="138855" cy="2158457"/>
          </a:xfrm>
          <a:custGeom>
            <a:rect b="b" l="l" r="r" t="t"/>
            <a:pathLst>
              <a:path extrusionOk="0" h="86335" w="5554">
                <a:moveTo>
                  <a:pt x="0" y="0"/>
                </a:moveTo>
                <a:cubicBezTo>
                  <a:pt x="1919" y="28774"/>
                  <a:pt x="5554" y="57497"/>
                  <a:pt x="5554" y="86335"/>
                </a:cubicBezTo>
              </a:path>
            </a:pathLst>
          </a:custGeom>
          <a:noFill/>
          <a:ln cap="flat" cmpd="sng" w="28575">
            <a:solidFill>
              <a:schemeClr val="dk1"/>
            </a:solidFill>
            <a:prstDash val="solid"/>
            <a:round/>
            <a:headEnd len="med" w="med" type="none"/>
            <a:tailEnd len="med" w="med" type="none"/>
          </a:ln>
        </p:spPr>
      </p:sp>
      <p:sp>
        <p:nvSpPr>
          <p:cNvPr id="595" name="Google Shape;595;p24"/>
          <p:cNvSpPr/>
          <p:nvPr/>
        </p:nvSpPr>
        <p:spPr>
          <a:xfrm rot="-10651105">
            <a:off x="263867" y="5304452"/>
            <a:ext cx="39176" cy="1123393"/>
          </a:xfrm>
          <a:custGeom>
            <a:rect b="b" l="l" r="r" t="t"/>
            <a:pathLst>
              <a:path extrusionOk="0" h="44934" w="1567">
                <a:moveTo>
                  <a:pt x="557" y="0"/>
                </a:moveTo>
                <a:cubicBezTo>
                  <a:pt x="-1098" y="14890"/>
                  <a:pt x="1567" y="29952"/>
                  <a:pt x="1567" y="44934"/>
                </a:cubicBezTo>
              </a:path>
            </a:pathLst>
          </a:custGeom>
          <a:noFill/>
          <a:ln cap="flat" cmpd="sng" w="28575">
            <a:solidFill>
              <a:schemeClr val="dk1"/>
            </a:solidFill>
            <a:prstDash val="solid"/>
            <a:round/>
            <a:headEnd len="med" w="med" type="none"/>
            <a:tailEnd len="med" w="med" type="none"/>
          </a:ln>
        </p:spPr>
      </p:sp>
      <p:sp>
        <p:nvSpPr>
          <p:cNvPr id="596" name="Google Shape;596;p24"/>
          <p:cNvSpPr/>
          <p:nvPr/>
        </p:nvSpPr>
        <p:spPr>
          <a:xfrm rot="10800000">
            <a:off x="9868986" y="1349198"/>
            <a:ext cx="233400" cy="233400"/>
          </a:xfrm>
          <a:prstGeom prst="ellipse">
            <a:avLst/>
          </a:pr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24"/>
          <p:cNvSpPr/>
          <p:nvPr/>
        </p:nvSpPr>
        <p:spPr>
          <a:xfrm rot="10800000">
            <a:off x="9621236" y="2400086"/>
            <a:ext cx="233400" cy="233400"/>
          </a:xfrm>
          <a:prstGeom prst="ellipse">
            <a:avLst/>
          </a:pr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24"/>
          <p:cNvSpPr/>
          <p:nvPr/>
        </p:nvSpPr>
        <p:spPr>
          <a:xfrm rot="10800000">
            <a:off x="7648436" y="171448"/>
            <a:ext cx="233400" cy="233400"/>
          </a:xfrm>
          <a:prstGeom prst="ellipse">
            <a:avLst/>
          </a:pr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99" name="Google Shape;599;p24"/>
          <p:cNvGrpSpPr/>
          <p:nvPr/>
        </p:nvGrpSpPr>
        <p:grpSpPr>
          <a:xfrm rot="-10573200">
            <a:off x="8167329" y="-1283754"/>
            <a:ext cx="2448861" cy="2125572"/>
            <a:chOff x="1322124" y="4079650"/>
            <a:chExt cx="3420400" cy="2968851"/>
          </a:xfrm>
        </p:grpSpPr>
        <p:sp>
          <p:nvSpPr>
            <p:cNvPr id="600" name="Google Shape;600;p24"/>
            <p:cNvSpPr/>
            <p:nvPr/>
          </p:nvSpPr>
          <p:spPr>
            <a:xfrm>
              <a:off x="1322124" y="4377475"/>
              <a:ext cx="3420400" cy="2671026"/>
            </a:xfrm>
            <a:custGeom>
              <a:rect b="b" l="l" r="r" t="t"/>
              <a:pathLst>
                <a:path extrusionOk="0" h="2556" w="3273">
                  <a:moveTo>
                    <a:pt x="228" y="0"/>
                  </a:moveTo>
                  <a:cubicBezTo>
                    <a:pt x="244" y="548"/>
                    <a:pt x="157" y="1345"/>
                    <a:pt x="0" y="2331"/>
                  </a:cubicBezTo>
                  <a:lnTo>
                    <a:pt x="3040" y="2555"/>
                  </a:lnTo>
                  <a:cubicBezTo>
                    <a:pt x="3186" y="1767"/>
                    <a:pt x="3273" y="998"/>
                    <a:pt x="3269" y="257"/>
                  </a:cubicBezTo>
                  <a:lnTo>
                    <a:pt x="3143" y="249"/>
                  </a:lnTo>
                  <a:lnTo>
                    <a:pt x="3143" y="249"/>
                  </a:lnTo>
                  <a:cubicBezTo>
                    <a:pt x="3154" y="320"/>
                    <a:pt x="3115" y="402"/>
                    <a:pt x="3020" y="402"/>
                  </a:cubicBezTo>
                  <a:cubicBezTo>
                    <a:pt x="2918" y="402"/>
                    <a:pt x="2878" y="304"/>
                    <a:pt x="2902" y="229"/>
                  </a:cubicBezTo>
                  <a:lnTo>
                    <a:pt x="2674" y="209"/>
                  </a:lnTo>
                  <a:lnTo>
                    <a:pt x="2674" y="209"/>
                  </a:lnTo>
                  <a:cubicBezTo>
                    <a:pt x="2677" y="213"/>
                    <a:pt x="2677" y="222"/>
                    <a:pt x="2677" y="229"/>
                  </a:cubicBezTo>
                  <a:lnTo>
                    <a:pt x="2677" y="237"/>
                  </a:lnTo>
                  <a:cubicBezTo>
                    <a:pt x="2677" y="261"/>
                    <a:pt x="2670" y="280"/>
                    <a:pt x="2657" y="300"/>
                  </a:cubicBezTo>
                  <a:cubicBezTo>
                    <a:pt x="2654" y="312"/>
                    <a:pt x="2646" y="320"/>
                    <a:pt x="2638" y="328"/>
                  </a:cubicBezTo>
                  <a:cubicBezTo>
                    <a:pt x="2622" y="344"/>
                    <a:pt x="2603" y="355"/>
                    <a:pt x="2583" y="364"/>
                  </a:cubicBezTo>
                  <a:lnTo>
                    <a:pt x="2547" y="367"/>
                  </a:lnTo>
                  <a:cubicBezTo>
                    <a:pt x="2528" y="367"/>
                    <a:pt x="2512" y="364"/>
                    <a:pt x="2496" y="355"/>
                  </a:cubicBezTo>
                  <a:cubicBezTo>
                    <a:pt x="2480" y="351"/>
                    <a:pt x="2468" y="340"/>
                    <a:pt x="2457" y="328"/>
                  </a:cubicBezTo>
                  <a:cubicBezTo>
                    <a:pt x="2441" y="316"/>
                    <a:pt x="2433" y="304"/>
                    <a:pt x="2428" y="288"/>
                  </a:cubicBezTo>
                  <a:cubicBezTo>
                    <a:pt x="2421" y="273"/>
                    <a:pt x="2417" y="253"/>
                    <a:pt x="2417" y="237"/>
                  </a:cubicBezTo>
                  <a:lnTo>
                    <a:pt x="2417" y="229"/>
                  </a:lnTo>
                  <a:cubicBezTo>
                    <a:pt x="2417" y="213"/>
                    <a:pt x="2421" y="202"/>
                    <a:pt x="2425" y="186"/>
                  </a:cubicBezTo>
                  <a:lnTo>
                    <a:pt x="2208" y="170"/>
                  </a:lnTo>
                  <a:lnTo>
                    <a:pt x="2208" y="170"/>
                  </a:lnTo>
                  <a:cubicBezTo>
                    <a:pt x="2228" y="245"/>
                    <a:pt x="2188" y="335"/>
                    <a:pt x="2090" y="335"/>
                  </a:cubicBezTo>
                  <a:cubicBezTo>
                    <a:pt x="1979" y="335"/>
                    <a:pt x="1940" y="225"/>
                    <a:pt x="1975" y="151"/>
                  </a:cubicBezTo>
                  <a:lnTo>
                    <a:pt x="1660" y="122"/>
                  </a:lnTo>
                  <a:lnTo>
                    <a:pt x="1660" y="122"/>
                  </a:lnTo>
                  <a:cubicBezTo>
                    <a:pt x="1684" y="198"/>
                    <a:pt x="1644" y="293"/>
                    <a:pt x="1542" y="293"/>
                  </a:cubicBezTo>
                  <a:cubicBezTo>
                    <a:pt x="1431" y="293"/>
                    <a:pt x="1396" y="182"/>
                    <a:pt x="1431" y="103"/>
                  </a:cubicBezTo>
                  <a:lnTo>
                    <a:pt x="1171" y="84"/>
                  </a:lnTo>
                  <a:lnTo>
                    <a:pt x="1171" y="84"/>
                  </a:lnTo>
                  <a:cubicBezTo>
                    <a:pt x="1183" y="155"/>
                    <a:pt x="1140" y="237"/>
                    <a:pt x="1049" y="237"/>
                  </a:cubicBezTo>
                  <a:cubicBezTo>
                    <a:pt x="946" y="237"/>
                    <a:pt x="907" y="138"/>
                    <a:pt x="930" y="60"/>
                  </a:cubicBezTo>
                  <a:lnTo>
                    <a:pt x="678" y="40"/>
                  </a:lnTo>
                  <a:cubicBezTo>
                    <a:pt x="678" y="107"/>
                    <a:pt x="635" y="170"/>
                    <a:pt x="552" y="170"/>
                  </a:cubicBezTo>
                  <a:cubicBezTo>
                    <a:pt x="461" y="170"/>
                    <a:pt x="417" y="91"/>
                    <a:pt x="430" y="20"/>
                  </a:cubicBezTo>
                  <a:lnTo>
                    <a:pt x="228" y="0"/>
                  </a:lnTo>
                  <a:close/>
                </a:path>
              </a:pathLst>
            </a:custGeom>
            <a:solidFill>
              <a:schemeClr val="accent5"/>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24"/>
            <p:cNvSpPr/>
            <p:nvPr/>
          </p:nvSpPr>
          <p:spPr>
            <a:xfrm>
              <a:off x="3019260" y="4421365"/>
              <a:ext cx="391888" cy="506826"/>
            </a:xfrm>
            <a:custGeom>
              <a:rect b="b" l="l" r="r" t="t"/>
              <a:pathLst>
                <a:path extrusionOk="0" h="485" w="375">
                  <a:moveTo>
                    <a:pt x="26" y="0"/>
                  </a:moveTo>
                  <a:cubicBezTo>
                    <a:pt x="21" y="0"/>
                    <a:pt x="16" y="2"/>
                    <a:pt x="12" y="6"/>
                  </a:cubicBezTo>
                  <a:cubicBezTo>
                    <a:pt x="0" y="9"/>
                    <a:pt x="0" y="25"/>
                    <a:pt x="9" y="33"/>
                  </a:cubicBezTo>
                  <a:lnTo>
                    <a:pt x="331" y="475"/>
                  </a:lnTo>
                  <a:cubicBezTo>
                    <a:pt x="336" y="482"/>
                    <a:pt x="341" y="485"/>
                    <a:pt x="347" y="485"/>
                  </a:cubicBezTo>
                  <a:cubicBezTo>
                    <a:pt x="352" y="485"/>
                    <a:pt x="358" y="483"/>
                    <a:pt x="363" y="479"/>
                  </a:cubicBezTo>
                  <a:cubicBezTo>
                    <a:pt x="371" y="475"/>
                    <a:pt x="375" y="459"/>
                    <a:pt x="367" y="451"/>
                  </a:cubicBezTo>
                  <a:lnTo>
                    <a:pt x="40" y="9"/>
                  </a:lnTo>
                  <a:cubicBezTo>
                    <a:pt x="38" y="3"/>
                    <a:pt x="32" y="0"/>
                    <a:pt x="2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24"/>
            <p:cNvSpPr/>
            <p:nvPr/>
          </p:nvSpPr>
          <p:spPr>
            <a:xfrm>
              <a:off x="2779947" y="4154890"/>
              <a:ext cx="755560" cy="640587"/>
            </a:xfrm>
            <a:custGeom>
              <a:rect b="b" l="l" r="r" t="t"/>
              <a:pathLst>
                <a:path extrusionOk="0" h="613" w="723">
                  <a:moveTo>
                    <a:pt x="311" y="0"/>
                  </a:moveTo>
                  <a:cubicBezTo>
                    <a:pt x="154" y="0"/>
                    <a:pt x="19" y="127"/>
                    <a:pt x="9" y="300"/>
                  </a:cubicBezTo>
                  <a:cubicBezTo>
                    <a:pt x="1" y="422"/>
                    <a:pt x="87" y="561"/>
                    <a:pt x="210" y="596"/>
                  </a:cubicBezTo>
                  <a:cubicBezTo>
                    <a:pt x="249" y="606"/>
                    <a:pt x="286" y="612"/>
                    <a:pt x="323" y="612"/>
                  </a:cubicBezTo>
                  <a:cubicBezTo>
                    <a:pt x="384" y="612"/>
                    <a:pt x="442" y="596"/>
                    <a:pt x="494" y="557"/>
                  </a:cubicBezTo>
                  <a:cubicBezTo>
                    <a:pt x="722" y="387"/>
                    <a:pt x="596" y="87"/>
                    <a:pt x="418" y="20"/>
                  </a:cubicBezTo>
                  <a:cubicBezTo>
                    <a:pt x="382" y="6"/>
                    <a:pt x="346" y="0"/>
                    <a:pt x="311" y="0"/>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24"/>
            <p:cNvSpPr/>
            <p:nvPr/>
          </p:nvSpPr>
          <p:spPr>
            <a:xfrm>
              <a:off x="2751731" y="4079650"/>
              <a:ext cx="638516" cy="558031"/>
            </a:xfrm>
            <a:custGeom>
              <a:rect b="b" l="l" r="r" t="t"/>
              <a:pathLst>
                <a:path extrusionOk="0" h="534" w="611">
                  <a:moveTo>
                    <a:pt x="247" y="0"/>
                  </a:moveTo>
                  <a:cubicBezTo>
                    <a:pt x="117" y="0"/>
                    <a:pt x="10" y="106"/>
                    <a:pt x="4" y="254"/>
                  </a:cubicBezTo>
                  <a:cubicBezTo>
                    <a:pt x="1" y="360"/>
                    <a:pt x="79" y="483"/>
                    <a:pt x="181" y="518"/>
                  </a:cubicBezTo>
                  <a:cubicBezTo>
                    <a:pt x="214" y="528"/>
                    <a:pt x="246" y="534"/>
                    <a:pt x="277" y="534"/>
                  </a:cubicBezTo>
                  <a:cubicBezTo>
                    <a:pt x="328" y="534"/>
                    <a:pt x="377" y="519"/>
                    <a:pt x="422" y="487"/>
                  </a:cubicBezTo>
                  <a:cubicBezTo>
                    <a:pt x="611" y="345"/>
                    <a:pt x="497" y="81"/>
                    <a:pt x="347" y="21"/>
                  </a:cubicBezTo>
                  <a:cubicBezTo>
                    <a:pt x="313" y="7"/>
                    <a:pt x="279" y="0"/>
                    <a:pt x="247" y="0"/>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24"/>
            <p:cNvSpPr/>
            <p:nvPr/>
          </p:nvSpPr>
          <p:spPr>
            <a:xfrm>
              <a:off x="1802840" y="5085985"/>
              <a:ext cx="2642894" cy="248711"/>
            </a:xfrm>
            <a:custGeom>
              <a:rect b="b" l="l" r="r" t="t"/>
              <a:pathLst>
                <a:path extrusionOk="0" h="238" w="2529">
                  <a:moveTo>
                    <a:pt x="13" y="1"/>
                  </a:moveTo>
                  <a:cubicBezTo>
                    <a:pt x="9" y="1"/>
                    <a:pt x="5" y="5"/>
                    <a:pt x="1" y="12"/>
                  </a:cubicBezTo>
                  <a:cubicBezTo>
                    <a:pt x="1" y="17"/>
                    <a:pt x="5" y="24"/>
                    <a:pt x="13" y="24"/>
                  </a:cubicBezTo>
                  <a:lnTo>
                    <a:pt x="186" y="41"/>
                  </a:lnTo>
                  <a:cubicBezTo>
                    <a:pt x="190" y="41"/>
                    <a:pt x="199" y="36"/>
                    <a:pt x="199" y="28"/>
                  </a:cubicBezTo>
                  <a:cubicBezTo>
                    <a:pt x="199" y="24"/>
                    <a:pt x="194" y="17"/>
                    <a:pt x="186" y="17"/>
                  </a:cubicBezTo>
                  <a:lnTo>
                    <a:pt x="13" y="1"/>
                  </a:lnTo>
                  <a:close/>
                  <a:moveTo>
                    <a:pt x="360" y="32"/>
                  </a:moveTo>
                  <a:cubicBezTo>
                    <a:pt x="356" y="32"/>
                    <a:pt x="352" y="36"/>
                    <a:pt x="348" y="41"/>
                  </a:cubicBezTo>
                  <a:cubicBezTo>
                    <a:pt x="348" y="48"/>
                    <a:pt x="352" y="52"/>
                    <a:pt x="360" y="52"/>
                  </a:cubicBezTo>
                  <a:lnTo>
                    <a:pt x="534" y="68"/>
                  </a:lnTo>
                  <a:cubicBezTo>
                    <a:pt x="541" y="68"/>
                    <a:pt x="545" y="64"/>
                    <a:pt x="545" y="59"/>
                  </a:cubicBezTo>
                  <a:cubicBezTo>
                    <a:pt x="545" y="52"/>
                    <a:pt x="541" y="48"/>
                    <a:pt x="534" y="48"/>
                  </a:cubicBezTo>
                  <a:lnTo>
                    <a:pt x="360" y="32"/>
                  </a:lnTo>
                  <a:close/>
                  <a:moveTo>
                    <a:pt x="707" y="59"/>
                  </a:moveTo>
                  <a:cubicBezTo>
                    <a:pt x="703" y="59"/>
                    <a:pt x="699" y="64"/>
                    <a:pt x="699" y="72"/>
                  </a:cubicBezTo>
                  <a:cubicBezTo>
                    <a:pt x="696" y="76"/>
                    <a:pt x="703" y="83"/>
                    <a:pt x="707" y="83"/>
                  </a:cubicBezTo>
                  <a:lnTo>
                    <a:pt x="880" y="99"/>
                  </a:lnTo>
                  <a:cubicBezTo>
                    <a:pt x="889" y="99"/>
                    <a:pt x="892" y="95"/>
                    <a:pt x="892" y="88"/>
                  </a:cubicBezTo>
                  <a:cubicBezTo>
                    <a:pt x="892" y="83"/>
                    <a:pt x="889" y="76"/>
                    <a:pt x="885" y="76"/>
                  </a:cubicBezTo>
                  <a:lnTo>
                    <a:pt x="707" y="59"/>
                  </a:lnTo>
                  <a:close/>
                  <a:moveTo>
                    <a:pt x="1058" y="92"/>
                  </a:moveTo>
                  <a:cubicBezTo>
                    <a:pt x="1050" y="92"/>
                    <a:pt x="1046" y="95"/>
                    <a:pt x="1046" y="99"/>
                  </a:cubicBezTo>
                  <a:cubicBezTo>
                    <a:pt x="1042" y="107"/>
                    <a:pt x="1050" y="112"/>
                    <a:pt x="1054" y="112"/>
                  </a:cubicBezTo>
                  <a:lnTo>
                    <a:pt x="1227" y="127"/>
                  </a:lnTo>
                  <a:cubicBezTo>
                    <a:pt x="1235" y="127"/>
                    <a:pt x="1240" y="123"/>
                    <a:pt x="1240" y="119"/>
                  </a:cubicBezTo>
                  <a:cubicBezTo>
                    <a:pt x="1240" y="112"/>
                    <a:pt x="1235" y="107"/>
                    <a:pt x="1231" y="107"/>
                  </a:cubicBezTo>
                  <a:lnTo>
                    <a:pt x="1058" y="92"/>
                  </a:lnTo>
                  <a:close/>
                  <a:moveTo>
                    <a:pt x="1405" y="119"/>
                  </a:moveTo>
                  <a:cubicBezTo>
                    <a:pt x="1397" y="119"/>
                    <a:pt x="1393" y="123"/>
                    <a:pt x="1393" y="130"/>
                  </a:cubicBezTo>
                  <a:cubicBezTo>
                    <a:pt x="1393" y="139"/>
                    <a:pt x="1397" y="143"/>
                    <a:pt x="1401" y="143"/>
                  </a:cubicBezTo>
                  <a:lnTo>
                    <a:pt x="1575" y="159"/>
                  </a:lnTo>
                  <a:cubicBezTo>
                    <a:pt x="1582" y="159"/>
                    <a:pt x="1586" y="154"/>
                    <a:pt x="1586" y="147"/>
                  </a:cubicBezTo>
                  <a:cubicBezTo>
                    <a:pt x="1586" y="143"/>
                    <a:pt x="1582" y="135"/>
                    <a:pt x="1579" y="135"/>
                  </a:cubicBezTo>
                  <a:lnTo>
                    <a:pt x="1405" y="119"/>
                  </a:lnTo>
                  <a:close/>
                  <a:moveTo>
                    <a:pt x="1752" y="150"/>
                  </a:moveTo>
                  <a:cubicBezTo>
                    <a:pt x="1744" y="150"/>
                    <a:pt x="1740" y="154"/>
                    <a:pt x="1740" y="163"/>
                  </a:cubicBezTo>
                  <a:cubicBezTo>
                    <a:pt x="1740" y="166"/>
                    <a:pt x="1744" y="170"/>
                    <a:pt x="1748" y="170"/>
                  </a:cubicBezTo>
                  <a:lnTo>
                    <a:pt x="1921" y="186"/>
                  </a:lnTo>
                  <a:cubicBezTo>
                    <a:pt x="1930" y="186"/>
                    <a:pt x="1933" y="182"/>
                    <a:pt x="1933" y="178"/>
                  </a:cubicBezTo>
                  <a:cubicBezTo>
                    <a:pt x="1933" y="170"/>
                    <a:pt x="1930" y="166"/>
                    <a:pt x="1926" y="166"/>
                  </a:cubicBezTo>
                  <a:lnTo>
                    <a:pt x="1752" y="150"/>
                  </a:lnTo>
                  <a:close/>
                  <a:moveTo>
                    <a:pt x="2095" y="181"/>
                  </a:moveTo>
                  <a:cubicBezTo>
                    <a:pt x="2090" y="181"/>
                    <a:pt x="2087" y="187"/>
                    <a:pt x="2087" y="190"/>
                  </a:cubicBezTo>
                  <a:cubicBezTo>
                    <a:pt x="2087" y="198"/>
                    <a:pt x="2091" y="201"/>
                    <a:pt x="2095" y="201"/>
                  </a:cubicBezTo>
                  <a:lnTo>
                    <a:pt x="2268" y="218"/>
                  </a:lnTo>
                  <a:cubicBezTo>
                    <a:pt x="2276" y="218"/>
                    <a:pt x="2281" y="214"/>
                    <a:pt x="2281" y="206"/>
                  </a:cubicBezTo>
                  <a:cubicBezTo>
                    <a:pt x="2281" y="201"/>
                    <a:pt x="2276" y="194"/>
                    <a:pt x="2272" y="194"/>
                  </a:cubicBezTo>
                  <a:lnTo>
                    <a:pt x="2099" y="182"/>
                  </a:lnTo>
                  <a:cubicBezTo>
                    <a:pt x="2097" y="182"/>
                    <a:pt x="2096" y="181"/>
                    <a:pt x="2095" y="181"/>
                  </a:cubicBezTo>
                  <a:close/>
                  <a:moveTo>
                    <a:pt x="2446" y="210"/>
                  </a:moveTo>
                  <a:cubicBezTo>
                    <a:pt x="2438" y="210"/>
                    <a:pt x="2434" y="214"/>
                    <a:pt x="2434" y="221"/>
                  </a:cubicBezTo>
                  <a:cubicBezTo>
                    <a:pt x="2434" y="225"/>
                    <a:pt x="2438" y="230"/>
                    <a:pt x="2442" y="234"/>
                  </a:cubicBezTo>
                  <a:lnTo>
                    <a:pt x="2517" y="237"/>
                  </a:lnTo>
                  <a:cubicBezTo>
                    <a:pt x="2521" y="237"/>
                    <a:pt x="2525" y="234"/>
                    <a:pt x="2529" y="230"/>
                  </a:cubicBezTo>
                  <a:cubicBezTo>
                    <a:pt x="2529" y="221"/>
                    <a:pt x="2525" y="218"/>
                    <a:pt x="2517" y="218"/>
                  </a:cubicBezTo>
                  <a:lnTo>
                    <a:pt x="2446" y="210"/>
                  </a:lnTo>
                  <a:close/>
                </a:path>
              </a:pathLst>
            </a:cu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24"/>
            <p:cNvSpPr/>
            <p:nvPr/>
          </p:nvSpPr>
          <p:spPr>
            <a:xfrm>
              <a:off x="1778804" y="5539515"/>
              <a:ext cx="2646029" cy="177650"/>
            </a:xfrm>
            <a:custGeom>
              <a:rect b="b" l="l" r="r" t="t"/>
              <a:pathLst>
                <a:path extrusionOk="0" h="170" w="2532">
                  <a:moveTo>
                    <a:pt x="13" y="0"/>
                  </a:moveTo>
                  <a:cubicBezTo>
                    <a:pt x="4" y="0"/>
                    <a:pt x="0" y="9"/>
                    <a:pt x="0" y="13"/>
                  </a:cubicBezTo>
                  <a:cubicBezTo>
                    <a:pt x="0" y="20"/>
                    <a:pt x="4" y="24"/>
                    <a:pt x="13" y="24"/>
                  </a:cubicBezTo>
                  <a:lnTo>
                    <a:pt x="186" y="36"/>
                  </a:lnTo>
                  <a:cubicBezTo>
                    <a:pt x="190" y="36"/>
                    <a:pt x="193" y="28"/>
                    <a:pt x="198" y="24"/>
                  </a:cubicBezTo>
                  <a:cubicBezTo>
                    <a:pt x="198" y="16"/>
                    <a:pt x="190" y="13"/>
                    <a:pt x="186" y="13"/>
                  </a:cubicBezTo>
                  <a:lnTo>
                    <a:pt x="13" y="0"/>
                  </a:lnTo>
                  <a:close/>
                  <a:moveTo>
                    <a:pt x="357" y="23"/>
                  </a:moveTo>
                  <a:cubicBezTo>
                    <a:pt x="353" y="23"/>
                    <a:pt x="348" y="29"/>
                    <a:pt x="348" y="32"/>
                  </a:cubicBezTo>
                  <a:cubicBezTo>
                    <a:pt x="348" y="40"/>
                    <a:pt x="351" y="44"/>
                    <a:pt x="359" y="44"/>
                  </a:cubicBezTo>
                  <a:lnTo>
                    <a:pt x="533" y="56"/>
                  </a:lnTo>
                  <a:cubicBezTo>
                    <a:pt x="537" y="56"/>
                    <a:pt x="544" y="51"/>
                    <a:pt x="544" y="44"/>
                  </a:cubicBezTo>
                  <a:cubicBezTo>
                    <a:pt x="544" y="40"/>
                    <a:pt x="541" y="32"/>
                    <a:pt x="533" y="32"/>
                  </a:cubicBezTo>
                  <a:lnTo>
                    <a:pt x="359" y="24"/>
                  </a:lnTo>
                  <a:cubicBezTo>
                    <a:pt x="358" y="23"/>
                    <a:pt x="357" y="23"/>
                    <a:pt x="357" y="23"/>
                  </a:cubicBezTo>
                  <a:close/>
                  <a:moveTo>
                    <a:pt x="706" y="44"/>
                  </a:moveTo>
                  <a:cubicBezTo>
                    <a:pt x="703" y="44"/>
                    <a:pt x="695" y="48"/>
                    <a:pt x="695" y="51"/>
                  </a:cubicBezTo>
                  <a:cubicBezTo>
                    <a:pt x="695" y="60"/>
                    <a:pt x="699" y="64"/>
                    <a:pt x="706" y="64"/>
                  </a:cubicBezTo>
                  <a:lnTo>
                    <a:pt x="879" y="75"/>
                  </a:lnTo>
                  <a:cubicBezTo>
                    <a:pt x="888" y="75"/>
                    <a:pt x="892" y="71"/>
                    <a:pt x="892" y="64"/>
                  </a:cubicBezTo>
                  <a:cubicBezTo>
                    <a:pt x="892" y="60"/>
                    <a:pt x="888" y="51"/>
                    <a:pt x="879" y="51"/>
                  </a:cubicBezTo>
                  <a:lnTo>
                    <a:pt x="706" y="44"/>
                  </a:lnTo>
                  <a:close/>
                  <a:moveTo>
                    <a:pt x="1057" y="64"/>
                  </a:moveTo>
                  <a:cubicBezTo>
                    <a:pt x="1050" y="64"/>
                    <a:pt x="1045" y="67"/>
                    <a:pt x="1045" y="71"/>
                  </a:cubicBezTo>
                  <a:cubicBezTo>
                    <a:pt x="1045" y="80"/>
                    <a:pt x="1050" y="84"/>
                    <a:pt x="1054" y="84"/>
                  </a:cubicBezTo>
                  <a:lnTo>
                    <a:pt x="1227" y="95"/>
                  </a:lnTo>
                  <a:cubicBezTo>
                    <a:pt x="1234" y="95"/>
                    <a:pt x="1239" y="91"/>
                    <a:pt x="1239" y="84"/>
                  </a:cubicBezTo>
                  <a:cubicBezTo>
                    <a:pt x="1239" y="80"/>
                    <a:pt x="1234" y="71"/>
                    <a:pt x="1231" y="71"/>
                  </a:cubicBezTo>
                  <a:lnTo>
                    <a:pt x="1057" y="64"/>
                  </a:lnTo>
                  <a:close/>
                  <a:moveTo>
                    <a:pt x="1405" y="84"/>
                  </a:moveTo>
                  <a:cubicBezTo>
                    <a:pt x="1396" y="84"/>
                    <a:pt x="1392" y="87"/>
                    <a:pt x="1392" y="95"/>
                  </a:cubicBezTo>
                  <a:cubicBezTo>
                    <a:pt x="1392" y="99"/>
                    <a:pt x="1396" y="103"/>
                    <a:pt x="1400" y="103"/>
                  </a:cubicBezTo>
                  <a:lnTo>
                    <a:pt x="1578" y="115"/>
                  </a:lnTo>
                  <a:cubicBezTo>
                    <a:pt x="1582" y="115"/>
                    <a:pt x="1585" y="111"/>
                    <a:pt x="1589" y="103"/>
                  </a:cubicBezTo>
                  <a:cubicBezTo>
                    <a:pt x="1589" y="99"/>
                    <a:pt x="1582" y="95"/>
                    <a:pt x="1578" y="91"/>
                  </a:cubicBezTo>
                  <a:lnTo>
                    <a:pt x="1405" y="84"/>
                  </a:lnTo>
                  <a:close/>
                  <a:moveTo>
                    <a:pt x="1751" y="103"/>
                  </a:moveTo>
                  <a:cubicBezTo>
                    <a:pt x="1747" y="103"/>
                    <a:pt x="1740" y="107"/>
                    <a:pt x="1740" y="115"/>
                  </a:cubicBezTo>
                  <a:cubicBezTo>
                    <a:pt x="1740" y="119"/>
                    <a:pt x="1743" y="122"/>
                    <a:pt x="1751" y="127"/>
                  </a:cubicBezTo>
                  <a:lnTo>
                    <a:pt x="1925" y="135"/>
                  </a:lnTo>
                  <a:cubicBezTo>
                    <a:pt x="1929" y="135"/>
                    <a:pt x="1937" y="131"/>
                    <a:pt x="1937" y="122"/>
                  </a:cubicBezTo>
                  <a:cubicBezTo>
                    <a:pt x="1937" y="119"/>
                    <a:pt x="1933" y="115"/>
                    <a:pt x="1925" y="115"/>
                  </a:cubicBezTo>
                  <a:lnTo>
                    <a:pt x="1751" y="103"/>
                  </a:lnTo>
                  <a:close/>
                  <a:moveTo>
                    <a:pt x="2098" y="122"/>
                  </a:moveTo>
                  <a:cubicBezTo>
                    <a:pt x="2095" y="122"/>
                    <a:pt x="2086" y="127"/>
                    <a:pt x="2086" y="135"/>
                  </a:cubicBezTo>
                  <a:cubicBezTo>
                    <a:pt x="2086" y="138"/>
                    <a:pt x="2091" y="146"/>
                    <a:pt x="2098" y="146"/>
                  </a:cubicBezTo>
                  <a:lnTo>
                    <a:pt x="2272" y="154"/>
                  </a:lnTo>
                  <a:cubicBezTo>
                    <a:pt x="2280" y="154"/>
                    <a:pt x="2284" y="151"/>
                    <a:pt x="2284" y="146"/>
                  </a:cubicBezTo>
                  <a:cubicBezTo>
                    <a:pt x="2284" y="138"/>
                    <a:pt x="2280" y="135"/>
                    <a:pt x="2272" y="135"/>
                  </a:cubicBezTo>
                  <a:lnTo>
                    <a:pt x="2098" y="122"/>
                  </a:lnTo>
                  <a:close/>
                  <a:moveTo>
                    <a:pt x="2449" y="142"/>
                  </a:moveTo>
                  <a:cubicBezTo>
                    <a:pt x="2441" y="142"/>
                    <a:pt x="2437" y="146"/>
                    <a:pt x="2437" y="154"/>
                  </a:cubicBezTo>
                  <a:cubicBezTo>
                    <a:pt x="2437" y="158"/>
                    <a:pt x="2441" y="166"/>
                    <a:pt x="2446" y="166"/>
                  </a:cubicBezTo>
                  <a:lnTo>
                    <a:pt x="2520" y="170"/>
                  </a:lnTo>
                  <a:cubicBezTo>
                    <a:pt x="2524" y="170"/>
                    <a:pt x="2528" y="166"/>
                    <a:pt x="2528" y="158"/>
                  </a:cubicBezTo>
                  <a:cubicBezTo>
                    <a:pt x="2532" y="154"/>
                    <a:pt x="2524" y="146"/>
                    <a:pt x="2520" y="146"/>
                  </a:cubicBezTo>
                  <a:lnTo>
                    <a:pt x="2449" y="142"/>
                  </a:lnTo>
                  <a:close/>
                </a:path>
              </a:pathLst>
            </a:cu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24"/>
            <p:cNvSpPr/>
            <p:nvPr/>
          </p:nvSpPr>
          <p:spPr>
            <a:xfrm>
              <a:off x="1704607" y="5959605"/>
              <a:ext cx="2642894" cy="203775"/>
            </a:xfrm>
            <a:custGeom>
              <a:rect b="b" l="l" r="r" t="t"/>
              <a:pathLst>
                <a:path extrusionOk="0" h="195" w="2529">
                  <a:moveTo>
                    <a:pt x="13" y="0"/>
                  </a:moveTo>
                  <a:cubicBezTo>
                    <a:pt x="4" y="0"/>
                    <a:pt x="0" y="4"/>
                    <a:pt x="0" y="9"/>
                  </a:cubicBezTo>
                  <a:cubicBezTo>
                    <a:pt x="0" y="17"/>
                    <a:pt x="4" y="20"/>
                    <a:pt x="9" y="20"/>
                  </a:cubicBezTo>
                  <a:lnTo>
                    <a:pt x="182" y="33"/>
                  </a:lnTo>
                  <a:cubicBezTo>
                    <a:pt x="183" y="33"/>
                    <a:pt x="185" y="34"/>
                    <a:pt x="186" y="34"/>
                  </a:cubicBezTo>
                  <a:cubicBezTo>
                    <a:pt x="191" y="34"/>
                    <a:pt x="193" y="27"/>
                    <a:pt x="193" y="24"/>
                  </a:cubicBezTo>
                  <a:cubicBezTo>
                    <a:pt x="198" y="17"/>
                    <a:pt x="190" y="13"/>
                    <a:pt x="186" y="13"/>
                  </a:cubicBezTo>
                  <a:lnTo>
                    <a:pt x="13" y="0"/>
                  </a:lnTo>
                  <a:close/>
                  <a:moveTo>
                    <a:pt x="359" y="24"/>
                  </a:moveTo>
                  <a:cubicBezTo>
                    <a:pt x="351" y="24"/>
                    <a:pt x="348" y="28"/>
                    <a:pt x="348" y="36"/>
                  </a:cubicBezTo>
                  <a:cubicBezTo>
                    <a:pt x="348" y="40"/>
                    <a:pt x="351" y="44"/>
                    <a:pt x="359" y="44"/>
                  </a:cubicBezTo>
                  <a:lnTo>
                    <a:pt x="533" y="60"/>
                  </a:lnTo>
                  <a:cubicBezTo>
                    <a:pt x="537" y="60"/>
                    <a:pt x="541" y="52"/>
                    <a:pt x="544" y="48"/>
                  </a:cubicBezTo>
                  <a:cubicBezTo>
                    <a:pt x="544" y="40"/>
                    <a:pt x="541" y="36"/>
                    <a:pt x="533" y="36"/>
                  </a:cubicBezTo>
                  <a:lnTo>
                    <a:pt x="359" y="24"/>
                  </a:lnTo>
                  <a:close/>
                  <a:moveTo>
                    <a:pt x="706" y="48"/>
                  </a:moveTo>
                  <a:cubicBezTo>
                    <a:pt x="703" y="48"/>
                    <a:pt x="695" y="52"/>
                    <a:pt x="695" y="60"/>
                  </a:cubicBezTo>
                  <a:cubicBezTo>
                    <a:pt x="695" y="64"/>
                    <a:pt x="699" y="68"/>
                    <a:pt x="706" y="71"/>
                  </a:cubicBezTo>
                  <a:lnTo>
                    <a:pt x="879" y="84"/>
                  </a:lnTo>
                  <a:cubicBezTo>
                    <a:pt x="884" y="84"/>
                    <a:pt x="892" y="80"/>
                    <a:pt x="892" y="71"/>
                  </a:cubicBezTo>
                  <a:cubicBezTo>
                    <a:pt x="892" y="68"/>
                    <a:pt x="888" y="60"/>
                    <a:pt x="879" y="60"/>
                  </a:cubicBezTo>
                  <a:lnTo>
                    <a:pt x="706" y="48"/>
                  </a:lnTo>
                  <a:close/>
                  <a:moveTo>
                    <a:pt x="1054" y="71"/>
                  </a:moveTo>
                  <a:cubicBezTo>
                    <a:pt x="1050" y="71"/>
                    <a:pt x="1041" y="75"/>
                    <a:pt x="1041" y="84"/>
                  </a:cubicBezTo>
                  <a:cubicBezTo>
                    <a:pt x="1041" y="87"/>
                    <a:pt x="1045" y="95"/>
                    <a:pt x="1054" y="95"/>
                  </a:cubicBezTo>
                  <a:lnTo>
                    <a:pt x="1227" y="107"/>
                  </a:lnTo>
                  <a:cubicBezTo>
                    <a:pt x="1234" y="107"/>
                    <a:pt x="1239" y="104"/>
                    <a:pt x="1239" y="95"/>
                  </a:cubicBezTo>
                  <a:cubicBezTo>
                    <a:pt x="1239" y="91"/>
                    <a:pt x="1234" y="84"/>
                    <a:pt x="1227" y="84"/>
                  </a:cubicBezTo>
                  <a:lnTo>
                    <a:pt x="1054" y="71"/>
                  </a:lnTo>
                  <a:close/>
                  <a:moveTo>
                    <a:pt x="1400" y="95"/>
                  </a:moveTo>
                  <a:cubicBezTo>
                    <a:pt x="1396" y="95"/>
                    <a:pt x="1392" y="99"/>
                    <a:pt x="1392" y="107"/>
                  </a:cubicBezTo>
                  <a:cubicBezTo>
                    <a:pt x="1389" y="111"/>
                    <a:pt x="1396" y="119"/>
                    <a:pt x="1400" y="119"/>
                  </a:cubicBezTo>
                  <a:lnTo>
                    <a:pt x="1574" y="131"/>
                  </a:lnTo>
                  <a:cubicBezTo>
                    <a:pt x="1582" y="131"/>
                    <a:pt x="1585" y="127"/>
                    <a:pt x="1585" y="119"/>
                  </a:cubicBezTo>
                  <a:cubicBezTo>
                    <a:pt x="1585" y="115"/>
                    <a:pt x="1582" y="107"/>
                    <a:pt x="1578" y="107"/>
                  </a:cubicBezTo>
                  <a:lnTo>
                    <a:pt x="1400" y="95"/>
                  </a:lnTo>
                  <a:close/>
                  <a:moveTo>
                    <a:pt x="1751" y="119"/>
                  </a:moveTo>
                  <a:cubicBezTo>
                    <a:pt x="1744" y="119"/>
                    <a:pt x="1740" y="123"/>
                    <a:pt x="1740" y="131"/>
                  </a:cubicBezTo>
                  <a:cubicBezTo>
                    <a:pt x="1740" y="139"/>
                    <a:pt x="1744" y="142"/>
                    <a:pt x="1747" y="142"/>
                  </a:cubicBezTo>
                  <a:lnTo>
                    <a:pt x="1920" y="155"/>
                  </a:lnTo>
                  <a:cubicBezTo>
                    <a:pt x="1929" y="155"/>
                    <a:pt x="1933" y="151"/>
                    <a:pt x="1933" y="142"/>
                  </a:cubicBezTo>
                  <a:cubicBezTo>
                    <a:pt x="1933" y="139"/>
                    <a:pt x="1929" y="135"/>
                    <a:pt x="1925" y="135"/>
                  </a:cubicBezTo>
                  <a:lnTo>
                    <a:pt x="1751" y="119"/>
                  </a:lnTo>
                  <a:close/>
                  <a:moveTo>
                    <a:pt x="2095" y="145"/>
                  </a:moveTo>
                  <a:cubicBezTo>
                    <a:pt x="2089" y="145"/>
                    <a:pt x="2086" y="152"/>
                    <a:pt x="2086" y="155"/>
                  </a:cubicBezTo>
                  <a:cubicBezTo>
                    <a:pt x="2086" y="162"/>
                    <a:pt x="2091" y="166"/>
                    <a:pt x="2095" y="166"/>
                  </a:cubicBezTo>
                  <a:lnTo>
                    <a:pt x="2272" y="178"/>
                  </a:lnTo>
                  <a:cubicBezTo>
                    <a:pt x="2275" y="178"/>
                    <a:pt x="2280" y="175"/>
                    <a:pt x="2280" y="170"/>
                  </a:cubicBezTo>
                  <a:cubicBezTo>
                    <a:pt x="2284" y="162"/>
                    <a:pt x="2275" y="158"/>
                    <a:pt x="2272" y="158"/>
                  </a:cubicBezTo>
                  <a:lnTo>
                    <a:pt x="2098" y="146"/>
                  </a:lnTo>
                  <a:cubicBezTo>
                    <a:pt x="2097" y="145"/>
                    <a:pt x="2096" y="145"/>
                    <a:pt x="2095" y="145"/>
                  </a:cubicBezTo>
                  <a:close/>
                  <a:moveTo>
                    <a:pt x="2446" y="170"/>
                  </a:moveTo>
                  <a:cubicBezTo>
                    <a:pt x="2437" y="170"/>
                    <a:pt x="2433" y="175"/>
                    <a:pt x="2433" y="178"/>
                  </a:cubicBezTo>
                  <a:cubicBezTo>
                    <a:pt x="2433" y="186"/>
                    <a:pt x="2437" y="190"/>
                    <a:pt x="2446" y="190"/>
                  </a:cubicBezTo>
                  <a:lnTo>
                    <a:pt x="2517" y="193"/>
                  </a:lnTo>
                  <a:cubicBezTo>
                    <a:pt x="2517" y="194"/>
                    <a:pt x="2518" y="195"/>
                    <a:pt x="2519" y="195"/>
                  </a:cubicBezTo>
                  <a:cubicBezTo>
                    <a:pt x="2523" y="195"/>
                    <a:pt x="2528" y="189"/>
                    <a:pt x="2528" y="186"/>
                  </a:cubicBezTo>
                  <a:cubicBezTo>
                    <a:pt x="2528" y="178"/>
                    <a:pt x="2524" y="175"/>
                    <a:pt x="2517" y="175"/>
                  </a:cubicBezTo>
                  <a:lnTo>
                    <a:pt x="2446" y="170"/>
                  </a:lnTo>
                  <a:close/>
                </a:path>
              </a:pathLst>
            </a:cu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24"/>
            <p:cNvSpPr/>
            <p:nvPr/>
          </p:nvSpPr>
          <p:spPr>
            <a:xfrm>
              <a:off x="1626229" y="6458070"/>
              <a:ext cx="2642894" cy="207955"/>
            </a:xfrm>
            <a:custGeom>
              <a:rect b="b" l="l" r="r" t="t"/>
              <a:pathLst>
                <a:path extrusionOk="0" h="199" w="2529">
                  <a:moveTo>
                    <a:pt x="13" y="0"/>
                  </a:moveTo>
                  <a:cubicBezTo>
                    <a:pt x="4" y="0"/>
                    <a:pt x="1" y="5"/>
                    <a:pt x="1" y="13"/>
                  </a:cubicBezTo>
                  <a:cubicBezTo>
                    <a:pt x="1" y="16"/>
                    <a:pt x="4" y="24"/>
                    <a:pt x="8" y="24"/>
                  </a:cubicBezTo>
                  <a:lnTo>
                    <a:pt x="182" y="36"/>
                  </a:lnTo>
                  <a:cubicBezTo>
                    <a:pt x="190" y="36"/>
                    <a:pt x="194" y="33"/>
                    <a:pt x="194" y="24"/>
                  </a:cubicBezTo>
                  <a:cubicBezTo>
                    <a:pt x="194" y="20"/>
                    <a:pt x="190" y="13"/>
                    <a:pt x="186" y="13"/>
                  </a:cubicBezTo>
                  <a:lnTo>
                    <a:pt x="13" y="0"/>
                  </a:lnTo>
                  <a:close/>
                  <a:moveTo>
                    <a:pt x="359" y="24"/>
                  </a:moveTo>
                  <a:cubicBezTo>
                    <a:pt x="352" y="24"/>
                    <a:pt x="348" y="29"/>
                    <a:pt x="348" y="36"/>
                  </a:cubicBezTo>
                  <a:cubicBezTo>
                    <a:pt x="348" y="44"/>
                    <a:pt x="352" y="48"/>
                    <a:pt x="359" y="48"/>
                  </a:cubicBezTo>
                  <a:lnTo>
                    <a:pt x="533" y="60"/>
                  </a:lnTo>
                  <a:cubicBezTo>
                    <a:pt x="537" y="60"/>
                    <a:pt x="541" y="56"/>
                    <a:pt x="545" y="48"/>
                  </a:cubicBezTo>
                  <a:cubicBezTo>
                    <a:pt x="545" y="44"/>
                    <a:pt x="541" y="40"/>
                    <a:pt x="533" y="36"/>
                  </a:cubicBezTo>
                  <a:lnTo>
                    <a:pt x="359" y="24"/>
                  </a:lnTo>
                  <a:close/>
                  <a:moveTo>
                    <a:pt x="704" y="51"/>
                  </a:moveTo>
                  <a:cubicBezTo>
                    <a:pt x="700" y="51"/>
                    <a:pt x="694" y="57"/>
                    <a:pt x="694" y="60"/>
                  </a:cubicBezTo>
                  <a:cubicBezTo>
                    <a:pt x="694" y="68"/>
                    <a:pt x="699" y="71"/>
                    <a:pt x="707" y="71"/>
                  </a:cubicBezTo>
                  <a:lnTo>
                    <a:pt x="880" y="84"/>
                  </a:lnTo>
                  <a:cubicBezTo>
                    <a:pt x="884" y="84"/>
                    <a:pt x="892" y="80"/>
                    <a:pt x="892" y="76"/>
                  </a:cubicBezTo>
                  <a:cubicBezTo>
                    <a:pt x="892" y="68"/>
                    <a:pt x="888" y="64"/>
                    <a:pt x="880" y="64"/>
                  </a:cubicBezTo>
                  <a:lnTo>
                    <a:pt x="707" y="52"/>
                  </a:lnTo>
                  <a:cubicBezTo>
                    <a:pt x="706" y="51"/>
                    <a:pt x="705" y="51"/>
                    <a:pt x="704" y="51"/>
                  </a:cubicBezTo>
                  <a:close/>
                  <a:moveTo>
                    <a:pt x="1054" y="76"/>
                  </a:moveTo>
                  <a:cubicBezTo>
                    <a:pt x="1049" y="76"/>
                    <a:pt x="1042" y="80"/>
                    <a:pt x="1042" y="84"/>
                  </a:cubicBezTo>
                  <a:cubicBezTo>
                    <a:pt x="1042" y="91"/>
                    <a:pt x="1045" y="95"/>
                    <a:pt x="1054" y="95"/>
                  </a:cubicBezTo>
                  <a:lnTo>
                    <a:pt x="1227" y="107"/>
                  </a:lnTo>
                  <a:cubicBezTo>
                    <a:pt x="1231" y="107"/>
                    <a:pt x="1238" y="104"/>
                    <a:pt x="1238" y="100"/>
                  </a:cubicBezTo>
                  <a:cubicBezTo>
                    <a:pt x="1238" y="91"/>
                    <a:pt x="1235" y="87"/>
                    <a:pt x="1227" y="87"/>
                  </a:cubicBezTo>
                  <a:lnTo>
                    <a:pt x="1054" y="76"/>
                  </a:lnTo>
                  <a:close/>
                  <a:moveTo>
                    <a:pt x="1400" y="100"/>
                  </a:moveTo>
                  <a:cubicBezTo>
                    <a:pt x="1396" y="100"/>
                    <a:pt x="1393" y="104"/>
                    <a:pt x="1389" y="107"/>
                  </a:cubicBezTo>
                  <a:cubicBezTo>
                    <a:pt x="1389" y="115"/>
                    <a:pt x="1396" y="119"/>
                    <a:pt x="1400" y="119"/>
                  </a:cubicBezTo>
                  <a:lnTo>
                    <a:pt x="1574" y="131"/>
                  </a:lnTo>
                  <a:cubicBezTo>
                    <a:pt x="1582" y="131"/>
                    <a:pt x="1586" y="127"/>
                    <a:pt x="1586" y="123"/>
                  </a:cubicBezTo>
                  <a:cubicBezTo>
                    <a:pt x="1586" y="115"/>
                    <a:pt x="1582" y="111"/>
                    <a:pt x="1578" y="111"/>
                  </a:cubicBezTo>
                  <a:lnTo>
                    <a:pt x="1400" y="100"/>
                  </a:lnTo>
                  <a:close/>
                  <a:moveTo>
                    <a:pt x="1751" y="123"/>
                  </a:moveTo>
                  <a:cubicBezTo>
                    <a:pt x="1744" y="123"/>
                    <a:pt x="1740" y="127"/>
                    <a:pt x="1740" y="131"/>
                  </a:cubicBezTo>
                  <a:cubicBezTo>
                    <a:pt x="1740" y="139"/>
                    <a:pt x="1744" y="142"/>
                    <a:pt x="1748" y="142"/>
                  </a:cubicBezTo>
                  <a:lnTo>
                    <a:pt x="1921" y="158"/>
                  </a:lnTo>
                  <a:cubicBezTo>
                    <a:pt x="1929" y="158"/>
                    <a:pt x="1933" y="151"/>
                    <a:pt x="1933" y="147"/>
                  </a:cubicBezTo>
                  <a:cubicBezTo>
                    <a:pt x="1933" y="139"/>
                    <a:pt x="1929" y="135"/>
                    <a:pt x="1924" y="135"/>
                  </a:cubicBezTo>
                  <a:lnTo>
                    <a:pt x="1751" y="123"/>
                  </a:lnTo>
                  <a:close/>
                  <a:moveTo>
                    <a:pt x="2099" y="147"/>
                  </a:moveTo>
                  <a:cubicBezTo>
                    <a:pt x="2090" y="147"/>
                    <a:pt x="2086" y="151"/>
                    <a:pt x="2086" y="158"/>
                  </a:cubicBezTo>
                  <a:cubicBezTo>
                    <a:pt x="2086" y="162"/>
                    <a:pt x="2090" y="166"/>
                    <a:pt x="2095" y="171"/>
                  </a:cubicBezTo>
                  <a:lnTo>
                    <a:pt x="2272" y="182"/>
                  </a:lnTo>
                  <a:cubicBezTo>
                    <a:pt x="2276" y="182"/>
                    <a:pt x="2279" y="178"/>
                    <a:pt x="2279" y="171"/>
                  </a:cubicBezTo>
                  <a:cubicBezTo>
                    <a:pt x="2284" y="166"/>
                    <a:pt x="2276" y="158"/>
                    <a:pt x="2272" y="158"/>
                  </a:cubicBezTo>
                  <a:lnTo>
                    <a:pt x="2099" y="147"/>
                  </a:lnTo>
                  <a:close/>
                  <a:moveTo>
                    <a:pt x="2445" y="171"/>
                  </a:moveTo>
                  <a:cubicBezTo>
                    <a:pt x="2437" y="171"/>
                    <a:pt x="2434" y="175"/>
                    <a:pt x="2434" y="182"/>
                  </a:cubicBezTo>
                  <a:cubicBezTo>
                    <a:pt x="2434" y="186"/>
                    <a:pt x="2437" y="194"/>
                    <a:pt x="2445" y="194"/>
                  </a:cubicBezTo>
                  <a:lnTo>
                    <a:pt x="2516" y="198"/>
                  </a:lnTo>
                  <a:cubicBezTo>
                    <a:pt x="2521" y="198"/>
                    <a:pt x="2528" y="194"/>
                    <a:pt x="2528" y="186"/>
                  </a:cubicBezTo>
                  <a:cubicBezTo>
                    <a:pt x="2528" y="182"/>
                    <a:pt x="2524" y="178"/>
                    <a:pt x="2516" y="175"/>
                  </a:cubicBezTo>
                  <a:lnTo>
                    <a:pt x="2445" y="171"/>
                  </a:lnTo>
                  <a:close/>
                </a:path>
              </a:pathLst>
            </a:cu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8" name="Google Shape;608;p24"/>
          <p:cNvGrpSpPr/>
          <p:nvPr/>
        </p:nvGrpSpPr>
        <p:grpSpPr>
          <a:xfrm flipH="1" rot="2700000">
            <a:off x="-541330" y="8484053"/>
            <a:ext cx="1896745" cy="1928965"/>
            <a:chOff x="8016283" y="3354199"/>
            <a:chExt cx="1896763" cy="1928983"/>
          </a:xfrm>
        </p:grpSpPr>
        <p:grpSp>
          <p:nvGrpSpPr>
            <p:cNvPr id="609" name="Google Shape;609;p24"/>
            <p:cNvGrpSpPr/>
            <p:nvPr/>
          </p:nvGrpSpPr>
          <p:grpSpPr>
            <a:xfrm>
              <a:off x="8016283" y="3354199"/>
              <a:ext cx="1896763" cy="1928983"/>
              <a:chOff x="3025183" y="3101074"/>
              <a:chExt cx="1896763" cy="1928983"/>
            </a:xfrm>
          </p:grpSpPr>
          <p:sp>
            <p:nvSpPr>
              <p:cNvPr id="610" name="Google Shape;610;p24"/>
              <p:cNvSpPr/>
              <p:nvPr/>
            </p:nvSpPr>
            <p:spPr>
              <a:xfrm>
                <a:off x="3025183" y="3101074"/>
                <a:ext cx="1896763" cy="1928983"/>
              </a:xfrm>
              <a:custGeom>
                <a:rect b="b" l="l" r="r" t="t"/>
                <a:pathLst>
                  <a:path extrusionOk="0" h="1913" w="1881">
                    <a:moveTo>
                      <a:pt x="1496" y="1"/>
                    </a:moveTo>
                    <a:cubicBezTo>
                      <a:pt x="1477" y="1"/>
                      <a:pt x="1459" y="7"/>
                      <a:pt x="1440" y="16"/>
                    </a:cubicBezTo>
                    <a:cubicBezTo>
                      <a:pt x="1416" y="24"/>
                      <a:pt x="1392" y="31"/>
                      <a:pt x="1364" y="31"/>
                    </a:cubicBezTo>
                    <a:lnTo>
                      <a:pt x="0" y="1573"/>
                    </a:lnTo>
                    <a:cubicBezTo>
                      <a:pt x="24" y="1596"/>
                      <a:pt x="35" y="1629"/>
                      <a:pt x="35" y="1664"/>
                    </a:cubicBezTo>
                    <a:cubicBezTo>
                      <a:pt x="63" y="1667"/>
                      <a:pt x="91" y="1680"/>
                      <a:pt x="115" y="1700"/>
                    </a:cubicBezTo>
                    <a:cubicBezTo>
                      <a:pt x="138" y="1719"/>
                      <a:pt x="153" y="1747"/>
                      <a:pt x="162" y="1774"/>
                    </a:cubicBezTo>
                    <a:cubicBezTo>
                      <a:pt x="201" y="1778"/>
                      <a:pt x="237" y="1782"/>
                      <a:pt x="268" y="1806"/>
                    </a:cubicBezTo>
                    <a:cubicBezTo>
                      <a:pt x="304" y="1833"/>
                      <a:pt x="319" y="1869"/>
                      <a:pt x="323" y="1912"/>
                    </a:cubicBezTo>
                    <a:lnTo>
                      <a:pt x="1880" y="153"/>
                    </a:lnTo>
                    <a:lnTo>
                      <a:pt x="1865" y="138"/>
                    </a:lnTo>
                    <a:cubicBezTo>
                      <a:pt x="1860" y="137"/>
                      <a:pt x="1854" y="136"/>
                      <a:pt x="1849" y="136"/>
                    </a:cubicBezTo>
                    <a:cubicBezTo>
                      <a:pt x="1821" y="136"/>
                      <a:pt x="1793" y="151"/>
                      <a:pt x="1766" y="158"/>
                    </a:cubicBezTo>
                    <a:cubicBezTo>
                      <a:pt x="1753" y="160"/>
                      <a:pt x="1741" y="161"/>
                      <a:pt x="1729" y="161"/>
                    </a:cubicBezTo>
                    <a:cubicBezTo>
                      <a:pt x="1682" y="161"/>
                      <a:pt x="1640" y="143"/>
                      <a:pt x="1609" y="102"/>
                    </a:cubicBezTo>
                    <a:cubicBezTo>
                      <a:pt x="1577" y="71"/>
                      <a:pt x="1558" y="16"/>
                      <a:pt x="1518" y="4"/>
                    </a:cubicBezTo>
                    <a:cubicBezTo>
                      <a:pt x="1510" y="2"/>
                      <a:pt x="1503" y="1"/>
                      <a:pt x="1496" y="1"/>
                    </a:cubicBezTo>
                    <a:close/>
                  </a:path>
                </a:pathLst>
              </a:custGeom>
              <a:solidFill>
                <a:schemeClr val="accent5"/>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24"/>
              <p:cNvSpPr/>
              <p:nvPr/>
            </p:nvSpPr>
            <p:spPr>
              <a:xfrm>
                <a:off x="3398283" y="4396808"/>
                <a:ext cx="132098" cy="147220"/>
              </a:xfrm>
              <a:custGeom>
                <a:rect b="b" l="l" r="r" t="t"/>
                <a:pathLst>
                  <a:path extrusionOk="0" h="146" w="131">
                    <a:moveTo>
                      <a:pt x="131" y="0"/>
                    </a:moveTo>
                    <a:lnTo>
                      <a:pt x="131" y="0"/>
                    </a:lnTo>
                    <a:cubicBezTo>
                      <a:pt x="109" y="24"/>
                      <a:pt x="87" y="48"/>
                      <a:pt x="65" y="73"/>
                    </a:cubicBezTo>
                    <a:lnTo>
                      <a:pt x="131" y="0"/>
                    </a:lnTo>
                    <a:close/>
                    <a:moveTo>
                      <a:pt x="65" y="73"/>
                    </a:moveTo>
                    <a:lnTo>
                      <a:pt x="0" y="146"/>
                    </a:lnTo>
                    <a:cubicBezTo>
                      <a:pt x="22" y="122"/>
                      <a:pt x="44" y="98"/>
                      <a:pt x="65" y="73"/>
                    </a:cubicBezTo>
                    <a:close/>
                  </a:path>
                </a:pathLst>
              </a:custGeom>
              <a:solidFill>
                <a:srgbClr val="FFF2A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24"/>
              <p:cNvSpPr/>
              <p:nvPr/>
            </p:nvSpPr>
            <p:spPr>
              <a:xfrm>
                <a:off x="3560633" y="4511760"/>
                <a:ext cx="72603" cy="61510"/>
              </a:xfrm>
              <a:custGeom>
                <a:rect b="b" l="l" r="r" t="t"/>
                <a:pathLst>
                  <a:path extrusionOk="0" h="61" w="72">
                    <a:moveTo>
                      <a:pt x="1" y="60"/>
                    </a:moveTo>
                    <a:cubicBezTo>
                      <a:pt x="25" y="40"/>
                      <a:pt x="48" y="20"/>
                      <a:pt x="72" y="1"/>
                    </a:cubicBezTo>
                    <a:close/>
                  </a:path>
                </a:pathLst>
              </a:custGeom>
              <a:solidFill>
                <a:srgbClr val="FFF2A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24"/>
              <p:cNvSpPr/>
              <p:nvPr/>
            </p:nvSpPr>
            <p:spPr>
              <a:xfrm>
                <a:off x="4396580" y="3513491"/>
                <a:ext cx="44369" cy="76635"/>
              </a:xfrm>
              <a:custGeom>
                <a:rect b="b" l="l" r="r" t="t"/>
                <a:pathLst>
                  <a:path extrusionOk="0" h="76" w="44">
                    <a:moveTo>
                      <a:pt x="44" y="1"/>
                    </a:moveTo>
                    <a:cubicBezTo>
                      <a:pt x="43" y="2"/>
                      <a:pt x="42" y="3"/>
                      <a:pt x="41" y="4"/>
                    </a:cubicBezTo>
                    <a:lnTo>
                      <a:pt x="41" y="4"/>
                    </a:lnTo>
                    <a:lnTo>
                      <a:pt x="44" y="1"/>
                    </a:lnTo>
                    <a:close/>
                    <a:moveTo>
                      <a:pt x="41" y="4"/>
                    </a:moveTo>
                    <a:lnTo>
                      <a:pt x="0" y="75"/>
                    </a:lnTo>
                    <a:cubicBezTo>
                      <a:pt x="15" y="53"/>
                      <a:pt x="26" y="30"/>
                      <a:pt x="41" y="4"/>
                    </a:cubicBezTo>
                    <a:close/>
                  </a:path>
                </a:pathLst>
              </a:custGeom>
              <a:solidFill>
                <a:srgbClr val="FFF2A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14" name="Google Shape;614;p24"/>
            <p:cNvSpPr/>
            <p:nvPr/>
          </p:nvSpPr>
          <p:spPr>
            <a:xfrm>
              <a:off x="8418775" y="4784875"/>
              <a:ext cx="180875" cy="205550"/>
            </a:xfrm>
            <a:custGeom>
              <a:rect b="b" l="l" r="r" t="t"/>
              <a:pathLst>
                <a:path extrusionOk="0" h="8222" w="7235">
                  <a:moveTo>
                    <a:pt x="7235" y="0"/>
                  </a:moveTo>
                  <a:cubicBezTo>
                    <a:pt x="5044" y="2920"/>
                    <a:pt x="2579" y="5639"/>
                    <a:pt x="0" y="8222"/>
                  </a:cubicBezTo>
                </a:path>
              </a:pathLst>
            </a:custGeom>
            <a:noFill/>
            <a:ln cap="flat" cmpd="sng" w="28575">
              <a:solidFill>
                <a:schemeClr val="dk1"/>
              </a:solidFill>
              <a:prstDash val="solid"/>
              <a:round/>
              <a:headEnd len="med" w="med" type="none"/>
              <a:tailEnd len="med" w="med" type="none"/>
            </a:ln>
          </p:spPr>
        </p:sp>
        <p:sp>
          <p:nvSpPr>
            <p:cNvPr id="615" name="Google Shape;615;p24"/>
            <p:cNvSpPr/>
            <p:nvPr/>
          </p:nvSpPr>
          <p:spPr>
            <a:xfrm>
              <a:off x="8336550" y="4834225"/>
              <a:ext cx="74000" cy="106875"/>
            </a:xfrm>
            <a:custGeom>
              <a:rect b="b" l="l" r="r" t="t"/>
              <a:pathLst>
                <a:path extrusionOk="0" h="4275" w="2960">
                  <a:moveTo>
                    <a:pt x="2960" y="0"/>
                  </a:moveTo>
                  <a:cubicBezTo>
                    <a:pt x="2068" y="1486"/>
                    <a:pt x="961" y="2833"/>
                    <a:pt x="0" y="4275"/>
                  </a:cubicBezTo>
                </a:path>
              </a:pathLst>
            </a:custGeom>
            <a:noFill/>
            <a:ln cap="flat" cmpd="sng" w="28575">
              <a:solidFill>
                <a:schemeClr val="dk1"/>
              </a:solidFill>
              <a:prstDash val="solid"/>
              <a:round/>
              <a:headEnd len="med" w="med" type="none"/>
              <a:tailEnd len="med" w="med" type="none"/>
            </a:ln>
          </p:spPr>
        </p:sp>
        <p:sp>
          <p:nvSpPr>
            <p:cNvPr id="616" name="Google Shape;616;p24"/>
            <p:cNvSpPr/>
            <p:nvPr/>
          </p:nvSpPr>
          <p:spPr>
            <a:xfrm>
              <a:off x="9232700" y="3658550"/>
              <a:ext cx="353525" cy="452175"/>
            </a:xfrm>
            <a:custGeom>
              <a:rect b="b" l="l" r="r" t="t"/>
              <a:pathLst>
                <a:path extrusionOk="0" h="18087" w="14141">
                  <a:moveTo>
                    <a:pt x="14141" y="0"/>
                  </a:moveTo>
                  <a:cubicBezTo>
                    <a:pt x="9241" y="5879"/>
                    <a:pt x="4241" y="11716"/>
                    <a:pt x="0" y="18087"/>
                  </a:cubicBezTo>
                </a:path>
              </a:pathLst>
            </a:custGeom>
            <a:noFill/>
            <a:ln cap="flat" cmpd="sng" w="28575">
              <a:solidFill>
                <a:schemeClr val="dk1"/>
              </a:solidFill>
              <a:prstDash val="solid"/>
              <a:round/>
              <a:headEnd len="med" w="med" type="none"/>
              <a:tailEnd len="med" w="med" type="none"/>
            </a:ln>
          </p:spPr>
        </p:sp>
      </p:grpSp>
      <p:grpSp>
        <p:nvGrpSpPr>
          <p:cNvPr id="617" name="Google Shape;617;p24"/>
          <p:cNvGrpSpPr/>
          <p:nvPr/>
        </p:nvGrpSpPr>
        <p:grpSpPr>
          <a:xfrm rot="-2700000">
            <a:off x="-376924" y="-111672"/>
            <a:ext cx="1896745" cy="1928965"/>
            <a:chOff x="8016283" y="3354199"/>
            <a:chExt cx="1896763" cy="1928983"/>
          </a:xfrm>
        </p:grpSpPr>
        <p:grpSp>
          <p:nvGrpSpPr>
            <p:cNvPr id="618" name="Google Shape;618;p24"/>
            <p:cNvGrpSpPr/>
            <p:nvPr/>
          </p:nvGrpSpPr>
          <p:grpSpPr>
            <a:xfrm>
              <a:off x="8016283" y="3354199"/>
              <a:ext cx="1896763" cy="1928983"/>
              <a:chOff x="3025183" y="3101074"/>
              <a:chExt cx="1896763" cy="1928983"/>
            </a:xfrm>
          </p:grpSpPr>
          <p:sp>
            <p:nvSpPr>
              <p:cNvPr id="619" name="Google Shape;619;p24"/>
              <p:cNvSpPr/>
              <p:nvPr/>
            </p:nvSpPr>
            <p:spPr>
              <a:xfrm>
                <a:off x="3025183" y="3101074"/>
                <a:ext cx="1896763" cy="1928983"/>
              </a:xfrm>
              <a:custGeom>
                <a:rect b="b" l="l" r="r" t="t"/>
                <a:pathLst>
                  <a:path extrusionOk="0" h="1913" w="1881">
                    <a:moveTo>
                      <a:pt x="1496" y="1"/>
                    </a:moveTo>
                    <a:cubicBezTo>
                      <a:pt x="1477" y="1"/>
                      <a:pt x="1459" y="7"/>
                      <a:pt x="1440" y="16"/>
                    </a:cubicBezTo>
                    <a:cubicBezTo>
                      <a:pt x="1416" y="24"/>
                      <a:pt x="1392" y="31"/>
                      <a:pt x="1364" y="31"/>
                    </a:cubicBezTo>
                    <a:lnTo>
                      <a:pt x="0" y="1573"/>
                    </a:lnTo>
                    <a:cubicBezTo>
                      <a:pt x="24" y="1596"/>
                      <a:pt x="35" y="1629"/>
                      <a:pt x="35" y="1664"/>
                    </a:cubicBezTo>
                    <a:cubicBezTo>
                      <a:pt x="63" y="1667"/>
                      <a:pt x="91" y="1680"/>
                      <a:pt x="115" y="1700"/>
                    </a:cubicBezTo>
                    <a:cubicBezTo>
                      <a:pt x="138" y="1719"/>
                      <a:pt x="153" y="1747"/>
                      <a:pt x="162" y="1774"/>
                    </a:cubicBezTo>
                    <a:cubicBezTo>
                      <a:pt x="201" y="1778"/>
                      <a:pt x="237" y="1782"/>
                      <a:pt x="268" y="1806"/>
                    </a:cubicBezTo>
                    <a:cubicBezTo>
                      <a:pt x="304" y="1833"/>
                      <a:pt x="319" y="1869"/>
                      <a:pt x="323" y="1912"/>
                    </a:cubicBezTo>
                    <a:lnTo>
                      <a:pt x="1880" y="153"/>
                    </a:lnTo>
                    <a:lnTo>
                      <a:pt x="1865" y="138"/>
                    </a:lnTo>
                    <a:cubicBezTo>
                      <a:pt x="1860" y="137"/>
                      <a:pt x="1854" y="136"/>
                      <a:pt x="1849" y="136"/>
                    </a:cubicBezTo>
                    <a:cubicBezTo>
                      <a:pt x="1821" y="136"/>
                      <a:pt x="1793" y="151"/>
                      <a:pt x="1766" y="158"/>
                    </a:cubicBezTo>
                    <a:cubicBezTo>
                      <a:pt x="1753" y="160"/>
                      <a:pt x="1741" y="161"/>
                      <a:pt x="1729" y="161"/>
                    </a:cubicBezTo>
                    <a:cubicBezTo>
                      <a:pt x="1682" y="161"/>
                      <a:pt x="1640" y="143"/>
                      <a:pt x="1609" y="102"/>
                    </a:cubicBezTo>
                    <a:cubicBezTo>
                      <a:pt x="1577" y="71"/>
                      <a:pt x="1558" y="16"/>
                      <a:pt x="1518" y="4"/>
                    </a:cubicBezTo>
                    <a:cubicBezTo>
                      <a:pt x="1510" y="2"/>
                      <a:pt x="1503" y="1"/>
                      <a:pt x="1496" y="1"/>
                    </a:cubicBezTo>
                    <a:close/>
                  </a:path>
                </a:pathLst>
              </a:custGeom>
              <a:solidFill>
                <a:schemeClr val="accent5"/>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24"/>
              <p:cNvSpPr/>
              <p:nvPr/>
            </p:nvSpPr>
            <p:spPr>
              <a:xfrm>
                <a:off x="3398283" y="4396808"/>
                <a:ext cx="132098" cy="147220"/>
              </a:xfrm>
              <a:custGeom>
                <a:rect b="b" l="l" r="r" t="t"/>
                <a:pathLst>
                  <a:path extrusionOk="0" h="146" w="131">
                    <a:moveTo>
                      <a:pt x="131" y="0"/>
                    </a:moveTo>
                    <a:lnTo>
                      <a:pt x="131" y="0"/>
                    </a:lnTo>
                    <a:cubicBezTo>
                      <a:pt x="109" y="24"/>
                      <a:pt x="87" y="48"/>
                      <a:pt x="65" y="73"/>
                    </a:cubicBezTo>
                    <a:lnTo>
                      <a:pt x="131" y="0"/>
                    </a:lnTo>
                    <a:close/>
                    <a:moveTo>
                      <a:pt x="65" y="73"/>
                    </a:moveTo>
                    <a:lnTo>
                      <a:pt x="0" y="146"/>
                    </a:lnTo>
                    <a:cubicBezTo>
                      <a:pt x="22" y="122"/>
                      <a:pt x="44" y="98"/>
                      <a:pt x="65" y="73"/>
                    </a:cubicBezTo>
                    <a:close/>
                  </a:path>
                </a:pathLst>
              </a:custGeom>
              <a:solidFill>
                <a:srgbClr val="FFF2A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24"/>
              <p:cNvSpPr/>
              <p:nvPr/>
            </p:nvSpPr>
            <p:spPr>
              <a:xfrm>
                <a:off x="3560633" y="4511760"/>
                <a:ext cx="72603" cy="61510"/>
              </a:xfrm>
              <a:custGeom>
                <a:rect b="b" l="l" r="r" t="t"/>
                <a:pathLst>
                  <a:path extrusionOk="0" h="61" w="72">
                    <a:moveTo>
                      <a:pt x="1" y="60"/>
                    </a:moveTo>
                    <a:cubicBezTo>
                      <a:pt x="25" y="40"/>
                      <a:pt x="48" y="20"/>
                      <a:pt x="72" y="1"/>
                    </a:cubicBezTo>
                    <a:close/>
                  </a:path>
                </a:pathLst>
              </a:custGeom>
              <a:solidFill>
                <a:srgbClr val="FFF2A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24"/>
              <p:cNvSpPr/>
              <p:nvPr/>
            </p:nvSpPr>
            <p:spPr>
              <a:xfrm>
                <a:off x="4396580" y="3513491"/>
                <a:ext cx="44369" cy="76635"/>
              </a:xfrm>
              <a:custGeom>
                <a:rect b="b" l="l" r="r" t="t"/>
                <a:pathLst>
                  <a:path extrusionOk="0" h="76" w="44">
                    <a:moveTo>
                      <a:pt x="44" y="1"/>
                    </a:moveTo>
                    <a:cubicBezTo>
                      <a:pt x="43" y="2"/>
                      <a:pt x="42" y="3"/>
                      <a:pt x="41" y="4"/>
                    </a:cubicBezTo>
                    <a:lnTo>
                      <a:pt x="41" y="4"/>
                    </a:lnTo>
                    <a:lnTo>
                      <a:pt x="44" y="1"/>
                    </a:lnTo>
                    <a:close/>
                    <a:moveTo>
                      <a:pt x="41" y="4"/>
                    </a:moveTo>
                    <a:lnTo>
                      <a:pt x="0" y="75"/>
                    </a:lnTo>
                    <a:cubicBezTo>
                      <a:pt x="15" y="53"/>
                      <a:pt x="26" y="30"/>
                      <a:pt x="41" y="4"/>
                    </a:cubicBezTo>
                    <a:close/>
                  </a:path>
                </a:pathLst>
              </a:custGeom>
              <a:solidFill>
                <a:srgbClr val="FFF2A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23" name="Google Shape;623;p24"/>
            <p:cNvSpPr/>
            <p:nvPr/>
          </p:nvSpPr>
          <p:spPr>
            <a:xfrm>
              <a:off x="8418775" y="4784875"/>
              <a:ext cx="180875" cy="205550"/>
            </a:xfrm>
            <a:custGeom>
              <a:rect b="b" l="l" r="r" t="t"/>
              <a:pathLst>
                <a:path extrusionOk="0" h="8222" w="7235">
                  <a:moveTo>
                    <a:pt x="7235" y="0"/>
                  </a:moveTo>
                  <a:cubicBezTo>
                    <a:pt x="5044" y="2920"/>
                    <a:pt x="2579" y="5639"/>
                    <a:pt x="0" y="8222"/>
                  </a:cubicBezTo>
                </a:path>
              </a:pathLst>
            </a:custGeom>
            <a:noFill/>
            <a:ln cap="flat" cmpd="sng" w="28575">
              <a:solidFill>
                <a:schemeClr val="dk1"/>
              </a:solidFill>
              <a:prstDash val="solid"/>
              <a:round/>
              <a:headEnd len="med" w="med" type="none"/>
              <a:tailEnd len="med" w="med" type="none"/>
            </a:ln>
          </p:spPr>
        </p:sp>
        <p:sp>
          <p:nvSpPr>
            <p:cNvPr id="624" name="Google Shape;624;p24"/>
            <p:cNvSpPr/>
            <p:nvPr/>
          </p:nvSpPr>
          <p:spPr>
            <a:xfrm>
              <a:off x="8336550" y="4834225"/>
              <a:ext cx="74000" cy="106875"/>
            </a:xfrm>
            <a:custGeom>
              <a:rect b="b" l="l" r="r" t="t"/>
              <a:pathLst>
                <a:path extrusionOk="0" h="4275" w="2960">
                  <a:moveTo>
                    <a:pt x="2960" y="0"/>
                  </a:moveTo>
                  <a:cubicBezTo>
                    <a:pt x="2068" y="1486"/>
                    <a:pt x="961" y="2833"/>
                    <a:pt x="0" y="4275"/>
                  </a:cubicBezTo>
                </a:path>
              </a:pathLst>
            </a:custGeom>
            <a:noFill/>
            <a:ln cap="flat" cmpd="sng" w="28575">
              <a:solidFill>
                <a:schemeClr val="dk1"/>
              </a:solidFill>
              <a:prstDash val="solid"/>
              <a:round/>
              <a:headEnd len="med" w="med" type="none"/>
              <a:tailEnd len="med" w="med" type="none"/>
            </a:ln>
          </p:spPr>
        </p:sp>
        <p:sp>
          <p:nvSpPr>
            <p:cNvPr id="625" name="Google Shape;625;p24"/>
            <p:cNvSpPr/>
            <p:nvPr/>
          </p:nvSpPr>
          <p:spPr>
            <a:xfrm>
              <a:off x="9232700" y="3658550"/>
              <a:ext cx="353525" cy="452175"/>
            </a:xfrm>
            <a:custGeom>
              <a:rect b="b" l="l" r="r" t="t"/>
              <a:pathLst>
                <a:path extrusionOk="0" h="18087" w="14141">
                  <a:moveTo>
                    <a:pt x="14141" y="0"/>
                  </a:moveTo>
                  <a:cubicBezTo>
                    <a:pt x="9241" y="5879"/>
                    <a:pt x="4241" y="11716"/>
                    <a:pt x="0" y="18087"/>
                  </a:cubicBezTo>
                </a:path>
              </a:pathLst>
            </a:custGeom>
            <a:noFill/>
            <a:ln cap="flat" cmpd="sng" w="28575">
              <a:solidFill>
                <a:schemeClr val="dk1"/>
              </a:solidFill>
              <a:prstDash val="solid"/>
              <a:round/>
              <a:headEnd len="med" w="med" type="none"/>
              <a:tailEnd len="med" w="med" type="none"/>
            </a:ln>
          </p:spPr>
        </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TWO_COLUMNS_1_1">
    <p:spTree>
      <p:nvGrpSpPr>
        <p:cNvPr id="626" name="Shape 626"/>
        <p:cNvGrpSpPr/>
        <p:nvPr/>
      </p:nvGrpSpPr>
      <p:grpSpPr>
        <a:xfrm>
          <a:off x="0" y="0"/>
          <a:ext cx="0" cy="0"/>
          <a:chOff x="0" y="0"/>
          <a:chExt cx="0" cy="0"/>
        </a:xfrm>
      </p:grpSpPr>
      <p:sp>
        <p:nvSpPr>
          <p:cNvPr id="627" name="Google Shape;627;p25"/>
          <p:cNvSpPr txBox="1"/>
          <p:nvPr>
            <p:ph type="title"/>
          </p:nvPr>
        </p:nvSpPr>
        <p:spPr>
          <a:xfrm>
            <a:off x="914400" y="888750"/>
            <a:ext cx="8458200" cy="956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6400"/>
              <a:buNone/>
              <a:defRPr/>
            </a:lvl1pPr>
            <a:lvl2pPr lvl="1" rtl="0">
              <a:lnSpc>
                <a:spcPct val="100000"/>
              </a:lnSpc>
              <a:spcBef>
                <a:spcPts val="0"/>
              </a:spcBef>
              <a:spcAft>
                <a:spcPts val="0"/>
              </a:spcAft>
              <a:buSzPts val="6400"/>
              <a:buNone/>
              <a:defRPr/>
            </a:lvl2pPr>
            <a:lvl3pPr lvl="2" rtl="0">
              <a:lnSpc>
                <a:spcPct val="100000"/>
              </a:lnSpc>
              <a:spcBef>
                <a:spcPts val="0"/>
              </a:spcBef>
              <a:spcAft>
                <a:spcPts val="0"/>
              </a:spcAft>
              <a:buSzPts val="6400"/>
              <a:buNone/>
              <a:defRPr/>
            </a:lvl3pPr>
            <a:lvl4pPr lvl="3" rtl="0">
              <a:lnSpc>
                <a:spcPct val="100000"/>
              </a:lnSpc>
              <a:spcBef>
                <a:spcPts val="0"/>
              </a:spcBef>
              <a:spcAft>
                <a:spcPts val="0"/>
              </a:spcAft>
              <a:buSzPts val="6400"/>
              <a:buNone/>
              <a:defRPr/>
            </a:lvl4pPr>
            <a:lvl5pPr lvl="4" rtl="0">
              <a:lnSpc>
                <a:spcPct val="100000"/>
              </a:lnSpc>
              <a:spcBef>
                <a:spcPts val="0"/>
              </a:spcBef>
              <a:spcAft>
                <a:spcPts val="0"/>
              </a:spcAft>
              <a:buSzPts val="6400"/>
              <a:buNone/>
              <a:defRPr/>
            </a:lvl5pPr>
            <a:lvl6pPr lvl="5" rtl="0">
              <a:lnSpc>
                <a:spcPct val="100000"/>
              </a:lnSpc>
              <a:spcBef>
                <a:spcPts val="0"/>
              </a:spcBef>
              <a:spcAft>
                <a:spcPts val="0"/>
              </a:spcAft>
              <a:buSzPts val="6400"/>
              <a:buNone/>
              <a:defRPr/>
            </a:lvl6pPr>
            <a:lvl7pPr lvl="6" rtl="0">
              <a:lnSpc>
                <a:spcPct val="100000"/>
              </a:lnSpc>
              <a:spcBef>
                <a:spcPts val="0"/>
              </a:spcBef>
              <a:spcAft>
                <a:spcPts val="0"/>
              </a:spcAft>
              <a:buSzPts val="6400"/>
              <a:buNone/>
              <a:defRPr/>
            </a:lvl7pPr>
            <a:lvl8pPr lvl="7" rtl="0">
              <a:lnSpc>
                <a:spcPct val="100000"/>
              </a:lnSpc>
              <a:spcBef>
                <a:spcPts val="0"/>
              </a:spcBef>
              <a:spcAft>
                <a:spcPts val="0"/>
              </a:spcAft>
              <a:buSzPts val="6400"/>
              <a:buNone/>
              <a:defRPr/>
            </a:lvl8pPr>
            <a:lvl9pPr lvl="8" rtl="0">
              <a:lnSpc>
                <a:spcPct val="100000"/>
              </a:lnSpc>
              <a:spcBef>
                <a:spcPts val="0"/>
              </a:spcBef>
              <a:spcAft>
                <a:spcPts val="0"/>
              </a:spcAft>
              <a:buSzPts val="6400"/>
              <a:buNone/>
              <a:defRPr/>
            </a:lvl9pPr>
          </a:lstStyle>
          <a:p/>
        </p:txBody>
      </p:sp>
      <p:sp>
        <p:nvSpPr>
          <p:cNvPr id="628" name="Google Shape;628;p25"/>
          <p:cNvSpPr txBox="1"/>
          <p:nvPr>
            <p:ph idx="1" type="body"/>
          </p:nvPr>
        </p:nvSpPr>
        <p:spPr>
          <a:xfrm>
            <a:off x="907600" y="2209800"/>
            <a:ext cx="4186500" cy="7162800"/>
          </a:xfrm>
          <a:prstGeom prst="rect">
            <a:avLst/>
          </a:prstGeom>
        </p:spPr>
        <p:txBody>
          <a:bodyPr anchorCtr="0" anchor="t" bIns="91425" lIns="91425" spcFirstLastPara="1" rIns="91425" wrap="square" tIns="91425">
            <a:noAutofit/>
          </a:bodyPr>
          <a:lstStyle>
            <a:lvl1pPr indent="-368300" lvl="0" marL="457200" rtl="0">
              <a:spcBef>
                <a:spcPts val="0"/>
              </a:spcBef>
              <a:spcAft>
                <a:spcPts val="0"/>
              </a:spcAft>
              <a:buClr>
                <a:schemeClr val="dk2"/>
              </a:buClr>
              <a:buSzPts val="2200"/>
              <a:buChar char="●"/>
              <a:defRPr sz="2200">
                <a:solidFill>
                  <a:schemeClr val="dk1"/>
                </a:solidFill>
              </a:defRPr>
            </a:lvl1pPr>
            <a:lvl2pPr indent="-368300" lvl="1" marL="914400" rtl="0">
              <a:spcBef>
                <a:spcPts val="1000"/>
              </a:spcBef>
              <a:spcAft>
                <a:spcPts val="0"/>
              </a:spcAft>
              <a:buClr>
                <a:schemeClr val="dk1"/>
              </a:buClr>
              <a:buSzPts val="2200"/>
              <a:buChar char="○"/>
              <a:defRPr>
                <a:solidFill>
                  <a:schemeClr val="dk1"/>
                </a:solidFill>
              </a:defRPr>
            </a:lvl2pPr>
            <a:lvl3pPr indent="-368300" lvl="2" marL="1371600" rtl="0">
              <a:spcBef>
                <a:spcPts val="0"/>
              </a:spcBef>
              <a:spcAft>
                <a:spcPts val="0"/>
              </a:spcAft>
              <a:buClr>
                <a:schemeClr val="dk1"/>
              </a:buClr>
              <a:buSzPts val="2200"/>
              <a:buChar char="■"/>
              <a:defRPr>
                <a:solidFill>
                  <a:schemeClr val="dk1"/>
                </a:solidFill>
              </a:defRPr>
            </a:lvl3pPr>
            <a:lvl4pPr indent="-368300" lvl="3" marL="1828800" rtl="0">
              <a:spcBef>
                <a:spcPts val="0"/>
              </a:spcBef>
              <a:spcAft>
                <a:spcPts val="0"/>
              </a:spcAft>
              <a:buClr>
                <a:schemeClr val="dk1"/>
              </a:buClr>
              <a:buSzPts val="2200"/>
              <a:buChar char="●"/>
              <a:defRPr>
                <a:solidFill>
                  <a:schemeClr val="dk1"/>
                </a:solidFill>
              </a:defRPr>
            </a:lvl4pPr>
            <a:lvl5pPr indent="-368300" lvl="4" marL="2286000" rtl="0">
              <a:spcBef>
                <a:spcPts val="0"/>
              </a:spcBef>
              <a:spcAft>
                <a:spcPts val="0"/>
              </a:spcAft>
              <a:buClr>
                <a:schemeClr val="dk1"/>
              </a:buClr>
              <a:buSzPts val="2200"/>
              <a:buChar char="○"/>
              <a:defRPr>
                <a:solidFill>
                  <a:schemeClr val="dk1"/>
                </a:solidFill>
              </a:defRPr>
            </a:lvl5pPr>
            <a:lvl6pPr indent="-368300" lvl="5" marL="2743200" rtl="0">
              <a:spcBef>
                <a:spcPts val="0"/>
              </a:spcBef>
              <a:spcAft>
                <a:spcPts val="0"/>
              </a:spcAft>
              <a:buClr>
                <a:schemeClr val="dk1"/>
              </a:buClr>
              <a:buSzPts val="2200"/>
              <a:buChar char="■"/>
              <a:defRPr>
                <a:solidFill>
                  <a:schemeClr val="dk1"/>
                </a:solidFill>
              </a:defRPr>
            </a:lvl6pPr>
            <a:lvl7pPr indent="-368300" lvl="6" marL="3200400" rtl="0">
              <a:spcBef>
                <a:spcPts val="0"/>
              </a:spcBef>
              <a:spcAft>
                <a:spcPts val="0"/>
              </a:spcAft>
              <a:buClr>
                <a:schemeClr val="dk1"/>
              </a:buClr>
              <a:buSzPts val="2200"/>
              <a:buChar char="●"/>
              <a:defRPr>
                <a:solidFill>
                  <a:schemeClr val="dk1"/>
                </a:solidFill>
              </a:defRPr>
            </a:lvl7pPr>
            <a:lvl8pPr indent="-368300" lvl="7" marL="3657600" rtl="0">
              <a:spcBef>
                <a:spcPts val="0"/>
              </a:spcBef>
              <a:spcAft>
                <a:spcPts val="0"/>
              </a:spcAft>
              <a:buClr>
                <a:schemeClr val="dk1"/>
              </a:buClr>
              <a:buSzPts val="2200"/>
              <a:buChar char="○"/>
              <a:defRPr>
                <a:solidFill>
                  <a:schemeClr val="dk1"/>
                </a:solidFill>
              </a:defRPr>
            </a:lvl8pPr>
            <a:lvl9pPr indent="-368300" lvl="8" marL="4114800" rtl="0">
              <a:spcBef>
                <a:spcPts val="0"/>
              </a:spcBef>
              <a:spcAft>
                <a:spcPts val="0"/>
              </a:spcAft>
              <a:buClr>
                <a:schemeClr val="dk1"/>
              </a:buClr>
              <a:buSzPts val="2200"/>
              <a:buChar char="■"/>
              <a:defRPr>
                <a:solidFill>
                  <a:schemeClr val="dk1"/>
                </a:solidFill>
              </a:defRPr>
            </a:lvl9pPr>
          </a:lstStyle>
          <a:p/>
        </p:txBody>
      </p:sp>
      <p:sp>
        <p:nvSpPr>
          <p:cNvPr id="629" name="Google Shape;629;p25"/>
          <p:cNvSpPr txBox="1"/>
          <p:nvPr>
            <p:ph idx="2" type="body"/>
          </p:nvPr>
        </p:nvSpPr>
        <p:spPr>
          <a:xfrm>
            <a:off x="5179420" y="2209800"/>
            <a:ext cx="4186500" cy="7162800"/>
          </a:xfrm>
          <a:prstGeom prst="rect">
            <a:avLst/>
          </a:prstGeom>
        </p:spPr>
        <p:txBody>
          <a:bodyPr anchorCtr="0" anchor="t" bIns="91425" lIns="91425" spcFirstLastPara="1" rIns="91425" wrap="square" tIns="91425">
            <a:noAutofit/>
          </a:bodyPr>
          <a:lstStyle>
            <a:lvl1pPr indent="-368300" lvl="0" marL="457200" rtl="0">
              <a:spcBef>
                <a:spcPts val="0"/>
              </a:spcBef>
              <a:spcAft>
                <a:spcPts val="0"/>
              </a:spcAft>
              <a:buClr>
                <a:schemeClr val="dk2"/>
              </a:buClr>
              <a:buSzPts val="2200"/>
              <a:buChar char="●"/>
              <a:defRPr sz="2000">
                <a:solidFill>
                  <a:schemeClr val="dk1"/>
                </a:solidFill>
              </a:defRPr>
            </a:lvl1pPr>
            <a:lvl2pPr indent="-368300" lvl="1" marL="914400" rtl="0">
              <a:spcBef>
                <a:spcPts val="1000"/>
              </a:spcBef>
              <a:spcAft>
                <a:spcPts val="0"/>
              </a:spcAft>
              <a:buClr>
                <a:schemeClr val="dk1"/>
              </a:buClr>
              <a:buSzPts val="2200"/>
              <a:buChar char="○"/>
              <a:defRPr>
                <a:solidFill>
                  <a:schemeClr val="dk1"/>
                </a:solidFill>
              </a:defRPr>
            </a:lvl2pPr>
            <a:lvl3pPr indent="-368300" lvl="2" marL="1371600" rtl="0">
              <a:spcBef>
                <a:spcPts val="0"/>
              </a:spcBef>
              <a:spcAft>
                <a:spcPts val="0"/>
              </a:spcAft>
              <a:buClr>
                <a:schemeClr val="dk1"/>
              </a:buClr>
              <a:buSzPts val="2200"/>
              <a:buChar char="■"/>
              <a:defRPr>
                <a:solidFill>
                  <a:schemeClr val="dk1"/>
                </a:solidFill>
              </a:defRPr>
            </a:lvl3pPr>
            <a:lvl4pPr indent="-368300" lvl="3" marL="1828800" rtl="0">
              <a:spcBef>
                <a:spcPts val="0"/>
              </a:spcBef>
              <a:spcAft>
                <a:spcPts val="0"/>
              </a:spcAft>
              <a:buClr>
                <a:schemeClr val="dk1"/>
              </a:buClr>
              <a:buSzPts val="2200"/>
              <a:buChar char="●"/>
              <a:defRPr>
                <a:solidFill>
                  <a:schemeClr val="dk1"/>
                </a:solidFill>
              </a:defRPr>
            </a:lvl4pPr>
            <a:lvl5pPr indent="-368300" lvl="4" marL="2286000" rtl="0">
              <a:spcBef>
                <a:spcPts val="0"/>
              </a:spcBef>
              <a:spcAft>
                <a:spcPts val="0"/>
              </a:spcAft>
              <a:buClr>
                <a:schemeClr val="dk1"/>
              </a:buClr>
              <a:buSzPts val="2200"/>
              <a:buChar char="○"/>
              <a:defRPr>
                <a:solidFill>
                  <a:schemeClr val="dk1"/>
                </a:solidFill>
              </a:defRPr>
            </a:lvl5pPr>
            <a:lvl6pPr indent="-368300" lvl="5" marL="2743200" rtl="0">
              <a:spcBef>
                <a:spcPts val="0"/>
              </a:spcBef>
              <a:spcAft>
                <a:spcPts val="0"/>
              </a:spcAft>
              <a:buClr>
                <a:schemeClr val="dk1"/>
              </a:buClr>
              <a:buSzPts val="2200"/>
              <a:buChar char="■"/>
              <a:defRPr>
                <a:solidFill>
                  <a:schemeClr val="dk1"/>
                </a:solidFill>
              </a:defRPr>
            </a:lvl6pPr>
            <a:lvl7pPr indent="-368300" lvl="6" marL="3200400" rtl="0">
              <a:spcBef>
                <a:spcPts val="0"/>
              </a:spcBef>
              <a:spcAft>
                <a:spcPts val="0"/>
              </a:spcAft>
              <a:buClr>
                <a:schemeClr val="dk1"/>
              </a:buClr>
              <a:buSzPts val="2200"/>
              <a:buChar char="●"/>
              <a:defRPr>
                <a:solidFill>
                  <a:schemeClr val="dk1"/>
                </a:solidFill>
              </a:defRPr>
            </a:lvl7pPr>
            <a:lvl8pPr indent="-368300" lvl="7" marL="3657600" rtl="0">
              <a:spcBef>
                <a:spcPts val="0"/>
              </a:spcBef>
              <a:spcAft>
                <a:spcPts val="0"/>
              </a:spcAft>
              <a:buClr>
                <a:schemeClr val="dk1"/>
              </a:buClr>
              <a:buSzPts val="2200"/>
              <a:buChar char="○"/>
              <a:defRPr>
                <a:solidFill>
                  <a:schemeClr val="dk1"/>
                </a:solidFill>
              </a:defRPr>
            </a:lvl8pPr>
            <a:lvl9pPr indent="-368300" lvl="8" marL="4114800" rtl="0">
              <a:spcBef>
                <a:spcPts val="0"/>
              </a:spcBef>
              <a:spcAft>
                <a:spcPts val="0"/>
              </a:spcAft>
              <a:buClr>
                <a:schemeClr val="dk1"/>
              </a:buClr>
              <a:buSzPts val="2200"/>
              <a:buChar char="■"/>
              <a:defRPr>
                <a:solidFill>
                  <a:schemeClr val="dk1"/>
                </a:solidFill>
              </a:defRPr>
            </a:lvl9pPr>
          </a:lstStyle>
          <a:p/>
        </p:txBody>
      </p:sp>
      <p:sp>
        <p:nvSpPr>
          <p:cNvPr id="630" name="Google Shape;630;p25"/>
          <p:cNvSpPr/>
          <p:nvPr/>
        </p:nvSpPr>
        <p:spPr>
          <a:xfrm rot="-4815139">
            <a:off x="15562" y="8985809"/>
            <a:ext cx="830724" cy="773579"/>
          </a:xfrm>
          <a:custGeom>
            <a:rect b="b" l="l" r="r" t="t"/>
            <a:pathLst>
              <a:path extrusionOk="0" h="1638" w="1759">
                <a:moveTo>
                  <a:pt x="1074" y="1"/>
                </a:moveTo>
                <a:cubicBezTo>
                  <a:pt x="1067" y="1"/>
                  <a:pt x="1060" y="3"/>
                  <a:pt x="1054" y="5"/>
                </a:cubicBezTo>
                <a:cubicBezTo>
                  <a:pt x="1041" y="18"/>
                  <a:pt x="1025" y="29"/>
                  <a:pt x="1014" y="41"/>
                </a:cubicBezTo>
                <a:cubicBezTo>
                  <a:pt x="1006" y="53"/>
                  <a:pt x="994" y="65"/>
                  <a:pt x="983" y="76"/>
                </a:cubicBezTo>
                <a:cubicBezTo>
                  <a:pt x="947" y="124"/>
                  <a:pt x="912" y="171"/>
                  <a:pt x="872" y="214"/>
                </a:cubicBezTo>
                <a:cubicBezTo>
                  <a:pt x="836" y="262"/>
                  <a:pt x="805" y="309"/>
                  <a:pt x="774" y="356"/>
                </a:cubicBezTo>
                <a:cubicBezTo>
                  <a:pt x="761" y="376"/>
                  <a:pt x="750" y="404"/>
                  <a:pt x="734" y="424"/>
                </a:cubicBezTo>
                <a:cubicBezTo>
                  <a:pt x="723" y="435"/>
                  <a:pt x="710" y="451"/>
                  <a:pt x="703" y="462"/>
                </a:cubicBezTo>
                <a:cubicBezTo>
                  <a:pt x="699" y="473"/>
                  <a:pt x="687" y="508"/>
                  <a:pt x="673" y="508"/>
                </a:cubicBezTo>
                <a:cubicBezTo>
                  <a:pt x="671" y="508"/>
                  <a:pt x="669" y="507"/>
                  <a:pt x="667" y="506"/>
                </a:cubicBezTo>
                <a:cubicBezTo>
                  <a:pt x="659" y="502"/>
                  <a:pt x="659" y="495"/>
                  <a:pt x="652" y="495"/>
                </a:cubicBezTo>
                <a:cubicBezTo>
                  <a:pt x="643" y="495"/>
                  <a:pt x="639" y="498"/>
                  <a:pt x="632" y="498"/>
                </a:cubicBezTo>
                <a:cubicBezTo>
                  <a:pt x="625" y="500"/>
                  <a:pt x="618" y="500"/>
                  <a:pt x="611" y="500"/>
                </a:cubicBezTo>
                <a:cubicBezTo>
                  <a:pt x="596" y="500"/>
                  <a:pt x="582" y="498"/>
                  <a:pt x="568" y="498"/>
                </a:cubicBezTo>
                <a:cubicBezTo>
                  <a:pt x="545" y="495"/>
                  <a:pt x="517" y="491"/>
                  <a:pt x="494" y="491"/>
                </a:cubicBezTo>
                <a:cubicBezTo>
                  <a:pt x="454" y="486"/>
                  <a:pt x="415" y="482"/>
                  <a:pt x="379" y="479"/>
                </a:cubicBezTo>
                <a:cubicBezTo>
                  <a:pt x="359" y="479"/>
                  <a:pt x="339" y="475"/>
                  <a:pt x="320" y="475"/>
                </a:cubicBezTo>
                <a:cubicBezTo>
                  <a:pt x="273" y="471"/>
                  <a:pt x="226" y="462"/>
                  <a:pt x="178" y="462"/>
                </a:cubicBezTo>
                <a:cubicBezTo>
                  <a:pt x="170" y="462"/>
                  <a:pt x="164" y="461"/>
                  <a:pt x="157" y="461"/>
                </a:cubicBezTo>
                <a:cubicBezTo>
                  <a:pt x="154" y="461"/>
                  <a:pt x="150" y="461"/>
                  <a:pt x="146" y="462"/>
                </a:cubicBezTo>
                <a:cubicBezTo>
                  <a:pt x="139" y="462"/>
                  <a:pt x="135" y="462"/>
                  <a:pt x="123" y="459"/>
                </a:cubicBezTo>
                <a:cubicBezTo>
                  <a:pt x="103" y="455"/>
                  <a:pt x="79" y="451"/>
                  <a:pt x="60" y="451"/>
                </a:cubicBezTo>
                <a:cubicBezTo>
                  <a:pt x="48" y="455"/>
                  <a:pt x="36" y="451"/>
                  <a:pt x="28" y="459"/>
                </a:cubicBezTo>
                <a:cubicBezTo>
                  <a:pt x="24" y="462"/>
                  <a:pt x="13" y="471"/>
                  <a:pt x="8" y="479"/>
                </a:cubicBezTo>
                <a:cubicBezTo>
                  <a:pt x="0" y="491"/>
                  <a:pt x="13" y="502"/>
                  <a:pt x="17" y="514"/>
                </a:cubicBezTo>
                <a:cubicBezTo>
                  <a:pt x="24" y="522"/>
                  <a:pt x="28" y="530"/>
                  <a:pt x="36" y="542"/>
                </a:cubicBezTo>
                <a:cubicBezTo>
                  <a:pt x="44" y="553"/>
                  <a:pt x="48" y="562"/>
                  <a:pt x="60" y="573"/>
                </a:cubicBezTo>
                <a:cubicBezTo>
                  <a:pt x="84" y="597"/>
                  <a:pt x="115" y="613"/>
                  <a:pt x="139" y="637"/>
                </a:cubicBezTo>
                <a:cubicBezTo>
                  <a:pt x="162" y="668"/>
                  <a:pt x="182" y="695"/>
                  <a:pt x="210" y="723"/>
                </a:cubicBezTo>
                <a:cubicBezTo>
                  <a:pt x="241" y="751"/>
                  <a:pt x="273" y="775"/>
                  <a:pt x="304" y="802"/>
                </a:cubicBezTo>
                <a:cubicBezTo>
                  <a:pt x="316" y="814"/>
                  <a:pt x="324" y="826"/>
                  <a:pt x="335" y="833"/>
                </a:cubicBezTo>
                <a:cubicBezTo>
                  <a:pt x="344" y="837"/>
                  <a:pt x="352" y="841"/>
                  <a:pt x="355" y="846"/>
                </a:cubicBezTo>
                <a:cubicBezTo>
                  <a:pt x="355" y="849"/>
                  <a:pt x="352" y="857"/>
                  <a:pt x="348" y="861"/>
                </a:cubicBezTo>
                <a:cubicBezTo>
                  <a:pt x="348" y="869"/>
                  <a:pt x="344" y="881"/>
                  <a:pt x="339" y="888"/>
                </a:cubicBezTo>
                <a:cubicBezTo>
                  <a:pt x="316" y="920"/>
                  <a:pt x="297" y="948"/>
                  <a:pt x="281" y="983"/>
                </a:cubicBezTo>
                <a:cubicBezTo>
                  <a:pt x="273" y="999"/>
                  <a:pt x="265" y="1011"/>
                  <a:pt x="261" y="1026"/>
                </a:cubicBezTo>
                <a:cubicBezTo>
                  <a:pt x="253" y="1039"/>
                  <a:pt x="241" y="1050"/>
                  <a:pt x="233" y="1066"/>
                </a:cubicBezTo>
                <a:cubicBezTo>
                  <a:pt x="221" y="1082"/>
                  <a:pt x="213" y="1097"/>
                  <a:pt x="206" y="1110"/>
                </a:cubicBezTo>
                <a:cubicBezTo>
                  <a:pt x="190" y="1130"/>
                  <a:pt x="178" y="1145"/>
                  <a:pt x="166" y="1165"/>
                </a:cubicBezTo>
                <a:cubicBezTo>
                  <a:pt x="159" y="1177"/>
                  <a:pt x="155" y="1188"/>
                  <a:pt x="150" y="1196"/>
                </a:cubicBezTo>
                <a:cubicBezTo>
                  <a:pt x="146" y="1208"/>
                  <a:pt x="139" y="1216"/>
                  <a:pt x="131" y="1228"/>
                </a:cubicBezTo>
                <a:cubicBezTo>
                  <a:pt x="115" y="1248"/>
                  <a:pt x="103" y="1267"/>
                  <a:pt x="91" y="1290"/>
                </a:cubicBezTo>
                <a:cubicBezTo>
                  <a:pt x="84" y="1307"/>
                  <a:pt x="75" y="1326"/>
                  <a:pt x="68" y="1346"/>
                </a:cubicBezTo>
                <a:cubicBezTo>
                  <a:pt x="60" y="1374"/>
                  <a:pt x="44" y="1394"/>
                  <a:pt x="32" y="1417"/>
                </a:cubicBezTo>
                <a:cubicBezTo>
                  <a:pt x="28" y="1421"/>
                  <a:pt x="24" y="1429"/>
                  <a:pt x="28" y="1432"/>
                </a:cubicBezTo>
                <a:cubicBezTo>
                  <a:pt x="28" y="1437"/>
                  <a:pt x="36" y="1441"/>
                  <a:pt x="40" y="1445"/>
                </a:cubicBezTo>
                <a:cubicBezTo>
                  <a:pt x="43" y="1451"/>
                  <a:pt x="46" y="1457"/>
                  <a:pt x="51" y="1457"/>
                </a:cubicBezTo>
                <a:cubicBezTo>
                  <a:pt x="52" y="1457"/>
                  <a:pt x="54" y="1457"/>
                  <a:pt x="55" y="1456"/>
                </a:cubicBezTo>
                <a:cubicBezTo>
                  <a:pt x="75" y="1452"/>
                  <a:pt x="91" y="1445"/>
                  <a:pt x="107" y="1432"/>
                </a:cubicBezTo>
                <a:cubicBezTo>
                  <a:pt x="119" y="1429"/>
                  <a:pt x="126" y="1429"/>
                  <a:pt x="139" y="1429"/>
                </a:cubicBezTo>
                <a:cubicBezTo>
                  <a:pt x="162" y="1425"/>
                  <a:pt x="182" y="1413"/>
                  <a:pt x="202" y="1405"/>
                </a:cubicBezTo>
                <a:cubicBezTo>
                  <a:pt x="253" y="1390"/>
                  <a:pt x="304" y="1374"/>
                  <a:pt x="355" y="1354"/>
                </a:cubicBezTo>
                <a:cubicBezTo>
                  <a:pt x="454" y="1319"/>
                  <a:pt x="552" y="1287"/>
                  <a:pt x="652" y="1252"/>
                </a:cubicBezTo>
                <a:cubicBezTo>
                  <a:pt x="667" y="1287"/>
                  <a:pt x="683" y="1319"/>
                  <a:pt x="706" y="1350"/>
                </a:cubicBezTo>
                <a:cubicBezTo>
                  <a:pt x="770" y="1445"/>
                  <a:pt x="852" y="1523"/>
                  <a:pt x="916" y="1622"/>
                </a:cubicBezTo>
                <a:cubicBezTo>
                  <a:pt x="922" y="1632"/>
                  <a:pt x="934" y="1637"/>
                  <a:pt x="945" y="1637"/>
                </a:cubicBezTo>
                <a:cubicBezTo>
                  <a:pt x="960" y="1637"/>
                  <a:pt x="974" y="1629"/>
                  <a:pt x="978" y="1614"/>
                </a:cubicBezTo>
                <a:cubicBezTo>
                  <a:pt x="1010" y="1508"/>
                  <a:pt x="1034" y="1401"/>
                  <a:pt x="1058" y="1295"/>
                </a:cubicBezTo>
                <a:cubicBezTo>
                  <a:pt x="1069" y="1243"/>
                  <a:pt x="1081" y="1188"/>
                  <a:pt x="1093" y="1137"/>
                </a:cubicBezTo>
                <a:cubicBezTo>
                  <a:pt x="1096" y="1114"/>
                  <a:pt x="1101" y="1086"/>
                  <a:pt x="1105" y="1062"/>
                </a:cubicBezTo>
                <a:lnTo>
                  <a:pt x="1105" y="1050"/>
                </a:lnTo>
                <a:cubicBezTo>
                  <a:pt x="1105" y="1039"/>
                  <a:pt x="1101" y="1026"/>
                  <a:pt x="1105" y="1015"/>
                </a:cubicBezTo>
                <a:cubicBezTo>
                  <a:pt x="1109" y="995"/>
                  <a:pt x="1125" y="983"/>
                  <a:pt x="1140" y="972"/>
                </a:cubicBezTo>
                <a:cubicBezTo>
                  <a:pt x="1164" y="952"/>
                  <a:pt x="1196" y="944"/>
                  <a:pt x="1223" y="932"/>
                </a:cubicBezTo>
                <a:cubicBezTo>
                  <a:pt x="1247" y="920"/>
                  <a:pt x="1270" y="908"/>
                  <a:pt x="1298" y="897"/>
                </a:cubicBezTo>
                <a:cubicBezTo>
                  <a:pt x="1325" y="884"/>
                  <a:pt x="1353" y="873"/>
                  <a:pt x="1385" y="857"/>
                </a:cubicBezTo>
                <a:cubicBezTo>
                  <a:pt x="1409" y="841"/>
                  <a:pt x="1432" y="833"/>
                  <a:pt x="1460" y="826"/>
                </a:cubicBezTo>
                <a:cubicBezTo>
                  <a:pt x="1471" y="822"/>
                  <a:pt x="1483" y="817"/>
                  <a:pt x="1495" y="810"/>
                </a:cubicBezTo>
                <a:cubicBezTo>
                  <a:pt x="1507" y="806"/>
                  <a:pt x="1518" y="798"/>
                  <a:pt x="1531" y="790"/>
                </a:cubicBezTo>
                <a:cubicBezTo>
                  <a:pt x="1574" y="770"/>
                  <a:pt x="1622" y="759"/>
                  <a:pt x="1664" y="735"/>
                </a:cubicBezTo>
                <a:cubicBezTo>
                  <a:pt x="1680" y="727"/>
                  <a:pt x="1696" y="715"/>
                  <a:pt x="1716" y="704"/>
                </a:cubicBezTo>
                <a:cubicBezTo>
                  <a:pt x="1724" y="695"/>
                  <a:pt x="1744" y="684"/>
                  <a:pt x="1751" y="672"/>
                </a:cubicBezTo>
                <a:cubicBezTo>
                  <a:pt x="1759" y="660"/>
                  <a:pt x="1755" y="637"/>
                  <a:pt x="1740" y="628"/>
                </a:cubicBezTo>
                <a:cubicBezTo>
                  <a:pt x="1731" y="620"/>
                  <a:pt x="1711" y="617"/>
                  <a:pt x="1700" y="617"/>
                </a:cubicBezTo>
                <a:lnTo>
                  <a:pt x="1684" y="617"/>
                </a:lnTo>
                <a:cubicBezTo>
                  <a:pt x="1664" y="613"/>
                  <a:pt x="1645" y="609"/>
                  <a:pt x="1625" y="604"/>
                </a:cubicBezTo>
                <a:cubicBezTo>
                  <a:pt x="1605" y="601"/>
                  <a:pt x="1586" y="597"/>
                  <a:pt x="1566" y="593"/>
                </a:cubicBezTo>
                <a:cubicBezTo>
                  <a:pt x="1558" y="589"/>
                  <a:pt x="1542" y="589"/>
                  <a:pt x="1535" y="585"/>
                </a:cubicBezTo>
                <a:cubicBezTo>
                  <a:pt x="1531" y="581"/>
                  <a:pt x="1527" y="577"/>
                  <a:pt x="1518" y="577"/>
                </a:cubicBezTo>
                <a:cubicBezTo>
                  <a:pt x="1495" y="573"/>
                  <a:pt x="1475" y="573"/>
                  <a:pt x="1456" y="573"/>
                </a:cubicBezTo>
                <a:lnTo>
                  <a:pt x="1357" y="573"/>
                </a:lnTo>
                <a:cubicBezTo>
                  <a:pt x="1325" y="573"/>
                  <a:pt x="1294" y="569"/>
                  <a:pt x="1262" y="566"/>
                </a:cubicBezTo>
                <a:cubicBezTo>
                  <a:pt x="1219" y="562"/>
                  <a:pt x="1176" y="562"/>
                  <a:pt x="1136" y="553"/>
                </a:cubicBezTo>
                <a:cubicBezTo>
                  <a:pt x="1120" y="549"/>
                  <a:pt x="1109" y="546"/>
                  <a:pt x="1096" y="546"/>
                </a:cubicBezTo>
                <a:cubicBezTo>
                  <a:pt x="1089" y="546"/>
                  <a:pt x="1081" y="546"/>
                  <a:pt x="1077" y="542"/>
                </a:cubicBezTo>
                <a:cubicBezTo>
                  <a:pt x="1065" y="533"/>
                  <a:pt x="1069" y="518"/>
                  <a:pt x="1069" y="506"/>
                </a:cubicBezTo>
                <a:cubicBezTo>
                  <a:pt x="1069" y="491"/>
                  <a:pt x="1065" y="475"/>
                  <a:pt x="1061" y="459"/>
                </a:cubicBezTo>
                <a:cubicBezTo>
                  <a:pt x="1061" y="439"/>
                  <a:pt x="1065" y="424"/>
                  <a:pt x="1069" y="404"/>
                </a:cubicBezTo>
                <a:cubicBezTo>
                  <a:pt x="1073" y="388"/>
                  <a:pt x="1077" y="373"/>
                  <a:pt x="1077" y="356"/>
                </a:cubicBezTo>
                <a:lnTo>
                  <a:pt x="1077" y="302"/>
                </a:lnTo>
                <a:cubicBezTo>
                  <a:pt x="1081" y="285"/>
                  <a:pt x="1085" y="266"/>
                  <a:pt x="1085" y="249"/>
                </a:cubicBezTo>
                <a:cubicBezTo>
                  <a:pt x="1089" y="226"/>
                  <a:pt x="1085" y="207"/>
                  <a:pt x="1089" y="187"/>
                </a:cubicBezTo>
                <a:cubicBezTo>
                  <a:pt x="1093" y="167"/>
                  <a:pt x="1093" y="151"/>
                  <a:pt x="1096" y="131"/>
                </a:cubicBezTo>
                <a:cubicBezTo>
                  <a:pt x="1101" y="112"/>
                  <a:pt x="1105" y="96"/>
                  <a:pt x="1109" y="76"/>
                </a:cubicBezTo>
                <a:cubicBezTo>
                  <a:pt x="1109" y="56"/>
                  <a:pt x="1109" y="21"/>
                  <a:pt x="1089" y="5"/>
                </a:cubicBezTo>
                <a:cubicBezTo>
                  <a:pt x="1084" y="2"/>
                  <a:pt x="1079" y="1"/>
                  <a:pt x="1074" y="1"/>
                </a:cubicBezTo>
                <a:close/>
              </a:path>
            </a:pathLst>
          </a:custGeom>
          <a:solidFill>
            <a:schemeClr val="accent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25"/>
          <p:cNvSpPr/>
          <p:nvPr/>
        </p:nvSpPr>
        <p:spPr>
          <a:xfrm rot="10800000">
            <a:off x="302194" y="159875"/>
            <a:ext cx="845836" cy="617729"/>
          </a:xfrm>
          <a:custGeom>
            <a:rect b="b" l="l" r="r" t="t"/>
            <a:pathLst>
              <a:path extrusionOk="0" h="1308" w="1791">
                <a:moveTo>
                  <a:pt x="1141" y="1"/>
                </a:moveTo>
                <a:cubicBezTo>
                  <a:pt x="1135" y="1"/>
                  <a:pt x="1129" y="3"/>
                  <a:pt x="1124" y="6"/>
                </a:cubicBezTo>
                <a:cubicBezTo>
                  <a:pt x="951" y="195"/>
                  <a:pt x="797" y="408"/>
                  <a:pt x="675" y="633"/>
                </a:cubicBezTo>
                <a:cubicBezTo>
                  <a:pt x="576" y="428"/>
                  <a:pt x="478" y="226"/>
                  <a:pt x="379" y="22"/>
                </a:cubicBezTo>
                <a:cubicBezTo>
                  <a:pt x="375" y="14"/>
                  <a:pt x="368" y="10"/>
                  <a:pt x="361" y="10"/>
                </a:cubicBezTo>
                <a:cubicBezTo>
                  <a:pt x="354" y="10"/>
                  <a:pt x="347" y="14"/>
                  <a:pt x="344" y="22"/>
                </a:cubicBezTo>
                <a:cubicBezTo>
                  <a:pt x="273" y="183"/>
                  <a:pt x="209" y="349"/>
                  <a:pt x="158" y="518"/>
                </a:cubicBezTo>
                <a:cubicBezTo>
                  <a:pt x="134" y="589"/>
                  <a:pt x="0" y="873"/>
                  <a:pt x="44" y="944"/>
                </a:cubicBezTo>
                <a:cubicBezTo>
                  <a:pt x="47" y="959"/>
                  <a:pt x="67" y="964"/>
                  <a:pt x="80" y="968"/>
                </a:cubicBezTo>
                <a:cubicBezTo>
                  <a:pt x="331" y="1039"/>
                  <a:pt x="580" y="1101"/>
                  <a:pt x="833" y="1161"/>
                </a:cubicBezTo>
                <a:cubicBezTo>
                  <a:pt x="1010" y="1201"/>
                  <a:pt x="1183" y="1236"/>
                  <a:pt x="1361" y="1272"/>
                </a:cubicBezTo>
                <a:cubicBezTo>
                  <a:pt x="1396" y="1277"/>
                  <a:pt x="1514" y="1308"/>
                  <a:pt x="1585" y="1308"/>
                </a:cubicBezTo>
                <a:cubicBezTo>
                  <a:pt x="1609" y="1308"/>
                  <a:pt x="1628" y="1304"/>
                  <a:pt x="1637" y="1295"/>
                </a:cubicBezTo>
                <a:cubicBezTo>
                  <a:pt x="1656" y="1279"/>
                  <a:pt x="1656" y="1248"/>
                  <a:pt x="1656" y="1220"/>
                </a:cubicBezTo>
                <a:cubicBezTo>
                  <a:pt x="1661" y="924"/>
                  <a:pt x="1779" y="637"/>
                  <a:pt x="1791" y="337"/>
                </a:cubicBezTo>
                <a:lnTo>
                  <a:pt x="1791" y="337"/>
                </a:lnTo>
                <a:cubicBezTo>
                  <a:pt x="1625" y="463"/>
                  <a:pt x="1467" y="597"/>
                  <a:pt x="1294" y="715"/>
                </a:cubicBezTo>
                <a:cubicBezTo>
                  <a:pt x="1321" y="621"/>
                  <a:pt x="1230" y="502"/>
                  <a:pt x="1207" y="412"/>
                </a:cubicBezTo>
                <a:cubicBezTo>
                  <a:pt x="1175" y="282"/>
                  <a:pt x="1159" y="151"/>
                  <a:pt x="1159" y="18"/>
                </a:cubicBezTo>
                <a:cubicBezTo>
                  <a:pt x="1159" y="6"/>
                  <a:pt x="1150" y="1"/>
                  <a:pt x="1141" y="1"/>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25"/>
          <p:cNvSpPr/>
          <p:nvPr/>
        </p:nvSpPr>
        <p:spPr>
          <a:xfrm rot="10800000">
            <a:off x="9868974" y="8043373"/>
            <a:ext cx="233400" cy="233400"/>
          </a:xfrm>
          <a:prstGeom prst="ellipse">
            <a:avLst/>
          </a:pr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25"/>
          <p:cNvSpPr/>
          <p:nvPr/>
        </p:nvSpPr>
        <p:spPr>
          <a:xfrm rot="10800000">
            <a:off x="9533461" y="8793298"/>
            <a:ext cx="233400" cy="233400"/>
          </a:xfrm>
          <a:prstGeom prst="ellipse">
            <a:avLst/>
          </a:pr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25"/>
          <p:cNvSpPr/>
          <p:nvPr/>
        </p:nvSpPr>
        <p:spPr>
          <a:xfrm flipH="1">
            <a:off x="289361" y="914398"/>
            <a:ext cx="56375" cy="2663275"/>
          </a:xfrm>
          <a:custGeom>
            <a:rect b="b" l="l" r="r" t="t"/>
            <a:pathLst>
              <a:path extrusionOk="0" h="106531" w="2255">
                <a:moveTo>
                  <a:pt x="1515" y="0"/>
                </a:moveTo>
                <a:cubicBezTo>
                  <a:pt x="649" y="35503"/>
                  <a:pt x="4406" y="71291"/>
                  <a:pt x="0" y="106531"/>
                </a:cubicBezTo>
              </a:path>
            </a:pathLst>
          </a:custGeom>
          <a:noFill/>
          <a:ln cap="flat" cmpd="sng" w="28575">
            <a:solidFill>
              <a:schemeClr val="dk1"/>
            </a:solidFill>
            <a:prstDash val="solid"/>
            <a:round/>
            <a:headEnd len="med" w="med" type="none"/>
            <a:tailEnd len="med" w="med" type="none"/>
          </a:ln>
        </p:spPr>
      </p:sp>
      <p:sp>
        <p:nvSpPr>
          <p:cNvPr id="635" name="Google Shape;635;p25"/>
          <p:cNvSpPr/>
          <p:nvPr/>
        </p:nvSpPr>
        <p:spPr>
          <a:xfrm flipH="1">
            <a:off x="498811" y="2517398"/>
            <a:ext cx="23625" cy="795200"/>
          </a:xfrm>
          <a:custGeom>
            <a:rect b="b" l="l" r="r" t="t"/>
            <a:pathLst>
              <a:path extrusionOk="0" h="31808" w="945">
                <a:moveTo>
                  <a:pt x="505" y="0"/>
                </a:moveTo>
                <a:cubicBezTo>
                  <a:pt x="1386" y="10567"/>
                  <a:pt x="0" y="21204"/>
                  <a:pt x="0" y="31808"/>
                </a:cubicBezTo>
              </a:path>
            </a:pathLst>
          </a:custGeom>
          <a:noFill/>
          <a:ln cap="flat" cmpd="sng" w="28575">
            <a:solidFill>
              <a:schemeClr val="dk1"/>
            </a:solidFill>
            <a:prstDash val="solid"/>
            <a:round/>
            <a:headEnd len="med" w="med" type="none"/>
            <a:tailEnd len="med" w="med" type="none"/>
          </a:ln>
        </p:spPr>
      </p:sp>
      <p:sp>
        <p:nvSpPr>
          <p:cNvPr id="636" name="Google Shape;636;p25"/>
          <p:cNvSpPr/>
          <p:nvPr/>
        </p:nvSpPr>
        <p:spPr>
          <a:xfrm flipH="1" rot="-148895">
            <a:off x="9916250" y="5567878"/>
            <a:ext cx="138855" cy="2158457"/>
          </a:xfrm>
          <a:custGeom>
            <a:rect b="b" l="l" r="r" t="t"/>
            <a:pathLst>
              <a:path extrusionOk="0" h="86335" w="5554">
                <a:moveTo>
                  <a:pt x="0" y="0"/>
                </a:moveTo>
                <a:cubicBezTo>
                  <a:pt x="1919" y="28774"/>
                  <a:pt x="5554" y="57497"/>
                  <a:pt x="5554" y="86335"/>
                </a:cubicBezTo>
              </a:path>
            </a:pathLst>
          </a:custGeom>
          <a:noFill/>
          <a:ln cap="flat" cmpd="sng" w="28575">
            <a:solidFill>
              <a:schemeClr val="dk1"/>
            </a:solidFill>
            <a:prstDash val="solid"/>
            <a:round/>
            <a:headEnd len="med" w="med" type="none"/>
            <a:tailEnd len="med" w="med" type="none"/>
          </a:ln>
        </p:spPr>
      </p:sp>
      <p:sp>
        <p:nvSpPr>
          <p:cNvPr id="637" name="Google Shape;637;p25"/>
          <p:cNvSpPr/>
          <p:nvPr/>
        </p:nvSpPr>
        <p:spPr>
          <a:xfrm flipH="1" rot="-148895">
            <a:off x="9791142" y="5173667"/>
            <a:ext cx="39176" cy="1123393"/>
          </a:xfrm>
          <a:custGeom>
            <a:rect b="b" l="l" r="r" t="t"/>
            <a:pathLst>
              <a:path extrusionOk="0" h="44934" w="1567">
                <a:moveTo>
                  <a:pt x="557" y="0"/>
                </a:moveTo>
                <a:cubicBezTo>
                  <a:pt x="-1098" y="14890"/>
                  <a:pt x="1567" y="29952"/>
                  <a:pt x="1567" y="44934"/>
                </a:cubicBezTo>
              </a:path>
            </a:pathLst>
          </a:custGeom>
          <a:noFill/>
          <a:ln cap="flat" cmpd="sng" w="28575">
            <a:solidFill>
              <a:schemeClr val="dk1"/>
            </a:solidFill>
            <a:prstDash val="solid"/>
            <a:round/>
            <a:headEnd len="med" w="med" type="none"/>
            <a:tailEnd len="med" w="med" type="none"/>
          </a:ln>
        </p:spPr>
      </p:sp>
      <p:sp>
        <p:nvSpPr>
          <p:cNvPr id="638" name="Google Shape;638;p25"/>
          <p:cNvSpPr/>
          <p:nvPr/>
        </p:nvSpPr>
        <p:spPr>
          <a:xfrm rot="10800000">
            <a:off x="1026261" y="9726748"/>
            <a:ext cx="233400" cy="233400"/>
          </a:xfrm>
          <a:prstGeom prst="ellipse">
            <a:avLst/>
          </a:pr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25"/>
          <p:cNvSpPr/>
          <p:nvPr/>
        </p:nvSpPr>
        <p:spPr>
          <a:xfrm rot="10800000">
            <a:off x="1259649" y="159886"/>
            <a:ext cx="233400" cy="233400"/>
          </a:xfrm>
          <a:prstGeom prst="ellipse">
            <a:avLst/>
          </a:pr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25"/>
          <p:cNvSpPr/>
          <p:nvPr/>
        </p:nvSpPr>
        <p:spPr>
          <a:xfrm rot="10800000">
            <a:off x="314224" y="8276773"/>
            <a:ext cx="233400" cy="233400"/>
          </a:xfrm>
          <a:prstGeom prst="ellipse">
            <a:avLst/>
          </a:pr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41" name="Google Shape;641;p25"/>
          <p:cNvGrpSpPr/>
          <p:nvPr/>
        </p:nvGrpSpPr>
        <p:grpSpPr>
          <a:xfrm rot="-6567601">
            <a:off x="8958159" y="-309969"/>
            <a:ext cx="2448651" cy="2125389"/>
            <a:chOff x="1322124" y="4079650"/>
            <a:chExt cx="3420400" cy="2968851"/>
          </a:xfrm>
        </p:grpSpPr>
        <p:sp>
          <p:nvSpPr>
            <p:cNvPr id="642" name="Google Shape;642;p25"/>
            <p:cNvSpPr/>
            <p:nvPr/>
          </p:nvSpPr>
          <p:spPr>
            <a:xfrm>
              <a:off x="1322124" y="4377475"/>
              <a:ext cx="3420400" cy="2671026"/>
            </a:xfrm>
            <a:custGeom>
              <a:rect b="b" l="l" r="r" t="t"/>
              <a:pathLst>
                <a:path extrusionOk="0" h="2556" w="3273">
                  <a:moveTo>
                    <a:pt x="228" y="0"/>
                  </a:moveTo>
                  <a:cubicBezTo>
                    <a:pt x="244" y="548"/>
                    <a:pt x="157" y="1345"/>
                    <a:pt x="0" y="2331"/>
                  </a:cubicBezTo>
                  <a:lnTo>
                    <a:pt x="3040" y="2555"/>
                  </a:lnTo>
                  <a:cubicBezTo>
                    <a:pt x="3186" y="1767"/>
                    <a:pt x="3273" y="998"/>
                    <a:pt x="3269" y="257"/>
                  </a:cubicBezTo>
                  <a:lnTo>
                    <a:pt x="3143" y="249"/>
                  </a:lnTo>
                  <a:lnTo>
                    <a:pt x="3143" y="249"/>
                  </a:lnTo>
                  <a:cubicBezTo>
                    <a:pt x="3154" y="320"/>
                    <a:pt x="3115" y="402"/>
                    <a:pt x="3020" y="402"/>
                  </a:cubicBezTo>
                  <a:cubicBezTo>
                    <a:pt x="2918" y="402"/>
                    <a:pt x="2878" y="304"/>
                    <a:pt x="2902" y="229"/>
                  </a:cubicBezTo>
                  <a:lnTo>
                    <a:pt x="2674" y="209"/>
                  </a:lnTo>
                  <a:lnTo>
                    <a:pt x="2674" y="209"/>
                  </a:lnTo>
                  <a:cubicBezTo>
                    <a:pt x="2677" y="213"/>
                    <a:pt x="2677" y="222"/>
                    <a:pt x="2677" y="229"/>
                  </a:cubicBezTo>
                  <a:lnTo>
                    <a:pt x="2677" y="237"/>
                  </a:lnTo>
                  <a:cubicBezTo>
                    <a:pt x="2677" y="261"/>
                    <a:pt x="2670" y="280"/>
                    <a:pt x="2657" y="300"/>
                  </a:cubicBezTo>
                  <a:cubicBezTo>
                    <a:pt x="2654" y="312"/>
                    <a:pt x="2646" y="320"/>
                    <a:pt x="2638" y="328"/>
                  </a:cubicBezTo>
                  <a:cubicBezTo>
                    <a:pt x="2622" y="344"/>
                    <a:pt x="2603" y="355"/>
                    <a:pt x="2583" y="364"/>
                  </a:cubicBezTo>
                  <a:lnTo>
                    <a:pt x="2547" y="367"/>
                  </a:lnTo>
                  <a:cubicBezTo>
                    <a:pt x="2528" y="367"/>
                    <a:pt x="2512" y="364"/>
                    <a:pt x="2496" y="355"/>
                  </a:cubicBezTo>
                  <a:cubicBezTo>
                    <a:pt x="2480" y="351"/>
                    <a:pt x="2468" y="340"/>
                    <a:pt x="2457" y="328"/>
                  </a:cubicBezTo>
                  <a:cubicBezTo>
                    <a:pt x="2441" y="316"/>
                    <a:pt x="2433" y="304"/>
                    <a:pt x="2428" y="288"/>
                  </a:cubicBezTo>
                  <a:cubicBezTo>
                    <a:pt x="2421" y="273"/>
                    <a:pt x="2417" y="253"/>
                    <a:pt x="2417" y="237"/>
                  </a:cubicBezTo>
                  <a:lnTo>
                    <a:pt x="2417" y="229"/>
                  </a:lnTo>
                  <a:cubicBezTo>
                    <a:pt x="2417" y="213"/>
                    <a:pt x="2421" y="202"/>
                    <a:pt x="2425" y="186"/>
                  </a:cubicBezTo>
                  <a:lnTo>
                    <a:pt x="2208" y="170"/>
                  </a:lnTo>
                  <a:lnTo>
                    <a:pt x="2208" y="170"/>
                  </a:lnTo>
                  <a:cubicBezTo>
                    <a:pt x="2228" y="245"/>
                    <a:pt x="2188" y="335"/>
                    <a:pt x="2090" y="335"/>
                  </a:cubicBezTo>
                  <a:cubicBezTo>
                    <a:pt x="1979" y="335"/>
                    <a:pt x="1940" y="225"/>
                    <a:pt x="1975" y="151"/>
                  </a:cubicBezTo>
                  <a:lnTo>
                    <a:pt x="1660" y="122"/>
                  </a:lnTo>
                  <a:lnTo>
                    <a:pt x="1660" y="122"/>
                  </a:lnTo>
                  <a:cubicBezTo>
                    <a:pt x="1684" y="198"/>
                    <a:pt x="1644" y="293"/>
                    <a:pt x="1542" y="293"/>
                  </a:cubicBezTo>
                  <a:cubicBezTo>
                    <a:pt x="1431" y="293"/>
                    <a:pt x="1396" y="182"/>
                    <a:pt x="1431" y="103"/>
                  </a:cubicBezTo>
                  <a:lnTo>
                    <a:pt x="1171" y="84"/>
                  </a:lnTo>
                  <a:lnTo>
                    <a:pt x="1171" y="84"/>
                  </a:lnTo>
                  <a:cubicBezTo>
                    <a:pt x="1183" y="155"/>
                    <a:pt x="1140" y="237"/>
                    <a:pt x="1049" y="237"/>
                  </a:cubicBezTo>
                  <a:cubicBezTo>
                    <a:pt x="946" y="237"/>
                    <a:pt x="907" y="138"/>
                    <a:pt x="930" y="60"/>
                  </a:cubicBezTo>
                  <a:lnTo>
                    <a:pt x="678" y="40"/>
                  </a:lnTo>
                  <a:cubicBezTo>
                    <a:pt x="678" y="107"/>
                    <a:pt x="635" y="170"/>
                    <a:pt x="552" y="170"/>
                  </a:cubicBezTo>
                  <a:cubicBezTo>
                    <a:pt x="461" y="170"/>
                    <a:pt x="417" y="91"/>
                    <a:pt x="430" y="20"/>
                  </a:cubicBezTo>
                  <a:lnTo>
                    <a:pt x="228" y="0"/>
                  </a:lnTo>
                  <a:close/>
                </a:path>
              </a:pathLst>
            </a:custGeom>
            <a:solidFill>
              <a:schemeClr val="accent5"/>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25"/>
            <p:cNvSpPr/>
            <p:nvPr/>
          </p:nvSpPr>
          <p:spPr>
            <a:xfrm>
              <a:off x="3019260" y="4421365"/>
              <a:ext cx="391888" cy="506826"/>
            </a:xfrm>
            <a:custGeom>
              <a:rect b="b" l="l" r="r" t="t"/>
              <a:pathLst>
                <a:path extrusionOk="0" h="485" w="375">
                  <a:moveTo>
                    <a:pt x="26" y="0"/>
                  </a:moveTo>
                  <a:cubicBezTo>
                    <a:pt x="21" y="0"/>
                    <a:pt x="16" y="2"/>
                    <a:pt x="12" y="6"/>
                  </a:cubicBezTo>
                  <a:cubicBezTo>
                    <a:pt x="0" y="9"/>
                    <a:pt x="0" y="25"/>
                    <a:pt x="9" y="33"/>
                  </a:cubicBezTo>
                  <a:lnTo>
                    <a:pt x="331" y="475"/>
                  </a:lnTo>
                  <a:cubicBezTo>
                    <a:pt x="336" y="482"/>
                    <a:pt x="341" y="485"/>
                    <a:pt x="347" y="485"/>
                  </a:cubicBezTo>
                  <a:cubicBezTo>
                    <a:pt x="352" y="485"/>
                    <a:pt x="358" y="483"/>
                    <a:pt x="363" y="479"/>
                  </a:cubicBezTo>
                  <a:cubicBezTo>
                    <a:pt x="371" y="475"/>
                    <a:pt x="375" y="459"/>
                    <a:pt x="367" y="451"/>
                  </a:cubicBezTo>
                  <a:lnTo>
                    <a:pt x="40" y="9"/>
                  </a:lnTo>
                  <a:cubicBezTo>
                    <a:pt x="38" y="3"/>
                    <a:pt x="32" y="0"/>
                    <a:pt x="2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25"/>
            <p:cNvSpPr/>
            <p:nvPr/>
          </p:nvSpPr>
          <p:spPr>
            <a:xfrm>
              <a:off x="2779947" y="4154890"/>
              <a:ext cx="755560" cy="640587"/>
            </a:xfrm>
            <a:custGeom>
              <a:rect b="b" l="l" r="r" t="t"/>
              <a:pathLst>
                <a:path extrusionOk="0" h="613" w="723">
                  <a:moveTo>
                    <a:pt x="311" y="0"/>
                  </a:moveTo>
                  <a:cubicBezTo>
                    <a:pt x="154" y="0"/>
                    <a:pt x="19" y="127"/>
                    <a:pt x="9" y="300"/>
                  </a:cubicBezTo>
                  <a:cubicBezTo>
                    <a:pt x="1" y="422"/>
                    <a:pt x="87" y="561"/>
                    <a:pt x="210" y="596"/>
                  </a:cubicBezTo>
                  <a:cubicBezTo>
                    <a:pt x="249" y="606"/>
                    <a:pt x="286" y="612"/>
                    <a:pt x="323" y="612"/>
                  </a:cubicBezTo>
                  <a:cubicBezTo>
                    <a:pt x="384" y="612"/>
                    <a:pt x="442" y="596"/>
                    <a:pt x="494" y="557"/>
                  </a:cubicBezTo>
                  <a:cubicBezTo>
                    <a:pt x="722" y="387"/>
                    <a:pt x="596" y="87"/>
                    <a:pt x="418" y="20"/>
                  </a:cubicBezTo>
                  <a:cubicBezTo>
                    <a:pt x="382" y="6"/>
                    <a:pt x="346" y="0"/>
                    <a:pt x="311" y="0"/>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25"/>
            <p:cNvSpPr/>
            <p:nvPr/>
          </p:nvSpPr>
          <p:spPr>
            <a:xfrm>
              <a:off x="2751731" y="4079650"/>
              <a:ext cx="638516" cy="558031"/>
            </a:xfrm>
            <a:custGeom>
              <a:rect b="b" l="l" r="r" t="t"/>
              <a:pathLst>
                <a:path extrusionOk="0" h="534" w="611">
                  <a:moveTo>
                    <a:pt x="247" y="0"/>
                  </a:moveTo>
                  <a:cubicBezTo>
                    <a:pt x="117" y="0"/>
                    <a:pt x="10" y="106"/>
                    <a:pt x="4" y="254"/>
                  </a:cubicBezTo>
                  <a:cubicBezTo>
                    <a:pt x="1" y="360"/>
                    <a:pt x="79" y="483"/>
                    <a:pt x="181" y="518"/>
                  </a:cubicBezTo>
                  <a:cubicBezTo>
                    <a:pt x="214" y="528"/>
                    <a:pt x="246" y="534"/>
                    <a:pt x="277" y="534"/>
                  </a:cubicBezTo>
                  <a:cubicBezTo>
                    <a:pt x="328" y="534"/>
                    <a:pt x="377" y="519"/>
                    <a:pt x="422" y="487"/>
                  </a:cubicBezTo>
                  <a:cubicBezTo>
                    <a:pt x="611" y="345"/>
                    <a:pt x="497" y="81"/>
                    <a:pt x="347" y="21"/>
                  </a:cubicBezTo>
                  <a:cubicBezTo>
                    <a:pt x="313" y="7"/>
                    <a:pt x="279" y="0"/>
                    <a:pt x="247" y="0"/>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25"/>
            <p:cNvSpPr/>
            <p:nvPr/>
          </p:nvSpPr>
          <p:spPr>
            <a:xfrm>
              <a:off x="1802840" y="5085985"/>
              <a:ext cx="2642894" cy="248711"/>
            </a:xfrm>
            <a:custGeom>
              <a:rect b="b" l="l" r="r" t="t"/>
              <a:pathLst>
                <a:path extrusionOk="0" h="238" w="2529">
                  <a:moveTo>
                    <a:pt x="13" y="1"/>
                  </a:moveTo>
                  <a:cubicBezTo>
                    <a:pt x="9" y="1"/>
                    <a:pt x="5" y="5"/>
                    <a:pt x="1" y="12"/>
                  </a:cubicBezTo>
                  <a:cubicBezTo>
                    <a:pt x="1" y="17"/>
                    <a:pt x="5" y="24"/>
                    <a:pt x="13" y="24"/>
                  </a:cubicBezTo>
                  <a:lnTo>
                    <a:pt x="186" y="41"/>
                  </a:lnTo>
                  <a:cubicBezTo>
                    <a:pt x="190" y="41"/>
                    <a:pt x="199" y="36"/>
                    <a:pt x="199" y="28"/>
                  </a:cubicBezTo>
                  <a:cubicBezTo>
                    <a:pt x="199" y="24"/>
                    <a:pt x="194" y="17"/>
                    <a:pt x="186" y="17"/>
                  </a:cubicBezTo>
                  <a:lnTo>
                    <a:pt x="13" y="1"/>
                  </a:lnTo>
                  <a:close/>
                  <a:moveTo>
                    <a:pt x="360" y="32"/>
                  </a:moveTo>
                  <a:cubicBezTo>
                    <a:pt x="356" y="32"/>
                    <a:pt x="352" y="36"/>
                    <a:pt x="348" y="41"/>
                  </a:cubicBezTo>
                  <a:cubicBezTo>
                    <a:pt x="348" y="48"/>
                    <a:pt x="352" y="52"/>
                    <a:pt x="360" y="52"/>
                  </a:cubicBezTo>
                  <a:lnTo>
                    <a:pt x="534" y="68"/>
                  </a:lnTo>
                  <a:cubicBezTo>
                    <a:pt x="541" y="68"/>
                    <a:pt x="545" y="64"/>
                    <a:pt x="545" y="59"/>
                  </a:cubicBezTo>
                  <a:cubicBezTo>
                    <a:pt x="545" y="52"/>
                    <a:pt x="541" y="48"/>
                    <a:pt x="534" y="48"/>
                  </a:cubicBezTo>
                  <a:lnTo>
                    <a:pt x="360" y="32"/>
                  </a:lnTo>
                  <a:close/>
                  <a:moveTo>
                    <a:pt x="707" y="59"/>
                  </a:moveTo>
                  <a:cubicBezTo>
                    <a:pt x="703" y="59"/>
                    <a:pt x="699" y="64"/>
                    <a:pt x="699" y="72"/>
                  </a:cubicBezTo>
                  <a:cubicBezTo>
                    <a:pt x="696" y="76"/>
                    <a:pt x="703" y="83"/>
                    <a:pt x="707" y="83"/>
                  </a:cubicBezTo>
                  <a:lnTo>
                    <a:pt x="880" y="99"/>
                  </a:lnTo>
                  <a:cubicBezTo>
                    <a:pt x="889" y="99"/>
                    <a:pt x="892" y="95"/>
                    <a:pt x="892" y="88"/>
                  </a:cubicBezTo>
                  <a:cubicBezTo>
                    <a:pt x="892" y="83"/>
                    <a:pt x="889" y="76"/>
                    <a:pt x="885" y="76"/>
                  </a:cubicBezTo>
                  <a:lnTo>
                    <a:pt x="707" y="59"/>
                  </a:lnTo>
                  <a:close/>
                  <a:moveTo>
                    <a:pt x="1058" y="92"/>
                  </a:moveTo>
                  <a:cubicBezTo>
                    <a:pt x="1050" y="92"/>
                    <a:pt x="1046" y="95"/>
                    <a:pt x="1046" y="99"/>
                  </a:cubicBezTo>
                  <a:cubicBezTo>
                    <a:pt x="1042" y="107"/>
                    <a:pt x="1050" y="112"/>
                    <a:pt x="1054" y="112"/>
                  </a:cubicBezTo>
                  <a:lnTo>
                    <a:pt x="1227" y="127"/>
                  </a:lnTo>
                  <a:cubicBezTo>
                    <a:pt x="1235" y="127"/>
                    <a:pt x="1240" y="123"/>
                    <a:pt x="1240" y="119"/>
                  </a:cubicBezTo>
                  <a:cubicBezTo>
                    <a:pt x="1240" y="112"/>
                    <a:pt x="1235" y="107"/>
                    <a:pt x="1231" y="107"/>
                  </a:cubicBezTo>
                  <a:lnTo>
                    <a:pt x="1058" y="92"/>
                  </a:lnTo>
                  <a:close/>
                  <a:moveTo>
                    <a:pt x="1405" y="119"/>
                  </a:moveTo>
                  <a:cubicBezTo>
                    <a:pt x="1397" y="119"/>
                    <a:pt x="1393" y="123"/>
                    <a:pt x="1393" y="130"/>
                  </a:cubicBezTo>
                  <a:cubicBezTo>
                    <a:pt x="1393" y="139"/>
                    <a:pt x="1397" y="143"/>
                    <a:pt x="1401" y="143"/>
                  </a:cubicBezTo>
                  <a:lnTo>
                    <a:pt x="1575" y="159"/>
                  </a:lnTo>
                  <a:cubicBezTo>
                    <a:pt x="1582" y="159"/>
                    <a:pt x="1586" y="154"/>
                    <a:pt x="1586" y="147"/>
                  </a:cubicBezTo>
                  <a:cubicBezTo>
                    <a:pt x="1586" y="143"/>
                    <a:pt x="1582" y="135"/>
                    <a:pt x="1579" y="135"/>
                  </a:cubicBezTo>
                  <a:lnTo>
                    <a:pt x="1405" y="119"/>
                  </a:lnTo>
                  <a:close/>
                  <a:moveTo>
                    <a:pt x="1752" y="150"/>
                  </a:moveTo>
                  <a:cubicBezTo>
                    <a:pt x="1744" y="150"/>
                    <a:pt x="1740" y="154"/>
                    <a:pt x="1740" y="163"/>
                  </a:cubicBezTo>
                  <a:cubicBezTo>
                    <a:pt x="1740" y="166"/>
                    <a:pt x="1744" y="170"/>
                    <a:pt x="1748" y="170"/>
                  </a:cubicBezTo>
                  <a:lnTo>
                    <a:pt x="1921" y="186"/>
                  </a:lnTo>
                  <a:cubicBezTo>
                    <a:pt x="1930" y="186"/>
                    <a:pt x="1933" y="182"/>
                    <a:pt x="1933" y="178"/>
                  </a:cubicBezTo>
                  <a:cubicBezTo>
                    <a:pt x="1933" y="170"/>
                    <a:pt x="1930" y="166"/>
                    <a:pt x="1926" y="166"/>
                  </a:cubicBezTo>
                  <a:lnTo>
                    <a:pt x="1752" y="150"/>
                  </a:lnTo>
                  <a:close/>
                  <a:moveTo>
                    <a:pt x="2095" y="181"/>
                  </a:moveTo>
                  <a:cubicBezTo>
                    <a:pt x="2090" y="181"/>
                    <a:pt x="2087" y="187"/>
                    <a:pt x="2087" y="190"/>
                  </a:cubicBezTo>
                  <a:cubicBezTo>
                    <a:pt x="2087" y="198"/>
                    <a:pt x="2091" y="201"/>
                    <a:pt x="2095" y="201"/>
                  </a:cubicBezTo>
                  <a:lnTo>
                    <a:pt x="2268" y="218"/>
                  </a:lnTo>
                  <a:cubicBezTo>
                    <a:pt x="2276" y="218"/>
                    <a:pt x="2281" y="214"/>
                    <a:pt x="2281" y="206"/>
                  </a:cubicBezTo>
                  <a:cubicBezTo>
                    <a:pt x="2281" y="201"/>
                    <a:pt x="2276" y="194"/>
                    <a:pt x="2272" y="194"/>
                  </a:cubicBezTo>
                  <a:lnTo>
                    <a:pt x="2099" y="182"/>
                  </a:lnTo>
                  <a:cubicBezTo>
                    <a:pt x="2097" y="182"/>
                    <a:pt x="2096" y="181"/>
                    <a:pt x="2095" y="181"/>
                  </a:cubicBezTo>
                  <a:close/>
                  <a:moveTo>
                    <a:pt x="2446" y="210"/>
                  </a:moveTo>
                  <a:cubicBezTo>
                    <a:pt x="2438" y="210"/>
                    <a:pt x="2434" y="214"/>
                    <a:pt x="2434" y="221"/>
                  </a:cubicBezTo>
                  <a:cubicBezTo>
                    <a:pt x="2434" y="225"/>
                    <a:pt x="2438" y="230"/>
                    <a:pt x="2442" y="234"/>
                  </a:cubicBezTo>
                  <a:lnTo>
                    <a:pt x="2517" y="237"/>
                  </a:lnTo>
                  <a:cubicBezTo>
                    <a:pt x="2521" y="237"/>
                    <a:pt x="2525" y="234"/>
                    <a:pt x="2529" y="230"/>
                  </a:cubicBezTo>
                  <a:cubicBezTo>
                    <a:pt x="2529" y="221"/>
                    <a:pt x="2525" y="218"/>
                    <a:pt x="2517" y="218"/>
                  </a:cubicBezTo>
                  <a:lnTo>
                    <a:pt x="2446" y="210"/>
                  </a:lnTo>
                  <a:close/>
                </a:path>
              </a:pathLst>
            </a:cu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25"/>
            <p:cNvSpPr/>
            <p:nvPr/>
          </p:nvSpPr>
          <p:spPr>
            <a:xfrm>
              <a:off x="1778804" y="5539515"/>
              <a:ext cx="2646029" cy="177650"/>
            </a:xfrm>
            <a:custGeom>
              <a:rect b="b" l="l" r="r" t="t"/>
              <a:pathLst>
                <a:path extrusionOk="0" h="170" w="2532">
                  <a:moveTo>
                    <a:pt x="13" y="0"/>
                  </a:moveTo>
                  <a:cubicBezTo>
                    <a:pt x="4" y="0"/>
                    <a:pt x="0" y="9"/>
                    <a:pt x="0" y="13"/>
                  </a:cubicBezTo>
                  <a:cubicBezTo>
                    <a:pt x="0" y="20"/>
                    <a:pt x="4" y="24"/>
                    <a:pt x="13" y="24"/>
                  </a:cubicBezTo>
                  <a:lnTo>
                    <a:pt x="186" y="36"/>
                  </a:lnTo>
                  <a:cubicBezTo>
                    <a:pt x="190" y="36"/>
                    <a:pt x="193" y="28"/>
                    <a:pt x="198" y="24"/>
                  </a:cubicBezTo>
                  <a:cubicBezTo>
                    <a:pt x="198" y="16"/>
                    <a:pt x="190" y="13"/>
                    <a:pt x="186" y="13"/>
                  </a:cubicBezTo>
                  <a:lnTo>
                    <a:pt x="13" y="0"/>
                  </a:lnTo>
                  <a:close/>
                  <a:moveTo>
                    <a:pt x="357" y="23"/>
                  </a:moveTo>
                  <a:cubicBezTo>
                    <a:pt x="353" y="23"/>
                    <a:pt x="348" y="29"/>
                    <a:pt x="348" y="32"/>
                  </a:cubicBezTo>
                  <a:cubicBezTo>
                    <a:pt x="348" y="40"/>
                    <a:pt x="351" y="44"/>
                    <a:pt x="359" y="44"/>
                  </a:cubicBezTo>
                  <a:lnTo>
                    <a:pt x="533" y="56"/>
                  </a:lnTo>
                  <a:cubicBezTo>
                    <a:pt x="537" y="56"/>
                    <a:pt x="544" y="51"/>
                    <a:pt x="544" y="44"/>
                  </a:cubicBezTo>
                  <a:cubicBezTo>
                    <a:pt x="544" y="40"/>
                    <a:pt x="541" y="32"/>
                    <a:pt x="533" y="32"/>
                  </a:cubicBezTo>
                  <a:lnTo>
                    <a:pt x="359" y="24"/>
                  </a:lnTo>
                  <a:cubicBezTo>
                    <a:pt x="358" y="23"/>
                    <a:pt x="357" y="23"/>
                    <a:pt x="357" y="23"/>
                  </a:cubicBezTo>
                  <a:close/>
                  <a:moveTo>
                    <a:pt x="706" y="44"/>
                  </a:moveTo>
                  <a:cubicBezTo>
                    <a:pt x="703" y="44"/>
                    <a:pt x="695" y="48"/>
                    <a:pt x="695" y="51"/>
                  </a:cubicBezTo>
                  <a:cubicBezTo>
                    <a:pt x="695" y="60"/>
                    <a:pt x="699" y="64"/>
                    <a:pt x="706" y="64"/>
                  </a:cubicBezTo>
                  <a:lnTo>
                    <a:pt x="879" y="75"/>
                  </a:lnTo>
                  <a:cubicBezTo>
                    <a:pt x="888" y="75"/>
                    <a:pt x="892" y="71"/>
                    <a:pt x="892" y="64"/>
                  </a:cubicBezTo>
                  <a:cubicBezTo>
                    <a:pt x="892" y="60"/>
                    <a:pt x="888" y="51"/>
                    <a:pt x="879" y="51"/>
                  </a:cubicBezTo>
                  <a:lnTo>
                    <a:pt x="706" y="44"/>
                  </a:lnTo>
                  <a:close/>
                  <a:moveTo>
                    <a:pt x="1057" y="64"/>
                  </a:moveTo>
                  <a:cubicBezTo>
                    <a:pt x="1050" y="64"/>
                    <a:pt x="1045" y="67"/>
                    <a:pt x="1045" y="71"/>
                  </a:cubicBezTo>
                  <a:cubicBezTo>
                    <a:pt x="1045" y="80"/>
                    <a:pt x="1050" y="84"/>
                    <a:pt x="1054" y="84"/>
                  </a:cubicBezTo>
                  <a:lnTo>
                    <a:pt x="1227" y="95"/>
                  </a:lnTo>
                  <a:cubicBezTo>
                    <a:pt x="1234" y="95"/>
                    <a:pt x="1239" y="91"/>
                    <a:pt x="1239" y="84"/>
                  </a:cubicBezTo>
                  <a:cubicBezTo>
                    <a:pt x="1239" y="80"/>
                    <a:pt x="1234" y="71"/>
                    <a:pt x="1231" y="71"/>
                  </a:cubicBezTo>
                  <a:lnTo>
                    <a:pt x="1057" y="64"/>
                  </a:lnTo>
                  <a:close/>
                  <a:moveTo>
                    <a:pt x="1405" y="84"/>
                  </a:moveTo>
                  <a:cubicBezTo>
                    <a:pt x="1396" y="84"/>
                    <a:pt x="1392" y="87"/>
                    <a:pt x="1392" y="95"/>
                  </a:cubicBezTo>
                  <a:cubicBezTo>
                    <a:pt x="1392" y="99"/>
                    <a:pt x="1396" y="103"/>
                    <a:pt x="1400" y="103"/>
                  </a:cubicBezTo>
                  <a:lnTo>
                    <a:pt x="1578" y="115"/>
                  </a:lnTo>
                  <a:cubicBezTo>
                    <a:pt x="1582" y="115"/>
                    <a:pt x="1585" y="111"/>
                    <a:pt x="1589" y="103"/>
                  </a:cubicBezTo>
                  <a:cubicBezTo>
                    <a:pt x="1589" y="99"/>
                    <a:pt x="1582" y="95"/>
                    <a:pt x="1578" y="91"/>
                  </a:cubicBezTo>
                  <a:lnTo>
                    <a:pt x="1405" y="84"/>
                  </a:lnTo>
                  <a:close/>
                  <a:moveTo>
                    <a:pt x="1751" y="103"/>
                  </a:moveTo>
                  <a:cubicBezTo>
                    <a:pt x="1747" y="103"/>
                    <a:pt x="1740" y="107"/>
                    <a:pt x="1740" y="115"/>
                  </a:cubicBezTo>
                  <a:cubicBezTo>
                    <a:pt x="1740" y="119"/>
                    <a:pt x="1743" y="122"/>
                    <a:pt x="1751" y="127"/>
                  </a:cubicBezTo>
                  <a:lnTo>
                    <a:pt x="1925" y="135"/>
                  </a:lnTo>
                  <a:cubicBezTo>
                    <a:pt x="1929" y="135"/>
                    <a:pt x="1937" y="131"/>
                    <a:pt x="1937" y="122"/>
                  </a:cubicBezTo>
                  <a:cubicBezTo>
                    <a:pt x="1937" y="119"/>
                    <a:pt x="1933" y="115"/>
                    <a:pt x="1925" y="115"/>
                  </a:cubicBezTo>
                  <a:lnTo>
                    <a:pt x="1751" y="103"/>
                  </a:lnTo>
                  <a:close/>
                  <a:moveTo>
                    <a:pt x="2098" y="122"/>
                  </a:moveTo>
                  <a:cubicBezTo>
                    <a:pt x="2095" y="122"/>
                    <a:pt x="2086" y="127"/>
                    <a:pt x="2086" y="135"/>
                  </a:cubicBezTo>
                  <a:cubicBezTo>
                    <a:pt x="2086" y="138"/>
                    <a:pt x="2091" y="146"/>
                    <a:pt x="2098" y="146"/>
                  </a:cubicBezTo>
                  <a:lnTo>
                    <a:pt x="2272" y="154"/>
                  </a:lnTo>
                  <a:cubicBezTo>
                    <a:pt x="2280" y="154"/>
                    <a:pt x="2284" y="151"/>
                    <a:pt x="2284" y="146"/>
                  </a:cubicBezTo>
                  <a:cubicBezTo>
                    <a:pt x="2284" y="138"/>
                    <a:pt x="2280" y="135"/>
                    <a:pt x="2272" y="135"/>
                  </a:cubicBezTo>
                  <a:lnTo>
                    <a:pt x="2098" y="122"/>
                  </a:lnTo>
                  <a:close/>
                  <a:moveTo>
                    <a:pt x="2449" y="142"/>
                  </a:moveTo>
                  <a:cubicBezTo>
                    <a:pt x="2441" y="142"/>
                    <a:pt x="2437" y="146"/>
                    <a:pt x="2437" y="154"/>
                  </a:cubicBezTo>
                  <a:cubicBezTo>
                    <a:pt x="2437" y="158"/>
                    <a:pt x="2441" y="166"/>
                    <a:pt x="2446" y="166"/>
                  </a:cubicBezTo>
                  <a:lnTo>
                    <a:pt x="2520" y="170"/>
                  </a:lnTo>
                  <a:cubicBezTo>
                    <a:pt x="2524" y="170"/>
                    <a:pt x="2528" y="166"/>
                    <a:pt x="2528" y="158"/>
                  </a:cubicBezTo>
                  <a:cubicBezTo>
                    <a:pt x="2532" y="154"/>
                    <a:pt x="2524" y="146"/>
                    <a:pt x="2520" y="146"/>
                  </a:cubicBezTo>
                  <a:lnTo>
                    <a:pt x="2449" y="142"/>
                  </a:lnTo>
                  <a:close/>
                </a:path>
              </a:pathLst>
            </a:cu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25"/>
            <p:cNvSpPr/>
            <p:nvPr/>
          </p:nvSpPr>
          <p:spPr>
            <a:xfrm>
              <a:off x="1704607" y="5959605"/>
              <a:ext cx="2642894" cy="203775"/>
            </a:xfrm>
            <a:custGeom>
              <a:rect b="b" l="l" r="r" t="t"/>
              <a:pathLst>
                <a:path extrusionOk="0" h="195" w="2529">
                  <a:moveTo>
                    <a:pt x="13" y="0"/>
                  </a:moveTo>
                  <a:cubicBezTo>
                    <a:pt x="4" y="0"/>
                    <a:pt x="0" y="4"/>
                    <a:pt x="0" y="9"/>
                  </a:cubicBezTo>
                  <a:cubicBezTo>
                    <a:pt x="0" y="17"/>
                    <a:pt x="4" y="20"/>
                    <a:pt x="9" y="20"/>
                  </a:cubicBezTo>
                  <a:lnTo>
                    <a:pt x="182" y="33"/>
                  </a:lnTo>
                  <a:cubicBezTo>
                    <a:pt x="183" y="33"/>
                    <a:pt x="185" y="34"/>
                    <a:pt x="186" y="34"/>
                  </a:cubicBezTo>
                  <a:cubicBezTo>
                    <a:pt x="191" y="34"/>
                    <a:pt x="193" y="27"/>
                    <a:pt x="193" y="24"/>
                  </a:cubicBezTo>
                  <a:cubicBezTo>
                    <a:pt x="198" y="17"/>
                    <a:pt x="190" y="13"/>
                    <a:pt x="186" y="13"/>
                  </a:cubicBezTo>
                  <a:lnTo>
                    <a:pt x="13" y="0"/>
                  </a:lnTo>
                  <a:close/>
                  <a:moveTo>
                    <a:pt x="359" y="24"/>
                  </a:moveTo>
                  <a:cubicBezTo>
                    <a:pt x="351" y="24"/>
                    <a:pt x="348" y="28"/>
                    <a:pt x="348" y="36"/>
                  </a:cubicBezTo>
                  <a:cubicBezTo>
                    <a:pt x="348" y="40"/>
                    <a:pt x="351" y="44"/>
                    <a:pt x="359" y="44"/>
                  </a:cubicBezTo>
                  <a:lnTo>
                    <a:pt x="533" y="60"/>
                  </a:lnTo>
                  <a:cubicBezTo>
                    <a:pt x="537" y="60"/>
                    <a:pt x="541" y="52"/>
                    <a:pt x="544" y="48"/>
                  </a:cubicBezTo>
                  <a:cubicBezTo>
                    <a:pt x="544" y="40"/>
                    <a:pt x="541" y="36"/>
                    <a:pt x="533" y="36"/>
                  </a:cubicBezTo>
                  <a:lnTo>
                    <a:pt x="359" y="24"/>
                  </a:lnTo>
                  <a:close/>
                  <a:moveTo>
                    <a:pt x="706" y="48"/>
                  </a:moveTo>
                  <a:cubicBezTo>
                    <a:pt x="703" y="48"/>
                    <a:pt x="695" y="52"/>
                    <a:pt x="695" y="60"/>
                  </a:cubicBezTo>
                  <a:cubicBezTo>
                    <a:pt x="695" y="64"/>
                    <a:pt x="699" y="68"/>
                    <a:pt x="706" y="71"/>
                  </a:cubicBezTo>
                  <a:lnTo>
                    <a:pt x="879" y="84"/>
                  </a:lnTo>
                  <a:cubicBezTo>
                    <a:pt x="884" y="84"/>
                    <a:pt x="892" y="80"/>
                    <a:pt x="892" y="71"/>
                  </a:cubicBezTo>
                  <a:cubicBezTo>
                    <a:pt x="892" y="68"/>
                    <a:pt x="888" y="60"/>
                    <a:pt x="879" y="60"/>
                  </a:cubicBezTo>
                  <a:lnTo>
                    <a:pt x="706" y="48"/>
                  </a:lnTo>
                  <a:close/>
                  <a:moveTo>
                    <a:pt x="1054" y="71"/>
                  </a:moveTo>
                  <a:cubicBezTo>
                    <a:pt x="1050" y="71"/>
                    <a:pt x="1041" y="75"/>
                    <a:pt x="1041" y="84"/>
                  </a:cubicBezTo>
                  <a:cubicBezTo>
                    <a:pt x="1041" y="87"/>
                    <a:pt x="1045" y="95"/>
                    <a:pt x="1054" y="95"/>
                  </a:cubicBezTo>
                  <a:lnTo>
                    <a:pt x="1227" y="107"/>
                  </a:lnTo>
                  <a:cubicBezTo>
                    <a:pt x="1234" y="107"/>
                    <a:pt x="1239" y="104"/>
                    <a:pt x="1239" y="95"/>
                  </a:cubicBezTo>
                  <a:cubicBezTo>
                    <a:pt x="1239" y="91"/>
                    <a:pt x="1234" y="84"/>
                    <a:pt x="1227" y="84"/>
                  </a:cubicBezTo>
                  <a:lnTo>
                    <a:pt x="1054" y="71"/>
                  </a:lnTo>
                  <a:close/>
                  <a:moveTo>
                    <a:pt x="1400" y="95"/>
                  </a:moveTo>
                  <a:cubicBezTo>
                    <a:pt x="1396" y="95"/>
                    <a:pt x="1392" y="99"/>
                    <a:pt x="1392" y="107"/>
                  </a:cubicBezTo>
                  <a:cubicBezTo>
                    <a:pt x="1389" y="111"/>
                    <a:pt x="1396" y="119"/>
                    <a:pt x="1400" y="119"/>
                  </a:cubicBezTo>
                  <a:lnTo>
                    <a:pt x="1574" y="131"/>
                  </a:lnTo>
                  <a:cubicBezTo>
                    <a:pt x="1582" y="131"/>
                    <a:pt x="1585" y="127"/>
                    <a:pt x="1585" y="119"/>
                  </a:cubicBezTo>
                  <a:cubicBezTo>
                    <a:pt x="1585" y="115"/>
                    <a:pt x="1582" y="107"/>
                    <a:pt x="1578" y="107"/>
                  </a:cubicBezTo>
                  <a:lnTo>
                    <a:pt x="1400" y="95"/>
                  </a:lnTo>
                  <a:close/>
                  <a:moveTo>
                    <a:pt x="1751" y="119"/>
                  </a:moveTo>
                  <a:cubicBezTo>
                    <a:pt x="1744" y="119"/>
                    <a:pt x="1740" y="123"/>
                    <a:pt x="1740" y="131"/>
                  </a:cubicBezTo>
                  <a:cubicBezTo>
                    <a:pt x="1740" y="139"/>
                    <a:pt x="1744" y="142"/>
                    <a:pt x="1747" y="142"/>
                  </a:cubicBezTo>
                  <a:lnTo>
                    <a:pt x="1920" y="155"/>
                  </a:lnTo>
                  <a:cubicBezTo>
                    <a:pt x="1929" y="155"/>
                    <a:pt x="1933" y="151"/>
                    <a:pt x="1933" y="142"/>
                  </a:cubicBezTo>
                  <a:cubicBezTo>
                    <a:pt x="1933" y="139"/>
                    <a:pt x="1929" y="135"/>
                    <a:pt x="1925" y="135"/>
                  </a:cubicBezTo>
                  <a:lnTo>
                    <a:pt x="1751" y="119"/>
                  </a:lnTo>
                  <a:close/>
                  <a:moveTo>
                    <a:pt x="2095" y="145"/>
                  </a:moveTo>
                  <a:cubicBezTo>
                    <a:pt x="2089" y="145"/>
                    <a:pt x="2086" y="152"/>
                    <a:pt x="2086" y="155"/>
                  </a:cubicBezTo>
                  <a:cubicBezTo>
                    <a:pt x="2086" y="162"/>
                    <a:pt x="2091" y="166"/>
                    <a:pt x="2095" y="166"/>
                  </a:cubicBezTo>
                  <a:lnTo>
                    <a:pt x="2272" y="178"/>
                  </a:lnTo>
                  <a:cubicBezTo>
                    <a:pt x="2275" y="178"/>
                    <a:pt x="2280" y="175"/>
                    <a:pt x="2280" y="170"/>
                  </a:cubicBezTo>
                  <a:cubicBezTo>
                    <a:pt x="2284" y="162"/>
                    <a:pt x="2275" y="158"/>
                    <a:pt x="2272" y="158"/>
                  </a:cubicBezTo>
                  <a:lnTo>
                    <a:pt x="2098" y="146"/>
                  </a:lnTo>
                  <a:cubicBezTo>
                    <a:pt x="2097" y="145"/>
                    <a:pt x="2096" y="145"/>
                    <a:pt x="2095" y="145"/>
                  </a:cubicBezTo>
                  <a:close/>
                  <a:moveTo>
                    <a:pt x="2446" y="170"/>
                  </a:moveTo>
                  <a:cubicBezTo>
                    <a:pt x="2437" y="170"/>
                    <a:pt x="2433" y="175"/>
                    <a:pt x="2433" y="178"/>
                  </a:cubicBezTo>
                  <a:cubicBezTo>
                    <a:pt x="2433" y="186"/>
                    <a:pt x="2437" y="190"/>
                    <a:pt x="2446" y="190"/>
                  </a:cubicBezTo>
                  <a:lnTo>
                    <a:pt x="2517" y="193"/>
                  </a:lnTo>
                  <a:cubicBezTo>
                    <a:pt x="2517" y="194"/>
                    <a:pt x="2518" y="195"/>
                    <a:pt x="2519" y="195"/>
                  </a:cubicBezTo>
                  <a:cubicBezTo>
                    <a:pt x="2523" y="195"/>
                    <a:pt x="2528" y="189"/>
                    <a:pt x="2528" y="186"/>
                  </a:cubicBezTo>
                  <a:cubicBezTo>
                    <a:pt x="2528" y="178"/>
                    <a:pt x="2524" y="175"/>
                    <a:pt x="2517" y="175"/>
                  </a:cubicBezTo>
                  <a:lnTo>
                    <a:pt x="2446" y="170"/>
                  </a:lnTo>
                  <a:close/>
                </a:path>
              </a:pathLst>
            </a:cu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25"/>
            <p:cNvSpPr/>
            <p:nvPr/>
          </p:nvSpPr>
          <p:spPr>
            <a:xfrm>
              <a:off x="1626229" y="6458070"/>
              <a:ext cx="2642894" cy="207955"/>
            </a:xfrm>
            <a:custGeom>
              <a:rect b="b" l="l" r="r" t="t"/>
              <a:pathLst>
                <a:path extrusionOk="0" h="199" w="2529">
                  <a:moveTo>
                    <a:pt x="13" y="0"/>
                  </a:moveTo>
                  <a:cubicBezTo>
                    <a:pt x="4" y="0"/>
                    <a:pt x="1" y="5"/>
                    <a:pt x="1" y="13"/>
                  </a:cubicBezTo>
                  <a:cubicBezTo>
                    <a:pt x="1" y="16"/>
                    <a:pt x="4" y="24"/>
                    <a:pt x="8" y="24"/>
                  </a:cubicBezTo>
                  <a:lnTo>
                    <a:pt x="182" y="36"/>
                  </a:lnTo>
                  <a:cubicBezTo>
                    <a:pt x="190" y="36"/>
                    <a:pt x="194" y="33"/>
                    <a:pt x="194" y="24"/>
                  </a:cubicBezTo>
                  <a:cubicBezTo>
                    <a:pt x="194" y="20"/>
                    <a:pt x="190" y="13"/>
                    <a:pt x="186" y="13"/>
                  </a:cubicBezTo>
                  <a:lnTo>
                    <a:pt x="13" y="0"/>
                  </a:lnTo>
                  <a:close/>
                  <a:moveTo>
                    <a:pt x="359" y="24"/>
                  </a:moveTo>
                  <a:cubicBezTo>
                    <a:pt x="352" y="24"/>
                    <a:pt x="348" y="29"/>
                    <a:pt x="348" y="36"/>
                  </a:cubicBezTo>
                  <a:cubicBezTo>
                    <a:pt x="348" y="44"/>
                    <a:pt x="352" y="48"/>
                    <a:pt x="359" y="48"/>
                  </a:cubicBezTo>
                  <a:lnTo>
                    <a:pt x="533" y="60"/>
                  </a:lnTo>
                  <a:cubicBezTo>
                    <a:pt x="537" y="60"/>
                    <a:pt x="541" y="56"/>
                    <a:pt x="545" y="48"/>
                  </a:cubicBezTo>
                  <a:cubicBezTo>
                    <a:pt x="545" y="44"/>
                    <a:pt x="541" y="40"/>
                    <a:pt x="533" y="36"/>
                  </a:cubicBezTo>
                  <a:lnTo>
                    <a:pt x="359" y="24"/>
                  </a:lnTo>
                  <a:close/>
                  <a:moveTo>
                    <a:pt x="704" y="51"/>
                  </a:moveTo>
                  <a:cubicBezTo>
                    <a:pt x="700" y="51"/>
                    <a:pt x="694" y="57"/>
                    <a:pt x="694" y="60"/>
                  </a:cubicBezTo>
                  <a:cubicBezTo>
                    <a:pt x="694" y="68"/>
                    <a:pt x="699" y="71"/>
                    <a:pt x="707" y="71"/>
                  </a:cubicBezTo>
                  <a:lnTo>
                    <a:pt x="880" y="84"/>
                  </a:lnTo>
                  <a:cubicBezTo>
                    <a:pt x="884" y="84"/>
                    <a:pt x="892" y="80"/>
                    <a:pt x="892" y="76"/>
                  </a:cubicBezTo>
                  <a:cubicBezTo>
                    <a:pt x="892" y="68"/>
                    <a:pt x="888" y="64"/>
                    <a:pt x="880" y="64"/>
                  </a:cubicBezTo>
                  <a:lnTo>
                    <a:pt x="707" y="52"/>
                  </a:lnTo>
                  <a:cubicBezTo>
                    <a:pt x="706" y="51"/>
                    <a:pt x="705" y="51"/>
                    <a:pt x="704" y="51"/>
                  </a:cubicBezTo>
                  <a:close/>
                  <a:moveTo>
                    <a:pt x="1054" y="76"/>
                  </a:moveTo>
                  <a:cubicBezTo>
                    <a:pt x="1049" y="76"/>
                    <a:pt x="1042" y="80"/>
                    <a:pt x="1042" y="84"/>
                  </a:cubicBezTo>
                  <a:cubicBezTo>
                    <a:pt x="1042" y="91"/>
                    <a:pt x="1045" y="95"/>
                    <a:pt x="1054" y="95"/>
                  </a:cubicBezTo>
                  <a:lnTo>
                    <a:pt x="1227" y="107"/>
                  </a:lnTo>
                  <a:cubicBezTo>
                    <a:pt x="1231" y="107"/>
                    <a:pt x="1238" y="104"/>
                    <a:pt x="1238" y="100"/>
                  </a:cubicBezTo>
                  <a:cubicBezTo>
                    <a:pt x="1238" y="91"/>
                    <a:pt x="1235" y="87"/>
                    <a:pt x="1227" y="87"/>
                  </a:cubicBezTo>
                  <a:lnTo>
                    <a:pt x="1054" y="76"/>
                  </a:lnTo>
                  <a:close/>
                  <a:moveTo>
                    <a:pt x="1400" y="100"/>
                  </a:moveTo>
                  <a:cubicBezTo>
                    <a:pt x="1396" y="100"/>
                    <a:pt x="1393" y="104"/>
                    <a:pt x="1389" y="107"/>
                  </a:cubicBezTo>
                  <a:cubicBezTo>
                    <a:pt x="1389" y="115"/>
                    <a:pt x="1396" y="119"/>
                    <a:pt x="1400" y="119"/>
                  </a:cubicBezTo>
                  <a:lnTo>
                    <a:pt x="1574" y="131"/>
                  </a:lnTo>
                  <a:cubicBezTo>
                    <a:pt x="1582" y="131"/>
                    <a:pt x="1586" y="127"/>
                    <a:pt x="1586" y="123"/>
                  </a:cubicBezTo>
                  <a:cubicBezTo>
                    <a:pt x="1586" y="115"/>
                    <a:pt x="1582" y="111"/>
                    <a:pt x="1578" y="111"/>
                  </a:cubicBezTo>
                  <a:lnTo>
                    <a:pt x="1400" y="100"/>
                  </a:lnTo>
                  <a:close/>
                  <a:moveTo>
                    <a:pt x="1751" y="123"/>
                  </a:moveTo>
                  <a:cubicBezTo>
                    <a:pt x="1744" y="123"/>
                    <a:pt x="1740" y="127"/>
                    <a:pt x="1740" y="131"/>
                  </a:cubicBezTo>
                  <a:cubicBezTo>
                    <a:pt x="1740" y="139"/>
                    <a:pt x="1744" y="142"/>
                    <a:pt x="1748" y="142"/>
                  </a:cubicBezTo>
                  <a:lnTo>
                    <a:pt x="1921" y="158"/>
                  </a:lnTo>
                  <a:cubicBezTo>
                    <a:pt x="1929" y="158"/>
                    <a:pt x="1933" y="151"/>
                    <a:pt x="1933" y="147"/>
                  </a:cubicBezTo>
                  <a:cubicBezTo>
                    <a:pt x="1933" y="139"/>
                    <a:pt x="1929" y="135"/>
                    <a:pt x="1924" y="135"/>
                  </a:cubicBezTo>
                  <a:lnTo>
                    <a:pt x="1751" y="123"/>
                  </a:lnTo>
                  <a:close/>
                  <a:moveTo>
                    <a:pt x="2099" y="147"/>
                  </a:moveTo>
                  <a:cubicBezTo>
                    <a:pt x="2090" y="147"/>
                    <a:pt x="2086" y="151"/>
                    <a:pt x="2086" y="158"/>
                  </a:cubicBezTo>
                  <a:cubicBezTo>
                    <a:pt x="2086" y="162"/>
                    <a:pt x="2090" y="166"/>
                    <a:pt x="2095" y="171"/>
                  </a:cubicBezTo>
                  <a:lnTo>
                    <a:pt x="2272" y="182"/>
                  </a:lnTo>
                  <a:cubicBezTo>
                    <a:pt x="2276" y="182"/>
                    <a:pt x="2279" y="178"/>
                    <a:pt x="2279" y="171"/>
                  </a:cubicBezTo>
                  <a:cubicBezTo>
                    <a:pt x="2284" y="166"/>
                    <a:pt x="2276" y="158"/>
                    <a:pt x="2272" y="158"/>
                  </a:cubicBezTo>
                  <a:lnTo>
                    <a:pt x="2099" y="147"/>
                  </a:lnTo>
                  <a:close/>
                  <a:moveTo>
                    <a:pt x="2445" y="171"/>
                  </a:moveTo>
                  <a:cubicBezTo>
                    <a:pt x="2437" y="171"/>
                    <a:pt x="2434" y="175"/>
                    <a:pt x="2434" y="182"/>
                  </a:cubicBezTo>
                  <a:cubicBezTo>
                    <a:pt x="2434" y="186"/>
                    <a:pt x="2437" y="194"/>
                    <a:pt x="2445" y="194"/>
                  </a:cubicBezTo>
                  <a:lnTo>
                    <a:pt x="2516" y="198"/>
                  </a:lnTo>
                  <a:cubicBezTo>
                    <a:pt x="2521" y="198"/>
                    <a:pt x="2528" y="194"/>
                    <a:pt x="2528" y="186"/>
                  </a:cubicBezTo>
                  <a:cubicBezTo>
                    <a:pt x="2528" y="182"/>
                    <a:pt x="2524" y="178"/>
                    <a:pt x="2516" y="175"/>
                  </a:cubicBezTo>
                  <a:lnTo>
                    <a:pt x="2445" y="171"/>
                  </a:lnTo>
                  <a:close/>
                </a:path>
              </a:pathLst>
            </a:cu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50" name="Google Shape;650;p25"/>
          <p:cNvSpPr/>
          <p:nvPr/>
        </p:nvSpPr>
        <p:spPr>
          <a:xfrm rot="-6034947">
            <a:off x="9363070" y="9450538"/>
            <a:ext cx="845836" cy="617729"/>
          </a:xfrm>
          <a:custGeom>
            <a:rect b="b" l="l" r="r" t="t"/>
            <a:pathLst>
              <a:path extrusionOk="0" h="1308" w="1791">
                <a:moveTo>
                  <a:pt x="1141" y="1"/>
                </a:moveTo>
                <a:cubicBezTo>
                  <a:pt x="1135" y="1"/>
                  <a:pt x="1129" y="3"/>
                  <a:pt x="1124" y="6"/>
                </a:cubicBezTo>
                <a:cubicBezTo>
                  <a:pt x="951" y="195"/>
                  <a:pt x="797" y="408"/>
                  <a:pt x="675" y="633"/>
                </a:cubicBezTo>
                <a:cubicBezTo>
                  <a:pt x="576" y="428"/>
                  <a:pt x="478" y="226"/>
                  <a:pt x="379" y="22"/>
                </a:cubicBezTo>
                <a:cubicBezTo>
                  <a:pt x="375" y="14"/>
                  <a:pt x="368" y="10"/>
                  <a:pt x="361" y="10"/>
                </a:cubicBezTo>
                <a:cubicBezTo>
                  <a:pt x="354" y="10"/>
                  <a:pt x="347" y="14"/>
                  <a:pt x="344" y="22"/>
                </a:cubicBezTo>
                <a:cubicBezTo>
                  <a:pt x="273" y="183"/>
                  <a:pt x="209" y="349"/>
                  <a:pt x="158" y="518"/>
                </a:cubicBezTo>
                <a:cubicBezTo>
                  <a:pt x="134" y="589"/>
                  <a:pt x="0" y="873"/>
                  <a:pt x="44" y="944"/>
                </a:cubicBezTo>
                <a:cubicBezTo>
                  <a:pt x="47" y="959"/>
                  <a:pt x="67" y="964"/>
                  <a:pt x="80" y="968"/>
                </a:cubicBezTo>
                <a:cubicBezTo>
                  <a:pt x="331" y="1039"/>
                  <a:pt x="580" y="1101"/>
                  <a:pt x="833" y="1161"/>
                </a:cubicBezTo>
                <a:cubicBezTo>
                  <a:pt x="1010" y="1201"/>
                  <a:pt x="1183" y="1236"/>
                  <a:pt x="1361" y="1272"/>
                </a:cubicBezTo>
                <a:cubicBezTo>
                  <a:pt x="1396" y="1277"/>
                  <a:pt x="1514" y="1308"/>
                  <a:pt x="1585" y="1308"/>
                </a:cubicBezTo>
                <a:cubicBezTo>
                  <a:pt x="1609" y="1308"/>
                  <a:pt x="1628" y="1304"/>
                  <a:pt x="1637" y="1295"/>
                </a:cubicBezTo>
                <a:cubicBezTo>
                  <a:pt x="1656" y="1279"/>
                  <a:pt x="1656" y="1248"/>
                  <a:pt x="1656" y="1220"/>
                </a:cubicBezTo>
                <a:cubicBezTo>
                  <a:pt x="1661" y="924"/>
                  <a:pt x="1779" y="637"/>
                  <a:pt x="1791" y="337"/>
                </a:cubicBezTo>
                <a:lnTo>
                  <a:pt x="1791" y="337"/>
                </a:lnTo>
                <a:cubicBezTo>
                  <a:pt x="1625" y="463"/>
                  <a:pt x="1467" y="597"/>
                  <a:pt x="1294" y="715"/>
                </a:cubicBezTo>
                <a:cubicBezTo>
                  <a:pt x="1321" y="621"/>
                  <a:pt x="1230" y="502"/>
                  <a:pt x="1207" y="412"/>
                </a:cubicBezTo>
                <a:cubicBezTo>
                  <a:pt x="1175" y="282"/>
                  <a:pt x="1159" y="151"/>
                  <a:pt x="1159" y="18"/>
                </a:cubicBezTo>
                <a:cubicBezTo>
                  <a:pt x="1159" y="6"/>
                  <a:pt x="1150" y="1"/>
                  <a:pt x="1141" y="1"/>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4">
    <p:spTree>
      <p:nvGrpSpPr>
        <p:cNvPr id="651" name="Shape 651"/>
        <p:cNvGrpSpPr/>
        <p:nvPr/>
      </p:nvGrpSpPr>
      <p:grpSpPr>
        <a:xfrm>
          <a:off x="0" y="0"/>
          <a:ext cx="0" cy="0"/>
          <a:chOff x="0" y="0"/>
          <a:chExt cx="0" cy="0"/>
        </a:xfrm>
      </p:grpSpPr>
      <p:sp>
        <p:nvSpPr>
          <p:cNvPr id="652" name="Google Shape;652;p26"/>
          <p:cNvSpPr txBox="1"/>
          <p:nvPr>
            <p:ph idx="1" type="subTitle"/>
          </p:nvPr>
        </p:nvSpPr>
        <p:spPr>
          <a:xfrm>
            <a:off x="1804761" y="3400950"/>
            <a:ext cx="6677700" cy="8118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dk1"/>
              </a:buClr>
              <a:buSzPts val="2200"/>
              <a:buNone/>
              <a:defRPr sz="2200">
                <a:solidFill>
                  <a:schemeClr val="dk1"/>
                </a:solidFill>
              </a:defRPr>
            </a:lvl1pPr>
            <a:lvl2pPr lvl="1" rtl="0" algn="ctr">
              <a:lnSpc>
                <a:spcPct val="100000"/>
              </a:lnSpc>
              <a:spcBef>
                <a:spcPts val="0"/>
              </a:spcBef>
              <a:spcAft>
                <a:spcPts val="0"/>
              </a:spcAft>
              <a:buClr>
                <a:schemeClr val="dk1"/>
              </a:buClr>
              <a:buSzPts val="2200"/>
              <a:buNone/>
              <a:defRPr sz="2200">
                <a:solidFill>
                  <a:schemeClr val="dk1"/>
                </a:solidFill>
              </a:defRPr>
            </a:lvl2pPr>
            <a:lvl3pPr lvl="2" rtl="0" algn="ctr">
              <a:lnSpc>
                <a:spcPct val="100000"/>
              </a:lnSpc>
              <a:spcBef>
                <a:spcPts val="0"/>
              </a:spcBef>
              <a:spcAft>
                <a:spcPts val="0"/>
              </a:spcAft>
              <a:buClr>
                <a:schemeClr val="dk1"/>
              </a:buClr>
              <a:buSzPts val="2200"/>
              <a:buNone/>
              <a:defRPr sz="2200">
                <a:solidFill>
                  <a:schemeClr val="dk1"/>
                </a:solidFill>
              </a:defRPr>
            </a:lvl3pPr>
            <a:lvl4pPr lvl="3" rtl="0" algn="ctr">
              <a:lnSpc>
                <a:spcPct val="100000"/>
              </a:lnSpc>
              <a:spcBef>
                <a:spcPts val="0"/>
              </a:spcBef>
              <a:spcAft>
                <a:spcPts val="0"/>
              </a:spcAft>
              <a:buClr>
                <a:schemeClr val="dk1"/>
              </a:buClr>
              <a:buSzPts val="2200"/>
              <a:buNone/>
              <a:defRPr sz="2200">
                <a:solidFill>
                  <a:schemeClr val="dk1"/>
                </a:solidFill>
              </a:defRPr>
            </a:lvl4pPr>
            <a:lvl5pPr lvl="4" rtl="0" algn="ctr">
              <a:lnSpc>
                <a:spcPct val="100000"/>
              </a:lnSpc>
              <a:spcBef>
                <a:spcPts val="0"/>
              </a:spcBef>
              <a:spcAft>
                <a:spcPts val="0"/>
              </a:spcAft>
              <a:buClr>
                <a:schemeClr val="dk1"/>
              </a:buClr>
              <a:buSzPts val="2200"/>
              <a:buNone/>
              <a:defRPr sz="2200">
                <a:solidFill>
                  <a:schemeClr val="dk1"/>
                </a:solidFill>
              </a:defRPr>
            </a:lvl5pPr>
            <a:lvl6pPr lvl="5" rtl="0" algn="ctr">
              <a:lnSpc>
                <a:spcPct val="100000"/>
              </a:lnSpc>
              <a:spcBef>
                <a:spcPts val="0"/>
              </a:spcBef>
              <a:spcAft>
                <a:spcPts val="0"/>
              </a:spcAft>
              <a:buClr>
                <a:schemeClr val="dk1"/>
              </a:buClr>
              <a:buSzPts val="2200"/>
              <a:buNone/>
              <a:defRPr sz="2200">
                <a:solidFill>
                  <a:schemeClr val="dk1"/>
                </a:solidFill>
              </a:defRPr>
            </a:lvl6pPr>
            <a:lvl7pPr lvl="6" rtl="0" algn="ctr">
              <a:lnSpc>
                <a:spcPct val="100000"/>
              </a:lnSpc>
              <a:spcBef>
                <a:spcPts val="0"/>
              </a:spcBef>
              <a:spcAft>
                <a:spcPts val="0"/>
              </a:spcAft>
              <a:buClr>
                <a:schemeClr val="dk1"/>
              </a:buClr>
              <a:buSzPts val="2200"/>
              <a:buNone/>
              <a:defRPr sz="2200">
                <a:solidFill>
                  <a:schemeClr val="dk1"/>
                </a:solidFill>
              </a:defRPr>
            </a:lvl7pPr>
            <a:lvl8pPr lvl="7" rtl="0" algn="ctr">
              <a:lnSpc>
                <a:spcPct val="100000"/>
              </a:lnSpc>
              <a:spcBef>
                <a:spcPts val="0"/>
              </a:spcBef>
              <a:spcAft>
                <a:spcPts val="0"/>
              </a:spcAft>
              <a:buClr>
                <a:schemeClr val="dk1"/>
              </a:buClr>
              <a:buSzPts val="2200"/>
              <a:buNone/>
              <a:defRPr sz="2200">
                <a:solidFill>
                  <a:schemeClr val="dk1"/>
                </a:solidFill>
              </a:defRPr>
            </a:lvl8pPr>
            <a:lvl9pPr lvl="8" rtl="0" algn="ctr">
              <a:lnSpc>
                <a:spcPct val="100000"/>
              </a:lnSpc>
              <a:spcBef>
                <a:spcPts val="0"/>
              </a:spcBef>
              <a:spcAft>
                <a:spcPts val="0"/>
              </a:spcAft>
              <a:buClr>
                <a:schemeClr val="dk1"/>
              </a:buClr>
              <a:buSzPts val="2200"/>
              <a:buNone/>
              <a:defRPr sz="2200">
                <a:solidFill>
                  <a:schemeClr val="dk1"/>
                </a:solidFill>
              </a:defRPr>
            </a:lvl9pPr>
          </a:lstStyle>
          <a:p/>
        </p:txBody>
      </p:sp>
      <p:sp>
        <p:nvSpPr>
          <p:cNvPr id="653" name="Google Shape;653;p26"/>
          <p:cNvSpPr txBox="1"/>
          <p:nvPr>
            <p:ph idx="2" type="subTitle"/>
          </p:nvPr>
        </p:nvSpPr>
        <p:spPr>
          <a:xfrm>
            <a:off x="1804618" y="8146373"/>
            <a:ext cx="6677700" cy="8118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dk1"/>
              </a:buClr>
              <a:buSzPts val="2200"/>
              <a:buNone/>
              <a:defRPr sz="2200">
                <a:solidFill>
                  <a:schemeClr val="dk1"/>
                </a:solidFill>
              </a:defRPr>
            </a:lvl1pPr>
            <a:lvl2pPr lvl="1" rtl="0" algn="ctr">
              <a:lnSpc>
                <a:spcPct val="100000"/>
              </a:lnSpc>
              <a:spcBef>
                <a:spcPts val="0"/>
              </a:spcBef>
              <a:spcAft>
                <a:spcPts val="0"/>
              </a:spcAft>
              <a:buClr>
                <a:schemeClr val="dk1"/>
              </a:buClr>
              <a:buSzPts val="2200"/>
              <a:buNone/>
              <a:defRPr sz="2200">
                <a:solidFill>
                  <a:schemeClr val="dk1"/>
                </a:solidFill>
              </a:defRPr>
            </a:lvl2pPr>
            <a:lvl3pPr lvl="2" rtl="0" algn="ctr">
              <a:lnSpc>
                <a:spcPct val="100000"/>
              </a:lnSpc>
              <a:spcBef>
                <a:spcPts val="0"/>
              </a:spcBef>
              <a:spcAft>
                <a:spcPts val="0"/>
              </a:spcAft>
              <a:buClr>
                <a:schemeClr val="dk1"/>
              </a:buClr>
              <a:buSzPts val="2200"/>
              <a:buNone/>
              <a:defRPr sz="2200">
                <a:solidFill>
                  <a:schemeClr val="dk1"/>
                </a:solidFill>
              </a:defRPr>
            </a:lvl3pPr>
            <a:lvl4pPr lvl="3" rtl="0" algn="ctr">
              <a:lnSpc>
                <a:spcPct val="100000"/>
              </a:lnSpc>
              <a:spcBef>
                <a:spcPts val="0"/>
              </a:spcBef>
              <a:spcAft>
                <a:spcPts val="0"/>
              </a:spcAft>
              <a:buClr>
                <a:schemeClr val="dk1"/>
              </a:buClr>
              <a:buSzPts val="2200"/>
              <a:buNone/>
              <a:defRPr sz="2200">
                <a:solidFill>
                  <a:schemeClr val="dk1"/>
                </a:solidFill>
              </a:defRPr>
            </a:lvl4pPr>
            <a:lvl5pPr lvl="4" rtl="0" algn="ctr">
              <a:lnSpc>
                <a:spcPct val="100000"/>
              </a:lnSpc>
              <a:spcBef>
                <a:spcPts val="0"/>
              </a:spcBef>
              <a:spcAft>
                <a:spcPts val="0"/>
              </a:spcAft>
              <a:buClr>
                <a:schemeClr val="dk1"/>
              </a:buClr>
              <a:buSzPts val="2200"/>
              <a:buNone/>
              <a:defRPr sz="2200">
                <a:solidFill>
                  <a:schemeClr val="dk1"/>
                </a:solidFill>
              </a:defRPr>
            </a:lvl5pPr>
            <a:lvl6pPr lvl="5" rtl="0" algn="ctr">
              <a:lnSpc>
                <a:spcPct val="100000"/>
              </a:lnSpc>
              <a:spcBef>
                <a:spcPts val="0"/>
              </a:spcBef>
              <a:spcAft>
                <a:spcPts val="0"/>
              </a:spcAft>
              <a:buClr>
                <a:schemeClr val="dk1"/>
              </a:buClr>
              <a:buSzPts val="2200"/>
              <a:buNone/>
              <a:defRPr sz="2200">
                <a:solidFill>
                  <a:schemeClr val="dk1"/>
                </a:solidFill>
              </a:defRPr>
            </a:lvl6pPr>
            <a:lvl7pPr lvl="6" rtl="0" algn="ctr">
              <a:lnSpc>
                <a:spcPct val="100000"/>
              </a:lnSpc>
              <a:spcBef>
                <a:spcPts val="0"/>
              </a:spcBef>
              <a:spcAft>
                <a:spcPts val="0"/>
              </a:spcAft>
              <a:buClr>
                <a:schemeClr val="dk1"/>
              </a:buClr>
              <a:buSzPts val="2200"/>
              <a:buNone/>
              <a:defRPr sz="2200">
                <a:solidFill>
                  <a:schemeClr val="dk1"/>
                </a:solidFill>
              </a:defRPr>
            </a:lvl7pPr>
            <a:lvl8pPr lvl="7" rtl="0" algn="ctr">
              <a:lnSpc>
                <a:spcPct val="100000"/>
              </a:lnSpc>
              <a:spcBef>
                <a:spcPts val="0"/>
              </a:spcBef>
              <a:spcAft>
                <a:spcPts val="0"/>
              </a:spcAft>
              <a:buClr>
                <a:schemeClr val="dk1"/>
              </a:buClr>
              <a:buSzPts val="2200"/>
              <a:buNone/>
              <a:defRPr sz="2200">
                <a:solidFill>
                  <a:schemeClr val="dk1"/>
                </a:solidFill>
              </a:defRPr>
            </a:lvl8pPr>
            <a:lvl9pPr lvl="8" rtl="0" algn="ctr">
              <a:lnSpc>
                <a:spcPct val="100000"/>
              </a:lnSpc>
              <a:spcBef>
                <a:spcPts val="0"/>
              </a:spcBef>
              <a:spcAft>
                <a:spcPts val="0"/>
              </a:spcAft>
              <a:buClr>
                <a:schemeClr val="dk1"/>
              </a:buClr>
              <a:buSzPts val="2200"/>
              <a:buNone/>
              <a:defRPr sz="2200">
                <a:solidFill>
                  <a:schemeClr val="dk1"/>
                </a:solidFill>
              </a:defRPr>
            </a:lvl9pPr>
          </a:lstStyle>
          <a:p/>
        </p:txBody>
      </p:sp>
      <p:sp>
        <p:nvSpPr>
          <p:cNvPr id="654" name="Google Shape;654;p26"/>
          <p:cNvSpPr txBox="1"/>
          <p:nvPr>
            <p:ph idx="3" type="subTitle"/>
          </p:nvPr>
        </p:nvSpPr>
        <p:spPr>
          <a:xfrm>
            <a:off x="1804475" y="5774110"/>
            <a:ext cx="6677700" cy="8118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dk1"/>
              </a:buClr>
              <a:buSzPts val="2200"/>
              <a:buNone/>
              <a:defRPr sz="2200">
                <a:solidFill>
                  <a:schemeClr val="dk1"/>
                </a:solidFill>
              </a:defRPr>
            </a:lvl1pPr>
            <a:lvl2pPr lvl="1" rtl="0" algn="ctr">
              <a:lnSpc>
                <a:spcPct val="100000"/>
              </a:lnSpc>
              <a:spcBef>
                <a:spcPts val="0"/>
              </a:spcBef>
              <a:spcAft>
                <a:spcPts val="0"/>
              </a:spcAft>
              <a:buClr>
                <a:schemeClr val="dk1"/>
              </a:buClr>
              <a:buSzPts val="2200"/>
              <a:buNone/>
              <a:defRPr sz="2200">
                <a:solidFill>
                  <a:schemeClr val="dk1"/>
                </a:solidFill>
              </a:defRPr>
            </a:lvl2pPr>
            <a:lvl3pPr lvl="2" rtl="0" algn="ctr">
              <a:lnSpc>
                <a:spcPct val="100000"/>
              </a:lnSpc>
              <a:spcBef>
                <a:spcPts val="0"/>
              </a:spcBef>
              <a:spcAft>
                <a:spcPts val="0"/>
              </a:spcAft>
              <a:buClr>
                <a:schemeClr val="dk1"/>
              </a:buClr>
              <a:buSzPts val="2200"/>
              <a:buNone/>
              <a:defRPr sz="2200">
                <a:solidFill>
                  <a:schemeClr val="dk1"/>
                </a:solidFill>
              </a:defRPr>
            </a:lvl3pPr>
            <a:lvl4pPr lvl="3" rtl="0" algn="ctr">
              <a:lnSpc>
                <a:spcPct val="100000"/>
              </a:lnSpc>
              <a:spcBef>
                <a:spcPts val="0"/>
              </a:spcBef>
              <a:spcAft>
                <a:spcPts val="0"/>
              </a:spcAft>
              <a:buClr>
                <a:schemeClr val="dk1"/>
              </a:buClr>
              <a:buSzPts val="2200"/>
              <a:buNone/>
              <a:defRPr sz="2200">
                <a:solidFill>
                  <a:schemeClr val="dk1"/>
                </a:solidFill>
              </a:defRPr>
            </a:lvl4pPr>
            <a:lvl5pPr lvl="4" rtl="0" algn="ctr">
              <a:lnSpc>
                <a:spcPct val="100000"/>
              </a:lnSpc>
              <a:spcBef>
                <a:spcPts val="0"/>
              </a:spcBef>
              <a:spcAft>
                <a:spcPts val="0"/>
              </a:spcAft>
              <a:buClr>
                <a:schemeClr val="dk1"/>
              </a:buClr>
              <a:buSzPts val="2200"/>
              <a:buNone/>
              <a:defRPr sz="2200">
                <a:solidFill>
                  <a:schemeClr val="dk1"/>
                </a:solidFill>
              </a:defRPr>
            </a:lvl5pPr>
            <a:lvl6pPr lvl="5" rtl="0" algn="ctr">
              <a:lnSpc>
                <a:spcPct val="100000"/>
              </a:lnSpc>
              <a:spcBef>
                <a:spcPts val="0"/>
              </a:spcBef>
              <a:spcAft>
                <a:spcPts val="0"/>
              </a:spcAft>
              <a:buClr>
                <a:schemeClr val="dk1"/>
              </a:buClr>
              <a:buSzPts val="2200"/>
              <a:buNone/>
              <a:defRPr sz="2200">
                <a:solidFill>
                  <a:schemeClr val="dk1"/>
                </a:solidFill>
              </a:defRPr>
            </a:lvl6pPr>
            <a:lvl7pPr lvl="6" rtl="0" algn="ctr">
              <a:lnSpc>
                <a:spcPct val="100000"/>
              </a:lnSpc>
              <a:spcBef>
                <a:spcPts val="0"/>
              </a:spcBef>
              <a:spcAft>
                <a:spcPts val="0"/>
              </a:spcAft>
              <a:buClr>
                <a:schemeClr val="dk1"/>
              </a:buClr>
              <a:buSzPts val="2200"/>
              <a:buNone/>
              <a:defRPr sz="2200">
                <a:solidFill>
                  <a:schemeClr val="dk1"/>
                </a:solidFill>
              </a:defRPr>
            </a:lvl7pPr>
            <a:lvl8pPr lvl="7" rtl="0" algn="ctr">
              <a:lnSpc>
                <a:spcPct val="100000"/>
              </a:lnSpc>
              <a:spcBef>
                <a:spcPts val="0"/>
              </a:spcBef>
              <a:spcAft>
                <a:spcPts val="0"/>
              </a:spcAft>
              <a:buClr>
                <a:schemeClr val="dk1"/>
              </a:buClr>
              <a:buSzPts val="2200"/>
              <a:buNone/>
              <a:defRPr sz="2200">
                <a:solidFill>
                  <a:schemeClr val="dk1"/>
                </a:solidFill>
              </a:defRPr>
            </a:lvl8pPr>
            <a:lvl9pPr lvl="8" rtl="0" algn="ctr">
              <a:lnSpc>
                <a:spcPct val="100000"/>
              </a:lnSpc>
              <a:spcBef>
                <a:spcPts val="0"/>
              </a:spcBef>
              <a:spcAft>
                <a:spcPts val="0"/>
              </a:spcAft>
              <a:buClr>
                <a:schemeClr val="dk1"/>
              </a:buClr>
              <a:buSzPts val="2200"/>
              <a:buNone/>
              <a:defRPr sz="2200">
                <a:solidFill>
                  <a:schemeClr val="dk1"/>
                </a:solidFill>
              </a:defRPr>
            </a:lvl9pPr>
          </a:lstStyle>
          <a:p/>
        </p:txBody>
      </p:sp>
      <p:sp>
        <p:nvSpPr>
          <p:cNvPr id="655" name="Google Shape;655;p26"/>
          <p:cNvSpPr txBox="1"/>
          <p:nvPr>
            <p:ph type="title"/>
          </p:nvPr>
        </p:nvSpPr>
        <p:spPr>
          <a:xfrm>
            <a:off x="914400" y="888750"/>
            <a:ext cx="8458200" cy="956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6400"/>
              <a:buNone/>
              <a:defRPr/>
            </a:lvl1pPr>
            <a:lvl2pPr lvl="1" rtl="0">
              <a:lnSpc>
                <a:spcPct val="100000"/>
              </a:lnSpc>
              <a:spcBef>
                <a:spcPts val="0"/>
              </a:spcBef>
              <a:spcAft>
                <a:spcPts val="0"/>
              </a:spcAft>
              <a:buSzPts val="6400"/>
              <a:buNone/>
              <a:defRPr/>
            </a:lvl2pPr>
            <a:lvl3pPr lvl="2" rtl="0">
              <a:lnSpc>
                <a:spcPct val="100000"/>
              </a:lnSpc>
              <a:spcBef>
                <a:spcPts val="0"/>
              </a:spcBef>
              <a:spcAft>
                <a:spcPts val="0"/>
              </a:spcAft>
              <a:buSzPts val="6400"/>
              <a:buNone/>
              <a:defRPr/>
            </a:lvl3pPr>
            <a:lvl4pPr lvl="3" rtl="0">
              <a:lnSpc>
                <a:spcPct val="100000"/>
              </a:lnSpc>
              <a:spcBef>
                <a:spcPts val="0"/>
              </a:spcBef>
              <a:spcAft>
                <a:spcPts val="0"/>
              </a:spcAft>
              <a:buSzPts val="6400"/>
              <a:buNone/>
              <a:defRPr/>
            </a:lvl4pPr>
            <a:lvl5pPr lvl="4" rtl="0">
              <a:lnSpc>
                <a:spcPct val="100000"/>
              </a:lnSpc>
              <a:spcBef>
                <a:spcPts val="0"/>
              </a:spcBef>
              <a:spcAft>
                <a:spcPts val="0"/>
              </a:spcAft>
              <a:buSzPts val="6400"/>
              <a:buNone/>
              <a:defRPr/>
            </a:lvl5pPr>
            <a:lvl6pPr lvl="5" rtl="0">
              <a:lnSpc>
                <a:spcPct val="100000"/>
              </a:lnSpc>
              <a:spcBef>
                <a:spcPts val="0"/>
              </a:spcBef>
              <a:spcAft>
                <a:spcPts val="0"/>
              </a:spcAft>
              <a:buSzPts val="6400"/>
              <a:buNone/>
              <a:defRPr/>
            </a:lvl6pPr>
            <a:lvl7pPr lvl="6" rtl="0">
              <a:lnSpc>
                <a:spcPct val="100000"/>
              </a:lnSpc>
              <a:spcBef>
                <a:spcPts val="0"/>
              </a:spcBef>
              <a:spcAft>
                <a:spcPts val="0"/>
              </a:spcAft>
              <a:buSzPts val="6400"/>
              <a:buNone/>
              <a:defRPr/>
            </a:lvl7pPr>
            <a:lvl8pPr lvl="7" rtl="0">
              <a:lnSpc>
                <a:spcPct val="100000"/>
              </a:lnSpc>
              <a:spcBef>
                <a:spcPts val="0"/>
              </a:spcBef>
              <a:spcAft>
                <a:spcPts val="0"/>
              </a:spcAft>
              <a:buSzPts val="6400"/>
              <a:buNone/>
              <a:defRPr/>
            </a:lvl8pPr>
            <a:lvl9pPr lvl="8" rtl="0">
              <a:lnSpc>
                <a:spcPct val="100000"/>
              </a:lnSpc>
              <a:spcBef>
                <a:spcPts val="0"/>
              </a:spcBef>
              <a:spcAft>
                <a:spcPts val="0"/>
              </a:spcAft>
              <a:buSzPts val="6400"/>
              <a:buNone/>
              <a:defRPr/>
            </a:lvl9pPr>
          </a:lstStyle>
          <a:p/>
        </p:txBody>
      </p:sp>
      <p:sp>
        <p:nvSpPr>
          <p:cNvPr id="656" name="Google Shape;656;p26"/>
          <p:cNvSpPr/>
          <p:nvPr/>
        </p:nvSpPr>
        <p:spPr>
          <a:xfrm rot="10800000">
            <a:off x="9259425" y="275610"/>
            <a:ext cx="830723" cy="773578"/>
          </a:xfrm>
          <a:custGeom>
            <a:rect b="b" l="l" r="r" t="t"/>
            <a:pathLst>
              <a:path extrusionOk="0" h="1638" w="1759">
                <a:moveTo>
                  <a:pt x="1074" y="1"/>
                </a:moveTo>
                <a:cubicBezTo>
                  <a:pt x="1067" y="1"/>
                  <a:pt x="1060" y="3"/>
                  <a:pt x="1054" y="5"/>
                </a:cubicBezTo>
                <a:cubicBezTo>
                  <a:pt x="1041" y="18"/>
                  <a:pt x="1025" y="29"/>
                  <a:pt x="1014" y="41"/>
                </a:cubicBezTo>
                <a:cubicBezTo>
                  <a:pt x="1006" y="53"/>
                  <a:pt x="994" y="65"/>
                  <a:pt x="983" y="76"/>
                </a:cubicBezTo>
                <a:cubicBezTo>
                  <a:pt x="947" y="124"/>
                  <a:pt x="912" y="171"/>
                  <a:pt x="872" y="214"/>
                </a:cubicBezTo>
                <a:cubicBezTo>
                  <a:pt x="836" y="262"/>
                  <a:pt x="805" y="309"/>
                  <a:pt x="774" y="356"/>
                </a:cubicBezTo>
                <a:cubicBezTo>
                  <a:pt x="761" y="376"/>
                  <a:pt x="750" y="404"/>
                  <a:pt x="734" y="424"/>
                </a:cubicBezTo>
                <a:cubicBezTo>
                  <a:pt x="723" y="435"/>
                  <a:pt x="710" y="451"/>
                  <a:pt x="703" y="462"/>
                </a:cubicBezTo>
                <a:cubicBezTo>
                  <a:pt x="699" y="473"/>
                  <a:pt x="687" y="508"/>
                  <a:pt x="673" y="508"/>
                </a:cubicBezTo>
                <a:cubicBezTo>
                  <a:pt x="671" y="508"/>
                  <a:pt x="669" y="507"/>
                  <a:pt x="667" y="506"/>
                </a:cubicBezTo>
                <a:cubicBezTo>
                  <a:pt x="659" y="502"/>
                  <a:pt x="659" y="495"/>
                  <a:pt x="652" y="495"/>
                </a:cubicBezTo>
                <a:cubicBezTo>
                  <a:pt x="643" y="495"/>
                  <a:pt x="639" y="498"/>
                  <a:pt x="632" y="498"/>
                </a:cubicBezTo>
                <a:cubicBezTo>
                  <a:pt x="625" y="500"/>
                  <a:pt x="618" y="500"/>
                  <a:pt x="611" y="500"/>
                </a:cubicBezTo>
                <a:cubicBezTo>
                  <a:pt x="596" y="500"/>
                  <a:pt x="582" y="498"/>
                  <a:pt x="568" y="498"/>
                </a:cubicBezTo>
                <a:cubicBezTo>
                  <a:pt x="545" y="495"/>
                  <a:pt x="517" y="491"/>
                  <a:pt x="494" y="491"/>
                </a:cubicBezTo>
                <a:cubicBezTo>
                  <a:pt x="454" y="486"/>
                  <a:pt x="415" y="482"/>
                  <a:pt x="379" y="479"/>
                </a:cubicBezTo>
                <a:cubicBezTo>
                  <a:pt x="359" y="479"/>
                  <a:pt x="339" y="475"/>
                  <a:pt x="320" y="475"/>
                </a:cubicBezTo>
                <a:cubicBezTo>
                  <a:pt x="273" y="471"/>
                  <a:pt x="226" y="462"/>
                  <a:pt x="178" y="462"/>
                </a:cubicBezTo>
                <a:cubicBezTo>
                  <a:pt x="170" y="462"/>
                  <a:pt x="164" y="461"/>
                  <a:pt x="157" y="461"/>
                </a:cubicBezTo>
                <a:cubicBezTo>
                  <a:pt x="154" y="461"/>
                  <a:pt x="150" y="461"/>
                  <a:pt x="146" y="462"/>
                </a:cubicBezTo>
                <a:cubicBezTo>
                  <a:pt x="139" y="462"/>
                  <a:pt x="135" y="462"/>
                  <a:pt x="123" y="459"/>
                </a:cubicBezTo>
                <a:cubicBezTo>
                  <a:pt x="103" y="455"/>
                  <a:pt x="79" y="451"/>
                  <a:pt x="60" y="451"/>
                </a:cubicBezTo>
                <a:cubicBezTo>
                  <a:pt x="48" y="455"/>
                  <a:pt x="36" y="451"/>
                  <a:pt x="28" y="459"/>
                </a:cubicBezTo>
                <a:cubicBezTo>
                  <a:pt x="24" y="462"/>
                  <a:pt x="13" y="471"/>
                  <a:pt x="8" y="479"/>
                </a:cubicBezTo>
                <a:cubicBezTo>
                  <a:pt x="0" y="491"/>
                  <a:pt x="13" y="502"/>
                  <a:pt x="17" y="514"/>
                </a:cubicBezTo>
                <a:cubicBezTo>
                  <a:pt x="24" y="522"/>
                  <a:pt x="28" y="530"/>
                  <a:pt x="36" y="542"/>
                </a:cubicBezTo>
                <a:cubicBezTo>
                  <a:pt x="44" y="553"/>
                  <a:pt x="48" y="562"/>
                  <a:pt x="60" y="573"/>
                </a:cubicBezTo>
                <a:cubicBezTo>
                  <a:pt x="84" y="597"/>
                  <a:pt x="115" y="613"/>
                  <a:pt x="139" y="637"/>
                </a:cubicBezTo>
                <a:cubicBezTo>
                  <a:pt x="162" y="668"/>
                  <a:pt x="182" y="695"/>
                  <a:pt x="210" y="723"/>
                </a:cubicBezTo>
                <a:cubicBezTo>
                  <a:pt x="241" y="751"/>
                  <a:pt x="273" y="775"/>
                  <a:pt x="304" y="802"/>
                </a:cubicBezTo>
                <a:cubicBezTo>
                  <a:pt x="316" y="814"/>
                  <a:pt x="324" y="826"/>
                  <a:pt x="335" y="833"/>
                </a:cubicBezTo>
                <a:cubicBezTo>
                  <a:pt x="344" y="837"/>
                  <a:pt x="352" y="841"/>
                  <a:pt x="355" y="846"/>
                </a:cubicBezTo>
                <a:cubicBezTo>
                  <a:pt x="355" y="849"/>
                  <a:pt x="352" y="857"/>
                  <a:pt x="348" y="861"/>
                </a:cubicBezTo>
                <a:cubicBezTo>
                  <a:pt x="348" y="869"/>
                  <a:pt x="344" y="881"/>
                  <a:pt x="339" y="888"/>
                </a:cubicBezTo>
                <a:cubicBezTo>
                  <a:pt x="316" y="920"/>
                  <a:pt x="297" y="948"/>
                  <a:pt x="281" y="983"/>
                </a:cubicBezTo>
                <a:cubicBezTo>
                  <a:pt x="273" y="999"/>
                  <a:pt x="265" y="1011"/>
                  <a:pt x="261" y="1026"/>
                </a:cubicBezTo>
                <a:cubicBezTo>
                  <a:pt x="253" y="1039"/>
                  <a:pt x="241" y="1050"/>
                  <a:pt x="233" y="1066"/>
                </a:cubicBezTo>
                <a:cubicBezTo>
                  <a:pt x="221" y="1082"/>
                  <a:pt x="213" y="1097"/>
                  <a:pt x="206" y="1110"/>
                </a:cubicBezTo>
                <a:cubicBezTo>
                  <a:pt x="190" y="1130"/>
                  <a:pt x="178" y="1145"/>
                  <a:pt x="166" y="1165"/>
                </a:cubicBezTo>
                <a:cubicBezTo>
                  <a:pt x="159" y="1177"/>
                  <a:pt x="155" y="1188"/>
                  <a:pt x="150" y="1196"/>
                </a:cubicBezTo>
                <a:cubicBezTo>
                  <a:pt x="146" y="1208"/>
                  <a:pt x="139" y="1216"/>
                  <a:pt x="131" y="1228"/>
                </a:cubicBezTo>
                <a:cubicBezTo>
                  <a:pt x="115" y="1248"/>
                  <a:pt x="103" y="1267"/>
                  <a:pt x="91" y="1290"/>
                </a:cubicBezTo>
                <a:cubicBezTo>
                  <a:pt x="84" y="1307"/>
                  <a:pt x="75" y="1326"/>
                  <a:pt x="68" y="1346"/>
                </a:cubicBezTo>
                <a:cubicBezTo>
                  <a:pt x="60" y="1374"/>
                  <a:pt x="44" y="1394"/>
                  <a:pt x="32" y="1417"/>
                </a:cubicBezTo>
                <a:cubicBezTo>
                  <a:pt x="28" y="1421"/>
                  <a:pt x="24" y="1429"/>
                  <a:pt x="28" y="1432"/>
                </a:cubicBezTo>
                <a:cubicBezTo>
                  <a:pt x="28" y="1437"/>
                  <a:pt x="36" y="1441"/>
                  <a:pt x="40" y="1445"/>
                </a:cubicBezTo>
                <a:cubicBezTo>
                  <a:pt x="43" y="1451"/>
                  <a:pt x="46" y="1457"/>
                  <a:pt x="51" y="1457"/>
                </a:cubicBezTo>
                <a:cubicBezTo>
                  <a:pt x="52" y="1457"/>
                  <a:pt x="54" y="1457"/>
                  <a:pt x="55" y="1456"/>
                </a:cubicBezTo>
                <a:cubicBezTo>
                  <a:pt x="75" y="1452"/>
                  <a:pt x="91" y="1445"/>
                  <a:pt x="107" y="1432"/>
                </a:cubicBezTo>
                <a:cubicBezTo>
                  <a:pt x="119" y="1429"/>
                  <a:pt x="126" y="1429"/>
                  <a:pt x="139" y="1429"/>
                </a:cubicBezTo>
                <a:cubicBezTo>
                  <a:pt x="162" y="1425"/>
                  <a:pt x="182" y="1413"/>
                  <a:pt x="202" y="1405"/>
                </a:cubicBezTo>
                <a:cubicBezTo>
                  <a:pt x="253" y="1390"/>
                  <a:pt x="304" y="1374"/>
                  <a:pt x="355" y="1354"/>
                </a:cubicBezTo>
                <a:cubicBezTo>
                  <a:pt x="454" y="1319"/>
                  <a:pt x="552" y="1287"/>
                  <a:pt x="652" y="1252"/>
                </a:cubicBezTo>
                <a:cubicBezTo>
                  <a:pt x="667" y="1287"/>
                  <a:pt x="683" y="1319"/>
                  <a:pt x="706" y="1350"/>
                </a:cubicBezTo>
                <a:cubicBezTo>
                  <a:pt x="770" y="1445"/>
                  <a:pt x="852" y="1523"/>
                  <a:pt x="916" y="1622"/>
                </a:cubicBezTo>
                <a:cubicBezTo>
                  <a:pt x="922" y="1632"/>
                  <a:pt x="934" y="1637"/>
                  <a:pt x="945" y="1637"/>
                </a:cubicBezTo>
                <a:cubicBezTo>
                  <a:pt x="960" y="1637"/>
                  <a:pt x="974" y="1629"/>
                  <a:pt x="978" y="1614"/>
                </a:cubicBezTo>
                <a:cubicBezTo>
                  <a:pt x="1010" y="1508"/>
                  <a:pt x="1034" y="1401"/>
                  <a:pt x="1058" y="1295"/>
                </a:cubicBezTo>
                <a:cubicBezTo>
                  <a:pt x="1069" y="1243"/>
                  <a:pt x="1081" y="1188"/>
                  <a:pt x="1093" y="1137"/>
                </a:cubicBezTo>
                <a:cubicBezTo>
                  <a:pt x="1096" y="1114"/>
                  <a:pt x="1101" y="1086"/>
                  <a:pt x="1105" y="1062"/>
                </a:cubicBezTo>
                <a:lnTo>
                  <a:pt x="1105" y="1050"/>
                </a:lnTo>
                <a:cubicBezTo>
                  <a:pt x="1105" y="1039"/>
                  <a:pt x="1101" y="1026"/>
                  <a:pt x="1105" y="1015"/>
                </a:cubicBezTo>
                <a:cubicBezTo>
                  <a:pt x="1109" y="995"/>
                  <a:pt x="1125" y="983"/>
                  <a:pt x="1140" y="972"/>
                </a:cubicBezTo>
                <a:cubicBezTo>
                  <a:pt x="1164" y="952"/>
                  <a:pt x="1196" y="944"/>
                  <a:pt x="1223" y="932"/>
                </a:cubicBezTo>
                <a:cubicBezTo>
                  <a:pt x="1247" y="920"/>
                  <a:pt x="1270" y="908"/>
                  <a:pt x="1298" y="897"/>
                </a:cubicBezTo>
                <a:cubicBezTo>
                  <a:pt x="1325" y="884"/>
                  <a:pt x="1353" y="873"/>
                  <a:pt x="1385" y="857"/>
                </a:cubicBezTo>
                <a:cubicBezTo>
                  <a:pt x="1409" y="841"/>
                  <a:pt x="1432" y="833"/>
                  <a:pt x="1460" y="826"/>
                </a:cubicBezTo>
                <a:cubicBezTo>
                  <a:pt x="1471" y="822"/>
                  <a:pt x="1483" y="817"/>
                  <a:pt x="1495" y="810"/>
                </a:cubicBezTo>
                <a:cubicBezTo>
                  <a:pt x="1507" y="806"/>
                  <a:pt x="1518" y="798"/>
                  <a:pt x="1531" y="790"/>
                </a:cubicBezTo>
                <a:cubicBezTo>
                  <a:pt x="1574" y="770"/>
                  <a:pt x="1622" y="759"/>
                  <a:pt x="1664" y="735"/>
                </a:cubicBezTo>
                <a:cubicBezTo>
                  <a:pt x="1680" y="727"/>
                  <a:pt x="1696" y="715"/>
                  <a:pt x="1716" y="704"/>
                </a:cubicBezTo>
                <a:cubicBezTo>
                  <a:pt x="1724" y="695"/>
                  <a:pt x="1744" y="684"/>
                  <a:pt x="1751" y="672"/>
                </a:cubicBezTo>
                <a:cubicBezTo>
                  <a:pt x="1759" y="660"/>
                  <a:pt x="1755" y="637"/>
                  <a:pt x="1740" y="628"/>
                </a:cubicBezTo>
                <a:cubicBezTo>
                  <a:pt x="1731" y="620"/>
                  <a:pt x="1711" y="617"/>
                  <a:pt x="1700" y="617"/>
                </a:cubicBezTo>
                <a:lnTo>
                  <a:pt x="1684" y="617"/>
                </a:lnTo>
                <a:cubicBezTo>
                  <a:pt x="1664" y="613"/>
                  <a:pt x="1645" y="609"/>
                  <a:pt x="1625" y="604"/>
                </a:cubicBezTo>
                <a:cubicBezTo>
                  <a:pt x="1605" y="601"/>
                  <a:pt x="1586" y="597"/>
                  <a:pt x="1566" y="593"/>
                </a:cubicBezTo>
                <a:cubicBezTo>
                  <a:pt x="1558" y="589"/>
                  <a:pt x="1542" y="589"/>
                  <a:pt x="1535" y="585"/>
                </a:cubicBezTo>
                <a:cubicBezTo>
                  <a:pt x="1531" y="581"/>
                  <a:pt x="1527" y="577"/>
                  <a:pt x="1518" y="577"/>
                </a:cubicBezTo>
                <a:cubicBezTo>
                  <a:pt x="1495" y="573"/>
                  <a:pt x="1475" y="573"/>
                  <a:pt x="1456" y="573"/>
                </a:cubicBezTo>
                <a:lnTo>
                  <a:pt x="1357" y="573"/>
                </a:lnTo>
                <a:cubicBezTo>
                  <a:pt x="1325" y="573"/>
                  <a:pt x="1294" y="569"/>
                  <a:pt x="1262" y="566"/>
                </a:cubicBezTo>
                <a:cubicBezTo>
                  <a:pt x="1219" y="562"/>
                  <a:pt x="1176" y="562"/>
                  <a:pt x="1136" y="553"/>
                </a:cubicBezTo>
                <a:cubicBezTo>
                  <a:pt x="1120" y="549"/>
                  <a:pt x="1109" y="546"/>
                  <a:pt x="1096" y="546"/>
                </a:cubicBezTo>
                <a:cubicBezTo>
                  <a:pt x="1089" y="546"/>
                  <a:pt x="1081" y="546"/>
                  <a:pt x="1077" y="542"/>
                </a:cubicBezTo>
                <a:cubicBezTo>
                  <a:pt x="1065" y="533"/>
                  <a:pt x="1069" y="518"/>
                  <a:pt x="1069" y="506"/>
                </a:cubicBezTo>
                <a:cubicBezTo>
                  <a:pt x="1069" y="491"/>
                  <a:pt x="1065" y="475"/>
                  <a:pt x="1061" y="459"/>
                </a:cubicBezTo>
                <a:cubicBezTo>
                  <a:pt x="1061" y="439"/>
                  <a:pt x="1065" y="424"/>
                  <a:pt x="1069" y="404"/>
                </a:cubicBezTo>
                <a:cubicBezTo>
                  <a:pt x="1073" y="388"/>
                  <a:pt x="1077" y="373"/>
                  <a:pt x="1077" y="356"/>
                </a:cubicBezTo>
                <a:lnTo>
                  <a:pt x="1077" y="302"/>
                </a:lnTo>
                <a:cubicBezTo>
                  <a:pt x="1081" y="285"/>
                  <a:pt x="1085" y="266"/>
                  <a:pt x="1085" y="249"/>
                </a:cubicBezTo>
                <a:cubicBezTo>
                  <a:pt x="1089" y="226"/>
                  <a:pt x="1085" y="207"/>
                  <a:pt x="1089" y="187"/>
                </a:cubicBezTo>
                <a:cubicBezTo>
                  <a:pt x="1093" y="167"/>
                  <a:pt x="1093" y="151"/>
                  <a:pt x="1096" y="131"/>
                </a:cubicBezTo>
                <a:cubicBezTo>
                  <a:pt x="1101" y="112"/>
                  <a:pt x="1105" y="96"/>
                  <a:pt x="1109" y="76"/>
                </a:cubicBezTo>
                <a:cubicBezTo>
                  <a:pt x="1109" y="56"/>
                  <a:pt x="1109" y="21"/>
                  <a:pt x="1089" y="5"/>
                </a:cubicBezTo>
                <a:cubicBezTo>
                  <a:pt x="1084" y="2"/>
                  <a:pt x="1079" y="1"/>
                  <a:pt x="1074" y="1"/>
                </a:cubicBezTo>
                <a:close/>
              </a:path>
            </a:pathLst>
          </a:custGeom>
          <a:solidFill>
            <a:schemeClr val="accent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26"/>
          <p:cNvSpPr/>
          <p:nvPr/>
        </p:nvSpPr>
        <p:spPr>
          <a:xfrm rot="1622827">
            <a:off x="94206" y="9406212"/>
            <a:ext cx="845837" cy="617730"/>
          </a:xfrm>
          <a:custGeom>
            <a:rect b="b" l="l" r="r" t="t"/>
            <a:pathLst>
              <a:path extrusionOk="0" h="1308" w="1791">
                <a:moveTo>
                  <a:pt x="1141" y="1"/>
                </a:moveTo>
                <a:cubicBezTo>
                  <a:pt x="1135" y="1"/>
                  <a:pt x="1129" y="3"/>
                  <a:pt x="1124" y="6"/>
                </a:cubicBezTo>
                <a:cubicBezTo>
                  <a:pt x="951" y="195"/>
                  <a:pt x="797" y="408"/>
                  <a:pt x="675" y="633"/>
                </a:cubicBezTo>
                <a:cubicBezTo>
                  <a:pt x="576" y="428"/>
                  <a:pt x="478" y="226"/>
                  <a:pt x="379" y="22"/>
                </a:cubicBezTo>
                <a:cubicBezTo>
                  <a:pt x="375" y="14"/>
                  <a:pt x="368" y="10"/>
                  <a:pt x="361" y="10"/>
                </a:cubicBezTo>
                <a:cubicBezTo>
                  <a:pt x="354" y="10"/>
                  <a:pt x="347" y="14"/>
                  <a:pt x="344" y="22"/>
                </a:cubicBezTo>
                <a:cubicBezTo>
                  <a:pt x="273" y="183"/>
                  <a:pt x="209" y="349"/>
                  <a:pt x="158" y="518"/>
                </a:cubicBezTo>
                <a:cubicBezTo>
                  <a:pt x="134" y="589"/>
                  <a:pt x="0" y="873"/>
                  <a:pt x="44" y="944"/>
                </a:cubicBezTo>
                <a:cubicBezTo>
                  <a:pt x="47" y="959"/>
                  <a:pt x="67" y="964"/>
                  <a:pt x="80" y="968"/>
                </a:cubicBezTo>
                <a:cubicBezTo>
                  <a:pt x="331" y="1039"/>
                  <a:pt x="580" y="1101"/>
                  <a:pt x="833" y="1161"/>
                </a:cubicBezTo>
                <a:cubicBezTo>
                  <a:pt x="1010" y="1201"/>
                  <a:pt x="1183" y="1236"/>
                  <a:pt x="1361" y="1272"/>
                </a:cubicBezTo>
                <a:cubicBezTo>
                  <a:pt x="1396" y="1277"/>
                  <a:pt x="1514" y="1308"/>
                  <a:pt x="1585" y="1308"/>
                </a:cubicBezTo>
                <a:cubicBezTo>
                  <a:pt x="1609" y="1308"/>
                  <a:pt x="1628" y="1304"/>
                  <a:pt x="1637" y="1295"/>
                </a:cubicBezTo>
                <a:cubicBezTo>
                  <a:pt x="1656" y="1279"/>
                  <a:pt x="1656" y="1248"/>
                  <a:pt x="1656" y="1220"/>
                </a:cubicBezTo>
                <a:cubicBezTo>
                  <a:pt x="1661" y="924"/>
                  <a:pt x="1779" y="637"/>
                  <a:pt x="1791" y="337"/>
                </a:cubicBezTo>
                <a:lnTo>
                  <a:pt x="1791" y="337"/>
                </a:lnTo>
                <a:cubicBezTo>
                  <a:pt x="1625" y="463"/>
                  <a:pt x="1467" y="597"/>
                  <a:pt x="1294" y="715"/>
                </a:cubicBezTo>
                <a:cubicBezTo>
                  <a:pt x="1321" y="621"/>
                  <a:pt x="1230" y="502"/>
                  <a:pt x="1207" y="412"/>
                </a:cubicBezTo>
                <a:cubicBezTo>
                  <a:pt x="1175" y="282"/>
                  <a:pt x="1159" y="151"/>
                  <a:pt x="1159" y="18"/>
                </a:cubicBezTo>
                <a:cubicBezTo>
                  <a:pt x="1159" y="6"/>
                  <a:pt x="1150" y="1"/>
                  <a:pt x="1141" y="1"/>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26"/>
          <p:cNvSpPr/>
          <p:nvPr/>
        </p:nvSpPr>
        <p:spPr>
          <a:xfrm rot="10800000">
            <a:off x="1318511" y="9443848"/>
            <a:ext cx="233400" cy="233400"/>
          </a:xfrm>
          <a:prstGeom prst="ellipse">
            <a:avLst/>
          </a:pr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26"/>
          <p:cNvSpPr/>
          <p:nvPr/>
        </p:nvSpPr>
        <p:spPr>
          <a:xfrm rot="10800000">
            <a:off x="605136" y="7851236"/>
            <a:ext cx="233400" cy="233400"/>
          </a:xfrm>
          <a:prstGeom prst="ellipse">
            <a:avLst/>
          </a:pr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26"/>
          <p:cNvSpPr/>
          <p:nvPr/>
        </p:nvSpPr>
        <p:spPr>
          <a:xfrm rot="10800000">
            <a:off x="245836" y="8673548"/>
            <a:ext cx="233400" cy="233400"/>
          </a:xfrm>
          <a:prstGeom prst="ellipse">
            <a:avLst/>
          </a:pr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26"/>
          <p:cNvSpPr/>
          <p:nvPr/>
        </p:nvSpPr>
        <p:spPr>
          <a:xfrm flipH="1">
            <a:off x="245836" y="4883173"/>
            <a:ext cx="56375" cy="2663275"/>
          </a:xfrm>
          <a:custGeom>
            <a:rect b="b" l="l" r="r" t="t"/>
            <a:pathLst>
              <a:path extrusionOk="0" h="106531" w="2255">
                <a:moveTo>
                  <a:pt x="1515" y="0"/>
                </a:moveTo>
                <a:cubicBezTo>
                  <a:pt x="649" y="35503"/>
                  <a:pt x="4406" y="71291"/>
                  <a:pt x="0" y="106531"/>
                </a:cubicBezTo>
              </a:path>
            </a:pathLst>
          </a:custGeom>
          <a:noFill/>
          <a:ln cap="flat" cmpd="sng" w="28575">
            <a:solidFill>
              <a:schemeClr val="dk1"/>
            </a:solidFill>
            <a:prstDash val="solid"/>
            <a:round/>
            <a:headEnd len="med" w="med" type="none"/>
            <a:tailEnd len="med" w="med" type="none"/>
          </a:ln>
        </p:spPr>
      </p:sp>
      <p:sp>
        <p:nvSpPr>
          <p:cNvPr id="662" name="Google Shape;662;p26"/>
          <p:cNvSpPr/>
          <p:nvPr/>
        </p:nvSpPr>
        <p:spPr>
          <a:xfrm flipH="1">
            <a:off x="455286" y="6486173"/>
            <a:ext cx="23625" cy="795200"/>
          </a:xfrm>
          <a:custGeom>
            <a:rect b="b" l="l" r="r" t="t"/>
            <a:pathLst>
              <a:path extrusionOk="0" h="31808" w="945">
                <a:moveTo>
                  <a:pt x="505" y="0"/>
                </a:moveTo>
                <a:cubicBezTo>
                  <a:pt x="1386" y="10567"/>
                  <a:pt x="0" y="21204"/>
                  <a:pt x="0" y="31808"/>
                </a:cubicBezTo>
              </a:path>
            </a:pathLst>
          </a:custGeom>
          <a:noFill/>
          <a:ln cap="flat" cmpd="sng" w="28575">
            <a:solidFill>
              <a:schemeClr val="dk1"/>
            </a:solidFill>
            <a:prstDash val="solid"/>
            <a:round/>
            <a:headEnd len="med" w="med" type="none"/>
            <a:tailEnd len="med" w="med" type="none"/>
          </a:ln>
        </p:spPr>
      </p:sp>
      <p:sp>
        <p:nvSpPr>
          <p:cNvPr id="663" name="Google Shape;663;p26"/>
          <p:cNvSpPr/>
          <p:nvPr/>
        </p:nvSpPr>
        <p:spPr>
          <a:xfrm flipH="1">
            <a:off x="605136" y="5804598"/>
            <a:ext cx="88350" cy="1476775"/>
          </a:xfrm>
          <a:custGeom>
            <a:rect b="b" l="l" r="r" t="t"/>
            <a:pathLst>
              <a:path extrusionOk="0" h="59071" w="3534">
                <a:moveTo>
                  <a:pt x="0" y="0"/>
                </a:moveTo>
                <a:cubicBezTo>
                  <a:pt x="1037" y="19698"/>
                  <a:pt x="3534" y="39345"/>
                  <a:pt x="3534" y="59071"/>
                </a:cubicBezTo>
              </a:path>
            </a:pathLst>
          </a:custGeom>
          <a:noFill/>
          <a:ln cap="flat" cmpd="sng" w="28575">
            <a:solidFill>
              <a:schemeClr val="dk1"/>
            </a:solidFill>
            <a:prstDash val="solid"/>
            <a:round/>
            <a:headEnd len="med" w="med" type="none"/>
            <a:tailEnd len="med" w="med" type="none"/>
          </a:ln>
        </p:spPr>
      </p:sp>
      <p:sp>
        <p:nvSpPr>
          <p:cNvPr id="664" name="Google Shape;664;p26"/>
          <p:cNvSpPr/>
          <p:nvPr/>
        </p:nvSpPr>
        <p:spPr>
          <a:xfrm rot="-10651105">
            <a:off x="9916250" y="2881690"/>
            <a:ext cx="138855" cy="2158457"/>
          </a:xfrm>
          <a:custGeom>
            <a:rect b="b" l="l" r="r" t="t"/>
            <a:pathLst>
              <a:path extrusionOk="0" h="86335" w="5554">
                <a:moveTo>
                  <a:pt x="0" y="0"/>
                </a:moveTo>
                <a:cubicBezTo>
                  <a:pt x="1919" y="28774"/>
                  <a:pt x="5554" y="57497"/>
                  <a:pt x="5554" y="86335"/>
                </a:cubicBezTo>
              </a:path>
            </a:pathLst>
          </a:custGeom>
          <a:noFill/>
          <a:ln cap="flat" cmpd="sng" w="28575">
            <a:solidFill>
              <a:schemeClr val="dk1"/>
            </a:solidFill>
            <a:prstDash val="solid"/>
            <a:round/>
            <a:headEnd len="med" w="med" type="none"/>
            <a:tailEnd len="med" w="med" type="none"/>
          </a:ln>
        </p:spPr>
      </p:sp>
      <p:sp>
        <p:nvSpPr>
          <p:cNvPr id="665" name="Google Shape;665;p26"/>
          <p:cNvSpPr/>
          <p:nvPr/>
        </p:nvSpPr>
        <p:spPr>
          <a:xfrm rot="-10651105">
            <a:off x="9791142" y="4310965"/>
            <a:ext cx="39176" cy="1123393"/>
          </a:xfrm>
          <a:custGeom>
            <a:rect b="b" l="l" r="r" t="t"/>
            <a:pathLst>
              <a:path extrusionOk="0" h="44934" w="1567">
                <a:moveTo>
                  <a:pt x="557" y="0"/>
                </a:moveTo>
                <a:cubicBezTo>
                  <a:pt x="-1098" y="14890"/>
                  <a:pt x="1567" y="29952"/>
                  <a:pt x="1567" y="44934"/>
                </a:cubicBezTo>
              </a:path>
            </a:pathLst>
          </a:custGeom>
          <a:noFill/>
          <a:ln cap="flat" cmpd="sng" w="28575">
            <a:solidFill>
              <a:schemeClr val="dk1"/>
            </a:solidFill>
            <a:prstDash val="solid"/>
            <a:round/>
            <a:headEnd len="med" w="med" type="none"/>
            <a:tailEnd len="med" w="med" type="none"/>
          </a:ln>
        </p:spPr>
      </p:sp>
      <p:sp>
        <p:nvSpPr>
          <p:cNvPr id="666" name="Google Shape;666;p26"/>
          <p:cNvSpPr/>
          <p:nvPr/>
        </p:nvSpPr>
        <p:spPr>
          <a:xfrm rot="10800000">
            <a:off x="9860811" y="1234898"/>
            <a:ext cx="233400" cy="233400"/>
          </a:xfrm>
          <a:prstGeom prst="ellipse">
            <a:avLst/>
          </a:pr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26"/>
          <p:cNvSpPr/>
          <p:nvPr/>
        </p:nvSpPr>
        <p:spPr>
          <a:xfrm rot="10800000">
            <a:off x="9558099" y="2090086"/>
            <a:ext cx="233400" cy="233400"/>
          </a:xfrm>
          <a:prstGeom prst="ellipse">
            <a:avLst/>
          </a:pr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26"/>
          <p:cNvSpPr/>
          <p:nvPr/>
        </p:nvSpPr>
        <p:spPr>
          <a:xfrm rot="10800000">
            <a:off x="8558761" y="275598"/>
            <a:ext cx="233400" cy="233400"/>
          </a:xfrm>
          <a:prstGeom prst="ellipse">
            <a:avLst/>
          </a:pr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69" name="Google Shape;669;p26"/>
          <p:cNvGrpSpPr/>
          <p:nvPr/>
        </p:nvGrpSpPr>
        <p:grpSpPr>
          <a:xfrm rot="6181261">
            <a:off x="-1309620" y="122061"/>
            <a:ext cx="2448691" cy="2125424"/>
            <a:chOff x="1322124" y="4079650"/>
            <a:chExt cx="3420400" cy="2968851"/>
          </a:xfrm>
        </p:grpSpPr>
        <p:sp>
          <p:nvSpPr>
            <p:cNvPr id="670" name="Google Shape;670;p26"/>
            <p:cNvSpPr/>
            <p:nvPr/>
          </p:nvSpPr>
          <p:spPr>
            <a:xfrm>
              <a:off x="1322124" y="4377475"/>
              <a:ext cx="3420400" cy="2671026"/>
            </a:xfrm>
            <a:custGeom>
              <a:rect b="b" l="l" r="r" t="t"/>
              <a:pathLst>
                <a:path extrusionOk="0" h="2556" w="3273">
                  <a:moveTo>
                    <a:pt x="228" y="0"/>
                  </a:moveTo>
                  <a:cubicBezTo>
                    <a:pt x="244" y="548"/>
                    <a:pt x="157" y="1345"/>
                    <a:pt x="0" y="2331"/>
                  </a:cubicBezTo>
                  <a:lnTo>
                    <a:pt x="3040" y="2555"/>
                  </a:lnTo>
                  <a:cubicBezTo>
                    <a:pt x="3186" y="1767"/>
                    <a:pt x="3273" y="998"/>
                    <a:pt x="3269" y="257"/>
                  </a:cubicBezTo>
                  <a:lnTo>
                    <a:pt x="3143" y="249"/>
                  </a:lnTo>
                  <a:lnTo>
                    <a:pt x="3143" y="249"/>
                  </a:lnTo>
                  <a:cubicBezTo>
                    <a:pt x="3154" y="320"/>
                    <a:pt x="3115" y="402"/>
                    <a:pt x="3020" y="402"/>
                  </a:cubicBezTo>
                  <a:cubicBezTo>
                    <a:pt x="2918" y="402"/>
                    <a:pt x="2878" y="304"/>
                    <a:pt x="2902" y="229"/>
                  </a:cubicBezTo>
                  <a:lnTo>
                    <a:pt x="2674" y="209"/>
                  </a:lnTo>
                  <a:lnTo>
                    <a:pt x="2674" y="209"/>
                  </a:lnTo>
                  <a:cubicBezTo>
                    <a:pt x="2677" y="213"/>
                    <a:pt x="2677" y="222"/>
                    <a:pt x="2677" y="229"/>
                  </a:cubicBezTo>
                  <a:lnTo>
                    <a:pt x="2677" y="237"/>
                  </a:lnTo>
                  <a:cubicBezTo>
                    <a:pt x="2677" y="261"/>
                    <a:pt x="2670" y="280"/>
                    <a:pt x="2657" y="300"/>
                  </a:cubicBezTo>
                  <a:cubicBezTo>
                    <a:pt x="2654" y="312"/>
                    <a:pt x="2646" y="320"/>
                    <a:pt x="2638" y="328"/>
                  </a:cubicBezTo>
                  <a:cubicBezTo>
                    <a:pt x="2622" y="344"/>
                    <a:pt x="2603" y="355"/>
                    <a:pt x="2583" y="364"/>
                  </a:cubicBezTo>
                  <a:lnTo>
                    <a:pt x="2547" y="367"/>
                  </a:lnTo>
                  <a:cubicBezTo>
                    <a:pt x="2528" y="367"/>
                    <a:pt x="2512" y="364"/>
                    <a:pt x="2496" y="355"/>
                  </a:cubicBezTo>
                  <a:cubicBezTo>
                    <a:pt x="2480" y="351"/>
                    <a:pt x="2468" y="340"/>
                    <a:pt x="2457" y="328"/>
                  </a:cubicBezTo>
                  <a:cubicBezTo>
                    <a:pt x="2441" y="316"/>
                    <a:pt x="2433" y="304"/>
                    <a:pt x="2428" y="288"/>
                  </a:cubicBezTo>
                  <a:cubicBezTo>
                    <a:pt x="2421" y="273"/>
                    <a:pt x="2417" y="253"/>
                    <a:pt x="2417" y="237"/>
                  </a:cubicBezTo>
                  <a:lnTo>
                    <a:pt x="2417" y="229"/>
                  </a:lnTo>
                  <a:cubicBezTo>
                    <a:pt x="2417" y="213"/>
                    <a:pt x="2421" y="202"/>
                    <a:pt x="2425" y="186"/>
                  </a:cubicBezTo>
                  <a:lnTo>
                    <a:pt x="2208" y="170"/>
                  </a:lnTo>
                  <a:lnTo>
                    <a:pt x="2208" y="170"/>
                  </a:lnTo>
                  <a:cubicBezTo>
                    <a:pt x="2228" y="245"/>
                    <a:pt x="2188" y="335"/>
                    <a:pt x="2090" y="335"/>
                  </a:cubicBezTo>
                  <a:cubicBezTo>
                    <a:pt x="1979" y="335"/>
                    <a:pt x="1940" y="225"/>
                    <a:pt x="1975" y="151"/>
                  </a:cubicBezTo>
                  <a:lnTo>
                    <a:pt x="1660" y="122"/>
                  </a:lnTo>
                  <a:lnTo>
                    <a:pt x="1660" y="122"/>
                  </a:lnTo>
                  <a:cubicBezTo>
                    <a:pt x="1684" y="198"/>
                    <a:pt x="1644" y="293"/>
                    <a:pt x="1542" y="293"/>
                  </a:cubicBezTo>
                  <a:cubicBezTo>
                    <a:pt x="1431" y="293"/>
                    <a:pt x="1396" y="182"/>
                    <a:pt x="1431" y="103"/>
                  </a:cubicBezTo>
                  <a:lnTo>
                    <a:pt x="1171" y="84"/>
                  </a:lnTo>
                  <a:lnTo>
                    <a:pt x="1171" y="84"/>
                  </a:lnTo>
                  <a:cubicBezTo>
                    <a:pt x="1183" y="155"/>
                    <a:pt x="1140" y="237"/>
                    <a:pt x="1049" y="237"/>
                  </a:cubicBezTo>
                  <a:cubicBezTo>
                    <a:pt x="946" y="237"/>
                    <a:pt x="907" y="138"/>
                    <a:pt x="930" y="60"/>
                  </a:cubicBezTo>
                  <a:lnTo>
                    <a:pt x="678" y="40"/>
                  </a:lnTo>
                  <a:cubicBezTo>
                    <a:pt x="678" y="107"/>
                    <a:pt x="635" y="170"/>
                    <a:pt x="552" y="170"/>
                  </a:cubicBezTo>
                  <a:cubicBezTo>
                    <a:pt x="461" y="170"/>
                    <a:pt x="417" y="91"/>
                    <a:pt x="430" y="20"/>
                  </a:cubicBezTo>
                  <a:lnTo>
                    <a:pt x="228" y="0"/>
                  </a:lnTo>
                  <a:close/>
                </a:path>
              </a:pathLst>
            </a:custGeom>
            <a:solidFill>
              <a:schemeClr val="accent5"/>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26"/>
            <p:cNvSpPr/>
            <p:nvPr/>
          </p:nvSpPr>
          <p:spPr>
            <a:xfrm>
              <a:off x="3019260" y="4421365"/>
              <a:ext cx="391888" cy="506826"/>
            </a:xfrm>
            <a:custGeom>
              <a:rect b="b" l="l" r="r" t="t"/>
              <a:pathLst>
                <a:path extrusionOk="0" h="485" w="375">
                  <a:moveTo>
                    <a:pt x="26" y="0"/>
                  </a:moveTo>
                  <a:cubicBezTo>
                    <a:pt x="21" y="0"/>
                    <a:pt x="16" y="2"/>
                    <a:pt x="12" y="6"/>
                  </a:cubicBezTo>
                  <a:cubicBezTo>
                    <a:pt x="0" y="9"/>
                    <a:pt x="0" y="25"/>
                    <a:pt x="9" y="33"/>
                  </a:cubicBezTo>
                  <a:lnTo>
                    <a:pt x="331" y="475"/>
                  </a:lnTo>
                  <a:cubicBezTo>
                    <a:pt x="336" y="482"/>
                    <a:pt x="341" y="485"/>
                    <a:pt x="347" y="485"/>
                  </a:cubicBezTo>
                  <a:cubicBezTo>
                    <a:pt x="352" y="485"/>
                    <a:pt x="358" y="483"/>
                    <a:pt x="363" y="479"/>
                  </a:cubicBezTo>
                  <a:cubicBezTo>
                    <a:pt x="371" y="475"/>
                    <a:pt x="375" y="459"/>
                    <a:pt x="367" y="451"/>
                  </a:cubicBezTo>
                  <a:lnTo>
                    <a:pt x="40" y="9"/>
                  </a:lnTo>
                  <a:cubicBezTo>
                    <a:pt x="38" y="3"/>
                    <a:pt x="32" y="0"/>
                    <a:pt x="2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p26"/>
            <p:cNvSpPr/>
            <p:nvPr/>
          </p:nvSpPr>
          <p:spPr>
            <a:xfrm>
              <a:off x="2779947" y="4154890"/>
              <a:ext cx="755560" cy="640587"/>
            </a:xfrm>
            <a:custGeom>
              <a:rect b="b" l="l" r="r" t="t"/>
              <a:pathLst>
                <a:path extrusionOk="0" h="613" w="723">
                  <a:moveTo>
                    <a:pt x="311" y="0"/>
                  </a:moveTo>
                  <a:cubicBezTo>
                    <a:pt x="154" y="0"/>
                    <a:pt x="19" y="127"/>
                    <a:pt x="9" y="300"/>
                  </a:cubicBezTo>
                  <a:cubicBezTo>
                    <a:pt x="1" y="422"/>
                    <a:pt x="87" y="561"/>
                    <a:pt x="210" y="596"/>
                  </a:cubicBezTo>
                  <a:cubicBezTo>
                    <a:pt x="249" y="606"/>
                    <a:pt x="286" y="612"/>
                    <a:pt x="323" y="612"/>
                  </a:cubicBezTo>
                  <a:cubicBezTo>
                    <a:pt x="384" y="612"/>
                    <a:pt x="442" y="596"/>
                    <a:pt x="494" y="557"/>
                  </a:cubicBezTo>
                  <a:cubicBezTo>
                    <a:pt x="722" y="387"/>
                    <a:pt x="596" y="87"/>
                    <a:pt x="418" y="20"/>
                  </a:cubicBezTo>
                  <a:cubicBezTo>
                    <a:pt x="382" y="6"/>
                    <a:pt x="346" y="0"/>
                    <a:pt x="311" y="0"/>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p26"/>
            <p:cNvSpPr/>
            <p:nvPr/>
          </p:nvSpPr>
          <p:spPr>
            <a:xfrm>
              <a:off x="2751731" y="4079650"/>
              <a:ext cx="638516" cy="558031"/>
            </a:xfrm>
            <a:custGeom>
              <a:rect b="b" l="l" r="r" t="t"/>
              <a:pathLst>
                <a:path extrusionOk="0" h="534" w="611">
                  <a:moveTo>
                    <a:pt x="247" y="0"/>
                  </a:moveTo>
                  <a:cubicBezTo>
                    <a:pt x="117" y="0"/>
                    <a:pt x="10" y="106"/>
                    <a:pt x="4" y="254"/>
                  </a:cubicBezTo>
                  <a:cubicBezTo>
                    <a:pt x="1" y="360"/>
                    <a:pt x="79" y="483"/>
                    <a:pt x="181" y="518"/>
                  </a:cubicBezTo>
                  <a:cubicBezTo>
                    <a:pt x="214" y="528"/>
                    <a:pt x="246" y="534"/>
                    <a:pt x="277" y="534"/>
                  </a:cubicBezTo>
                  <a:cubicBezTo>
                    <a:pt x="328" y="534"/>
                    <a:pt x="377" y="519"/>
                    <a:pt x="422" y="487"/>
                  </a:cubicBezTo>
                  <a:cubicBezTo>
                    <a:pt x="611" y="345"/>
                    <a:pt x="497" y="81"/>
                    <a:pt x="347" y="21"/>
                  </a:cubicBezTo>
                  <a:cubicBezTo>
                    <a:pt x="313" y="7"/>
                    <a:pt x="279" y="0"/>
                    <a:pt x="247" y="0"/>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26"/>
            <p:cNvSpPr/>
            <p:nvPr/>
          </p:nvSpPr>
          <p:spPr>
            <a:xfrm>
              <a:off x="1802840" y="5085985"/>
              <a:ext cx="2642894" cy="248711"/>
            </a:xfrm>
            <a:custGeom>
              <a:rect b="b" l="l" r="r" t="t"/>
              <a:pathLst>
                <a:path extrusionOk="0" h="238" w="2529">
                  <a:moveTo>
                    <a:pt x="13" y="1"/>
                  </a:moveTo>
                  <a:cubicBezTo>
                    <a:pt x="9" y="1"/>
                    <a:pt x="5" y="5"/>
                    <a:pt x="1" y="12"/>
                  </a:cubicBezTo>
                  <a:cubicBezTo>
                    <a:pt x="1" y="17"/>
                    <a:pt x="5" y="24"/>
                    <a:pt x="13" y="24"/>
                  </a:cubicBezTo>
                  <a:lnTo>
                    <a:pt x="186" y="41"/>
                  </a:lnTo>
                  <a:cubicBezTo>
                    <a:pt x="190" y="41"/>
                    <a:pt x="199" y="36"/>
                    <a:pt x="199" y="28"/>
                  </a:cubicBezTo>
                  <a:cubicBezTo>
                    <a:pt x="199" y="24"/>
                    <a:pt x="194" y="17"/>
                    <a:pt x="186" y="17"/>
                  </a:cubicBezTo>
                  <a:lnTo>
                    <a:pt x="13" y="1"/>
                  </a:lnTo>
                  <a:close/>
                  <a:moveTo>
                    <a:pt x="360" y="32"/>
                  </a:moveTo>
                  <a:cubicBezTo>
                    <a:pt x="356" y="32"/>
                    <a:pt x="352" y="36"/>
                    <a:pt x="348" y="41"/>
                  </a:cubicBezTo>
                  <a:cubicBezTo>
                    <a:pt x="348" y="48"/>
                    <a:pt x="352" y="52"/>
                    <a:pt x="360" y="52"/>
                  </a:cubicBezTo>
                  <a:lnTo>
                    <a:pt x="534" y="68"/>
                  </a:lnTo>
                  <a:cubicBezTo>
                    <a:pt x="541" y="68"/>
                    <a:pt x="545" y="64"/>
                    <a:pt x="545" y="59"/>
                  </a:cubicBezTo>
                  <a:cubicBezTo>
                    <a:pt x="545" y="52"/>
                    <a:pt x="541" y="48"/>
                    <a:pt x="534" y="48"/>
                  </a:cubicBezTo>
                  <a:lnTo>
                    <a:pt x="360" y="32"/>
                  </a:lnTo>
                  <a:close/>
                  <a:moveTo>
                    <a:pt x="707" y="59"/>
                  </a:moveTo>
                  <a:cubicBezTo>
                    <a:pt x="703" y="59"/>
                    <a:pt x="699" y="64"/>
                    <a:pt x="699" y="72"/>
                  </a:cubicBezTo>
                  <a:cubicBezTo>
                    <a:pt x="696" y="76"/>
                    <a:pt x="703" y="83"/>
                    <a:pt x="707" y="83"/>
                  </a:cubicBezTo>
                  <a:lnTo>
                    <a:pt x="880" y="99"/>
                  </a:lnTo>
                  <a:cubicBezTo>
                    <a:pt x="889" y="99"/>
                    <a:pt x="892" y="95"/>
                    <a:pt x="892" y="88"/>
                  </a:cubicBezTo>
                  <a:cubicBezTo>
                    <a:pt x="892" y="83"/>
                    <a:pt x="889" y="76"/>
                    <a:pt x="885" y="76"/>
                  </a:cubicBezTo>
                  <a:lnTo>
                    <a:pt x="707" y="59"/>
                  </a:lnTo>
                  <a:close/>
                  <a:moveTo>
                    <a:pt x="1058" y="92"/>
                  </a:moveTo>
                  <a:cubicBezTo>
                    <a:pt x="1050" y="92"/>
                    <a:pt x="1046" y="95"/>
                    <a:pt x="1046" y="99"/>
                  </a:cubicBezTo>
                  <a:cubicBezTo>
                    <a:pt x="1042" y="107"/>
                    <a:pt x="1050" y="112"/>
                    <a:pt x="1054" y="112"/>
                  </a:cubicBezTo>
                  <a:lnTo>
                    <a:pt x="1227" y="127"/>
                  </a:lnTo>
                  <a:cubicBezTo>
                    <a:pt x="1235" y="127"/>
                    <a:pt x="1240" y="123"/>
                    <a:pt x="1240" y="119"/>
                  </a:cubicBezTo>
                  <a:cubicBezTo>
                    <a:pt x="1240" y="112"/>
                    <a:pt x="1235" y="107"/>
                    <a:pt x="1231" y="107"/>
                  </a:cubicBezTo>
                  <a:lnTo>
                    <a:pt x="1058" y="92"/>
                  </a:lnTo>
                  <a:close/>
                  <a:moveTo>
                    <a:pt x="1405" y="119"/>
                  </a:moveTo>
                  <a:cubicBezTo>
                    <a:pt x="1397" y="119"/>
                    <a:pt x="1393" y="123"/>
                    <a:pt x="1393" y="130"/>
                  </a:cubicBezTo>
                  <a:cubicBezTo>
                    <a:pt x="1393" y="139"/>
                    <a:pt x="1397" y="143"/>
                    <a:pt x="1401" y="143"/>
                  </a:cubicBezTo>
                  <a:lnTo>
                    <a:pt x="1575" y="159"/>
                  </a:lnTo>
                  <a:cubicBezTo>
                    <a:pt x="1582" y="159"/>
                    <a:pt x="1586" y="154"/>
                    <a:pt x="1586" y="147"/>
                  </a:cubicBezTo>
                  <a:cubicBezTo>
                    <a:pt x="1586" y="143"/>
                    <a:pt x="1582" y="135"/>
                    <a:pt x="1579" y="135"/>
                  </a:cubicBezTo>
                  <a:lnTo>
                    <a:pt x="1405" y="119"/>
                  </a:lnTo>
                  <a:close/>
                  <a:moveTo>
                    <a:pt x="1752" y="150"/>
                  </a:moveTo>
                  <a:cubicBezTo>
                    <a:pt x="1744" y="150"/>
                    <a:pt x="1740" y="154"/>
                    <a:pt x="1740" y="163"/>
                  </a:cubicBezTo>
                  <a:cubicBezTo>
                    <a:pt x="1740" y="166"/>
                    <a:pt x="1744" y="170"/>
                    <a:pt x="1748" y="170"/>
                  </a:cubicBezTo>
                  <a:lnTo>
                    <a:pt x="1921" y="186"/>
                  </a:lnTo>
                  <a:cubicBezTo>
                    <a:pt x="1930" y="186"/>
                    <a:pt x="1933" y="182"/>
                    <a:pt x="1933" y="178"/>
                  </a:cubicBezTo>
                  <a:cubicBezTo>
                    <a:pt x="1933" y="170"/>
                    <a:pt x="1930" y="166"/>
                    <a:pt x="1926" y="166"/>
                  </a:cubicBezTo>
                  <a:lnTo>
                    <a:pt x="1752" y="150"/>
                  </a:lnTo>
                  <a:close/>
                  <a:moveTo>
                    <a:pt x="2095" y="181"/>
                  </a:moveTo>
                  <a:cubicBezTo>
                    <a:pt x="2090" y="181"/>
                    <a:pt x="2087" y="187"/>
                    <a:pt x="2087" y="190"/>
                  </a:cubicBezTo>
                  <a:cubicBezTo>
                    <a:pt x="2087" y="198"/>
                    <a:pt x="2091" y="201"/>
                    <a:pt x="2095" y="201"/>
                  </a:cubicBezTo>
                  <a:lnTo>
                    <a:pt x="2268" y="218"/>
                  </a:lnTo>
                  <a:cubicBezTo>
                    <a:pt x="2276" y="218"/>
                    <a:pt x="2281" y="214"/>
                    <a:pt x="2281" y="206"/>
                  </a:cubicBezTo>
                  <a:cubicBezTo>
                    <a:pt x="2281" y="201"/>
                    <a:pt x="2276" y="194"/>
                    <a:pt x="2272" y="194"/>
                  </a:cubicBezTo>
                  <a:lnTo>
                    <a:pt x="2099" y="182"/>
                  </a:lnTo>
                  <a:cubicBezTo>
                    <a:pt x="2097" y="182"/>
                    <a:pt x="2096" y="181"/>
                    <a:pt x="2095" y="181"/>
                  </a:cubicBezTo>
                  <a:close/>
                  <a:moveTo>
                    <a:pt x="2446" y="210"/>
                  </a:moveTo>
                  <a:cubicBezTo>
                    <a:pt x="2438" y="210"/>
                    <a:pt x="2434" y="214"/>
                    <a:pt x="2434" y="221"/>
                  </a:cubicBezTo>
                  <a:cubicBezTo>
                    <a:pt x="2434" y="225"/>
                    <a:pt x="2438" y="230"/>
                    <a:pt x="2442" y="234"/>
                  </a:cubicBezTo>
                  <a:lnTo>
                    <a:pt x="2517" y="237"/>
                  </a:lnTo>
                  <a:cubicBezTo>
                    <a:pt x="2521" y="237"/>
                    <a:pt x="2525" y="234"/>
                    <a:pt x="2529" y="230"/>
                  </a:cubicBezTo>
                  <a:cubicBezTo>
                    <a:pt x="2529" y="221"/>
                    <a:pt x="2525" y="218"/>
                    <a:pt x="2517" y="218"/>
                  </a:cubicBezTo>
                  <a:lnTo>
                    <a:pt x="2446" y="210"/>
                  </a:lnTo>
                  <a:close/>
                </a:path>
              </a:pathLst>
            </a:cu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26"/>
            <p:cNvSpPr/>
            <p:nvPr/>
          </p:nvSpPr>
          <p:spPr>
            <a:xfrm>
              <a:off x="1778804" y="5539515"/>
              <a:ext cx="2646029" cy="177650"/>
            </a:xfrm>
            <a:custGeom>
              <a:rect b="b" l="l" r="r" t="t"/>
              <a:pathLst>
                <a:path extrusionOk="0" h="170" w="2532">
                  <a:moveTo>
                    <a:pt x="13" y="0"/>
                  </a:moveTo>
                  <a:cubicBezTo>
                    <a:pt x="4" y="0"/>
                    <a:pt x="0" y="9"/>
                    <a:pt x="0" y="13"/>
                  </a:cubicBezTo>
                  <a:cubicBezTo>
                    <a:pt x="0" y="20"/>
                    <a:pt x="4" y="24"/>
                    <a:pt x="13" y="24"/>
                  </a:cubicBezTo>
                  <a:lnTo>
                    <a:pt x="186" y="36"/>
                  </a:lnTo>
                  <a:cubicBezTo>
                    <a:pt x="190" y="36"/>
                    <a:pt x="193" y="28"/>
                    <a:pt x="198" y="24"/>
                  </a:cubicBezTo>
                  <a:cubicBezTo>
                    <a:pt x="198" y="16"/>
                    <a:pt x="190" y="13"/>
                    <a:pt x="186" y="13"/>
                  </a:cubicBezTo>
                  <a:lnTo>
                    <a:pt x="13" y="0"/>
                  </a:lnTo>
                  <a:close/>
                  <a:moveTo>
                    <a:pt x="357" y="23"/>
                  </a:moveTo>
                  <a:cubicBezTo>
                    <a:pt x="353" y="23"/>
                    <a:pt x="348" y="29"/>
                    <a:pt x="348" y="32"/>
                  </a:cubicBezTo>
                  <a:cubicBezTo>
                    <a:pt x="348" y="40"/>
                    <a:pt x="351" y="44"/>
                    <a:pt x="359" y="44"/>
                  </a:cubicBezTo>
                  <a:lnTo>
                    <a:pt x="533" y="56"/>
                  </a:lnTo>
                  <a:cubicBezTo>
                    <a:pt x="537" y="56"/>
                    <a:pt x="544" y="51"/>
                    <a:pt x="544" y="44"/>
                  </a:cubicBezTo>
                  <a:cubicBezTo>
                    <a:pt x="544" y="40"/>
                    <a:pt x="541" y="32"/>
                    <a:pt x="533" y="32"/>
                  </a:cubicBezTo>
                  <a:lnTo>
                    <a:pt x="359" y="24"/>
                  </a:lnTo>
                  <a:cubicBezTo>
                    <a:pt x="358" y="23"/>
                    <a:pt x="357" y="23"/>
                    <a:pt x="357" y="23"/>
                  </a:cubicBezTo>
                  <a:close/>
                  <a:moveTo>
                    <a:pt x="706" y="44"/>
                  </a:moveTo>
                  <a:cubicBezTo>
                    <a:pt x="703" y="44"/>
                    <a:pt x="695" y="48"/>
                    <a:pt x="695" y="51"/>
                  </a:cubicBezTo>
                  <a:cubicBezTo>
                    <a:pt x="695" y="60"/>
                    <a:pt x="699" y="64"/>
                    <a:pt x="706" y="64"/>
                  </a:cubicBezTo>
                  <a:lnTo>
                    <a:pt x="879" y="75"/>
                  </a:lnTo>
                  <a:cubicBezTo>
                    <a:pt x="888" y="75"/>
                    <a:pt x="892" y="71"/>
                    <a:pt x="892" y="64"/>
                  </a:cubicBezTo>
                  <a:cubicBezTo>
                    <a:pt x="892" y="60"/>
                    <a:pt x="888" y="51"/>
                    <a:pt x="879" y="51"/>
                  </a:cubicBezTo>
                  <a:lnTo>
                    <a:pt x="706" y="44"/>
                  </a:lnTo>
                  <a:close/>
                  <a:moveTo>
                    <a:pt x="1057" y="64"/>
                  </a:moveTo>
                  <a:cubicBezTo>
                    <a:pt x="1050" y="64"/>
                    <a:pt x="1045" y="67"/>
                    <a:pt x="1045" y="71"/>
                  </a:cubicBezTo>
                  <a:cubicBezTo>
                    <a:pt x="1045" y="80"/>
                    <a:pt x="1050" y="84"/>
                    <a:pt x="1054" y="84"/>
                  </a:cubicBezTo>
                  <a:lnTo>
                    <a:pt x="1227" y="95"/>
                  </a:lnTo>
                  <a:cubicBezTo>
                    <a:pt x="1234" y="95"/>
                    <a:pt x="1239" y="91"/>
                    <a:pt x="1239" y="84"/>
                  </a:cubicBezTo>
                  <a:cubicBezTo>
                    <a:pt x="1239" y="80"/>
                    <a:pt x="1234" y="71"/>
                    <a:pt x="1231" y="71"/>
                  </a:cubicBezTo>
                  <a:lnTo>
                    <a:pt x="1057" y="64"/>
                  </a:lnTo>
                  <a:close/>
                  <a:moveTo>
                    <a:pt x="1405" y="84"/>
                  </a:moveTo>
                  <a:cubicBezTo>
                    <a:pt x="1396" y="84"/>
                    <a:pt x="1392" y="87"/>
                    <a:pt x="1392" y="95"/>
                  </a:cubicBezTo>
                  <a:cubicBezTo>
                    <a:pt x="1392" y="99"/>
                    <a:pt x="1396" y="103"/>
                    <a:pt x="1400" y="103"/>
                  </a:cubicBezTo>
                  <a:lnTo>
                    <a:pt x="1578" y="115"/>
                  </a:lnTo>
                  <a:cubicBezTo>
                    <a:pt x="1582" y="115"/>
                    <a:pt x="1585" y="111"/>
                    <a:pt x="1589" y="103"/>
                  </a:cubicBezTo>
                  <a:cubicBezTo>
                    <a:pt x="1589" y="99"/>
                    <a:pt x="1582" y="95"/>
                    <a:pt x="1578" y="91"/>
                  </a:cubicBezTo>
                  <a:lnTo>
                    <a:pt x="1405" y="84"/>
                  </a:lnTo>
                  <a:close/>
                  <a:moveTo>
                    <a:pt x="1751" y="103"/>
                  </a:moveTo>
                  <a:cubicBezTo>
                    <a:pt x="1747" y="103"/>
                    <a:pt x="1740" y="107"/>
                    <a:pt x="1740" y="115"/>
                  </a:cubicBezTo>
                  <a:cubicBezTo>
                    <a:pt x="1740" y="119"/>
                    <a:pt x="1743" y="122"/>
                    <a:pt x="1751" y="127"/>
                  </a:cubicBezTo>
                  <a:lnTo>
                    <a:pt x="1925" y="135"/>
                  </a:lnTo>
                  <a:cubicBezTo>
                    <a:pt x="1929" y="135"/>
                    <a:pt x="1937" y="131"/>
                    <a:pt x="1937" y="122"/>
                  </a:cubicBezTo>
                  <a:cubicBezTo>
                    <a:pt x="1937" y="119"/>
                    <a:pt x="1933" y="115"/>
                    <a:pt x="1925" y="115"/>
                  </a:cubicBezTo>
                  <a:lnTo>
                    <a:pt x="1751" y="103"/>
                  </a:lnTo>
                  <a:close/>
                  <a:moveTo>
                    <a:pt x="2098" y="122"/>
                  </a:moveTo>
                  <a:cubicBezTo>
                    <a:pt x="2095" y="122"/>
                    <a:pt x="2086" y="127"/>
                    <a:pt x="2086" y="135"/>
                  </a:cubicBezTo>
                  <a:cubicBezTo>
                    <a:pt x="2086" y="138"/>
                    <a:pt x="2091" y="146"/>
                    <a:pt x="2098" y="146"/>
                  </a:cubicBezTo>
                  <a:lnTo>
                    <a:pt x="2272" y="154"/>
                  </a:lnTo>
                  <a:cubicBezTo>
                    <a:pt x="2280" y="154"/>
                    <a:pt x="2284" y="151"/>
                    <a:pt x="2284" y="146"/>
                  </a:cubicBezTo>
                  <a:cubicBezTo>
                    <a:pt x="2284" y="138"/>
                    <a:pt x="2280" y="135"/>
                    <a:pt x="2272" y="135"/>
                  </a:cubicBezTo>
                  <a:lnTo>
                    <a:pt x="2098" y="122"/>
                  </a:lnTo>
                  <a:close/>
                  <a:moveTo>
                    <a:pt x="2449" y="142"/>
                  </a:moveTo>
                  <a:cubicBezTo>
                    <a:pt x="2441" y="142"/>
                    <a:pt x="2437" y="146"/>
                    <a:pt x="2437" y="154"/>
                  </a:cubicBezTo>
                  <a:cubicBezTo>
                    <a:pt x="2437" y="158"/>
                    <a:pt x="2441" y="166"/>
                    <a:pt x="2446" y="166"/>
                  </a:cubicBezTo>
                  <a:lnTo>
                    <a:pt x="2520" y="170"/>
                  </a:lnTo>
                  <a:cubicBezTo>
                    <a:pt x="2524" y="170"/>
                    <a:pt x="2528" y="166"/>
                    <a:pt x="2528" y="158"/>
                  </a:cubicBezTo>
                  <a:cubicBezTo>
                    <a:pt x="2532" y="154"/>
                    <a:pt x="2524" y="146"/>
                    <a:pt x="2520" y="146"/>
                  </a:cubicBezTo>
                  <a:lnTo>
                    <a:pt x="2449" y="142"/>
                  </a:lnTo>
                  <a:close/>
                </a:path>
              </a:pathLst>
            </a:cu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26"/>
            <p:cNvSpPr/>
            <p:nvPr/>
          </p:nvSpPr>
          <p:spPr>
            <a:xfrm>
              <a:off x="1704607" y="5959605"/>
              <a:ext cx="2642894" cy="203775"/>
            </a:xfrm>
            <a:custGeom>
              <a:rect b="b" l="l" r="r" t="t"/>
              <a:pathLst>
                <a:path extrusionOk="0" h="195" w="2529">
                  <a:moveTo>
                    <a:pt x="13" y="0"/>
                  </a:moveTo>
                  <a:cubicBezTo>
                    <a:pt x="4" y="0"/>
                    <a:pt x="0" y="4"/>
                    <a:pt x="0" y="9"/>
                  </a:cubicBezTo>
                  <a:cubicBezTo>
                    <a:pt x="0" y="17"/>
                    <a:pt x="4" y="20"/>
                    <a:pt x="9" y="20"/>
                  </a:cubicBezTo>
                  <a:lnTo>
                    <a:pt x="182" y="33"/>
                  </a:lnTo>
                  <a:cubicBezTo>
                    <a:pt x="183" y="33"/>
                    <a:pt x="185" y="34"/>
                    <a:pt x="186" y="34"/>
                  </a:cubicBezTo>
                  <a:cubicBezTo>
                    <a:pt x="191" y="34"/>
                    <a:pt x="193" y="27"/>
                    <a:pt x="193" y="24"/>
                  </a:cubicBezTo>
                  <a:cubicBezTo>
                    <a:pt x="198" y="17"/>
                    <a:pt x="190" y="13"/>
                    <a:pt x="186" y="13"/>
                  </a:cubicBezTo>
                  <a:lnTo>
                    <a:pt x="13" y="0"/>
                  </a:lnTo>
                  <a:close/>
                  <a:moveTo>
                    <a:pt x="359" y="24"/>
                  </a:moveTo>
                  <a:cubicBezTo>
                    <a:pt x="351" y="24"/>
                    <a:pt x="348" y="28"/>
                    <a:pt x="348" y="36"/>
                  </a:cubicBezTo>
                  <a:cubicBezTo>
                    <a:pt x="348" y="40"/>
                    <a:pt x="351" y="44"/>
                    <a:pt x="359" y="44"/>
                  </a:cubicBezTo>
                  <a:lnTo>
                    <a:pt x="533" y="60"/>
                  </a:lnTo>
                  <a:cubicBezTo>
                    <a:pt x="537" y="60"/>
                    <a:pt x="541" y="52"/>
                    <a:pt x="544" y="48"/>
                  </a:cubicBezTo>
                  <a:cubicBezTo>
                    <a:pt x="544" y="40"/>
                    <a:pt x="541" y="36"/>
                    <a:pt x="533" y="36"/>
                  </a:cubicBezTo>
                  <a:lnTo>
                    <a:pt x="359" y="24"/>
                  </a:lnTo>
                  <a:close/>
                  <a:moveTo>
                    <a:pt x="706" y="48"/>
                  </a:moveTo>
                  <a:cubicBezTo>
                    <a:pt x="703" y="48"/>
                    <a:pt x="695" y="52"/>
                    <a:pt x="695" y="60"/>
                  </a:cubicBezTo>
                  <a:cubicBezTo>
                    <a:pt x="695" y="64"/>
                    <a:pt x="699" y="68"/>
                    <a:pt x="706" y="71"/>
                  </a:cubicBezTo>
                  <a:lnTo>
                    <a:pt x="879" y="84"/>
                  </a:lnTo>
                  <a:cubicBezTo>
                    <a:pt x="884" y="84"/>
                    <a:pt x="892" y="80"/>
                    <a:pt x="892" y="71"/>
                  </a:cubicBezTo>
                  <a:cubicBezTo>
                    <a:pt x="892" y="68"/>
                    <a:pt x="888" y="60"/>
                    <a:pt x="879" y="60"/>
                  </a:cubicBezTo>
                  <a:lnTo>
                    <a:pt x="706" y="48"/>
                  </a:lnTo>
                  <a:close/>
                  <a:moveTo>
                    <a:pt x="1054" y="71"/>
                  </a:moveTo>
                  <a:cubicBezTo>
                    <a:pt x="1050" y="71"/>
                    <a:pt x="1041" y="75"/>
                    <a:pt x="1041" y="84"/>
                  </a:cubicBezTo>
                  <a:cubicBezTo>
                    <a:pt x="1041" y="87"/>
                    <a:pt x="1045" y="95"/>
                    <a:pt x="1054" y="95"/>
                  </a:cubicBezTo>
                  <a:lnTo>
                    <a:pt x="1227" y="107"/>
                  </a:lnTo>
                  <a:cubicBezTo>
                    <a:pt x="1234" y="107"/>
                    <a:pt x="1239" y="104"/>
                    <a:pt x="1239" y="95"/>
                  </a:cubicBezTo>
                  <a:cubicBezTo>
                    <a:pt x="1239" y="91"/>
                    <a:pt x="1234" y="84"/>
                    <a:pt x="1227" y="84"/>
                  </a:cubicBezTo>
                  <a:lnTo>
                    <a:pt x="1054" y="71"/>
                  </a:lnTo>
                  <a:close/>
                  <a:moveTo>
                    <a:pt x="1400" y="95"/>
                  </a:moveTo>
                  <a:cubicBezTo>
                    <a:pt x="1396" y="95"/>
                    <a:pt x="1392" y="99"/>
                    <a:pt x="1392" y="107"/>
                  </a:cubicBezTo>
                  <a:cubicBezTo>
                    <a:pt x="1389" y="111"/>
                    <a:pt x="1396" y="119"/>
                    <a:pt x="1400" y="119"/>
                  </a:cubicBezTo>
                  <a:lnTo>
                    <a:pt x="1574" y="131"/>
                  </a:lnTo>
                  <a:cubicBezTo>
                    <a:pt x="1582" y="131"/>
                    <a:pt x="1585" y="127"/>
                    <a:pt x="1585" y="119"/>
                  </a:cubicBezTo>
                  <a:cubicBezTo>
                    <a:pt x="1585" y="115"/>
                    <a:pt x="1582" y="107"/>
                    <a:pt x="1578" y="107"/>
                  </a:cubicBezTo>
                  <a:lnTo>
                    <a:pt x="1400" y="95"/>
                  </a:lnTo>
                  <a:close/>
                  <a:moveTo>
                    <a:pt x="1751" y="119"/>
                  </a:moveTo>
                  <a:cubicBezTo>
                    <a:pt x="1744" y="119"/>
                    <a:pt x="1740" y="123"/>
                    <a:pt x="1740" y="131"/>
                  </a:cubicBezTo>
                  <a:cubicBezTo>
                    <a:pt x="1740" y="139"/>
                    <a:pt x="1744" y="142"/>
                    <a:pt x="1747" y="142"/>
                  </a:cubicBezTo>
                  <a:lnTo>
                    <a:pt x="1920" y="155"/>
                  </a:lnTo>
                  <a:cubicBezTo>
                    <a:pt x="1929" y="155"/>
                    <a:pt x="1933" y="151"/>
                    <a:pt x="1933" y="142"/>
                  </a:cubicBezTo>
                  <a:cubicBezTo>
                    <a:pt x="1933" y="139"/>
                    <a:pt x="1929" y="135"/>
                    <a:pt x="1925" y="135"/>
                  </a:cubicBezTo>
                  <a:lnTo>
                    <a:pt x="1751" y="119"/>
                  </a:lnTo>
                  <a:close/>
                  <a:moveTo>
                    <a:pt x="2095" y="145"/>
                  </a:moveTo>
                  <a:cubicBezTo>
                    <a:pt x="2089" y="145"/>
                    <a:pt x="2086" y="152"/>
                    <a:pt x="2086" y="155"/>
                  </a:cubicBezTo>
                  <a:cubicBezTo>
                    <a:pt x="2086" y="162"/>
                    <a:pt x="2091" y="166"/>
                    <a:pt x="2095" y="166"/>
                  </a:cubicBezTo>
                  <a:lnTo>
                    <a:pt x="2272" y="178"/>
                  </a:lnTo>
                  <a:cubicBezTo>
                    <a:pt x="2275" y="178"/>
                    <a:pt x="2280" y="175"/>
                    <a:pt x="2280" y="170"/>
                  </a:cubicBezTo>
                  <a:cubicBezTo>
                    <a:pt x="2284" y="162"/>
                    <a:pt x="2275" y="158"/>
                    <a:pt x="2272" y="158"/>
                  </a:cubicBezTo>
                  <a:lnTo>
                    <a:pt x="2098" y="146"/>
                  </a:lnTo>
                  <a:cubicBezTo>
                    <a:pt x="2097" y="145"/>
                    <a:pt x="2096" y="145"/>
                    <a:pt x="2095" y="145"/>
                  </a:cubicBezTo>
                  <a:close/>
                  <a:moveTo>
                    <a:pt x="2446" y="170"/>
                  </a:moveTo>
                  <a:cubicBezTo>
                    <a:pt x="2437" y="170"/>
                    <a:pt x="2433" y="175"/>
                    <a:pt x="2433" y="178"/>
                  </a:cubicBezTo>
                  <a:cubicBezTo>
                    <a:pt x="2433" y="186"/>
                    <a:pt x="2437" y="190"/>
                    <a:pt x="2446" y="190"/>
                  </a:cubicBezTo>
                  <a:lnTo>
                    <a:pt x="2517" y="193"/>
                  </a:lnTo>
                  <a:cubicBezTo>
                    <a:pt x="2517" y="194"/>
                    <a:pt x="2518" y="195"/>
                    <a:pt x="2519" y="195"/>
                  </a:cubicBezTo>
                  <a:cubicBezTo>
                    <a:pt x="2523" y="195"/>
                    <a:pt x="2528" y="189"/>
                    <a:pt x="2528" y="186"/>
                  </a:cubicBezTo>
                  <a:cubicBezTo>
                    <a:pt x="2528" y="178"/>
                    <a:pt x="2524" y="175"/>
                    <a:pt x="2517" y="175"/>
                  </a:cubicBezTo>
                  <a:lnTo>
                    <a:pt x="2446" y="170"/>
                  </a:lnTo>
                  <a:close/>
                </a:path>
              </a:pathLst>
            </a:cu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26"/>
            <p:cNvSpPr/>
            <p:nvPr/>
          </p:nvSpPr>
          <p:spPr>
            <a:xfrm>
              <a:off x="1626229" y="6458070"/>
              <a:ext cx="2642894" cy="207955"/>
            </a:xfrm>
            <a:custGeom>
              <a:rect b="b" l="l" r="r" t="t"/>
              <a:pathLst>
                <a:path extrusionOk="0" h="199" w="2529">
                  <a:moveTo>
                    <a:pt x="13" y="0"/>
                  </a:moveTo>
                  <a:cubicBezTo>
                    <a:pt x="4" y="0"/>
                    <a:pt x="1" y="5"/>
                    <a:pt x="1" y="13"/>
                  </a:cubicBezTo>
                  <a:cubicBezTo>
                    <a:pt x="1" y="16"/>
                    <a:pt x="4" y="24"/>
                    <a:pt x="8" y="24"/>
                  </a:cubicBezTo>
                  <a:lnTo>
                    <a:pt x="182" y="36"/>
                  </a:lnTo>
                  <a:cubicBezTo>
                    <a:pt x="190" y="36"/>
                    <a:pt x="194" y="33"/>
                    <a:pt x="194" y="24"/>
                  </a:cubicBezTo>
                  <a:cubicBezTo>
                    <a:pt x="194" y="20"/>
                    <a:pt x="190" y="13"/>
                    <a:pt x="186" y="13"/>
                  </a:cubicBezTo>
                  <a:lnTo>
                    <a:pt x="13" y="0"/>
                  </a:lnTo>
                  <a:close/>
                  <a:moveTo>
                    <a:pt x="359" y="24"/>
                  </a:moveTo>
                  <a:cubicBezTo>
                    <a:pt x="352" y="24"/>
                    <a:pt x="348" y="29"/>
                    <a:pt x="348" y="36"/>
                  </a:cubicBezTo>
                  <a:cubicBezTo>
                    <a:pt x="348" y="44"/>
                    <a:pt x="352" y="48"/>
                    <a:pt x="359" y="48"/>
                  </a:cubicBezTo>
                  <a:lnTo>
                    <a:pt x="533" y="60"/>
                  </a:lnTo>
                  <a:cubicBezTo>
                    <a:pt x="537" y="60"/>
                    <a:pt x="541" y="56"/>
                    <a:pt x="545" y="48"/>
                  </a:cubicBezTo>
                  <a:cubicBezTo>
                    <a:pt x="545" y="44"/>
                    <a:pt x="541" y="40"/>
                    <a:pt x="533" y="36"/>
                  </a:cubicBezTo>
                  <a:lnTo>
                    <a:pt x="359" y="24"/>
                  </a:lnTo>
                  <a:close/>
                  <a:moveTo>
                    <a:pt x="704" y="51"/>
                  </a:moveTo>
                  <a:cubicBezTo>
                    <a:pt x="700" y="51"/>
                    <a:pt x="694" y="57"/>
                    <a:pt x="694" y="60"/>
                  </a:cubicBezTo>
                  <a:cubicBezTo>
                    <a:pt x="694" y="68"/>
                    <a:pt x="699" y="71"/>
                    <a:pt x="707" y="71"/>
                  </a:cubicBezTo>
                  <a:lnTo>
                    <a:pt x="880" y="84"/>
                  </a:lnTo>
                  <a:cubicBezTo>
                    <a:pt x="884" y="84"/>
                    <a:pt x="892" y="80"/>
                    <a:pt x="892" y="76"/>
                  </a:cubicBezTo>
                  <a:cubicBezTo>
                    <a:pt x="892" y="68"/>
                    <a:pt x="888" y="64"/>
                    <a:pt x="880" y="64"/>
                  </a:cubicBezTo>
                  <a:lnTo>
                    <a:pt x="707" y="52"/>
                  </a:lnTo>
                  <a:cubicBezTo>
                    <a:pt x="706" y="51"/>
                    <a:pt x="705" y="51"/>
                    <a:pt x="704" y="51"/>
                  </a:cubicBezTo>
                  <a:close/>
                  <a:moveTo>
                    <a:pt x="1054" y="76"/>
                  </a:moveTo>
                  <a:cubicBezTo>
                    <a:pt x="1049" y="76"/>
                    <a:pt x="1042" y="80"/>
                    <a:pt x="1042" y="84"/>
                  </a:cubicBezTo>
                  <a:cubicBezTo>
                    <a:pt x="1042" y="91"/>
                    <a:pt x="1045" y="95"/>
                    <a:pt x="1054" y="95"/>
                  </a:cubicBezTo>
                  <a:lnTo>
                    <a:pt x="1227" y="107"/>
                  </a:lnTo>
                  <a:cubicBezTo>
                    <a:pt x="1231" y="107"/>
                    <a:pt x="1238" y="104"/>
                    <a:pt x="1238" y="100"/>
                  </a:cubicBezTo>
                  <a:cubicBezTo>
                    <a:pt x="1238" y="91"/>
                    <a:pt x="1235" y="87"/>
                    <a:pt x="1227" y="87"/>
                  </a:cubicBezTo>
                  <a:lnTo>
                    <a:pt x="1054" y="76"/>
                  </a:lnTo>
                  <a:close/>
                  <a:moveTo>
                    <a:pt x="1400" y="100"/>
                  </a:moveTo>
                  <a:cubicBezTo>
                    <a:pt x="1396" y="100"/>
                    <a:pt x="1393" y="104"/>
                    <a:pt x="1389" y="107"/>
                  </a:cubicBezTo>
                  <a:cubicBezTo>
                    <a:pt x="1389" y="115"/>
                    <a:pt x="1396" y="119"/>
                    <a:pt x="1400" y="119"/>
                  </a:cubicBezTo>
                  <a:lnTo>
                    <a:pt x="1574" y="131"/>
                  </a:lnTo>
                  <a:cubicBezTo>
                    <a:pt x="1582" y="131"/>
                    <a:pt x="1586" y="127"/>
                    <a:pt x="1586" y="123"/>
                  </a:cubicBezTo>
                  <a:cubicBezTo>
                    <a:pt x="1586" y="115"/>
                    <a:pt x="1582" y="111"/>
                    <a:pt x="1578" y="111"/>
                  </a:cubicBezTo>
                  <a:lnTo>
                    <a:pt x="1400" y="100"/>
                  </a:lnTo>
                  <a:close/>
                  <a:moveTo>
                    <a:pt x="1751" y="123"/>
                  </a:moveTo>
                  <a:cubicBezTo>
                    <a:pt x="1744" y="123"/>
                    <a:pt x="1740" y="127"/>
                    <a:pt x="1740" y="131"/>
                  </a:cubicBezTo>
                  <a:cubicBezTo>
                    <a:pt x="1740" y="139"/>
                    <a:pt x="1744" y="142"/>
                    <a:pt x="1748" y="142"/>
                  </a:cubicBezTo>
                  <a:lnTo>
                    <a:pt x="1921" y="158"/>
                  </a:lnTo>
                  <a:cubicBezTo>
                    <a:pt x="1929" y="158"/>
                    <a:pt x="1933" y="151"/>
                    <a:pt x="1933" y="147"/>
                  </a:cubicBezTo>
                  <a:cubicBezTo>
                    <a:pt x="1933" y="139"/>
                    <a:pt x="1929" y="135"/>
                    <a:pt x="1924" y="135"/>
                  </a:cubicBezTo>
                  <a:lnTo>
                    <a:pt x="1751" y="123"/>
                  </a:lnTo>
                  <a:close/>
                  <a:moveTo>
                    <a:pt x="2099" y="147"/>
                  </a:moveTo>
                  <a:cubicBezTo>
                    <a:pt x="2090" y="147"/>
                    <a:pt x="2086" y="151"/>
                    <a:pt x="2086" y="158"/>
                  </a:cubicBezTo>
                  <a:cubicBezTo>
                    <a:pt x="2086" y="162"/>
                    <a:pt x="2090" y="166"/>
                    <a:pt x="2095" y="171"/>
                  </a:cubicBezTo>
                  <a:lnTo>
                    <a:pt x="2272" y="182"/>
                  </a:lnTo>
                  <a:cubicBezTo>
                    <a:pt x="2276" y="182"/>
                    <a:pt x="2279" y="178"/>
                    <a:pt x="2279" y="171"/>
                  </a:cubicBezTo>
                  <a:cubicBezTo>
                    <a:pt x="2284" y="166"/>
                    <a:pt x="2276" y="158"/>
                    <a:pt x="2272" y="158"/>
                  </a:cubicBezTo>
                  <a:lnTo>
                    <a:pt x="2099" y="147"/>
                  </a:lnTo>
                  <a:close/>
                  <a:moveTo>
                    <a:pt x="2445" y="171"/>
                  </a:moveTo>
                  <a:cubicBezTo>
                    <a:pt x="2437" y="171"/>
                    <a:pt x="2434" y="175"/>
                    <a:pt x="2434" y="182"/>
                  </a:cubicBezTo>
                  <a:cubicBezTo>
                    <a:pt x="2434" y="186"/>
                    <a:pt x="2437" y="194"/>
                    <a:pt x="2445" y="194"/>
                  </a:cubicBezTo>
                  <a:lnTo>
                    <a:pt x="2516" y="198"/>
                  </a:lnTo>
                  <a:cubicBezTo>
                    <a:pt x="2521" y="198"/>
                    <a:pt x="2528" y="194"/>
                    <a:pt x="2528" y="186"/>
                  </a:cubicBezTo>
                  <a:cubicBezTo>
                    <a:pt x="2528" y="182"/>
                    <a:pt x="2524" y="178"/>
                    <a:pt x="2516" y="175"/>
                  </a:cubicBezTo>
                  <a:lnTo>
                    <a:pt x="2445" y="171"/>
                  </a:lnTo>
                  <a:close/>
                </a:path>
              </a:pathLst>
            </a:cu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8" name="Google Shape;678;p26"/>
          <p:cNvGrpSpPr/>
          <p:nvPr/>
        </p:nvGrpSpPr>
        <p:grpSpPr>
          <a:xfrm rot="-2700000">
            <a:off x="8962963" y="8484053"/>
            <a:ext cx="1896745" cy="1928965"/>
            <a:chOff x="8016283" y="3354199"/>
            <a:chExt cx="1896763" cy="1928983"/>
          </a:xfrm>
        </p:grpSpPr>
        <p:grpSp>
          <p:nvGrpSpPr>
            <p:cNvPr id="679" name="Google Shape;679;p26"/>
            <p:cNvGrpSpPr/>
            <p:nvPr/>
          </p:nvGrpSpPr>
          <p:grpSpPr>
            <a:xfrm>
              <a:off x="8016283" y="3354199"/>
              <a:ext cx="1896763" cy="1928983"/>
              <a:chOff x="3025183" y="3101074"/>
              <a:chExt cx="1896763" cy="1928983"/>
            </a:xfrm>
          </p:grpSpPr>
          <p:sp>
            <p:nvSpPr>
              <p:cNvPr id="680" name="Google Shape;680;p26"/>
              <p:cNvSpPr/>
              <p:nvPr/>
            </p:nvSpPr>
            <p:spPr>
              <a:xfrm>
                <a:off x="3025183" y="3101074"/>
                <a:ext cx="1896763" cy="1928983"/>
              </a:xfrm>
              <a:custGeom>
                <a:rect b="b" l="l" r="r" t="t"/>
                <a:pathLst>
                  <a:path extrusionOk="0" h="1913" w="1881">
                    <a:moveTo>
                      <a:pt x="1496" y="1"/>
                    </a:moveTo>
                    <a:cubicBezTo>
                      <a:pt x="1477" y="1"/>
                      <a:pt x="1459" y="7"/>
                      <a:pt x="1440" y="16"/>
                    </a:cubicBezTo>
                    <a:cubicBezTo>
                      <a:pt x="1416" y="24"/>
                      <a:pt x="1392" y="31"/>
                      <a:pt x="1364" y="31"/>
                    </a:cubicBezTo>
                    <a:lnTo>
                      <a:pt x="0" y="1573"/>
                    </a:lnTo>
                    <a:cubicBezTo>
                      <a:pt x="24" y="1596"/>
                      <a:pt x="35" y="1629"/>
                      <a:pt x="35" y="1664"/>
                    </a:cubicBezTo>
                    <a:cubicBezTo>
                      <a:pt x="63" y="1667"/>
                      <a:pt x="91" y="1680"/>
                      <a:pt x="115" y="1700"/>
                    </a:cubicBezTo>
                    <a:cubicBezTo>
                      <a:pt x="138" y="1719"/>
                      <a:pt x="153" y="1747"/>
                      <a:pt x="162" y="1774"/>
                    </a:cubicBezTo>
                    <a:cubicBezTo>
                      <a:pt x="201" y="1778"/>
                      <a:pt x="237" y="1782"/>
                      <a:pt x="268" y="1806"/>
                    </a:cubicBezTo>
                    <a:cubicBezTo>
                      <a:pt x="304" y="1833"/>
                      <a:pt x="319" y="1869"/>
                      <a:pt x="323" y="1912"/>
                    </a:cubicBezTo>
                    <a:lnTo>
                      <a:pt x="1880" y="153"/>
                    </a:lnTo>
                    <a:lnTo>
                      <a:pt x="1865" y="138"/>
                    </a:lnTo>
                    <a:cubicBezTo>
                      <a:pt x="1860" y="137"/>
                      <a:pt x="1854" y="136"/>
                      <a:pt x="1849" y="136"/>
                    </a:cubicBezTo>
                    <a:cubicBezTo>
                      <a:pt x="1821" y="136"/>
                      <a:pt x="1793" y="151"/>
                      <a:pt x="1766" y="158"/>
                    </a:cubicBezTo>
                    <a:cubicBezTo>
                      <a:pt x="1753" y="160"/>
                      <a:pt x="1741" y="161"/>
                      <a:pt x="1729" y="161"/>
                    </a:cubicBezTo>
                    <a:cubicBezTo>
                      <a:pt x="1682" y="161"/>
                      <a:pt x="1640" y="143"/>
                      <a:pt x="1609" y="102"/>
                    </a:cubicBezTo>
                    <a:cubicBezTo>
                      <a:pt x="1577" y="71"/>
                      <a:pt x="1558" y="16"/>
                      <a:pt x="1518" y="4"/>
                    </a:cubicBezTo>
                    <a:cubicBezTo>
                      <a:pt x="1510" y="2"/>
                      <a:pt x="1503" y="1"/>
                      <a:pt x="1496" y="1"/>
                    </a:cubicBezTo>
                    <a:close/>
                  </a:path>
                </a:pathLst>
              </a:custGeom>
              <a:solidFill>
                <a:schemeClr val="accent5"/>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26"/>
              <p:cNvSpPr/>
              <p:nvPr/>
            </p:nvSpPr>
            <p:spPr>
              <a:xfrm>
                <a:off x="3398283" y="4396808"/>
                <a:ext cx="132098" cy="147220"/>
              </a:xfrm>
              <a:custGeom>
                <a:rect b="b" l="l" r="r" t="t"/>
                <a:pathLst>
                  <a:path extrusionOk="0" h="146" w="131">
                    <a:moveTo>
                      <a:pt x="131" y="0"/>
                    </a:moveTo>
                    <a:lnTo>
                      <a:pt x="131" y="0"/>
                    </a:lnTo>
                    <a:cubicBezTo>
                      <a:pt x="109" y="24"/>
                      <a:pt x="87" y="48"/>
                      <a:pt x="65" y="73"/>
                    </a:cubicBezTo>
                    <a:lnTo>
                      <a:pt x="131" y="0"/>
                    </a:lnTo>
                    <a:close/>
                    <a:moveTo>
                      <a:pt x="65" y="73"/>
                    </a:moveTo>
                    <a:lnTo>
                      <a:pt x="0" y="146"/>
                    </a:lnTo>
                    <a:cubicBezTo>
                      <a:pt x="22" y="122"/>
                      <a:pt x="44" y="98"/>
                      <a:pt x="65" y="73"/>
                    </a:cubicBezTo>
                    <a:close/>
                  </a:path>
                </a:pathLst>
              </a:custGeom>
              <a:solidFill>
                <a:srgbClr val="FFF2A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26"/>
              <p:cNvSpPr/>
              <p:nvPr/>
            </p:nvSpPr>
            <p:spPr>
              <a:xfrm>
                <a:off x="3560633" y="4511760"/>
                <a:ext cx="72603" cy="61510"/>
              </a:xfrm>
              <a:custGeom>
                <a:rect b="b" l="l" r="r" t="t"/>
                <a:pathLst>
                  <a:path extrusionOk="0" h="61" w="72">
                    <a:moveTo>
                      <a:pt x="1" y="60"/>
                    </a:moveTo>
                    <a:cubicBezTo>
                      <a:pt x="25" y="40"/>
                      <a:pt x="48" y="20"/>
                      <a:pt x="72" y="1"/>
                    </a:cubicBezTo>
                    <a:close/>
                  </a:path>
                </a:pathLst>
              </a:custGeom>
              <a:solidFill>
                <a:srgbClr val="FFF2A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26"/>
              <p:cNvSpPr/>
              <p:nvPr/>
            </p:nvSpPr>
            <p:spPr>
              <a:xfrm>
                <a:off x="4396580" y="3513491"/>
                <a:ext cx="44369" cy="76635"/>
              </a:xfrm>
              <a:custGeom>
                <a:rect b="b" l="l" r="r" t="t"/>
                <a:pathLst>
                  <a:path extrusionOk="0" h="76" w="44">
                    <a:moveTo>
                      <a:pt x="44" y="1"/>
                    </a:moveTo>
                    <a:cubicBezTo>
                      <a:pt x="43" y="2"/>
                      <a:pt x="42" y="3"/>
                      <a:pt x="41" y="4"/>
                    </a:cubicBezTo>
                    <a:lnTo>
                      <a:pt x="41" y="4"/>
                    </a:lnTo>
                    <a:lnTo>
                      <a:pt x="44" y="1"/>
                    </a:lnTo>
                    <a:close/>
                    <a:moveTo>
                      <a:pt x="41" y="4"/>
                    </a:moveTo>
                    <a:lnTo>
                      <a:pt x="0" y="75"/>
                    </a:lnTo>
                    <a:cubicBezTo>
                      <a:pt x="15" y="53"/>
                      <a:pt x="26" y="30"/>
                      <a:pt x="41" y="4"/>
                    </a:cubicBezTo>
                    <a:close/>
                  </a:path>
                </a:pathLst>
              </a:custGeom>
              <a:solidFill>
                <a:srgbClr val="FFF2A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84" name="Google Shape;684;p26"/>
            <p:cNvSpPr/>
            <p:nvPr/>
          </p:nvSpPr>
          <p:spPr>
            <a:xfrm>
              <a:off x="8418775" y="4784875"/>
              <a:ext cx="180875" cy="205550"/>
            </a:xfrm>
            <a:custGeom>
              <a:rect b="b" l="l" r="r" t="t"/>
              <a:pathLst>
                <a:path extrusionOk="0" h="8222" w="7235">
                  <a:moveTo>
                    <a:pt x="7235" y="0"/>
                  </a:moveTo>
                  <a:cubicBezTo>
                    <a:pt x="5044" y="2920"/>
                    <a:pt x="2579" y="5639"/>
                    <a:pt x="0" y="8222"/>
                  </a:cubicBezTo>
                </a:path>
              </a:pathLst>
            </a:custGeom>
            <a:noFill/>
            <a:ln cap="flat" cmpd="sng" w="28575">
              <a:solidFill>
                <a:schemeClr val="dk1"/>
              </a:solidFill>
              <a:prstDash val="solid"/>
              <a:round/>
              <a:headEnd len="med" w="med" type="none"/>
              <a:tailEnd len="med" w="med" type="none"/>
            </a:ln>
          </p:spPr>
        </p:sp>
        <p:sp>
          <p:nvSpPr>
            <p:cNvPr id="685" name="Google Shape;685;p26"/>
            <p:cNvSpPr/>
            <p:nvPr/>
          </p:nvSpPr>
          <p:spPr>
            <a:xfrm>
              <a:off x="8336550" y="4834225"/>
              <a:ext cx="74000" cy="106875"/>
            </a:xfrm>
            <a:custGeom>
              <a:rect b="b" l="l" r="r" t="t"/>
              <a:pathLst>
                <a:path extrusionOk="0" h="4275" w="2960">
                  <a:moveTo>
                    <a:pt x="2960" y="0"/>
                  </a:moveTo>
                  <a:cubicBezTo>
                    <a:pt x="2068" y="1486"/>
                    <a:pt x="961" y="2833"/>
                    <a:pt x="0" y="4275"/>
                  </a:cubicBezTo>
                </a:path>
              </a:pathLst>
            </a:custGeom>
            <a:noFill/>
            <a:ln cap="flat" cmpd="sng" w="28575">
              <a:solidFill>
                <a:schemeClr val="dk1"/>
              </a:solidFill>
              <a:prstDash val="solid"/>
              <a:round/>
              <a:headEnd len="med" w="med" type="none"/>
              <a:tailEnd len="med" w="med" type="none"/>
            </a:ln>
          </p:spPr>
        </p:sp>
        <p:sp>
          <p:nvSpPr>
            <p:cNvPr id="686" name="Google Shape;686;p26"/>
            <p:cNvSpPr/>
            <p:nvPr/>
          </p:nvSpPr>
          <p:spPr>
            <a:xfrm>
              <a:off x="9232700" y="3658550"/>
              <a:ext cx="353525" cy="452175"/>
            </a:xfrm>
            <a:custGeom>
              <a:rect b="b" l="l" r="r" t="t"/>
              <a:pathLst>
                <a:path extrusionOk="0" h="18087" w="14141">
                  <a:moveTo>
                    <a:pt x="14141" y="0"/>
                  </a:moveTo>
                  <a:cubicBezTo>
                    <a:pt x="9241" y="5879"/>
                    <a:pt x="4241" y="11716"/>
                    <a:pt x="0" y="18087"/>
                  </a:cubicBezTo>
                </a:path>
              </a:pathLst>
            </a:custGeom>
            <a:noFill/>
            <a:ln cap="flat" cmpd="sng" w="28575">
              <a:solidFill>
                <a:schemeClr val="dk1"/>
              </a:solidFill>
              <a:prstDash val="solid"/>
              <a:round/>
              <a:headEnd len="med" w="med" type="none"/>
              <a:tailEnd len="med" w="med" type="none"/>
            </a:ln>
          </p:spPr>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4_1">
    <p:spTree>
      <p:nvGrpSpPr>
        <p:cNvPr id="687" name="Shape 687"/>
        <p:cNvGrpSpPr/>
        <p:nvPr/>
      </p:nvGrpSpPr>
      <p:grpSpPr>
        <a:xfrm>
          <a:off x="0" y="0"/>
          <a:ext cx="0" cy="0"/>
          <a:chOff x="0" y="0"/>
          <a:chExt cx="0" cy="0"/>
        </a:xfrm>
      </p:grpSpPr>
      <p:sp>
        <p:nvSpPr>
          <p:cNvPr id="688" name="Google Shape;688;p27"/>
          <p:cNvSpPr txBox="1"/>
          <p:nvPr>
            <p:ph idx="1" type="subTitle"/>
          </p:nvPr>
        </p:nvSpPr>
        <p:spPr>
          <a:xfrm>
            <a:off x="2959352" y="2942085"/>
            <a:ext cx="5863800" cy="11469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200"/>
              <a:buNone/>
              <a:defRPr sz="2200">
                <a:solidFill>
                  <a:schemeClr val="dk1"/>
                </a:solidFill>
              </a:defRPr>
            </a:lvl1pPr>
            <a:lvl2pPr lvl="1" rtl="0" algn="ctr">
              <a:lnSpc>
                <a:spcPct val="100000"/>
              </a:lnSpc>
              <a:spcBef>
                <a:spcPts val="1200"/>
              </a:spcBef>
              <a:spcAft>
                <a:spcPts val="0"/>
              </a:spcAft>
              <a:buClr>
                <a:schemeClr val="dk1"/>
              </a:buClr>
              <a:buSzPts val="2200"/>
              <a:buNone/>
              <a:defRPr sz="2200">
                <a:solidFill>
                  <a:schemeClr val="dk1"/>
                </a:solidFill>
              </a:defRPr>
            </a:lvl2pPr>
            <a:lvl3pPr lvl="2" rtl="0" algn="ctr">
              <a:lnSpc>
                <a:spcPct val="100000"/>
              </a:lnSpc>
              <a:spcBef>
                <a:spcPts val="0"/>
              </a:spcBef>
              <a:spcAft>
                <a:spcPts val="0"/>
              </a:spcAft>
              <a:buClr>
                <a:schemeClr val="dk1"/>
              </a:buClr>
              <a:buSzPts val="2200"/>
              <a:buNone/>
              <a:defRPr sz="2200">
                <a:solidFill>
                  <a:schemeClr val="dk1"/>
                </a:solidFill>
              </a:defRPr>
            </a:lvl3pPr>
            <a:lvl4pPr lvl="3" rtl="0" algn="ctr">
              <a:lnSpc>
                <a:spcPct val="100000"/>
              </a:lnSpc>
              <a:spcBef>
                <a:spcPts val="0"/>
              </a:spcBef>
              <a:spcAft>
                <a:spcPts val="0"/>
              </a:spcAft>
              <a:buClr>
                <a:schemeClr val="dk1"/>
              </a:buClr>
              <a:buSzPts val="2200"/>
              <a:buNone/>
              <a:defRPr sz="2200">
                <a:solidFill>
                  <a:schemeClr val="dk1"/>
                </a:solidFill>
              </a:defRPr>
            </a:lvl4pPr>
            <a:lvl5pPr lvl="4" rtl="0" algn="ctr">
              <a:lnSpc>
                <a:spcPct val="100000"/>
              </a:lnSpc>
              <a:spcBef>
                <a:spcPts val="0"/>
              </a:spcBef>
              <a:spcAft>
                <a:spcPts val="0"/>
              </a:spcAft>
              <a:buClr>
                <a:schemeClr val="dk1"/>
              </a:buClr>
              <a:buSzPts val="2200"/>
              <a:buNone/>
              <a:defRPr sz="2200">
                <a:solidFill>
                  <a:schemeClr val="dk1"/>
                </a:solidFill>
              </a:defRPr>
            </a:lvl5pPr>
            <a:lvl6pPr lvl="5" rtl="0" algn="ctr">
              <a:lnSpc>
                <a:spcPct val="100000"/>
              </a:lnSpc>
              <a:spcBef>
                <a:spcPts val="0"/>
              </a:spcBef>
              <a:spcAft>
                <a:spcPts val="0"/>
              </a:spcAft>
              <a:buClr>
                <a:schemeClr val="dk1"/>
              </a:buClr>
              <a:buSzPts val="2200"/>
              <a:buNone/>
              <a:defRPr sz="2200">
                <a:solidFill>
                  <a:schemeClr val="dk1"/>
                </a:solidFill>
              </a:defRPr>
            </a:lvl6pPr>
            <a:lvl7pPr lvl="6" rtl="0" algn="ctr">
              <a:lnSpc>
                <a:spcPct val="100000"/>
              </a:lnSpc>
              <a:spcBef>
                <a:spcPts val="0"/>
              </a:spcBef>
              <a:spcAft>
                <a:spcPts val="0"/>
              </a:spcAft>
              <a:buClr>
                <a:schemeClr val="dk1"/>
              </a:buClr>
              <a:buSzPts val="2200"/>
              <a:buNone/>
              <a:defRPr sz="2200">
                <a:solidFill>
                  <a:schemeClr val="dk1"/>
                </a:solidFill>
              </a:defRPr>
            </a:lvl7pPr>
            <a:lvl8pPr lvl="7" rtl="0" algn="ctr">
              <a:lnSpc>
                <a:spcPct val="100000"/>
              </a:lnSpc>
              <a:spcBef>
                <a:spcPts val="0"/>
              </a:spcBef>
              <a:spcAft>
                <a:spcPts val="0"/>
              </a:spcAft>
              <a:buClr>
                <a:schemeClr val="dk1"/>
              </a:buClr>
              <a:buSzPts val="2200"/>
              <a:buNone/>
              <a:defRPr sz="2200">
                <a:solidFill>
                  <a:schemeClr val="dk1"/>
                </a:solidFill>
              </a:defRPr>
            </a:lvl8pPr>
            <a:lvl9pPr lvl="8" rtl="0" algn="ctr">
              <a:lnSpc>
                <a:spcPct val="100000"/>
              </a:lnSpc>
              <a:spcBef>
                <a:spcPts val="0"/>
              </a:spcBef>
              <a:spcAft>
                <a:spcPts val="0"/>
              </a:spcAft>
              <a:buClr>
                <a:schemeClr val="dk1"/>
              </a:buClr>
              <a:buSzPts val="2200"/>
              <a:buNone/>
              <a:defRPr sz="2200">
                <a:solidFill>
                  <a:schemeClr val="dk1"/>
                </a:solidFill>
              </a:defRPr>
            </a:lvl9pPr>
          </a:lstStyle>
          <a:p/>
        </p:txBody>
      </p:sp>
      <p:sp>
        <p:nvSpPr>
          <p:cNvPr id="689" name="Google Shape;689;p27"/>
          <p:cNvSpPr txBox="1"/>
          <p:nvPr>
            <p:ph idx="2" type="subTitle"/>
          </p:nvPr>
        </p:nvSpPr>
        <p:spPr>
          <a:xfrm>
            <a:off x="2959335" y="2221485"/>
            <a:ext cx="5863800" cy="7992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3500"/>
              <a:buFont typeface="Bebas Neue"/>
              <a:buNone/>
              <a:defRPr sz="4600">
                <a:solidFill>
                  <a:schemeClr val="dk2"/>
                </a:solidFill>
                <a:latin typeface="Ranchers"/>
                <a:ea typeface="Ranchers"/>
                <a:cs typeface="Ranchers"/>
                <a:sym typeface="Ranchers"/>
              </a:defRPr>
            </a:lvl1pPr>
            <a:lvl2pPr lvl="1" rtl="0" algn="ctr">
              <a:lnSpc>
                <a:spcPct val="100000"/>
              </a:lnSpc>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9pPr>
          </a:lstStyle>
          <a:p/>
        </p:txBody>
      </p:sp>
      <p:sp>
        <p:nvSpPr>
          <p:cNvPr id="690" name="Google Shape;690;p27"/>
          <p:cNvSpPr txBox="1"/>
          <p:nvPr>
            <p:ph idx="3" type="subTitle"/>
          </p:nvPr>
        </p:nvSpPr>
        <p:spPr>
          <a:xfrm>
            <a:off x="2959335" y="5387985"/>
            <a:ext cx="5863800" cy="11469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200"/>
              <a:buNone/>
              <a:defRPr sz="2200">
                <a:solidFill>
                  <a:schemeClr val="dk1"/>
                </a:solidFill>
              </a:defRPr>
            </a:lvl1pPr>
            <a:lvl2pPr lvl="1" rtl="0" algn="ctr">
              <a:lnSpc>
                <a:spcPct val="100000"/>
              </a:lnSpc>
              <a:spcBef>
                <a:spcPts val="1200"/>
              </a:spcBef>
              <a:spcAft>
                <a:spcPts val="0"/>
              </a:spcAft>
              <a:buClr>
                <a:schemeClr val="dk1"/>
              </a:buClr>
              <a:buSzPts val="2200"/>
              <a:buNone/>
              <a:defRPr sz="2200">
                <a:solidFill>
                  <a:schemeClr val="dk1"/>
                </a:solidFill>
              </a:defRPr>
            </a:lvl2pPr>
            <a:lvl3pPr lvl="2" rtl="0" algn="ctr">
              <a:lnSpc>
                <a:spcPct val="100000"/>
              </a:lnSpc>
              <a:spcBef>
                <a:spcPts val="0"/>
              </a:spcBef>
              <a:spcAft>
                <a:spcPts val="0"/>
              </a:spcAft>
              <a:buClr>
                <a:schemeClr val="dk1"/>
              </a:buClr>
              <a:buSzPts val="2200"/>
              <a:buNone/>
              <a:defRPr sz="2200">
                <a:solidFill>
                  <a:schemeClr val="dk1"/>
                </a:solidFill>
              </a:defRPr>
            </a:lvl3pPr>
            <a:lvl4pPr lvl="3" rtl="0" algn="ctr">
              <a:lnSpc>
                <a:spcPct val="100000"/>
              </a:lnSpc>
              <a:spcBef>
                <a:spcPts val="0"/>
              </a:spcBef>
              <a:spcAft>
                <a:spcPts val="0"/>
              </a:spcAft>
              <a:buClr>
                <a:schemeClr val="dk1"/>
              </a:buClr>
              <a:buSzPts val="2200"/>
              <a:buNone/>
              <a:defRPr sz="2200">
                <a:solidFill>
                  <a:schemeClr val="dk1"/>
                </a:solidFill>
              </a:defRPr>
            </a:lvl4pPr>
            <a:lvl5pPr lvl="4" rtl="0" algn="ctr">
              <a:lnSpc>
                <a:spcPct val="100000"/>
              </a:lnSpc>
              <a:spcBef>
                <a:spcPts val="0"/>
              </a:spcBef>
              <a:spcAft>
                <a:spcPts val="0"/>
              </a:spcAft>
              <a:buClr>
                <a:schemeClr val="dk1"/>
              </a:buClr>
              <a:buSzPts val="2200"/>
              <a:buNone/>
              <a:defRPr sz="2200">
                <a:solidFill>
                  <a:schemeClr val="dk1"/>
                </a:solidFill>
              </a:defRPr>
            </a:lvl5pPr>
            <a:lvl6pPr lvl="5" rtl="0" algn="ctr">
              <a:lnSpc>
                <a:spcPct val="100000"/>
              </a:lnSpc>
              <a:spcBef>
                <a:spcPts val="0"/>
              </a:spcBef>
              <a:spcAft>
                <a:spcPts val="0"/>
              </a:spcAft>
              <a:buClr>
                <a:schemeClr val="dk1"/>
              </a:buClr>
              <a:buSzPts val="2200"/>
              <a:buNone/>
              <a:defRPr sz="2200">
                <a:solidFill>
                  <a:schemeClr val="dk1"/>
                </a:solidFill>
              </a:defRPr>
            </a:lvl6pPr>
            <a:lvl7pPr lvl="6" rtl="0" algn="ctr">
              <a:lnSpc>
                <a:spcPct val="100000"/>
              </a:lnSpc>
              <a:spcBef>
                <a:spcPts val="0"/>
              </a:spcBef>
              <a:spcAft>
                <a:spcPts val="0"/>
              </a:spcAft>
              <a:buClr>
                <a:schemeClr val="dk1"/>
              </a:buClr>
              <a:buSzPts val="2200"/>
              <a:buNone/>
              <a:defRPr sz="2200">
                <a:solidFill>
                  <a:schemeClr val="dk1"/>
                </a:solidFill>
              </a:defRPr>
            </a:lvl7pPr>
            <a:lvl8pPr lvl="7" rtl="0" algn="ctr">
              <a:lnSpc>
                <a:spcPct val="100000"/>
              </a:lnSpc>
              <a:spcBef>
                <a:spcPts val="0"/>
              </a:spcBef>
              <a:spcAft>
                <a:spcPts val="0"/>
              </a:spcAft>
              <a:buClr>
                <a:schemeClr val="dk1"/>
              </a:buClr>
              <a:buSzPts val="2200"/>
              <a:buNone/>
              <a:defRPr sz="2200">
                <a:solidFill>
                  <a:schemeClr val="dk1"/>
                </a:solidFill>
              </a:defRPr>
            </a:lvl8pPr>
            <a:lvl9pPr lvl="8" rtl="0" algn="ctr">
              <a:lnSpc>
                <a:spcPct val="100000"/>
              </a:lnSpc>
              <a:spcBef>
                <a:spcPts val="0"/>
              </a:spcBef>
              <a:spcAft>
                <a:spcPts val="0"/>
              </a:spcAft>
              <a:buClr>
                <a:schemeClr val="dk1"/>
              </a:buClr>
              <a:buSzPts val="2200"/>
              <a:buNone/>
              <a:defRPr sz="2200">
                <a:solidFill>
                  <a:schemeClr val="dk1"/>
                </a:solidFill>
              </a:defRPr>
            </a:lvl9pPr>
          </a:lstStyle>
          <a:p/>
        </p:txBody>
      </p:sp>
      <p:sp>
        <p:nvSpPr>
          <p:cNvPr id="691" name="Google Shape;691;p27"/>
          <p:cNvSpPr txBox="1"/>
          <p:nvPr>
            <p:ph idx="4" type="subTitle"/>
          </p:nvPr>
        </p:nvSpPr>
        <p:spPr>
          <a:xfrm>
            <a:off x="2959369" y="4667510"/>
            <a:ext cx="5863800" cy="7992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dk1"/>
              </a:buClr>
              <a:buSzPts val="3500"/>
              <a:buFont typeface="Bebas Neue"/>
              <a:buNone/>
              <a:defRPr sz="4600">
                <a:solidFill>
                  <a:schemeClr val="dk2"/>
                </a:solidFill>
                <a:latin typeface="Ranchers"/>
                <a:ea typeface="Ranchers"/>
                <a:cs typeface="Ranchers"/>
                <a:sym typeface="Ranchers"/>
              </a:defRPr>
            </a:lvl1pPr>
            <a:lvl2pPr lvl="1" rtl="0" algn="ctr">
              <a:lnSpc>
                <a:spcPct val="100000"/>
              </a:lnSpc>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9pPr>
          </a:lstStyle>
          <a:p/>
        </p:txBody>
      </p:sp>
      <p:sp>
        <p:nvSpPr>
          <p:cNvPr id="692" name="Google Shape;692;p27"/>
          <p:cNvSpPr txBox="1"/>
          <p:nvPr>
            <p:ph idx="5" type="subTitle"/>
          </p:nvPr>
        </p:nvSpPr>
        <p:spPr>
          <a:xfrm>
            <a:off x="2959335" y="7833885"/>
            <a:ext cx="5863800" cy="11469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200"/>
              <a:buNone/>
              <a:defRPr sz="2200">
                <a:solidFill>
                  <a:schemeClr val="dk1"/>
                </a:solidFill>
              </a:defRPr>
            </a:lvl1pPr>
            <a:lvl2pPr lvl="1" rtl="0" algn="ctr">
              <a:lnSpc>
                <a:spcPct val="100000"/>
              </a:lnSpc>
              <a:spcBef>
                <a:spcPts val="0"/>
              </a:spcBef>
              <a:spcAft>
                <a:spcPts val="0"/>
              </a:spcAft>
              <a:buClr>
                <a:schemeClr val="dk1"/>
              </a:buClr>
              <a:buSzPts val="2200"/>
              <a:buNone/>
              <a:defRPr sz="2200">
                <a:solidFill>
                  <a:schemeClr val="dk1"/>
                </a:solidFill>
              </a:defRPr>
            </a:lvl2pPr>
            <a:lvl3pPr lvl="2" rtl="0" algn="ctr">
              <a:lnSpc>
                <a:spcPct val="100000"/>
              </a:lnSpc>
              <a:spcBef>
                <a:spcPts val="0"/>
              </a:spcBef>
              <a:spcAft>
                <a:spcPts val="0"/>
              </a:spcAft>
              <a:buClr>
                <a:schemeClr val="dk1"/>
              </a:buClr>
              <a:buSzPts val="2200"/>
              <a:buNone/>
              <a:defRPr sz="2200">
                <a:solidFill>
                  <a:schemeClr val="dk1"/>
                </a:solidFill>
              </a:defRPr>
            </a:lvl3pPr>
            <a:lvl4pPr lvl="3" rtl="0" algn="ctr">
              <a:lnSpc>
                <a:spcPct val="100000"/>
              </a:lnSpc>
              <a:spcBef>
                <a:spcPts val="0"/>
              </a:spcBef>
              <a:spcAft>
                <a:spcPts val="0"/>
              </a:spcAft>
              <a:buClr>
                <a:schemeClr val="dk1"/>
              </a:buClr>
              <a:buSzPts val="2200"/>
              <a:buNone/>
              <a:defRPr sz="2200">
                <a:solidFill>
                  <a:schemeClr val="dk1"/>
                </a:solidFill>
              </a:defRPr>
            </a:lvl4pPr>
            <a:lvl5pPr lvl="4" rtl="0" algn="ctr">
              <a:lnSpc>
                <a:spcPct val="100000"/>
              </a:lnSpc>
              <a:spcBef>
                <a:spcPts val="0"/>
              </a:spcBef>
              <a:spcAft>
                <a:spcPts val="0"/>
              </a:spcAft>
              <a:buClr>
                <a:schemeClr val="dk1"/>
              </a:buClr>
              <a:buSzPts val="2200"/>
              <a:buNone/>
              <a:defRPr sz="2200">
                <a:solidFill>
                  <a:schemeClr val="dk1"/>
                </a:solidFill>
              </a:defRPr>
            </a:lvl5pPr>
            <a:lvl6pPr lvl="5" rtl="0" algn="ctr">
              <a:lnSpc>
                <a:spcPct val="100000"/>
              </a:lnSpc>
              <a:spcBef>
                <a:spcPts val="0"/>
              </a:spcBef>
              <a:spcAft>
                <a:spcPts val="0"/>
              </a:spcAft>
              <a:buClr>
                <a:schemeClr val="dk1"/>
              </a:buClr>
              <a:buSzPts val="2200"/>
              <a:buNone/>
              <a:defRPr sz="2200">
                <a:solidFill>
                  <a:schemeClr val="dk1"/>
                </a:solidFill>
              </a:defRPr>
            </a:lvl6pPr>
            <a:lvl7pPr lvl="6" rtl="0" algn="ctr">
              <a:lnSpc>
                <a:spcPct val="100000"/>
              </a:lnSpc>
              <a:spcBef>
                <a:spcPts val="0"/>
              </a:spcBef>
              <a:spcAft>
                <a:spcPts val="0"/>
              </a:spcAft>
              <a:buClr>
                <a:schemeClr val="dk1"/>
              </a:buClr>
              <a:buSzPts val="2200"/>
              <a:buNone/>
              <a:defRPr sz="2200">
                <a:solidFill>
                  <a:schemeClr val="dk1"/>
                </a:solidFill>
              </a:defRPr>
            </a:lvl7pPr>
            <a:lvl8pPr lvl="7" rtl="0" algn="ctr">
              <a:lnSpc>
                <a:spcPct val="100000"/>
              </a:lnSpc>
              <a:spcBef>
                <a:spcPts val="0"/>
              </a:spcBef>
              <a:spcAft>
                <a:spcPts val="0"/>
              </a:spcAft>
              <a:buClr>
                <a:schemeClr val="dk1"/>
              </a:buClr>
              <a:buSzPts val="2200"/>
              <a:buNone/>
              <a:defRPr sz="2200">
                <a:solidFill>
                  <a:schemeClr val="dk1"/>
                </a:solidFill>
              </a:defRPr>
            </a:lvl8pPr>
            <a:lvl9pPr lvl="8" rtl="0" algn="ctr">
              <a:lnSpc>
                <a:spcPct val="100000"/>
              </a:lnSpc>
              <a:spcBef>
                <a:spcPts val="0"/>
              </a:spcBef>
              <a:spcAft>
                <a:spcPts val="0"/>
              </a:spcAft>
              <a:buClr>
                <a:schemeClr val="dk1"/>
              </a:buClr>
              <a:buSzPts val="2200"/>
              <a:buNone/>
              <a:defRPr sz="2200">
                <a:solidFill>
                  <a:schemeClr val="dk1"/>
                </a:solidFill>
              </a:defRPr>
            </a:lvl9pPr>
          </a:lstStyle>
          <a:p/>
        </p:txBody>
      </p:sp>
      <p:sp>
        <p:nvSpPr>
          <p:cNvPr id="693" name="Google Shape;693;p27"/>
          <p:cNvSpPr txBox="1"/>
          <p:nvPr>
            <p:ph idx="6" type="subTitle"/>
          </p:nvPr>
        </p:nvSpPr>
        <p:spPr>
          <a:xfrm>
            <a:off x="2959335" y="7113410"/>
            <a:ext cx="5863800" cy="7992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dk1"/>
              </a:buClr>
              <a:buSzPts val="3500"/>
              <a:buFont typeface="Bebas Neue"/>
              <a:buNone/>
              <a:defRPr sz="4600">
                <a:solidFill>
                  <a:schemeClr val="dk2"/>
                </a:solidFill>
                <a:latin typeface="Ranchers"/>
                <a:ea typeface="Ranchers"/>
                <a:cs typeface="Ranchers"/>
                <a:sym typeface="Ranchers"/>
              </a:defRPr>
            </a:lvl1pPr>
            <a:lvl2pPr lvl="1" rtl="0" algn="ctr">
              <a:lnSpc>
                <a:spcPct val="100000"/>
              </a:lnSpc>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9pPr>
          </a:lstStyle>
          <a:p/>
        </p:txBody>
      </p:sp>
      <p:sp>
        <p:nvSpPr>
          <p:cNvPr id="694" name="Google Shape;694;p27"/>
          <p:cNvSpPr txBox="1"/>
          <p:nvPr>
            <p:ph type="title"/>
          </p:nvPr>
        </p:nvSpPr>
        <p:spPr>
          <a:xfrm>
            <a:off x="914400" y="888750"/>
            <a:ext cx="8458200" cy="956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6400"/>
              <a:buNone/>
              <a:defRPr/>
            </a:lvl1pPr>
            <a:lvl2pPr lvl="1" rtl="0">
              <a:lnSpc>
                <a:spcPct val="100000"/>
              </a:lnSpc>
              <a:spcBef>
                <a:spcPts val="0"/>
              </a:spcBef>
              <a:spcAft>
                <a:spcPts val="0"/>
              </a:spcAft>
              <a:buSzPts val="6400"/>
              <a:buNone/>
              <a:defRPr/>
            </a:lvl2pPr>
            <a:lvl3pPr lvl="2" rtl="0">
              <a:lnSpc>
                <a:spcPct val="100000"/>
              </a:lnSpc>
              <a:spcBef>
                <a:spcPts val="0"/>
              </a:spcBef>
              <a:spcAft>
                <a:spcPts val="0"/>
              </a:spcAft>
              <a:buSzPts val="6400"/>
              <a:buNone/>
              <a:defRPr/>
            </a:lvl3pPr>
            <a:lvl4pPr lvl="3" rtl="0">
              <a:lnSpc>
                <a:spcPct val="100000"/>
              </a:lnSpc>
              <a:spcBef>
                <a:spcPts val="0"/>
              </a:spcBef>
              <a:spcAft>
                <a:spcPts val="0"/>
              </a:spcAft>
              <a:buSzPts val="6400"/>
              <a:buNone/>
              <a:defRPr/>
            </a:lvl4pPr>
            <a:lvl5pPr lvl="4" rtl="0">
              <a:lnSpc>
                <a:spcPct val="100000"/>
              </a:lnSpc>
              <a:spcBef>
                <a:spcPts val="0"/>
              </a:spcBef>
              <a:spcAft>
                <a:spcPts val="0"/>
              </a:spcAft>
              <a:buSzPts val="6400"/>
              <a:buNone/>
              <a:defRPr/>
            </a:lvl5pPr>
            <a:lvl6pPr lvl="5" rtl="0">
              <a:lnSpc>
                <a:spcPct val="100000"/>
              </a:lnSpc>
              <a:spcBef>
                <a:spcPts val="0"/>
              </a:spcBef>
              <a:spcAft>
                <a:spcPts val="0"/>
              </a:spcAft>
              <a:buSzPts val="6400"/>
              <a:buNone/>
              <a:defRPr/>
            </a:lvl6pPr>
            <a:lvl7pPr lvl="6" rtl="0">
              <a:lnSpc>
                <a:spcPct val="100000"/>
              </a:lnSpc>
              <a:spcBef>
                <a:spcPts val="0"/>
              </a:spcBef>
              <a:spcAft>
                <a:spcPts val="0"/>
              </a:spcAft>
              <a:buSzPts val="6400"/>
              <a:buNone/>
              <a:defRPr/>
            </a:lvl7pPr>
            <a:lvl8pPr lvl="7" rtl="0">
              <a:lnSpc>
                <a:spcPct val="100000"/>
              </a:lnSpc>
              <a:spcBef>
                <a:spcPts val="0"/>
              </a:spcBef>
              <a:spcAft>
                <a:spcPts val="0"/>
              </a:spcAft>
              <a:buSzPts val="6400"/>
              <a:buNone/>
              <a:defRPr/>
            </a:lvl8pPr>
            <a:lvl9pPr lvl="8" rtl="0">
              <a:lnSpc>
                <a:spcPct val="100000"/>
              </a:lnSpc>
              <a:spcBef>
                <a:spcPts val="0"/>
              </a:spcBef>
              <a:spcAft>
                <a:spcPts val="0"/>
              </a:spcAft>
              <a:buSzPts val="6400"/>
              <a:buNone/>
              <a:defRPr/>
            </a:lvl9pPr>
          </a:lstStyle>
          <a:p/>
        </p:txBody>
      </p:sp>
      <p:sp>
        <p:nvSpPr>
          <p:cNvPr id="695" name="Google Shape;695;p27"/>
          <p:cNvSpPr/>
          <p:nvPr/>
        </p:nvSpPr>
        <p:spPr>
          <a:xfrm rot="10800000">
            <a:off x="1395011" y="9429423"/>
            <a:ext cx="233400" cy="233400"/>
          </a:xfrm>
          <a:prstGeom prst="ellipse">
            <a:avLst/>
          </a:pr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27"/>
          <p:cNvSpPr/>
          <p:nvPr/>
        </p:nvSpPr>
        <p:spPr>
          <a:xfrm rot="-3223923">
            <a:off x="157737" y="7744297"/>
            <a:ext cx="830724" cy="773579"/>
          </a:xfrm>
          <a:custGeom>
            <a:rect b="b" l="l" r="r" t="t"/>
            <a:pathLst>
              <a:path extrusionOk="0" h="1638" w="1759">
                <a:moveTo>
                  <a:pt x="1074" y="1"/>
                </a:moveTo>
                <a:cubicBezTo>
                  <a:pt x="1067" y="1"/>
                  <a:pt x="1060" y="3"/>
                  <a:pt x="1054" y="5"/>
                </a:cubicBezTo>
                <a:cubicBezTo>
                  <a:pt x="1041" y="18"/>
                  <a:pt x="1025" y="29"/>
                  <a:pt x="1014" y="41"/>
                </a:cubicBezTo>
                <a:cubicBezTo>
                  <a:pt x="1006" y="53"/>
                  <a:pt x="994" y="65"/>
                  <a:pt x="983" y="76"/>
                </a:cubicBezTo>
                <a:cubicBezTo>
                  <a:pt x="947" y="124"/>
                  <a:pt x="912" y="171"/>
                  <a:pt x="872" y="214"/>
                </a:cubicBezTo>
                <a:cubicBezTo>
                  <a:pt x="836" y="262"/>
                  <a:pt x="805" y="309"/>
                  <a:pt x="774" y="356"/>
                </a:cubicBezTo>
                <a:cubicBezTo>
                  <a:pt x="761" y="376"/>
                  <a:pt x="750" y="404"/>
                  <a:pt x="734" y="424"/>
                </a:cubicBezTo>
                <a:cubicBezTo>
                  <a:pt x="723" y="435"/>
                  <a:pt x="710" y="451"/>
                  <a:pt x="703" y="462"/>
                </a:cubicBezTo>
                <a:cubicBezTo>
                  <a:pt x="699" y="473"/>
                  <a:pt x="687" y="508"/>
                  <a:pt x="673" y="508"/>
                </a:cubicBezTo>
                <a:cubicBezTo>
                  <a:pt x="671" y="508"/>
                  <a:pt x="669" y="507"/>
                  <a:pt x="667" y="506"/>
                </a:cubicBezTo>
                <a:cubicBezTo>
                  <a:pt x="659" y="502"/>
                  <a:pt x="659" y="495"/>
                  <a:pt x="652" y="495"/>
                </a:cubicBezTo>
                <a:cubicBezTo>
                  <a:pt x="643" y="495"/>
                  <a:pt x="639" y="498"/>
                  <a:pt x="632" y="498"/>
                </a:cubicBezTo>
                <a:cubicBezTo>
                  <a:pt x="625" y="500"/>
                  <a:pt x="618" y="500"/>
                  <a:pt x="611" y="500"/>
                </a:cubicBezTo>
                <a:cubicBezTo>
                  <a:pt x="596" y="500"/>
                  <a:pt x="582" y="498"/>
                  <a:pt x="568" y="498"/>
                </a:cubicBezTo>
                <a:cubicBezTo>
                  <a:pt x="545" y="495"/>
                  <a:pt x="517" y="491"/>
                  <a:pt x="494" y="491"/>
                </a:cubicBezTo>
                <a:cubicBezTo>
                  <a:pt x="454" y="486"/>
                  <a:pt x="415" y="482"/>
                  <a:pt x="379" y="479"/>
                </a:cubicBezTo>
                <a:cubicBezTo>
                  <a:pt x="359" y="479"/>
                  <a:pt x="339" y="475"/>
                  <a:pt x="320" y="475"/>
                </a:cubicBezTo>
                <a:cubicBezTo>
                  <a:pt x="273" y="471"/>
                  <a:pt x="226" y="462"/>
                  <a:pt x="178" y="462"/>
                </a:cubicBezTo>
                <a:cubicBezTo>
                  <a:pt x="170" y="462"/>
                  <a:pt x="164" y="461"/>
                  <a:pt x="157" y="461"/>
                </a:cubicBezTo>
                <a:cubicBezTo>
                  <a:pt x="154" y="461"/>
                  <a:pt x="150" y="461"/>
                  <a:pt x="146" y="462"/>
                </a:cubicBezTo>
                <a:cubicBezTo>
                  <a:pt x="139" y="462"/>
                  <a:pt x="135" y="462"/>
                  <a:pt x="123" y="459"/>
                </a:cubicBezTo>
                <a:cubicBezTo>
                  <a:pt x="103" y="455"/>
                  <a:pt x="79" y="451"/>
                  <a:pt x="60" y="451"/>
                </a:cubicBezTo>
                <a:cubicBezTo>
                  <a:pt x="48" y="455"/>
                  <a:pt x="36" y="451"/>
                  <a:pt x="28" y="459"/>
                </a:cubicBezTo>
                <a:cubicBezTo>
                  <a:pt x="24" y="462"/>
                  <a:pt x="13" y="471"/>
                  <a:pt x="8" y="479"/>
                </a:cubicBezTo>
                <a:cubicBezTo>
                  <a:pt x="0" y="491"/>
                  <a:pt x="13" y="502"/>
                  <a:pt x="17" y="514"/>
                </a:cubicBezTo>
                <a:cubicBezTo>
                  <a:pt x="24" y="522"/>
                  <a:pt x="28" y="530"/>
                  <a:pt x="36" y="542"/>
                </a:cubicBezTo>
                <a:cubicBezTo>
                  <a:pt x="44" y="553"/>
                  <a:pt x="48" y="562"/>
                  <a:pt x="60" y="573"/>
                </a:cubicBezTo>
                <a:cubicBezTo>
                  <a:pt x="84" y="597"/>
                  <a:pt x="115" y="613"/>
                  <a:pt x="139" y="637"/>
                </a:cubicBezTo>
                <a:cubicBezTo>
                  <a:pt x="162" y="668"/>
                  <a:pt x="182" y="695"/>
                  <a:pt x="210" y="723"/>
                </a:cubicBezTo>
                <a:cubicBezTo>
                  <a:pt x="241" y="751"/>
                  <a:pt x="273" y="775"/>
                  <a:pt x="304" y="802"/>
                </a:cubicBezTo>
                <a:cubicBezTo>
                  <a:pt x="316" y="814"/>
                  <a:pt x="324" y="826"/>
                  <a:pt x="335" y="833"/>
                </a:cubicBezTo>
                <a:cubicBezTo>
                  <a:pt x="344" y="837"/>
                  <a:pt x="352" y="841"/>
                  <a:pt x="355" y="846"/>
                </a:cubicBezTo>
                <a:cubicBezTo>
                  <a:pt x="355" y="849"/>
                  <a:pt x="352" y="857"/>
                  <a:pt x="348" y="861"/>
                </a:cubicBezTo>
                <a:cubicBezTo>
                  <a:pt x="348" y="869"/>
                  <a:pt x="344" y="881"/>
                  <a:pt x="339" y="888"/>
                </a:cubicBezTo>
                <a:cubicBezTo>
                  <a:pt x="316" y="920"/>
                  <a:pt x="297" y="948"/>
                  <a:pt x="281" y="983"/>
                </a:cubicBezTo>
                <a:cubicBezTo>
                  <a:pt x="273" y="999"/>
                  <a:pt x="265" y="1011"/>
                  <a:pt x="261" y="1026"/>
                </a:cubicBezTo>
                <a:cubicBezTo>
                  <a:pt x="253" y="1039"/>
                  <a:pt x="241" y="1050"/>
                  <a:pt x="233" y="1066"/>
                </a:cubicBezTo>
                <a:cubicBezTo>
                  <a:pt x="221" y="1082"/>
                  <a:pt x="213" y="1097"/>
                  <a:pt x="206" y="1110"/>
                </a:cubicBezTo>
                <a:cubicBezTo>
                  <a:pt x="190" y="1130"/>
                  <a:pt x="178" y="1145"/>
                  <a:pt x="166" y="1165"/>
                </a:cubicBezTo>
                <a:cubicBezTo>
                  <a:pt x="159" y="1177"/>
                  <a:pt x="155" y="1188"/>
                  <a:pt x="150" y="1196"/>
                </a:cubicBezTo>
                <a:cubicBezTo>
                  <a:pt x="146" y="1208"/>
                  <a:pt x="139" y="1216"/>
                  <a:pt x="131" y="1228"/>
                </a:cubicBezTo>
                <a:cubicBezTo>
                  <a:pt x="115" y="1248"/>
                  <a:pt x="103" y="1267"/>
                  <a:pt x="91" y="1290"/>
                </a:cubicBezTo>
                <a:cubicBezTo>
                  <a:pt x="84" y="1307"/>
                  <a:pt x="75" y="1326"/>
                  <a:pt x="68" y="1346"/>
                </a:cubicBezTo>
                <a:cubicBezTo>
                  <a:pt x="60" y="1374"/>
                  <a:pt x="44" y="1394"/>
                  <a:pt x="32" y="1417"/>
                </a:cubicBezTo>
                <a:cubicBezTo>
                  <a:pt x="28" y="1421"/>
                  <a:pt x="24" y="1429"/>
                  <a:pt x="28" y="1432"/>
                </a:cubicBezTo>
                <a:cubicBezTo>
                  <a:pt x="28" y="1437"/>
                  <a:pt x="36" y="1441"/>
                  <a:pt x="40" y="1445"/>
                </a:cubicBezTo>
                <a:cubicBezTo>
                  <a:pt x="43" y="1451"/>
                  <a:pt x="46" y="1457"/>
                  <a:pt x="51" y="1457"/>
                </a:cubicBezTo>
                <a:cubicBezTo>
                  <a:pt x="52" y="1457"/>
                  <a:pt x="54" y="1457"/>
                  <a:pt x="55" y="1456"/>
                </a:cubicBezTo>
                <a:cubicBezTo>
                  <a:pt x="75" y="1452"/>
                  <a:pt x="91" y="1445"/>
                  <a:pt x="107" y="1432"/>
                </a:cubicBezTo>
                <a:cubicBezTo>
                  <a:pt x="119" y="1429"/>
                  <a:pt x="126" y="1429"/>
                  <a:pt x="139" y="1429"/>
                </a:cubicBezTo>
                <a:cubicBezTo>
                  <a:pt x="162" y="1425"/>
                  <a:pt x="182" y="1413"/>
                  <a:pt x="202" y="1405"/>
                </a:cubicBezTo>
                <a:cubicBezTo>
                  <a:pt x="253" y="1390"/>
                  <a:pt x="304" y="1374"/>
                  <a:pt x="355" y="1354"/>
                </a:cubicBezTo>
                <a:cubicBezTo>
                  <a:pt x="454" y="1319"/>
                  <a:pt x="552" y="1287"/>
                  <a:pt x="652" y="1252"/>
                </a:cubicBezTo>
                <a:cubicBezTo>
                  <a:pt x="667" y="1287"/>
                  <a:pt x="683" y="1319"/>
                  <a:pt x="706" y="1350"/>
                </a:cubicBezTo>
                <a:cubicBezTo>
                  <a:pt x="770" y="1445"/>
                  <a:pt x="852" y="1523"/>
                  <a:pt x="916" y="1622"/>
                </a:cubicBezTo>
                <a:cubicBezTo>
                  <a:pt x="922" y="1632"/>
                  <a:pt x="934" y="1637"/>
                  <a:pt x="945" y="1637"/>
                </a:cubicBezTo>
                <a:cubicBezTo>
                  <a:pt x="960" y="1637"/>
                  <a:pt x="974" y="1629"/>
                  <a:pt x="978" y="1614"/>
                </a:cubicBezTo>
                <a:cubicBezTo>
                  <a:pt x="1010" y="1508"/>
                  <a:pt x="1034" y="1401"/>
                  <a:pt x="1058" y="1295"/>
                </a:cubicBezTo>
                <a:cubicBezTo>
                  <a:pt x="1069" y="1243"/>
                  <a:pt x="1081" y="1188"/>
                  <a:pt x="1093" y="1137"/>
                </a:cubicBezTo>
                <a:cubicBezTo>
                  <a:pt x="1096" y="1114"/>
                  <a:pt x="1101" y="1086"/>
                  <a:pt x="1105" y="1062"/>
                </a:cubicBezTo>
                <a:lnTo>
                  <a:pt x="1105" y="1050"/>
                </a:lnTo>
                <a:cubicBezTo>
                  <a:pt x="1105" y="1039"/>
                  <a:pt x="1101" y="1026"/>
                  <a:pt x="1105" y="1015"/>
                </a:cubicBezTo>
                <a:cubicBezTo>
                  <a:pt x="1109" y="995"/>
                  <a:pt x="1125" y="983"/>
                  <a:pt x="1140" y="972"/>
                </a:cubicBezTo>
                <a:cubicBezTo>
                  <a:pt x="1164" y="952"/>
                  <a:pt x="1196" y="944"/>
                  <a:pt x="1223" y="932"/>
                </a:cubicBezTo>
                <a:cubicBezTo>
                  <a:pt x="1247" y="920"/>
                  <a:pt x="1270" y="908"/>
                  <a:pt x="1298" y="897"/>
                </a:cubicBezTo>
                <a:cubicBezTo>
                  <a:pt x="1325" y="884"/>
                  <a:pt x="1353" y="873"/>
                  <a:pt x="1385" y="857"/>
                </a:cubicBezTo>
                <a:cubicBezTo>
                  <a:pt x="1409" y="841"/>
                  <a:pt x="1432" y="833"/>
                  <a:pt x="1460" y="826"/>
                </a:cubicBezTo>
                <a:cubicBezTo>
                  <a:pt x="1471" y="822"/>
                  <a:pt x="1483" y="817"/>
                  <a:pt x="1495" y="810"/>
                </a:cubicBezTo>
                <a:cubicBezTo>
                  <a:pt x="1507" y="806"/>
                  <a:pt x="1518" y="798"/>
                  <a:pt x="1531" y="790"/>
                </a:cubicBezTo>
                <a:cubicBezTo>
                  <a:pt x="1574" y="770"/>
                  <a:pt x="1622" y="759"/>
                  <a:pt x="1664" y="735"/>
                </a:cubicBezTo>
                <a:cubicBezTo>
                  <a:pt x="1680" y="727"/>
                  <a:pt x="1696" y="715"/>
                  <a:pt x="1716" y="704"/>
                </a:cubicBezTo>
                <a:cubicBezTo>
                  <a:pt x="1724" y="695"/>
                  <a:pt x="1744" y="684"/>
                  <a:pt x="1751" y="672"/>
                </a:cubicBezTo>
                <a:cubicBezTo>
                  <a:pt x="1759" y="660"/>
                  <a:pt x="1755" y="637"/>
                  <a:pt x="1740" y="628"/>
                </a:cubicBezTo>
                <a:cubicBezTo>
                  <a:pt x="1731" y="620"/>
                  <a:pt x="1711" y="617"/>
                  <a:pt x="1700" y="617"/>
                </a:cubicBezTo>
                <a:lnTo>
                  <a:pt x="1684" y="617"/>
                </a:lnTo>
                <a:cubicBezTo>
                  <a:pt x="1664" y="613"/>
                  <a:pt x="1645" y="609"/>
                  <a:pt x="1625" y="604"/>
                </a:cubicBezTo>
                <a:cubicBezTo>
                  <a:pt x="1605" y="601"/>
                  <a:pt x="1586" y="597"/>
                  <a:pt x="1566" y="593"/>
                </a:cubicBezTo>
                <a:cubicBezTo>
                  <a:pt x="1558" y="589"/>
                  <a:pt x="1542" y="589"/>
                  <a:pt x="1535" y="585"/>
                </a:cubicBezTo>
                <a:cubicBezTo>
                  <a:pt x="1531" y="581"/>
                  <a:pt x="1527" y="577"/>
                  <a:pt x="1518" y="577"/>
                </a:cubicBezTo>
                <a:cubicBezTo>
                  <a:pt x="1495" y="573"/>
                  <a:pt x="1475" y="573"/>
                  <a:pt x="1456" y="573"/>
                </a:cubicBezTo>
                <a:lnTo>
                  <a:pt x="1357" y="573"/>
                </a:lnTo>
                <a:cubicBezTo>
                  <a:pt x="1325" y="573"/>
                  <a:pt x="1294" y="569"/>
                  <a:pt x="1262" y="566"/>
                </a:cubicBezTo>
                <a:cubicBezTo>
                  <a:pt x="1219" y="562"/>
                  <a:pt x="1176" y="562"/>
                  <a:pt x="1136" y="553"/>
                </a:cubicBezTo>
                <a:cubicBezTo>
                  <a:pt x="1120" y="549"/>
                  <a:pt x="1109" y="546"/>
                  <a:pt x="1096" y="546"/>
                </a:cubicBezTo>
                <a:cubicBezTo>
                  <a:pt x="1089" y="546"/>
                  <a:pt x="1081" y="546"/>
                  <a:pt x="1077" y="542"/>
                </a:cubicBezTo>
                <a:cubicBezTo>
                  <a:pt x="1065" y="533"/>
                  <a:pt x="1069" y="518"/>
                  <a:pt x="1069" y="506"/>
                </a:cubicBezTo>
                <a:cubicBezTo>
                  <a:pt x="1069" y="491"/>
                  <a:pt x="1065" y="475"/>
                  <a:pt x="1061" y="459"/>
                </a:cubicBezTo>
                <a:cubicBezTo>
                  <a:pt x="1061" y="439"/>
                  <a:pt x="1065" y="424"/>
                  <a:pt x="1069" y="404"/>
                </a:cubicBezTo>
                <a:cubicBezTo>
                  <a:pt x="1073" y="388"/>
                  <a:pt x="1077" y="373"/>
                  <a:pt x="1077" y="356"/>
                </a:cubicBezTo>
                <a:lnTo>
                  <a:pt x="1077" y="302"/>
                </a:lnTo>
                <a:cubicBezTo>
                  <a:pt x="1081" y="285"/>
                  <a:pt x="1085" y="266"/>
                  <a:pt x="1085" y="249"/>
                </a:cubicBezTo>
                <a:cubicBezTo>
                  <a:pt x="1089" y="226"/>
                  <a:pt x="1085" y="207"/>
                  <a:pt x="1089" y="187"/>
                </a:cubicBezTo>
                <a:cubicBezTo>
                  <a:pt x="1093" y="167"/>
                  <a:pt x="1093" y="151"/>
                  <a:pt x="1096" y="131"/>
                </a:cubicBezTo>
                <a:cubicBezTo>
                  <a:pt x="1101" y="112"/>
                  <a:pt x="1105" y="96"/>
                  <a:pt x="1109" y="76"/>
                </a:cubicBezTo>
                <a:cubicBezTo>
                  <a:pt x="1109" y="56"/>
                  <a:pt x="1109" y="21"/>
                  <a:pt x="1089" y="5"/>
                </a:cubicBezTo>
                <a:cubicBezTo>
                  <a:pt x="1084" y="2"/>
                  <a:pt x="1079" y="1"/>
                  <a:pt x="1074" y="1"/>
                </a:cubicBezTo>
                <a:close/>
              </a:path>
            </a:pathLst>
          </a:custGeom>
          <a:solidFill>
            <a:schemeClr val="accent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 name="Google Shape;697;p27"/>
          <p:cNvSpPr/>
          <p:nvPr/>
        </p:nvSpPr>
        <p:spPr>
          <a:xfrm rot="-7007543">
            <a:off x="9460633" y="2099362"/>
            <a:ext cx="845836" cy="617729"/>
          </a:xfrm>
          <a:custGeom>
            <a:rect b="b" l="l" r="r" t="t"/>
            <a:pathLst>
              <a:path extrusionOk="0" h="1308" w="1791">
                <a:moveTo>
                  <a:pt x="1141" y="1"/>
                </a:moveTo>
                <a:cubicBezTo>
                  <a:pt x="1135" y="1"/>
                  <a:pt x="1129" y="3"/>
                  <a:pt x="1124" y="6"/>
                </a:cubicBezTo>
                <a:cubicBezTo>
                  <a:pt x="951" y="195"/>
                  <a:pt x="797" y="408"/>
                  <a:pt x="675" y="633"/>
                </a:cubicBezTo>
                <a:cubicBezTo>
                  <a:pt x="576" y="428"/>
                  <a:pt x="478" y="226"/>
                  <a:pt x="379" y="22"/>
                </a:cubicBezTo>
                <a:cubicBezTo>
                  <a:pt x="375" y="14"/>
                  <a:pt x="368" y="10"/>
                  <a:pt x="361" y="10"/>
                </a:cubicBezTo>
                <a:cubicBezTo>
                  <a:pt x="354" y="10"/>
                  <a:pt x="347" y="14"/>
                  <a:pt x="344" y="22"/>
                </a:cubicBezTo>
                <a:cubicBezTo>
                  <a:pt x="273" y="183"/>
                  <a:pt x="209" y="349"/>
                  <a:pt x="158" y="518"/>
                </a:cubicBezTo>
                <a:cubicBezTo>
                  <a:pt x="134" y="589"/>
                  <a:pt x="0" y="873"/>
                  <a:pt x="44" y="944"/>
                </a:cubicBezTo>
                <a:cubicBezTo>
                  <a:pt x="47" y="959"/>
                  <a:pt x="67" y="964"/>
                  <a:pt x="80" y="968"/>
                </a:cubicBezTo>
                <a:cubicBezTo>
                  <a:pt x="331" y="1039"/>
                  <a:pt x="580" y="1101"/>
                  <a:pt x="833" y="1161"/>
                </a:cubicBezTo>
                <a:cubicBezTo>
                  <a:pt x="1010" y="1201"/>
                  <a:pt x="1183" y="1236"/>
                  <a:pt x="1361" y="1272"/>
                </a:cubicBezTo>
                <a:cubicBezTo>
                  <a:pt x="1396" y="1277"/>
                  <a:pt x="1514" y="1308"/>
                  <a:pt x="1585" y="1308"/>
                </a:cubicBezTo>
                <a:cubicBezTo>
                  <a:pt x="1609" y="1308"/>
                  <a:pt x="1628" y="1304"/>
                  <a:pt x="1637" y="1295"/>
                </a:cubicBezTo>
                <a:cubicBezTo>
                  <a:pt x="1656" y="1279"/>
                  <a:pt x="1656" y="1248"/>
                  <a:pt x="1656" y="1220"/>
                </a:cubicBezTo>
                <a:cubicBezTo>
                  <a:pt x="1661" y="924"/>
                  <a:pt x="1779" y="637"/>
                  <a:pt x="1791" y="337"/>
                </a:cubicBezTo>
                <a:lnTo>
                  <a:pt x="1791" y="337"/>
                </a:lnTo>
                <a:cubicBezTo>
                  <a:pt x="1625" y="463"/>
                  <a:pt x="1467" y="597"/>
                  <a:pt x="1294" y="715"/>
                </a:cubicBezTo>
                <a:cubicBezTo>
                  <a:pt x="1321" y="621"/>
                  <a:pt x="1230" y="502"/>
                  <a:pt x="1207" y="412"/>
                </a:cubicBezTo>
                <a:cubicBezTo>
                  <a:pt x="1175" y="282"/>
                  <a:pt x="1159" y="151"/>
                  <a:pt x="1159" y="18"/>
                </a:cubicBezTo>
                <a:cubicBezTo>
                  <a:pt x="1159" y="6"/>
                  <a:pt x="1150" y="1"/>
                  <a:pt x="1141" y="1"/>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27"/>
          <p:cNvSpPr/>
          <p:nvPr/>
        </p:nvSpPr>
        <p:spPr>
          <a:xfrm rot="10800000">
            <a:off x="693486" y="8980773"/>
            <a:ext cx="233400" cy="233400"/>
          </a:xfrm>
          <a:prstGeom prst="ellipse">
            <a:avLst/>
          </a:pr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27"/>
          <p:cNvSpPr/>
          <p:nvPr/>
        </p:nvSpPr>
        <p:spPr>
          <a:xfrm rot="10800000">
            <a:off x="157311" y="9726748"/>
            <a:ext cx="233400" cy="233400"/>
          </a:xfrm>
          <a:prstGeom prst="ellipse">
            <a:avLst/>
          </a:pr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27"/>
          <p:cNvSpPr/>
          <p:nvPr/>
        </p:nvSpPr>
        <p:spPr>
          <a:xfrm flipH="1">
            <a:off x="245836" y="4883173"/>
            <a:ext cx="56375" cy="2663275"/>
          </a:xfrm>
          <a:custGeom>
            <a:rect b="b" l="l" r="r" t="t"/>
            <a:pathLst>
              <a:path extrusionOk="0" h="106531" w="2255">
                <a:moveTo>
                  <a:pt x="1515" y="0"/>
                </a:moveTo>
                <a:cubicBezTo>
                  <a:pt x="649" y="35503"/>
                  <a:pt x="4406" y="71291"/>
                  <a:pt x="0" y="106531"/>
                </a:cubicBezTo>
              </a:path>
            </a:pathLst>
          </a:custGeom>
          <a:noFill/>
          <a:ln cap="flat" cmpd="sng" w="28575">
            <a:solidFill>
              <a:schemeClr val="dk1"/>
            </a:solidFill>
            <a:prstDash val="solid"/>
            <a:round/>
            <a:headEnd len="med" w="med" type="none"/>
            <a:tailEnd len="med" w="med" type="none"/>
          </a:ln>
        </p:spPr>
      </p:sp>
      <p:sp>
        <p:nvSpPr>
          <p:cNvPr id="701" name="Google Shape;701;p27"/>
          <p:cNvSpPr/>
          <p:nvPr/>
        </p:nvSpPr>
        <p:spPr>
          <a:xfrm flipH="1">
            <a:off x="455286" y="6028973"/>
            <a:ext cx="23625" cy="795200"/>
          </a:xfrm>
          <a:custGeom>
            <a:rect b="b" l="l" r="r" t="t"/>
            <a:pathLst>
              <a:path extrusionOk="0" h="31808" w="945">
                <a:moveTo>
                  <a:pt x="505" y="0"/>
                </a:moveTo>
                <a:cubicBezTo>
                  <a:pt x="1386" y="10567"/>
                  <a:pt x="0" y="21204"/>
                  <a:pt x="0" y="31808"/>
                </a:cubicBezTo>
              </a:path>
            </a:pathLst>
          </a:custGeom>
          <a:noFill/>
          <a:ln cap="flat" cmpd="sng" w="28575">
            <a:solidFill>
              <a:schemeClr val="dk1"/>
            </a:solidFill>
            <a:prstDash val="solid"/>
            <a:round/>
            <a:headEnd len="med" w="med" type="none"/>
            <a:tailEnd len="med" w="med" type="none"/>
          </a:ln>
        </p:spPr>
      </p:sp>
      <p:sp>
        <p:nvSpPr>
          <p:cNvPr id="702" name="Google Shape;702;p27"/>
          <p:cNvSpPr/>
          <p:nvPr/>
        </p:nvSpPr>
        <p:spPr>
          <a:xfrm flipH="1">
            <a:off x="605136" y="4737798"/>
            <a:ext cx="88350" cy="1476775"/>
          </a:xfrm>
          <a:custGeom>
            <a:rect b="b" l="l" r="r" t="t"/>
            <a:pathLst>
              <a:path extrusionOk="0" h="59071" w="3534">
                <a:moveTo>
                  <a:pt x="0" y="0"/>
                </a:moveTo>
                <a:cubicBezTo>
                  <a:pt x="1037" y="19698"/>
                  <a:pt x="3534" y="39345"/>
                  <a:pt x="3534" y="59071"/>
                </a:cubicBezTo>
              </a:path>
            </a:pathLst>
          </a:custGeom>
          <a:noFill/>
          <a:ln cap="flat" cmpd="sng" w="28575">
            <a:solidFill>
              <a:schemeClr val="dk1"/>
            </a:solidFill>
            <a:prstDash val="solid"/>
            <a:round/>
            <a:headEnd len="med" w="med" type="none"/>
            <a:tailEnd len="med" w="med" type="none"/>
          </a:ln>
        </p:spPr>
      </p:sp>
      <p:sp>
        <p:nvSpPr>
          <p:cNvPr id="703" name="Google Shape;703;p27"/>
          <p:cNvSpPr/>
          <p:nvPr/>
        </p:nvSpPr>
        <p:spPr>
          <a:xfrm rot="-10651105">
            <a:off x="9916250" y="3643690"/>
            <a:ext cx="138855" cy="2158457"/>
          </a:xfrm>
          <a:custGeom>
            <a:rect b="b" l="l" r="r" t="t"/>
            <a:pathLst>
              <a:path extrusionOk="0" h="86335" w="5554">
                <a:moveTo>
                  <a:pt x="0" y="0"/>
                </a:moveTo>
                <a:cubicBezTo>
                  <a:pt x="1919" y="28774"/>
                  <a:pt x="5554" y="57497"/>
                  <a:pt x="5554" y="86335"/>
                </a:cubicBezTo>
              </a:path>
            </a:pathLst>
          </a:custGeom>
          <a:noFill/>
          <a:ln cap="flat" cmpd="sng" w="28575">
            <a:solidFill>
              <a:schemeClr val="dk1"/>
            </a:solidFill>
            <a:prstDash val="solid"/>
            <a:round/>
            <a:headEnd len="med" w="med" type="none"/>
            <a:tailEnd len="med" w="med" type="none"/>
          </a:ln>
        </p:spPr>
      </p:sp>
      <p:sp>
        <p:nvSpPr>
          <p:cNvPr id="704" name="Google Shape;704;p27"/>
          <p:cNvSpPr/>
          <p:nvPr/>
        </p:nvSpPr>
        <p:spPr>
          <a:xfrm rot="-10651105">
            <a:off x="9791142" y="5072965"/>
            <a:ext cx="39176" cy="1123393"/>
          </a:xfrm>
          <a:custGeom>
            <a:rect b="b" l="l" r="r" t="t"/>
            <a:pathLst>
              <a:path extrusionOk="0" h="44934" w="1567">
                <a:moveTo>
                  <a:pt x="557" y="0"/>
                </a:moveTo>
                <a:cubicBezTo>
                  <a:pt x="-1098" y="14890"/>
                  <a:pt x="1567" y="29952"/>
                  <a:pt x="1567" y="44934"/>
                </a:cubicBezTo>
              </a:path>
            </a:pathLst>
          </a:custGeom>
          <a:noFill/>
          <a:ln cap="flat" cmpd="sng" w="28575">
            <a:solidFill>
              <a:schemeClr val="dk1"/>
            </a:solidFill>
            <a:prstDash val="solid"/>
            <a:round/>
            <a:headEnd len="med" w="med" type="none"/>
            <a:tailEnd len="med" w="med" type="none"/>
          </a:ln>
        </p:spPr>
      </p:sp>
      <p:sp>
        <p:nvSpPr>
          <p:cNvPr id="705" name="Google Shape;705;p27"/>
          <p:cNvSpPr/>
          <p:nvPr/>
        </p:nvSpPr>
        <p:spPr>
          <a:xfrm rot="10800000">
            <a:off x="9533461" y="1302473"/>
            <a:ext cx="233400" cy="233400"/>
          </a:xfrm>
          <a:prstGeom prst="ellipse">
            <a:avLst/>
          </a:pr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27"/>
          <p:cNvSpPr/>
          <p:nvPr/>
        </p:nvSpPr>
        <p:spPr>
          <a:xfrm rot="10800000">
            <a:off x="9766861" y="294336"/>
            <a:ext cx="233400" cy="233400"/>
          </a:xfrm>
          <a:prstGeom prst="ellipse">
            <a:avLst/>
          </a:pr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p27"/>
          <p:cNvSpPr/>
          <p:nvPr/>
        </p:nvSpPr>
        <p:spPr>
          <a:xfrm rot="10800000">
            <a:off x="8778386" y="294336"/>
            <a:ext cx="233400" cy="233400"/>
          </a:xfrm>
          <a:prstGeom prst="ellipse">
            <a:avLst/>
          </a:pr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08" name="Google Shape;708;p27"/>
          <p:cNvGrpSpPr/>
          <p:nvPr/>
        </p:nvGrpSpPr>
        <p:grpSpPr>
          <a:xfrm rot="-5790329">
            <a:off x="9150125" y="8483561"/>
            <a:ext cx="2448353" cy="2125131"/>
            <a:chOff x="1322124" y="4079650"/>
            <a:chExt cx="3420400" cy="2968851"/>
          </a:xfrm>
        </p:grpSpPr>
        <p:sp>
          <p:nvSpPr>
            <p:cNvPr id="709" name="Google Shape;709;p27"/>
            <p:cNvSpPr/>
            <p:nvPr/>
          </p:nvSpPr>
          <p:spPr>
            <a:xfrm>
              <a:off x="1322124" y="4377475"/>
              <a:ext cx="3420400" cy="2671026"/>
            </a:xfrm>
            <a:custGeom>
              <a:rect b="b" l="l" r="r" t="t"/>
              <a:pathLst>
                <a:path extrusionOk="0" h="2556" w="3273">
                  <a:moveTo>
                    <a:pt x="228" y="0"/>
                  </a:moveTo>
                  <a:cubicBezTo>
                    <a:pt x="244" y="548"/>
                    <a:pt x="157" y="1345"/>
                    <a:pt x="0" y="2331"/>
                  </a:cubicBezTo>
                  <a:lnTo>
                    <a:pt x="3040" y="2555"/>
                  </a:lnTo>
                  <a:cubicBezTo>
                    <a:pt x="3186" y="1767"/>
                    <a:pt x="3273" y="998"/>
                    <a:pt x="3269" y="257"/>
                  </a:cubicBezTo>
                  <a:lnTo>
                    <a:pt x="3143" y="249"/>
                  </a:lnTo>
                  <a:lnTo>
                    <a:pt x="3143" y="249"/>
                  </a:lnTo>
                  <a:cubicBezTo>
                    <a:pt x="3154" y="320"/>
                    <a:pt x="3115" y="402"/>
                    <a:pt x="3020" y="402"/>
                  </a:cubicBezTo>
                  <a:cubicBezTo>
                    <a:pt x="2918" y="402"/>
                    <a:pt x="2878" y="304"/>
                    <a:pt x="2902" y="229"/>
                  </a:cubicBezTo>
                  <a:lnTo>
                    <a:pt x="2674" y="209"/>
                  </a:lnTo>
                  <a:lnTo>
                    <a:pt x="2674" y="209"/>
                  </a:lnTo>
                  <a:cubicBezTo>
                    <a:pt x="2677" y="213"/>
                    <a:pt x="2677" y="222"/>
                    <a:pt x="2677" y="229"/>
                  </a:cubicBezTo>
                  <a:lnTo>
                    <a:pt x="2677" y="237"/>
                  </a:lnTo>
                  <a:cubicBezTo>
                    <a:pt x="2677" y="261"/>
                    <a:pt x="2670" y="280"/>
                    <a:pt x="2657" y="300"/>
                  </a:cubicBezTo>
                  <a:cubicBezTo>
                    <a:pt x="2654" y="312"/>
                    <a:pt x="2646" y="320"/>
                    <a:pt x="2638" y="328"/>
                  </a:cubicBezTo>
                  <a:cubicBezTo>
                    <a:pt x="2622" y="344"/>
                    <a:pt x="2603" y="355"/>
                    <a:pt x="2583" y="364"/>
                  </a:cubicBezTo>
                  <a:lnTo>
                    <a:pt x="2547" y="367"/>
                  </a:lnTo>
                  <a:cubicBezTo>
                    <a:pt x="2528" y="367"/>
                    <a:pt x="2512" y="364"/>
                    <a:pt x="2496" y="355"/>
                  </a:cubicBezTo>
                  <a:cubicBezTo>
                    <a:pt x="2480" y="351"/>
                    <a:pt x="2468" y="340"/>
                    <a:pt x="2457" y="328"/>
                  </a:cubicBezTo>
                  <a:cubicBezTo>
                    <a:pt x="2441" y="316"/>
                    <a:pt x="2433" y="304"/>
                    <a:pt x="2428" y="288"/>
                  </a:cubicBezTo>
                  <a:cubicBezTo>
                    <a:pt x="2421" y="273"/>
                    <a:pt x="2417" y="253"/>
                    <a:pt x="2417" y="237"/>
                  </a:cubicBezTo>
                  <a:lnTo>
                    <a:pt x="2417" y="229"/>
                  </a:lnTo>
                  <a:cubicBezTo>
                    <a:pt x="2417" y="213"/>
                    <a:pt x="2421" y="202"/>
                    <a:pt x="2425" y="186"/>
                  </a:cubicBezTo>
                  <a:lnTo>
                    <a:pt x="2208" y="170"/>
                  </a:lnTo>
                  <a:lnTo>
                    <a:pt x="2208" y="170"/>
                  </a:lnTo>
                  <a:cubicBezTo>
                    <a:pt x="2228" y="245"/>
                    <a:pt x="2188" y="335"/>
                    <a:pt x="2090" y="335"/>
                  </a:cubicBezTo>
                  <a:cubicBezTo>
                    <a:pt x="1979" y="335"/>
                    <a:pt x="1940" y="225"/>
                    <a:pt x="1975" y="151"/>
                  </a:cubicBezTo>
                  <a:lnTo>
                    <a:pt x="1660" y="122"/>
                  </a:lnTo>
                  <a:lnTo>
                    <a:pt x="1660" y="122"/>
                  </a:lnTo>
                  <a:cubicBezTo>
                    <a:pt x="1684" y="198"/>
                    <a:pt x="1644" y="293"/>
                    <a:pt x="1542" y="293"/>
                  </a:cubicBezTo>
                  <a:cubicBezTo>
                    <a:pt x="1431" y="293"/>
                    <a:pt x="1396" y="182"/>
                    <a:pt x="1431" y="103"/>
                  </a:cubicBezTo>
                  <a:lnTo>
                    <a:pt x="1171" y="84"/>
                  </a:lnTo>
                  <a:lnTo>
                    <a:pt x="1171" y="84"/>
                  </a:lnTo>
                  <a:cubicBezTo>
                    <a:pt x="1183" y="155"/>
                    <a:pt x="1140" y="237"/>
                    <a:pt x="1049" y="237"/>
                  </a:cubicBezTo>
                  <a:cubicBezTo>
                    <a:pt x="946" y="237"/>
                    <a:pt x="907" y="138"/>
                    <a:pt x="930" y="60"/>
                  </a:cubicBezTo>
                  <a:lnTo>
                    <a:pt x="678" y="40"/>
                  </a:lnTo>
                  <a:cubicBezTo>
                    <a:pt x="678" y="107"/>
                    <a:pt x="635" y="170"/>
                    <a:pt x="552" y="170"/>
                  </a:cubicBezTo>
                  <a:cubicBezTo>
                    <a:pt x="461" y="170"/>
                    <a:pt x="417" y="91"/>
                    <a:pt x="430" y="20"/>
                  </a:cubicBezTo>
                  <a:lnTo>
                    <a:pt x="228" y="0"/>
                  </a:lnTo>
                  <a:close/>
                </a:path>
              </a:pathLst>
            </a:custGeom>
            <a:solidFill>
              <a:schemeClr val="accent5"/>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 name="Google Shape;710;p27"/>
            <p:cNvSpPr/>
            <p:nvPr/>
          </p:nvSpPr>
          <p:spPr>
            <a:xfrm>
              <a:off x="3019260" y="4421365"/>
              <a:ext cx="391888" cy="506826"/>
            </a:xfrm>
            <a:custGeom>
              <a:rect b="b" l="l" r="r" t="t"/>
              <a:pathLst>
                <a:path extrusionOk="0" h="485" w="375">
                  <a:moveTo>
                    <a:pt x="26" y="0"/>
                  </a:moveTo>
                  <a:cubicBezTo>
                    <a:pt x="21" y="0"/>
                    <a:pt x="16" y="2"/>
                    <a:pt x="12" y="6"/>
                  </a:cubicBezTo>
                  <a:cubicBezTo>
                    <a:pt x="0" y="9"/>
                    <a:pt x="0" y="25"/>
                    <a:pt x="9" y="33"/>
                  </a:cubicBezTo>
                  <a:lnTo>
                    <a:pt x="331" y="475"/>
                  </a:lnTo>
                  <a:cubicBezTo>
                    <a:pt x="336" y="482"/>
                    <a:pt x="341" y="485"/>
                    <a:pt x="347" y="485"/>
                  </a:cubicBezTo>
                  <a:cubicBezTo>
                    <a:pt x="352" y="485"/>
                    <a:pt x="358" y="483"/>
                    <a:pt x="363" y="479"/>
                  </a:cubicBezTo>
                  <a:cubicBezTo>
                    <a:pt x="371" y="475"/>
                    <a:pt x="375" y="459"/>
                    <a:pt x="367" y="451"/>
                  </a:cubicBezTo>
                  <a:lnTo>
                    <a:pt x="40" y="9"/>
                  </a:lnTo>
                  <a:cubicBezTo>
                    <a:pt x="38" y="3"/>
                    <a:pt x="32" y="0"/>
                    <a:pt x="2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27"/>
            <p:cNvSpPr/>
            <p:nvPr/>
          </p:nvSpPr>
          <p:spPr>
            <a:xfrm>
              <a:off x="2779947" y="4154890"/>
              <a:ext cx="755560" cy="640587"/>
            </a:xfrm>
            <a:custGeom>
              <a:rect b="b" l="l" r="r" t="t"/>
              <a:pathLst>
                <a:path extrusionOk="0" h="613" w="723">
                  <a:moveTo>
                    <a:pt x="311" y="0"/>
                  </a:moveTo>
                  <a:cubicBezTo>
                    <a:pt x="154" y="0"/>
                    <a:pt x="19" y="127"/>
                    <a:pt x="9" y="300"/>
                  </a:cubicBezTo>
                  <a:cubicBezTo>
                    <a:pt x="1" y="422"/>
                    <a:pt x="87" y="561"/>
                    <a:pt x="210" y="596"/>
                  </a:cubicBezTo>
                  <a:cubicBezTo>
                    <a:pt x="249" y="606"/>
                    <a:pt x="286" y="612"/>
                    <a:pt x="323" y="612"/>
                  </a:cubicBezTo>
                  <a:cubicBezTo>
                    <a:pt x="384" y="612"/>
                    <a:pt x="442" y="596"/>
                    <a:pt x="494" y="557"/>
                  </a:cubicBezTo>
                  <a:cubicBezTo>
                    <a:pt x="722" y="387"/>
                    <a:pt x="596" y="87"/>
                    <a:pt x="418" y="20"/>
                  </a:cubicBezTo>
                  <a:cubicBezTo>
                    <a:pt x="382" y="6"/>
                    <a:pt x="346" y="0"/>
                    <a:pt x="311" y="0"/>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27"/>
            <p:cNvSpPr/>
            <p:nvPr/>
          </p:nvSpPr>
          <p:spPr>
            <a:xfrm>
              <a:off x="2751731" y="4079650"/>
              <a:ext cx="638516" cy="558031"/>
            </a:xfrm>
            <a:custGeom>
              <a:rect b="b" l="l" r="r" t="t"/>
              <a:pathLst>
                <a:path extrusionOk="0" h="534" w="611">
                  <a:moveTo>
                    <a:pt x="247" y="0"/>
                  </a:moveTo>
                  <a:cubicBezTo>
                    <a:pt x="117" y="0"/>
                    <a:pt x="10" y="106"/>
                    <a:pt x="4" y="254"/>
                  </a:cubicBezTo>
                  <a:cubicBezTo>
                    <a:pt x="1" y="360"/>
                    <a:pt x="79" y="483"/>
                    <a:pt x="181" y="518"/>
                  </a:cubicBezTo>
                  <a:cubicBezTo>
                    <a:pt x="214" y="528"/>
                    <a:pt x="246" y="534"/>
                    <a:pt x="277" y="534"/>
                  </a:cubicBezTo>
                  <a:cubicBezTo>
                    <a:pt x="328" y="534"/>
                    <a:pt x="377" y="519"/>
                    <a:pt x="422" y="487"/>
                  </a:cubicBezTo>
                  <a:cubicBezTo>
                    <a:pt x="611" y="345"/>
                    <a:pt x="497" y="81"/>
                    <a:pt x="347" y="21"/>
                  </a:cubicBezTo>
                  <a:cubicBezTo>
                    <a:pt x="313" y="7"/>
                    <a:pt x="279" y="0"/>
                    <a:pt x="247" y="0"/>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 name="Google Shape;713;p27"/>
            <p:cNvSpPr/>
            <p:nvPr/>
          </p:nvSpPr>
          <p:spPr>
            <a:xfrm>
              <a:off x="1802840" y="5085985"/>
              <a:ext cx="2642894" cy="248711"/>
            </a:xfrm>
            <a:custGeom>
              <a:rect b="b" l="l" r="r" t="t"/>
              <a:pathLst>
                <a:path extrusionOk="0" h="238" w="2529">
                  <a:moveTo>
                    <a:pt x="13" y="1"/>
                  </a:moveTo>
                  <a:cubicBezTo>
                    <a:pt x="9" y="1"/>
                    <a:pt x="5" y="5"/>
                    <a:pt x="1" y="12"/>
                  </a:cubicBezTo>
                  <a:cubicBezTo>
                    <a:pt x="1" y="17"/>
                    <a:pt x="5" y="24"/>
                    <a:pt x="13" y="24"/>
                  </a:cubicBezTo>
                  <a:lnTo>
                    <a:pt x="186" y="41"/>
                  </a:lnTo>
                  <a:cubicBezTo>
                    <a:pt x="190" y="41"/>
                    <a:pt x="199" y="36"/>
                    <a:pt x="199" y="28"/>
                  </a:cubicBezTo>
                  <a:cubicBezTo>
                    <a:pt x="199" y="24"/>
                    <a:pt x="194" y="17"/>
                    <a:pt x="186" y="17"/>
                  </a:cubicBezTo>
                  <a:lnTo>
                    <a:pt x="13" y="1"/>
                  </a:lnTo>
                  <a:close/>
                  <a:moveTo>
                    <a:pt x="360" y="32"/>
                  </a:moveTo>
                  <a:cubicBezTo>
                    <a:pt x="356" y="32"/>
                    <a:pt x="352" y="36"/>
                    <a:pt x="348" y="41"/>
                  </a:cubicBezTo>
                  <a:cubicBezTo>
                    <a:pt x="348" y="48"/>
                    <a:pt x="352" y="52"/>
                    <a:pt x="360" y="52"/>
                  </a:cubicBezTo>
                  <a:lnTo>
                    <a:pt x="534" y="68"/>
                  </a:lnTo>
                  <a:cubicBezTo>
                    <a:pt x="541" y="68"/>
                    <a:pt x="545" y="64"/>
                    <a:pt x="545" y="59"/>
                  </a:cubicBezTo>
                  <a:cubicBezTo>
                    <a:pt x="545" y="52"/>
                    <a:pt x="541" y="48"/>
                    <a:pt x="534" y="48"/>
                  </a:cubicBezTo>
                  <a:lnTo>
                    <a:pt x="360" y="32"/>
                  </a:lnTo>
                  <a:close/>
                  <a:moveTo>
                    <a:pt x="707" y="59"/>
                  </a:moveTo>
                  <a:cubicBezTo>
                    <a:pt x="703" y="59"/>
                    <a:pt x="699" y="64"/>
                    <a:pt x="699" y="72"/>
                  </a:cubicBezTo>
                  <a:cubicBezTo>
                    <a:pt x="696" y="76"/>
                    <a:pt x="703" y="83"/>
                    <a:pt x="707" y="83"/>
                  </a:cubicBezTo>
                  <a:lnTo>
                    <a:pt x="880" y="99"/>
                  </a:lnTo>
                  <a:cubicBezTo>
                    <a:pt x="889" y="99"/>
                    <a:pt x="892" y="95"/>
                    <a:pt x="892" y="88"/>
                  </a:cubicBezTo>
                  <a:cubicBezTo>
                    <a:pt x="892" y="83"/>
                    <a:pt x="889" y="76"/>
                    <a:pt x="885" y="76"/>
                  </a:cubicBezTo>
                  <a:lnTo>
                    <a:pt x="707" y="59"/>
                  </a:lnTo>
                  <a:close/>
                  <a:moveTo>
                    <a:pt x="1058" y="92"/>
                  </a:moveTo>
                  <a:cubicBezTo>
                    <a:pt x="1050" y="92"/>
                    <a:pt x="1046" y="95"/>
                    <a:pt x="1046" y="99"/>
                  </a:cubicBezTo>
                  <a:cubicBezTo>
                    <a:pt x="1042" y="107"/>
                    <a:pt x="1050" y="112"/>
                    <a:pt x="1054" y="112"/>
                  </a:cubicBezTo>
                  <a:lnTo>
                    <a:pt x="1227" y="127"/>
                  </a:lnTo>
                  <a:cubicBezTo>
                    <a:pt x="1235" y="127"/>
                    <a:pt x="1240" y="123"/>
                    <a:pt x="1240" y="119"/>
                  </a:cubicBezTo>
                  <a:cubicBezTo>
                    <a:pt x="1240" y="112"/>
                    <a:pt x="1235" y="107"/>
                    <a:pt x="1231" y="107"/>
                  </a:cubicBezTo>
                  <a:lnTo>
                    <a:pt x="1058" y="92"/>
                  </a:lnTo>
                  <a:close/>
                  <a:moveTo>
                    <a:pt x="1405" y="119"/>
                  </a:moveTo>
                  <a:cubicBezTo>
                    <a:pt x="1397" y="119"/>
                    <a:pt x="1393" y="123"/>
                    <a:pt x="1393" y="130"/>
                  </a:cubicBezTo>
                  <a:cubicBezTo>
                    <a:pt x="1393" y="139"/>
                    <a:pt x="1397" y="143"/>
                    <a:pt x="1401" y="143"/>
                  </a:cubicBezTo>
                  <a:lnTo>
                    <a:pt x="1575" y="159"/>
                  </a:lnTo>
                  <a:cubicBezTo>
                    <a:pt x="1582" y="159"/>
                    <a:pt x="1586" y="154"/>
                    <a:pt x="1586" y="147"/>
                  </a:cubicBezTo>
                  <a:cubicBezTo>
                    <a:pt x="1586" y="143"/>
                    <a:pt x="1582" y="135"/>
                    <a:pt x="1579" y="135"/>
                  </a:cubicBezTo>
                  <a:lnTo>
                    <a:pt x="1405" y="119"/>
                  </a:lnTo>
                  <a:close/>
                  <a:moveTo>
                    <a:pt x="1752" y="150"/>
                  </a:moveTo>
                  <a:cubicBezTo>
                    <a:pt x="1744" y="150"/>
                    <a:pt x="1740" y="154"/>
                    <a:pt x="1740" y="163"/>
                  </a:cubicBezTo>
                  <a:cubicBezTo>
                    <a:pt x="1740" y="166"/>
                    <a:pt x="1744" y="170"/>
                    <a:pt x="1748" y="170"/>
                  </a:cubicBezTo>
                  <a:lnTo>
                    <a:pt x="1921" y="186"/>
                  </a:lnTo>
                  <a:cubicBezTo>
                    <a:pt x="1930" y="186"/>
                    <a:pt x="1933" y="182"/>
                    <a:pt x="1933" y="178"/>
                  </a:cubicBezTo>
                  <a:cubicBezTo>
                    <a:pt x="1933" y="170"/>
                    <a:pt x="1930" y="166"/>
                    <a:pt x="1926" y="166"/>
                  </a:cubicBezTo>
                  <a:lnTo>
                    <a:pt x="1752" y="150"/>
                  </a:lnTo>
                  <a:close/>
                  <a:moveTo>
                    <a:pt x="2095" y="181"/>
                  </a:moveTo>
                  <a:cubicBezTo>
                    <a:pt x="2090" y="181"/>
                    <a:pt x="2087" y="187"/>
                    <a:pt x="2087" y="190"/>
                  </a:cubicBezTo>
                  <a:cubicBezTo>
                    <a:pt x="2087" y="198"/>
                    <a:pt x="2091" y="201"/>
                    <a:pt x="2095" y="201"/>
                  </a:cubicBezTo>
                  <a:lnTo>
                    <a:pt x="2268" y="218"/>
                  </a:lnTo>
                  <a:cubicBezTo>
                    <a:pt x="2276" y="218"/>
                    <a:pt x="2281" y="214"/>
                    <a:pt x="2281" y="206"/>
                  </a:cubicBezTo>
                  <a:cubicBezTo>
                    <a:pt x="2281" y="201"/>
                    <a:pt x="2276" y="194"/>
                    <a:pt x="2272" y="194"/>
                  </a:cubicBezTo>
                  <a:lnTo>
                    <a:pt x="2099" y="182"/>
                  </a:lnTo>
                  <a:cubicBezTo>
                    <a:pt x="2097" y="182"/>
                    <a:pt x="2096" y="181"/>
                    <a:pt x="2095" y="181"/>
                  </a:cubicBezTo>
                  <a:close/>
                  <a:moveTo>
                    <a:pt x="2446" y="210"/>
                  </a:moveTo>
                  <a:cubicBezTo>
                    <a:pt x="2438" y="210"/>
                    <a:pt x="2434" y="214"/>
                    <a:pt x="2434" y="221"/>
                  </a:cubicBezTo>
                  <a:cubicBezTo>
                    <a:pt x="2434" y="225"/>
                    <a:pt x="2438" y="230"/>
                    <a:pt x="2442" y="234"/>
                  </a:cubicBezTo>
                  <a:lnTo>
                    <a:pt x="2517" y="237"/>
                  </a:lnTo>
                  <a:cubicBezTo>
                    <a:pt x="2521" y="237"/>
                    <a:pt x="2525" y="234"/>
                    <a:pt x="2529" y="230"/>
                  </a:cubicBezTo>
                  <a:cubicBezTo>
                    <a:pt x="2529" y="221"/>
                    <a:pt x="2525" y="218"/>
                    <a:pt x="2517" y="218"/>
                  </a:cubicBezTo>
                  <a:lnTo>
                    <a:pt x="2446" y="210"/>
                  </a:lnTo>
                  <a:close/>
                </a:path>
              </a:pathLst>
            </a:cu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p27"/>
            <p:cNvSpPr/>
            <p:nvPr/>
          </p:nvSpPr>
          <p:spPr>
            <a:xfrm>
              <a:off x="1778804" y="5539515"/>
              <a:ext cx="2646029" cy="177650"/>
            </a:xfrm>
            <a:custGeom>
              <a:rect b="b" l="l" r="r" t="t"/>
              <a:pathLst>
                <a:path extrusionOk="0" h="170" w="2532">
                  <a:moveTo>
                    <a:pt x="13" y="0"/>
                  </a:moveTo>
                  <a:cubicBezTo>
                    <a:pt x="4" y="0"/>
                    <a:pt x="0" y="9"/>
                    <a:pt x="0" y="13"/>
                  </a:cubicBezTo>
                  <a:cubicBezTo>
                    <a:pt x="0" y="20"/>
                    <a:pt x="4" y="24"/>
                    <a:pt x="13" y="24"/>
                  </a:cubicBezTo>
                  <a:lnTo>
                    <a:pt x="186" y="36"/>
                  </a:lnTo>
                  <a:cubicBezTo>
                    <a:pt x="190" y="36"/>
                    <a:pt x="193" y="28"/>
                    <a:pt x="198" y="24"/>
                  </a:cubicBezTo>
                  <a:cubicBezTo>
                    <a:pt x="198" y="16"/>
                    <a:pt x="190" y="13"/>
                    <a:pt x="186" y="13"/>
                  </a:cubicBezTo>
                  <a:lnTo>
                    <a:pt x="13" y="0"/>
                  </a:lnTo>
                  <a:close/>
                  <a:moveTo>
                    <a:pt x="357" y="23"/>
                  </a:moveTo>
                  <a:cubicBezTo>
                    <a:pt x="353" y="23"/>
                    <a:pt x="348" y="29"/>
                    <a:pt x="348" y="32"/>
                  </a:cubicBezTo>
                  <a:cubicBezTo>
                    <a:pt x="348" y="40"/>
                    <a:pt x="351" y="44"/>
                    <a:pt x="359" y="44"/>
                  </a:cubicBezTo>
                  <a:lnTo>
                    <a:pt x="533" y="56"/>
                  </a:lnTo>
                  <a:cubicBezTo>
                    <a:pt x="537" y="56"/>
                    <a:pt x="544" y="51"/>
                    <a:pt x="544" y="44"/>
                  </a:cubicBezTo>
                  <a:cubicBezTo>
                    <a:pt x="544" y="40"/>
                    <a:pt x="541" y="32"/>
                    <a:pt x="533" y="32"/>
                  </a:cubicBezTo>
                  <a:lnTo>
                    <a:pt x="359" y="24"/>
                  </a:lnTo>
                  <a:cubicBezTo>
                    <a:pt x="358" y="23"/>
                    <a:pt x="357" y="23"/>
                    <a:pt x="357" y="23"/>
                  </a:cubicBezTo>
                  <a:close/>
                  <a:moveTo>
                    <a:pt x="706" y="44"/>
                  </a:moveTo>
                  <a:cubicBezTo>
                    <a:pt x="703" y="44"/>
                    <a:pt x="695" y="48"/>
                    <a:pt x="695" y="51"/>
                  </a:cubicBezTo>
                  <a:cubicBezTo>
                    <a:pt x="695" y="60"/>
                    <a:pt x="699" y="64"/>
                    <a:pt x="706" y="64"/>
                  </a:cubicBezTo>
                  <a:lnTo>
                    <a:pt x="879" y="75"/>
                  </a:lnTo>
                  <a:cubicBezTo>
                    <a:pt x="888" y="75"/>
                    <a:pt x="892" y="71"/>
                    <a:pt x="892" y="64"/>
                  </a:cubicBezTo>
                  <a:cubicBezTo>
                    <a:pt x="892" y="60"/>
                    <a:pt x="888" y="51"/>
                    <a:pt x="879" y="51"/>
                  </a:cubicBezTo>
                  <a:lnTo>
                    <a:pt x="706" y="44"/>
                  </a:lnTo>
                  <a:close/>
                  <a:moveTo>
                    <a:pt x="1057" y="64"/>
                  </a:moveTo>
                  <a:cubicBezTo>
                    <a:pt x="1050" y="64"/>
                    <a:pt x="1045" y="67"/>
                    <a:pt x="1045" y="71"/>
                  </a:cubicBezTo>
                  <a:cubicBezTo>
                    <a:pt x="1045" y="80"/>
                    <a:pt x="1050" y="84"/>
                    <a:pt x="1054" y="84"/>
                  </a:cubicBezTo>
                  <a:lnTo>
                    <a:pt x="1227" y="95"/>
                  </a:lnTo>
                  <a:cubicBezTo>
                    <a:pt x="1234" y="95"/>
                    <a:pt x="1239" y="91"/>
                    <a:pt x="1239" y="84"/>
                  </a:cubicBezTo>
                  <a:cubicBezTo>
                    <a:pt x="1239" y="80"/>
                    <a:pt x="1234" y="71"/>
                    <a:pt x="1231" y="71"/>
                  </a:cubicBezTo>
                  <a:lnTo>
                    <a:pt x="1057" y="64"/>
                  </a:lnTo>
                  <a:close/>
                  <a:moveTo>
                    <a:pt x="1405" y="84"/>
                  </a:moveTo>
                  <a:cubicBezTo>
                    <a:pt x="1396" y="84"/>
                    <a:pt x="1392" y="87"/>
                    <a:pt x="1392" y="95"/>
                  </a:cubicBezTo>
                  <a:cubicBezTo>
                    <a:pt x="1392" y="99"/>
                    <a:pt x="1396" y="103"/>
                    <a:pt x="1400" y="103"/>
                  </a:cubicBezTo>
                  <a:lnTo>
                    <a:pt x="1578" y="115"/>
                  </a:lnTo>
                  <a:cubicBezTo>
                    <a:pt x="1582" y="115"/>
                    <a:pt x="1585" y="111"/>
                    <a:pt x="1589" y="103"/>
                  </a:cubicBezTo>
                  <a:cubicBezTo>
                    <a:pt x="1589" y="99"/>
                    <a:pt x="1582" y="95"/>
                    <a:pt x="1578" y="91"/>
                  </a:cubicBezTo>
                  <a:lnTo>
                    <a:pt x="1405" y="84"/>
                  </a:lnTo>
                  <a:close/>
                  <a:moveTo>
                    <a:pt x="1751" y="103"/>
                  </a:moveTo>
                  <a:cubicBezTo>
                    <a:pt x="1747" y="103"/>
                    <a:pt x="1740" y="107"/>
                    <a:pt x="1740" y="115"/>
                  </a:cubicBezTo>
                  <a:cubicBezTo>
                    <a:pt x="1740" y="119"/>
                    <a:pt x="1743" y="122"/>
                    <a:pt x="1751" y="127"/>
                  </a:cubicBezTo>
                  <a:lnTo>
                    <a:pt x="1925" y="135"/>
                  </a:lnTo>
                  <a:cubicBezTo>
                    <a:pt x="1929" y="135"/>
                    <a:pt x="1937" y="131"/>
                    <a:pt x="1937" y="122"/>
                  </a:cubicBezTo>
                  <a:cubicBezTo>
                    <a:pt x="1937" y="119"/>
                    <a:pt x="1933" y="115"/>
                    <a:pt x="1925" y="115"/>
                  </a:cubicBezTo>
                  <a:lnTo>
                    <a:pt x="1751" y="103"/>
                  </a:lnTo>
                  <a:close/>
                  <a:moveTo>
                    <a:pt x="2098" y="122"/>
                  </a:moveTo>
                  <a:cubicBezTo>
                    <a:pt x="2095" y="122"/>
                    <a:pt x="2086" y="127"/>
                    <a:pt x="2086" y="135"/>
                  </a:cubicBezTo>
                  <a:cubicBezTo>
                    <a:pt x="2086" y="138"/>
                    <a:pt x="2091" y="146"/>
                    <a:pt x="2098" y="146"/>
                  </a:cubicBezTo>
                  <a:lnTo>
                    <a:pt x="2272" y="154"/>
                  </a:lnTo>
                  <a:cubicBezTo>
                    <a:pt x="2280" y="154"/>
                    <a:pt x="2284" y="151"/>
                    <a:pt x="2284" y="146"/>
                  </a:cubicBezTo>
                  <a:cubicBezTo>
                    <a:pt x="2284" y="138"/>
                    <a:pt x="2280" y="135"/>
                    <a:pt x="2272" y="135"/>
                  </a:cubicBezTo>
                  <a:lnTo>
                    <a:pt x="2098" y="122"/>
                  </a:lnTo>
                  <a:close/>
                  <a:moveTo>
                    <a:pt x="2449" y="142"/>
                  </a:moveTo>
                  <a:cubicBezTo>
                    <a:pt x="2441" y="142"/>
                    <a:pt x="2437" y="146"/>
                    <a:pt x="2437" y="154"/>
                  </a:cubicBezTo>
                  <a:cubicBezTo>
                    <a:pt x="2437" y="158"/>
                    <a:pt x="2441" y="166"/>
                    <a:pt x="2446" y="166"/>
                  </a:cubicBezTo>
                  <a:lnTo>
                    <a:pt x="2520" y="170"/>
                  </a:lnTo>
                  <a:cubicBezTo>
                    <a:pt x="2524" y="170"/>
                    <a:pt x="2528" y="166"/>
                    <a:pt x="2528" y="158"/>
                  </a:cubicBezTo>
                  <a:cubicBezTo>
                    <a:pt x="2532" y="154"/>
                    <a:pt x="2524" y="146"/>
                    <a:pt x="2520" y="146"/>
                  </a:cubicBezTo>
                  <a:lnTo>
                    <a:pt x="2449" y="142"/>
                  </a:lnTo>
                  <a:close/>
                </a:path>
              </a:pathLst>
            </a:cu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27"/>
            <p:cNvSpPr/>
            <p:nvPr/>
          </p:nvSpPr>
          <p:spPr>
            <a:xfrm>
              <a:off x="1704607" y="5959605"/>
              <a:ext cx="2642894" cy="203775"/>
            </a:xfrm>
            <a:custGeom>
              <a:rect b="b" l="l" r="r" t="t"/>
              <a:pathLst>
                <a:path extrusionOk="0" h="195" w="2529">
                  <a:moveTo>
                    <a:pt x="13" y="0"/>
                  </a:moveTo>
                  <a:cubicBezTo>
                    <a:pt x="4" y="0"/>
                    <a:pt x="0" y="4"/>
                    <a:pt x="0" y="9"/>
                  </a:cubicBezTo>
                  <a:cubicBezTo>
                    <a:pt x="0" y="17"/>
                    <a:pt x="4" y="20"/>
                    <a:pt x="9" y="20"/>
                  </a:cubicBezTo>
                  <a:lnTo>
                    <a:pt x="182" y="33"/>
                  </a:lnTo>
                  <a:cubicBezTo>
                    <a:pt x="183" y="33"/>
                    <a:pt x="185" y="34"/>
                    <a:pt x="186" y="34"/>
                  </a:cubicBezTo>
                  <a:cubicBezTo>
                    <a:pt x="191" y="34"/>
                    <a:pt x="193" y="27"/>
                    <a:pt x="193" y="24"/>
                  </a:cubicBezTo>
                  <a:cubicBezTo>
                    <a:pt x="198" y="17"/>
                    <a:pt x="190" y="13"/>
                    <a:pt x="186" y="13"/>
                  </a:cubicBezTo>
                  <a:lnTo>
                    <a:pt x="13" y="0"/>
                  </a:lnTo>
                  <a:close/>
                  <a:moveTo>
                    <a:pt x="359" y="24"/>
                  </a:moveTo>
                  <a:cubicBezTo>
                    <a:pt x="351" y="24"/>
                    <a:pt x="348" y="28"/>
                    <a:pt x="348" y="36"/>
                  </a:cubicBezTo>
                  <a:cubicBezTo>
                    <a:pt x="348" y="40"/>
                    <a:pt x="351" y="44"/>
                    <a:pt x="359" y="44"/>
                  </a:cubicBezTo>
                  <a:lnTo>
                    <a:pt x="533" y="60"/>
                  </a:lnTo>
                  <a:cubicBezTo>
                    <a:pt x="537" y="60"/>
                    <a:pt x="541" y="52"/>
                    <a:pt x="544" y="48"/>
                  </a:cubicBezTo>
                  <a:cubicBezTo>
                    <a:pt x="544" y="40"/>
                    <a:pt x="541" y="36"/>
                    <a:pt x="533" y="36"/>
                  </a:cubicBezTo>
                  <a:lnTo>
                    <a:pt x="359" y="24"/>
                  </a:lnTo>
                  <a:close/>
                  <a:moveTo>
                    <a:pt x="706" y="48"/>
                  </a:moveTo>
                  <a:cubicBezTo>
                    <a:pt x="703" y="48"/>
                    <a:pt x="695" y="52"/>
                    <a:pt x="695" y="60"/>
                  </a:cubicBezTo>
                  <a:cubicBezTo>
                    <a:pt x="695" y="64"/>
                    <a:pt x="699" y="68"/>
                    <a:pt x="706" y="71"/>
                  </a:cubicBezTo>
                  <a:lnTo>
                    <a:pt x="879" y="84"/>
                  </a:lnTo>
                  <a:cubicBezTo>
                    <a:pt x="884" y="84"/>
                    <a:pt x="892" y="80"/>
                    <a:pt x="892" y="71"/>
                  </a:cubicBezTo>
                  <a:cubicBezTo>
                    <a:pt x="892" y="68"/>
                    <a:pt x="888" y="60"/>
                    <a:pt x="879" y="60"/>
                  </a:cubicBezTo>
                  <a:lnTo>
                    <a:pt x="706" y="48"/>
                  </a:lnTo>
                  <a:close/>
                  <a:moveTo>
                    <a:pt x="1054" y="71"/>
                  </a:moveTo>
                  <a:cubicBezTo>
                    <a:pt x="1050" y="71"/>
                    <a:pt x="1041" y="75"/>
                    <a:pt x="1041" y="84"/>
                  </a:cubicBezTo>
                  <a:cubicBezTo>
                    <a:pt x="1041" y="87"/>
                    <a:pt x="1045" y="95"/>
                    <a:pt x="1054" y="95"/>
                  </a:cubicBezTo>
                  <a:lnTo>
                    <a:pt x="1227" y="107"/>
                  </a:lnTo>
                  <a:cubicBezTo>
                    <a:pt x="1234" y="107"/>
                    <a:pt x="1239" y="104"/>
                    <a:pt x="1239" y="95"/>
                  </a:cubicBezTo>
                  <a:cubicBezTo>
                    <a:pt x="1239" y="91"/>
                    <a:pt x="1234" y="84"/>
                    <a:pt x="1227" y="84"/>
                  </a:cubicBezTo>
                  <a:lnTo>
                    <a:pt x="1054" y="71"/>
                  </a:lnTo>
                  <a:close/>
                  <a:moveTo>
                    <a:pt x="1400" y="95"/>
                  </a:moveTo>
                  <a:cubicBezTo>
                    <a:pt x="1396" y="95"/>
                    <a:pt x="1392" y="99"/>
                    <a:pt x="1392" y="107"/>
                  </a:cubicBezTo>
                  <a:cubicBezTo>
                    <a:pt x="1389" y="111"/>
                    <a:pt x="1396" y="119"/>
                    <a:pt x="1400" y="119"/>
                  </a:cubicBezTo>
                  <a:lnTo>
                    <a:pt x="1574" y="131"/>
                  </a:lnTo>
                  <a:cubicBezTo>
                    <a:pt x="1582" y="131"/>
                    <a:pt x="1585" y="127"/>
                    <a:pt x="1585" y="119"/>
                  </a:cubicBezTo>
                  <a:cubicBezTo>
                    <a:pt x="1585" y="115"/>
                    <a:pt x="1582" y="107"/>
                    <a:pt x="1578" y="107"/>
                  </a:cubicBezTo>
                  <a:lnTo>
                    <a:pt x="1400" y="95"/>
                  </a:lnTo>
                  <a:close/>
                  <a:moveTo>
                    <a:pt x="1751" y="119"/>
                  </a:moveTo>
                  <a:cubicBezTo>
                    <a:pt x="1744" y="119"/>
                    <a:pt x="1740" y="123"/>
                    <a:pt x="1740" y="131"/>
                  </a:cubicBezTo>
                  <a:cubicBezTo>
                    <a:pt x="1740" y="139"/>
                    <a:pt x="1744" y="142"/>
                    <a:pt x="1747" y="142"/>
                  </a:cubicBezTo>
                  <a:lnTo>
                    <a:pt x="1920" y="155"/>
                  </a:lnTo>
                  <a:cubicBezTo>
                    <a:pt x="1929" y="155"/>
                    <a:pt x="1933" y="151"/>
                    <a:pt x="1933" y="142"/>
                  </a:cubicBezTo>
                  <a:cubicBezTo>
                    <a:pt x="1933" y="139"/>
                    <a:pt x="1929" y="135"/>
                    <a:pt x="1925" y="135"/>
                  </a:cubicBezTo>
                  <a:lnTo>
                    <a:pt x="1751" y="119"/>
                  </a:lnTo>
                  <a:close/>
                  <a:moveTo>
                    <a:pt x="2095" y="145"/>
                  </a:moveTo>
                  <a:cubicBezTo>
                    <a:pt x="2089" y="145"/>
                    <a:pt x="2086" y="152"/>
                    <a:pt x="2086" y="155"/>
                  </a:cubicBezTo>
                  <a:cubicBezTo>
                    <a:pt x="2086" y="162"/>
                    <a:pt x="2091" y="166"/>
                    <a:pt x="2095" y="166"/>
                  </a:cubicBezTo>
                  <a:lnTo>
                    <a:pt x="2272" y="178"/>
                  </a:lnTo>
                  <a:cubicBezTo>
                    <a:pt x="2275" y="178"/>
                    <a:pt x="2280" y="175"/>
                    <a:pt x="2280" y="170"/>
                  </a:cubicBezTo>
                  <a:cubicBezTo>
                    <a:pt x="2284" y="162"/>
                    <a:pt x="2275" y="158"/>
                    <a:pt x="2272" y="158"/>
                  </a:cubicBezTo>
                  <a:lnTo>
                    <a:pt x="2098" y="146"/>
                  </a:lnTo>
                  <a:cubicBezTo>
                    <a:pt x="2097" y="145"/>
                    <a:pt x="2096" y="145"/>
                    <a:pt x="2095" y="145"/>
                  </a:cubicBezTo>
                  <a:close/>
                  <a:moveTo>
                    <a:pt x="2446" y="170"/>
                  </a:moveTo>
                  <a:cubicBezTo>
                    <a:pt x="2437" y="170"/>
                    <a:pt x="2433" y="175"/>
                    <a:pt x="2433" y="178"/>
                  </a:cubicBezTo>
                  <a:cubicBezTo>
                    <a:pt x="2433" y="186"/>
                    <a:pt x="2437" y="190"/>
                    <a:pt x="2446" y="190"/>
                  </a:cubicBezTo>
                  <a:lnTo>
                    <a:pt x="2517" y="193"/>
                  </a:lnTo>
                  <a:cubicBezTo>
                    <a:pt x="2517" y="194"/>
                    <a:pt x="2518" y="195"/>
                    <a:pt x="2519" y="195"/>
                  </a:cubicBezTo>
                  <a:cubicBezTo>
                    <a:pt x="2523" y="195"/>
                    <a:pt x="2528" y="189"/>
                    <a:pt x="2528" y="186"/>
                  </a:cubicBezTo>
                  <a:cubicBezTo>
                    <a:pt x="2528" y="178"/>
                    <a:pt x="2524" y="175"/>
                    <a:pt x="2517" y="175"/>
                  </a:cubicBezTo>
                  <a:lnTo>
                    <a:pt x="2446" y="170"/>
                  </a:lnTo>
                  <a:close/>
                </a:path>
              </a:pathLst>
            </a:cu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p27"/>
            <p:cNvSpPr/>
            <p:nvPr/>
          </p:nvSpPr>
          <p:spPr>
            <a:xfrm>
              <a:off x="1626229" y="6458070"/>
              <a:ext cx="2642894" cy="207955"/>
            </a:xfrm>
            <a:custGeom>
              <a:rect b="b" l="l" r="r" t="t"/>
              <a:pathLst>
                <a:path extrusionOk="0" h="199" w="2529">
                  <a:moveTo>
                    <a:pt x="13" y="0"/>
                  </a:moveTo>
                  <a:cubicBezTo>
                    <a:pt x="4" y="0"/>
                    <a:pt x="1" y="5"/>
                    <a:pt x="1" y="13"/>
                  </a:cubicBezTo>
                  <a:cubicBezTo>
                    <a:pt x="1" y="16"/>
                    <a:pt x="4" y="24"/>
                    <a:pt x="8" y="24"/>
                  </a:cubicBezTo>
                  <a:lnTo>
                    <a:pt x="182" y="36"/>
                  </a:lnTo>
                  <a:cubicBezTo>
                    <a:pt x="190" y="36"/>
                    <a:pt x="194" y="33"/>
                    <a:pt x="194" y="24"/>
                  </a:cubicBezTo>
                  <a:cubicBezTo>
                    <a:pt x="194" y="20"/>
                    <a:pt x="190" y="13"/>
                    <a:pt x="186" y="13"/>
                  </a:cubicBezTo>
                  <a:lnTo>
                    <a:pt x="13" y="0"/>
                  </a:lnTo>
                  <a:close/>
                  <a:moveTo>
                    <a:pt x="359" y="24"/>
                  </a:moveTo>
                  <a:cubicBezTo>
                    <a:pt x="352" y="24"/>
                    <a:pt x="348" y="29"/>
                    <a:pt x="348" y="36"/>
                  </a:cubicBezTo>
                  <a:cubicBezTo>
                    <a:pt x="348" y="44"/>
                    <a:pt x="352" y="48"/>
                    <a:pt x="359" y="48"/>
                  </a:cubicBezTo>
                  <a:lnTo>
                    <a:pt x="533" y="60"/>
                  </a:lnTo>
                  <a:cubicBezTo>
                    <a:pt x="537" y="60"/>
                    <a:pt x="541" y="56"/>
                    <a:pt x="545" y="48"/>
                  </a:cubicBezTo>
                  <a:cubicBezTo>
                    <a:pt x="545" y="44"/>
                    <a:pt x="541" y="40"/>
                    <a:pt x="533" y="36"/>
                  </a:cubicBezTo>
                  <a:lnTo>
                    <a:pt x="359" y="24"/>
                  </a:lnTo>
                  <a:close/>
                  <a:moveTo>
                    <a:pt x="704" y="51"/>
                  </a:moveTo>
                  <a:cubicBezTo>
                    <a:pt x="700" y="51"/>
                    <a:pt x="694" y="57"/>
                    <a:pt x="694" y="60"/>
                  </a:cubicBezTo>
                  <a:cubicBezTo>
                    <a:pt x="694" y="68"/>
                    <a:pt x="699" y="71"/>
                    <a:pt x="707" y="71"/>
                  </a:cubicBezTo>
                  <a:lnTo>
                    <a:pt x="880" y="84"/>
                  </a:lnTo>
                  <a:cubicBezTo>
                    <a:pt x="884" y="84"/>
                    <a:pt x="892" y="80"/>
                    <a:pt x="892" y="76"/>
                  </a:cubicBezTo>
                  <a:cubicBezTo>
                    <a:pt x="892" y="68"/>
                    <a:pt x="888" y="64"/>
                    <a:pt x="880" y="64"/>
                  </a:cubicBezTo>
                  <a:lnTo>
                    <a:pt x="707" y="52"/>
                  </a:lnTo>
                  <a:cubicBezTo>
                    <a:pt x="706" y="51"/>
                    <a:pt x="705" y="51"/>
                    <a:pt x="704" y="51"/>
                  </a:cubicBezTo>
                  <a:close/>
                  <a:moveTo>
                    <a:pt x="1054" y="76"/>
                  </a:moveTo>
                  <a:cubicBezTo>
                    <a:pt x="1049" y="76"/>
                    <a:pt x="1042" y="80"/>
                    <a:pt x="1042" y="84"/>
                  </a:cubicBezTo>
                  <a:cubicBezTo>
                    <a:pt x="1042" y="91"/>
                    <a:pt x="1045" y="95"/>
                    <a:pt x="1054" y="95"/>
                  </a:cubicBezTo>
                  <a:lnTo>
                    <a:pt x="1227" y="107"/>
                  </a:lnTo>
                  <a:cubicBezTo>
                    <a:pt x="1231" y="107"/>
                    <a:pt x="1238" y="104"/>
                    <a:pt x="1238" y="100"/>
                  </a:cubicBezTo>
                  <a:cubicBezTo>
                    <a:pt x="1238" y="91"/>
                    <a:pt x="1235" y="87"/>
                    <a:pt x="1227" y="87"/>
                  </a:cubicBezTo>
                  <a:lnTo>
                    <a:pt x="1054" y="76"/>
                  </a:lnTo>
                  <a:close/>
                  <a:moveTo>
                    <a:pt x="1400" y="100"/>
                  </a:moveTo>
                  <a:cubicBezTo>
                    <a:pt x="1396" y="100"/>
                    <a:pt x="1393" y="104"/>
                    <a:pt x="1389" y="107"/>
                  </a:cubicBezTo>
                  <a:cubicBezTo>
                    <a:pt x="1389" y="115"/>
                    <a:pt x="1396" y="119"/>
                    <a:pt x="1400" y="119"/>
                  </a:cubicBezTo>
                  <a:lnTo>
                    <a:pt x="1574" y="131"/>
                  </a:lnTo>
                  <a:cubicBezTo>
                    <a:pt x="1582" y="131"/>
                    <a:pt x="1586" y="127"/>
                    <a:pt x="1586" y="123"/>
                  </a:cubicBezTo>
                  <a:cubicBezTo>
                    <a:pt x="1586" y="115"/>
                    <a:pt x="1582" y="111"/>
                    <a:pt x="1578" y="111"/>
                  </a:cubicBezTo>
                  <a:lnTo>
                    <a:pt x="1400" y="100"/>
                  </a:lnTo>
                  <a:close/>
                  <a:moveTo>
                    <a:pt x="1751" y="123"/>
                  </a:moveTo>
                  <a:cubicBezTo>
                    <a:pt x="1744" y="123"/>
                    <a:pt x="1740" y="127"/>
                    <a:pt x="1740" y="131"/>
                  </a:cubicBezTo>
                  <a:cubicBezTo>
                    <a:pt x="1740" y="139"/>
                    <a:pt x="1744" y="142"/>
                    <a:pt x="1748" y="142"/>
                  </a:cubicBezTo>
                  <a:lnTo>
                    <a:pt x="1921" y="158"/>
                  </a:lnTo>
                  <a:cubicBezTo>
                    <a:pt x="1929" y="158"/>
                    <a:pt x="1933" y="151"/>
                    <a:pt x="1933" y="147"/>
                  </a:cubicBezTo>
                  <a:cubicBezTo>
                    <a:pt x="1933" y="139"/>
                    <a:pt x="1929" y="135"/>
                    <a:pt x="1924" y="135"/>
                  </a:cubicBezTo>
                  <a:lnTo>
                    <a:pt x="1751" y="123"/>
                  </a:lnTo>
                  <a:close/>
                  <a:moveTo>
                    <a:pt x="2099" y="147"/>
                  </a:moveTo>
                  <a:cubicBezTo>
                    <a:pt x="2090" y="147"/>
                    <a:pt x="2086" y="151"/>
                    <a:pt x="2086" y="158"/>
                  </a:cubicBezTo>
                  <a:cubicBezTo>
                    <a:pt x="2086" y="162"/>
                    <a:pt x="2090" y="166"/>
                    <a:pt x="2095" y="171"/>
                  </a:cubicBezTo>
                  <a:lnTo>
                    <a:pt x="2272" y="182"/>
                  </a:lnTo>
                  <a:cubicBezTo>
                    <a:pt x="2276" y="182"/>
                    <a:pt x="2279" y="178"/>
                    <a:pt x="2279" y="171"/>
                  </a:cubicBezTo>
                  <a:cubicBezTo>
                    <a:pt x="2284" y="166"/>
                    <a:pt x="2276" y="158"/>
                    <a:pt x="2272" y="158"/>
                  </a:cubicBezTo>
                  <a:lnTo>
                    <a:pt x="2099" y="147"/>
                  </a:lnTo>
                  <a:close/>
                  <a:moveTo>
                    <a:pt x="2445" y="171"/>
                  </a:moveTo>
                  <a:cubicBezTo>
                    <a:pt x="2437" y="171"/>
                    <a:pt x="2434" y="175"/>
                    <a:pt x="2434" y="182"/>
                  </a:cubicBezTo>
                  <a:cubicBezTo>
                    <a:pt x="2434" y="186"/>
                    <a:pt x="2437" y="194"/>
                    <a:pt x="2445" y="194"/>
                  </a:cubicBezTo>
                  <a:lnTo>
                    <a:pt x="2516" y="198"/>
                  </a:lnTo>
                  <a:cubicBezTo>
                    <a:pt x="2521" y="198"/>
                    <a:pt x="2528" y="194"/>
                    <a:pt x="2528" y="186"/>
                  </a:cubicBezTo>
                  <a:cubicBezTo>
                    <a:pt x="2528" y="182"/>
                    <a:pt x="2524" y="178"/>
                    <a:pt x="2516" y="175"/>
                  </a:cubicBezTo>
                  <a:lnTo>
                    <a:pt x="2445" y="171"/>
                  </a:lnTo>
                  <a:close/>
                </a:path>
              </a:pathLst>
            </a:cu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7" name="Google Shape;717;p27"/>
          <p:cNvGrpSpPr/>
          <p:nvPr/>
        </p:nvGrpSpPr>
        <p:grpSpPr>
          <a:xfrm rot="-2700000">
            <a:off x="-481287" y="-553447"/>
            <a:ext cx="1896745" cy="1928965"/>
            <a:chOff x="8016283" y="3354199"/>
            <a:chExt cx="1896763" cy="1928983"/>
          </a:xfrm>
        </p:grpSpPr>
        <p:grpSp>
          <p:nvGrpSpPr>
            <p:cNvPr id="718" name="Google Shape;718;p27"/>
            <p:cNvGrpSpPr/>
            <p:nvPr/>
          </p:nvGrpSpPr>
          <p:grpSpPr>
            <a:xfrm>
              <a:off x="8016283" y="3354199"/>
              <a:ext cx="1896763" cy="1928983"/>
              <a:chOff x="3025183" y="3101074"/>
              <a:chExt cx="1896763" cy="1928983"/>
            </a:xfrm>
          </p:grpSpPr>
          <p:sp>
            <p:nvSpPr>
              <p:cNvPr id="719" name="Google Shape;719;p27"/>
              <p:cNvSpPr/>
              <p:nvPr/>
            </p:nvSpPr>
            <p:spPr>
              <a:xfrm>
                <a:off x="3025183" y="3101074"/>
                <a:ext cx="1896763" cy="1928983"/>
              </a:xfrm>
              <a:custGeom>
                <a:rect b="b" l="l" r="r" t="t"/>
                <a:pathLst>
                  <a:path extrusionOk="0" h="1913" w="1881">
                    <a:moveTo>
                      <a:pt x="1496" y="1"/>
                    </a:moveTo>
                    <a:cubicBezTo>
                      <a:pt x="1477" y="1"/>
                      <a:pt x="1459" y="7"/>
                      <a:pt x="1440" y="16"/>
                    </a:cubicBezTo>
                    <a:cubicBezTo>
                      <a:pt x="1416" y="24"/>
                      <a:pt x="1392" y="31"/>
                      <a:pt x="1364" y="31"/>
                    </a:cubicBezTo>
                    <a:lnTo>
                      <a:pt x="0" y="1573"/>
                    </a:lnTo>
                    <a:cubicBezTo>
                      <a:pt x="24" y="1596"/>
                      <a:pt x="35" y="1629"/>
                      <a:pt x="35" y="1664"/>
                    </a:cubicBezTo>
                    <a:cubicBezTo>
                      <a:pt x="63" y="1667"/>
                      <a:pt x="91" y="1680"/>
                      <a:pt x="115" y="1700"/>
                    </a:cubicBezTo>
                    <a:cubicBezTo>
                      <a:pt x="138" y="1719"/>
                      <a:pt x="153" y="1747"/>
                      <a:pt x="162" y="1774"/>
                    </a:cubicBezTo>
                    <a:cubicBezTo>
                      <a:pt x="201" y="1778"/>
                      <a:pt x="237" y="1782"/>
                      <a:pt x="268" y="1806"/>
                    </a:cubicBezTo>
                    <a:cubicBezTo>
                      <a:pt x="304" y="1833"/>
                      <a:pt x="319" y="1869"/>
                      <a:pt x="323" y="1912"/>
                    </a:cubicBezTo>
                    <a:lnTo>
                      <a:pt x="1880" y="153"/>
                    </a:lnTo>
                    <a:lnTo>
                      <a:pt x="1865" y="138"/>
                    </a:lnTo>
                    <a:cubicBezTo>
                      <a:pt x="1860" y="137"/>
                      <a:pt x="1854" y="136"/>
                      <a:pt x="1849" y="136"/>
                    </a:cubicBezTo>
                    <a:cubicBezTo>
                      <a:pt x="1821" y="136"/>
                      <a:pt x="1793" y="151"/>
                      <a:pt x="1766" y="158"/>
                    </a:cubicBezTo>
                    <a:cubicBezTo>
                      <a:pt x="1753" y="160"/>
                      <a:pt x="1741" y="161"/>
                      <a:pt x="1729" y="161"/>
                    </a:cubicBezTo>
                    <a:cubicBezTo>
                      <a:pt x="1682" y="161"/>
                      <a:pt x="1640" y="143"/>
                      <a:pt x="1609" y="102"/>
                    </a:cubicBezTo>
                    <a:cubicBezTo>
                      <a:pt x="1577" y="71"/>
                      <a:pt x="1558" y="16"/>
                      <a:pt x="1518" y="4"/>
                    </a:cubicBezTo>
                    <a:cubicBezTo>
                      <a:pt x="1510" y="2"/>
                      <a:pt x="1503" y="1"/>
                      <a:pt x="1496" y="1"/>
                    </a:cubicBezTo>
                    <a:close/>
                  </a:path>
                </a:pathLst>
              </a:custGeom>
              <a:solidFill>
                <a:schemeClr val="accent5"/>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27"/>
              <p:cNvSpPr/>
              <p:nvPr/>
            </p:nvSpPr>
            <p:spPr>
              <a:xfrm>
                <a:off x="3398283" y="4396808"/>
                <a:ext cx="132098" cy="147220"/>
              </a:xfrm>
              <a:custGeom>
                <a:rect b="b" l="l" r="r" t="t"/>
                <a:pathLst>
                  <a:path extrusionOk="0" h="146" w="131">
                    <a:moveTo>
                      <a:pt x="131" y="0"/>
                    </a:moveTo>
                    <a:lnTo>
                      <a:pt x="131" y="0"/>
                    </a:lnTo>
                    <a:cubicBezTo>
                      <a:pt x="109" y="24"/>
                      <a:pt x="87" y="48"/>
                      <a:pt x="65" y="73"/>
                    </a:cubicBezTo>
                    <a:lnTo>
                      <a:pt x="131" y="0"/>
                    </a:lnTo>
                    <a:close/>
                    <a:moveTo>
                      <a:pt x="65" y="73"/>
                    </a:moveTo>
                    <a:lnTo>
                      <a:pt x="0" y="146"/>
                    </a:lnTo>
                    <a:cubicBezTo>
                      <a:pt x="22" y="122"/>
                      <a:pt x="44" y="98"/>
                      <a:pt x="65" y="73"/>
                    </a:cubicBezTo>
                    <a:close/>
                  </a:path>
                </a:pathLst>
              </a:custGeom>
              <a:solidFill>
                <a:srgbClr val="FFF2A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27"/>
              <p:cNvSpPr/>
              <p:nvPr/>
            </p:nvSpPr>
            <p:spPr>
              <a:xfrm>
                <a:off x="3560633" y="4511760"/>
                <a:ext cx="72603" cy="61510"/>
              </a:xfrm>
              <a:custGeom>
                <a:rect b="b" l="l" r="r" t="t"/>
                <a:pathLst>
                  <a:path extrusionOk="0" h="61" w="72">
                    <a:moveTo>
                      <a:pt x="1" y="60"/>
                    </a:moveTo>
                    <a:cubicBezTo>
                      <a:pt x="25" y="40"/>
                      <a:pt x="48" y="20"/>
                      <a:pt x="72" y="1"/>
                    </a:cubicBezTo>
                    <a:close/>
                  </a:path>
                </a:pathLst>
              </a:custGeom>
              <a:solidFill>
                <a:srgbClr val="FFF2A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 name="Google Shape;722;p27"/>
              <p:cNvSpPr/>
              <p:nvPr/>
            </p:nvSpPr>
            <p:spPr>
              <a:xfrm>
                <a:off x="4396580" y="3513491"/>
                <a:ext cx="44369" cy="76635"/>
              </a:xfrm>
              <a:custGeom>
                <a:rect b="b" l="l" r="r" t="t"/>
                <a:pathLst>
                  <a:path extrusionOk="0" h="76" w="44">
                    <a:moveTo>
                      <a:pt x="44" y="1"/>
                    </a:moveTo>
                    <a:cubicBezTo>
                      <a:pt x="43" y="2"/>
                      <a:pt x="42" y="3"/>
                      <a:pt x="41" y="4"/>
                    </a:cubicBezTo>
                    <a:lnTo>
                      <a:pt x="41" y="4"/>
                    </a:lnTo>
                    <a:lnTo>
                      <a:pt x="44" y="1"/>
                    </a:lnTo>
                    <a:close/>
                    <a:moveTo>
                      <a:pt x="41" y="4"/>
                    </a:moveTo>
                    <a:lnTo>
                      <a:pt x="0" y="75"/>
                    </a:lnTo>
                    <a:cubicBezTo>
                      <a:pt x="15" y="53"/>
                      <a:pt x="26" y="30"/>
                      <a:pt x="41" y="4"/>
                    </a:cubicBezTo>
                    <a:close/>
                  </a:path>
                </a:pathLst>
              </a:custGeom>
              <a:solidFill>
                <a:srgbClr val="FFF2A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23" name="Google Shape;723;p27"/>
            <p:cNvSpPr/>
            <p:nvPr/>
          </p:nvSpPr>
          <p:spPr>
            <a:xfrm>
              <a:off x="8418775" y="4784875"/>
              <a:ext cx="180875" cy="205550"/>
            </a:xfrm>
            <a:custGeom>
              <a:rect b="b" l="l" r="r" t="t"/>
              <a:pathLst>
                <a:path extrusionOk="0" h="8222" w="7235">
                  <a:moveTo>
                    <a:pt x="7235" y="0"/>
                  </a:moveTo>
                  <a:cubicBezTo>
                    <a:pt x="5044" y="2920"/>
                    <a:pt x="2579" y="5639"/>
                    <a:pt x="0" y="8222"/>
                  </a:cubicBezTo>
                </a:path>
              </a:pathLst>
            </a:custGeom>
            <a:noFill/>
            <a:ln cap="flat" cmpd="sng" w="28575">
              <a:solidFill>
                <a:schemeClr val="dk1"/>
              </a:solidFill>
              <a:prstDash val="solid"/>
              <a:round/>
              <a:headEnd len="med" w="med" type="none"/>
              <a:tailEnd len="med" w="med" type="none"/>
            </a:ln>
          </p:spPr>
        </p:sp>
        <p:sp>
          <p:nvSpPr>
            <p:cNvPr id="724" name="Google Shape;724;p27"/>
            <p:cNvSpPr/>
            <p:nvPr/>
          </p:nvSpPr>
          <p:spPr>
            <a:xfrm>
              <a:off x="8336550" y="4834225"/>
              <a:ext cx="74000" cy="106875"/>
            </a:xfrm>
            <a:custGeom>
              <a:rect b="b" l="l" r="r" t="t"/>
              <a:pathLst>
                <a:path extrusionOk="0" h="4275" w="2960">
                  <a:moveTo>
                    <a:pt x="2960" y="0"/>
                  </a:moveTo>
                  <a:cubicBezTo>
                    <a:pt x="2068" y="1486"/>
                    <a:pt x="961" y="2833"/>
                    <a:pt x="0" y="4275"/>
                  </a:cubicBezTo>
                </a:path>
              </a:pathLst>
            </a:custGeom>
            <a:noFill/>
            <a:ln cap="flat" cmpd="sng" w="28575">
              <a:solidFill>
                <a:schemeClr val="dk1"/>
              </a:solidFill>
              <a:prstDash val="solid"/>
              <a:round/>
              <a:headEnd len="med" w="med" type="none"/>
              <a:tailEnd len="med" w="med" type="none"/>
            </a:ln>
          </p:spPr>
        </p:sp>
        <p:sp>
          <p:nvSpPr>
            <p:cNvPr id="725" name="Google Shape;725;p27"/>
            <p:cNvSpPr/>
            <p:nvPr/>
          </p:nvSpPr>
          <p:spPr>
            <a:xfrm>
              <a:off x="9232700" y="3658550"/>
              <a:ext cx="353525" cy="452175"/>
            </a:xfrm>
            <a:custGeom>
              <a:rect b="b" l="l" r="r" t="t"/>
              <a:pathLst>
                <a:path extrusionOk="0" h="18087" w="14141">
                  <a:moveTo>
                    <a:pt x="14141" y="0"/>
                  </a:moveTo>
                  <a:cubicBezTo>
                    <a:pt x="9241" y="5879"/>
                    <a:pt x="4241" y="11716"/>
                    <a:pt x="0" y="18087"/>
                  </a:cubicBezTo>
                </a:path>
              </a:pathLst>
            </a:custGeom>
            <a:noFill/>
            <a:ln cap="flat" cmpd="sng" w="28575">
              <a:solidFill>
                <a:schemeClr val="dk1"/>
              </a:solidFill>
              <a:prstDash val="solid"/>
              <a:round/>
              <a:headEnd len="med" w="med" type="none"/>
              <a:tailEnd len="med" w="med" type="none"/>
            </a:ln>
          </p:spPr>
        </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ive columns">
  <p:cSld name="CUSTOM_6_1">
    <p:spTree>
      <p:nvGrpSpPr>
        <p:cNvPr id="726" name="Shape 726"/>
        <p:cNvGrpSpPr/>
        <p:nvPr/>
      </p:nvGrpSpPr>
      <p:grpSpPr>
        <a:xfrm>
          <a:off x="0" y="0"/>
          <a:ext cx="0" cy="0"/>
          <a:chOff x="0" y="0"/>
          <a:chExt cx="0" cy="0"/>
        </a:xfrm>
      </p:grpSpPr>
      <p:sp>
        <p:nvSpPr>
          <p:cNvPr id="727" name="Google Shape;727;p28"/>
          <p:cNvSpPr txBox="1"/>
          <p:nvPr>
            <p:ph idx="1" type="subTitle"/>
          </p:nvPr>
        </p:nvSpPr>
        <p:spPr>
          <a:xfrm>
            <a:off x="1615625" y="5972600"/>
            <a:ext cx="3359700" cy="8277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Clr>
                <a:schemeClr val="dk1"/>
              </a:buClr>
              <a:buSzPts val="2200"/>
              <a:buNone/>
              <a:defRPr sz="2200">
                <a:solidFill>
                  <a:schemeClr val="dk1"/>
                </a:solidFill>
              </a:defRPr>
            </a:lvl1pPr>
            <a:lvl2pPr lvl="1" rtl="0" algn="ctr">
              <a:lnSpc>
                <a:spcPct val="100000"/>
              </a:lnSpc>
              <a:spcBef>
                <a:spcPts val="0"/>
              </a:spcBef>
              <a:spcAft>
                <a:spcPts val="0"/>
              </a:spcAft>
              <a:buClr>
                <a:schemeClr val="dk1"/>
              </a:buClr>
              <a:buSzPts val="2200"/>
              <a:buNone/>
              <a:defRPr sz="2200">
                <a:solidFill>
                  <a:schemeClr val="dk1"/>
                </a:solidFill>
              </a:defRPr>
            </a:lvl2pPr>
            <a:lvl3pPr lvl="2" rtl="0" algn="ctr">
              <a:lnSpc>
                <a:spcPct val="100000"/>
              </a:lnSpc>
              <a:spcBef>
                <a:spcPts val="0"/>
              </a:spcBef>
              <a:spcAft>
                <a:spcPts val="0"/>
              </a:spcAft>
              <a:buClr>
                <a:schemeClr val="dk1"/>
              </a:buClr>
              <a:buSzPts val="2200"/>
              <a:buNone/>
              <a:defRPr sz="2200">
                <a:solidFill>
                  <a:schemeClr val="dk1"/>
                </a:solidFill>
              </a:defRPr>
            </a:lvl3pPr>
            <a:lvl4pPr lvl="3" rtl="0" algn="ctr">
              <a:lnSpc>
                <a:spcPct val="100000"/>
              </a:lnSpc>
              <a:spcBef>
                <a:spcPts val="0"/>
              </a:spcBef>
              <a:spcAft>
                <a:spcPts val="0"/>
              </a:spcAft>
              <a:buClr>
                <a:schemeClr val="dk1"/>
              </a:buClr>
              <a:buSzPts val="2200"/>
              <a:buNone/>
              <a:defRPr sz="2200">
                <a:solidFill>
                  <a:schemeClr val="dk1"/>
                </a:solidFill>
              </a:defRPr>
            </a:lvl4pPr>
            <a:lvl5pPr lvl="4" rtl="0" algn="ctr">
              <a:lnSpc>
                <a:spcPct val="100000"/>
              </a:lnSpc>
              <a:spcBef>
                <a:spcPts val="0"/>
              </a:spcBef>
              <a:spcAft>
                <a:spcPts val="0"/>
              </a:spcAft>
              <a:buClr>
                <a:schemeClr val="dk1"/>
              </a:buClr>
              <a:buSzPts val="2200"/>
              <a:buNone/>
              <a:defRPr sz="2200">
                <a:solidFill>
                  <a:schemeClr val="dk1"/>
                </a:solidFill>
              </a:defRPr>
            </a:lvl5pPr>
            <a:lvl6pPr lvl="5" rtl="0" algn="ctr">
              <a:lnSpc>
                <a:spcPct val="100000"/>
              </a:lnSpc>
              <a:spcBef>
                <a:spcPts val="0"/>
              </a:spcBef>
              <a:spcAft>
                <a:spcPts val="0"/>
              </a:spcAft>
              <a:buClr>
                <a:schemeClr val="dk1"/>
              </a:buClr>
              <a:buSzPts val="2200"/>
              <a:buNone/>
              <a:defRPr sz="2200">
                <a:solidFill>
                  <a:schemeClr val="dk1"/>
                </a:solidFill>
              </a:defRPr>
            </a:lvl6pPr>
            <a:lvl7pPr lvl="6" rtl="0" algn="ctr">
              <a:lnSpc>
                <a:spcPct val="100000"/>
              </a:lnSpc>
              <a:spcBef>
                <a:spcPts val="0"/>
              </a:spcBef>
              <a:spcAft>
                <a:spcPts val="0"/>
              </a:spcAft>
              <a:buClr>
                <a:schemeClr val="dk1"/>
              </a:buClr>
              <a:buSzPts val="2200"/>
              <a:buNone/>
              <a:defRPr sz="2200">
                <a:solidFill>
                  <a:schemeClr val="dk1"/>
                </a:solidFill>
              </a:defRPr>
            </a:lvl7pPr>
            <a:lvl8pPr lvl="7" rtl="0" algn="ctr">
              <a:lnSpc>
                <a:spcPct val="100000"/>
              </a:lnSpc>
              <a:spcBef>
                <a:spcPts val="0"/>
              </a:spcBef>
              <a:spcAft>
                <a:spcPts val="0"/>
              </a:spcAft>
              <a:buClr>
                <a:schemeClr val="dk1"/>
              </a:buClr>
              <a:buSzPts val="2200"/>
              <a:buNone/>
              <a:defRPr sz="2200">
                <a:solidFill>
                  <a:schemeClr val="dk1"/>
                </a:solidFill>
              </a:defRPr>
            </a:lvl8pPr>
            <a:lvl9pPr lvl="8" rtl="0" algn="ctr">
              <a:lnSpc>
                <a:spcPct val="100000"/>
              </a:lnSpc>
              <a:spcBef>
                <a:spcPts val="0"/>
              </a:spcBef>
              <a:spcAft>
                <a:spcPts val="0"/>
              </a:spcAft>
              <a:buClr>
                <a:schemeClr val="dk1"/>
              </a:buClr>
              <a:buSzPts val="2200"/>
              <a:buNone/>
              <a:defRPr sz="2200">
                <a:solidFill>
                  <a:schemeClr val="dk1"/>
                </a:solidFill>
              </a:defRPr>
            </a:lvl9pPr>
          </a:lstStyle>
          <a:p/>
        </p:txBody>
      </p:sp>
      <p:sp>
        <p:nvSpPr>
          <p:cNvPr id="728" name="Google Shape;728;p28"/>
          <p:cNvSpPr txBox="1"/>
          <p:nvPr>
            <p:ph idx="2" type="subTitle"/>
          </p:nvPr>
        </p:nvSpPr>
        <p:spPr>
          <a:xfrm>
            <a:off x="5318500" y="5977860"/>
            <a:ext cx="3359700" cy="8277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Clr>
                <a:schemeClr val="dk1"/>
              </a:buClr>
              <a:buSzPts val="2200"/>
              <a:buNone/>
              <a:defRPr sz="2200">
                <a:solidFill>
                  <a:schemeClr val="dk1"/>
                </a:solidFill>
              </a:defRPr>
            </a:lvl1pPr>
            <a:lvl2pPr lvl="1" rtl="0" algn="ctr">
              <a:lnSpc>
                <a:spcPct val="100000"/>
              </a:lnSpc>
              <a:spcBef>
                <a:spcPts val="0"/>
              </a:spcBef>
              <a:spcAft>
                <a:spcPts val="0"/>
              </a:spcAft>
              <a:buClr>
                <a:schemeClr val="dk1"/>
              </a:buClr>
              <a:buSzPts val="2200"/>
              <a:buNone/>
              <a:defRPr sz="2200">
                <a:solidFill>
                  <a:schemeClr val="dk1"/>
                </a:solidFill>
              </a:defRPr>
            </a:lvl2pPr>
            <a:lvl3pPr lvl="2" rtl="0" algn="ctr">
              <a:lnSpc>
                <a:spcPct val="100000"/>
              </a:lnSpc>
              <a:spcBef>
                <a:spcPts val="0"/>
              </a:spcBef>
              <a:spcAft>
                <a:spcPts val="0"/>
              </a:spcAft>
              <a:buClr>
                <a:schemeClr val="dk1"/>
              </a:buClr>
              <a:buSzPts val="2200"/>
              <a:buNone/>
              <a:defRPr sz="2200">
                <a:solidFill>
                  <a:schemeClr val="dk1"/>
                </a:solidFill>
              </a:defRPr>
            </a:lvl3pPr>
            <a:lvl4pPr lvl="3" rtl="0" algn="ctr">
              <a:lnSpc>
                <a:spcPct val="100000"/>
              </a:lnSpc>
              <a:spcBef>
                <a:spcPts val="0"/>
              </a:spcBef>
              <a:spcAft>
                <a:spcPts val="0"/>
              </a:spcAft>
              <a:buClr>
                <a:schemeClr val="dk1"/>
              </a:buClr>
              <a:buSzPts val="2200"/>
              <a:buNone/>
              <a:defRPr sz="2200">
                <a:solidFill>
                  <a:schemeClr val="dk1"/>
                </a:solidFill>
              </a:defRPr>
            </a:lvl4pPr>
            <a:lvl5pPr lvl="4" rtl="0" algn="ctr">
              <a:lnSpc>
                <a:spcPct val="100000"/>
              </a:lnSpc>
              <a:spcBef>
                <a:spcPts val="0"/>
              </a:spcBef>
              <a:spcAft>
                <a:spcPts val="0"/>
              </a:spcAft>
              <a:buClr>
                <a:schemeClr val="dk1"/>
              </a:buClr>
              <a:buSzPts val="2200"/>
              <a:buNone/>
              <a:defRPr sz="2200">
                <a:solidFill>
                  <a:schemeClr val="dk1"/>
                </a:solidFill>
              </a:defRPr>
            </a:lvl5pPr>
            <a:lvl6pPr lvl="5" rtl="0" algn="ctr">
              <a:lnSpc>
                <a:spcPct val="100000"/>
              </a:lnSpc>
              <a:spcBef>
                <a:spcPts val="0"/>
              </a:spcBef>
              <a:spcAft>
                <a:spcPts val="0"/>
              </a:spcAft>
              <a:buClr>
                <a:schemeClr val="dk1"/>
              </a:buClr>
              <a:buSzPts val="2200"/>
              <a:buNone/>
              <a:defRPr sz="2200">
                <a:solidFill>
                  <a:schemeClr val="dk1"/>
                </a:solidFill>
              </a:defRPr>
            </a:lvl6pPr>
            <a:lvl7pPr lvl="6" rtl="0" algn="ctr">
              <a:lnSpc>
                <a:spcPct val="100000"/>
              </a:lnSpc>
              <a:spcBef>
                <a:spcPts val="0"/>
              </a:spcBef>
              <a:spcAft>
                <a:spcPts val="0"/>
              </a:spcAft>
              <a:buClr>
                <a:schemeClr val="dk1"/>
              </a:buClr>
              <a:buSzPts val="2200"/>
              <a:buNone/>
              <a:defRPr sz="2200">
                <a:solidFill>
                  <a:schemeClr val="dk1"/>
                </a:solidFill>
              </a:defRPr>
            </a:lvl7pPr>
            <a:lvl8pPr lvl="7" rtl="0" algn="ctr">
              <a:lnSpc>
                <a:spcPct val="100000"/>
              </a:lnSpc>
              <a:spcBef>
                <a:spcPts val="0"/>
              </a:spcBef>
              <a:spcAft>
                <a:spcPts val="0"/>
              </a:spcAft>
              <a:buClr>
                <a:schemeClr val="dk1"/>
              </a:buClr>
              <a:buSzPts val="2200"/>
              <a:buNone/>
              <a:defRPr sz="2200">
                <a:solidFill>
                  <a:schemeClr val="dk1"/>
                </a:solidFill>
              </a:defRPr>
            </a:lvl8pPr>
            <a:lvl9pPr lvl="8" rtl="0" algn="ctr">
              <a:lnSpc>
                <a:spcPct val="100000"/>
              </a:lnSpc>
              <a:spcBef>
                <a:spcPts val="0"/>
              </a:spcBef>
              <a:spcAft>
                <a:spcPts val="0"/>
              </a:spcAft>
              <a:buClr>
                <a:schemeClr val="dk1"/>
              </a:buClr>
              <a:buSzPts val="2200"/>
              <a:buNone/>
              <a:defRPr sz="2200">
                <a:solidFill>
                  <a:schemeClr val="dk1"/>
                </a:solidFill>
              </a:defRPr>
            </a:lvl9pPr>
          </a:lstStyle>
          <a:p/>
        </p:txBody>
      </p:sp>
      <p:sp>
        <p:nvSpPr>
          <p:cNvPr id="729" name="Google Shape;729;p28"/>
          <p:cNvSpPr txBox="1"/>
          <p:nvPr>
            <p:ph idx="3" type="subTitle"/>
          </p:nvPr>
        </p:nvSpPr>
        <p:spPr>
          <a:xfrm>
            <a:off x="1615625" y="8365025"/>
            <a:ext cx="3359700" cy="8700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Clr>
                <a:schemeClr val="dk1"/>
              </a:buClr>
              <a:buSzPts val="2200"/>
              <a:buNone/>
              <a:defRPr sz="2200">
                <a:solidFill>
                  <a:schemeClr val="dk1"/>
                </a:solidFill>
              </a:defRPr>
            </a:lvl1pPr>
            <a:lvl2pPr lvl="1" rtl="0" algn="ctr">
              <a:lnSpc>
                <a:spcPct val="100000"/>
              </a:lnSpc>
              <a:spcBef>
                <a:spcPts val="0"/>
              </a:spcBef>
              <a:spcAft>
                <a:spcPts val="0"/>
              </a:spcAft>
              <a:buClr>
                <a:schemeClr val="dk1"/>
              </a:buClr>
              <a:buSzPts val="2200"/>
              <a:buNone/>
              <a:defRPr sz="2200">
                <a:solidFill>
                  <a:schemeClr val="dk1"/>
                </a:solidFill>
              </a:defRPr>
            </a:lvl2pPr>
            <a:lvl3pPr lvl="2" rtl="0" algn="ctr">
              <a:lnSpc>
                <a:spcPct val="100000"/>
              </a:lnSpc>
              <a:spcBef>
                <a:spcPts val="0"/>
              </a:spcBef>
              <a:spcAft>
                <a:spcPts val="0"/>
              </a:spcAft>
              <a:buClr>
                <a:schemeClr val="dk1"/>
              </a:buClr>
              <a:buSzPts val="2200"/>
              <a:buNone/>
              <a:defRPr sz="2200">
                <a:solidFill>
                  <a:schemeClr val="dk1"/>
                </a:solidFill>
              </a:defRPr>
            </a:lvl3pPr>
            <a:lvl4pPr lvl="3" rtl="0" algn="ctr">
              <a:lnSpc>
                <a:spcPct val="100000"/>
              </a:lnSpc>
              <a:spcBef>
                <a:spcPts val="0"/>
              </a:spcBef>
              <a:spcAft>
                <a:spcPts val="0"/>
              </a:spcAft>
              <a:buClr>
                <a:schemeClr val="dk1"/>
              </a:buClr>
              <a:buSzPts val="2200"/>
              <a:buNone/>
              <a:defRPr sz="2200">
                <a:solidFill>
                  <a:schemeClr val="dk1"/>
                </a:solidFill>
              </a:defRPr>
            </a:lvl4pPr>
            <a:lvl5pPr lvl="4" rtl="0" algn="ctr">
              <a:lnSpc>
                <a:spcPct val="100000"/>
              </a:lnSpc>
              <a:spcBef>
                <a:spcPts val="0"/>
              </a:spcBef>
              <a:spcAft>
                <a:spcPts val="0"/>
              </a:spcAft>
              <a:buClr>
                <a:schemeClr val="dk1"/>
              </a:buClr>
              <a:buSzPts val="2200"/>
              <a:buNone/>
              <a:defRPr sz="2200">
                <a:solidFill>
                  <a:schemeClr val="dk1"/>
                </a:solidFill>
              </a:defRPr>
            </a:lvl5pPr>
            <a:lvl6pPr lvl="5" rtl="0" algn="ctr">
              <a:lnSpc>
                <a:spcPct val="100000"/>
              </a:lnSpc>
              <a:spcBef>
                <a:spcPts val="0"/>
              </a:spcBef>
              <a:spcAft>
                <a:spcPts val="0"/>
              </a:spcAft>
              <a:buClr>
                <a:schemeClr val="dk1"/>
              </a:buClr>
              <a:buSzPts val="2200"/>
              <a:buNone/>
              <a:defRPr sz="2200">
                <a:solidFill>
                  <a:schemeClr val="dk1"/>
                </a:solidFill>
              </a:defRPr>
            </a:lvl6pPr>
            <a:lvl7pPr lvl="6" rtl="0" algn="ctr">
              <a:lnSpc>
                <a:spcPct val="100000"/>
              </a:lnSpc>
              <a:spcBef>
                <a:spcPts val="0"/>
              </a:spcBef>
              <a:spcAft>
                <a:spcPts val="0"/>
              </a:spcAft>
              <a:buClr>
                <a:schemeClr val="dk1"/>
              </a:buClr>
              <a:buSzPts val="2200"/>
              <a:buNone/>
              <a:defRPr sz="2200">
                <a:solidFill>
                  <a:schemeClr val="dk1"/>
                </a:solidFill>
              </a:defRPr>
            </a:lvl7pPr>
            <a:lvl8pPr lvl="7" rtl="0" algn="ctr">
              <a:lnSpc>
                <a:spcPct val="100000"/>
              </a:lnSpc>
              <a:spcBef>
                <a:spcPts val="0"/>
              </a:spcBef>
              <a:spcAft>
                <a:spcPts val="0"/>
              </a:spcAft>
              <a:buClr>
                <a:schemeClr val="dk1"/>
              </a:buClr>
              <a:buSzPts val="2200"/>
              <a:buNone/>
              <a:defRPr sz="2200">
                <a:solidFill>
                  <a:schemeClr val="dk1"/>
                </a:solidFill>
              </a:defRPr>
            </a:lvl8pPr>
            <a:lvl9pPr lvl="8" rtl="0" algn="ctr">
              <a:lnSpc>
                <a:spcPct val="100000"/>
              </a:lnSpc>
              <a:spcBef>
                <a:spcPts val="0"/>
              </a:spcBef>
              <a:spcAft>
                <a:spcPts val="0"/>
              </a:spcAft>
              <a:buClr>
                <a:schemeClr val="dk1"/>
              </a:buClr>
              <a:buSzPts val="2200"/>
              <a:buNone/>
              <a:defRPr sz="2200">
                <a:solidFill>
                  <a:schemeClr val="dk1"/>
                </a:solidFill>
              </a:defRPr>
            </a:lvl9pPr>
          </a:lstStyle>
          <a:p/>
        </p:txBody>
      </p:sp>
      <p:sp>
        <p:nvSpPr>
          <p:cNvPr id="730" name="Google Shape;730;p28"/>
          <p:cNvSpPr txBox="1"/>
          <p:nvPr>
            <p:ph idx="4" type="subTitle"/>
          </p:nvPr>
        </p:nvSpPr>
        <p:spPr>
          <a:xfrm>
            <a:off x="5318501" y="8365026"/>
            <a:ext cx="3359700" cy="8700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Clr>
                <a:schemeClr val="dk1"/>
              </a:buClr>
              <a:buSzPts val="2200"/>
              <a:buNone/>
              <a:defRPr sz="2200">
                <a:solidFill>
                  <a:schemeClr val="dk1"/>
                </a:solidFill>
              </a:defRPr>
            </a:lvl1pPr>
            <a:lvl2pPr lvl="1" rtl="0" algn="ctr">
              <a:lnSpc>
                <a:spcPct val="100000"/>
              </a:lnSpc>
              <a:spcBef>
                <a:spcPts val="0"/>
              </a:spcBef>
              <a:spcAft>
                <a:spcPts val="0"/>
              </a:spcAft>
              <a:buClr>
                <a:schemeClr val="dk1"/>
              </a:buClr>
              <a:buSzPts val="2200"/>
              <a:buNone/>
              <a:defRPr sz="2200">
                <a:solidFill>
                  <a:schemeClr val="dk1"/>
                </a:solidFill>
              </a:defRPr>
            </a:lvl2pPr>
            <a:lvl3pPr lvl="2" rtl="0" algn="ctr">
              <a:lnSpc>
                <a:spcPct val="100000"/>
              </a:lnSpc>
              <a:spcBef>
                <a:spcPts val="0"/>
              </a:spcBef>
              <a:spcAft>
                <a:spcPts val="0"/>
              </a:spcAft>
              <a:buClr>
                <a:schemeClr val="dk1"/>
              </a:buClr>
              <a:buSzPts val="2200"/>
              <a:buNone/>
              <a:defRPr sz="2200">
                <a:solidFill>
                  <a:schemeClr val="dk1"/>
                </a:solidFill>
              </a:defRPr>
            </a:lvl3pPr>
            <a:lvl4pPr lvl="3" rtl="0" algn="ctr">
              <a:lnSpc>
                <a:spcPct val="100000"/>
              </a:lnSpc>
              <a:spcBef>
                <a:spcPts val="0"/>
              </a:spcBef>
              <a:spcAft>
                <a:spcPts val="0"/>
              </a:spcAft>
              <a:buClr>
                <a:schemeClr val="dk1"/>
              </a:buClr>
              <a:buSzPts val="2200"/>
              <a:buNone/>
              <a:defRPr sz="2200">
                <a:solidFill>
                  <a:schemeClr val="dk1"/>
                </a:solidFill>
              </a:defRPr>
            </a:lvl4pPr>
            <a:lvl5pPr lvl="4" rtl="0" algn="ctr">
              <a:lnSpc>
                <a:spcPct val="100000"/>
              </a:lnSpc>
              <a:spcBef>
                <a:spcPts val="0"/>
              </a:spcBef>
              <a:spcAft>
                <a:spcPts val="0"/>
              </a:spcAft>
              <a:buClr>
                <a:schemeClr val="dk1"/>
              </a:buClr>
              <a:buSzPts val="2200"/>
              <a:buNone/>
              <a:defRPr sz="2200">
                <a:solidFill>
                  <a:schemeClr val="dk1"/>
                </a:solidFill>
              </a:defRPr>
            </a:lvl5pPr>
            <a:lvl6pPr lvl="5" rtl="0" algn="ctr">
              <a:lnSpc>
                <a:spcPct val="100000"/>
              </a:lnSpc>
              <a:spcBef>
                <a:spcPts val="0"/>
              </a:spcBef>
              <a:spcAft>
                <a:spcPts val="0"/>
              </a:spcAft>
              <a:buClr>
                <a:schemeClr val="dk1"/>
              </a:buClr>
              <a:buSzPts val="2200"/>
              <a:buNone/>
              <a:defRPr sz="2200">
                <a:solidFill>
                  <a:schemeClr val="dk1"/>
                </a:solidFill>
              </a:defRPr>
            </a:lvl6pPr>
            <a:lvl7pPr lvl="6" rtl="0" algn="ctr">
              <a:lnSpc>
                <a:spcPct val="100000"/>
              </a:lnSpc>
              <a:spcBef>
                <a:spcPts val="0"/>
              </a:spcBef>
              <a:spcAft>
                <a:spcPts val="0"/>
              </a:spcAft>
              <a:buClr>
                <a:schemeClr val="dk1"/>
              </a:buClr>
              <a:buSzPts val="2200"/>
              <a:buNone/>
              <a:defRPr sz="2200">
                <a:solidFill>
                  <a:schemeClr val="dk1"/>
                </a:solidFill>
              </a:defRPr>
            </a:lvl7pPr>
            <a:lvl8pPr lvl="7" rtl="0" algn="ctr">
              <a:lnSpc>
                <a:spcPct val="100000"/>
              </a:lnSpc>
              <a:spcBef>
                <a:spcPts val="0"/>
              </a:spcBef>
              <a:spcAft>
                <a:spcPts val="0"/>
              </a:spcAft>
              <a:buClr>
                <a:schemeClr val="dk1"/>
              </a:buClr>
              <a:buSzPts val="2200"/>
              <a:buNone/>
              <a:defRPr sz="2200">
                <a:solidFill>
                  <a:schemeClr val="dk1"/>
                </a:solidFill>
              </a:defRPr>
            </a:lvl8pPr>
            <a:lvl9pPr lvl="8" rtl="0" algn="ctr">
              <a:lnSpc>
                <a:spcPct val="100000"/>
              </a:lnSpc>
              <a:spcBef>
                <a:spcPts val="0"/>
              </a:spcBef>
              <a:spcAft>
                <a:spcPts val="0"/>
              </a:spcAft>
              <a:buClr>
                <a:schemeClr val="dk1"/>
              </a:buClr>
              <a:buSzPts val="2200"/>
              <a:buNone/>
              <a:defRPr sz="2200">
                <a:solidFill>
                  <a:schemeClr val="dk1"/>
                </a:solidFill>
              </a:defRPr>
            </a:lvl9pPr>
          </a:lstStyle>
          <a:p/>
        </p:txBody>
      </p:sp>
      <p:sp>
        <p:nvSpPr>
          <p:cNvPr id="731" name="Google Shape;731;p28"/>
          <p:cNvSpPr txBox="1"/>
          <p:nvPr>
            <p:ph idx="5" type="subTitle"/>
          </p:nvPr>
        </p:nvSpPr>
        <p:spPr>
          <a:xfrm>
            <a:off x="5318500" y="3569102"/>
            <a:ext cx="3359700" cy="8331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Clr>
                <a:schemeClr val="dk1"/>
              </a:buClr>
              <a:buSzPts val="2200"/>
              <a:buNone/>
              <a:defRPr sz="2200">
                <a:solidFill>
                  <a:schemeClr val="dk1"/>
                </a:solidFill>
              </a:defRPr>
            </a:lvl1pPr>
            <a:lvl2pPr lvl="1" rtl="0" algn="ctr">
              <a:lnSpc>
                <a:spcPct val="100000"/>
              </a:lnSpc>
              <a:spcBef>
                <a:spcPts val="0"/>
              </a:spcBef>
              <a:spcAft>
                <a:spcPts val="0"/>
              </a:spcAft>
              <a:buClr>
                <a:schemeClr val="dk1"/>
              </a:buClr>
              <a:buSzPts val="2200"/>
              <a:buNone/>
              <a:defRPr sz="2200">
                <a:solidFill>
                  <a:schemeClr val="dk1"/>
                </a:solidFill>
              </a:defRPr>
            </a:lvl2pPr>
            <a:lvl3pPr lvl="2" rtl="0" algn="ctr">
              <a:lnSpc>
                <a:spcPct val="100000"/>
              </a:lnSpc>
              <a:spcBef>
                <a:spcPts val="0"/>
              </a:spcBef>
              <a:spcAft>
                <a:spcPts val="0"/>
              </a:spcAft>
              <a:buClr>
                <a:schemeClr val="dk1"/>
              </a:buClr>
              <a:buSzPts val="2200"/>
              <a:buNone/>
              <a:defRPr sz="2200">
                <a:solidFill>
                  <a:schemeClr val="dk1"/>
                </a:solidFill>
              </a:defRPr>
            </a:lvl3pPr>
            <a:lvl4pPr lvl="3" rtl="0" algn="ctr">
              <a:lnSpc>
                <a:spcPct val="100000"/>
              </a:lnSpc>
              <a:spcBef>
                <a:spcPts val="0"/>
              </a:spcBef>
              <a:spcAft>
                <a:spcPts val="0"/>
              </a:spcAft>
              <a:buClr>
                <a:schemeClr val="dk1"/>
              </a:buClr>
              <a:buSzPts val="2200"/>
              <a:buNone/>
              <a:defRPr sz="2200">
                <a:solidFill>
                  <a:schemeClr val="dk1"/>
                </a:solidFill>
              </a:defRPr>
            </a:lvl4pPr>
            <a:lvl5pPr lvl="4" rtl="0" algn="ctr">
              <a:lnSpc>
                <a:spcPct val="100000"/>
              </a:lnSpc>
              <a:spcBef>
                <a:spcPts val="0"/>
              </a:spcBef>
              <a:spcAft>
                <a:spcPts val="0"/>
              </a:spcAft>
              <a:buClr>
                <a:schemeClr val="dk1"/>
              </a:buClr>
              <a:buSzPts val="2200"/>
              <a:buNone/>
              <a:defRPr sz="2200">
                <a:solidFill>
                  <a:schemeClr val="dk1"/>
                </a:solidFill>
              </a:defRPr>
            </a:lvl5pPr>
            <a:lvl6pPr lvl="5" rtl="0" algn="ctr">
              <a:lnSpc>
                <a:spcPct val="100000"/>
              </a:lnSpc>
              <a:spcBef>
                <a:spcPts val="0"/>
              </a:spcBef>
              <a:spcAft>
                <a:spcPts val="0"/>
              </a:spcAft>
              <a:buClr>
                <a:schemeClr val="dk1"/>
              </a:buClr>
              <a:buSzPts val="2200"/>
              <a:buNone/>
              <a:defRPr sz="2200">
                <a:solidFill>
                  <a:schemeClr val="dk1"/>
                </a:solidFill>
              </a:defRPr>
            </a:lvl6pPr>
            <a:lvl7pPr lvl="6" rtl="0" algn="ctr">
              <a:lnSpc>
                <a:spcPct val="100000"/>
              </a:lnSpc>
              <a:spcBef>
                <a:spcPts val="0"/>
              </a:spcBef>
              <a:spcAft>
                <a:spcPts val="0"/>
              </a:spcAft>
              <a:buClr>
                <a:schemeClr val="dk1"/>
              </a:buClr>
              <a:buSzPts val="2200"/>
              <a:buNone/>
              <a:defRPr sz="2200">
                <a:solidFill>
                  <a:schemeClr val="dk1"/>
                </a:solidFill>
              </a:defRPr>
            </a:lvl7pPr>
            <a:lvl8pPr lvl="7" rtl="0" algn="ctr">
              <a:lnSpc>
                <a:spcPct val="100000"/>
              </a:lnSpc>
              <a:spcBef>
                <a:spcPts val="0"/>
              </a:spcBef>
              <a:spcAft>
                <a:spcPts val="0"/>
              </a:spcAft>
              <a:buClr>
                <a:schemeClr val="dk1"/>
              </a:buClr>
              <a:buSzPts val="2200"/>
              <a:buNone/>
              <a:defRPr sz="2200">
                <a:solidFill>
                  <a:schemeClr val="dk1"/>
                </a:solidFill>
              </a:defRPr>
            </a:lvl8pPr>
            <a:lvl9pPr lvl="8" rtl="0" algn="ctr">
              <a:lnSpc>
                <a:spcPct val="100000"/>
              </a:lnSpc>
              <a:spcBef>
                <a:spcPts val="0"/>
              </a:spcBef>
              <a:spcAft>
                <a:spcPts val="0"/>
              </a:spcAft>
              <a:buClr>
                <a:schemeClr val="dk1"/>
              </a:buClr>
              <a:buSzPts val="2200"/>
              <a:buNone/>
              <a:defRPr sz="2200">
                <a:solidFill>
                  <a:schemeClr val="dk1"/>
                </a:solidFill>
              </a:defRPr>
            </a:lvl9pPr>
          </a:lstStyle>
          <a:p/>
        </p:txBody>
      </p:sp>
      <p:sp>
        <p:nvSpPr>
          <p:cNvPr id="732" name="Google Shape;732;p28"/>
          <p:cNvSpPr txBox="1"/>
          <p:nvPr>
            <p:ph type="title"/>
          </p:nvPr>
        </p:nvSpPr>
        <p:spPr>
          <a:xfrm>
            <a:off x="914400" y="888750"/>
            <a:ext cx="8458200" cy="956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6400"/>
              <a:buNone/>
              <a:defRPr/>
            </a:lvl1pPr>
            <a:lvl2pPr lvl="1" rtl="0">
              <a:lnSpc>
                <a:spcPct val="100000"/>
              </a:lnSpc>
              <a:spcBef>
                <a:spcPts val="0"/>
              </a:spcBef>
              <a:spcAft>
                <a:spcPts val="0"/>
              </a:spcAft>
              <a:buSzPts val="6400"/>
              <a:buNone/>
              <a:defRPr/>
            </a:lvl2pPr>
            <a:lvl3pPr lvl="2" rtl="0">
              <a:lnSpc>
                <a:spcPct val="100000"/>
              </a:lnSpc>
              <a:spcBef>
                <a:spcPts val="0"/>
              </a:spcBef>
              <a:spcAft>
                <a:spcPts val="0"/>
              </a:spcAft>
              <a:buSzPts val="6400"/>
              <a:buNone/>
              <a:defRPr/>
            </a:lvl3pPr>
            <a:lvl4pPr lvl="3" rtl="0">
              <a:lnSpc>
                <a:spcPct val="100000"/>
              </a:lnSpc>
              <a:spcBef>
                <a:spcPts val="0"/>
              </a:spcBef>
              <a:spcAft>
                <a:spcPts val="0"/>
              </a:spcAft>
              <a:buSzPts val="6400"/>
              <a:buNone/>
              <a:defRPr/>
            </a:lvl4pPr>
            <a:lvl5pPr lvl="4" rtl="0">
              <a:lnSpc>
                <a:spcPct val="100000"/>
              </a:lnSpc>
              <a:spcBef>
                <a:spcPts val="0"/>
              </a:spcBef>
              <a:spcAft>
                <a:spcPts val="0"/>
              </a:spcAft>
              <a:buSzPts val="6400"/>
              <a:buNone/>
              <a:defRPr/>
            </a:lvl5pPr>
            <a:lvl6pPr lvl="5" rtl="0">
              <a:lnSpc>
                <a:spcPct val="100000"/>
              </a:lnSpc>
              <a:spcBef>
                <a:spcPts val="0"/>
              </a:spcBef>
              <a:spcAft>
                <a:spcPts val="0"/>
              </a:spcAft>
              <a:buSzPts val="6400"/>
              <a:buNone/>
              <a:defRPr/>
            </a:lvl6pPr>
            <a:lvl7pPr lvl="6" rtl="0">
              <a:lnSpc>
                <a:spcPct val="100000"/>
              </a:lnSpc>
              <a:spcBef>
                <a:spcPts val="0"/>
              </a:spcBef>
              <a:spcAft>
                <a:spcPts val="0"/>
              </a:spcAft>
              <a:buSzPts val="6400"/>
              <a:buNone/>
              <a:defRPr/>
            </a:lvl7pPr>
            <a:lvl8pPr lvl="7" rtl="0">
              <a:lnSpc>
                <a:spcPct val="100000"/>
              </a:lnSpc>
              <a:spcBef>
                <a:spcPts val="0"/>
              </a:spcBef>
              <a:spcAft>
                <a:spcPts val="0"/>
              </a:spcAft>
              <a:buSzPts val="6400"/>
              <a:buNone/>
              <a:defRPr/>
            </a:lvl8pPr>
            <a:lvl9pPr lvl="8" rtl="0">
              <a:lnSpc>
                <a:spcPct val="100000"/>
              </a:lnSpc>
              <a:spcBef>
                <a:spcPts val="0"/>
              </a:spcBef>
              <a:spcAft>
                <a:spcPts val="0"/>
              </a:spcAft>
              <a:buSzPts val="6400"/>
              <a:buNone/>
              <a:defRPr/>
            </a:lvl9pPr>
          </a:lstStyle>
          <a:p/>
        </p:txBody>
      </p:sp>
      <p:sp>
        <p:nvSpPr>
          <p:cNvPr id="733" name="Google Shape;733;p28"/>
          <p:cNvSpPr/>
          <p:nvPr/>
        </p:nvSpPr>
        <p:spPr>
          <a:xfrm flipH="1">
            <a:off x="532611" y="1170400"/>
            <a:ext cx="233400" cy="233400"/>
          </a:xfrm>
          <a:prstGeom prst="ellipse">
            <a:avLst/>
          </a:pr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p28"/>
          <p:cNvSpPr/>
          <p:nvPr/>
        </p:nvSpPr>
        <p:spPr>
          <a:xfrm rot="10800000">
            <a:off x="605136" y="2967425"/>
            <a:ext cx="88350" cy="1476775"/>
          </a:xfrm>
          <a:custGeom>
            <a:rect b="b" l="l" r="r" t="t"/>
            <a:pathLst>
              <a:path extrusionOk="0" h="59071" w="3534">
                <a:moveTo>
                  <a:pt x="0" y="0"/>
                </a:moveTo>
                <a:cubicBezTo>
                  <a:pt x="1037" y="19698"/>
                  <a:pt x="3534" y="39345"/>
                  <a:pt x="3534" y="59071"/>
                </a:cubicBezTo>
              </a:path>
            </a:pathLst>
          </a:custGeom>
          <a:noFill/>
          <a:ln cap="flat" cmpd="sng" w="28575">
            <a:solidFill>
              <a:schemeClr val="dk1"/>
            </a:solidFill>
            <a:prstDash val="solid"/>
            <a:round/>
            <a:headEnd len="med" w="med" type="none"/>
            <a:tailEnd len="med" w="med" type="none"/>
          </a:ln>
        </p:spPr>
      </p:sp>
      <p:sp>
        <p:nvSpPr>
          <p:cNvPr id="735" name="Google Shape;735;p28"/>
          <p:cNvSpPr/>
          <p:nvPr/>
        </p:nvSpPr>
        <p:spPr>
          <a:xfrm flipH="1">
            <a:off x="171850" y="115160"/>
            <a:ext cx="830723" cy="773578"/>
          </a:xfrm>
          <a:custGeom>
            <a:rect b="b" l="l" r="r" t="t"/>
            <a:pathLst>
              <a:path extrusionOk="0" h="1638" w="1759">
                <a:moveTo>
                  <a:pt x="1074" y="1"/>
                </a:moveTo>
                <a:cubicBezTo>
                  <a:pt x="1067" y="1"/>
                  <a:pt x="1060" y="3"/>
                  <a:pt x="1054" y="5"/>
                </a:cubicBezTo>
                <a:cubicBezTo>
                  <a:pt x="1041" y="18"/>
                  <a:pt x="1025" y="29"/>
                  <a:pt x="1014" y="41"/>
                </a:cubicBezTo>
                <a:cubicBezTo>
                  <a:pt x="1006" y="53"/>
                  <a:pt x="994" y="65"/>
                  <a:pt x="983" y="76"/>
                </a:cubicBezTo>
                <a:cubicBezTo>
                  <a:pt x="947" y="124"/>
                  <a:pt x="912" y="171"/>
                  <a:pt x="872" y="214"/>
                </a:cubicBezTo>
                <a:cubicBezTo>
                  <a:pt x="836" y="262"/>
                  <a:pt x="805" y="309"/>
                  <a:pt x="774" y="356"/>
                </a:cubicBezTo>
                <a:cubicBezTo>
                  <a:pt x="761" y="376"/>
                  <a:pt x="750" y="404"/>
                  <a:pt x="734" y="424"/>
                </a:cubicBezTo>
                <a:cubicBezTo>
                  <a:pt x="723" y="435"/>
                  <a:pt x="710" y="451"/>
                  <a:pt x="703" y="462"/>
                </a:cubicBezTo>
                <a:cubicBezTo>
                  <a:pt x="699" y="473"/>
                  <a:pt x="687" y="508"/>
                  <a:pt x="673" y="508"/>
                </a:cubicBezTo>
                <a:cubicBezTo>
                  <a:pt x="671" y="508"/>
                  <a:pt x="669" y="507"/>
                  <a:pt x="667" y="506"/>
                </a:cubicBezTo>
                <a:cubicBezTo>
                  <a:pt x="659" y="502"/>
                  <a:pt x="659" y="495"/>
                  <a:pt x="652" y="495"/>
                </a:cubicBezTo>
                <a:cubicBezTo>
                  <a:pt x="643" y="495"/>
                  <a:pt x="639" y="498"/>
                  <a:pt x="632" y="498"/>
                </a:cubicBezTo>
                <a:cubicBezTo>
                  <a:pt x="625" y="500"/>
                  <a:pt x="618" y="500"/>
                  <a:pt x="611" y="500"/>
                </a:cubicBezTo>
                <a:cubicBezTo>
                  <a:pt x="596" y="500"/>
                  <a:pt x="582" y="498"/>
                  <a:pt x="568" y="498"/>
                </a:cubicBezTo>
                <a:cubicBezTo>
                  <a:pt x="545" y="495"/>
                  <a:pt x="517" y="491"/>
                  <a:pt x="494" y="491"/>
                </a:cubicBezTo>
                <a:cubicBezTo>
                  <a:pt x="454" y="486"/>
                  <a:pt x="415" y="482"/>
                  <a:pt x="379" y="479"/>
                </a:cubicBezTo>
                <a:cubicBezTo>
                  <a:pt x="359" y="479"/>
                  <a:pt x="339" y="475"/>
                  <a:pt x="320" y="475"/>
                </a:cubicBezTo>
                <a:cubicBezTo>
                  <a:pt x="273" y="471"/>
                  <a:pt x="226" y="462"/>
                  <a:pt x="178" y="462"/>
                </a:cubicBezTo>
                <a:cubicBezTo>
                  <a:pt x="170" y="462"/>
                  <a:pt x="164" y="461"/>
                  <a:pt x="157" y="461"/>
                </a:cubicBezTo>
                <a:cubicBezTo>
                  <a:pt x="154" y="461"/>
                  <a:pt x="150" y="461"/>
                  <a:pt x="146" y="462"/>
                </a:cubicBezTo>
                <a:cubicBezTo>
                  <a:pt x="139" y="462"/>
                  <a:pt x="135" y="462"/>
                  <a:pt x="123" y="459"/>
                </a:cubicBezTo>
                <a:cubicBezTo>
                  <a:pt x="103" y="455"/>
                  <a:pt x="79" y="451"/>
                  <a:pt x="60" y="451"/>
                </a:cubicBezTo>
                <a:cubicBezTo>
                  <a:pt x="48" y="455"/>
                  <a:pt x="36" y="451"/>
                  <a:pt x="28" y="459"/>
                </a:cubicBezTo>
                <a:cubicBezTo>
                  <a:pt x="24" y="462"/>
                  <a:pt x="13" y="471"/>
                  <a:pt x="8" y="479"/>
                </a:cubicBezTo>
                <a:cubicBezTo>
                  <a:pt x="0" y="491"/>
                  <a:pt x="13" y="502"/>
                  <a:pt x="17" y="514"/>
                </a:cubicBezTo>
                <a:cubicBezTo>
                  <a:pt x="24" y="522"/>
                  <a:pt x="28" y="530"/>
                  <a:pt x="36" y="542"/>
                </a:cubicBezTo>
                <a:cubicBezTo>
                  <a:pt x="44" y="553"/>
                  <a:pt x="48" y="562"/>
                  <a:pt x="60" y="573"/>
                </a:cubicBezTo>
                <a:cubicBezTo>
                  <a:pt x="84" y="597"/>
                  <a:pt x="115" y="613"/>
                  <a:pt x="139" y="637"/>
                </a:cubicBezTo>
                <a:cubicBezTo>
                  <a:pt x="162" y="668"/>
                  <a:pt x="182" y="695"/>
                  <a:pt x="210" y="723"/>
                </a:cubicBezTo>
                <a:cubicBezTo>
                  <a:pt x="241" y="751"/>
                  <a:pt x="273" y="775"/>
                  <a:pt x="304" y="802"/>
                </a:cubicBezTo>
                <a:cubicBezTo>
                  <a:pt x="316" y="814"/>
                  <a:pt x="324" y="826"/>
                  <a:pt x="335" y="833"/>
                </a:cubicBezTo>
                <a:cubicBezTo>
                  <a:pt x="344" y="837"/>
                  <a:pt x="352" y="841"/>
                  <a:pt x="355" y="846"/>
                </a:cubicBezTo>
                <a:cubicBezTo>
                  <a:pt x="355" y="849"/>
                  <a:pt x="352" y="857"/>
                  <a:pt x="348" y="861"/>
                </a:cubicBezTo>
                <a:cubicBezTo>
                  <a:pt x="348" y="869"/>
                  <a:pt x="344" y="881"/>
                  <a:pt x="339" y="888"/>
                </a:cubicBezTo>
                <a:cubicBezTo>
                  <a:pt x="316" y="920"/>
                  <a:pt x="297" y="948"/>
                  <a:pt x="281" y="983"/>
                </a:cubicBezTo>
                <a:cubicBezTo>
                  <a:pt x="273" y="999"/>
                  <a:pt x="265" y="1011"/>
                  <a:pt x="261" y="1026"/>
                </a:cubicBezTo>
                <a:cubicBezTo>
                  <a:pt x="253" y="1039"/>
                  <a:pt x="241" y="1050"/>
                  <a:pt x="233" y="1066"/>
                </a:cubicBezTo>
                <a:cubicBezTo>
                  <a:pt x="221" y="1082"/>
                  <a:pt x="213" y="1097"/>
                  <a:pt x="206" y="1110"/>
                </a:cubicBezTo>
                <a:cubicBezTo>
                  <a:pt x="190" y="1130"/>
                  <a:pt x="178" y="1145"/>
                  <a:pt x="166" y="1165"/>
                </a:cubicBezTo>
                <a:cubicBezTo>
                  <a:pt x="159" y="1177"/>
                  <a:pt x="155" y="1188"/>
                  <a:pt x="150" y="1196"/>
                </a:cubicBezTo>
                <a:cubicBezTo>
                  <a:pt x="146" y="1208"/>
                  <a:pt x="139" y="1216"/>
                  <a:pt x="131" y="1228"/>
                </a:cubicBezTo>
                <a:cubicBezTo>
                  <a:pt x="115" y="1248"/>
                  <a:pt x="103" y="1267"/>
                  <a:pt x="91" y="1290"/>
                </a:cubicBezTo>
                <a:cubicBezTo>
                  <a:pt x="84" y="1307"/>
                  <a:pt x="75" y="1326"/>
                  <a:pt x="68" y="1346"/>
                </a:cubicBezTo>
                <a:cubicBezTo>
                  <a:pt x="60" y="1374"/>
                  <a:pt x="44" y="1394"/>
                  <a:pt x="32" y="1417"/>
                </a:cubicBezTo>
                <a:cubicBezTo>
                  <a:pt x="28" y="1421"/>
                  <a:pt x="24" y="1429"/>
                  <a:pt x="28" y="1432"/>
                </a:cubicBezTo>
                <a:cubicBezTo>
                  <a:pt x="28" y="1437"/>
                  <a:pt x="36" y="1441"/>
                  <a:pt x="40" y="1445"/>
                </a:cubicBezTo>
                <a:cubicBezTo>
                  <a:pt x="43" y="1451"/>
                  <a:pt x="46" y="1457"/>
                  <a:pt x="51" y="1457"/>
                </a:cubicBezTo>
                <a:cubicBezTo>
                  <a:pt x="52" y="1457"/>
                  <a:pt x="54" y="1457"/>
                  <a:pt x="55" y="1456"/>
                </a:cubicBezTo>
                <a:cubicBezTo>
                  <a:pt x="75" y="1452"/>
                  <a:pt x="91" y="1445"/>
                  <a:pt x="107" y="1432"/>
                </a:cubicBezTo>
                <a:cubicBezTo>
                  <a:pt x="119" y="1429"/>
                  <a:pt x="126" y="1429"/>
                  <a:pt x="139" y="1429"/>
                </a:cubicBezTo>
                <a:cubicBezTo>
                  <a:pt x="162" y="1425"/>
                  <a:pt x="182" y="1413"/>
                  <a:pt x="202" y="1405"/>
                </a:cubicBezTo>
                <a:cubicBezTo>
                  <a:pt x="253" y="1390"/>
                  <a:pt x="304" y="1374"/>
                  <a:pt x="355" y="1354"/>
                </a:cubicBezTo>
                <a:cubicBezTo>
                  <a:pt x="454" y="1319"/>
                  <a:pt x="552" y="1287"/>
                  <a:pt x="652" y="1252"/>
                </a:cubicBezTo>
                <a:cubicBezTo>
                  <a:pt x="667" y="1287"/>
                  <a:pt x="683" y="1319"/>
                  <a:pt x="706" y="1350"/>
                </a:cubicBezTo>
                <a:cubicBezTo>
                  <a:pt x="770" y="1445"/>
                  <a:pt x="852" y="1523"/>
                  <a:pt x="916" y="1622"/>
                </a:cubicBezTo>
                <a:cubicBezTo>
                  <a:pt x="922" y="1632"/>
                  <a:pt x="934" y="1637"/>
                  <a:pt x="945" y="1637"/>
                </a:cubicBezTo>
                <a:cubicBezTo>
                  <a:pt x="960" y="1637"/>
                  <a:pt x="974" y="1629"/>
                  <a:pt x="978" y="1614"/>
                </a:cubicBezTo>
                <a:cubicBezTo>
                  <a:pt x="1010" y="1508"/>
                  <a:pt x="1034" y="1401"/>
                  <a:pt x="1058" y="1295"/>
                </a:cubicBezTo>
                <a:cubicBezTo>
                  <a:pt x="1069" y="1243"/>
                  <a:pt x="1081" y="1188"/>
                  <a:pt x="1093" y="1137"/>
                </a:cubicBezTo>
                <a:cubicBezTo>
                  <a:pt x="1096" y="1114"/>
                  <a:pt x="1101" y="1086"/>
                  <a:pt x="1105" y="1062"/>
                </a:cubicBezTo>
                <a:lnTo>
                  <a:pt x="1105" y="1050"/>
                </a:lnTo>
                <a:cubicBezTo>
                  <a:pt x="1105" y="1039"/>
                  <a:pt x="1101" y="1026"/>
                  <a:pt x="1105" y="1015"/>
                </a:cubicBezTo>
                <a:cubicBezTo>
                  <a:pt x="1109" y="995"/>
                  <a:pt x="1125" y="983"/>
                  <a:pt x="1140" y="972"/>
                </a:cubicBezTo>
                <a:cubicBezTo>
                  <a:pt x="1164" y="952"/>
                  <a:pt x="1196" y="944"/>
                  <a:pt x="1223" y="932"/>
                </a:cubicBezTo>
                <a:cubicBezTo>
                  <a:pt x="1247" y="920"/>
                  <a:pt x="1270" y="908"/>
                  <a:pt x="1298" y="897"/>
                </a:cubicBezTo>
                <a:cubicBezTo>
                  <a:pt x="1325" y="884"/>
                  <a:pt x="1353" y="873"/>
                  <a:pt x="1385" y="857"/>
                </a:cubicBezTo>
                <a:cubicBezTo>
                  <a:pt x="1409" y="841"/>
                  <a:pt x="1432" y="833"/>
                  <a:pt x="1460" y="826"/>
                </a:cubicBezTo>
                <a:cubicBezTo>
                  <a:pt x="1471" y="822"/>
                  <a:pt x="1483" y="817"/>
                  <a:pt x="1495" y="810"/>
                </a:cubicBezTo>
                <a:cubicBezTo>
                  <a:pt x="1507" y="806"/>
                  <a:pt x="1518" y="798"/>
                  <a:pt x="1531" y="790"/>
                </a:cubicBezTo>
                <a:cubicBezTo>
                  <a:pt x="1574" y="770"/>
                  <a:pt x="1622" y="759"/>
                  <a:pt x="1664" y="735"/>
                </a:cubicBezTo>
                <a:cubicBezTo>
                  <a:pt x="1680" y="727"/>
                  <a:pt x="1696" y="715"/>
                  <a:pt x="1716" y="704"/>
                </a:cubicBezTo>
                <a:cubicBezTo>
                  <a:pt x="1724" y="695"/>
                  <a:pt x="1744" y="684"/>
                  <a:pt x="1751" y="672"/>
                </a:cubicBezTo>
                <a:cubicBezTo>
                  <a:pt x="1759" y="660"/>
                  <a:pt x="1755" y="637"/>
                  <a:pt x="1740" y="628"/>
                </a:cubicBezTo>
                <a:cubicBezTo>
                  <a:pt x="1731" y="620"/>
                  <a:pt x="1711" y="617"/>
                  <a:pt x="1700" y="617"/>
                </a:cubicBezTo>
                <a:lnTo>
                  <a:pt x="1684" y="617"/>
                </a:lnTo>
                <a:cubicBezTo>
                  <a:pt x="1664" y="613"/>
                  <a:pt x="1645" y="609"/>
                  <a:pt x="1625" y="604"/>
                </a:cubicBezTo>
                <a:cubicBezTo>
                  <a:pt x="1605" y="601"/>
                  <a:pt x="1586" y="597"/>
                  <a:pt x="1566" y="593"/>
                </a:cubicBezTo>
                <a:cubicBezTo>
                  <a:pt x="1558" y="589"/>
                  <a:pt x="1542" y="589"/>
                  <a:pt x="1535" y="585"/>
                </a:cubicBezTo>
                <a:cubicBezTo>
                  <a:pt x="1531" y="581"/>
                  <a:pt x="1527" y="577"/>
                  <a:pt x="1518" y="577"/>
                </a:cubicBezTo>
                <a:cubicBezTo>
                  <a:pt x="1495" y="573"/>
                  <a:pt x="1475" y="573"/>
                  <a:pt x="1456" y="573"/>
                </a:cubicBezTo>
                <a:lnTo>
                  <a:pt x="1357" y="573"/>
                </a:lnTo>
                <a:cubicBezTo>
                  <a:pt x="1325" y="573"/>
                  <a:pt x="1294" y="569"/>
                  <a:pt x="1262" y="566"/>
                </a:cubicBezTo>
                <a:cubicBezTo>
                  <a:pt x="1219" y="562"/>
                  <a:pt x="1176" y="562"/>
                  <a:pt x="1136" y="553"/>
                </a:cubicBezTo>
                <a:cubicBezTo>
                  <a:pt x="1120" y="549"/>
                  <a:pt x="1109" y="546"/>
                  <a:pt x="1096" y="546"/>
                </a:cubicBezTo>
                <a:cubicBezTo>
                  <a:pt x="1089" y="546"/>
                  <a:pt x="1081" y="546"/>
                  <a:pt x="1077" y="542"/>
                </a:cubicBezTo>
                <a:cubicBezTo>
                  <a:pt x="1065" y="533"/>
                  <a:pt x="1069" y="518"/>
                  <a:pt x="1069" y="506"/>
                </a:cubicBezTo>
                <a:cubicBezTo>
                  <a:pt x="1069" y="491"/>
                  <a:pt x="1065" y="475"/>
                  <a:pt x="1061" y="459"/>
                </a:cubicBezTo>
                <a:cubicBezTo>
                  <a:pt x="1061" y="439"/>
                  <a:pt x="1065" y="424"/>
                  <a:pt x="1069" y="404"/>
                </a:cubicBezTo>
                <a:cubicBezTo>
                  <a:pt x="1073" y="388"/>
                  <a:pt x="1077" y="373"/>
                  <a:pt x="1077" y="356"/>
                </a:cubicBezTo>
                <a:lnTo>
                  <a:pt x="1077" y="302"/>
                </a:lnTo>
                <a:cubicBezTo>
                  <a:pt x="1081" y="285"/>
                  <a:pt x="1085" y="266"/>
                  <a:pt x="1085" y="249"/>
                </a:cubicBezTo>
                <a:cubicBezTo>
                  <a:pt x="1089" y="226"/>
                  <a:pt x="1085" y="207"/>
                  <a:pt x="1089" y="187"/>
                </a:cubicBezTo>
                <a:cubicBezTo>
                  <a:pt x="1093" y="167"/>
                  <a:pt x="1093" y="151"/>
                  <a:pt x="1096" y="131"/>
                </a:cubicBezTo>
                <a:cubicBezTo>
                  <a:pt x="1101" y="112"/>
                  <a:pt x="1105" y="96"/>
                  <a:pt x="1109" y="76"/>
                </a:cubicBezTo>
                <a:cubicBezTo>
                  <a:pt x="1109" y="56"/>
                  <a:pt x="1109" y="21"/>
                  <a:pt x="1089" y="5"/>
                </a:cubicBezTo>
                <a:cubicBezTo>
                  <a:pt x="1084" y="2"/>
                  <a:pt x="1079" y="1"/>
                  <a:pt x="1074" y="1"/>
                </a:cubicBezTo>
                <a:close/>
              </a:path>
            </a:pathLst>
          </a:custGeom>
          <a:solidFill>
            <a:schemeClr val="accent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28"/>
          <p:cNvSpPr/>
          <p:nvPr/>
        </p:nvSpPr>
        <p:spPr>
          <a:xfrm flipH="1">
            <a:off x="9299219" y="9391919"/>
            <a:ext cx="845836" cy="617729"/>
          </a:xfrm>
          <a:custGeom>
            <a:rect b="b" l="l" r="r" t="t"/>
            <a:pathLst>
              <a:path extrusionOk="0" h="1308" w="1791">
                <a:moveTo>
                  <a:pt x="1141" y="1"/>
                </a:moveTo>
                <a:cubicBezTo>
                  <a:pt x="1135" y="1"/>
                  <a:pt x="1129" y="3"/>
                  <a:pt x="1124" y="6"/>
                </a:cubicBezTo>
                <a:cubicBezTo>
                  <a:pt x="951" y="195"/>
                  <a:pt x="797" y="408"/>
                  <a:pt x="675" y="633"/>
                </a:cubicBezTo>
                <a:cubicBezTo>
                  <a:pt x="576" y="428"/>
                  <a:pt x="478" y="226"/>
                  <a:pt x="379" y="22"/>
                </a:cubicBezTo>
                <a:cubicBezTo>
                  <a:pt x="375" y="14"/>
                  <a:pt x="368" y="10"/>
                  <a:pt x="361" y="10"/>
                </a:cubicBezTo>
                <a:cubicBezTo>
                  <a:pt x="354" y="10"/>
                  <a:pt x="347" y="14"/>
                  <a:pt x="344" y="22"/>
                </a:cubicBezTo>
                <a:cubicBezTo>
                  <a:pt x="273" y="183"/>
                  <a:pt x="209" y="349"/>
                  <a:pt x="158" y="518"/>
                </a:cubicBezTo>
                <a:cubicBezTo>
                  <a:pt x="134" y="589"/>
                  <a:pt x="0" y="873"/>
                  <a:pt x="44" y="944"/>
                </a:cubicBezTo>
                <a:cubicBezTo>
                  <a:pt x="47" y="959"/>
                  <a:pt x="67" y="964"/>
                  <a:pt x="80" y="968"/>
                </a:cubicBezTo>
                <a:cubicBezTo>
                  <a:pt x="331" y="1039"/>
                  <a:pt x="580" y="1101"/>
                  <a:pt x="833" y="1161"/>
                </a:cubicBezTo>
                <a:cubicBezTo>
                  <a:pt x="1010" y="1201"/>
                  <a:pt x="1183" y="1236"/>
                  <a:pt x="1361" y="1272"/>
                </a:cubicBezTo>
                <a:cubicBezTo>
                  <a:pt x="1396" y="1277"/>
                  <a:pt x="1514" y="1308"/>
                  <a:pt x="1585" y="1308"/>
                </a:cubicBezTo>
                <a:cubicBezTo>
                  <a:pt x="1609" y="1308"/>
                  <a:pt x="1628" y="1304"/>
                  <a:pt x="1637" y="1295"/>
                </a:cubicBezTo>
                <a:cubicBezTo>
                  <a:pt x="1656" y="1279"/>
                  <a:pt x="1656" y="1248"/>
                  <a:pt x="1656" y="1220"/>
                </a:cubicBezTo>
                <a:cubicBezTo>
                  <a:pt x="1661" y="924"/>
                  <a:pt x="1779" y="637"/>
                  <a:pt x="1791" y="337"/>
                </a:cubicBezTo>
                <a:lnTo>
                  <a:pt x="1791" y="337"/>
                </a:lnTo>
                <a:cubicBezTo>
                  <a:pt x="1625" y="463"/>
                  <a:pt x="1467" y="597"/>
                  <a:pt x="1294" y="715"/>
                </a:cubicBezTo>
                <a:cubicBezTo>
                  <a:pt x="1321" y="621"/>
                  <a:pt x="1230" y="502"/>
                  <a:pt x="1207" y="412"/>
                </a:cubicBezTo>
                <a:cubicBezTo>
                  <a:pt x="1175" y="282"/>
                  <a:pt x="1159" y="151"/>
                  <a:pt x="1159" y="18"/>
                </a:cubicBezTo>
                <a:cubicBezTo>
                  <a:pt x="1159" y="6"/>
                  <a:pt x="1150" y="1"/>
                  <a:pt x="1141" y="1"/>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 name="Google Shape;737;p28"/>
          <p:cNvSpPr/>
          <p:nvPr/>
        </p:nvSpPr>
        <p:spPr>
          <a:xfrm flipH="1">
            <a:off x="1225986" y="385250"/>
            <a:ext cx="233400" cy="233400"/>
          </a:xfrm>
          <a:prstGeom prst="ellipse">
            <a:avLst/>
          </a:pr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 name="Google Shape;738;p28"/>
          <p:cNvSpPr/>
          <p:nvPr/>
        </p:nvSpPr>
        <p:spPr>
          <a:xfrm flipH="1">
            <a:off x="157324" y="1963788"/>
            <a:ext cx="233400" cy="233400"/>
          </a:xfrm>
          <a:prstGeom prst="ellipse">
            <a:avLst/>
          </a:pr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28"/>
          <p:cNvSpPr/>
          <p:nvPr/>
        </p:nvSpPr>
        <p:spPr>
          <a:xfrm rot="10800000">
            <a:off x="245836" y="2702350"/>
            <a:ext cx="56375" cy="2663275"/>
          </a:xfrm>
          <a:custGeom>
            <a:rect b="b" l="l" r="r" t="t"/>
            <a:pathLst>
              <a:path extrusionOk="0" h="106531" w="2255">
                <a:moveTo>
                  <a:pt x="1515" y="0"/>
                </a:moveTo>
                <a:cubicBezTo>
                  <a:pt x="649" y="35503"/>
                  <a:pt x="4406" y="71291"/>
                  <a:pt x="0" y="106531"/>
                </a:cubicBezTo>
              </a:path>
            </a:pathLst>
          </a:custGeom>
          <a:noFill/>
          <a:ln cap="flat" cmpd="sng" w="28575">
            <a:solidFill>
              <a:schemeClr val="dk1"/>
            </a:solidFill>
            <a:prstDash val="solid"/>
            <a:round/>
            <a:headEnd len="med" w="med" type="none"/>
            <a:tailEnd len="med" w="med" type="none"/>
          </a:ln>
        </p:spPr>
      </p:sp>
      <p:sp>
        <p:nvSpPr>
          <p:cNvPr id="740" name="Google Shape;740;p28"/>
          <p:cNvSpPr/>
          <p:nvPr/>
        </p:nvSpPr>
        <p:spPr>
          <a:xfrm rot="10800000">
            <a:off x="455286" y="2967425"/>
            <a:ext cx="23625" cy="795200"/>
          </a:xfrm>
          <a:custGeom>
            <a:rect b="b" l="l" r="r" t="t"/>
            <a:pathLst>
              <a:path extrusionOk="0" h="31808" w="945">
                <a:moveTo>
                  <a:pt x="505" y="0"/>
                </a:moveTo>
                <a:cubicBezTo>
                  <a:pt x="1386" y="10567"/>
                  <a:pt x="0" y="21204"/>
                  <a:pt x="0" y="31808"/>
                </a:cubicBezTo>
              </a:path>
            </a:pathLst>
          </a:custGeom>
          <a:noFill/>
          <a:ln cap="flat" cmpd="sng" w="28575">
            <a:solidFill>
              <a:schemeClr val="dk1"/>
            </a:solidFill>
            <a:prstDash val="solid"/>
            <a:round/>
            <a:headEnd len="med" w="med" type="none"/>
            <a:tailEnd len="med" w="med" type="none"/>
          </a:ln>
        </p:spPr>
      </p:sp>
      <p:sp>
        <p:nvSpPr>
          <p:cNvPr id="741" name="Google Shape;741;p28"/>
          <p:cNvSpPr/>
          <p:nvPr/>
        </p:nvSpPr>
        <p:spPr>
          <a:xfrm flipH="1" rot="-148895">
            <a:off x="9916250" y="5513452"/>
            <a:ext cx="138855" cy="2158457"/>
          </a:xfrm>
          <a:custGeom>
            <a:rect b="b" l="l" r="r" t="t"/>
            <a:pathLst>
              <a:path extrusionOk="0" h="86335" w="5554">
                <a:moveTo>
                  <a:pt x="0" y="0"/>
                </a:moveTo>
                <a:cubicBezTo>
                  <a:pt x="1919" y="28774"/>
                  <a:pt x="5554" y="57497"/>
                  <a:pt x="5554" y="86335"/>
                </a:cubicBezTo>
              </a:path>
            </a:pathLst>
          </a:custGeom>
          <a:noFill/>
          <a:ln cap="flat" cmpd="sng" w="28575">
            <a:solidFill>
              <a:schemeClr val="dk1"/>
            </a:solidFill>
            <a:prstDash val="solid"/>
            <a:round/>
            <a:headEnd len="med" w="med" type="none"/>
            <a:tailEnd len="med" w="med" type="none"/>
          </a:ln>
        </p:spPr>
      </p:sp>
      <p:sp>
        <p:nvSpPr>
          <p:cNvPr id="742" name="Google Shape;742;p28"/>
          <p:cNvSpPr/>
          <p:nvPr/>
        </p:nvSpPr>
        <p:spPr>
          <a:xfrm flipH="1" rot="-148895">
            <a:off x="9791142" y="5119241"/>
            <a:ext cx="39176" cy="1123393"/>
          </a:xfrm>
          <a:custGeom>
            <a:rect b="b" l="l" r="r" t="t"/>
            <a:pathLst>
              <a:path extrusionOk="0" h="44934" w="1567">
                <a:moveTo>
                  <a:pt x="557" y="0"/>
                </a:moveTo>
                <a:cubicBezTo>
                  <a:pt x="-1098" y="14890"/>
                  <a:pt x="1567" y="29952"/>
                  <a:pt x="1567" y="44934"/>
                </a:cubicBezTo>
              </a:path>
            </a:pathLst>
          </a:custGeom>
          <a:noFill/>
          <a:ln cap="flat" cmpd="sng" w="28575">
            <a:solidFill>
              <a:schemeClr val="dk1"/>
            </a:solidFill>
            <a:prstDash val="solid"/>
            <a:round/>
            <a:headEnd len="med" w="med" type="none"/>
            <a:tailEnd len="med" w="med" type="none"/>
          </a:ln>
        </p:spPr>
      </p:sp>
      <p:sp>
        <p:nvSpPr>
          <p:cNvPr id="743" name="Google Shape;743;p28"/>
          <p:cNvSpPr/>
          <p:nvPr/>
        </p:nvSpPr>
        <p:spPr>
          <a:xfrm flipH="1">
            <a:off x="9860811" y="8856700"/>
            <a:ext cx="233400" cy="233400"/>
          </a:xfrm>
          <a:prstGeom prst="ellipse">
            <a:avLst/>
          </a:pr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 name="Google Shape;744;p28"/>
          <p:cNvSpPr/>
          <p:nvPr/>
        </p:nvSpPr>
        <p:spPr>
          <a:xfrm flipH="1">
            <a:off x="9621186" y="8001513"/>
            <a:ext cx="233400" cy="233400"/>
          </a:xfrm>
          <a:prstGeom prst="ellipse">
            <a:avLst/>
          </a:pr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 name="Google Shape;745;p28"/>
          <p:cNvSpPr/>
          <p:nvPr/>
        </p:nvSpPr>
        <p:spPr>
          <a:xfrm flipH="1">
            <a:off x="8792986" y="9931725"/>
            <a:ext cx="233400" cy="233400"/>
          </a:xfrm>
          <a:prstGeom prst="ellipse">
            <a:avLst/>
          </a:pr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46" name="Google Shape;746;p28"/>
          <p:cNvGrpSpPr/>
          <p:nvPr/>
        </p:nvGrpSpPr>
        <p:grpSpPr>
          <a:xfrm flipH="1" rot="4618739">
            <a:off x="-1309620" y="8306114"/>
            <a:ext cx="2448691" cy="2125424"/>
            <a:chOff x="1322124" y="4079650"/>
            <a:chExt cx="3420400" cy="2968851"/>
          </a:xfrm>
        </p:grpSpPr>
        <p:sp>
          <p:nvSpPr>
            <p:cNvPr id="747" name="Google Shape;747;p28"/>
            <p:cNvSpPr/>
            <p:nvPr/>
          </p:nvSpPr>
          <p:spPr>
            <a:xfrm>
              <a:off x="1322124" y="4377475"/>
              <a:ext cx="3420400" cy="2671026"/>
            </a:xfrm>
            <a:custGeom>
              <a:rect b="b" l="l" r="r" t="t"/>
              <a:pathLst>
                <a:path extrusionOk="0" h="2556" w="3273">
                  <a:moveTo>
                    <a:pt x="228" y="0"/>
                  </a:moveTo>
                  <a:cubicBezTo>
                    <a:pt x="244" y="548"/>
                    <a:pt x="157" y="1345"/>
                    <a:pt x="0" y="2331"/>
                  </a:cubicBezTo>
                  <a:lnTo>
                    <a:pt x="3040" y="2555"/>
                  </a:lnTo>
                  <a:cubicBezTo>
                    <a:pt x="3186" y="1767"/>
                    <a:pt x="3273" y="998"/>
                    <a:pt x="3269" y="257"/>
                  </a:cubicBezTo>
                  <a:lnTo>
                    <a:pt x="3143" y="249"/>
                  </a:lnTo>
                  <a:lnTo>
                    <a:pt x="3143" y="249"/>
                  </a:lnTo>
                  <a:cubicBezTo>
                    <a:pt x="3154" y="320"/>
                    <a:pt x="3115" y="402"/>
                    <a:pt x="3020" y="402"/>
                  </a:cubicBezTo>
                  <a:cubicBezTo>
                    <a:pt x="2918" y="402"/>
                    <a:pt x="2878" y="304"/>
                    <a:pt x="2902" y="229"/>
                  </a:cubicBezTo>
                  <a:lnTo>
                    <a:pt x="2674" y="209"/>
                  </a:lnTo>
                  <a:lnTo>
                    <a:pt x="2674" y="209"/>
                  </a:lnTo>
                  <a:cubicBezTo>
                    <a:pt x="2677" y="213"/>
                    <a:pt x="2677" y="222"/>
                    <a:pt x="2677" y="229"/>
                  </a:cubicBezTo>
                  <a:lnTo>
                    <a:pt x="2677" y="237"/>
                  </a:lnTo>
                  <a:cubicBezTo>
                    <a:pt x="2677" y="261"/>
                    <a:pt x="2670" y="280"/>
                    <a:pt x="2657" y="300"/>
                  </a:cubicBezTo>
                  <a:cubicBezTo>
                    <a:pt x="2654" y="312"/>
                    <a:pt x="2646" y="320"/>
                    <a:pt x="2638" y="328"/>
                  </a:cubicBezTo>
                  <a:cubicBezTo>
                    <a:pt x="2622" y="344"/>
                    <a:pt x="2603" y="355"/>
                    <a:pt x="2583" y="364"/>
                  </a:cubicBezTo>
                  <a:lnTo>
                    <a:pt x="2547" y="367"/>
                  </a:lnTo>
                  <a:cubicBezTo>
                    <a:pt x="2528" y="367"/>
                    <a:pt x="2512" y="364"/>
                    <a:pt x="2496" y="355"/>
                  </a:cubicBezTo>
                  <a:cubicBezTo>
                    <a:pt x="2480" y="351"/>
                    <a:pt x="2468" y="340"/>
                    <a:pt x="2457" y="328"/>
                  </a:cubicBezTo>
                  <a:cubicBezTo>
                    <a:pt x="2441" y="316"/>
                    <a:pt x="2433" y="304"/>
                    <a:pt x="2428" y="288"/>
                  </a:cubicBezTo>
                  <a:cubicBezTo>
                    <a:pt x="2421" y="273"/>
                    <a:pt x="2417" y="253"/>
                    <a:pt x="2417" y="237"/>
                  </a:cubicBezTo>
                  <a:lnTo>
                    <a:pt x="2417" y="229"/>
                  </a:lnTo>
                  <a:cubicBezTo>
                    <a:pt x="2417" y="213"/>
                    <a:pt x="2421" y="202"/>
                    <a:pt x="2425" y="186"/>
                  </a:cubicBezTo>
                  <a:lnTo>
                    <a:pt x="2208" y="170"/>
                  </a:lnTo>
                  <a:lnTo>
                    <a:pt x="2208" y="170"/>
                  </a:lnTo>
                  <a:cubicBezTo>
                    <a:pt x="2228" y="245"/>
                    <a:pt x="2188" y="335"/>
                    <a:pt x="2090" y="335"/>
                  </a:cubicBezTo>
                  <a:cubicBezTo>
                    <a:pt x="1979" y="335"/>
                    <a:pt x="1940" y="225"/>
                    <a:pt x="1975" y="151"/>
                  </a:cubicBezTo>
                  <a:lnTo>
                    <a:pt x="1660" y="122"/>
                  </a:lnTo>
                  <a:lnTo>
                    <a:pt x="1660" y="122"/>
                  </a:lnTo>
                  <a:cubicBezTo>
                    <a:pt x="1684" y="198"/>
                    <a:pt x="1644" y="293"/>
                    <a:pt x="1542" y="293"/>
                  </a:cubicBezTo>
                  <a:cubicBezTo>
                    <a:pt x="1431" y="293"/>
                    <a:pt x="1396" y="182"/>
                    <a:pt x="1431" y="103"/>
                  </a:cubicBezTo>
                  <a:lnTo>
                    <a:pt x="1171" y="84"/>
                  </a:lnTo>
                  <a:lnTo>
                    <a:pt x="1171" y="84"/>
                  </a:lnTo>
                  <a:cubicBezTo>
                    <a:pt x="1183" y="155"/>
                    <a:pt x="1140" y="237"/>
                    <a:pt x="1049" y="237"/>
                  </a:cubicBezTo>
                  <a:cubicBezTo>
                    <a:pt x="946" y="237"/>
                    <a:pt x="907" y="138"/>
                    <a:pt x="930" y="60"/>
                  </a:cubicBezTo>
                  <a:lnTo>
                    <a:pt x="678" y="40"/>
                  </a:lnTo>
                  <a:cubicBezTo>
                    <a:pt x="678" y="107"/>
                    <a:pt x="635" y="170"/>
                    <a:pt x="552" y="170"/>
                  </a:cubicBezTo>
                  <a:cubicBezTo>
                    <a:pt x="461" y="170"/>
                    <a:pt x="417" y="91"/>
                    <a:pt x="430" y="20"/>
                  </a:cubicBezTo>
                  <a:lnTo>
                    <a:pt x="228" y="0"/>
                  </a:lnTo>
                  <a:close/>
                </a:path>
              </a:pathLst>
            </a:custGeom>
            <a:solidFill>
              <a:schemeClr val="accent5"/>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28"/>
            <p:cNvSpPr/>
            <p:nvPr/>
          </p:nvSpPr>
          <p:spPr>
            <a:xfrm>
              <a:off x="3019260" y="4421365"/>
              <a:ext cx="391888" cy="506826"/>
            </a:xfrm>
            <a:custGeom>
              <a:rect b="b" l="l" r="r" t="t"/>
              <a:pathLst>
                <a:path extrusionOk="0" h="485" w="375">
                  <a:moveTo>
                    <a:pt x="26" y="0"/>
                  </a:moveTo>
                  <a:cubicBezTo>
                    <a:pt x="21" y="0"/>
                    <a:pt x="16" y="2"/>
                    <a:pt x="12" y="6"/>
                  </a:cubicBezTo>
                  <a:cubicBezTo>
                    <a:pt x="0" y="9"/>
                    <a:pt x="0" y="25"/>
                    <a:pt x="9" y="33"/>
                  </a:cubicBezTo>
                  <a:lnTo>
                    <a:pt x="331" y="475"/>
                  </a:lnTo>
                  <a:cubicBezTo>
                    <a:pt x="336" y="482"/>
                    <a:pt x="341" y="485"/>
                    <a:pt x="347" y="485"/>
                  </a:cubicBezTo>
                  <a:cubicBezTo>
                    <a:pt x="352" y="485"/>
                    <a:pt x="358" y="483"/>
                    <a:pt x="363" y="479"/>
                  </a:cubicBezTo>
                  <a:cubicBezTo>
                    <a:pt x="371" y="475"/>
                    <a:pt x="375" y="459"/>
                    <a:pt x="367" y="451"/>
                  </a:cubicBezTo>
                  <a:lnTo>
                    <a:pt x="40" y="9"/>
                  </a:lnTo>
                  <a:cubicBezTo>
                    <a:pt x="38" y="3"/>
                    <a:pt x="32" y="0"/>
                    <a:pt x="2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 name="Google Shape;749;p28"/>
            <p:cNvSpPr/>
            <p:nvPr/>
          </p:nvSpPr>
          <p:spPr>
            <a:xfrm>
              <a:off x="2779947" y="4154890"/>
              <a:ext cx="755560" cy="640587"/>
            </a:xfrm>
            <a:custGeom>
              <a:rect b="b" l="l" r="r" t="t"/>
              <a:pathLst>
                <a:path extrusionOk="0" h="613" w="723">
                  <a:moveTo>
                    <a:pt x="311" y="0"/>
                  </a:moveTo>
                  <a:cubicBezTo>
                    <a:pt x="154" y="0"/>
                    <a:pt x="19" y="127"/>
                    <a:pt x="9" y="300"/>
                  </a:cubicBezTo>
                  <a:cubicBezTo>
                    <a:pt x="1" y="422"/>
                    <a:pt x="87" y="561"/>
                    <a:pt x="210" y="596"/>
                  </a:cubicBezTo>
                  <a:cubicBezTo>
                    <a:pt x="249" y="606"/>
                    <a:pt x="286" y="612"/>
                    <a:pt x="323" y="612"/>
                  </a:cubicBezTo>
                  <a:cubicBezTo>
                    <a:pt x="384" y="612"/>
                    <a:pt x="442" y="596"/>
                    <a:pt x="494" y="557"/>
                  </a:cubicBezTo>
                  <a:cubicBezTo>
                    <a:pt x="722" y="387"/>
                    <a:pt x="596" y="87"/>
                    <a:pt x="418" y="20"/>
                  </a:cubicBezTo>
                  <a:cubicBezTo>
                    <a:pt x="382" y="6"/>
                    <a:pt x="346" y="0"/>
                    <a:pt x="311" y="0"/>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28"/>
            <p:cNvSpPr/>
            <p:nvPr/>
          </p:nvSpPr>
          <p:spPr>
            <a:xfrm>
              <a:off x="2751731" y="4079650"/>
              <a:ext cx="638516" cy="558031"/>
            </a:xfrm>
            <a:custGeom>
              <a:rect b="b" l="l" r="r" t="t"/>
              <a:pathLst>
                <a:path extrusionOk="0" h="534" w="611">
                  <a:moveTo>
                    <a:pt x="247" y="0"/>
                  </a:moveTo>
                  <a:cubicBezTo>
                    <a:pt x="117" y="0"/>
                    <a:pt x="10" y="106"/>
                    <a:pt x="4" y="254"/>
                  </a:cubicBezTo>
                  <a:cubicBezTo>
                    <a:pt x="1" y="360"/>
                    <a:pt x="79" y="483"/>
                    <a:pt x="181" y="518"/>
                  </a:cubicBezTo>
                  <a:cubicBezTo>
                    <a:pt x="214" y="528"/>
                    <a:pt x="246" y="534"/>
                    <a:pt x="277" y="534"/>
                  </a:cubicBezTo>
                  <a:cubicBezTo>
                    <a:pt x="328" y="534"/>
                    <a:pt x="377" y="519"/>
                    <a:pt x="422" y="487"/>
                  </a:cubicBezTo>
                  <a:cubicBezTo>
                    <a:pt x="611" y="345"/>
                    <a:pt x="497" y="81"/>
                    <a:pt x="347" y="21"/>
                  </a:cubicBezTo>
                  <a:cubicBezTo>
                    <a:pt x="313" y="7"/>
                    <a:pt x="279" y="0"/>
                    <a:pt x="247" y="0"/>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 name="Google Shape;751;p28"/>
            <p:cNvSpPr/>
            <p:nvPr/>
          </p:nvSpPr>
          <p:spPr>
            <a:xfrm>
              <a:off x="1802840" y="5085985"/>
              <a:ext cx="2642894" cy="248711"/>
            </a:xfrm>
            <a:custGeom>
              <a:rect b="b" l="l" r="r" t="t"/>
              <a:pathLst>
                <a:path extrusionOk="0" h="238" w="2529">
                  <a:moveTo>
                    <a:pt x="13" y="1"/>
                  </a:moveTo>
                  <a:cubicBezTo>
                    <a:pt x="9" y="1"/>
                    <a:pt x="5" y="5"/>
                    <a:pt x="1" y="12"/>
                  </a:cubicBezTo>
                  <a:cubicBezTo>
                    <a:pt x="1" y="17"/>
                    <a:pt x="5" y="24"/>
                    <a:pt x="13" y="24"/>
                  </a:cubicBezTo>
                  <a:lnTo>
                    <a:pt x="186" y="41"/>
                  </a:lnTo>
                  <a:cubicBezTo>
                    <a:pt x="190" y="41"/>
                    <a:pt x="199" y="36"/>
                    <a:pt x="199" y="28"/>
                  </a:cubicBezTo>
                  <a:cubicBezTo>
                    <a:pt x="199" y="24"/>
                    <a:pt x="194" y="17"/>
                    <a:pt x="186" y="17"/>
                  </a:cubicBezTo>
                  <a:lnTo>
                    <a:pt x="13" y="1"/>
                  </a:lnTo>
                  <a:close/>
                  <a:moveTo>
                    <a:pt x="360" y="32"/>
                  </a:moveTo>
                  <a:cubicBezTo>
                    <a:pt x="356" y="32"/>
                    <a:pt x="352" y="36"/>
                    <a:pt x="348" y="41"/>
                  </a:cubicBezTo>
                  <a:cubicBezTo>
                    <a:pt x="348" y="48"/>
                    <a:pt x="352" y="52"/>
                    <a:pt x="360" y="52"/>
                  </a:cubicBezTo>
                  <a:lnTo>
                    <a:pt x="534" y="68"/>
                  </a:lnTo>
                  <a:cubicBezTo>
                    <a:pt x="541" y="68"/>
                    <a:pt x="545" y="64"/>
                    <a:pt x="545" y="59"/>
                  </a:cubicBezTo>
                  <a:cubicBezTo>
                    <a:pt x="545" y="52"/>
                    <a:pt x="541" y="48"/>
                    <a:pt x="534" y="48"/>
                  </a:cubicBezTo>
                  <a:lnTo>
                    <a:pt x="360" y="32"/>
                  </a:lnTo>
                  <a:close/>
                  <a:moveTo>
                    <a:pt x="707" y="59"/>
                  </a:moveTo>
                  <a:cubicBezTo>
                    <a:pt x="703" y="59"/>
                    <a:pt x="699" y="64"/>
                    <a:pt x="699" y="72"/>
                  </a:cubicBezTo>
                  <a:cubicBezTo>
                    <a:pt x="696" y="76"/>
                    <a:pt x="703" y="83"/>
                    <a:pt x="707" y="83"/>
                  </a:cubicBezTo>
                  <a:lnTo>
                    <a:pt x="880" y="99"/>
                  </a:lnTo>
                  <a:cubicBezTo>
                    <a:pt x="889" y="99"/>
                    <a:pt x="892" y="95"/>
                    <a:pt x="892" y="88"/>
                  </a:cubicBezTo>
                  <a:cubicBezTo>
                    <a:pt x="892" y="83"/>
                    <a:pt x="889" y="76"/>
                    <a:pt x="885" y="76"/>
                  </a:cubicBezTo>
                  <a:lnTo>
                    <a:pt x="707" y="59"/>
                  </a:lnTo>
                  <a:close/>
                  <a:moveTo>
                    <a:pt x="1058" y="92"/>
                  </a:moveTo>
                  <a:cubicBezTo>
                    <a:pt x="1050" y="92"/>
                    <a:pt x="1046" y="95"/>
                    <a:pt x="1046" y="99"/>
                  </a:cubicBezTo>
                  <a:cubicBezTo>
                    <a:pt x="1042" y="107"/>
                    <a:pt x="1050" y="112"/>
                    <a:pt x="1054" y="112"/>
                  </a:cubicBezTo>
                  <a:lnTo>
                    <a:pt x="1227" y="127"/>
                  </a:lnTo>
                  <a:cubicBezTo>
                    <a:pt x="1235" y="127"/>
                    <a:pt x="1240" y="123"/>
                    <a:pt x="1240" y="119"/>
                  </a:cubicBezTo>
                  <a:cubicBezTo>
                    <a:pt x="1240" y="112"/>
                    <a:pt x="1235" y="107"/>
                    <a:pt x="1231" y="107"/>
                  </a:cubicBezTo>
                  <a:lnTo>
                    <a:pt x="1058" y="92"/>
                  </a:lnTo>
                  <a:close/>
                  <a:moveTo>
                    <a:pt x="1405" y="119"/>
                  </a:moveTo>
                  <a:cubicBezTo>
                    <a:pt x="1397" y="119"/>
                    <a:pt x="1393" y="123"/>
                    <a:pt x="1393" y="130"/>
                  </a:cubicBezTo>
                  <a:cubicBezTo>
                    <a:pt x="1393" y="139"/>
                    <a:pt x="1397" y="143"/>
                    <a:pt x="1401" y="143"/>
                  </a:cubicBezTo>
                  <a:lnTo>
                    <a:pt x="1575" y="159"/>
                  </a:lnTo>
                  <a:cubicBezTo>
                    <a:pt x="1582" y="159"/>
                    <a:pt x="1586" y="154"/>
                    <a:pt x="1586" y="147"/>
                  </a:cubicBezTo>
                  <a:cubicBezTo>
                    <a:pt x="1586" y="143"/>
                    <a:pt x="1582" y="135"/>
                    <a:pt x="1579" y="135"/>
                  </a:cubicBezTo>
                  <a:lnTo>
                    <a:pt x="1405" y="119"/>
                  </a:lnTo>
                  <a:close/>
                  <a:moveTo>
                    <a:pt x="1752" y="150"/>
                  </a:moveTo>
                  <a:cubicBezTo>
                    <a:pt x="1744" y="150"/>
                    <a:pt x="1740" y="154"/>
                    <a:pt x="1740" y="163"/>
                  </a:cubicBezTo>
                  <a:cubicBezTo>
                    <a:pt x="1740" y="166"/>
                    <a:pt x="1744" y="170"/>
                    <a:pt x="1748" y="170"/>
                  </a:cubicBezTo>
                  <a:lnTo>
                    <a:pt x="1921" y="186"/>
                  </a:lnTo>
                  <a:cubicBezTo>
                    <a:pt x="1930" y="186"/>
                    <a:pt x="1933" y="182"/>
                    <a:pt x="1933" y="178"/>
                  </a:cubicBezTo>
                  <a:cubicBezTo>
                    <a:pt x="1933" y="170"/>
                    <a:pt x="1930" y="166"/>
                    <a:pt x="1926" y="166"/>
                  </a:cubicBezTo>
                  <a:lnTo>
                    <a:pt x="1752" y="150"/>
                  </a:lnTo>
                  <a:close/>
                  <a:moveTo>
                    <a:pt x="2095" y="181"/>
                  </a:moveTo>
                  <a:cubicBezTo>
                    <a:pt x="2090" y="181"/>
                    <a:pt x="2087" y="187"/>
                    <a:pt x="2087" y="190"/>
                  </a:cubicBezTo>
                  <a:cubicBezTo>
                    <a:pt x="2087" y="198"/>
                    <a:pt x="2091" y="201"/>
                    <a:pt x="2095" y="201"/>
                  </a:cubicBezTo>
                  <a:lnTo>
                    <a:pt x="2268" y="218"/>
                  </a:lnTo>
                  <a:cubicBezTo>
                    <a:pt x="2276" y="218"/>
                    <a:pt x="2281" y="214"/>
                    <a:pt x="2281" y="206"/>
                  </a:cubicBezTo>
                  <a:cubicBezTo>
                    <a:pt x="2281" y="201"/>
                    <a:pt x="2276" y="194"/>
                    <a:pt x="2272" y="194"/>
                  </a:cubicBezTo>
                  <a:lnTo>
                    <a:pt x="2099" y="182"/>
                  </a:lnTo>
                  <a:cubicBezTo>
                    <a:pt x="2097" y="182"/>
                    <a:pt x="2096" y="181"/>
                    <a:pt x="2095" y="181"/>
                  </a:cubicBezTo>
                  <a:close/>
                  <a:moveTo>
                    <a:pt x="2446" y="210"/>
                  </a:moveTo>
                  <a:cubicBezTo>
                    <a:pt x="2438" y="210"/>
                    <a:pt x="2434" y="214"/>
                    <a:pt x="2434" y="221"/>
                  </a:cubicBezTo>
                  <a:cubicBezTo>
                    <a:pt x="2434" y="225"/>
                    <a:pt x="2438" y="230"/>
                    <a:pt x="2442" y="234"/>
                  </a:cubicBezTo>
                  <a:lnTo>
                    <a:pt x="2517" y="237"/>
                  </a:lnTo>
                  <a:cubicBezTo>
                    <a:pt x="2521" y="237"/>
                    <a:pt x="2525" y="234"/>
                    <a:pt x="2529" y="230"/>
                  </a:cubicBezTo>
                  <a:cubicBezTo>
                    <a:pt x="2529" y="221"/>
                    <a:pt x="2525" y="218"/>
                    <a:pt x="2517" y="218"/>
                  </a:cubicBezTo>
                  <a:lnTo>
                    <a:pt x="2446" y="210"/>
                  </a:lnTo>
                  <a:close/>
                </a:path>
              </a:pathLst>
            </a:cu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 name="Google Shape;752;p28"/>
            <p:cNvSpPr/>
            <p:nvPr/>
          </p:nvSpPr>
          <p:spPr>
            <a:xfrm>
              <a:off x="1778804" y="5539515"/>
              <a:ext cx="2646029" cy="177650"/>
            </a:xfrm>
            <a:custGeom>
              <a:rect b="b" l="l" r="r" t="t"/>
              <a:pathLst>
                <a:path extrusionOk="0" h="170" w="2532">
                  <a:moveTo>
                    <a:pt x="13" y="0"/>
                  </a:moveTo>
                  <a:cubicBezTo>
                    <a:pt x="4" y="0"/>
                    <a:pt x="0" y="9"/>
                    <a:pt x="0" y="13"/>
                  </a:cubicBezTo>
                  <a:cubicBezTo>
                    <a:pt x="0" y="20"/>
                    <a:pt x="4" y="24"/>
                    <a:pt x="13" y="24"/>
                  </a:cubicBezTo>
                  <a:lnTo>
                    <a:pt x="186" y="36"/>
                  </a:lnTo>
                  <a:cubicBezTo>
                    <a:pt x="190" y="36"/>
                    <a:pt x="193" y="28"/>
                    <a:pt x="198" y="24"/>
                  </a:cubicBezTo>
                  <a:cubicBezTo>
                    <a:pt x="198" y="16"/>
                    <a:pt x="190" y="13"/>
                    <a:pt x="186" y="13"/>
                  </a:cubicBezTo>
                  <a:lnTo>
                    <a:pt x="13" y="0"/>
                  </a:lnTo>
                  <a:close/>
                  <a:moveTo>
                    <a:pt x="357" y="23"/>
                  </a:moveTo>
                  <a:cubicBezTo>
                    <a:pt x="353" y="23"/>
                    <a:pt x="348" y="29"/>
                    <a:pt x="348" y="32"/>
                  </a:cubicBezTo>
                  <a:cubicBezTo>
                    <a:pt x="348" y="40"/>
                    <a:pt x="351" y="44"/>
                    <a:pt x="359" y="44"/>
                  </a:cubicBezTo>
                  <a:lnTo>
                    <a:pt x="533" y="56"/>
                  </a:lnTo>
                  <a:cubicBezTo>
                    <a:pt x="537" y="56"/>
                    <a:pt x="544" y="51"/>
                    <a:pt x="544" y="44"/>
                  </a:cubicBezTo>
                  <a:cubicBezTo>
                    <a:pt x="544" y="40"/>
                    <a:pt x="541" y="32"/>
                    <a:pt x="533" y="32"/>
                  </a:cubicBezTo>
                  <a:lnTo>
                    <a:pt x="359" y="24"/>
                  </a:lnTo>
                  <a:cubicBezTo>
                    <a:pt x="358" y="23"/>
                    <a:pt x="357" y="23"/>
                    <a:pt x="357" y="23"/>
                  </a:cubicBezTo>
                  <a:close/>
                  <a:moveTo>
                    <a:pt x="706" y="44"/>
                  </a:moveTo>
                  <a:cubicBezTo>
                    <a:pt x="703" y="44"/>
                    <a:pt x="695" y="48"/>
                    <a:pt x="695" y="51"/>
                  </a:cubicBezTo>
                  <a:cubicBezTo>
                    <a:pt x="695" y="60"/>
                    <a:pt x="699" y="64"/>
                    <a:pt x="706" y="64"/>
                  </a:cubicBezTo>
                  <a:lnTo>
                    <a:pt x="879" y="75"/>
                  </a:lnTo>
                  <a:cubicBezTo>
                    <a:pt x="888" y="75"/>
                    <a:pt x="892" y="71"/>
                    <a:pt x="892" y="64"/>
                  </a:cubicBezTo>
                  <a:cubicBezTo>
                    <a:pt x="892" y="60"/>
                    <a:pt x="888" y="51"/>
                    <a:pt x="879" y="51"/>
                  </a:cubicBezTo>
                  <a:lnTo>
                    <a:pt x="706" y="44"/>
                  </a:lnTo>
                  <a:close/>
                  <a:moveTo>
                    <a:pt x="1057" y="64"/>
                  </a:moveTo>
                  <a:cubicBezTo>
                    <a:pt x="1050" y="64"/>
                    <a:pt x="1045" y="67"/>
                    <a:pt x="1045" y="71"/>
                  </a:cubicBezTo>
                  <a:cubicBezTo>
                    <a:pt x="1045" y="80"/>
                    <a:pt x="1050" y="84"/>
                    <a:pt x="1054" y="84"/>
                  </a:cubicBezTo>
                  <a:lnTo>
                    <a:pt x="1227" y="95"/>
                  </a:lnTo>
                  <a:cubicBezTo>
                    <a:pt x="1234" y="95"/>
                    <a:pt x="1239" y="91"/>
                    <a:pt x="1239" y="84"/>
                  </a:cubicBezTo>
                  <a:cubicBezTo>
                    <a:pt x="1239" y="80"/>
                    <a:pt x="1234" y="71"/>
                    <a:pt x="1231" y="71"/>
                  </a:cubicBezTo>
                  <a:lnTo>
                    <a:pt x="1057" y="64"/>
                  </a:lnTo>
                  <a:close/>
                  <a:moveTo>
                    <a:pt x="1405" y="84"/>
                  </a:moveTo>
                  <a:cubicBezTo>
                    <a:pt x="1396" y="84"/>
                    <a:pt x="1392" y="87"/>
                    <a:pt x="1392" y="95"/>
                  </a:cubicBezTo>
                  <a:cubicBezTo>
                    <a:pt x="1392" y="99"/>
                    <a:pt x="1396" y="103"/>
                    <a:pt x="1400" y="103"/>
                  </a:cubicBezTo>
                  <a:lnTo>
                    <a:pt x="1578" y="115"/>
                  </a:lnTo>
                  <a:cubicBezTo>
                    <a:pt x="1582" y="115"/>
                    <a:pt x="1585" y="111"/>
                    <a:pt x="1589" y="103"/>
                  </a:cubicBezTo>
                  <a:cubicBezTo>
                    <a:pt x="1589" y="99"/>
                    <a:pt x="1582" y="95"/>
                    <a:pt x="1578" y="91"/>
                  </a:cubicBezTo>
                  <a:lnTo>
                    <a:pt x="1405" y="84"/>
                  </a:lnTo>
                  <a:close/>
                  <a:moveTo>
                    <a:pt x="1751" y="103"/>
                  </a:moveTo>
                  <a:cubicBezTo>
                    <a:pt x="1747" y="103"/>
                    <a:pt x="1740" y="107"/>
                    <a:pt x="1740" y="115"/>
                  </a:cubicBezTo>
                  <a:cubicBezTo>
                    <a:pt x="1740" y="119"/>
                    <a:pt x="1743" y="122"/>
                    <a:pt x="1751" y="127"/>
                  </a:cubicBezTo>
                  <a:lnTo>
                    <a:pt x="1925" y="135"/>
                  </a:lnTo>
                  <a:cubicBezTo>
                    <a:pt x="1929" y="135"/>
                    <a:pt x="1937" y="131"/>
                    <a:pt x="1937" y="122"/>
                  </a:cubicBezTo>
                  <a:cubicBezTo>
                    <a:pt x="1937" y="119"/>
                    <a:pt x="1933" y="115"/>
                    <a:pt x="1925" y="115"/>
                  </a:cubicBezTo>
                  <a:lnTo>
                    <a:pt x="1751" y="103"/>
                  </a:lnTo>
                  <a:close/>
                  <a:moveTo>
                    <a:pt x="2098" y="122"/>
                  </a:moveTo>
                  <a:cubicBezTo>
                    <a:pt x="2095" y="122"/>
                    <a:pt x="2086" y="127"/>
                    <a:pt x="2086" y="135"/>
                  </a:cubicBezTo>
                  <a:cubicBezTo>
                    <a:pt x="2086" y="138"/>
                    <a:pt x="2091" y="146"/>
                    <a:pt x="2098" y="146"/>
                  </a:cubicBezTo>
                  <a:lnTo>
                    <a:pt x="2272" y="154"/>
                  </a:lnTo>
                  <a:cubicBezTo>
                    <a:pt x="2280" y="154"/>
                    <a:pt x="2284" y="151"/>
                    <a:pt x="2284" y="146"/>
                  </a:cubicBezTo>
                  <a:cubicBezTo>
                    <a:pt x="2284" y="138"/>
                    <a:pt x="2280" y="135"/>
                    <a:pt x="2272" y="135"/>
                  </a:cubicBezTo>
                  <a:lnTo>
                    <a:pt x="2098" y="122"/>
                  </a:lnTo>
                  <a:close/>
                  <a:moveTo>
                    <a:pt x="2449" y="142"/>
                  </a:moveTo>
                  <a:cubicBezTo>
                    <a:pt x="2441" y="142"/>
                    <a:pt x="2437" y="146"/>
                    <a:pt x="2437" y="154"/>
                  </a:cubicBezTo>
                  <a:cubicBezTo>
                    <a:pt x="2437" y="158"/>
                    <a:pt x="2441" y="166"/>
                    <a:pt x="2446" y="166"/>
                  </a:cubicBezTo>
                  <a:lnTo>
                    <a:pt x="2520" y="170"/>
                  </a:lnTo>
                  <a:cubicBezTo>
                    <a:pt x="2524" y="170"/>
                    <a:pt x="2528" y="166"/>
                    <a:pt x="2528" y="158"/>
                  </a:cubicBezTo>
                  <a:cubicBezTo>
                    <a:pt x="2532" y="154"/>
                    <a:pt x="2524" y="146"/>
                    <a:pt x="2520" y="146"/>
                  </a:cubicBezTo>
                  <a:lnTo>
                    <a:pt x="2449" y="142"/>
                  </a:lnTo>
                  <a:close/>
                </a:path>
              </a:pathLst>
            </a:cu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p28"/>
            <p:cNvSpPr/>
            <p:nvPr/>
          </p:nvSpPr>
          <p:spPr>
            <a:xfrm>
              <a:off x="1704607" y="5959605"/>
              <a:ext cx="2642894" cy="203775"/>
            </a:xfrm>
            <a:custGeom>
              <a:rect b="b" l="l" r="r" t="t"/>
              <a:pathLst>
                <a:path extrusionOk="0" h="195" w="2529">
                  <a:moveTo>
                    <a:pt x="13" y="0"/>
                  </a:moveTo>
                  <a:cubicBezTo>
                    <a:pt x="4" y="0"/>
                    <a:pt x="0" y="4"/>
                    <a:pt x="0" y="9"/>
                  </a:cubicBezTo>
                  <a:cubicBezTo>
                    <a:pt x="0" y="17"/>
                    <a:pt x="4" y="20"/>
                    <a:pt x="9" y="20"/>
                  </a:cubicBezTo>
                  <a:lnTo>
                    <a:pt x="182" y="33"/>
                  </a:lnTo>
                  <a:cubicBezTo>
                    <a:pt x="183" y="33"/>
                    <a:pt x="185" y="34"/>
                    <a:pt x="186" y="34"/>
                  </a:cubicBezTo>
                  <a:cubicBezTo>
                    <a:pt x="191" y="34"/>
                    <a:pt x="193" y="27"/>
                    <a:pt x="193" y="24"/>
                  </a:cubicBezTo>
                  <a:cubicBezTo>
                    <a:pt x="198" y="17"/>
                    <a:pt x="190" y="13"/>
                    <a:pt x="186" y="13"/>
                  </a:cubicBezTo>
                  <a:lnTo>
                    <a:pt x="13" y="0"/>
                  </a:lnTo>
                  <a:close/>
                  <a:moveTo>
                    <a:pt x="359" y="24"/>
                  </a:moveTo>
                  <a:cubicBezTo>
                    <a:pt x="351" y="24"/>
                    <a:pt x="348" y="28"/>
                    <a:pt x="348" y="36"/>
                  </a:cubicBezTo>
                  <a:cubicBezTo>
                    <a:pt x="348" y="40"/>
                    <a:pt x="351" y="44"/>
                    <a:pt x="359" y="44"/>
                  </a:cubicBezTo>
                  <a:lnTo>
                    <a:pt x="533" y="60"/>
                  </a:lnTo>
                  <a:cubicBezTo>
                    <a:pt x="537" y="60"/>
                    <a:pt x="541" y="52"/>
                    <a:pt x="544" y="48"/>
                  </a:cubicBezTo>
                  <a:cubicBezTo>
                    <a:pt x="544" y="40"/>
                    <a:pt x="541" y="36"/>
                    <a:pt x="533" y="36"/>
                  </a:cubicBezTo>
                  <a:lnTo>
                    <a:pt x="359" y="24"/>
                  </a:lnTo>
                  <a:close/>
                  <a:moveTo>
                    <a:pt x="706" y="48"/>
                  </a:moveTo>
                  <a:cubicBezTo>
                    <a:pt x="703" y="48"/>
                    <a:pt x="695" y="52"/>
                    <a:pt x="695" y="60"/>
                  </a:cubicBezTo>
                  <a:cubicBezTo>
                    <a:pt x="695" y="64"/>
                    <a:pt x="699" y="68"/>
                    <a:pt x="706" y="71"/>
                  </a:cubicBezTo>
                  <a:lnTo>
                    <a:pt x="879" y="84"/>
                  </a:lnTo>
                  <a:cubicBezTo>
                    <a:pt x="884" y="84"/>
                    <a:pt x="892" y="80"/>
                    <a:pt x="892" y="71"/>
                  </a:cubicBezTo>
                  <a:cubicBezTo>
                    <a:pt x="892" y="68"/>
                    <a:pt x="888" y="60"/>
                    <a:pt x="879" y="60"/>
                  </a:cubicBezTo>
                  <a:lnTo>
                    <a:pt x="706" y="48"/>
                  </a:lnTo>
                  <a:close/>
                  <a:moveTo>
                    <a:pt x="1054" y="71"/>
                  </a:moveTo>
                  <a:cubicBezTo>
                    <a:pt x="1050" y="71"/>
                    <a:pt x="1041" y="75"/>
                    <a:pt x="1041" y="84"/>
                  </a:cubicBezTo>
                  <a:cubicBezTo>
                    <a:pt x="1041" y="87"/>
                    <a:pt x="1045" y="95"/>
                    <a:pt x="1054" y="95"/>
                  </a:cubicBezTo>
                  <a:lnTo>
                    <a:pt x="1227" y="107"/>
                  </a:lnTo>
                  <a:cubicBezTo>
                    <a:pt x="1234" y="107"/>
                    <a:pt x="1239" y="104"/>
                    <a:pt x="1239" y="95"/>
                  </a:cubicBezTo>
                  <a:cubicBezTo>
                    <a:pt x="1239" y="91"/>
                    <a:pt x="1234" y="84"/>
                    <a:pt x="1227" y="84"/>
                  </a:cubicBezTo>
                  <a:lnTo>
                    <a:pt x="1054" y="71"/>
                  </a:lnTo>
                  <a:close/>
                  <a:moveTo>
                    <a:pt x="1400" y="95"/>
                  </a:moveTo>
                  <a:cubicBezTo>
                    <a:pt x="1396" y="95"/>
                    <a:pt x="1392" y="99"/>
                    <a:pt x="1392" y="107"/>
                  </a:cubicBezTo>
                  <a:cubicBezTo>
                    <a:pt x="1389" y="111"/>
                    <a:pt x="1396" y="119"/>
                    <a:pt x="1400" y="119"/>
                  </a:cubicBezTo>
                  <a:lnTo>
                    <a:pt x="1574" y="131"/>
                  </a:lnTo>
                  <a:cubicBezTo>
                    <a:pt x="1582" y="131"/>
                    <a:pt x="1585" y="127"/>
                    <a:pt x="1585" y="119"/>
                  </a:cubicBezTo>
                  <a:cubicBezTo>
                    <a:pt x="1585" y="115"/>
                    <a:pt x="1582" y="107"/>
                    <a:pt x="1578" y="107"/>
                  </a:cubicBezTo>
                  <a:lnTo>
                    <a:pt x="1400" y="95"/>
                  </a:lnTo>
                  <a:close/>
                  <a:moveTo>
                    <a:pt x="1751" y="119"/>
                  </a:moveTo>
                  <a:cubicBezTo>
                    <a:pt x="1744" y="119"/>
                    <a:pt x="1740" y="123"/>
                    <a:pt x="1740" y="131"/>
                  </a:cubicBezTo>
                  <a:cubicBezTo>
                    <a:pt x="1740" y="139"/>
                    <a:pt x="1744" y="142"/>
                    <a:pt x="1747" y="142"/>
                  </a:cubicBezTo>
                  <a:lnTo>
                    <a:pt x="1920" y="155"/>
                  </a:lnTo>
                  <a:cubicBezTo>
                    <a:pt x="1929" y="155"/>
                    <a:pt x="1933" y="151"/>
                    <a:pt x="1933" y="142"/>
                  </a:cubicBezTo>
                  <a:cubicBezTo>
                    <a:pt x="1933" y="139"/>
                    <a:pt x="1929" y="135"/>
                    <a:pt x="1925" y="135"/>
                  </a:cubicBezTo>
                  <a:lnTo>
                    <a:pt x="1751" y="119"/>
                  </a:lnTo>
                  <a:close/>
                  <a:moveTo>
                    <a:pt x="2095" y="145"/>
                  </a:moveTo>
                  <a:cubicBezTo>
                    <a:pt x="2089" y="145"/>
                    <a:pt x="2086" y="152"/>
                    <a:pt x="2086" y="155"/>
                  </a:cubicBezTo>
                  <a:cubicBezTo>
                    <a:pt x="2086" y="162"/>
                    <a:pt x="2091" y="166"/>
                    <a:pt x="2095" y="166"/>
                  </a:cubicBezTo>
                  <a:lnTo>
                    <a:pt x="2272" y="178"/>
                  </a:lnTo>
                  <a:cubicBezTo>
                    <a:pt x="2275" y="178"/>
                    <a:pt x="2280" y="175"/>
                    <a:pt x="2280" y="170"/>
                  </a:cubicBezTo>
                  <a:cubicBezTo>
                    <a:pt x="2284" y="162"/>
                    <a:pt x="2275" y="158"/>
                    <a:pt x="2272" y="158"/>
                  </a:cubicBezTo>
                  <a:lnTo>
                    <a:pt x="2098" y="146"/>
                  </a:lnTo>
                  <a:cubicBezTo>
                    <a:pt x="2097" y="145"/>
                    <a:pt x="2096" y="145"/>
                    <a:pt x="2095" y="145"/>
                  </a:cubicBezTo>
                  <a:close/>
                  <a:moveTo>
                    <a:pt x="2446" y="170"/>
                  </a:moveTo>
                  <a:cubicBezTo>
                    <a:pt x="2437" y="170"/>
                    <a:pt x="2433" y="175"/>
                    <a:pt x="2433" y="178"/>
                  </a:cubicBezTo>
                  <a:cubicBezTo>
                    <a:pt x="2433" y="186"/>
                    <a:pt x="2437" y="190"/>
                    <a:pt x="2446" y="190"/>
                  </a:cubicBezTo>
                  <a:lnTo>
                    <a:pt x="2517" y="193"/>
                  </a:lnTo>
                  <a:cubicBezTo>
                    <a:pt x="2517" y="194"/>
                    <a:pt x="2518" y="195"/>
                    <a:pt x="2519" y="195"/>
                  </a:cubicBezTo>
                  <a:cubicBezTo>
                    <a:pt x="2523" y="195"/>
                    <a:pt x="2528" y="189"/>
                    <a:pt x="2528" y="186"/>
                  </a:cubicBezTo>
                  <a:cubicBezTo>
                    <a:pt x="2528" y="178"/>
                    <a:pt x="2524" y="175"/>
                    <a:pt x="2517" y="175"/>
                  </a:cubicBezTo>
                  <a:lnTo>
                    <a:pt x="2446" y="170"/>
                  </a:lnTo>
                  <a:close/>
                </a:path>
              </a:pathLst>
            </a:cu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 name="Google Shape;754;p28"/>
            <p:cNvSpPr/>
            <p:nvPr/>
          </p:nvSpPr>
          <p:spPr>
            <a:xfrm>
              <a:off x="1626229" y="6458070"/>
              <a:ext cx="2642894" cy="207955"/>
            </a:xfrm>
            <a:custGeom>
              <a:rect b="b" l="l" r="r" t="t"/>
              <a:pathLst>
                <a:path extrusionOk="0" h="199" w="2529">
                  <a:moveTo>
                    <a:pt x="13" y="0"/>
                  </a:moveTo>
                  <a:cubicBezTo>
                    <a:pt x="4" y="0"/>
                    <a:pt x="1" y="5"/>
                    <a:pt x="1" y="13"/>
                  </a:cubicBezTo>
                  <a:cubicBezTo>
                    <a:pt x="1" y="16"/>
                    <a:pt x="4" y="24"/>
                    <a:pt x="8" y="24"/>
                  </a:cubicBezTo>
                  <a:lnTo>
                    <a:pt x="182" y="36"/>
                  </a:lnTo>
                  <a:cubicBezTo>
                    <a:pt x="190" y="36"/>
                    <a:pt x="194" y="33"/>
                    <a:pt x="194" y="24"/>
                  </a:cubicBezTo>
                  <a:cubicBezTo>
                    <a:pt x="194" y="20"/>
                    <a:pt x="190" y="13"/>
                    <a:pt x="186" y="13"/>
                  </a:cubicBezTo>
                  <a:lnTo>
                    <a:pt x="13" y="0"/>
                  </a:lnTo>
                  <a:close/>
                  <a:moveTo>
                    <a:pt x="359" y="24"/>
                  </a:moveTo>
                  <a:cubicBezTo>
                    <a:pt x="352" y="24"/>
                    <a:pt x="348" y="29"/>
                    <a:pt x="348" y="36"/>
                  </a:cubicBezTo>
                  <a:cubicBezTo>
                    <a:pt x="348" y="44"/>
                    <a:pt x="352" y="48"/>
                    <a:pt x="359" y="48"/>
                  </a:cubicBezTo>
                  <a:lnTo>
                    <a:pt x="533" y="60"/>
                  </a:lnTo>
                  <a:cubicBezTo>
                    <a:pt x="537" y="60"/>
                    <a:pt x="541" y="56"/>
                    <a:pt x="545" y="48"/>
                  </a:cubicBezTo>
                  <a:cubicBezTo>
                    <a:pt x="545" y="44"/>
                    <a:pt x="541" y="40"/>
                    <a:pt x="533" y="36"/>
                  </a:cubicBezTo>
                  <a:lnTo>
                    <a:pt x="359" y="24"/>
                  </a:lnTo>
                  <a:close/>
                  <a:moveTo>
                    <a:pt x="704" y="51"/>
                  </a:moveTo>
                  <a:cubicBezTo>
                    <a:pt x="700" y="51"/>
                    <a:pt x="694" y="57"/>
                    <a:pt x="694" y="60"/>
                  </a:cubicBezTo>
                  <a:cubicBezTo>
                    <a:pt x="694" y="68"/>
                    <a:pt x="699" y="71"/>
                    <a:pt x="707" y="71"/>
                  </a:cubicBezTo>
                  <a:lnTo>
                    <a:pt x="880" y="84"/>
                  </a:lnTo>
                  <a:cubicBezTo>
                    <a:pt x="884" y="84"/>
                    <a:pt x="892" y="80"/>
                    <a:pt x="892" y="76"/>
                  </a:cubicBezTo>
                  <a:cubicBezTo>
                    <a:pt x="892" y="68"/>
                    <a:pt x="888" y="64"/>
                    <a:pt x="880" y="64"/>
                  </a:cubicBezTo>
                  <a:lnTo>
                    <a:pt x="707" y="52"/>
                  </a:lnTo>
                  <a:cubicBezTo>
                    <a:pt x="706" y="51"/>
                    <a:pt x="705" y="51"/>
                    <a:pt x="704" y="51"/>
                  </a:cubicBezTo>
                  <a:close/>
                  <a:moveTo>
                    <a:pt x="1054" y="76"/>
                  </a:moveTo>
                  <a:cubicBezTo>
                    <a:pt x="1049" y="76"/>
                    <a:pt x="1042" y="80"/>
                    <a:pt x="1042" y="84"/>
                  </a:cubicBezTo>
                  <a:cubicBezTo>
                    <a:pt x="1042" y="91"/>
                    <a:pt x="1045" y="95"/>
                    <a:pt x="1054" y="95"/>
                  </a:cubicBezTo>
                  <a:lnTo>
                    <a:pt x="1227" y="107"/>
                  </a:lnTo>
                  <a:cubicBezTo>
                    <a:pt x="1231" y="107"/>
                    <a:pt x="1238" y="104"/>
                    <a:pt x="1238" y="100"/>
                  </a:cubicBezTo>
                  <a:cubicBezTo>
                    <a:pt x="1238" y="91"/>
                    <a:pt x="1235" y="87"/>
                    <a:pt x="1227" y="87"/>
                  </a:cubicBezTo>
                  <a:lnTo>
                    <a:pt x="1054" y="76"/>
                  </a:lnTo>
                  <a:close/>
                  <a:moveTo>
                    <a:pt x="1400" y="100"/>
                  </a:moveTo>
                  <a:cubicBezTo>
                    <a:pt x="1396" y="100"/>
                    <a:pt x="1393" y="104"/>
                    <a:pt x="1389" y="107"/>
                  </a:cubicBezTo>
                  <a:cubicBezTo>
                    <a:pt x="1389" y="115"/>
                    <a:pt x="1396" y="119"/>
                    <a:pt x="1400" y="119"/>
                  </a:cubicBezTo>
                  <a:lnTo>
                    <a:pt x="1574" y="131"/>
                  </a:lnTo>
                  <a:cubicBezTo>
                    <a:pt x="1582" y="131"/>
                    <a:pt x="1586" y="127"/>
                    <a:pt x="1586" y="123"/>
                  </a:cubicBezTo>
                  <a:cubicBezTo>
                    <a:pt x="1586" y="115"/>
                    <a:pt x="1582" y="111"/>
                    <a:pt x="1578" y="111"/>
                  </a:cubicBezTo>
                  <a:lnTo>
                    <a:pt x="1400" y="100"/>
                  </a:lnTo>
                  <a:close/>
                  <a:moveTo>
                    <a:pt x="1751" y="123"/>
                  </a:moveTo>
                  <a:cubicBezTo>
                    <a:pt x="1744" y="123"/>
                    <a:pt x="1740" y="127"/>
                    <a:pt x="1740" y="131"/>
                  </a:cubicBezTo>
                  <a:cubicBezTo>
                    <a:pt x="1740" y="139"/>
                    <a:pt x="1744" y="142"/>
                    <a:pt x="1748" y="142"/>
                  </a:cubicBezTo>
                  <a:lnTo>
                    <a:pt x="1921" y="158"/>
                  </a:lnTo>
                  <a:cubicBezTo>
                    <a:pt x="1929" y="158"/>
                    <a:pt x="1933" y="151"/>
                    <a:pt x="1933" y="147"/>
                  </a:cubicBezTo>
                  <a:cubicBezTo>
                    <a:pt x="1933" y="139"/>
                    <a:pt x="1929" y="135"/>
                    <a:pt x="1924" y="135"/>
                  </a:cubicBezTo>
                  <a:lnTo>
                    <a:pt x="1751" y="123"/>
                  </a:lnTo>
                  <a:close/>
                  <a:moveTo>
                    <a:pt x="2099" y="147"/>
                  </a:moveTo>
                  <a:cubicBezTo>
                    <a:pt x="2090" y="147"/>
                    <a:pt x="2086" y="151"/>
                    <a:pt x="2086" y="158"/>
                  </a:cubicBezTo>
                  <a:cubicBezTo>
                    <a:pt x="2086" y="162"/>
                    <a:pt x="2090" y="166"/>
                    <a:pt x="2095" y="171"/>
                  </a:cubicBezTo>
                  <a:lnTo>
                    <a:pt x="2272" y="182"/>
                  </a:lnTo>
                  <a:cubicBezTo>
                    <a:pt x="2276" y="182"/>
                    <a:pt x="2279" y="178"/>
                    <a:pt x="2279" y="171"/>
                  </a:cubicBezTo>
                  <a:cubicBezTo>
                    <a:pt x="2284" y="166"/>
                    <a:pt x="2276" y="158"/>
                    <a:pt x="2272" y="158"/>
                  </a:cubicBezTo>
                  <a:lnTo>
                    <a:pt x="2099" y="147"/>
                  </a:lnTo>
                  <a:close/>
                  <a:moveTo>
                    <a:pt x="2445" y="171"/>
                  </a:moveTo>
                  <a:cubicBezTo>
                    <a:pt x="2437" y="171"/>
                    <a:pt x="2434" y="175"/>
                    <a:pt x="2434" y="182"/>
                  </a:cubicBezTo>
                  <a:cubicBezTo>
                    <a:pt x="2434" y="186"/>
                    <a:pt x="2437" y="194"/>
                    <a:pt x="2445" y="194"/>
                  </a:cubicBezTo>
                  <a:lnTo>
                    <a:pt x="2516" y="198"/>
                  </a:lnTo>
                  <a:cubicBezTo>
                    <a:pt x="2521" y="198"/>
                    <a:pt x="2528" y="194"/>
                    <a:pt x="2528" y="186"/>
                  </a:cubicBezTo>
                  <a:cubicBezTo>
                    <a:pt x="2528" y="182"/>
                    <a:pt x="2524" y="178"/>
                    <a:pt x="2516" y="175"/>
                  </a:cubicBezTo>
                  <a:lnTo>
                    <a:pt x="2445" y="171"/>
                  </a:lnTo>
                  <a:close/>
                </a:path>
              </a:pathLst>
            </a:cu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5" name="Google Shape;755;p28"/>
          <p:cNvGrpSpPr/>
          <p:nvPr/>
        </p:nvGrpSpPr>
        <p:grpSpPr>
          <a:xfrm flipH="1" rot="-8100000">
            <a:off x="8962963" y="-462532"/>
            <a:ext cx="1896745" cy="1928965"/>
            <a:chOff x="8016283" y="3354199"/>
            <a:chExt cx="1896763" cy="1928983"/>
          </a:xfrm>
        </p:grpSpPr>
        <p:grpSp>
          <p:nvGrpSpPr>
            <p:cNvPr id="756" name="Google Shape;756;p28"/>
            <p:cNvGrpSpPr/>
            <p:nvPr/>
          </p:nvGrpSpPr>
          <p:grpSpPr>
            <a:xfrm>
              <a:off x="8016283" y="3354199"/>
              <a:ext cx="1896763" cy="1928983"/>
              <a:chOff x="3025183" y="3101074"/>
              <a:chExt cx="1896763" cy="1928983"/>
            </a:xfrm>
          </p:grpSpPr>
          <p:sp>
            <p:nvSpPr>
              <p:cNvPr id="757" name="Google Shape;757;p28"/>
              <p:cNvSpPr/>
              <p:nvPr/>
            </p:nvSpPr>
            <p:spPr>
              <a:xfrm>
                <a:off x="3025183" y="3101074"/>
                <a:ext cx="1896763" cy="1928983"/>
              </a:xfrm>
              <a:custGeom>
                <a:rect b="b" l="l" r="r" t="t"/>
                <a:pathLst>
                  <a:path extrusionOk="0" h="1913" w="1881">
                    <a:moveTo>
                      <a:pt x="1496" y="1"/>
                    </a:moveTo>
                    <a:cubicBezTo>
                      <a:pt x="1477" y="1"/>
                      <a:pt x="1459" y="7"/>
                      <a:pt x="1440" y="16"/>
                    </a:cubicBezTo>
                    <a:cubicBezTo>
                      <a:pt x="1416" y="24"/>
                      <a:pt x="1392" y="31"/>
                      <a:pt x="1364" y="31"/>
                    </a:cubicBezTo>
                    <a:lnTo>
                      <a:pt x="0" y="1573"/>
                    </a:lnTo>
                    <a:cubicBezTo>
                      <a:pt x="24" y="1596"/>
                      <a:pt x="35" y="1629"/>
                      <a:pt x="35" y="1664"/>
                    </a:cubicBezTo>
                    <a:cubicBezTo>
                      <a:pt x="63" y="1667"/>
                      <a:pt x="91" y="1680"/>
                      <a:pt x="115" y="1700"/>
                    </a:cubicBezTo>
                    <a:cubicBezTo>
                      <a:pt x="138" y="1719"/>
                      <a:pt x="153" y="1747"/>
                      <a:pt x="162" y="1774"/>
                    </a:cubicBezTo>
                    <a:cubicBezTo>
                      <a:pt x="201" y="1778"/>
                      <a:pt x="237" y="1782"/>
                      <a:pt x="268" y="1806"/>
                    </a:cubicBezTo>
                    <a:cubicBezTo>
                      <a:pt x="304" y="1833"/>
                      <a:pt x="319" y="1869"/>
                      <a:pt x="323" y="1912"/>
                    </a:cubicBezTo>
                    <a:lnTo>
                      <a:pt x="1880" y="153"/>
                    </a:lnTo>
                    <a:lnTo>
                      <a:pt x="1865" y="138"/>
                    </a:lnTo>
                    <a:cubicBezTo>
                      <a:pt x="1860" y="137"/>
                      <a:pt x="1854" y="136"/>
                      <a:pt x="1849" y="136"/>
                    </a:cubicBezTo>
                    <a:cubicBezTo>
                      <a:pt x="1821" y="136"/>
                      <a:pt x="1793" y="151"/>
                      <a:pt x="1766" y="158"/>
                    </a:cubicBezTo>
                    <a:cubicBezTo>
                      <a:pt x="1753" y="160"/>
                      <a:pt x="1741" y="161"/>
                      <a:pt x="1729" y="161"/>
                    </a:cubicBezTo>
                    <a:cubicBezTo>
                      <a:pt x="1682" y="161"/>
                      <a:pt x="1640" y="143"/>
                      <a:pt x="1609" y="102"/>
                    </a:cubicBezTo>
                    <a:cubicBezTo>
                      <a:pt x="1577" y="71"/>
                      <a:pt x="1558" y="16"/>
                      <a:pt x="1518" y="4"/>
                    </a:cubicBezTo>
                    <a:cubicBezTo>
                      <a:pt x="1510" y="2"/>
                      <a:pt x="1503" y="1"/>
                      <a:pt x="1496" y="1"/>
                    </a:cubicBezTo>
                    <a:close/>
                  </a:path>
                </a:pathLst>
              </a:custGeom>
              <a:solidFill>
                <a:schemeClr val="accent5"/>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 name="Google Shape;758;p28"/>
              <p:cNvSpPr/>
              <p:nvPr/>
            </p:nvSpPr>
            <p:spPr>
              <a:xfrm>
                <a:off x="3398283" y="4396808"/>
                <a:ext cx="132098" cy="147220"/>
              </a:xfrm>
              <a:custGeom>
                <a:rect b="b" l="l" r="r" t="t"/>
                <a:pathLst>
                  <a:path extrusionOk="0" h="146" w="131">
                    <a:moveTo>
                      <a:pt x="131" y="0"/>
                    </a:moveTo>
                    <a:lnTo>
                      <a:pt x="131" y="0"/>
                    </a:lnTo>
                    <a:cubicBezTo>
                      <a:pt x="109" y="24"/>
                      <a:pt x="87" y="48"/>
                      <a:pt x="65" y="73"/>
                    </a:cubicBezTo>
                    <a:lnTo>
                      <a:pt x="131" y="0"/>
                    </a:lnTo>
                    <a:close/>
                    <a:moveTo>
                      <a:pt x="65" y="73"/>
                    </a:moveTo>
                    <a:lnTo>
                      <a:pt x="0" y="146"/>
                    </a:lnTo>
                    <a:cubicBezTo>
                      <a:pt x="22" y="122"/>
                      <a:pt x="44" y="98"/>
                      <a:pt x="65" y="73"/>
                    </a:cubicBezTo>
                    <a:close/>
                  </a:path>
                </a:pathLst>
              </a:custGeom>
              <a:solidFill>
                <a:srgbClr val="FFF2A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 name="Google Shape;759;p28"/>
              <p:cNvSpPr/>
              <p:nvPr/>
            </p:nvSpPr>
            <p:spPr>
              <a:xfrm>
                <a:off x="3560633" y="4511760"/>
                <a:ext cx="72603" cy="61510"/>
              </a:xfrm>
              <a:custGeom>
                <a:rect b="b" l="l" r="r" t="t"/>
                <a:pathLst>
                  <a:path extrusionOk="0" h="61" w="72">
                    <a:moveTo>
                      <a:pt x="1" y="60"/>
                    </a:moveTo>
                    <a:cubicBezTo>
                      <a:pt x="25" y="40"/>
                      <a:pt x="48" y="20"/>
                      <a:pt x="72" y="1"/>
                    </a:cubicBezTo>
                    <a:close/>
                  </a:path>
                </a:pathLst>
              </a:custGeom>
              <a:solidFill>
                <a:srgbClr val="FFF2A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 name="Google Shape;760;p28"/>
              <p:cNvSpPr/>
              <p:nvPr/>
            </p:nvSpPr>
            <p:spPr>
              <a:xfrm>
                <a:off x="4396580" y="3513491"/>
                <a:ext cx="44369" cy="76635"/>
              </a:xfrm>
              <a:custGeom>
                <a:rect b="b" l="l" r="r" t="t"/>
                <a:pathLst>
                  <a:path extrusionOk="0" h="76" w="44">
                    <a:moveTo>
                      <a:pt x="44" y="1"/>
                    </a:moveTo>
                    <a:cubicBezTo>
                      <a:pt x="43" y="2"/>
                      <a:pt x="42" y="3"/>
                      <a:pt x="41" y="4"/>
                    </a:cubicBezTo>
                    <a:lnTo>
                      <a:pt x="41" y="4"/>
                    </a:lnTo>
                    <a:lnTo>
                      <a:pt x="44" y="1"/>
                    </a:lnTo>
                    <a:close/>
                    <a:moveTo>
                      <a:pt x="41" y="4"/>
                    </a:moveTo>
                    <a:lnTo>
                      <a:pt x="0" y="75"/>
                    </a:lnTo>
                    <a:cubicBezTo>
                      <a:pt x="15" y="53"/>
                      <a:pt x="26" y="30"/>
                      <a:pt x="41" y="4"/>
                    </a:cubicBezTo>
                    <a:close/>
                  </a:path>
                </a:pathLst>
              </a:custGeom>
              <a:solidFill>
                <a:srgbClr val="FFF2A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61" name="Google Shape;761;p28"/>
            <p:cNvSpPr/>
            <p:nvPr/>
          </p:nvSpPr>
          <p:spPr>
            <a:xfrm>
              <a:off x="8418775" y="4784875"/>
              <a:ext cx="180875" cy="205550"/>
            </a:xfrm>
            <a:custGeom>
              <a:rect b="b" l="l" r="r" t="t"/>
              <a:pathLst>
                <a:path extrusionOk="0" h="8222" w="7235">
                  <a:moveTo>
                    <a:pt x="7235" y="0"/>
                  </a:moveTo>
                  <a:cubicBezTo>
                    <a:pt x="5044" y="2920"/>
                    <a:pt x="2579" y="5639"/>
                    <a:pt x="0" y="8222"/>
                  </a:cubicBezTo>
                </a:path>
              </a:pathLst>
            </a:custGeom>
            <a:noFill/>
            <a:ln cap="flat" cmpd="sng" w="28575">
              <a:solidFill>
                <a:schemeClr val="dk1"/>
              </a:solidFill>
              <a:prstDash val="solid"/>
              <a:round/>
              <a:headEnd len="med" w="med" type="none"/>
              <a:tailEnd len="med" w="med" type="none"/>
            </a:ln>
          </p:spPr>
        </p:sp>
        <p:sp>
          <p:nvSpPr>
            <p:cNvPr id="762" name="Google Shape;762;p28"/>
            <p:cNvSpPr/>
            <p:nvPr/>
          </p:nvSpPr>
          <p:spPr>
            <a:xfrm>
              <a:off x="8336550" y="4834225"/>
              <a:ext cx="74000" cy="106875"/>
            </a:xfrm>
            <a:custGeom>
              <a:rect b="b" l="l" r="r" t="t"/>
              <a:pathLst>
                <a:path extrusionOk="0" h="4275" w="2960">
                  <a:moveTo>
                    <a:pt x="2960" y="0"/>
                  </a:moveTo>
                  <a:cubicBezTo>
                    <a:pt x="2068" y="1486"/>
                    <a:pt x="961" y="2833"/>
                    <a:pt x="0" y="4275"/>
                  </a:cubicBezTo>
                </a:path>
              </a:pathLst>
            </a:custGeom>
            <a:noFill/>
            <a:ln cap="flat" cmpd="sng" w="28575">
              <a:solidFill>
                <a:schemeClr val="dk1"/>
              </a:solidFill>
              <a:prstDash val="solid"/>
              <a:round/>
              <a:headEnd len="med" w="med" type="none"/>
              <a:tailEnd len="med" w="med" type="none"/>
            </a:ln>
          </p:spPr>
        </p:sp>
        <p:sp>
          <p:nvSpPr>
            <p:cNvPr id="763" name="Google Shape;763;p28"/>
            <p:cNvSpPr/>
            <p:nvPr/>
          </p:nvSpPr>
          <p:spPr>
            <a:xfrm>
              <a:off x="9232700" y="3658550"/>
              <a:ext cx="353525" cy="452175"/>
            </a:xfrm>
            <a:custGeom>
              <a:rect b="b" l="l" r="r" t="t"/>
              <a:pathLst>
                <a:path extrusionOk="0" h="18087" w="14141">
                  <a:moveTo>
                    <a:pt x="14141" y="0"/>
                  </a:moveTo>
                  <a:cubicBezTo>
                    <a:pt x="9241" y="5879"/>
                    <a:pt x="4241" y="11716"/>
                    <a:pt x="0" y="18087"/>
                  </a:cubicBezTo>
                </a:path>
              </a:pathLst>
            </a:custGeom>
            <a:noFill/>
            <a:ln cap="flat" cmpd="sng" w="28575">
              <a:solidFill>
                <a:schemeClr val="dk1"/>
              </a:solidFill>
              <a:prstDash val="solid"/>
              <a:round/>
              <a:headEnd len="med" w="med" type="none"/>
              <a:tailEnd len="med" w="med" type="none"/>
            </a:ln>
          </p:spPr>
        </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8">
    <p:bg>
      <p:bgPr>
        <a:solidFill>
          <a:schemeClr val="lt1"/>
        </a:solidFill>
      </p:bgPr>
    </p:bg>
    <p:spTree>
      <p:nvGrpSpPr>
        <p:cNvPr id="764" name="Shape 764"/>
        <p:cNvGrpSpPr/>
        <p:nvPr/>
      </p:nvGrpSpPr>
      <p:grpSpPr>
        <a:xfrm>
          <a:off x="0" y="0"/>
          <a:ext cx="0" cy="0"/>
          <a:chOff x="0" y="0"/>
          <a:chExt cx="0" cy="0"/>
        </a:xfrm>
      </p:grpSpPr>
      <p:sp>
        <p:nvSpPr>
          <p:cNvPr id="765" name="Google Shape;765;p29"/>
          <p:cNvSpPr txBox="1"/>
          <p:nvPr>
            <p:ph type="title"/>
          </p:nvPr>
        </p:nvSpPr>
        <p:spPr>
          <a:xfrm>
            <a:off x="4392475" y="1412766"/>
            <a:ext cx="4980000" cy="15870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Clr>
                <a:schemeClr val="dk1"/>
              </a:buClr>
              <a:buSzPts val="10200"/>
              <a:buNone/>
              <a:defRPr sz="11200">
                <a:solidFill>
                  <a:schemeClr val="dk1"/>
                </a:solidFill>
              </a:defRPr>
            </a:lvl1pPr>
            <a:lvl2pPr lvl="1" algn="l">
              <a:lnSpc>
                <a:spcPct val="100000"/>
              </a:lnSpc>
              <a:spcBef>
                <a:spcPts val="0"/>
              </a:spcBef>
              <a:spcAft>
                <a:spcPts val="0"/>
              </a:spcAft>
              <a:buClr>
                <a:schemeClr val="dk1"/>
              </a:buClr>
              <a:buSzPts val="10200"/>
              <a:buNone/>
              <a:defRPr sz="10200">
                <a:solidFill>
                  <a:schemeClr val="dk1"/>
                </a:solidFill>
              </a:defRPr>
            </a:lvl2pPr>
            <a:lvl3pPr lvl="2" algn="l">
              <a:lnSpc>
                <a:spcPct val="100000"/>
              </a:lnSpc>
              <a:spcBef>
                <a:spcPts val="0"/>
              </a:spcBef>
              <a:spcAft>
                <a:spcPts val="0"/>
              </a:spcAft>
              <a:buClr>
                <a:schemeClr val="dk1"/>
              </a:buClr>
              <a:buSzPts val="10200"/>
              <a:buNone/>
              <a:defRPr sz="10200">
                <a:solidFill>
                  <a:schemeClr val="dk1"/>
                </a:solidFill>
              </a:defRPr>
            </a:lvl3pPr>
            <a:lvl4pPr lvl="3" algn="l">
              <a:lnSpc>
                <a:spcPct val="100000"/>
              </a:lnSpc>
              <a:spcBef>
                <a:spcPts val="0"/>
              </a:spcBef>
              <a:spcAft>
                <a:spcPts val="0"/>
              </a:spcAft>
              <a:buClr>
                <a:schemeClr val="dk1"/>
              </a:buClr>
              <a:buSzPts val="10200"/>
              <a:buNone/>
              <a:defRPr sz="10200">
                <a:solidFill>
                  <a:schemeClr val="dk1"/>
                </a:solidFill>
              </a:defRPr>
            </a:lvl4pPr>
            <a:lvl5pPr lvl="4" algn="l">
              <a:lnSpc>
                <a:spcPct val="100000"/>
              </a:lnSpc>
              <a:spcBef>
                <a:spcPts val="0"/>
              </a:spcBef>
              <a:spcAft>
                <a:spcPts val="0"/>
              </a:spcAft>
              <a:buClr>
                <a:schemeClr val="dk1"/>
              </a:buClr>
              <a:buSzPts val="10200"/>
              <a:buNone/>
              <a:defRPr sz="10200">
                <a:solidFill>
                  <a:schemeClr val="dk1"/>
                </a:solidFill>
              </a:defRPr>
            </a:lvl5pPr>
            <a:lvl6pPr lvl="5" algn="l">
              <a:lnSpc>
                <a:spcPct val="100000"/>
              </a:lnSpc>
              <a:spcBef>
                <a:spcPts val="0"/>
              </a:spcBef>
              <a:spcAft>
                <a:spcPts val="0"/>
              </a:spcAft>
              <a:buClr>
                <a:schemeClr val="dk1"/>
              </a:buClr>
              <a:buSzPts val="10200"/>
              <a:buNone/>
              <a:defRPr sz="10200">
                <a:solidFill>
                  <a:schemeClr val="dk1"/>
                </a:solidFill>
              </a:defRPr>
            </a:lvl6pPr>
            <a:lvl7pPr lvl="6" algn="l">
              <a:lnSpc>
                <a:spcPct val="100000"/>
              </a:lnSpc>
              <a:spcBef>
                <a:spcPts val="0"/>
              </a:spcBef>
              <a:spcAft>
                <a:spcPts val="0"/>
              </a:spcAft>
              <a:buClr>
                <a:schemeClr val="dk1"/>
              </a:buClr>
              <a:buSzPts val="10200"/>
              <a:buNone/>
              <a:defRPr sz="10200">
                <a:solidFill>
                  <a:schemeClr val="dk1"/>
                </a:solidFill>
              </a:defRPr>
            </a:lvl7pPr>
            <a:lvl8pPr lvl="7" algn="l">
              <a:lnSpc>
                <a:spcPct val="100000"/>
              </a:lnSpc>
              <a:spcBef>
                <a:spcPts val="0"/>
              </a:spcBef>
              <a:spcAft>
                <a:spcPts val="0"/>
              </a:spcAft>
              <a:buClr>
                <a:schemeClr val="dk1"/>
              </a:buClr>
              <a:buSzPts val="10200"/>
              <a:buNone/>
              <a:defRPr sz="10200">
                <a:solidFill>
                  <a:schemeClr val="dk1"/>
                </a:solidFill>
              </a:defRPr>
            </a:lvl8pPr>
            <a:lvl9pPr lvl="8" algn="l">
              <a:lnSpc>
                <a:spcPct val="100000"/>
              </a:lnSpc>
              <a:spcBef>
                <a:spcPts val="0"/>
              </a:spcBef>
              <a:spcAft>
                <a:spcPts val="0"/>
              </a:spcAft>
              <a:buClr>
                <a:schemeClr val="dk1"/>
              </a:buClr>
              <a:buSzPts val="10200"/>
              <a:buNone/>
              <a:defRPr sz="10200">
                <a:solidFill>
                  <a:schemeClr val="dk1"/>
                </a:solidFill>
              </a:defRPr>
            </a:lvl9pPr>
          </a:lstStyle>
          <a:p/>
        </p:txBody>
      </p:sp>
      <p:sp>
        <p:nvSpPr>
          <p:cNvPr id="766" name="Google Shape;766;p29"/>
          <p:cNvSpPr txBox="1"/>
          <p:nvPr>
            <p:ph idx="1" type="subTitle"/>
          </p:nvPr>
        </p:nvSpPr>
        <p:spPr>
          <a:xfrm>
            <a:off x="4392475" y="3082910"/>
            <a:ext cx="4980000" cy="26274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Clr>
                <a:schemeClr val="dk1"/>
              </a:buClr>
              <a:buSzPts val="2300"/>
              <a:buNone/>
              <a:defRPr sz="2200">
                <a:solidFill>
                  <a:schemeClr val="dk1"/>
                </a:solidFill>
              </a:defRPr>
            </a:lvl1pPr>
            <a:lvl2pPr lvl="1" rtl="0">
              <a:lnSpc>
                <a:spcPct val="100000"/>
              </a:lnSpc>
              <a:spcBef>
                <a:spcPts val="0"/>
              </a:spcBef>
              <a:spcAft>
                <a:spcPts val="0"/>
              </a:spcAft>
              <a:buClr>
                <a:schemeClr val="dk1"/>
              </a:buClr>
              <a:buSzPts val="2300"/>
              <a:buNone/>
              <a:defRPr sz="2300">
                <a:solidFill>
                  <a:schemeClr val="dk1"/>
                </a:solidFill>
              </a:defRPr>
            </a:lvl2pPr>
            <a:lvl3pPr lvl="2" rtl="0">
              <a:lnSpc>
                <a:spcPct val="100000"/>
              </a:lnSpc>
              <a:spcBef>
                <a:spcPts val="0"/>
              </a:spcBef>
              <a:spcAft>
                <a:spcPts val="0"/>
              </a:spcAft>
              <a:buClr>
                <a:schemeClr val="dk1"/>
              </a:buClr>
              <a:buSzPts val="2300"/>
              <a:buNone/>
              <a:defRPr sz="2300">
                <a:solidFill>
                  <a:schemeClr val="dk1"/>
                </a:solidFill>
              </a:defRPr>
            </a:lvl3pPr>
            <a:lvl4pPr lvl="3" rtl="0">
              <a:lnSpc>
                <a:spcPct val="100000"/>
              </a:lnSpc>
              <a:spcBef>
                <a:spcPts val="0"/>
              </a:spcBef>
              <a:spcAft>
                <a:spcPts val="0"/>
              </a:spcAft>
              <a:buClr>
                <a:schemeClr val="dk1"/>
              </a:buClr>
              <a:buSzPts val="2300"/>
              <a:buNone/>
              <a:defRPr sz="2300">
                <a:solidFill>
                  <a:schemeClr val="dk1"/>
                </a:solidFill>
              </a:defRPr>
            </a:lvl4pPr>
            <a:lvl5pPr lvl="4" rtl="0">
              <a:lnSpc>
                <a:spcPct val="100000"/>
              </a:lnSpc>
              <a:spcBef>
                <a:spcPts val="0"/>
              </a:spcBef>
              <a:spcAft>
                <a:spcPts val="0"/>
              </a:spcAft>
              <a:buClr>
                <a:schemeClr val="dk1"/>
              </a:buClr>
              <a:buSzPts val="2300"/>
              <a:buNone/>
              <a:defRPr sz="2300">
                <a:solidFill>
                  <a:schemeClr val="dk1"/>
                </a:solidFill>
              </a:defRPr>
            </a:lvl5pPr>
            <a:lvl6pPr lvl="5" rtl="0">
              <a:lnSpc>
                <a:spcPct val="100000"/>
              </a:lnSpc>
              <a:spcBef>
                <a:spcPts val="0"/>
              </a:spcBef>
              <a:spcAft>
                <a:spcPts val="0"/>
              </a:spcAft>
              <a:buClr>
                <a:schemeClr val="dk1"/>
              </a:buClr>
              <a:buSzPts val="2300"/>
              <a:buNone/>
              <a:defRPr sz="2300">
                <a:solidFill>
                  <a:schemeClr val="dk1"/>
                </a:solidFill>
              </a:defRPr>
            </a:lvl6pPr>
            <a:lvl7pPr lvl="6" rtl="0">
              <a:lnSpc>
                <a:spcPct val="100000"/>
              </a:lnSpc>
              <a:spcBef>
                <a:spcPts val="0"/>
              </a:spcBef>
              <a:spcAft>
                <a:spcPts val="0"/>
              </a:spcAft>
              <a:buClr>
                <a:schemeClr val="dk1"/>
              </a:buClr>
              <a:buSzPts val="2300"/>
              <a:buNone/>
              <a:defRPr sz="2300">
                <a:solidFill>
                  <a:schemeClr val="dk1"/>
                </a:solidFill>
              </a:defRPr>
            </a:lvl7pPr>
            <a:lvl8pPr lvl="7" rtl="0">
              <a:lnSpc>
                <a:spcPct val="100000"/>
              </a:lnSpc>
              <a:spcBef>
                <a:spcPts val="0"/>
              </a:spcBef>
              <a:spcAft>
                <a:spcPts val="0"/>
              </a:spcAft>
              <a:buClr>
                <a:schemeClr val="dk1"/>
              </a:buClr>
              <a:buSzPts val="2300"/>
              <a:buNone/>
              <a:defRPr sz="2300">
                <a:solidFill>
                  <a:schemeClr val="dk1"/>
                </a:solidFill>
              </a:defRPr>
            </a:lvl8pPr>
            <a:lvl9pPr lvl="8" rtl="0">
              <a:lnSpc>
                <a:spcPct val="100000"/>
              </a:lnSpc>
              <a:spcBef>
                <a:spcPts val="0"/>
              </a:spcBef>
              <a:spcAft>
                <a:spcPts val="0"/>
              </a:spcAft>
              <a:buClr>
                <a:schemeClr val="dk1"/>
              </a:buClr>
              <a:buSzPts val="2300"/>
              <a:buNone/>
              <a:defRPr sz="2300">
                <a:solidFill>
                  <a:schemeClr val="dk1"/>
                </a:solidFill>
              </a:defRPr>
            </a:lvl9pPr>
          </a:lstStyle>
          <a:p/>
        </p:txBody>
      </p:sp>
      <p:sp>
        <p:nvSpPr>
          <p:cNvPr id="767" name="Google Shape;767;p29"/>
          <p:cNvSpPr/>
          <p:nvPr/>
        </p:nvSpPr>
        <p:spPr>
          <a:xfrm rot="10800000">
            <a:off x="9361687" y="9372610"/>
            <a:ext cx="830723" cy="773578"/>
          </a:xfrm>
          <a:custGeom>
            <a:rect b="b" l="l" r="r" t="t"/>
            <a:pathLst>
              <a:path extrusionOk="0" h="1638" w="1759">
                <a:moveTo>
                  <a:pt x="1074" y="1"/>
                </a:moveTo>
                <a:cubicBezTo>
                  <a:pt x="1067" y="1"/>
                  <a:pt x="1060" y="3"/>
                  <a:pt x="1054" y="5"/>
                </a:cubicBezTo>
                <a:cubicBezTo>
                  <a:pt x="1041" y="18"/>
                  <a:pt x="1025" y="29"/>
                  <a:pt x="1014" y="41"/>
                </a:cubicBezTo>
                <a:cubicBezTo>
                  <a:pt x="1006" y="53"/>
                  <a:pt x="994" y="65"/>
                  <a:pt x="983" y="76"/>
                </a:cubicBezTo>
                <a:cubicBezTo>
                  <a:pt x="947" y="124"/>
                  <a:pt x="912" y="171"/>
                  <a:pt x="872" y="214"/>
                </a:cubicBezTo>
                <a:cubicBezTo>
                  <a:pt x="836" y="262"/>
                  <a:pt x="805" y="309"/>
                  <a:pt x="774" y="356"/>
                </a:cubicBezTo>
                <a:cubicBezTo>
                  <a:pt x="761" y="376"/>
                  <a:pt x="750" y="404"/>
                  <a:pt x="734" y="424"/>
                </a:cubicBezTo>
                <a:cubicBezTo>
                  <a:pt x="723" y="435"/>
                  <a:pt x="710" y="451"/>
                  <a:pt x="703" y="462"/>
                </a:cubicBezTo>
                <a:cubicBezTo>
                  <a:pt x="699" y="473"/>
                  <a:pt x="687" y="508"/>
                  <a:pt x="673" y="508"/>
                </a:cubicBezTo>
                <a:cubicBezTo>
                  <a:pt x="671" y="508"/>
                  <a:pt x="669" y="507"/>
                  <a:pt x="667" y="506"/>
                </a:cubicBezTo>
                <a:cubicBezTo>
                  <a:pt x="659" y="502"/>
                  <a:pt x="659" y="495"/>
                  <a:pt x="652" y="495"/>
                </a:cubicBezTo>
                <a:cubicBezTo>
                  <a:pt x="643" y="495"/>
                  <a:pt x="639" y="498"/>
                  <a:pt x="632" y="498"/>
                </a:cubicBezTo>
                <a:cubicBezTo>
                  <a:pt x="625" y="500"/>
                  <a:pt x="618" y="500"/>
                  <a:pt x="611" y="500"/>
                </a:cubicBezTo>
                <a:cubicBezTo>
                  <a:pt x="596" y="500"/>
                  <a:pt x="582" y="498"/>
                  <a:pt x="568" y="498"/>
                </a:cubicBezTo>
                <a:cubicBezTo>
                  <a:pt x="545" y="495"/>
                  <a:pt x="517" y="491"/>
                  <a:pt x="494" y="491"/>
                </a:cubicBezTo>
                <a:cubicBezTo>
                  <a:pt x="454" y="486"/>
                  <a:pt x="415" y="482"/>
                  <a:pt x="379" y="479"/>
                </a:cubicBezTo>
                <a:cubicBezTo>
                  <a:pt x="359" y="479"/>
                  <a:pt x="339" y="475"/>
                  <a:pt x="320" y="475"/>
                </a:cubicBezTo>
                <a:cubicBezTo>
                  <a:pt x="273" y="471"/>
                  <a:pt x="226" y="462"/>
                  <a:pt x="178" y="462"/>
                </a:cubicBezTo>
                <a:cubicBezTo>
                  <a:pt x="170" y="462"/>
                  <a:pt x="164" y="461"/>
                  <a:pt x="157" y="461"/>
                </a:cubicBezTo>
                <a:cubicBezTo>
                  <a:pt x="154" y="461"/>
                  <a:pt x="150" y="461"/>
                  <a:pt x="146" y="462"/>
                </a:cubicBezTo>
                <a:cubicBezTo>
                  <a:pt x="139" y="462"/>
                  <a:pt x="135" y="462"/>
                  <a:pt x="123" y="459"/>
                </a:cubicBezTo>
                <a:cubicBezTo>
                  <a:pt x="103" y="455"/>
                  <a:pt x="79" y="451"/>
                  <a:pt x="60" y="451"/>
                </a:cubicBezTo>
                <a:cubicBezTo>
                  <a:pt x="48" y="455"/>
                  <a:pt x="36" y="451"/>
                  <a:pt x="28" y="459"/>
                </a:cubicBezTo>
                <a:cubicBezTo>
                  <a:pt x="24" y="462"/>
                  <a:pt x="13" y="471"/>
                  <a:pt x="8" y="479"/>
                </a:cubicBezTo>
                <a:cubicBezTo>
                  <a:pt x="0" y="491"/>
                  <a:pt x="13" y="502"/>
                  <a:pt x="17" y="514"/>
                </a:cubicBezTo>
                <a:cubicBezTo>
                  <a:pt x="24" y="522"/>
                  <a:pt x="28" y="530"/>
                  <a:pt x="36" y="542"/>
                </a:cubicBezTo>
                <a:cubicBezTo>
                  <a:pt x="44" y="553"/>
                  <a:pt x="48" y="562"/>
                  <a:pt x="60" y="573"/>
                </a:cubicBezTo>
                <a:cubicBezTo>
                  <a:pt x="84" y="597"/>
                  <a:pt x="115" y="613"/>
                  <a:pt x="139" y="637"/>
                </a:cubicBezTo>
                <a:cubicBezTo>
                  <a:pt x="162" y="668"/>
                  <a:pt x="182" y="695"/>
                  <a:pt x="210" y="723"/>
                </a:cubicBezTo>
                <a:cubicBezTo>
                  <a:pt x="241" y="751"/>
                  <a:pt x="273" y="775"/>
                  <a:pt x="304" y="802"/>
                </a:cubicBezTo>
                <a:cubicBezTo>
                  <a:pt x="316" y="814"/>
                  <a:pt x="324" y="826"/>
                  <a:pt x="335" y="833"/>
                </a:cubicBezTo>
                <a:cubicBezTo>
                  <a:pt x="344" y="837"/>
                  <a:pt x="352" y="841"/>
                  <a:pt x="355" y="846"/>
                </a:cubicBezTo>
                <a:cubicBezTo>
                  <a:pt x="355" y="849"/>
                  <a:pt x="352" y="857"/>
                  <a:pt x="348" y="861"/>
                </a:cubicBezTo>
                <a:cubicBezTo>
                  <a:pt x="348" y="869"/>
                  <a:pt x="344" y="881"/>
                  <a:pt x="339" y="888"/>
                </a:cubicBezTo>
                <a:cubicBezTo>
                  <a:pt x="316" y="920"/>
                  <a:pt x="297" y="948"/>
                  <a:pt x="281" y="983"/>
                </a:cubicBezTo>
                <a:cubicBezTo>
                  <a:pt x="273" y="999"/>
                  <a:pt x="265" y="1011"/>
                  <a:pt x="261" y="1026"/>
                </a:cubicBezTo>
                <a:cubicBezTo>
                  <a:pt x="253" y="1039"/>
                  <a:pt x="241" y="1050"/>
                  <a:pt x="233" y="1066"/>
                </a:cubicBezTo>
                <a:cubicBezTo>
                  <a:pt x="221" y="1082"/>
                  <a:pt x="213" y="1097"/>
                  <a:pt x="206" y="1110"/>
                </a:cubicBezTo>
                <a:cubicBezTo>
                  <a:pt x="190" y="1130"/>
                  <a:pt x="178" y="1145"/>
                  <a:pt x="166" y="1165"/>
                </a:cubicBezTo>
                <a:cubicBezTo>
                  <a:pt x="159" y="1177"/>
                  <a:pt x="155" y="1188"/>
                  <a:pt x="150" y="1196"/>
                </a:cubicBezTo>
                <a:cubicBezTo>
                  <a:pt x="146" y="1208"/>
                  <a:pt x="139" y="1216"/>
                  <a:pt x="131" y="1228"/>
                </a:cubicBezTo>
                <a:cubicBezTo>
                  <a:pt x="115" y="1248"/>
                  <a:pt x="103" y="1267"/>
                  <a:pt x="91" y="1290"/>
                </a:cubicBezTo>
                <a:cubicBezTo>
                  <a:pt x="84" y="1307"/>
                  <a:pt x="75" y="1326"/>
                  <a:pt x="68" y="1346"/>
                </a:cubicBezTo>
                <a:cubicBezTo>
                  <a:pt x="60" y="1374"/>
                  <a:pt x="44" y="1394"/>
                  <a:pt x="32" y="1417"/>
                </a:cubicBezTo>
                <a:cubicBezTo>
                  <a:pt x="28" y="1421"/>
                  <a:pt x="24" y="1429"/>
                  <a:pt x="28" y="1432"/>
                </a:cubicBezTo>
                <a:cubicBezTo>
                  <a:pt x="28" y="1437"/>
                  <a:pt x="36" y="1441"/>
                  <a:pt x="40" y="1445"/>
                </a:cubicBezTo>
                <a:cubicBezTo>
                  <a:pt x="43" y="1451"/>
                  <a:pt x="46" y="1457"/>
                  <a:pt x="51" y="1457"/>
                </a:cubicBezTo>
                <a:cubicBezTo>
                  <a:pt x="52" y="1457"/>
                  <a:pt x="54" y="1457"/>
                  <a:pt x="55" y="1456"/>
                </a:cubicBezTo>
                <a:cubicBezTo>
                  <a:pt x="75" y="1452"/>
                  <a:pt x="91" y="1445"/>
                  <a:pt x="107" y="1432"/>
                </a:cubicBezTo>
                <a:cubicBezTo>
                  <a:pt x="119" y="1429"/>
                  <a:pt x="126" y="1429"/>
                  <a:pt x="139" y="1429"/>
                </a:cubicBezTo>
                <a:cubicBezTo>
                  <a:pt x="162" y="1425"/>
                  <a:pt x="182" y="1413"/>
                  <a:pt x="202" y="1405"/>
                </a:cubicBezTo>
                <a:cubicBezTo>
                  <a:pt x="253" y="1390"/>
                  <a:pt x="304" y="1374"/>
                  <a:pt x="355" y="1354"/>
                </a:cubicBezTo>
                <a:cubicBezTo>
                  <a:pt x="454" y="1319"/>
                  <a:pt x="552" y="1287"/>
                  <a:pt x="652" y="1252"/>
                </a:cubicBezTo>
                <a:cubicBezTo>
                  <a:pt x="667" y="1287"/>
                  <a:pt x="683" y="1319"/>
                  <a:pt x="706" y="1350"/>
                </a:cubicBezTo>
                <a:cubicBezTo>
                  <a:pt x="770" y="1445"/>
                  <a:pt x="852" y="1523"/>
                  <a:pt x="916" y="1622"/>
                </a:cubicBezTo>
                <a:cubicBezTo>
                  <a:pt x="922" y="1632"/>
                  <a:pt x="934" y="1637"/>
                  <a:pt x="945" y="1637"/>
                </a:cubicBezTo>
                <a:cubicBezTo>
                  <a:pt x="960" y="1637"/>
                  <a:pt x="974" y="1629"/>
                  <a:pt x="978" y="1614"/>
                </a:cubicBezTo>
                <a:cubicBezTo>
                  <a:pt x="1010" y="1508"/>
                  <a:pt x="1034" y="1401"/>
                  <a:pt x="1058" y="1295"/>
                </a:cubicBezTo>
                <a:cubicBezTo>
                  <a:pt x="1069" y="1243"/>
                  <a:pt x="1081" y="1188"/>
                  <a:pt x="1093" y="1137"/>
                </a:cubicBezTo>
                <a:cubicBezTo>
                  <a:pt x="1096" y="1114"/>
                  <a:pt x="1101" y="1086"/>
                  <a:pt x="1105" y="1062"/>
                </a:cubicBezTo>
                <a:lnTo>
                  <a:pt x="1105" y="1050"/>
                </a:lnTo>
                <a:cubicBezTo>
                  <a:pt x="1105" y="1039"/>
                  <a:pt x="1101" y="1026"/>
                  <a:pt x="1105" y="1015"/>
                </a:cubicBezTo>
                <a:cubicBezTo>
                  <a:pt x="1109" y="995"/>
                  <a:pt x="1125" y="983"/>
                  <a:pt x="1140" y="972"/>
                </a:cubicBezTo>
                <a:cubicBezTo>
                  <a:pt x="1164" y="952"/>
                  <a:pt x="1196" y="944"/>
                  <a:pt x="1223" y="932"/>
                </a:cubicBezTo>
                <a:cubicBezTo>
                  <a:pt x="1247" y="920"/>
                  <a:pt x="1270" y="908"/>
                  <a:pt x="1298" y="897"/>
                </a:cubicBezTo>
                <a:cubicBezTo>
                  <a:pt x="1325" y="884"/>
                  <a:pt x="1353" y="873"/>
                  <a:pt x="1385" y="857"/>
                </a:cubicBezTo>
                <a:cubicBezTo>
                  <a:pt x="1409" y="841"/>
                  <a:pt x="1432" y="833"/>
                  <a:pt x="1460" y="826"/>
                </a:cubicBezTo>
                <a:cubicBezTo>
                  <a:pt x="1471" y="822"/>
                  <a:pt x="1483" y="817"/>
                  <a:pt x="1495" y="810"/>
                </a:cubicBezTo>
                <a:cubicBezTo>
                  <a:pt x="1507" y="806"/>
                  <a:pt x="1518" y="798"/>
                  <a:pt x="1531" y="790"/>
                </a:cubicBezTo>
                <a:cubicBezTo>
                  <a:pt x="1574" y="770"/>
                  <a:pt x="1622" y="759"/>
                  <a:pt x="1664" y="735"/>
                </a:cubicBezTo>
                <a:cubicBezTo>
                  <a:pt x="1680" y="727"/>
                  <a:pt x="1696" y="715"/>
                  <a:pt x="1716" y="704"/>
                </a:cubicBezTo>
                <a:cubicBezTo>
                  <a:pt x="1724" y="695"/>
                  <a:pt x="1744" y="684"/>
                  <a:pt x="1751" y="672"/>
                </a:cubicBezTo>
                <a:cubicBezTo>
                  <a:pt x="1759" y="660"/>
                  <a:pt x="1755" y="637"/>
                  <a:pt x="1740" y="628"/>
                </a:cubicBezTo>
                <a:cubicBezTo>
                  <a:pt x="1731" y="620"/>
                  <a:pt x="1711" y="617"/>
                  <a:pt x="1700" y="617"/>
                </a:cubicBezTo>
                <a:lnTo>
                  <a:pt x="1684" y="617"/>
                </a:lnTo>
                <a:cubicBezTo>
                  <a:pt x="1664" y="613"/>
                  <a:pt x="1645" y="609"/>
                  <a:pt x="1625" y="604"/>
                </a:cubicBezTo>
                <a:cubicBezTo>
                  <a:pt x="1605" y="601"/>
                  <a:pt x="1586" y="597"/>
                  <a:pt x="1566" y="593"/>
                </a:cubicBezTo>
                <a:cubicBezTo>
                  <a:pt x="1558" y="589"/>
                  <a:pt x="1542" y="589"/>
                  <a:pt x="1535" y="585"/>
                </a:cubicBezTo>
                <a:cubicBezTo>
                  <a:pt x="1531" y="581"/>
                  <a:pt x="1527" y="577"/>
                  <a:pt x="1518" y="577"/>
                </a:cubicBezTo>
                <a:cubicBezTo>
                  <a:pt x="1495" y="573"/>
                  <a:pt x="1475" y="573"/>
                  <a:pt x="1456" y="573"/>
                </a:cubicBezTo>
                <a:lnTo>
                  <a:pt x="1357" y="573"/>
                </a:lnTo>
                <a:cubicBezTo>
                  <a:pt x="1325" y="573"/>
                  <a:pt x="1294" y="569"/>
                  <a:pt x="1262" y="566"/>
                </a:cubicBezTo>
                <a:cubicBezTo>
                  <a:pt x="1219" y="562"/>
                  <a:pt x="1176" y="562"/>
                  <a:pt x="1136" y="553"/>
                </a:cubicBezTo>
                <a:cubicBezTo>
                  <a:pt x="1120" y="549"/>
                  <a:pt x="1109" y="546"/>
                  <a:pt x="1096" y="546"/>
                </a:cubicBezTo>
                <a:cubicBezTo>
                  <a:pt x="1089" y="546"/>
                  <a:pt x="1081" y="546"/>
                  <a:pt x="1077" y="542"/>
                </a:cubicBezTo>
                <a:cubicBezTo>
                  <a:pt x="1065" y="533"/>
                  <a:pt x="1069" y="518"/>
                  <a:pt x="1069" y="506"/>
                </a:cubicBezTo>
                <a:cubicBezTo>
                  <a:pt x="1069" y="491"/>
                  <a:pt x="1065" y="475"/>
                  <a:pt x="1061" y="459"/>
                </a:cubicBezTo>
                <a:cubicBezTo>
                  <a:pt x="1061" y="439"/>
                  <a:pt x="1065" y="424"/>
                  <a:pt x="1069" y="404"/>
                </a:cubicBezTo>
                <a:cubicBezTo>
                  <a:pt x="1073" y="388"/>
                  <a:pt x="1077" y="373"/>
                  <a:pt x="1077" y="356"/>
                </a:cubicBezTo>
                <a:lnTo>
                  <a:pt x="1077" y="302"/>
                </a:lnTo>
                <a:cubicBezTo>
                  <a:pt x="1081" y="285"/>
                  <a:pt x="1085" y="266"/>
                  <a:pt x="1085" y="249"/>
                </a:cubicBezTo>
                <a:cubicBezTo>
                  <a:pt x="1089" y="226"/>
                  <a:pt x="1085" y="207"/>
                  <a:pt x="1089" y="187"/>
                </a:cubicBezTo>
                <a:cubicBezTo>
                  <a:pt x="1093" y="167"/>
                  <a:pt x="1093" y="151"/>
                  <a:pt x="1096" y="131"/>
                </a:cubicBezTo>
                <a:cubicBezTo>
                  <a:pt x="1101" y="112"/>
                  <a:pt x="1105" y="96"/>
                  <a:pt x="1109" y="76"/>
                </a:cubicBezTo>
                <a:cubicBezTo>
                  <a:pt x="1109" y="56"/>
                  <a:pt x="1109" y="21"/>
                  <a:pt x="1089" y="5"/>
                </a:cubicBezTo>
                <a:cubicBezTo>
                  <a:pt x="1084" y="2"/>
                  <a:pt x="1079" y="1"/>
                  <a:pt x="1074" y="1"/>
                </a:cubicBezTo>
                <a:close/>
              </a:path>
            </a:pathLst>
          </a:custGeom>
          <a:solidFill>
            <a:schemeClr val="accent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 name="Google Shape;768;p29"/>
          <p:cNvSpPr/>
          <p:nvPr/>
        </p:nvSpPr>
        <p:spPr>
          <a:xfrm rot="7690696">
            <a:off x="243319" y="334250"/>
            <a:ext cx="845836" cy="617729"/>
          </a:xfrm>
          <a:custGeom>
            <a:rect b="b" l="l" r="r" t="t"/>
            <a:pathLst>
              <a:path extrusionOk="0" h="1308" w="1791">
                <a:moveTo>
                  <a:pt x="1141" y="1"/>
                </a:moveTo>
                <a:cubicBezTo>
                  <a:pt x="1135" y="1"/>
                  <a:pt x="1129" y="3"/>
                  <a:pt x="1124" y="6"/>
                </a:cubicBezTo>
                <a:cubicBezTo>
                  <a:pt x="951" y="195"/>
                  <a:pt x="797" y="408"/>
                  <a:pt x="675" y="633"/>
                </a:cubicBezTo>
                <a:cubicBezTo>
                  <a:pt x="576" y="428"/>
                  <a:pt x="478" y="226"/>
                  <a:pt x="379" y="22"/>
                </a:cubicBezTo>
                <a:cubicBezTo>
                  <a:pt x="375" y="14"/>
                  <a:pt x="368" y="10"/>
                  <a:pt x="361" y="10"/>
                </a:cubicBezTo>
                <a:cubicBezTo>
                  <a:pt x="354" y="10"/>
                  <a:pt x="347" y="14"/>
                  <a:pt x="344" y="22"/>
                </a:cubicBezTo>
                <a:cubicBezTo>
                  <a:pt x="273" y="183"/>
                  <a:pt x="209" y="349"/>
                  <a:pt x="158" y="518"/>
                </a:cubicBezTo>
                <a:cubicBezTo>
                  <a:pt x="134" y="589"/>
                  <a:pt x="0" y="873"/>
                  <a:pt x="44" y="944"/>
                </a:cubicBezTo>
                <a:cubicBezTo>
                  <a:pt x="47" y="959"/>
                  <a:pt x="67" y="964"/>
                  <a:pt x="80" y="968"/>
                </a:cubicBezTo>
                <a:cubicBezTo>
                  <a:pt x="331" y="1039"/>
                  <a:pt x="580" y="1101"/>
                  <a:pt x="833" y="1161"/>
                </a:cubicBezTo>
                <a:cubicBezTo>
                  <a:pt x="1010" y="1201"/>
                  <a:pt x="1183" y="1236"/>
                  <a:pt x="1361" y="1272"/>
                </a:cubicBezTo>
                <a:cubicBezTo>
                  <a:pt x="1396" y="1277"/>
                  <a:pt x="1514" y="1308"/>
                  <a:pt x="1585" y="1308"/>
                </a:cubicBezTo>
                <a:cubicBezTo>
                  <a:pt x="1609" y="1308"/>
                  <a:pt x="1628" y="1304"/>
                  <a:pt x="1637" y="1295"/>
                </a:cubicBezTo>
                <a:cubicBezTo>
                  <a:pt x="1656" y="1279"/>
                  <a:pt x="1656" y="1248"/>
                  <a:pt x="1656" y="1220"/>
                </a:cubicBezTo>
                <a:cubicBezTo>
                  <a:pt x="1661" y="924"/>
                  <a:pt x="1779" y="637"/>
                  <a:pt x="1791" y="337"/>
                </a:cubicBezTo>
                <a:lnTo>
                  <a:pt x="1791" y="337"/>
                </a:lnTo>
                <a:cubicBezTo>
                  <a:pt x="1625" y="463"/>
                  <a:pt x="1467" y="597"/>
                  <a:pt x="1294" y="715"/>
                </a:cubicBezTo>
                <a:cubicBezTo>
                  <a:pt x="1321" y="621"/>
                  <a:pt x="1230" y="502"/>
                  <a:pt x="1207" y="412"/>
                </a:cubicBezTo>
                <a:cubicBezTo>
                  <a:pt x="1175" y="282"/>
                  <a:pt x="1159" y="151"/>
                  <a:pt x="1159" y="18"/>
                </a:cubicBezTo>
                <a:cubicBezTo>
                  <a:pt x="1159" y="6"/>
                  <a:pt x="1150" y="1"/>
                  <a:pt x="1141" y="1"/>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 name="Google Shape;769;p29"/>
          <p:cNvSpPr/>
          <p:nvPr/>
        </p:nvSpPr>
        <p:spPr>
          <a:xfrm rot="10800000">
            <a:off x="9766849" y="8838236"/>
            <a:ext cx="233400" cy="233400"/>
          </a:xfrm>
          <a:prstGeom prst="ellipse">
            <a:avLst/>
          </a:pr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 name="Google Shape;770;p29"/>
          <p:cNvSpPr/>
          <p:nvPr/>
        </p:nvSpPr>
        <p:spPr>
          <a:xfrm rot="10800000">
            <a:off x="8974311" y="9776248"/>
            <a:ext cx="233400" cy="233400"/>
          </a:xfrm>
          <a:prstGeom prst="ellipse">
            <a:avLst/>
          </a:pr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p29"/>
          <p:cNvSpPr/>
          <p:nvPr/>
        </p:nvSpPr>
        <p:spPr>
          <a:xfrm flipH="1">
            <a:off x="322036" y="6102373"/>
            <a:ext cx="56375" cy="2663275"/>
          </a:xfrm>
          <a:custGeom>
            <a:rect b="b" l="l" r="r" t="t"/>
            <a:pathLst>
              <a:path extrusionOk="0" h="106531" w="2255">
                <a:moveTo>
                  <a:pt x="1515" y="0"/>
                </a:moveTo>
                <a:cubicBezTo>
                  <a:pt x="649" y="35503"/>
                  <a:pt x="4406" y="71291"/>
                  <a:pt x="0" y="106531"/>
                </a:cubicBezTo>
              </a:path>
            </a:pathLst>
          </a:custGeom>
          <a:noFill/>
          <a:ln cap="flat" cmpd="sng" w="28575">
            <a:solidFill>
              <a:schemeClr val="dk1"/>
            </a:solidFill>
            <a:prstDash val="solid"/>
            <a:round/>
            <a:headEnd len="med" w="med" type="none"/>
            <a:tailEnd len="med" w="med" type="none"/>
          </a:ln>
        </p:spPr>
      </p:sp>
      <p:sp>
        <p:nvSpPr>
          <p:cNvPr id="772" name="Google Shape;772;p29"/>
          <p:cNvSpPr/>
          <p:nvPr/>
        </p:nvSpPr>
        <p:spPr>
          <a:xfrm flipH="1">
            <a:off x="531486" y="7705373"/>
            <a:ext cx="23625" cy="795200"/>
          </a:xfrm>
          <a:custGeom>
            <a:rect b="b" l="l" r="r" t="t"/>
            <a:pathLst>
              <a:path extrusionOk="0" h="31808" w="945">
                <a:moveTo>
                  <a:pt x="505" y="0"/>
                </a:moveTo>
                <a:cubicBezTo>
                  <a:pt x="1386" y="10567"/>
                  <a:pt x="0" y="21204"/>
                  <a:pt x="0" y="31808"/>
                </a:cubicBezTo>
              </a:path>
            </a:pathLst>
          </a:custGeom>
          <a:noFill/>
          <a:ln cap="flat" cmpd="sng" w="28575">
            <a:solidFill>
              <a:schemeClr val="dk1"/>
            </a:solidFill>
            <a:prstDash val="solid"/>
            <a:round/>
            <a:headEnd len="med" w="med" type="none"/>
            <a:tailEnd len="med" w="med" type="none"/>
          </a:ln>
        </p:spPr>
      </p:sp>
      <p:sp>
        <p:nvSpPr>
          <p:cNvPr id="773" name="Google Shape;773;p29"/>
          <p:cNvSpPr/>
          <p:nvPr/>
        </p:nvSpPr>
        <p:spPr>
          <a:xfrm flipH="1" rot="-148895">
            <a:off x="9916250" y="3274228"/>
            <a:ext cx="138855" cy="2158457"/>
          </a:xfrm>
          <a:custGeom>
            <a:rect b="b" l="l" r="r" t="t"/>
            <a:pathLst>
              <a:path extrusionOk="0" h="86335" w="5554">
                <a:moveTo>
                  <a:pt x="0" y="0"/>
                </a:moveTo>
                <a:cubicBezTo>
                  <a:pt x="1919" y="28774"/>
                  <a:pt x="5554" y="57497"/>
                  <a:pt x="5554" y="86335"/>
                </a:cubicBezTo>
              </a:path>
            </a:pathLst>
          </a:custGeom>
          <a:noFill/>
          <a:ln cap="flat" cmpd="sng" w="28575">
            <a:solidFill>
              <a:schemeClr val="dk1"/>
            </a:solidFill>
            <a:prstDash val="solid"/>
            <a:round/>
            <a:headEnd len="med" w="med" type="none"/>
            <a:tailEnd len="med" w="med" type="none"/>
          </a:ln>
        </p:spPr>
      </p:sp>
      <p:sp>
        <p:nvSpPr>
          <p:cNvPr id="774" name="Google Shape;774;p29"/>
          <p:cNvSpPr/>
          <p:nvPr/>
        </p:nvSpPr>
        <p:spPr>
          <a:xfrm flipH="1" rot="-148895">
            <a:off x="9791142" y="4987992"/>
            <a:ext cx="39176" cy="1123393"/>
          </a:xfrm>
          <a:custGeom>
            <a:rect b="b" l="l" r="r" t="t"/>
            <a:pathLst>
              <a:path extrusionOk="0" h="44934" w="1567">
                <a:moveTo>
                  <a:pt x="557" y="0"/>
                </a:moveTo>
                <a:cubicBezTo>
                  <a:pt x="-1098" y="14890"/>
                  <a:pt x="1567" y="29952"/>
                  <a:pt x="1567" y="44934"/>
                </a:cubicBezTo>
              </a:path>
            </a:pathLst>
          </a:custGeom>
          <a:noFill/>
          <a:ln cap="flat" cmpd="sng" w="28575">
            <a:solidFill>
              <a:schemeClr val="dk1"/>
            </a:solidFill>
            <a:prstDash val="solid"/>
            <a:round/>
            <a:headEnd len="med" w="med" type="none"/>
            <a:tailEnd len="med" w="med" type="none"/>
          </a:ln>
        </p:spPr>
      </p:sp>
      <p:sp>
        <p:nvSpPr>
          <p:cNvPr id="775" name="Google Shape;775;p29"/>
          <p:cNvSpPr/>
          <p:nvPr/>
        </p:nvSpPr>
        <p:spPr>
          <a:xfrm rot="10800000">
            <a:off x="1380786" y="526411"/>
            <a:ext cx="233400" cy="233400"/>
          </a:xfrm>
          <a:prstGeom prst="ellipse">
            <a:avLst/>
          </a:pr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 name="Google Shape;776;p29"/>
          <p:cNvSpPr/>
          <p:nvPr/>
        </p:nvSpPr>
        <p:spPr>
          <a:xfrm rot="10800000">
            <a:off x="233524" y="9776261"/>
            <a:ext cx="233400" cy="233400"/>
          </a:xfrm>
          <a:prstGeom prst="ellipse">
            <a:avLst/>
          </a:pr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 name="Google Shape;777;p29"/>
          <p:cNvSpPr/>
          <p:nvPr/>
        </p:nvSpPr>
        <p:spPr>
          <a:xfrm rot="10800000">
            <a:off x="549549" y="9007298"/>
            <a:ext cx="233400" cy="233400"/>
          </a:xfrm>
          <a:prstGeom prst="ellipse">
            <a:avLst/>
          </a:pr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78" name="Google Shape;778;p29"/>
          <p:cNvGrpSpPr/>
          <p:nvPr/>
        </p:nvGrpSpPr>
        <p:grpSpPr>
          <a:xfrm rot="-6567601">
            <a:off x="8958159" y="-309969"/>
            <a:ext cx="2448651" cy="2125389"/>
            <a:chOff x="1322124" y="4079650"/>
            <a:chExt cx="3420400" cy="2968851"/>
          </a:xfrm>
        </p:grpSpPr>
        <p:sp>
          <p:nvSpPr>
            <p:cNvPr id="779" name="Google Shape;779;p29"/>
            <p:cNvSpPr/>
            <p:nvPr/>
          </p:nvSpPr>
          <p:spPr>
            <a:xfrm>
              <a:off x="1322124" y="4377475"/>
              <a:ext cx="3420400" cy="2671026"/>
            </a:xfrm>
            <a:custGeom>
              <a:rect b="b" l="l" r="r" t="t"/>
              <a:pathLst>
                <a:path extrusionOk="0" h="2556" w="3273">
                  <a:moveTo>
                    <a:pt x="228" y="0"/>
                  </a:moveTo>
                  <a:cubicBezTo>
                    <a:pt x="244" y="548"/>
                    <a:pt x="157" y="1345"/>
                    <a:pt x="0" y="2331"/>
                  </a:cubicBezTo>
                  <a:lnTo>
                    <a:pt x="3040" y="2555"/>
                  </a:lnTo>
                  <a:cubicBezTo>
                    <a:pt x="3186" y="1767"/>
                    <a:pt x="3273" y="998"/>
                    <a:pt x="3269" y="257"/>
                  </a:cubicBezTo>
                  <a:lnTo>
                    <a:pt x="3143" y="249"/>
                  </a:lnTo>
                  <a:lnTo>
                    <a:pt x="3143" y="249"/>
                  </a:lnTo>
                  <a:cubicBezTo>
                    <a:pt x="3154" y="320"/>
                    <a:pt x="3115" y="402"/>
                    <a:pt x="3020" y="402"/>
                  </a:cubicBezTo>
                  <a:cubicBezTo>
                    <a:pt x="2918" y="402"/>
                    <a:pt x="2878" y="304"/>
                    <a:pt x="2902" y="229"/>
                  </a:cubicBezTo>
                  <a:lnTo>
                    <a:pt x="2674" y="209"/>
                  </a:lnTo>
                  <a:lnTo>
                    <a:pt x="2674" y="209"/>
                  </a:lnTo>
                  <a:cubicBezTo>
                    <a:pt x="2677" y="213"/>
                    <a:pt x="2677" y="222"/>
                    <a:pt x="2677" y="229"/>
                  </a:cubicBezTo>
                  <a:lnTo>
                    <a:pt x="2677" y="237"/>
                  </a:lnTo>
                  <a:cubicBezTo>
                    <a:pt x="2677" y="261"/>
                    <a:pt x="2670" y="280"/>
                    <a:pt x="2657" y="300"/>
                  </a:cubicBezTo>
                  <a:cubicBezTo>
                    <a:pt x="2654" y="312"/>
                    <a:pt x="2646" y="320"/>
                    <a:pt x="2638" y="328"/>
                  </a:cubicBezTo>
                  <a:cubicBezTo>
                    <a:pt x="2622" y="344"/>
                    <a:pt x="2603" y="355"/>
                    <a:pt x="2583" y="364"/>
                  </a:cubicBezTo>
                  <a:lnTo>
                    <a:pt x="2547" y="367"/>
                  </a:lnTo>
                  <a:cubicBezTo>
                    <a:pt x="2528" y="367"/>
                    <a:pt x="2512" y="364"/>
                    <a:pt x="2496" y="355"/>
                  </a:cubicBezTo>
                  <a:cubicBezTo>
                    <a:pt x="2480" y="351"/>
                    <a:pt x="2468" y="340"/>
                    <a:pt x="2457" y="328"/>
                  </a:cubicBezTo>
                  <a:cubicBezTo>
                    <a:pt x="2441" y="316"/>
                    <a:pt x="2433" y="304"/>
                    <a:pt x="2428" y="288"/>
                  </a:cubicBezTo>
                  <a:cubicBezTo>
                    <a:pt x="2421" y="273"/>
                    <a:pt x="2417" y="253"/>
                    <a:pt x="2417" y="237"/>
                  </a:cubicBezTo>
                  <a:lnTo>
                    <a:pt x="2417" y="229"/>
                  </a:lnTo>
                  <a:cubicBezTo>
                    <a:pt x="2417" y="213"/>
                    <a:pt x="2421" y="202"/>
                    <a:pt x="2425" y="186"/>
                  </a:cubicBezTo>
                  <a:lnTo>
                    <a:pt x="2208" y="170"/>
                  </a:lnTo>
                  <a:lnTo>
                    <a:pt x="2208" y="170"/>
                  </a:lnTo>
                  <a:cubicBezTo>
                    <a:pt x="2228" y="245"/>
                    <a:pt x="2188" y="335"/>
                    <a:pt x="2090" y="335"/>
                  </a:cubicBezTo>
                  <a:cubicBezTo>
                    <a:pt x="1979" y="335"/>
                    <a:pt x="1940" y="225"/>
                    <a:pt x="1975" y="151"/>
                  </a:cubicBezTo>
                  <a:lnTo>
                    <a:pt x="1660" y="122"/>
                  </a:lnTo>
                  <a:lnTo>
                    <a:pt x="1660" y="122"/>
                  </a:lnTo>
                  <a:cubicBezTo>
                    <a:pt x="1684" y="198"/>
                    <a:pt x="1644" y="293"/>
                    <a:pt x="1542" y="293"/>
                  </a:cubicBezTo>
                  <a:cubicBezTo>
                    <a:pt x="1431" y="293"/>
                    <a:pt x="1396" y="182"/>
                    <a:pt x="1431" y="103"/>
                  </a:cubicBezTo>
                  <a:lnTo>
                    <a:pt x="1171" y="84"/>
                  </a:lnTo>
                  <a:lnTo>
                    <a:pt x="1171" y="84"/>
                  </a:lnTo>
                  <a:cubicBezTo>
                    <a:pt x="1183" y="155"/>
                    <a:pt x="1140" y="237"/>
                    <a:pt x="1049" y="237"/>
                  </a:cubicBezTo>
                  <a:cubicBezTo>
                    <a:pt x="946" y="237"/>
                    <a:pt x="907" y="138"/>
                    <a:pt x="930" y="60"/>
                  </a:cubicBezTo>
                  <a:lnTo>
                    <a:pt x="678" y="40"/>
                  </a:lnTo>
                  <a:cubicBezTo>
                    <a:pt x="678" y="107"/>
                    <a:pt x="635" y="170"/>
                    <a:pt x="552" y="170"/>
                  </a:cubicBezTo>
                  <a:cubicBezTo>
                    <a:pt x="461" y="170"/>
                    <a:pt x="417" y="91"/>
                    <a:pt x="430" y="20"/>
                  </a:cubicBezTo>
                  <a:lnTo>
                    <a:pt x="228" y="0"/>
                  </a:lnTo>
                  <a:close/>
                </a:path>
              </a:pathLst>
            </a:custGeom>
            <a:solidFill>
              <a:schemeClr val="accent5"/>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 name="Google Shape;780;p29"/>
            <p:cNvSpPr/>
            <p:nvPr/>
          </p:nvSpPr>
          <p:spPr>
            <a:xfrm>
              <a:off x="3019260" y="4421365"/>
              <a:ext cx="391888" cy="506826"/>
            </a:xfrm>
            <a:custGeom>
              <a:rect b="b" l="l" r="r" t="t"/>
              <a:pathLst>
                <a:path extrusionOk="0" h="485" w="375">
                  <a:moveTo>
                    <a:pt x="26" y="0"/>
                  </a:moveTo>
                  <a:cubicBezTo>
                    <a:pt x="21" y="0"/>
                    <a:pt x="16" y="2"/>
                    <a:pt x="12" y="6"/>
                  </a:cubicBezTo>
                  <a:cubicBezTo>
                    <a:pt x="0" y="9"/>
                    <a:pt x="0" y="25"/>
                    <a:pt x="9" y="33"/>
                  </a:cubicBezTo>
                  <a:lnTo>
                    <a:pt x="331" y="475"/>
                  </a:lnTo>
                  <a:cubicBezTo>
                    <a:pt x="336" y="482"/>
                    <a:pt x="341" y="485"/>
                    <a:pt x="347" y="485"/>
                  </a:cubicBezTo>
                  <a:cubicBezTo>
                    <a:pt x="352" y="485"/>
                    <a:pt x="358" y="483"/>
                    <a:pt x="363" y="479"/>
                  </a:cubicBezTo>
                  <a:cubicBezTo>
                    <a:pt x="371" y="475"/>
                    <a:pt x="375" y="459"/>
                    <a:pt x="367" y="451"/>
                  </a:cubicBezTo>
                  <a:lnTo>
                    <a:pt x="40" y="9"/>
                  </a:lnTo>
                  <a:cubicBezTo>
                    <a:pt x="38" y="3"/>
                    <a:pt x="32" y="0"/>
                    <a:pt x="2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 name="Google Shape;781;p29"/>
            <p:cNvSpPr/>
            <p:nvPr/>
          </p:nvSpPr>
          <p:spPr>
            <a:xfrm>
              <a:off x="2779947" y="4154890"/>
              <a:ext cx="755560" cy="640587"/>
            </a:xfrm>
            <a:custGeom>
              <a:rect b="b" l="l" r="r" t="t"/>
              <a:pathLst>
                <a:path extrusionOk="0" h="613" w="723">
                  <a:moveTo>
                    <a:pt x="311" y="0"/>
                  </a:moveTo>
                  <a:cubicBezTo>
                    <a:pt x="154" y="0"/>
                    <a:pt x="19" y="127"/>
                    <a:pt x="9" y="300"/>
                  </a:cubicBezTo>
                  <a:cubicBezTo>
                    <a:pt x="1" y="422"/>
                    <a:pt x="87" y="561"/>
                    <a:pt x="210" y="596"/>
                  </a:cubicBezTo>
                  <a:cubicBezTo>
                    <a:pt x="249" y="606"/>
                    <a:pt x="286" y="612"/>
                    <a:pt x="323" y="612"/>
                  </a:cubicBezTo>
                  <a:cubicBezTo>
                    <a:pt x="384" y="612"/>
                    <a:pt x="442" y="596"/>
                    <a:pt x="494" y="557"/>
                  </a:cubicBezTo>
                  <a:cubicBezTo>
                    <a:pt x="722" y="387"/>
                    <a:pt x="596" y="87"/>
                    <a:pt x="418" y="20"/>
                  </a:cubicBezTo>
                  <a:cubicBezTo>
                    <a:pt x="382" y="6"/>
                    <a:pt x="346" y="0"/>
                    <a:pt x="311" y="0"/>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 name="Google Shape;782;p29"/>
            <p:cNvSpPr/>
            <p:nvPr/>
          </p:nvSpPr>
          <p:spPr>
            <a:xfrm>
              <a:off x="2751731" y="4079650"/>
              <a:ext cx="638516" cy="558031"/>
            </a:xfrm>
            <a:custGeom>
              <a:rect b="b" l="l" r="r" t="t"/>
              <a:pathLst>
                <a:path extrusionOk="0" h="534" w="611">
                  <a:moveTo>
                    <a:pt x="247" y="0"/>
                  </a:moveTo>
                  <a:cubicBezTo>
                    <a:pt x="117" y="0"/>
                    <a:pt x="10" y="106"/>
                    <a:pt x="4" y="254"/>
                  </a:cubicBezTo>
                  <a:cubicBezTo>
                    <a:pt x="1" y="360"/>
                    <a:pt x="79" y="483"/>
                    <a:pt x="181" y="518"/>
                  </a:cubicBezTo>
                  <a:cubicBezTo>
                    <a:pt x="214" y="528"/>
                    <a:pt x="246" y="534"/>
                    <a:pt x="277" y="534"/>
                  </a:cubicBezTo>
                  <a:cubicBezTo>
                    <a:pt x="328" y="534"/>
                    <a:pt x="377" y="519"/>
                    <a:pt x="422" y="487"/>
                  </a:cubicBezTo>
                  <a:cubicBezTo>
                    <a:pt x="611" y="345"/>
                    <a:pt x="497" y="81"/>
                    <a:pt x="347" y="21"/>
                  </a:cubicBezTo>
                  <a:cubicBezTo>
                    <a:pt x="313" y="7"/>
                    <a:pt x="279" y="0"/>
                    <a:pt x="247" y="0"/>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 name="Google Shape;783;p29"/>
            <p:cNvSpPr/>
            <p:nvPr/>
          </p:nvSpPr>
          <p:spPr>
            <a:xfrm>
              <a:off x="1802840" y="5085985"/>
              <a:ext cx="2642894" cy="248711"/>
            </a:xfrm>
            <a:custGeom>
              <a:rect b="b" l="l" r="r" t="t"/>
              <a:pathLst>
                <a:path extrusionOk="0" h="238" w="2529">
                  <a:moveTo>
                    <a:pt x="13" y="1"/>
                  </a:moveTo>
                  <a:cubicBezTo>
                    <a:pt x="9" y="1"/>
                    <a:pt x="5" y="5"/>
                    <a:pt x="1" y="12"/>
                  </a:cubicBezTo>
                  <a:cubicBezTo>
                    <a:pt x="1" y="17"/>
                    <a:pt x="5" y="24"/>
                    <a:pt x="13" y="24"/>
                  </a:cubicBezTo>
                  <a:lnTo>
                    <a:pt x="186" y="41"/>
                  </a:lnTo>
                  <a:cubicBezTo>
                    <a:pt x="190" y="41"/>
                    <a:pt x="199" y="36"/>
                    <a:pt x="199" y="28"/>
                  </a:cubicBezTo>
                  <a:cubicBezTo>
                    <a:pt x="199" y="24"/>
                    <a:pt x="194" y="17"/>
                    <a:pt x="186" y="17"/>
                  </a:cubicBezTo>
                  <a:lnTo>
                    <a:pt x="13" y="1"/>
                  </a:lnTo>
                  <a:close/>
                  <a:moveTo>
                    <a:pt x="360" y="32"/>
                  </a:moveTo>
                  <a:cubicBezTo>
                    <a:pt x="356" y="32"/>
                    <a:pt x="352" y="36"/>
                    <a:pt x="348" y="41"/>
                  </a:cubicBezTo>
                  <a:cubicBezTo>
                    <a:pt x="348" y="48"/>
                    <a:pt x="352" y="52"/>
                    <a:pt x="360" y="52"/>
                  </a:cubicBezTo>
                  <a:lnTo>
                    <a:pt x="534" y="68"/>
                  </a:lnTo>
                  <a:cubicBezTo>
                    <a:pt x="541" y="68"/>
                    <a:pt x="545" y="64"/>
                    <a:pt x="545" y="59"/>
                  </a:cubicBezTo>
                  <a:cubicBezTo>
                    <a:pt x="545" y="52"/>
                    <a:pt x="541" y="48"/>
                    <a:pt x="534" y="48"/>
                  </a:cubicBezTo>
                  <a:lnTo>
                    <a:pt x="360" y="32"/>
                  </a:lnTo>
                  <a:close/>
                  <a:moveTo>
                    <a:pt x="707" y="59"/>
                  </a:moveTo>
                  <a:cubicBezTo>
                    <a:pt x="703" y="59"/>
                    <a:pt x="699" y="64"/>
                    <a:pt x="699" y="72"/>
                  </a:cubicBezTo>
                  <a:cubicBezTo>
                    <a:pt x="696" y="76"/>
                    <a:pt x="703" y="83"/>
                    <a:pt x="707" y="83"/>
                  </a:cubicBezTo>
                  <a:lnTo>
                    <a:pt x="880" y="99"/>
                  </a:lnTo>
                  <a:cubicBezTo>
                    <a:pt x="889" y="99"/>
                    <a:pt x="892" y="95"/>
                    <a:pt x="892" y="88"/>
                  </a:cubicBezTo>
                  <a:cubicBezTo>
                    <a:pt x="892" y="83"/>
                    <a:pt x="889" y="76"/>
                    <a:pt x="885" y="76"/>
                  </a:cubicBezTo>
                  <a:lnTo>
                    <a:pt x="707" y="59"/>
                  </a:lnTo>
                  <a:close/>
                  <a:moveTo>
                    <a:pt x="1058" y="92"/>
                  </a:moveTo>
                  <a:cubicBezTo>
                    <a:pt x="1050" y="92"/>
                    <a:pt x="1046" y="95"/>
                    <a:pt x="1046" y="99"/>
                  </a:cubicBezTo>
                  <a:cubicBezTo>
                    <a:pt x="1042" y="107"/>
                    <a:pt x="1050" y="112"/>
                    <a:pt x="1054" y="112"/>
                  </a:cubicBezTo>
                  <a:lnTo>
                    <a:pt x="1227" y="127"/>
                  </a:lnTo>
                  <a:cubicBezTo>
                    <a:pt x="1235" y="127"/>
                    <a:pt x="1240" y="123"/>
                    <a:pt x="1240" y="119"/>
                  </a:cubicBezTo>
                  <a:cubicBezTo>
                    <a:pt x="1240" y="112"/>
                    <a:pt x="1235" y="107"/>
                    <a:pt x="1231" y="107"/>
                  </a:cubicBezTo>
                  <a:lnTo>
                    <a:pt x="1058" y="92"/>
                  </a:lnTo>
                  <a:close/>
                  <a:moveTo>
                    <a:pt x="1405" y="119"/>
                  </a:moveTo>
                  <a:cubicBezTo>
                    <a:pt x="1397" y="119"/>
                    <a:pt x="1393" y="123"/>
                    <a:pt x="1393" y="130"/>
                  </a:cubicBezTo>
                  <a:cubicBezTo>
                    <a:pt x="1393" y="139"/>
                    <a:pt x="1397" y="143"/>
                    <a:pt x="1401" y="143"/>
                  </a:cubicBezTo>
                  <a:lnTo>
                    <a:pt x="1575" y="159"/>
                  </a:lnTo>
                  <a:cubicBezTo>
                    <a:pt x="1582" y="159"/>
                    <a:pt x="1586" y="154"/>
                    <a:pt x="1586" y="147"/>
                  </a:cubicBezTo>
                  <a:cubicBezTo>
                    <a:pt x="1586" y="143"/>
                    <a:pt x="1582" y="135"/>
                    <a:pt x="1579" y="135"/>
                  </a:cubicBezTo>
                  <a:lnTo>
                    <a:pt x="1405" y="119"/>
                  </a:lnTo>
                  <a:close/>
                  <a:moveTo>
                    <a:pt x="1752" y="150"/>
                  </a:moveTo>
                  <a:cubicBezTo>
                    <a:pt x="1744" y="150"/>
                    <a:pt x="1740" y="154"/>
                    <a:pt x="1740" y="163"/>
                  </a:cubicBezTo>
                  <a:cubicBezTo>
                    <a:pt x="1740" y="166"/>
                    <a:pt x="1744" y="170"/>
                    <a:pt x="1748" y="170"/>
                  </a:cubicBezTo>
                  <a:lnTo>
                    <a:pt x="1921" y="186"/>
                  </a:lnTo>
                  <a:cubicBezTo>
                    <a:pt x="1930" y="186"/>
                    <a:pt x="1933" y="182"/>
                    <a:pt x="1933" y="178"/>
                  </a:cubicBezTo>
                  <a:cubicBezTo>
                    <a:pt x="1933" y="170"/>
                    <a:pt x="1930" y="166"/>
                    <a:pt x="1926" y="166"/>
                  </a:cubicBezTo>
                  <a:lnTo>
                    <a:pt x="1752" y="150"/>
                  </a:lnTo>
                  <a:close/>
                  <a:moveTo>
                    <a:pt x="2095" y="181"/>
                  </a:moveTo>
                  <a:cubicBezTo>
                    <a:pt x="2090" y="181"/>
                    <a:pt x="2087" y="187"/>
                    <a:pt x="2087" y="190"/>
                  </a:cubicBezTo>
                  <a:cubicBezTo>
                    <a:pt x="2087" y="198"/>
                    <a:pt x="2091" y="201"/>
                    <a:pt x="2095" y="201"/>
                  </a:cubicBezTo>
                  <a:lnTo>
                    <a:pt x="2268" y="218"/>
                  </a:lnTo>
                  <a:cubicBezTo>
                    <a:pt x="2276" y="218"/>
                    <a:pt x="2281" y="214"/>
                    <a:pt x="2281" y="206"/>
                  </a:cubicBezTo>
                  <a:cubicBezTo>
                    <a:pt x="2281" y="201"/>
                    <a:pt x="2276" y="194"/>
                    <a:pt x="2272" y="194"/>
                  </a:cubicBezTo>
                  <a:lnTo>
                    <a:pt x="2099" y="182"/>
                  </a:lnTo>
                  <a:cubicBezTo>
                    <a:pt x="2097" y="182"/>
                    <a:pt x="2096" y="181"/>
                    <a:pt x="2095" y="181"/>
                  </a:cubicBezTo>
                  <a:close/>
                  <a:moveTo>
                    <a:pt x="2446" y="210"/>
                  </a:moveTo>
                  <a:cubicBezTo>
                    <a:pt x="2438" y="210"/>
                    <a:pt x="2434" y="214"/>
                    <a:pt x="2434" y="221"/>
                  </a:cubicBezTo>
                  <a:cubicBezTo>
                    <a:pt x="2434" y="225"/>
                    <a:pt x="2438" y="230"/>
                    <a:pt x="2442" y="234"/>
                  </a:cubicBezTo>
                  <a:lnTo>
                    <a:pt x="2517" y="237"/>
                  </a:lnTo>
                  <a:cubicBezTo>
                    <a:pt x="2521" y="237"/>
                    <a:pt x="2525" y="234"/>
                    <a:pt x="2529" y="230"/>
                  </a:cubicBezTo>
                  <a:cubicBezTo>
                    <a:pt x="2529" y="221"/>
                    <a:pt x="2525" y="218"/>
                    <a:pt x="2517" y="218"/>
                  </a:cubicBezTo>
                  <a:lnTo>
                    <a:pt x="2446" y="210"/>
                  </a:lnTo>
                  <a:close/>
                </a:path>
              </a:pathLst>
            </a:cu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 name="Google Shape;784;p29"/>
            <p:cNvSpPr/>
            <p:nvPr/>
          </p:nvSpPr>
          <p:spPr>
            <a:xfrm>
              <a:off x="1778804" y="5539515"/>
              <a:ext cx="2646029" cy="177650"/>
            </a:xfrm>
            <a:custGeom>
              <a:rect b="b" l="l" r="r" t="t"/>
              <a:pathLst>
                <a:path extrusionOk="0" h="170" w="2532">
                  <a:moveTo>
                    <a:pt x="13" y="0"/>
                  </a:moveTo>
                  <a:cubicBezTo>
                    <a:pt x="4" y="0"/>
                    <a:pt x="0" y="9"/>
                    <a:pt x="0" y="13"/>
                  </a:cubicBezTo>
                  <a:cubicBezTo>
                    <a:pt x="0" y="20"/>
                    <a:pt x="4" y="24"/>
                    <a:pt x="13" y="24"/>
                  </a:cubicBezTo>
                  <a:lnTo>
                    <a:pt x="186" y="36"/>
                  </a:lnTo>
                  <a:cubicBezTo>
                    <a:pt x="190" y="36"/>
                    <a:pt x="193" y="28"/>
                    <a:pt x="198" y="24"/>
                  </a:cubicBezTo>
                  <a:cubicBezTo>
                    <a:pt x="198" y="16"/>
                    <a:pt x="190" y="13"/>
                    <a:pt x="186" y="13"/>
                  </a:cubicBezTo>
                  <a:lnTo>
                    <a:pt x="13" y="0"/>
                  </a:lnTo>
                  <a:close/>
                  <a:moveTo>
                    <a:pt x="357" y="23"/>
                  </a:moveTo>
                  <a:cubicBezTo>
                    <a:pt x="353" y="23"/>
                    <a:pt x="348" y="29"/>
                    <a:pt x="348" y="32"/>
                  </a:cubicBezTo>
                  <a:cubicBezTo>
                    <a:pt x="348" y="40"/>
                    <a:pt x="351" y="44"/>
                    <a:pt x="359" y="44"/>
                  </a:cubicBezTo>
                  <a:lnTo>
                    <a:pt x="533" y="56"/>
                  </a:lnTo>
                  <a:cubicBezTo>
                    <a:pt x="537" y="56"/>
                    <a:pt x="544" y="51"/>
                    <a:pt x="544" y="44"/>
                  </a:cubicBezTo>
                  <a:cubicBezTo>
                    <a:pt x="544" y="40"/>
                    <a:pt x="541" y="32"/>
                    <a:pt x="533" y="32"/>
                  </a:cubicBezTo>
                  <a:lnTo>
                    <a:pt x="359" y="24"/>
                  </a:lnTo>
                  <a:cubicBezTo>
                    <a:pt x="358" y="23"/>
                    <a:pt x="357" y="23"/>
                    <a:pt x="357" y="23"/>
                  </a:cubicBezTo>
                  <a:close/>
                  <a:moveTo>
                    <a:pt x="706" y="44"/>
                  </a:moveTo>
                  <a:cubicBezTo>
                    <a:pt x="703" y="44"/>
                    <a:pt x="695" y="48"/>
                    <a:pt x="695" y="51"/>
                  </a:cubicBezTo>
                  <a:cubicBezTo>
                    <a:pt x="695" y="60"/>
                    <a:pt x="699" y="64"/>
                    <a:pt x="706" y="64"/>
                  </a:cubicBezTo>
                  <a:lnTo>
                    <a:pt x="879" y="75"/>
                  </a:lnTo>
                  <a:cubicBezTo>
                    <a:pt x="888" y="75"/>
                    <a:pt x="892" y="71"/>
                    <a:pt x="892" y="64"/>
                  </a:cubicBezTo>
                  <a:cubicBezTo>
                    <a:pt x="892" y="60"/>
                    <a:pt x="888" y="51"/>
                    <a:pt x="879" y="51"/>
                  </a:cubicBezTo>
                  <a:lnTo>
                    <a:pt x="706" y="44"/>
                  </a:lnTo>
                  <a:close/>
                  <a:moveTo>
                    <a:pt x="1057" y="64"/>
                  </a:moveTo>
                  <a:cubicBezTo>
                    <a:pt x="1050" y="64"/>
                    <a:pt x="1045" y="67"/>
                    <a:pt x="1045" y="71"/>
                  </a:cubicBezTo>
                  <a:cubicBezTo>
                    <a:pt x="1045" y="80"/>
                    <a:pt x="1050" y="84"/>
                    <a:pt x="1054" y="84"/>
                  </a:cubicBezTo>
                  <a:lnTo>
                    <a:pt x="1227" y="95"/>
                  </a:lnTo>
                  <a:cubicBezTo>
                    <a:pt x="1234" y="95"/>
                    <a:pt x="1239" y="91"/>
                    <a:pt x="1239" y="84"/>
                  </a:cubicBezTo>
                  <a:cubicBezTo>
                    <a:pt x="1239" y="80"/>
                    <a:pt x="1234" y="71"/>
                    <a:pt x="1231" y="71"/>
                  </a:cubicBezTo>
                  <a:lnTo>
                    <a:pt x="1057" y="64"/>
                  </a:lnTo>
                  <a:close/>
                  <a:moveTo>
                    <a:pt x="1405" y="84"/>
                  </a:moveTo>
                  <a:cubicBezTo>
                    <a:pt x="1396" y="84"/>
                    <a:pt x="1392" y="87"/>
                    <a:pt x="1392" y="95"/>
                  </a:cubicBezTo>
                  <a:cubicBezTo>
                    <a:pt x="1392" y="99"/>
                    <a:pt x="1396" y="103"/>
                    <a:pt x="1400" y="103"/>
                  </a:cubicBezTo>
                  <a:lnTo>
                    <a:pt x="1578" y="115"/>
                  </a:lnTo>
                  <a:cubicBezTo>
                    <a:pt x="1582" y="115"/>
                    <a:pt x="1585" y="111"/>
                    <a:pt x="1589" y="103"/>
                  </a:cubicBezTo>
                  <a:cubicBezTo>
                    <a:pt x="1589" y="99"/>
                    <a:pt x="1582" y="95"/>
                    <a:pt x="1578" y="91"/>
                  </a:cubicBezTo>
                  <a:lnTo>
                    <a:pt x="1405" y="84"/>
                  </a:lnTo>
                  <a:close/>
                  <a:moveTo>
                    <a:pt x="1751" y="103"/>
                  </a:moveTo>
                  <a:cubicBezTo>
                    <a:pt x="1747" y="103"/>
                    <a:pt x="1740" y="107"/>
                    <a:pt x="1740" y="115"/>
                  </a:cubicBezTo>
                  <a:cubicBezTo>
                    <a:pt x="1740" y="119"/>
                    <a:pt x="1743" y="122"/>
                    <a:pt x="1751" y="127"/>
                  </a:cubicBezTo>
                  <a:lnTo>
                    <a:pt x="1925" y="135"/>
                  </a:lnTo>
                  <a:cubicBezTo>
                    <a:pt x="1929" y="135"/>
                    <a:pt x="1937" y="131"/>
                    <a:pt x="1937" y="122"/>
                  </a:cubicBezTo>
                  <a:cubicBezTo>
                    <a:pt x="1937" y="119"/>
                    <a:pt x="1933" y="115"/>
                    <a:pt x="1925" y="115"/>
                  </a:cubicBezTo>
                  <a:lnTo>
                    <a:pt x="1751" y="103"/>
                  </a:lnTo>
                  <a:close/>
                  <a:moveTo>
                    <a:pt x="2098" y="122"/>
                  </a:moveTo>
                  <a:cubicBezTo>
                    <a:pt x="2095" y="122"/>
                    <a:pt x="2086" y="127"/>
                    <a:pt x="2086" y="135"/>
                  </a:cubicBezTo>
                  <a:cubicBezTo>
                    <a:pt x="2086" y="138"/>
                    <a:pt x="2091" y="146"/>
                    <a:pt x="2098" y="146"/>
                  </a:cubicBezTo>
                  <a:lnTo>
                    <a:pt x="2272" y="154"/>
                  </a:lnTo>
                  <a:cubicBezTo>
                    <a:pt x="2280" y="154"/>
                    <a:pt x="2284" y="151"/>
                    <a:pt x="2284" y="146"/>
                  </a:cubicBezTo>
                  <a:cubicBezTo>
                    <a:pt x="2284" y="138"/>
                    <a:pt x="2280" y="135"/>
                    <a:pt x="2272" y="135"/>
                  </a:cubicBezTo>
                  <a:lnTo>
                    <a:pt x="2098" y="122"/>
                  </a:lnTo>
                  <a:close/>
                  <a:moveTo>
                    <a:pt x="2449" y="142"/>
                  </a:moveTo>
                  <a:cubicBezTo>
                    <a:pt x="2441" y="142"/>
                    <a:pt x="2437" y="146"/>
                    <a:pt x="2437" y="154"/>
                  </a:cubicBezTo>
                  <a:cubicBezTo>
                    <a:pt x="2437" y="158"/>
                    <a:pt x="2441" y="166"/>
                    <a:pt x="2446" y="166"/>
                  </a:cubicBezTo>
                  <a:lnTo>
                    <a:pt x="2520" y="170"/>
                  </a:lnTo>
                  <a:cubicBezTo>
                    <a:pt x="2524" y="170"/>
                    <a:pt x="2528" y="166"/>
                    <a:pt x="2528" y="158"/>
                  </a:cubicBezTo>
                  <a:cubicBezTo>
                    <a:pt x="2532" y="154"/>
                    <a:pt x="2524" y="146"/>
                    <a:pt x="2520" y="146"/>
                  </a:cubicBezTo>
                  <a:lnTo>
                    <a:pt x="2449" y="142"/>
                  </a:lnTo>
                  <a:close/>
                </a:path>
              </a:pathLst>
            </a:cu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 name="Google Shape;785;p29"/>
            <p:cNvSpPr/>
            <p:nvPr/>
          </p:nvSpPr>
          <p:spPr>
            <a:xfrm>
              <a:off x="1704607" y="5959605"/>
              <a:ext cx="2642894" cy="203775"/>
            </a:xfrm>
            <a:custGeom>
              <a:rect b="b" l="l" r="r" t="t"/>
              <a:pathLst>
                <a:path extrusionOk="0" h="195" w="2529">
                  <a:moveTo>
                    <a:pt x="13" y="0"/>
                  </a:moveTo>
                  <a:cubicBezTo>
                    <a:pt x="4" y="0"/>
                    <a:pt x="0" y="4"/>
                    <a:pt x="0" y="9"/>
                  </a:cubicBezTo>
                  <a:cubicBezTo>
                    <a:pt x="0" y="17"/>
                    <a:pt x="4" y="20"/>
                    <a:pt x="9" y="20"/>
                  </a:cubicBezTo>
                  <a:lnTo>
                    <a:pt x="182" y="33"/>
                  </a:lnTo>
                  <a:cubicBezTo>
                    <a:pt x="183" y="33"/>
                    <a:pt x="185" y="34"/>
                    <a:pt x="186" y="34"/>
                  </a:cubicBezTo>
                  <a:cubicBezTo>
                    <a:pt x="191" y="34"/>
                    <a:pt x="193" y="27"/>
                    <a:pt x="193" y="24"/>
                  </a:cubicBezTo>
                  <a:cubicBezTo>
                    <a:pt x="198" y="17"/>
                    <a:pt x="190" y="13"/>
                    <a:pt x="186" y="13"/>
                  </a:cubicBezTo>
                  <a:lnTo>
                    <a:pt x="13" y="0"/>
                  </a:lnTo>
                  <a:close/>
                  <a:moveTo>
                    <a:pt x="359" y="24"/>
                  </a:moveTo>
                  <a:cubicBezTo>
                    <a:pt x="351" y="24"/>
                    <a:pt x="348" y="28"/>
                    <a:pt x="348" y="36"/>
                  </a:cubicBezTo>
                  <a:cubicBezTo>
                    <a:pt x="348" y="40"/>
                    <a:pt x="351" y="44"/>
                    <a:pt x="359" y="44"/>
                  </a:cubicBezTo>
                  <a:lnTo>
                    <a:pt x="533" y="60"/>
                  </a:lnTo>
                  <a:cubicBezTo>
                    <a:pt x="537" y="60"/>
                    <a:pt x="541" y="52"/>
                    <a:pt x="544" y="48"/>
                  </a:cubicBezTo>
                  <a:cubicBezTo>
                    <a:pt x="544" y="40"/>
                    <a:pt x="541" y="36"/>
                    <a:pt x="533" y="36"/>
                  </a:cubicBezTo>
                  <a:lnTo>
                    <a:pt x="359" y="24"/>
                  </a:lnTo>
                  <a:close/>
                  <a:moveTo>
                    <a:pt x="706" y="48"/>
                  </a:moveTo>
                  <a:cubicBezTo>
                    <a:pt x="703" y="48"/>
                    <a:pt x="695" y="52"/>
                    <a:pt x="695" y="60"/>
                  </a:cubicBezTo>
                  <a:cubicBezTo>
                    <a:pt x="695" y="64"/>
                    <a:pt x="699" y="68"/>
                    <a:pt x="706" y="71"/>
                  </a:cubicBezTo>
                  <a:lnTo>
                    <a:pt x="879" y="84"/>
                  </a:lnTo>
                  <a:cubicBezTo>
                    <a:pt x="884" y="84"/>
                    <a:pt x="892" y="80"/>
                    <a:pt x="892" y="71"/>
                  </a:cubicBezTo>
                  <a:cubicBezTo>
                    <a:pt x="892" y="68"/>
                    <a:pt x="888" y="60"/>
                    <a:pt x="879" y="60"/>
                  </a:cubicBezTo>
                  <a:lnTo>
                    <a:pt x="706" y="48"/>
                  </a:lnTo>
                  <a:close/>
                  <a:moveTo>
                    <a:pt x="1054" y="71"/>
                  </a:moveTo>
                  <a:cubicBezTo>
                    <a:pt x="1050" y="71"/>
                    <a:pt x="1041" y="75"/>
                    <a:pt x="1041" y="84"/>
                  </a:cubicBezTo>
                  <a:cubicBezTo>
                    <a:pt x="1041" y="87"/>
                    <a:pt x="1045" y="95"/>
                    <a:pt x="1054" y="95"/>
                  </a:cubicBezTo>
                  <a:lnTo>
                    <a:pt x="1227" y="107"/>
                  </a:lnTo>
                  <a:cubicBezTo>
                    <a:pt x="1234" y="107"/>
                    <a:pt x="1239" y="104"/>
                    <a:pt x="1239" y="95"/>
                  </a:cubicBezTo>
                  <a:cubicBezTo>
                    <a:pt x="1239" y="91"/>
                    <a:pt x="1234" y="84"/>
                    <a:pt x="1227" y="84"/>
                  </a:cubicBezTo>
                  <a:lnTo>
                    <a:pt x="1054" y="71"/>
                  </a:lnTo>
                  <a:close/>
                  <a:moveTo>
                    <a:pt x="1400" y="95"/>
                  </a:moveTo>
                  <a:cubicBezTo>
                    <a:pt x="1396" y="95"/>
                    <a:pt x="1392" y="99"/>
                    <a:pt x="1392" y="107"/>
                  </a:cubicBezTo>
                  <a:cubicBezTo>
                    <a:pt x="1389" y="111"/>
                    <a:pt x="1396" y="119"/>
                    <a:pt x="1400" y="119"/>
                  </a:cubicBezTo>
                  <a:lnTo>
                    <a:pt x="1574" y="131"/>
                  </a:lnTo>
                  <a:cubicBezTo>
                    <a:pt x="1582" y="131"/>
                    <a:pt x="1585" y="127"/>
                    <a:pt x="1585" y="119"/>
                  </a:cubicBezTo>
                  <a:cubicBezTo>
                    <a:pt x="1585" y="115"/>
                    <a:pt x="1582" y="107"/>
                    <a:pt x="1578" y="107"/>
                  </a:cubicBezTo>
                  <a:lnTo>
                    <a:pt x="1400" y="95"/>
                  </a:lnTo>
                  <a:close/>
                  <a:moveTo>
                    <a:pt x="1751" y="119"/>
                  </a:moveTo>
                  <a:cubicBezTo>
                    <a:pt x="1744" y="119"/>
                    <a:pt x="1740" y="123"/>
                    <a:pt x="1740" y="131"/>
                  </a:cubicBezTo>
                  <a:cubicBezTo>
                    <a:pt x="1740" y="139"/>
                    <a:pt x="1744" y="142"/>
                    <a:pt x="1747" y="142"/>
                  </a:cubicBezTo>
                  <a:lnTo>
                    <a:pt x="1920" y="155"/>
                  </a:lnTo>
                  <a:cubicBezTo>
                    <a:pt x="1929" y="155"/>
                    <a:pt x="1933" y="151"/>
                    <a:pt x="1933" y="142"/>
                  </a:cubicBezTo>
                  <a:cubicBezTo>
                    <a:pt x="1933" y="139"/>
                    <a:pt x="1929" y="135"/>
                    <a:pt x="1925" y="135"/>
                  </a:cubicBezTo>
                  <a:lnTo>
                    <a:pt x="1751" y="119"/>
                  </a:lnTo>
                  <a:close/>
                  <a:moveTo>
                    <a:pt x="2095" y="145"/>
                  </a:moveTo>
                  <a:cubicBezTo>
                    <a:pt x="2089" y="145"/>
                    <a:pt x="2086" y="152"/>
                    <a:pt x="2086" y="155"/>
                  </a:cubicBezTo>
                  <a:cubicBezTo>
                    <a:pt x="2086" y="162"/>
                    <a:pt x="2091" y="166"/>
                    <a:pt x="2095" y="166"/>
                  </a:cubicBezTo>
                  <a:lnTo>
                    <a:pt x="2272" y="178"/>
                  </a:lnTo>
                  <a:cubicBezTo>
                    <a:pt x="2275" y="178"/>
                    <a:pt x="2280" y="175"/>
                    <a:pt x="2280" y="170"/>
                  </a:cubicBezTo>
                  <a:cubicBezTo>
                    <a:pt x="2284" y="162"/>
                    <a:pt x="2275" y="158"/>
                    <a:pt x="2272" y="158"/>
                  </a:cubicBezTo>
                  <a:lnTo>
                    <a:pt x="2098" y="146"/>
                  </a:lnTo>
                  <a:cubicBezTo>
                    <a:pt x="2097" y="145"/>
                    <a:pt x="2096" y="145"/>
                    <a:pt x="2095" y="145"/>
                  </a:cubicBezTo>
                  <a:close/>
                  <a:moveTo>
                    <a:pt x="2446" y="170"/>
                  </a:moveTo>
                  <a:cubicBezTo>
                    <a:pt x="2437" y="170"/>
                    <a:pt x="2433" y="175"/>
                    <a:pt x="2433" y="178"/>
                  </a:cubicBezTo>
                  <a:cubicBezTo>
                    <a:pt x="2433" y="186"/>
                    <a:pt x="2437" y="190"/>
                    <a:pt x="2446" y="190"/>
                  </a:cubicBezTo>
                  <a:lnTo>
                    <a:pt x="2517" y="193"/>
                  </a:lnTo>
                  <a:cubicBezTo>
                    <a:pt x="2517" y="194"/>
                    <a:pt x="2518" y="195"/>
                    <a:pt x="2519" y="195"/>
                  </a:cubicBezTo>
                  <a:cubicBezTo>
                    <a:pt x="2523" y="195"/>
                    <a:pt x="2528" y="189"/>
                    <a:pt x="2528" y="186"/>
                  </a:cubicBezTo>
                  <a:cubicBezTo>
                    <a:pt x="2528" y="178"/>
                    <a:pt x="2524" y="175"/>
                    <a:pt x="2517" y="175"/>
                  </a:cubicBezTo>
                  <a:lnTo>
                    <a:pt x="2446" y="170"/>
                  </a:lnTo>
                  <a:close/>
                </a:path>
              </a:pathLst>
            </a:cu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p29"/>
            <p:cNvSpPr/>
            <p:nvPr/>
          </p:nvSpPr>
          <p:spPr>
            <a:xfrm>
              <a:off x="1626229" y="6458070"/>
              <a:ext cx="2642894" cy="207955"/>
            </a:xfrm>
            <a:custGeom>
              <a:rect b="b" l="l" r="r" t="t"/>
              <a:pathLst>
                <a:path extrusionOk="0" h="199" w="2529">
                  <a:moveTo>
                    <a:pt x="13" y="0"/>
                  </a:moveTo>
                  <a:cubicBezTo>
                    <a:pt x="4" y="0"/>
                    <a:pt x="1" y="5"/>
                    <a:pt x="1" y="13"/>
                  </a:cubicBezTo>
                  <a:cubicBezTo>
                    <a:pt x="1" y="16"/>
                    <a:pt x="4" y="24"/>
                    <a:pt x="8" y="24"/>
                  </a:cubicBezTo>
                  <a:lnTo>
                    <a:pt x="182" y="36"/>
                  </a:lnTo>
                  <a:cubicBezTo>
                    <a:pt x="190" y="36"/>
                    <a:pt x="194" y="33"/>
                    <a:pt x="194" y="24"/>
                  </a:cubicBezTo>
                  <a:cubicBezTo>
                    <a:pt x="194" y="20"/>
                    <a:pt x="190" y="13"/>
                    <a:pt x="186" y="13"/>
                  </a:cubicBezTo>
                  <a:lnTo>
                    <a:pt x="13" y="0"/>
                  </a:lnTo>
                  <a:close/>
                  <a:moveTo>
                    <a:pt x="359" y="24"/>
                  </a:moveTo>
                  <a:cubicBezTo>
                    <a:pt x="352" y="24"/>
                    <a:pt x="348" y="29"/>
                    <a:pt x="348" y="36"/>
                  </a:cubicBezTo>
                  <a:cubicBezTo>
                    <a:pt x="348" y="44"/>
                    <a:pt x="352" y="48"/>
                    <a:pt x="359" y="48"/>
                  </a:cubicBezTo>
                  <a:lnTo>
                    <a:pt x="533" y="60"/>
                  </a:lnTo>
                  <a:cubicBezTo>
                    <a:pt x="537" y="60"/>
                    <a:pt x="541" y="56"/>
                    <a:pt x="545" y="48"/>
                  </a:cubicBezTo>
                  <a:cubicBezTo>
                    <a:pt x="545" y="44"/>
                    <a:pt x="541" y="40"/>
                    <a:pt x="533" y="36"/>
                  </a:cubicBezTo>
                  <a:lnTo>
                    <a:pt x="359" y="24"/>
                  </a:lnTo>
                  <a:close/>
                  <a:moveTo>
                    <a:pt x="704" y="51"/>
                  </a:moveTo>
                  <a:cubicBezTo>
                    <a:pt x="700" y="51"/>
                    <a:pt x="694" y="57"/>
                    <a:pt x="694" y="60"/>
                  </a:cubicBezTo>
                  <a:cubicBezTo>
                    <a:pt x="694" y="68"/>
                    <a:pt x="699" y="71"/>
                    <a:pt x="707" y="71"/>
                  </a:cubicBezTo>
                  <a:lnTo>
                    <a:pt x="880" y="84"/>
                  </a:lnTo>
                  <a:cubicBezTo>
                    <a:pt x="884" y="84"/>
                    <a:pt x="892" y="80"/>
                    <a:pt x="892" y="76"/>
                  </a:cubicBezTo>
                  <a:cubicBezTo>
                    <a:pt x="892" y="68"/>
                    <a:pt x="888" y="64"/>
                    <a:pt x="880" y="64"/>
                  </a:cubicBezTo>
                  <a:lnTo>
                    <a:pt x="707" y="52"/>
                  </a:lnTo>
                  <a:cubicBezTo>
                    <a:pt x="706" y="51"/>
                    <a:pt x="705" y="51"/>
                    <a:pt x="704" y="51"/>
                  </a:cubicBezTo>
                  <a:close/>
                  <a:moveTo>
                    <a:pt x="1054" y="76"/>
                  </a:moveTo>
                  <a:cubicBezTo>
                    <a:pt x="1049" y="76"/>
                    <a:pt x="1042" y="80"/>
                    <a:pt x="1042" y="84"/>
                  </a:cubicBezTo>
                  <a:cubicBezTo>
                    <a:pt x="1042" y="91"/>
                    <a:pt x="1045" y="95"/>
                    <a:pt x="1054" y="95"/>
                  </a:cubicBezTo>
                  <a:lnTo>
                    <a:pt x="1227" y="107"/>
                  </a:lnTo>
                  <a:cubicBezTo>
                    <a:pt x="1231" y="107"/>
                    <a:pt x="1238" y="104"/>
                    <a:pt x="1238" y="100"/>
                  </a:cubicBezTo>
                  <a:cubicBezTo>
                    <a:pt x="1238" y="91"/>
                    <a:pt x="1235" y="87"/>
                    <a:pt x="1227" y="87"/>
                  </a:cubicBezTo>
                  <a:lnTo>
                    <a:pt x="1054" y="76"/>
                  </a:lnTo>
                  <a:close/>
                  <a:moveTo>
                    <a:pt x="1400" y="100"/>
                  </a:moveTo>
                  <a:cubicBezTo>
                    <a:pt x="1396" y="100"/>
                    <a:pt x="1393" y="104"/>
                    <a:pt x="1389" y="107"/>
                  </a:cubicBezTo>
                  <a:cubicBezTo>
                    <a:pt x="1389" y="115"/>
                    <a:pt x="1396" y="119"/>
                    <a:pt x="1400" y="119"/>
                  </a:cubicBezTo>
                  <a:lnTo>
                    <a:pt x="1574" y="131"/>
                  </a:lnTo>
                  <a:cubicBezTo>
                    <a:pt x="1582" y="131"/>
                    <a:pt x="1586" y="127"/>
                    <a:pt x="1586" y="123"/>
                  </a:cubicBezTo>
                  <a:cubicBezTo>
                    <a:pt x="1586" y="115"/>
                    <a:pt x="1582" y="111"/>
                    <a:pt x="1578" y="111"/>
                  </a:cubicBezTo>
                  <a:lnTo>
                    <a:pt x="1400" y="100"/>
                  </a:lnTo>
                  <a:close/>
                  <a:moveTo>
                    <a:pt x="1751" y="123"/>
                  </a:moveTo>
                  <a:cubicBezTo>
                    <a:pt x="1744" y="123"/>
                    <a:pt x="1740" y="127"/>
                    <a:pt x="1740" y="131"/>
                  </a:cubicBezTo>
                  <a:cubicBezTo>
                    <a:pt x="1740" y="139"/>
                    <a:pt x="1744" y="142"/>
                    <a:pt x="1748" y="142"/>
                  </a:cubicBezTo>
                  <a:lnTo>
                    <a:pt x="1921" y="158"/>
                  </a:lnTo>
                  <a:cubicBezTo>
                    <a:pt x="1929" y="158"/>
                    <a:pt x="1933" y="151"/>
                    <a:pt x="1933" y="147"/>
                  </a:cubicBezTo>
                  <a:cubicBezTo>
                    <a:pt x="1933" y="139"/>
                    <a:pt x="1929" y="135"/>
                    <a:pt x="1924" y="135"/>
                  </a:cubicBezTo>
                  <a:lnTo>
                    <a:pt x="1751" y="123"/>
                  </a:lnTo>
                  <a:close/>
                  <a:moveTo>
                    <a:pt x="2099" y="147"/>
                  </a:moveTo>
                  <a:cubicBezTo>
                    <a:pt x="2090" y="147"/>
                    <a:pt x="2086" y="151"/>
                    <a:pt x="2086" y="158"/>
                  </a:cubicBezTo>
                  <a:cubicBezTo>
                    <a:pt x="2086" y="162"/>
                    <a:pt x="2090" y="166"/>
                    <a:pt x="2095" y="171"/>
                  </a:cubicBezTo>
                  <a:lnTo>
                    <a:pt x="2272" y="182"/>
                  </a:lnTo>
                  <a:cubicBezTo>
                    <a:pt x="2276" y="182"/>
                    <a:pt x="2279" y="178"/>
                    <a:pt x="2279" y="171"/>
                  </a:cubicBezTo>
                  <a:cubicBezTo>
                    <a:pt x="2284" y="166"/>
                    <a:pt x="2276" y="158"/>
                    <a:pt x="2272" y="158"/>
                  </a:cubicBezTo>
                  <a:lnTo>
                    <a:pt x="2099" y="147"/>
                  </a:lnTo>
                  <a:close/>
                  <a:moveTo>
                    <a:pt x="2445" y="171"/>
                  </a:moveTo>
                  <a:cubicBezTo>
                    <a:pt x="2437" y="171"/>
                    <a:pt x="2434" y="175"/>
                    <a:pt x="2434" y="182"/>
                  </a:cubicBezTo>
                  <a:cubicBezTo>
                    <a:pt x="2434" y="186"/>
                    <a:pt x="2437" y="194"/>
                    <a:pt x="2445" y="194"/>
                  </a:cubicBezTo>
                  <a:lnTo>
                    <a:pt x="2516" y="198"/>
                  </a:lnTo>
                  <a:cubicBezTo>
                    <a:pt x="2521" y="198"/>
                    <a:pt x="2528" y="194"/>
                    <a:pt x="2528" y="186"/>
                  </a:cubicBezTo>
                  <a:cubicBezTo>
                    <a:pt x="2528" y="182"/>
                    <a:pt x="2524" y="178"/>
                    <a:pt x="2516" y="175"/>
                  </a:cubicBezTo>
                  <a:lnTo>
                    <a:pt x="2445" y="171"/>
                  </a:lnTo>
                  <a:close/>
                </a:path>
              </a:pathLst>
            </a:cu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87" name="Google Shape;787;p29"/>
          <p:cNvSpPr txBox="1"/>
          <p:nvPr/>
        </p:nvSpPr>
        <p:spPr>
          <a:xfrm>
            <a:off x="3887600" y="7377485"/>
            <a:ext cx="5485200" cy="10593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400"/>
              <a:buNone/>
            </a:pPr>
            <a:r>
              <a:rPr lang="en" sz="1800">
                <a:solidFill>
                  <a:schemeClr val="dk1"/>
                </a:solidFill>
                <a:latin typeface="Grandstander"/>
                <a:ea typeface="Grandstander"/>
                <a:cs typeface="Grandstander"/>
                <a:sym typeface="Grandstander"/>
              </a:rPr>
              <a:t>CREDITS: This presentation template was created by </a:t>
            </a:r>
            <a:r>
              <a:rPr b="1" lang="en" sz="1800">
                <a:solidFill>
                  <a:schemeClr val="dk1"/>
                </a:solidFill>
                <a:uFill>
                  <a:noFill/>
                </a:uFill>
                <a:latin typeface="Grandstander"/>
                <a:ea typeface="Grandstander"/>
                <a:cs typeface="Grandstander"/>
                <a:sym typeface="Grandstander"/>
                <a:hlinkClick r:id="rId2">
                  <a:extLst>
                    <a:ext uri="{A12FA001-AC4F-418D-AE19-62706E023703}">
                      <ahyp:hlinkClr val="tx"/>
                    </a:ext>
                  </a:extLst>
                </a:hlinkClick>
              </a:rPr>
              <a:t>Slidesgo</a:t>
            </a:r>
            <a:r>
              <a:rPr lang="en" sz="1800">
                <a:solidFill>
                  <a:schemeClr val="dk1"/>
                </a:solidFill>
                <a:latin typeface="Grandstander"/>
                <a:ea typeface="Grandstander"/>
                <a:cs typeface="Grandstander"/>
                <a:sym typeface="Grandstander"/>
              </a:rPr>
              <a:t>, and includes icons by </a:t>
            </a:r>
            <a:r>
              <a:rPr b="1" lang="en" sz="1800">
                <a:solidFill>
                  <a:schemeClr val="dk1"/>
                </a:solidFill>
                <a:uFill>
                  <a:noFill/>
                </a:uFill>
                <a:latin typeface="Grandstander"/>
                <a:ea typeface="Grandstander"/>
                <a:cs typeface="Grandstander"/>
                <a:sym typeface="Grandstander"/>
                <a:hlinkClick r:id="rId3">
                  <a:extLst>
                    <a:ext uri="{A12FA001-AC4F-418D-AE19-62706E023703}">
                      <ahyp:hlinkClr val="tx"/>
                    </a:ext>
                  </a:extLst>
                </a:hlinkClick>
              </a:rPr>
              <a:t>Flaticon</a:t>
            </a:r>
            <a:r>
              <a:rPr lang="en" sz="1800">
                <a:solidFill>
                  <a:schemeClr val="dk1"/>
                </a:solidFill>
                <a:latin typeface="Grandstander"/>
                <a:ea typeface="Grandstander"/>
                <a:cs typeface="Grandstander"/>
                <a:sym typeface="Grandstander"/>
              </a:rPr>
              <a:t>, and infographics &amp; images by </a:t>
            </a:r>
            <a:r>
              <a:rPr b="1" lang="en" sz="1800">
                <a:solidFill>
                  <a:schemeClr val="dk1"/>
                </a:solidFill>
                <a:uFill>
                  <a:noFill/>
                </a:uFill>
                <a:latin typeface="Grandstander"/>
                <a:ea typeface="Grandstander"/>
                <a:cs typeface="Grandstander"/>
                <a:sym typeface="Grandstander"/>
                <a:hlinkClick r:id="rId4">
                  <a:extLst>
                    <a:ext uri="{A12FA001-AC4F-418D-AE19-62706E023703}">
                      <ahyp:hlinkClr val="tx"/>
                    </a:ext>
                  </a:extLst>
                </a:hlinkClick>
              </a:rPr>
              <a:t>Freepik</a:t>
            </a:r>
            <a:endParaRPr b="1" sz="1800">
              <a:solidFill>
                <a:schemeClr val="dk1"/>
              </a:solidFill>
              <a:latin typeface="Grandstander"/>
              <a:ea typeface="Grandstander"/>
              <a:cs typeface="Grandstander"/>
              <a:sym typeface="Grandstander"/>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788" name="Shape 788"/>
        <p:cNvGrpSpPr/>
        <p:nvPr/>
      </p:nvGrpSpPr>
      <p:grpSpPr>
        <a:xfrm>
          <a:off x="0" y="0"/>
          <a:ext cx="0" cy="0"/>
          <a:chOff x="0" y="0"/>
          <a:chExt cx="0" cy="0"/>
        </a:xfrm>
      </p:grpSpPr>
      <p:sp>
        <p:nvSpPr>
          <p:cNvPr id="789" name="Google Shape;789;p30"/>
          <p:cNvSpPr/>
          <p:nvPr/>
        </p:nvSpPr>
        <p:spPr>
          <a:xfrm rot="10800000">
            <a:off x="302194" y="159875"/>
            <a:ext cx="845836" cy="617729"/>
          </a:xfrm>
          <a:custGeom>
            <a:rect b="b" l="l" r="r" t="t"/>
            <a:pathLst>
              <a:path extrusionOk="0" h="1308" w="1791">
                <a:moveTo>
                  <a:pt x="1141" y="1"/>
                </a:moveTo>
                <a:cubicBezTo>
                  <a:pt x="1135" y="1"/>
                  <a:pt x="1129" y="3"/>
                  <a:pt x="1124" y="6"/>
                </a:cubicBezTo>
                <a:cubicBezTo>
                  <a:pt x="951" y="195"/>
                  <a:pt x="797" y="408"/>
                  <a:pt x="675" y="633"/>
                </a:cubicBezTo>
                <a:cubicBezTo>
                  <a:pt x="576" y="428"/>
                  <a:pt x="478" y="226"/>
                  <a:pt x="379" y="22"/>
                </a:cubicBezTo>
                <a:cubicBezTo>
                  <a:pt x="375" y="14"/>
                  <a:pt x="368" y="10"/>
                  <a:pt x="361" y="10"/>
                </a:cubicBezTo>
                <a:cubicBezTo>
                  <a:pt x="354" y="10"/>
                  <a:pt x="347" y="14"/>
                  <a:pt x="344" y="22"/>
                </a:cubicBezTo>
                <a:cubicBezTo>
                  <a:pt x="273" y="183"/>
                  <a:pt x="209" y="349"/>
                  <a:pt x="158" y="518"/>
                </a:cubicBezTo>
                <a:cubicBezTo>
                  <a:pt x="134" y="589"/>
                  <a:pt x="0" y="873"/>
                  <a:pt x="44" y="944"/>
                </a:cubicBezTo>
                <a:cubicBezTo>
                  <a:pt x="47" y="959"/>
                  <a:pt x="67" y="964"/>
                  <a:pt x="80" y="968"/>
                </a:cubicBezTo>
                <a:cubicBezTo>
                  <a:pt x="331" y="1039"/>
                  <a:pt x="580" y="1101"/>
                  <a:pt x="833" y="1161"/>
                </a:cubicBezTo>
                <a:cubicBezTo>
                  <a:pt x="1010" y="1201"/>
                  <a:pt x="1183" y="1236"/>
                  <a:pt x="1361" y="1272"/>
                </a:cubicBezTo>
                <a:cubicBezTo>
                  <a:pt x="1396" y="1277"/>
                  <a:pt x="1514" y="1308"/>
                  <a:pt x="1585" y="1308"/>
                </a:cubicBezTo>
                <a:cubicBezTo>
                  <a:pt x="1609" y="1308"/>
                  <a:pt x="1628" y="1304"/>
                  <a:pt x="1637" y="1295"/>
                </a:cubicBezTo>
                <a:cubicBezTo>
                  <a:pt x="1656" y="1279"/>
                  <a:pt x="1656" y="1248"/>
                  <a:pt x="1656" y="1220"/>
                </a:cubicBezTo>
                <a:cubicBezTo>
                  <a:pt x="1661" y="924"/>
                  <a:pt x="1779" y="637"/>
                  <a:pt x="1791" y="337"/>
                </a:cubicBezTo>
                <a:lnTo>
                  <a:pt x="1791" y="337"/>
                </a:lnTo>
                <a:cubicBezTo>
                  <a:pt x="1625" y="463"/>
                  <a:pt x="1467" y="597"/>
                  <a:pt x="1294" y="715"/>
                </a:cubicBezTo>
                <a:cubicBezTo>
                  <a:pt x="1321" y="621"/>
                  <a:pt x="1230" y="502"/>
                  <a:pt x="1207" y="412"/>
                </a:cubicBezTo>
                <a:cubicBezTo>
                  <a:pt x="1175" y="282"/>
                  <a:pt x="1159" y="151"/>
                  <a:pt x="1159" y="18"/>
                </a:cubicBezTo>
                <a:cubicBezTo>
                  <a:pt x="1159" y="6"/>
                  <a:pt x="1150" y="1"/>
                  <a:pt x="1141" y="1"/>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 name="Google Shape;790;p30"/>
          <p:cNvSpPr/>
          <p:nvPr/>
        </p:nvSpPr>
        <p:spPr>
          <a:xfrm rot="10800000">
            <a:off x="9868974" y="7248173"/>
            <a:ext cx="233400" cy="233400"/>
          </a:xfrm>
          <a:prstGeom prst="ellipse">
            <a:avLst/>
          </a:pr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 name="Google Shape;791;p30"/>
          <p:cNvSpPr/>
          <p:nvPr/>
        </p:nvSpPr>
        <p:spPr>
          <a:xfrm rot="10800000">
            <a:off x="8539236" y="9255898"/>
            <a:ext cx="233400" cy="233400"/>
          </a:xfrm>
          <a:prstGeom prst="ellipse">
            <a:avLst/>
          </a:pr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 name="Google Shape;792;p30"/>
          <p:cNvSpPr/>
          <p:nvPr/>
        </p:nvSpPr>
        <p:spPr>
          <a:xfrm rot="-10651105">
            <a:off x="9916250" y="2881690"/>
            <a:ext cx="138855" cy="2158457"/>
          </a:xfrm>
          <a:custGeom>
            <a:rect b="b" l="l" r="r" t="t"/>
            <a:pathLst>
              <a:path extrusionOk="0" h="86335" w="5554">
                <a:moveTo>
                  <a:pt x="0" y="0"/>
                </a:moveTo>
                <a:cubicBezTo>
                  <a:pt x="1919" y="28774"/>
                  <a:pt x="5554" y="57497"/>
                  <a:pt x="5554" y="86335"/>
                </a:cubicBezTo>
              </a:path>
            </a:pathLst>
          </a:custGeom>
          <a:noFill/>
          <a:ln cap="flat" cmpd="sng" w="28575">
            <a:solidFill>
              <a:schemeClr val="dk1"/>
            </a:solidFill>
            <a:prstDash val="solid"/>
            <a:round/>
            <a:headEnd len="med" w="med" type="none"/>
            <a:tailEnd len="med" w="med" type="none"/>
          </a:ln>
        </p:spPr>
      </p:sp>
      <p:sp>
        <p:nvSpPr>
          <p:cNvPr id="793" name="Google Shape;793;p30"/>
          <p:cNvSpPr/>
          <p:nvPr/>
        </p:nvSpPr>
        <p:spPr>
          <a:xfrm rot="-10651105">
            <a:off x="9791142" y="4310965"/>
            <a:ext cx="39176" cy="1123393"/>
          </a:xfrm>
          <a:custGeom>
            <a:rect b="b" l="l" r="r" t="t"/>
            <a:pathLst>
              <a:path extrusionOk="0" h="44934" w="1567">
                <a:moveTo>
                  <a:pt x="557" y="0"/>
                </a:moveTo>
                <a:cubicBezTo>
                  <a:pt x="-1098" y="14890"/>
                  <a:pt x="1567" y="29952"/>
                  <a:pt x="1567" y="44934"/>
                </a:cubicBezTo>
              </a:path>
            </a:pathLst>
          </a:custGeom>
          <a:noFill/>
          <a:ln cap="flat" cmpd="sng" w="28575">
            <a:solidFill>
              <a:schemeClr val="dk1"/>
            </a:solidFill>
            <a:prstDash val="solid"/>
            <a:round/>
            <a:headEnd len="med" w="med" type="none"/>
            <a:tailEnd len="med" w="med" type="none"/>
          </a:ln>
        </p:spPr>
      </p:sp>
      <p:sp>
        <p:nvSpPr>
          <p:cNvPr id="794" name="Google Shape;794;p30"/>
          <p:cNvSpPr/>
          <p:nvPr/>
        </p:nvSpPr>
        <p:spPr>
          <a:xfrm rot="10800000">
            <a:off x="245349" y="2261148"/>
            <a:ext cx="233400" cy="233400"/>
          </a:xfrm>
          <a:prstGeom prst="ellipse">
            <a:avLst/>
          </a:pr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p30"/>
          <p:cNvSpPr/>
          <p:nvPr/>
        </p:nvSpPr>
        <p:spPr>
          <a:xfrm rot="10800000">
            <a:off x="350399" y="1156636"/>
            <a:ext cx="233400" cy="233400"/>
          </a:xfrm>
          <a:prstGeom prst="ellipse">
            <a:avLst/>
          </a:pr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 name="Google Shape;796;p30"/>
          <p:cNvSpPr/>
          <p:nvPr/>
        </p:nvSpPr>
        <p:spPr>
          <a:xfrm rot="10800000">
            <a:off x="1386986" y="544198"/>
            <a:ext cx="233400" cy="233400"/>
          </a:xfrm>
          <a:prstGeom prst="ellipse">
            <a:avLst/>
          </a:pr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97" name="Google Shape;797;p30"/>
          <p:cNvGrpSpPr/>
          <p:nvPr/>
        </p:nvGrpSpPr>
        <p:grpSpPr>
          <a:xfrm rot="-6567601">
            <a:off x="8958159" y="-309969"/>
            <a:ext cx="2448651" cy="2125389"/>
            <a:chOff x="1322124" y="4079650"/>
            <a:chExt cx="3420400" cy="2968851"/>
          </a:xfrm>
        </p:grpSpPr>
        <p:sp>
          <p:nvSpPr>
            <p:cNvPr id="798" name="Google Shape;798;p30"/>
            <p:cNvSpPr/>
            <p:nvPr/>
          </p:nvSpPr>
          <p:spPr>
            <a:xfrm>
              <a:off x="1322124" y="4377475"/>
              <a:ext cx="3420400" cy="2671026"/>
            </a:xfrm>
            <a:custGeom>
              <a:rect b="b" l="l" r="r" t="t"/>
              <a:pathLst>
                <a:path extrusionOk="0" h="2556" w="3273">
                  <a:moveTo>
                    <a:pt x="228" y="0"/>
                  </a:moveTo>
                  <a:cubicBezTo>
                    <a:pt x="244" y="548"/>
                    <a:pt x="157" y="1345"/>
                    <a:pt x="0" y="2331"/>
                  </a:cubicBezTo>
                  <a:lnTo>
                    <a:pt x="3040" y="2555"/>
                  </a:lnTo>
                  <a:cubicBezTo>
                    <a:pt x="3186" y="1767"/>
                    <a:pt x="3273" y="998"/>
                    <a:pt x="3269" y="257"/>
                  </a:cubicBezTo>
                  <a:lnTo>
                    <a:pt x="3143" y="249"/>
                  </a:lnTo>
                  <a:lnTo>
                    <a:pt x="3143" y="249"/>
                  </a:lnTo>
                  <a:cubicBezTo>
                    <a:pt x="3154" y="320"/>
                    <a:pt x="3115" y="402"/>
                    <a:pt x="3020" y="402"/>
                  </a:cubicBezTo>
                  <a:cubicBezTo>
                    <a:pt x="2918" y="402"/>
                    <a:pt x="2878" y="304"/>
                    <a:pt x="2902" y="229"/>
                  </a:cubicBezTo>
                  <a:lnTo>
                    <a:pt x="2674" y="209"/>
                  </a:lnTo>
                  <a:lnTo>
                    <a:pt x="2674" y="209"/>
                  </a:lnTo>
                  <a:cubicBezTo>
                    <a:pt x="2677" y="213"/>
                    <a:pt x="2677" y="222"/>
                    <a:pt x="2677" y="229"/>
                  </a:cubicBezTo>
                  <a:lnTo>
                    <a:pt x="2677" y="237"/>
                  </a:lnTo>
                  <a:cubicBezTo>
                    <a:pt x="2677" y="261"/>
                    <a:pt x="2670" y="280"/>
                    <a:pt x="2657" y="300"/>
                  </a:cubicBezTo>
                  <a:cubicBezTo>
                    <a:pt x="2654" y="312"/>
                    <a:pt x="2646" y="320"/>
                    <a:pt x="2638" y="328"/>
                  </a:cubicBezTo>
                  <a:cubicBezTo>
                    <a:pt x="2622" y="344"/>
                    <a:pt x="2603" y="355"/>
                    <a:pt x="2583" y="364"/>
                  </a:cubicBezTo>
                  <a:lnTo>
                    <a:pt x="2547" y="367"/>
                  </a:lnTo>
                  <a:cubicBezTo>
                    <a:pt x="2528" y="367"/>
                    <a:pt x="2512" y="364"/>
                    <a:pt x="2496" y="355"/>
                  </a:cubicBezTo>
                  <a:cubicBezTo>
                    <a:pt x="2480" y="351"/>
                    <a:pt x="2468" y="340"/>
                    <a:pt x="2457" y="328"/>
                  </a:cubicBezTo>
                  <a:cubicBezTo>
                    <a:pt x="2441" y="316"/>
                    <a:pt x="2433" y="304"/>
                    <a:pt x="2428" y="288"/>
                  </a:cubicBezTo>
                  <a:cubicBezTo>
                    <a:pt x="2421" y="273"/>
                    <a:pt x="2417" y="253"/>
                    <a:pt x="2417" y="237"/>
                  </a:cubicBezTo>
                  <a:lnTo>
                    <a:pt x="2417" y="229"/>
                  </a:lnTo>
                  <a:cubicBezTo>
                    <a:pt x="2417" y="213"/>
                    <a:pt x="2421" y="202"/>
                    <a:pt x="2425" y="186"/>
                  </a:cubicBezTo>
                  <a:lnTo>
                    <a:pt x="2208" y="170"/>
                  </a:lnTo>
                  <a:lnTo>
                    <a:pt x="2208" y="170"/>
                  </a:lnTo>
                  <a:cubicBezTo>
                    <a:pt x="2228" y="245"/>
                    <a:pt x="2188" y="335"/>
                    <a:pt x="2090" y="335"/>
                  </a:cubicBezTo>
                  <a:cubicBezTo>
                    <a:pt x="1979" y="335"/>
                    <a:pt x="1940" y="225"/>
                    <a:pt x="1975" y="151"/>
                  </a:cubicBezTo>
                  <a:lnTo>
                    <a:pt x="1660" y="122"/>
                  </a:lnTo>
                  <a:lnTo>
                    <a:pt x="1660" y="122"/>
                  </a:lnTo>
                  <a:cubicBezTo>
                    <a:pt x="1684" y="198"/>
                    <a:pt x="1644" y="293"/>
                    <a:pt x="1542" y="293"/>
                  </a:cubicBezTo>
                  <a:cubicBezTo>
                    <a:pt x="1431" y="293"/>
                    <a:pt x="1396" y="182"/>
                    <a:pt x="1431" y="103"/>
                  </a:cubicBezTo>
                  <a:lnTo>
                    <a:pt x="1171" y="84"/>
                  </a:lnTo>
                  <a:lnTo>
                    <a:pt x="1171" y="84"/>
                  </a:lnTo>
                  <a:cubicBezTo>
                    <a:pt x="1183" y="155"/>
                    <a:pt x="1140" y="237"/>
                    <a:pt x="1049" y="237"/>
                  </a:cubicBezTo>
                  <a:cubicBezTo>
                    <a:pt x="946" y="237"/>
                    <a:pt x="907" y="138"/>
                    <a:pt x="930" y="60"/>
                  </a:cubicBezTo>
                  <a:lnTo>
                    <a:pt x="678" y="40"/>
                  </a:lnTo>
                  <a:cubicBezTo>
                    <a:pt x="678" y="107"/>
                    <a:pt x="635" y="170"/>
                    <a:pt x="552" y="170"/>
                  </a:cubicBezTo>
                  <a:cubicBezTo>
                    <a:pt x="461" y="170"/>
                    <a:pt x="417" y="91"/>
                    <a:pt x="430" y="20"/>
                  </a:cubicBezTo>
                  <a:lnTo>
                    <a:pt x="228" y="0"/>
                  </a:lnTo>
                  <a:close/>
                </a:path>
              </a:pathLst>
            </a:custGeom>
            <a:solidFill>
              <a:schemeClr val="accent5"/>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 name="Google Shape;799;p30"/>
            <p:cNvSpPr/>
            <p:nvPr/>
          </p:nvSpPr>
          <p:spPr>
            <a:xfrm>
              <a:off x="3019260" y="4421365"/>
              <a:ext cx="391888" cy="506826"/>
            </a:xfrm>
            <a:custGeom>
              <a:rect b="b" l="l" r="r" t="t"/>
              <a:pathLst>
                <a:path extrusionOk="0" h="485" w="375">
                  <a:moveTo>
                    <a:pt x="26" y="0"/>
                  </a:moveTo>
                  <a:cubicBezTo>
                    <a:pt x="21" y="0"/>
                    <a:pt x="16" y="2"/>
                    <a:pt x="12" y="6"/>
                  </a:cubicBezTo>
                  <a:cubicBezTo>
                    <a:pt x="0" y="9"/>
                    <a:pt x="0" y="25"/>
                    <a:pt x="9" y="33"/>
                  </a:cubicBezTo>
                  <a:lnTo>
                    <a:pt x="331" y="475"/>
                  </a:lnTo>
                  <a:cubicBezTo>
                    <a:pt x="336" y="482"/>
                    <a:pt x="341" y="485"/>
                    <a:pt x="347" y="485"/>
                  </a:cubicBezTo>
                  <a:cubicBezTo>
                    <a:pt x="352" y="485"/>
                    <a:pt x="358" y="483"/>
                    <a:pt x="363" y="479"/>
                  </a:cubicBezTo>
                  <a:cubicBezTo>
                    <a:pt x="371" y="475"/>
                    <a:pt x="375" y="459"/>
                    <a:pt x="367" y="451"/>
                  </a:cubicBezTo>
                  <a:lnTo>
                    <a:pt x="40" y="9"/>
                  </a:lnTo>
                  <a:cubicBezTo>
                    <a:pt x="38" y="3"/>
                    <a:pt x="32" y="0"/>
                    <a:pt x="2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 name="Google Shape;800;p30"/>
            <p:cNvSpPr/>
            <p:nvPr/>
          </p:nvSpPr>
          <p:spPr>
            <a:xfrm>
              <a:off x="2779947" y="4154890"/>
              <a:ext cx="755560" cy="640587"/>
            </a:xfrm>
            <a:custGeom>
              <a:rect b="b" l="l" r="r" t="t"/>
              <a:pathLst>
                <a:path extrusionOk="0" h="613" w="723">
                  <a:moveTo>
                    <a:pt x="311" y="0"/>
                  </a:moveTo>
                  <a:cubicBezTo>
                    <a:pt x="154" y="0"/>
                    <a:pt x="19" y="127"/>
                    <a:pt x="9" y="300"/>
                  </a:cubicBezTo>
                  <a:cubicBezTo>
                    <a:pt x="1" y="422"/>
                    <a:pt x="87" y="561"/>
                    <a:pt x="210" y="596"/>
                  </a:cubicBezTo>
                  <a:cubicBezTo>
                    <a:pt x="249" y="606"/>
                    <a:pt x="286" y="612"/>
                    <a:pt x="323" y="612"/>
                  </a:cubicBezTo>
                  <a:cubicBezTo>
                    <a:pt x="384" y="612"/>
                    <a:pt x="442" y="596"/>
                    <a:pt x="494" y="557"/>
                  </a:cubicBezTo>
                  <a:cubicBezTo>
                    <a:pt x="722" y="387"/>
                    <a:pt x="596" y="87"/>
                    <a:pt x="418" y="20"/>
                  </a:cubicBezTo>
                  <a:cubicBezTo>
                    <a:pt x="382" y="6"/>
                    <a:pt x="346" y="0"/>
                    <a:pt x="311" y="0"/>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1" name="Google Shape;801;p30"/>
            <p:cNvSpPr/>
            <p:nvPr/>
          </p:nvSpPr>
          <p:spPr>
            <a:xfrm>
              <a:off x="2751731" y="4079650"/>
              <a:ext cx="638516" cy="558031"/>
            </a:xfrm>
            <a:custGeom>
              <a:rect b="b" l="l" r="r" t="t"/>
              <a:pathLst>
                <a:path extrusionOk="0" h="534" w="611">
                  <a:moveTo>
                    <a:pt x="247" y="0"/>
                  </a:moveTo>
                  <a:cubicBezTo>
                    <a:pt x="117" y="0"/>
                    <a:pt x="10" y="106"/>
                    <a:pt x="4" y="254"/>
                  </a:cubicBezTo>
                  <a:cubicBezTo>
                    <a:pt x="1" y="360"/>
                    <a:pt x="79" y="483"/>
                    <a:pt x="181" y="518"/>
                  </a:cubicBezTo>
                  <a:cubicBezTo>
                    <a:pt x="214" y="528"/>
                    <a:pt x="246" y="534"/>
                    <a:pt x="277" y="534"/>
                  </a:cubicBezTo>
                  <a:cubicBezTo>
                    <a:pt x="328" y="534"/>
                    <a:pt x="377" y="519"/>
                    <a:pt x="422" y="487"/>
                  </a:cubicBezTo>
                  <a:cubicBezTo>
                    <a:pt x="611" y="345"/>
                    <a:pt x="497" y="81"/>
                    <a:pt x="347" y="21"/>
                  </a:cubicBezTo>
                  <a:cubicBezTo>
                    <a:pt x="313" y="7"/>
                    <a:pt x="279" y="0"/>
                    <a:pt x="247" y="0"/>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 name="Google Shape;802;p30"/>
            <p:cNvSpPr/>
            <p:nvPr/>
          </p:nvSpPr>
          <p:spPr>
            <a:xfrm>
              <a:off x="1802840" y="5085985"/>
              <a:ext cx="2642894" cy="248711"/>
            </a:xfrm>
            <a:custGeom>
              <a:rect b="b" l="l" r="r" t="t"/>
              <a:pathLst>
                <a:path extrusionOk="0" h="238" w="2529">
                  <a:moveTo>
                    <a:pt x="13" y="1"/>
                  </a:moveTo>
                  <a:cubicBezTo>
                    <a:pt x="9" y="1"/>
                    <a:pt x="5" y="5"/>
                    <a:pt x="1" y="12"/>
                  </a:cubicBezTo>
                  <a:cubicBezTo>
                    <a:pt x="1" y="17"/>
                    <a:pt x="5" y="24"/>
                    <a:pt x="13" y="24"/>
                  </a:cubicBezTo>
                  <a:lnTo>
                    <a:pt x="186" y="41"/>
                  </a:lnTo>
                  <a:cubicBezTo>
                    <a:pt x="190" y="41"/>
                    <a:pt x="199" y="36"/>
                    <a:pt x="199" y="28"/>
                  </a:cubicBezTo>
                  <a:cubicBezTo>
                    <a:pt x="199" y="24"/>
                    <a:pt x="194" y="17"/>
                    <a:pt x="186" y="17"/>
                  </a:cubicBezTo>
                  <a:lnTo>
                    <a:pt x="13" y="1"/>
                  </a:lnTo>
                  <a:close/>
                  <a:moveTo>
                    <a:pt x="360" y="32"/>
                  </a:moveTo>
                  <a:cubicBezTo>
                    <a:pt x="356" y="32"/>
                    <a:pt x="352" y="36"/>
                    <a:pt x="348" y="41"/>
                  </a:cubicBezTo>
                  <a:cubicBezTo>
                    <a:pt x="348" y="48"/>
                    <a:pt x="352" y="52"/>
                    <a:pt x="360" y="52"/>
                  </a:cubicBezTo>
                  <a:lnTo>
                    <a:pt x="534" y="68"/>
                  </a:lnTo>
                  <a:cubicBezTo>
                    <a:pt x="541" y="68"/>
                    <a:pt x="545" y="64"/>
                    <a:pt x="545" y="59"/>
                  </a:cubicBezTo>
                  <a:cubicBezTo>
                    <a:pt x="545" y="52"/>
                    <a:pt x="541" y="48"/>
                    <a:pt x="534" y="48"/>
                  </a:cubicBezTo>
                  <a:lnTo>
                    <a:pt x="360" y="32"/>
                  </a:lnTo>
                  <a:close/>
                  <a:moveTo>
                    <a:pt x="707" y="59"/>
                  </a:moveTo>
                  <a:cubicBezTo>
                    <a:pt x="703" y="59"/>
                    <a:pt x="699" y="64"/>
                    <a:pt x="699" y="72"/>
                  </a:cubicBezTo>
                  <a:cubicBezTo>
                    <a:pt x="696" y="76"/>
                    <a:pt x="703" y="83"/>
                    <a:pt x="707" y="83"/>
                  </a:cubicBezTo>
                  <a:lnTo>
                    <a:pt x="880" y="99"/>
                  </a:lnTo>
                  <a:cubicBezTo>
                    <a:pt x="889" y="99"/>
                    <a:pt x="892" y="95"/>
                    <a:pt x="892" y="88"/>
                  </a:cubicBezTo>
                  <a:cubicBezTo>
                    <a:pt x="892" y="83"/>
                    <a:pt x="889" y="76"/>
                    <a:pt x="885" y="76"/>
                  </a:cubicBezTo>
                  <a:lnTo>
                    <a:pt x="707" y="59"/>
                  </a:lnTo>
                  <a:close/>
                  <a:moveTo>
                    <a:pt x="1058" y="92"/>
                  </a:moveTo>
                  <a:cubicBezTo>
                    <a:pt x="1050" y="92"/>
                    <a:pt x="1046" y="95"/>
                    <a:pt x="1046" y="99"/>
                  </a:cubicBezTo>
                  <a:cubicBezTo>
                    <a:pt x="1042" y="107"/>
                    <a:pt x="1050" y="112"/>
                    <a:pt x="1054" y="112"/>
                  </a:cubicBezTo>
                  <a:lnTo>
                    <a:pt x="1227" y="127"/>
                  </a:lnTo>
                  <a:cubicBezTo>
                    <a:pt x="1235" y="127"/>
                    <a:pt x="1240" y="123"/>
                    <a:pt x="1240" y="119"/>
                  </a:cubicBezTo>
                  <a:cubicBezTo>
                    <a:pt x="1240" y="112"/>
                    <a:pt x="1235" y="107"/>
                    <a:pt x="1231" y="107"/>
                  </a:cubicBezTo>
                  <a:lnTo>
                    <a:pt x="1058" y="92"/>
                  </a:lnTo>
                  <a:close/>
                  <a:moveTo>
                    <a:pt x="1405" y="119"/>
                  </a:moveTo>
                  <a:cubicBezTo>
                    <a:pt x="1397" y="119"/>
                    <a:pt x="1393" y="123"/>
                    <a:pt x="1393" y="130"/>
                  </a:cubicBezTo>
                  <a:cubicBezTo>
                    <a:pt x="1393" y="139"/>
                    <a:pt x="1397" y="143"/>
                    <a:pt x="1401" y="143"/>
                  </a:cubicBezTo>
                  <a:lnTo>
                    <a:pt x="1575" y="159"/>
                  </a:lnTo>
                  <a:cubicBezTo>
                    <a:pt x="1582" y="159"/>
                    <a:pt x="1586" y="154"/>
                    <a:pt x="1586" y="147"/>
                  </a:cubicBezTo>
                  <a:cubicBezTo>
                    <a:pt x="1586" y="143"/>
                    <a:pt x="1582" y="135"/>
                    <a:pt x="1579" y="135"/>
                  </a:cubicBezTo>
                  <a:lnTo>
                    <a:pt x="1405" y="119"/>
                  </a:lnTo>
                  <a:close/>
                  <a:moveTo>
                    <a:pt x="1752" y="150"/>
                  </a:moveTo>
                  <a:cubicBezTo>
                    <a:pt x="1744" y="150"/>
                    <a:pt x="1740" y="154"/>
                    <a:pt x="1740" y="163"/>
                  </a:cubicBezTo>
                  <a:cubicBezTo>
                    <a:pt x="1740" y="166"/>
                    <a:pt x="1744" y="170"/>
                    <a:pt x="1748" y="170"/>
                  </a:cubicBezTo>
                  <a:lnTo>
                    <a:pt x="1921" y="186"/>
                  </a:lnTo>
                  <a:cubicBezTo>
                    <a:pt x="1930" y="186"/>
                    <a:pt x="1933" y="182"/>
                    <a:pt x="1933" y="178"/>
                  </a:cubicBezTo>
                  <a:cubicBezTo>
                    <a:pt x="1933" y="170"/>
                    <a:pt x="1930" y="166"/>
                    <a:pt x="1926" y="166"/>
                  </a:cubicBezTo>
                  <a:lnTo>
                    <a:pt x="1752" y="150"/>
                  </a:lnTo>
                  <a:close/>
                  <a:moveTo>
                    <a:pt x="2095" y="181"/>
                  </a:moveTo>
                  <a:cubicBezTo>
                    <a:pt x="2090" y="181"/>
                    <a:pt x="2087" y="187"/>
                    <a:pt x="2087" y="190"/>
                  </a:cubicBezTo>
                  <a:cubicBezTo>
                    <a:pt x="2087" y="198"/>
                    <a:pt x="2091" y="201"/>
                    <a:pt x="2095" y="201"/>
                  </a:cubicBezTo>
                  <a:lnTo>
                    <a:pt x="2268" y="218"/>
                  </a:lnTo>
                  <a:cubicBezTo>
                    <a:pt x="2276" y="218"/>
                    <a:pt x="2281" y="214"/>
                    <a:pt x="2281" y="206"/>
                  </a:cubicBezTo>
                  <a:cubicBezTo>
                    <a:pt x="2281" y="201"/>
                    <a:pt x="2276" y="194"/>
                    <a:pt x="2272" y="194"/>
                  </a:cubicBezTo>
                  <a:lnTo>
                    <a:pt x="2099" y="182"/>
                  </a:lnTo>
                  <a:cubicBezTo>
                    <a:pt x="2097" y="182"/>
                    <a:pt x="2096" y="181"/>
                    <a:pt x="2095" y="181"/>
                  </a:cubicBezTo>
                  <a:close/>
                  <a:moveTo>
                    <a:pt x="2446" y="210"/>
                  </a:moveTo>
                  <a:cubicBezTo>
                    <a:pt x="2438" y="210"/>
                    <a:pt x="2434" y="214"/>
                    <a:pt x="2434" y="221"/>
                  </a:cubicBezTo>
                  <a:cubicBezTo>
                    <a:pt x="2434" y="225"/>
                    <a:pt x="2438" y="230"/>
                    <a:pt x="2442" y="234"/>
                  </a:cubicBezTo>
                  <a:lnTo>
                    <a:pt x="2517" y="237"/>
                  </a:lnTo>
                  <a:cubicBezTo>
                    <a:pt x="2521" y="237"/>
                    <a:pt x="2525" y="234"/>
                    <a:pt x="2529" y="230"/>
                  </a:cubicBezTo>
                  <a:cubicBezTo>
                    <a:pt x="2529" y="221"/>
                    <a:pt x="2525" y="218"/>
                    <a:pt x="2517" y="218"/>
                  </a:cubicBezTo>
                  <a:lnTo>
                    <a:pt x="2446" y="210"/>
                  </a:lnTo>
                  <a:close/>
                </a:path>
              </a:pathLst>
            </a:cu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 name="Google Shape;803;p30"/>
            <p:cNvSpPr/>
            <p:nvPr/>
          </p:nvSpPr>
          <p:spPr>
            <a:xfrm>
              <a:off x="1778804" y="5539515"/>
              <a:ext cx="2646029" cy="177650"/>
            </a:xfrm>
            <a:custGeom>
              <a:rect b="b" l="l" r="r" t="t"/>
              <a:pathLst>
                <a:path extrusionOk="0" h="170" w="2532">
                  <a:moveTo>
                    <a:pt x="13" y="0"/>
                  </a:moveTo>
                  <a:cubicBezTo>
                    <a:pt x="4" y="0"/>
                    <a:pt x="0" y="9"/>
                    <a:pt x="0" y="13"/>
                  </a:cubicBezTo>
                  <a:cubicBezTo>
                    <a:pt x="0" y="20"/>
                    <a:pt x="4" y="24"/>
                    <a:pt x="13" y="24"/>
                  </a:cubicBezTo>
                  <a:lnTo>
                    <a:pt x="186" y="36"/>
                  </a:lnTo>
                  <a:cubicBezTo>
                    <a:pt x="190" y="36"/>
                    <a:pt x="193" y="28"/>
                    <a:pt x="198" y="24"/>
                  </a:cubicBezTo>
                  <a:cubicBezTo>
                    <a:pt x="198" y="16"/>
                    <a:pt x="190" y="13"/>
                    <a:pt x="186" y="13"/>
                  </a:cubicBezTo>
                  <a:lnTo>
                    <a:pt x="13" y="0"/>
                  </a:lnTo>
                  <a:close/>
                  <a:moveTo>
                    <a:pt x="357" y="23"/>
                  </a:moveTo>
                  <a:cubicBezTo>
                    <a:pt x="353" y="23"/>
                    <a:pt x="348" y="29"/>
                    <a:pt x="348" y="32"/>
                  </a:cubicBezTo>
                  <a:cubicBezTo>
                    <a:pt x="348" y="40"/>
                    <a:pt x="351" y="44"/>
                    <a:pt x="359" y="44"/>
                  </a:cubicBezTo>
                  <a:lnTo>
                    <a:pt x="533" y="56"/>
                  </a:lnTo>
                  <a:cubicBezTo>
                    <a:pt x="537" y="56"/>
                    <a:pt x="544" y="51"/>
                    <a:pt x="544" y="44"/>
                  </a:cubicBezTo>
                  <a:cubicBezTo>
                    <a:pt x="544" y="40"/>
                    <a:pt x="541" y="32"/>
                    <a:pt x="533" y="32"/>
                  </a:cubicBezTo>
                  <a:lnTo>
                    <a:pt x="359" y="24"/>
                  </a:lnTo>
                  <a:cubicBezTo>
                    <a:pt x="358" y="23"/>
                    <a:pt x="357" y="23"/>
                    <a:pt x="357" y="23"/>
                  </a:cubicBezTo>
                  <a:close/>
                  <a:moveTo>
                    <a:pt x="706" y="44"/>
                  </a:moveTo>
                  <a:cubicBezTo>
                    <a:pt x="703" y="44"/>
                    <a:pt x="695" y="48"/>
                    <a:pt x="695" y="51"/>
                  </a:cubicBezTo>
                  <a:cubicBezTo>
                    <a:pt x="695" y="60"/>
                    <a:pt x="699" y="64"/>
                    <a:pt x="706" y="64"/>
                  </a:cubicBezTo>
                  <a:lnTo>
                    <a:pt x="879" y="75"/>
                  </a:lnTo>
                  <a:cubicBezTo>
                    <a:pt x="888" y="75"/>
                    <a:pt x="892" y="71"/>
                    <a:pt x="892" y="64"/>
                  </a:cubicBezTo>
                  <a:cubicBezTo>
                    <a:pt x="892" y="60"/>
                    <a:pt x="888" y="51"/>
                    <a:pt x="879" y="51"/>
                  </a:cubicBezTo>
                  <a:lnTo>
                    <a:pt x="706" y="44"/>
                  </a:lnTo>
                  <a:close/>
                  <a:moveTo>
                    <a:pt x="1057" y="64"/>
                  </a:moveTo>
                  <a:cubicBezTo>
                    <a:pt x="1050" y="64"/>
                    <a:pt x="1045" y="67"/>
                    <a:pt x="1045" y="71"/>
                  </a:cubicBezTo>
                  <a:cubicBezTo>
                    <a:pt x="1045" y="80"/>
                    <a:pt x="1050" y="84"/>
                    <a:pt x="1054" y="84"/>
                  </a:cubicBezTo>
                  <a:lnTo>
                    <a:pt x="1227" y="95"/>
                  </a:lnTo>
                  <a:cubicBezTo>
                    <a:pt x="1234" y="95"/>
                    <a:pt x="1239" y="91"/>
                    <a:pt x="1239" y="84"/>
                  </a:cubicBezTo>
                  <a:cubicBezTo>
                    <a:pt x="1239" y="80"/>
                    <a:pt x="1234" y="71"/>
                    <a:pt x="1231" y="71"/>
                  </a:cubicBezTo>
                  <a:lnTo>
                    <a:pt x="1057" y="64"/>
                  </a:lnTo>
                  <a:close/>
                  <a:moveTo>
                    <a:pt x="1405" y="84"/>
                  </a:moveTo>
                  <a:cubicBezTo>
                    <a:pt x="1396" y="84"/>
                    <a:pt x="1392" y="87"/>
                    <a:pt x="1392" y="95"/>
                  </a:cubicBezTo>
                  <a:cubicBezTo>
                    <a:pt x="1392" y="99"/>
                    <a:pt x="1396" y="103"/>
                    <a:pt x="1400" y="103"/>
                  </a:cubicBezTo>
                  <a:lnTo>
                    <a:pt x="1578" y="115"/>
                  </a:lnTo>
                  <a:cubicBezTo>
                    <a:pt x="1582" y="115"/>
                    <a:pt x="1585" y="111"/>
                    <a:pt x="1589" y="103"/>
                  </a:cubicBezTo>
                  <a:cubicBezTo>
                    <a:pt x="1589" y="99"/>
                    <a:pt x="1582" y="95"/>
                    <a:pt x="1578" y="91"/>
                  </a:cubicBezTo>
                  <a:lnTo>
                    <a:pt x="1405" y="84"/>
                  </a:lnTo>
                  <a:close/>
                  <a:moveTo>
                    <a:pt x="1751" y="103"/>
                  </a:moveTo>
                  <a:cubicBezTo>
                    <a:pt x="1747" y="103"/>
                    <a:pt x="1740" y="107"/>
                    <a:pt x="1740" y="115"/>
                  </a:cubicBezTo>
                  <a:cubicBezTo>
                    <a:pt x="1740" y="119"/>
                    <a:pt x="1743" y="122"/>
                    <a:pt x="1751" y="127"/>
                  </a:cubicBezTo>
                  <a:lnTo>
                    <a:pt x="1925" y="135"/>
                  </a:lnTo>
                  <a:cubicBezTo>
                    <a:pt x="1929" y="135"/>
                    <a:pt x="1937" y="131"/>
                    <a:pt x="1937" y="122"/>
                  </a:cubicBezTo>
                  <a:cubicBezTo>
                    <a:pt x="1937" y="119"/>
                    <a:pt x="1933" y="115"/>
                    <a:pt x="1925" y="115"/>
                  </a:cubicBezTo>
                  <a:lnTo>
                    <a:pt x="1751" y="103"/>
                  </a:lnTo>
                  <a:close/>
                  <a:moveTo>
                    <a:pt x="2098" y="122"/>
                  </a:moveTo>
                  <a:cubicBezTo>
                    <a:pt x="2095" y="122"/>
                    <a:pt x="2086" y="127"/>
                    <a:pt x="2086" y="135"/>
                  </a:cubicBezTo>
                  <a:cubicBezTo>
                    <a:pt x="2086" y="138"/>
                    <a:pt x="2091" y="146"/>
                    <a:pt x="2098" y="146"/>
                  </a:cubicBezTo>
                  <a:lnTo>
                    <a:pt x="2272" y="154"/>
                  </a:lnTo>
                  <a:cubicBezTo>
                    <a:pt x="2280" y="154"/>
                    <a:pt x="2284" y="151"/>
                    <a:pt x="2284" y="146"/>
                  </a:cubicBezTo>
                  <a:cubicBezTo>
                    <a:pt x="2284" y="138"/>
                    <a:pt x="2280" y="135"/>
                    <a:pt x="2272" y="135"/>
                  </a:cubicBezTo>
                  <a:lnTo>
                    <a:pt x="2098" y="122"/>
                  </a:lnTo>
                  <a:close/>
                  <a:moveTo>
                    <a:pt x="2449" y="142"/>
                  </a:moveTo>
                  <a:cubicBezTo>
                    <a:pt x="2441" y="142"/>
                    <a:pt x="2437" y="146"/>
                    <a:pt x="2437" y="154"/>
                  </a:cubicBezTo>
                  <a:cubicBezTo>
                    <a:pt x="2437" y="158"/>
                    <a:pt x="2441" y="166"/>
                    <a:pt x="2446" y="166"/>
                  </a:cubicBezTo>
                  <a:lnTo>
                    <a:pt x="2520" y="170"/>
                  </a:lnTo>
                  <a:cubicBezTo>
                    <a:pt x="2524" y="170"/>
                    <a:pt x="2528" y="166"/>
                    <a:pt x="2528" y="158"/>
                  </a:cubicBezTo>
                  <a:cubicBezTo>
                    <a:pt x="2532" y="154"/>
                    <a:pt x="2524" y="146"/>
                    <a:pt x="2520" y="146"/>
                  </a:cubicBezTo>
                  <a:lnTo>
                    <a:pt x="2449" y="142"/>
                  </a:lnTo>
                  <a:close/>
                </a:path>
              </a:pathLst>
            </a:cu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 name="Google Shape;804;p30"/>
            <p:cNvSpPr/>
            <p:nvPr/>
          </p:nvSpPr>
          <p:spPr>
            <a:xfrm>
              <a:off x="1704607" y="5959605"/>
              <a:ext cx="2642894" cy="203775"/>
            </a:xfrm>
            <a:custGeom>
              <a:rect b="b" l="l" r="r" t="t"/>
              <a:pathLst>
                <a:path extrusionOk="0" h="195" w="2529">
                  <a:moveTo>
                    <a:pt x="13" y="0"/>
                  </a:moveTo>
                  <a:cubicBezTo>
                    <a:pt x="4" y="0"/>
                    <a:pt x="0" y="4"/>
                    <a:pt x="0" y="9"/>
                  </a:cubicBezTo>
                  <a:cubicBezTo>
                    <a:pt x="0" y="17"/>
                    <a:pt x="4" y="20"/>
                    <a:pt x="9" y="20"/>
                  </a:cubicBezTo>
                  <a:lnTo>
                    <a:pt x="182" y="33"/>
                  </a:lnTo>
                  <a:cubicBezTo>
                    <a:pt x="183" y="33"/>
                    <a:pt x="185" y="34"/>
                    <a:pt x="186" y="34"/>
                  </a:cubicBezTo>
                  <a:cubicBezTo>
                    <a:pt x="191" y="34"/>
                    <a:pt x="193" y="27"/>
                    <a:pt x="193" y="24"/>
                  </a:cubicBezTo>
                  <a:cubicBezTo>
                    <a:pt x="198" y="17"/>
                    <a:pt x="190" y="13"/>
                    <a:pt x="186" y="13"/>
                  </a:cubicBezTo>
                  <a:lnTo>
                    <a:pt x="13" y="0"/>
                  </a:lnTo>
                  <a:close/>
                  <a:moveTo>
                    <a:pt x="359" y="24"/>
                  </a:moveTo>
                  <a:cubicBezTo>
                    <a:pt x="351" y="24"/>
                    <a:pt x="348" y="28"/>
                    <a:pt x="348" y="36"/>
                  </a:cubicBezTo>
                  <a:cubicBezTo>
                    <a:pt x="348" y="40"/>
                    <a:pt x="351" y="44"/>
                    <a:pt x="359" y="44"/>
                  </a:cubicBezTo>
                  <a:lnTo>
                    <a:pt x="533" y="60"/>
                  </a:lnTo>
                  <a:cubicBezTo>
                    <a:pt x="537" y="60"/>
                    <a:pt x="541" y="52"/>
                    <a:pt x="544" y="48"/>
                  </a:cubicBezTo>
                  <a:cubicBezTo>
                    <a:pt x="544" y="40"/>
                    <a:pt x="541" y="36"/>
                    <a:pt x="533" y="36"/>
                  </a:cubicBezTo>
                  <a:lnTo>
                    <a:pt x="359" y="24"/>
                  </a:lnTo>
                  <a:close/>
                  <a:moveTo>
                    <a:pt x="706" y="48"/>
                  </a:moveTo>
                  <a:cubicBezTo>
                    <a:pt x="703" y="48"/>
                    <a:pt x="695" y="52"/>
                    <a:pt x="695" y="60"/>
                  </a:cubicBezTo>
                  <a:cubicBezTo>
                    <a:pt x="695" y="64"/>
                    <a:pt x="699" y="68"/>
                    <a:pt x="706" y="71"/>
                  </a:cubicBezTo>
                  <a:lnTo>
                    <a:pt x="879" y="84"/>
                  </a:lnTo>
                  <a:cubicBezTo>
                    <a:pt x="884" y="84"/>
                    <a:pt x="892" y="80"/>
                    <a:pt x="892" y="71"/>
                  </a:cubicBezTo>
                  <a:cubicBezTo>
                    <a:pt x="892" y="68"/>
                    <a:pt x="888" y="60"/>
                    <a:pt x="879" y="60"/>
                  </a:cubicBezTo>
                  <a:lnTo>
                    <a:pt x="706" y="48"/>
                  </a:lnTo>
                  <a:close/>
                  <a:moveTo>
                    <a:pt x="1054" y="71"/>
                  </a:moveTo>
                  <a:cubicBezTo>
                    <a:pt x="1050" y="71"/>
                    <a:pt x="1041" y="75"/>
                    <a:pt x="1041" y="84"/>
                  </a:cubicBezTo>
                  <a:cubicBezTo>
                    <a:pt x="1041" y="87"/>
                    <a:pt x="1045" y="95"/>
                    <a:pt x="1054" y="95"/>
                  </a:cubicBezTo>
                  <a:lnTo>
                    <a:pt x="1227" y="107"/>
                  </a:lnTo>
                  <a:cubicBezTo>
                    <a:pt x="1234" y="107"/>
                    <a:pt x="1239" y="104"/>
                    <a:pt x="1239" y="95"/>
                  </a:cubicBezTo>
                  <a:cubicBezTo>
                    <a:pt x="1239" y="91"/>
                    <a:pt x="1234" y="84"/>
                    <a:pt x="1227" y="84"/>
                  </a:cubicBezTo>
                  <a:lnTo>
                    <a:pt x="1054" y="71"/>
                  </a:lnTo>
                  <a:close/>
                  <a:moveTo>
                    <a:pt x="1400" y="95"/>
                  </a:moveTo>
                  <a:cubicBezTo>
                    <a:pt x="1396" y="95"/>
                    <a:pt x="1392" y="99"/>
                    <a:pt x="1392" y="107"/>
                  </a:cubicBezTo>
                  <a:cubicBezTo>
                    <a:pt x="1389" y="111"/>
                    <a:pt x="1396" y="119"/>
                    <a:pt x="1400" y="119"/>
                  </a:cubicBezTo>
                  <a:lnTo>
                    <a:pt x="1574" y="131"/>
                  </a:lnTo>
                  <a:cubicBezTo>
                    <a:pt x="1582" y="131"/>
                    <a:pt x="1585" y="127"/>
                    <a:pt x="1585" y="119"/>
                  </a:cubicBezTo>
                  <a:cubicBezTo>
                    <a:pt x="1585" y="115"/>
                    <a:pt x="1582" y="107"/>
                    <a:pt x="1578" y="107"/>
                  </a:cubicBezTo>
                  <a:lnTo>
                    <a:pt x="1400" y="95"/>
                  </a:lnTo>
                  <a:close/>
                  <a:moveTo>
                    <a:pt x="1751" y="119"/>
                  </a:moveTo>
                  <a:cubicBezTo>
                    <a:pt x="1744" y="119"/>
                    <a:pt x="1740" y="123"/>
                    <a:pt x="1740" y="131"/>
                  </a:cubicBezTo>
                  <a:cubicBezTo>
                    <a:pt x="1740" y="139"/>
                    <a:pt x="1744" y="142"/>
                    <a:pt x="1747" y="142"/>
                  </a:cubicBezTo>
                  <a:lnTo>
                    <a:pt x="1920" y="155"/>
                  </a:lnTo>
                  <a:cubicBezTo>
                    <a:pt x="1929" y="155"/>
                    <a:pt x="1933" y="151"/>
                    <a:pt x="1933" y="142"/>
                  </a:cubicBezTo>
                  <a:cubicBezTo>
                    <a:pt x="1933" y="139"/>
                    <a:pt x="1929" y="135"/>
                    <a:pt x="1925" y="135"/>
                  </a:cubicBezTo>
                  <a:lnTo>
                    <a:pt x="1751" y="119"/>
                  </a:lnTo>
                  <a:close/>
                  <a:moveTo>
                    <a:pt x="2095" y="145"/>
                  </a:moveTo>
                  <a:cubicBezTo>
                    <a:pt x="2089" y="145"/>
                    <a:pt x="2086" y="152"/>
                    <a:pt x="2086" y="155"/>
                  </a:cubicBezTo>
                  <a:cubicBezTo>
                    <a:pt x="2086" y="162"/>
                    <a:pt x="2091" y="166"/>
                    <a:pt x="2095" y="166"/>
                  </a:cubicBezTo>
                  <a:lnTo>
                    <a:pt x="2272" y="178"/>
                  </a:lnTo>
                  <a:cubicBezTo>
                    <a:pt x="2275" y="178"/>
                    <a:pt x="2280" y="175"/>
                    <a:pt x="2280" y="170"/>
                  </a:cubicBezTo>
                  <a:cubicBezTo>
                    <a:pt x="2284" y="162"/>
                    <a:pt x="2275" y="158"/>
                    <a:pt x="2272" y="158"/>
                  </a:cubicBezTo>
                  <a:lnTo>
                    <a:pt x="2098" y="146"/>
                  </a:lnTo>
                  <a:cubicBezTo>
                    <a:pt x="2097" y="145"/>
                    <a:pt x="2096" y="145"/>
                    <a:pt x="2095" y="145"/>
                  </a:cubicBezTo>
                  <a:close/>
                  <a:moveTo>
                    <a:pt x="2446" y="170"/>
                  </a:moveTo>
                  <a:cubicBezTo>
                    <a:pt x="2437" y="170"/>
                    <a:pt x="2433" y="175"/>
                    <a:pt x="2433" y="178"/>
                  </a:cubicBezTo>
                  <a:cubicBezTo>
                    <a:pt x="2433" y="186"/>
                    <a:pt x="2437" y="190"/>
                    <a:pt x="2446" y="190"/>
                  </a:cubicBezTo>
                  <a:lnTo>
                    <a:pt x="2517" y="193"/>
                  </a:lnTo>
                  <a:cubicBezTo>
                    <a:pt x="2517" y="194"/>
                    <a:pt x="2518" y="195"/>
                    <a:pt x="2519" y="195"/>
                  </a:cubicBezTo>
                  <a:cubicBezTo>
                    <a:pt x="2523" y="195"/>
                    <a:pt x="2528" y="189"/>
                    <a:pt x="2528" y="186"/>
                  </a:cubicBezTo>
                  <a:cubicBezTo>
                    <a:pt x="2528" y="178"/>
                    <a:pt x="2524" y="175"/>
                    <a:pt x="2517" y="175"/>
                  </a:cubicBezTo>
                  <a:lnTo>
                    <a:pt x="2446" y="170"/>
                  </a:lnTo>
                  <a:close/>
                </a:path>
              </a:pathLst>
            </a:cu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 name="Google Shape;805;p30"/>
            <p:cNvSpPr/>
            <p:nvPr/>
          </p:nvSpPr>
          <p:spPr>
            <a:xfrm>
              <a:off x="1626229" y="6458070"/>
              <a:ext cx="2642894" cy="207955"/>
            </a:xfrm>
            <a:custGeom>
              <a:rect b="b" l="l" r="r" t="t"/>
              <a:pathLst>
                <a:path extrusionOk="0" h="199" w="2529">
                  <a:moveTo>
                    <a:pt x="13" y="0"/>
                  </a:moveTo>
                  <a:cubicBezTo>
                    <a:pt x="4" y="0"/>
                    <a:pt x="1" y="5"/>
                    <a:pt x="1" y="13"/>
                  </a:cubicBezTo>
                  <a:cubicBezTo>
                    <a:pt x="1" y="16"/>
                    <a:pt x="4" y="24"/>
                    <a:pt x="8" y="24"/>
                  </a:cubicBezTo>
                  <a:lnTo>
                    <a:pt x="182" y="36"/>
                  </a:lnTo>
                  <a:cubicBezTo>
                    <a:pt x="190" y="36"/>
                    <a:pt x="194" y="33"/>
                    <a:pt x="194" y="24"/>
                  </a:cubicBezTo>
                  <a:cubicBezTo>
                    <a:pt x="194" y="20"/>
                    <a:pt x="190" y="13"/>
                    <a:pt x="186" y="13"/>
                  </a:cubicBezTo>
                  <a:lnTo>
                    <a:pt x="13" y="0"/>
                  </a:lnTo>
                  <a:close/>
                  <a:moveTo>
                    <a:pt x="359" y="24"/>
                  </a:moveTo>
                  <a:cubicBezTo>
                    <a:pt x="352" y="24"/>
                    <a:pt x="348" y="29"/>
                    <a:pt x="348" y="36"/>
                  </a:cubicBezTo>
                  <a:cubicBezTo>
                    <a:pt x="348" y="44"/>
                    <a:pt x="352" y="48"/>
                    <a:pt x="359" y="48"/>
                  </a:cubicBezTo>
                  <a:lnTo>
                    <a:pt x="533" y="60"/>
                  </a:lnTo>
                  <a:cubicBezTo>
                    <a:pt x="537" y="60"/>
                    <a:pt x="541" y="56"/>
                    <a:pt x="545" y="48"/>
                  </a:cubicBezTo>
                  <a:cubicBezTo>
                    <a:pt x="545" y="44"/>
                    <a:pt x="541" y="40"/>
                    <a:pt x="533" y="36"/>
                  </a:cubicBezTo>
                  <a:lnTo>
                    <a:pt x="359" y="24"/>
                  </a:lnTo>
                  <a:close/>
                  <a:moveTo>
                    <a:pt x="704" y="51"/>
                  </a:moveTo>
                  <a:cubicBezTo>
                    <a:pt x="700" y="51"/>
                    <a:pt x="694" y="57"/>
                    <a:pt x="694" y="60"/>
                  </a:cubicBezTo>
                  <a:cubicBezTo>
                    <a:pt x="694" y="68"/>
                    <a:pt x="699" y="71"/>
                    <a:pt x="707" y="71"/>
                  </a:cubicBezTo>
                  <a:lnTo>
                    <a:pt x="880" y="84"/>
                  </a:lnTo>
                  <a:cubicBezTo>
                    <a:pt x="884" y="84"/>
                    <a:pt x="892" y="80"/>
                    <a:pt x="892" y="76"/>
                  </a:cubicBezTo>
                  <a:cubicBezTo>
                    <a:pt x="892" y="68"/>
                    <a:pt x="888" y="64"/>
                    <a:pt x="880" y="64"/>
                  </a:cubicBezTo>
                  <a:lnTo>
                    <a:pt x="707" y="52"/>
                  </a:lnTo>
                  <a:cubicBezTo>
                    <a:pt x="706" y="51"/>
                    <a:pt x="705" y="51"/>
                    <a:pt x="704" y="51"/>
                  </a:cubicBezTo>
                  <a:close/>
                  <a:moveTo>
                    <a:pt x="1054" y="76"/>
                  </a:moveTo>
                  <a:cubicBezTo>
                    <a:pt x="1049" y="76"/>
                    <a:pt x="1042" y="80"/>
                    <a:pt x="1042" y="84"/>
                  </a:cubicBezTo>
                  <a:cubicBezTo>
                    <a:pt x="1042" y="91"/>
                    <a:pt x="1045" y="95"/>
                    <a:pt x="1054" y="95"/>
                  </a:cubicBezTo>
                  <a:lnTo>
                    <a:pt x="1227" y="107"/>
                  </a:lnTo>
                  <a:cubicBezTo>
                    <a:pt x="1231" y="107"/>
                    <a:pt x="1238" y="104"/>
                    <a:pt x="1238" y="100"/>
                  </a:cubicBezTo>
                  <a:cubicBezTo>
                    <a:pt x="1238" y="91"/>
                    <a:pt x="1235" y="87"/>
                    <a:pt x="1227" y="87"/>
                  </a:cubicBezTo>
                  <a:lnTo>
                    <a:pt x="1054" y="76"/>
                  </a:lnTo>
                  <a:close/>
                  <a:moveTo>
                    <a:pt x="1400" y="100"/>
                  </a:moveTo>
                  <a:cubicBezTo>
                    <a:pt x="1396" y="100"/>
                    <a:pt x="1393" y="104"/>
                    <a:pt x="1389" y="107"/>
                  </a:cubicBezTo>
                  <a:cubicBezTo>
                    <a:pt x="1389" y="115"/>
                    <a:pt x="1396" y="119"/>
                    <a:pt x="1400" y="119"/>
                  </a:cubicBezTo>
                  <a:lnTo>
                    <a:pt x="1574" y="131"/>
                  </a:lnTo>
                  <a:cubicBezTo>
                    <a:pt x="1582" y="131"/>
                    <a:pt x="1586" y="127"/>
                    <a:pt x="1586" y="123"/>
                  </a:cubicBezTo>
                  <a:cubicBezTo>
                    <a:pt x="1586" y="115"/>
                    <a:pt x="1582" y="111"/>
                    <a:pt x="1578" y="111"/>
                  </a:cubicBezTo>
                  <a:lnTo>
                    <a:pt x="1400" y="100"/>
                  </a:lnTo>
                  <a:close/>
                  <a:moveTo>
                    <a:pt x="1751" y="123"/>
                  </a:moveTo>
                  <a:cubicBezTo>
                    <a:pt x="1744" y="123"/>
                    <a:pt x="1740" y="127"/>
                    <a:pt x="1740" y="131"/>
                  </a:cubicBezTo>
                  <a:cubicBezTo>
                    <a:pt x="1740" y="139"/>
                    <a:pt x="1744" y="142"/>
                    <a:pt x="1748" y="142"/>
                  </a:cubicBezTo>
                  <a:lnTo>
                    <a:pt x="1921" y="158"/>
                  </a:lnTo>
                  <a:cubicBezTo>
                    <a:pt x="1929" y="158"/>
                    <a:pt x="1933" y="151"/>
                    <a:pt x="1933" y="147"/>
                  </a:cubicBezTo>
                  <a:cubicBezTo>
                    <a:pt x="1933" y="139"/>
                    <a:pt x="1929" y="135"/>
                    <a:pt x="1924" y="135"/>
                  </a:cubicBezTo>
                  <a:lnTo>
                    <a:pt x="1751" y="123"/>
                  </a:lnTo>
                  <a:close/>
                  <a:moveTo>
                    <a:pt x="2099" y="147"/>
                  </a:moveTo>
                  <a:cubicBezTo>
                    <a:pt x="2090" y="147"/>
                    <a:pt x="2086" y="151"/>
                    <a:pt x="2086" y="158"/>
                  </a:cubicBezTo>
                  <a:cubicBezTo>
                    <a:pt x="2086" y="162"/>
                    <a:pt x="2090" y="166"/>
                    <a:pt x="2095" y="171"/>
                  </a:cubicBezTo>
                  <a:lnTo>
                    <a:pt x="2272" y="182"/>
                  </a:lnTo>
                  <a:cubicBezTo>
                    <a:pt x="2276" y="182"/>
                    <a:pt x="2279" y="178"/>
                    <a:pt x="2279" y="171"/>
                  </a:cubicBezTo>
                  <a:cubicBezTo>
                    <a:pt x="2284" y="166"/>
                    <a:pt x="2276" y="158"/>
                    <a:pt x="2272" y="158"/>
                  </a:cubicBezTo>
                  <a:lnTo>
                    <a:pt x="2099" y="147"/>
                  </a:lnTo>
                  <a:close/>
                  <a:moveTo>
                    <a:pt x="2445" y="171"/>
                  </a:moveTo>
                  <a:cubicBezTo>
                    <a:pt x="2437" y="171"/>
                    <a:pt x="2434" y="175"/>
                    <a:pt x="2434" y="182"/>
                  </a:cubicBezTo>
                  <a:cubicBezTo>
                    <a:pt x="2434" y="186"/>
                    <a:pt x="2437" y="194"/>
                    <a:pt x="2445" y="194"/>
                  </a:cubicBezTo>
                  <a:lnTo>
                    <a:pt x="2516" y="198"/>
                  </a:lnTo>
                  <a:cubicBezTo>
                    <a:pt x="2521" y="198"/>
                    <a:pt x="2528" y="194"/>
                    <a:pt x="2528" y="186"/>
                  </a:cubicBezTo>
                  <a:cubicBezTo>
                    <a:pt x="2528" y="182"/>
                    <a:pt x="2524" y="178"/>
                    <a:pt x="2516" y="175"/>
                  </a:cubicBezTo>
                  <a:lnTo>
                    <a:pt x="2445" y="171"/>
                  </a:lnTo>
                  <a:close/>
                </a:path>
              </a:pathLst>
            </a:cu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06" name="Google Shape;806;p30"/>
          <p:cNvGrpSpPr/>
          <p:nvPr/>
        </p:nvGrpSpPr>
        <p:grpSpPr>
          <a:xfrm rot="2301139">
            <a:off x="-862257" y="8309934"/>
            <a:ext cx="2448594" cy="2125340"/>
            <a:chOff x="1322124" y="4079650"/>
            <a:chExt cx="3420400" cy="2968851"/>
          </a:xfrm>
        </p:grpSpPr>
        <p:sp>
          <p:nvSpPr>
            <p:cNvPr id="807" name="Google Shape;807;p30"/>
            <p:cNvSpPr/>
            <p:nvPr/>
          </p:nvSpPr>
          <p:spPr>
            <a:xfrm>
              <a:off x="1322124" y="4377475"/>
              <a:ext cx="3420400" cy="2671026"/>
            </a:xfrm>
            <a:custGeom>
              <a:rect b="b" l="l" r="r" t="t"/>
              <a:pathLst>
                <a:path extrusionOk="0" h="2556" w="3273">
                  <a:moveTo>
                    <a:pt x="228" y="0"/>
                  </a:moveTo>
                  <a:cubicBezTo>
                    <a:pt x="244" y="548"/>
                    <a:pt x="157" y="1345"/>
                    <a:pt x="0" y="2331"/>
                  </a:cubicBezTo>
                  <a:lnTo>
                    <a:pt x="3040" y="2555"/>
                  </a:lnTo>
                  <a:cubicBezTo>
                    <a:pt x="3186" y="1767"/>
                    <a:pt x="3273" y="998"/>
                    <a:pt x="3269" y="257"/>
                  </a:cubicBezTo>
                  <a:lnTo>
                    <a:pt x="3143" y="249"/>
                  </a:lnTo>
                  <a:lnTo>
                    <a:pt x="3143" y="249"/>
                  </a:lnTo>
                  <a:cubicBezTo>
                    <a:pt x="3154" y="320"/>
                    <a:pt x="3115" y="402"/>
                    <a:pt x="3020" y="402"/>
                  </a:cubicBezTo>
                  <a:cubicBezTo>
                    <a:pt x="2918" y="402"/>
                    <a:pt x="2878" y="304"/>
                    <a:pt x="2902" y="229"/>
                  </a:cubicBezTo>
                  <a:lnTo>
                    <a:pt x="2674" y="209"/>
                  </a:lnTo>
                  <a:lnTo>
                    <a:pt x="2674" y="209"/>
                  </a:lnTo>
                  <a:cubicBezTo>
                    <a:pt x="2677" y="213"/>
                    <a:pt x="2677" y="222"/>
                    <a:pt x="2677" y="229"/>
                  </a:cubicBezTo>
                  <a:lnTo>
                    <a:pt x="2677" y="237"/>
                  </a:lnTo>
                  <a:cubicBezTo>
                    <a:pt x="2677" y="261"/>
                    <a:pt x="2670" y="280"/>
                    <a:pt x="2657" y="300"/>
                  </a:cubicBezTo>
                  <a:cubicBezTo>
                    <a:pt x="2654" y="312"/>
                    <a:pt x="2646" y="320"/>
                    <a:pt x="2638" y="328"/>
                  </a:cubicBezTo>
                  <a:cubicBezTo>
                    <a:pt x="2622" y="344"/>
                    <a:pt x="2603" y="355"/>
                    <a:pt x="2583" y="364"/>
                  </a:cubicBezTo>
                  <a:lnTo>
                    <a:pt x="2547" y="367"/>
                  </a:lnTo>
                  <a:cubicBezTo>
                    <a:pt x="2528" y="367"/>
                    <a:pt x="2512" y="364"/>
                    <a:pt x="2496" y="355"/>
                  </a:cubicBezTo>
                  <a:cubicBezTo>
                    <a:pt x="2480" y="351"/>
                    <a:pt x="2468" y="340"/>
                    <a:pt x="2457" y="328"/>
                  </a:cubicBezTo>
                  <a:cubicBezTo>
                    <a:pt x="2441" y="316"/>
                    <a:pt x="2433" y="304"/>
                    <a:pt x="2428" y="288"/>
                  </a:cubicBezTo>
                  <a:cubicBezTo>
                    <a:pt x="2421" y="273"/>
                    <a:pt x="2417" y="253"/>
                    <a:pt x="2417" y="237"/>
                  </a:cubicBezTo>
                  <a:lnTo>
                    <a:pt x="2417" y="229"/>
                  </a:lnTo>
                  <a:cubicBezTo>
                    <a:pt x="2417" y="213"/>
                    <a:pt x="2421" y="202"/>
                    <a:pt x="2425" y="186"/>
                  </a:cubicBezTo>
                  <a:lnTo>
                    <a:pt x="2208" y="170"/>
                  </a:lnTo>
                  <a:lnTo>
                    <a:pt x="2208" y="170"/>
                  </a:lnTo>
                  <a:cubicBezTo>
                    <a:pt x="2228" y="245"/>
                    <a:pt x="2188" y="335"/>
                    <a:pt x="2090" y="335"/>
                  </a:cubicBezTo>
                  <a:cubicBezTo>
                    <a:pt x="1979" y="335"/>
                    <a:pt x="1940" y="225"/>
                    <a:pt x="1975" y="151"/>
                  </a:cubicBezTo>
                  <a:lnTo>
                    <a:pt x="1660" y="122"/>
                  </a:lnTo>
                  <a:lnTo>
                    <a:pt x="1660" y="122"/>
                  </a:lnTo>
                  <a:cubicBezTo>
                    <a:pt x="1684" y="198"/>
                    <a:pt x="1644" y="293"/>
                    <a:pt x="1542" y="293"/>
                  </a:cubicBezTo>
                  <a:cubicBezTo>
                    <a:pt x="1431" y="293"/>
                    <a:pt x="1396" y="182"/>
                    <a:pt x="1431" y="103"/>
                  </a:cubicBezTo>
                  <a:lnTo>
                    <a:pt x="1171" y="84"/>
                  </a:lnTo>
                  <a:lnTo>
                    <a:pt x="1171" y="84"/>
                  </a:lnTo>
                  <a:cubicBezTo>
                    <a:pt x="1183" y="155"/>
                    <a:pt x="1140" y="237"/>
                    <a:pt x="1049" y="237"/>
                  </a:cubicBezTo>
                  <a:cubicBezTo>
                    <a:pt x="946" y="237"/>
                    <a:pt x="907" y="138"/>
                    <a:pt x="930" y="60"/>
                  </a:cubicBezTo>
                  <a:lnTo>
                    <a:pt x="678" y="40"/>
                  </a:lnTo>
                  <a:cubicBezTo>
                    <a:pt x="678" y="107"/>
                    <a:pt x="635" y="170"/>
                    <a:pt x="552" y="170"/>
                  </a:cubicBezTo>
                  <a:cubicBezTo>
                    <a:pt x="461" y="170"/>
                    <a:pt x="417" y="91"/>
                    <a:pt x="430" y="20"/>
                  </a:cubicBezTo>
                  <a:lnTo>
                    <a:pt x="228" y="0"/>
                  </a:lnTo>
                  <a:close/>
                </a:path>
              </a:pathLst>
            </a:custGeom>
            <a:solidFill>
              <a:schemeClr val="accent5"/>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 name="Google Shape;808;p30"/>
            <p:cNvSpPr/>
            <p:nvPr/>
          </p:nvSpPr>
          <p:spPr>
            <a:xfrm>
              <a:off x="3019260" y="4421365"/>
              <a:ext cx="391888" cy="506826"/>
            </a:xfrm>
            <a:custGeom>
              <a:rect b="b" l="l" r="r" t="t"/>
              <a:pathLst>
                <a:path extrusionOk="0" h="485" w="375">
                  <a:moveTo>
                    <a:pt x="26" y="0"/>
                  </a:moveTo>
                  <a:cubicBezTo>
                    <a:pt x="21" y="0"/>
                    <a:pt x="16" y="2"/>
                    <a:pt x="12" y="6"/>
                  </a:cubicBezTo>
                  <a:cubicBezTo>
                    <a:pt x="0" y="9"/>
                    <a:pt x="0" y="25"/>
                    <a:pt x="9" y="33"/>
                  </a:cubicBezTo>
                  <a:lnTo>
                    <a:pt x="331" y="475"/>
                  </a:lnTo>
                  <a:cubicBezTo>
                    <a:pt x="336" y="482"/>
                    <a:pt x="341" y="485"/>
                    <a:pt x="347" y="485"/>
                  </a:cubicBezTo>
                  <a:cubicBezTo>
                    <a:pt x="352" y="485"/>
                    <a:pt x="358" y="483"/>
                    <a:pt x="363" y="479"/>
                  </a:cubicBezTo>
                  <a:cubicBezTo>
                    <a:pt x="371" y="475"/>
                    <a:pt x="375" y="459"/>
                    <a:pt x="367" y="451"/>
                  </a:cubicBezTo>
                  <a:lnTo>
                    <a:pt x="40" y="9"/>
                  </a:lnTo>
                  <a:cubicBezTo>
                    <a:pt x="38" y="3"/>
                    <a:pt x="32" y="0"/>
                    <a:pt x="2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 name="Google Shape;809;p30"/>
            <p:cNvSpPr/>
            <p:nvPr/>
          </p:nvSpPr>
          <p:spPr>
            <a:xfrm>
              <a:off x="2779947" y="4154890"/>
              <a:ext cx="755560" cy="640587"/>
            </a:xfrm>
            <a:custGeom>
              <a:rect b="b" l="l" r="r" t="t"/>
              <a:pathLst>
                <a:path extrusionOk="0" h="613" w="723">
                  <a:moveTo>
                    <a:pt x="311" y="0"/>
                  </a:moveTo>
                  <a:cubicBezTo>
                    <a:pt x="154" y="0"/>
                    <a:pt x="19" y="127"/>
                    <a:pt x="9" y="300"/>
                  </a:cubicBezTo>
                  <a:cubicBezTo>
                    <a:pt x="1" y="422"/>
                    <a:pt x="87" y="561"/>
                    <a:pt x="210" y="596"/>
                  </a:cubicBezTo>
                  <a:cubicBezTo>
                    <a:pt x="249" y="606"/>
                    <a:pt x="286" y="612"/>
                    <a:pt x="323" y="612"/>
                  </a:cubicBezTo>
                  <a:cubicBezTo>
                    <a:pt x="384" y="612"/>
                    <a:pt x="442" y="596"/>
                    <a:pt x="494" y="557"/>
                  </a:cubicBezTo>
                  <a:cubicBezTo>
                    <a:pt x="722" y="387"/>
                    <a:pt x="596" y="87"/>
                    <a:pt x="418" y="20"/>
                  </a:cubicBezTo>
                  <a:cubicBezTo>
                    <a:pt x="382" y="6"/>
                    <a:pt x="346" y="0"/>
                    <a:pt x="311" y="0"/>
                  </a:cubicBezTo>
                  <a:close/>
                </a:path>
              </a:pathLst>
            </a:cu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 name="Google Shape;810;p30"/>
            <p:cNvSpPr/>
            <p:nvPr/>
          </p:nvSpPr>
          <p:spPr>
            <a:xfrm>
              <a:off x="2751731" y="4079650"/>
              <a:ext cx="638516" cy="558031"/>
            </a:xfrm>
            <a:custGeom>
              <a:rect b="b" l="l" r="r" t="t"/>
              <a:pathLst>
                <a:path extrusionOk="0" h="534" w="611">
                  <a:moveTo>
                    <a:pt x="247" y="0"/>
                  </a:moveTo>
                  <a:cubicBezTo>
                    <a:pt x="117" y="0"/>
                    <a:pt x="10" y="106"/>
                    <a:pt x="4" y="254"/>
                  </a:cubicBezTo>
                  <a:cubicBezTo>
                    <a:pt x="1" y="360"/>
                    <a:pt x="79" y="483"/>
                    <a:pt x="181" y="518"/>
                  </a:cubicBezTo>
                  <a:cubicBezTo>
                    <a:pt x="214" y="528"/>
                    <a:pt x="246" y="534"/>
                    <a:pt x="277" y="534"/>
                  </a:cubicBezTo>
                  <a:cubicBezTo>
                    <a:pt x="328" y="534"/>
                    <a:pt x="377" y="519"/>
                    <a:pt x="422" y="487"/>
                  </a:cubicBezTo>
                  <a:cubicBezTo>
                    <a:pt x="611" y="345"/>
                    <a:pt x="497" y="81"/>
                    <a:pt x="347" y="21"/>
                  </a:cubicBezTo>
                  <a:cubicBezTo>
                    <a:pt x="313" y="7"/>
                    <a:pt x="279" y="0"/>
                    <a:pt x="247" y="0"/>
                  </a:cubicBezTo>
                  <a:close/>
                </a:path>
              </a:pathLst>
            </a:cu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 name="Google Shape;811;p30"/>
            <p:cNvSpPr/>
            <p:nvPr/>
          </p:nvSpPr>
          <p:spPr>
            <a:xfrm>
              <a:off x="1802840" y="5085985"/>
              <a:ext cx="2642894" cy="248711"/>
            </a:xfrm>
            <a:custGeom>
              <a:rect b="b" l="l" r="r" t="t"/>
              <a:pathLst>
                <a:path extrusionOk="0" h="238" w="2529">
                  <a:moveTo>
                    <a:pt x="13" y="1"/>
                  </a:moveTo>
                  <a:cubicBezTo>
                    <a:pt x="9" y="1"/>
                    <a:pt x="5" y="5"/>
                    <a:pt x="1" y="12"/>
                  </a:cubicBezTo>
                  <a:cubicBezTo>
                    <a:pt x="1" y="17"/>
                    <a:pt x="5" y="24"/>
                    <a:pt x="13" y="24"/>
                  </a:cubicBezTo>
                  <a:lnTo>
                    <a:pt x="186" y="41"/>
                  </a:lnTo>
                  <a:cubicBezTo>
                    <a:pt x="190" y="41"/>
                    <a:pt x="199" y="36"/>
                    <a:pt x="199" y="28"/>
                  </a:cubicBezTo>
                  <a:cubicBezTo>
                    <a:pt x="199" y="24"/>
                    <a:pt x="194" y="17"/>
                    <a:pt x="186" y="17"/>
                  </a:cubicBezTo>
                  <a:lnTo>
                    <a:pt x="13" y="1"/>
                  </a:lnTo>
                  <a:close/>
                  <a:moveTo>
                    <a:pt x="360" y="32"/>
                  </a:moveTo>
                  <a:cubicBezTo>
                    <a:pt x="356" y="32"/>
                    <a:pt x="352" y="36"/>
                    <a:pt x="348" y="41"/>
                  </a:cubicBezTo>
                  <a:cubicBezTo>
                    <a:pt x="348" y="48"/>
                    <a:pt x="352" y="52"/>
                    <a:pt x="360" y="52"/>
                  </a:cubicBezTo>
                  <a:lnTo>
                    <a:pt x="534" y="68"/>
                  </a:lnTo>
                  <a:cubicBezTo>
                    <a:pt x="541" y="68"/>
                    <a:pt x="545" y="64"/>
                    <a:pt x="545" y="59"/>
                  </a:cubicBezTo>
                  <a:cubicBezTo>
                    <a:pt x="545" y="52"/>
                    <a:pt x="541" y="48"/>
                    <a:pt x="534" y="48"/>
                  </a:cubicBezTo>
                  <a:lnTo>
                    <a:pt x="360" y="32"/>
                  </a:lnTo>
                  <a:close/>
                  <a:moveTo>
                    <a:pt x="707" y="59"/>
                  </a:moveTo>
                  <a:cubicBezTo>
                    <a:pt x="703" y="59"/>
                    <a:pt x="699" y="64"/>
                    <a:pt x="699" y="72"/>
                  </a:cubicBezTo>
                  <a:cubicBezTo>
                    <a:pt x="696" y="76"/>
                    <a:pt x="703" y="83"/>
                    <a:pt x="707" y="83"/>
                  </a:cubicBezTo>
                  <a:lnTo>
                    <a:pt x="880" y="99"/>
                  </a:lnTo>
                  <a:cubicBezTo>
                    <a:pt x="889" y="99"/>
                    <a:pt x="892" y="95"/>
                    <a:pt x="892" y="88"/>
                  </a:cubicBezTo>
                  <a:cubicBezTo>
                    <a:pt x="892" y="83"/>
                    <a:pt x="889" y="76"/>
                    <a:pt x="885" y="76"/>
                  </a:cubicBezTo>
                  <a:lnTo>
                    <a:pt x="707" y="59"/>
                  </a:lnTo>
                  <a:close/>
                  <a:moveTo>
                    <a:pt x="1058" y="92"/>
                  </a:moveTo>
                  <a:cubicBezTo>
                    <a:pt x="1050" y="92"/>
                    <a:pt x="1046" y="95"/>
                    <a:pt x="1046" y="99"/>
                  </a:cubicBezTo>
                  <a:cubicBezTo>
                    <a:pt x="1042" y="107"/>
                    <a:pt x="1050" y="112"/>
                    <a:pt x="1054" y="112"/>
                  </a:cubicBezTo>
                  <a:lnTo>
                    <a:pt x="1227" y="127"/>
                  </a:lnTo>
                  <a:cubicBezTo>
                    <a:pt x="1235" y="127"/>
                    <a:pt x="1240" y="123"/>
                    <a:pt x="1240" y="119"/>
                  </a:cubicBezTo>
                  <a:cubicBezTo>
                    <a:pt x="1240" y="112"/>
                    <a:pt x="1235" y="107"/>
                    <a:pt x="1231" y="107"/>
                  </a:cubicBezTo>
                  <a:lnTo>
                    <a:pt x="1058" y="92"/>
                  </a:lnTo>
                  <a:close/>
                  <a:moveTo>
                    <a:pt x="1405" y="119"/>
                  </a:moveTo>
                  <a:cubicBezTo>
                    <a:pt x="1397" y="119"/>
                    <a:pt x="1393" y="123"/>
                    <a:pt x="1393" y="130"/>
                  </a:cubicBezTo>
                  <a:cubicBezTo>
                    <a:pt x="1393" y="139"/>
                    <a:pt x="1397" y="143"/>
                    <a:pt x="1401" y="143"/>
                  </a:cubicBezTo>
                  <a:lnTo>
                    <a:pt x="1575" y="159"/>
                  </a:lnTo>
                  <a:cubicBezTo>
                    <a:pt x="1582" y="159"/>
                    <a:pt x="1586" y="154"/>
                    <a:pt x="1586" y="147"/>
                  </a:cubicBezTo>
                  <a:cubicBezTo>
                    <a:pt x="1586" y="143"/>
                    <a:pt x="1582" y="135"/>
                    <a:pt x="1579" y="135"/>
                  </a:cubicBezTo>
                  <a:lnTo>
                    <a:pt x="1405" y="119"/>
                  </a:lnTo>
                  <a:close/>
                  <a:moveTo>
                    <a:pt x="1752" y="150"/>
                  </a:moveTo>
                  <a:cubicBezTo>
                    <a:pt x="1744" y="150"/>
                    <a:pt x="1740" y="154"/>
                    <a:pt x="1740" y="163"/>
                  </a:cubicBezTo>
                  <a:cubicBezTo>
                    <a:pt x="1740" y="166"/>
                    <a:pt x="1744" y="170"/>
                    <a:pt x="1748" y="170"/>
                  </a:cubicBezTo>
                  <a:lnTo>
                    <a:pt x="1921" y="186"/>
                  </a:lnTo>
                  <a:cubicBezTo>
                    <a:pt x="1930" y="186"/>
                    <a:pt x="1933" y="182"/>
                    <a:pt x="1933" y="178"/>
                  </a:cubicBezTo>
                  <a:cubicBezTo>
                    <a:pt x="1933" y="170"/>
                    <a:pt x="1930" y="166"/>
                    <a:pt x="1926" y="166"/>
                  </a:cubicBezTo>
                  <a:lnTo>
                    <a:pt x="1752" y="150"/>
                  </a:lnTo>
                  <a:close/>
                  <a:moveTo>
                    <a:pt x="2095" y="181"/>
                  </a:moveTo>
                  <a:cubicBezTo>
                    <a:pt x="2090" y="181"/>
                    <a:pt x="2087" y="187"/>
                    <a:pt x="2087" y="190"/>
                  </a:cubicBezTo>
                  <a:cubicBezTo>
                    <a:pt x="2087" y="198"/>
                    <a:pt x="2091" y="201"/>
                    <a:pt x="2095" y="201"/>
                  </a:cubicBezTo>
                  <a:lnTo>
                    <a:pt x="2268" y="218"/>
                  </a:lnTo>
                  <a:cubicBezTo>
                    <a:pt x="2276" y="218"/>
                    <a:pt x="2281" y="214"/>
                    <a:pt x="2281" y="206"/>
                  </a:cubicBezTo>
                  <a:cubicBezTo>
                    <a:pt x="2281" y="201"/>
                    <a:pt x="2276" y="194"/>
                    <a:pt x="2272" y="194"/>
                  </a:cubicBezTo>
                  <a:lnTo>
                    <a:pt x="2099" y="182"/>
                  </a:lnTo>
                  <a:cubicBezTo>
                    <a:pt x="2097" y="182"/>
                    <a:pt x="2096" y="181"/>
                    <a:pt x="2095" y="181"/>
                  </a:cubicBezTo>
                  <a:close/>
                  <a:moveTo>
                    <a:pt x="2446" y="210"/>
                  </a:moveTo>
                  <a:cubicBezTo>
                    <a:pt x="2438" y="210"/>
                    <a:pt x="2434" y="214"/>
                    <a:pt x="2434" y="221"/>
                  </a:cubicBezTo>
                  <a:cubicBezTo>
                    <a:pt x="2434" y="225"/>
                    <a:pt x="2438" y="230"/>
                    <a:pt x="2442" y="234"/>
                  </a:cubicBezTo>
                  <a:lnTo>
                    <a:pt x="2517" y="237"/>
                  </a:lnTo>
                  <a:cubicBezTo>
                    <a:pt x="2521" y="237"/>
                    <a:pt x="2525" y="234"/>
                    <a:pt x="2529" y="230"/>
                  </a:cubicBezTo>
                  <a:cubicBezTo>
                    <a:pt x="2529" y="221"/>
                    <a:pt x="2525" y="218"/>
                    <a:pt x="2517" y="218"/>
                  </a:cubicBezTo>
                  <a:lnTo>
                    <a:pt x="2446" y="210"/>
                  </a:lnTo>
                  <a:close/>
                </a:path>
              </a:pathLst>
            </a:cu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 name="Google Shape;812;p30"/>
            <p:cNvSpPr/>
            <p:nvPr/>
          </p:nvSpPr>
          <p:spPr>
            <a:xfrm>
              <a:off x="1778804" y="5539515"/>
              <a:ext cx="2646029" cy="177650"/>
            </a:xfrm>
            <a:custGeom>
              <a:rect b="b" l="l" r="r" t="t"/>
              <a:pathLst>
                <a:path extrusionOk="0" h="170" w="2532">
                  <a:moveTo>
                    <a:pt x="13" y="0"/>
                  </a:moveTo>
                  <a:cubicBezTo>
                    <a:pt x="4" y="0"/>
                    <a:pt x="0" y="9"/>
                    <a:pt x="0" y="13"/>
                  </a:cubicBezTo>
                  <a:cubicBezTo>
                    <a:pt x="0" y="20"/>
                    <a:pt x="4" y="24"/>
                    <a:pt x="13" y="24"/>
                  </a:cubicBezTo>
                  <a:lnTo>
                    <a:pt x="186" y="36"/>
                  </a:lnTo>
                  <a:cubicBezTo>
                    <a:pt x="190" y="36"/>
                    <a:pt x="193" y="28"/>
                    <a:pt x="198" y="24"/>
                  </a:cubicBezTo>
                  <a:cubicBezTo>
                    <a:pt x="198" y="16"/>
                    <a:pt x="190" y="13"/>
                    <a:pt x="186" y="13"/>
                  </a:cubicBezTo>
                  <a:lnTo>
                    <a:pt x="13" y="0"/>
                  </a:lnTo>
                  <a:close/>
                  <a:moveTo>
                    <a:pt x="357" y="23"/>
                  </a:moveTo>
                  <a:cubicBezTo>
                    <a:pt x="353" y="23"/>
                    <a:pt x="348" y="29"/>
                    <a:pt x="348" y="32"/>
                  </a:cubicBezTo>
                  <a:cubicBezTo>
                    <a:pt x="348" y="40"/>
                    <a:pt x="351" y="44"/>
                    <a:pt x="359" y="44"/>
                  </a:cubicBezTo>
                  <a:lnTo>
                    <a:pt x="533" y="56"/>
                  </a:lnTo>
                  <a:cubicBezTo>
                    <a:pt x="537" y="56"/>
                    <a:pt x="544" y="51"/>
                    <a:pt x="544" y="44"/>
                  </a:cubicBezTo>
                  <a:cubicBezTo>
                    <a:pt x="544" y="40"/>
                    <a:pt x="541" y="32"/>
                    <a:pt x="533" y="32"/>
                  </a:cubicBezTo>
                  <a:lnTo>
                    <a:pt x="359" y="24"/>
                  </a:lnTo>
                  <a:cubicBezTo>
                    <a:pt x="358" y="23"/>
                    <a:pt x="357" y="23"/>
                    <a:pt x="357" y="23"/>
                  </a:cubicBezTo>
                  <a:close/>
                  <a:moveTo>
                    <a:pt x="706" y="44"/>
                  </a:moveTo>
                  <a:cubicBezTo>
                    <a:pt x="703" y="44"/>
                    <a:pt x="695" y="48"/>
                    <a:pt x="695" y="51"/>
                  </a:cubicBezTo>
                  <a:cubicBezTo>
                    <a:pt x="695" y="60"/>
                    <a:pt x="699" y="64"/>
                    <a:pt x="706" y="64"/>
                  </a:cubicBezTo>
                  <a:lnTo>
                    <a:pt x="879" y="75"/>
                  </a:lnTo>
                  <a:cubicBezTo>
                    <a:pt x="888" y="75"/>
                    <a:pt x="892" y="71"/>
                    <a:pt x="892" y="64"/>
                  </a:cubicBezTo>
                  <a:cubicBezTo>
                    <a:pt x="892" y="60"/>
                    <a:pt x="888" y="51"/>
                    <a:pt x="879" y="51"/>
                  </a:cubicBezTo>
                  <a:lnTo>
                    <a:pt x="706" y="44"/>
                  </a:lnTo>
                  <a:close/>
                  <a:moveTo>
                    <a:pt x="1057" y="64"/>
                  </a:moveTo>
                  <a:cubicBezTo>
                    <a:pt x="1050" y="64"/>
                    <a:pt x="1045" y="67"/>
                    <a:pt x="1045" y="71"/>
                  </a:cubicBezTo>
                  <a:cubicBezTo>
                    <a:pt x="1045" y="80"/>
                    <a:pt x="1050" y="84"/>
                    <a:pt x="1054" y="84"/>
                  </a:cubicBezTo>
                  <a:lnTo>
                    <a:pt x="1227" y="95"/>
                  </a:lnTo>
                  <a:cubicBezTo>
                    <a:pt x="1234" y="95"/>
                    <a:pt x="1239" y="91"/>
                    <a:pt x="1239" y="84"/>
                  </a:cubicBezTo>
                  <a:cubicBezTo>
                    <a:pt x="1239" y="80"/>
                    <a:pt x="1234" y="71"/>
                    <a:pt x="1231" y="71"/>
                  </a:cubicBezTo>
                  <a:lnTo>
                    <a:pt x="1057" y="64"/>
                  </a:lnTo>
                  <a:close/>
                  <a:moveTo>
                    <a:pt x="1405" y="84"/>
                  </a:moveTo>
                  <a:cubicBezTo>
                    <a:pt x="1396" y="84"/>
                    <a:pt x="1392" y="87"/>
                    <a:pt x="1392" y="95"/>
                  </a:cubicBezTo>
                  <a:cubicBezTo>
                    <a:pt x="1392" y="99"/>
                    <a:pt x="1396" y="103"/>
                    <a:pt x="1400" y="103"/>
                  </a:cubicBezTo>
                  <a:lnTo>
                    <a:pt x="1578" y="115"/>
                  </a:lnTo>
                  <a:cubicBezTo>
                    <a:pt x="1582" y="115"/>
                    <a:pt x="1585" y="111"/>
                    <a:pt x="1589" y="103"/>
                  </a:cubicBezTo>
                  <a:cubicBezTo>
                    <a:pt x="1589" y="99"/>
                    <a:pt x="1582" y="95"/>
                    <a:pt x="1578" y="91"/>
                  </a:cubicBezTo>
                  <a:lnTo>
                    <a:pt x="1405" y="84"/>
                  </a:lnTo>
                  <a:close/>
                  <a:moveTo>
                    <a:pt x="1751" y="103"/>
                  </a:moveTo>
                  <a:cubicBezTo>
                    <a:pt x="1747" y="103"/>
                    <a:pt x="1740" y="107"/>
                    <a:pt x="1740" y="115"/>
                  </a:cubicBezTo>
                  <a:cubicBezTo>
                    <a:pt x="1740" y="119"/>
                    <a:pt x="1743" y="122"/>
                    <a:pt x="1751" y="127"/>
                  </a:cubicBezTo>
                  <a:lnTo>
                    <a:pt x="1925" y="135"/>
                  </a:lnTo>
                  <a:cubicBezTo>
                    <a:pt x="1929" y="135"/>
                    <a:pt x="1937" y="131"/>
                    <a:pt x="1937" y="122"/>
                  </a:cubicBezTo>
                  <a:cubicBezTo>
                    <a:pt x="1937" y="119"/>
                    <a:pt x="1933" y="115"/>
                    <a:pt x="1925" y="115"/>
                  </a:cubicBezTo>
                  <a:lnTo>
                    <a:pt x="1751" y="103"/>
                  </a:lnTo>
                  <a:close/>
                  <a:moveTo>
                    <a:pt x="2098" y="122"/>
                  </a:moveTo>
                  <a:cubicBezTo>
                    <a:pt x="2095" y="122"/>
                    <a:pt x="2086" y="127"/>
                    <a:pt x="2086" y="135"/>
                  </a:cubicBezTo>
                  <a:cubicBezTo>
                    <a:pt x="2086" y="138"/>
                    <a:pt x="2091" y="146"/>
                    <a:pt x="2098" y="146"/>
                  </a:cubicBezTo>
                  <a:lnTo>
                    <a:pt x="2272" y="154"/>
                  </a:lnTo>
                  <a:cubicBezTo>
                    <a:pt x="2280" y="154"/>
                    <a:pt x="2284" y="151"/>
                    <a:pt x="2284" y="146"/>
                  </a:cubicBezTo>
                  <a:cubicBezTo>
                    <a:pt x="2284" y="138"/>
                    <a:pt x="2280" y="135"/>
                    <a:pt x="2272" y="135"/>
                  </a:cubicBezTo>
                  <a:lnTo>
                    <a:pt x="2098" y="122"/>
                  </a:lnTo>
                  <a:close/>
                  <a:moveTo>
                    <a:pt x="2449" y="142"/>
                  </a:moveTo>
                  <a:cubicBezTo>
                    <a:pt x="2441" y="142"/>
                    <a:pt x="2437" y="146"/>
                    <a:pt x="2437" y="154"/>
                  </a:cubicBezTo>
                  <a:cubicBezTo>
                    <a:pt x="2437" y="158"/>
                    <a:pt x="2441" y="166"/>
                    <a:pt x="2446" y="166"/>
                  </a:cubicBezTo>
                  <a:lnTo>
                    <a:pt x="2520" y="170"/>
                  </a:lnTo>
                  <a:cubicBezTo>
                    <a:pt x="2524" y="170"/>
                    <a:pt x="2528" y="166"/>
                    <a:pt x="2528" y="158"/>
                  </a:cubicBezTo>
                  <a:cubicBezTo>
                    <a:pt x="2532" y="154"/>
                    <a:pt x="2524" y="146"/>
                    <a:pt x="2520" y="146"/>
                  </a:cubicBezTo>
                  <a:lnTo>
                    <a:pt x="2449" y="142"/>
                  </a:lnTo>
                  <a:close/>
                </a:path>
              </a:pathLst>
            </a:cu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 name="Google Shape;813;p30"/>
            <p:cNvSpPr/>
            <p:nvPr/>
          </p:nvSpPr>
          <p:spPr>
            <a:xfrm>
              <a:off x="1704607" y="5959605"/>
              <a:ext cx="2642894" cy="203775"/>
            </a:xfrm>
            <a:custGeom>
              <a:rect b="b" l="l" r="r" t="t"/>
              <a:pathLst>
                <a:path extrusionOk="0" h="195" w="2529">
                  <a:moveTo>
                    <a:pt x="13" y="0"/>
                  </a:moveTo>
                  <a:cubicBezTo>
                    <a:pt x="4" y="0"/>
                    <a:pt x="0" y="4"/>
                    <a:pt x="0" y="9"/>
                  </a:cubicBezTo>
                  <a:cubicBezTo>
                    <a:pt x="0" y="17"/>
                    <a:pt x="4" y="20"/>
                    <a:pt x="9" y="20"/>
                  </a:cubicBezTo>
                  <a:lnTo>
                    <a:pt x="182" y="33"/>
                  </a:lnTo>
                  <a:cubicBezTo>
                    <a:pt x="183" y="33"/>
                    <a:pt x="185" y="34"/>
                    <a:pt x="186" y="34"/>
                  </a:cubicBezTo>
                  <a:cubicBezTo>
                    <a:pt x="191" y="34"/>
                    <a:pt x="193" y="27"/>
                    <a:pt x="193" y="24"/>
                  </a:cubicBezTo>
                  <a:cubicBezTo>
                    <a:pt x="198" y="17"/>
                    <a:pt x="190" y="13"/>
                    <a:pt x="186" y="13"/>
                  </a:cubicBezTo>
                  <a:lnTo>
                    <a:pt x="13" y="0"/>
                  </a:lnTo>
                  <a:close/>
                  <a:moveTo>
                    <a:pt x="359" y="24"/>
                  </a:moveTo>
                  <a:cubicBezTo>
                    <a:pt x="351" y="24"/>
                    <a:pt x="348" y="28"/>
                    <a:pt x="348" y="36"/>
                  </a:cubicBezTo>
                  <a:cubicBezTo>
                    <a:pt x="348" y="40"/>
                    <a:pt x="351" y="44"/>
                    <a:pt x="359" y="44"/>
                  </a:cubicBezTo>
                  <a:lnTo>
                    <a:pt x="533" y="60"/>
                  </a:lnTo>
                  <a:cubicBezTo>
                    <a:pt x="537" y="60"/>
                    <a:pt x="541" y="52"/>
                    <a:pt x="544" y="48"/>
                  </a:cubicBezTo>
                  <a:cubicBezTo>
                    <a:pt x="544" y="40"/>
                    <a:pt x="541" y="36"/>
                    <a:pt x="533" y="36"/>
                  </a:cubicBezTo>
                  <a:lnTo>
                    <a:pt x="359" y="24"/>
                  </a:lnTo>
                  <a:close/>
                  <a:moveTo>
                    <a:pt x="706" y="48"/>
                  </a:moveTo>
                  <a:cubicBezTo>
                    <a:pt x="703" y="48"/>
                    <a:pt x="695" y="52"/>
                    <a:pt x="695" y="60"/>
                  </a:cubicBezTo>
                  <a:cubicBezTo>
                    <a:pt x="695" y="64"/>
                    <a:pt x="699" y="68"/>
                    <a:pt x="706" y="71"/>
                  </a:cubicBezTo>
                  <a:lnTo>
                    <a:pt x="879" y="84"/>
                  </a:lnTo>
                  <a:cubicBezTo>
                    <a:pt x="884" y="84"/>
                    <a:pt x="892" y="80"/>
                    <a:pt x="892" y="71"/>
                  </a:cubicBezTo>
                  <a:cubicBezTo>
                    <a:pt x="892" y="68"/>
                    <a:pt x="888" y="60"/>
                    <a:pt x="879" y="60"/>
                  </a:cubicBezTo>
                  <a:lnTo>
                    <a:pt x="706" y="48"/>
                  </a:lnTo>
                  <a:close/>
                  <a:moveTo>
                    <a:pt x="1054" y="71"/>
                  </a:moveTo>
                  <a:cubicBezTo>
                    <a:pt x="1050" y="71"/>
                    <a:pt x="1041" y="75"/>
                    <a:pt x="1041" y="84"/>
                  </a:cubicBezTo>
                  <a:cubicBezTo>
                    <a:pt x="1041" y="87"/>
                    <a:pt x="1045" y="95"/>
                    <a:pt x="1054" y="95"/>
                  </a:cubicBezTo>
                  <a:lnTo>
                    <a:pt x="1227" y="107"/>
                  </a:lnTo>
                  <a:cubicBezTo>
                    <a:pt x="1234" y="107"/>
                    <a:pt x="1239" y="104"/>
                    <a:pt x="1239" y="95"/>
                  </a:cubicBezTo>
                  <a:cubicBezTo>
                    <a:pt x="1239" y="91"/>
                    <a:pt x="1234" y="84"/>
                    <a:pt x="1227" y="84"/>
                  </a:cubicBezTo>
                  <a:lnTo>
                    <a:pt x="1054" y="71"/>
                  </a:lnTo>
                  <a:close/>
                  <a:moveTo>
                    <a:pt x="1400" y="95"/>
                  </a:moveTo>
                  <a:cubicBezTo>
                    <a:pt x="1396" y="95"/>
                    <a:pt x="1392" y="99"/>
                    <a:pt x="1392" y="107"/>
                  </a:cubicBezTo>
                  <a:cubicBezTo>
                    <a:pt x="1389" y="111"/>
                    <a:pt x="1396" y="119"/>
                    <a:pt x="1400" y="119"/>
                  </a:cubicBezTo>
                  <a:lnTo>
                    <a:pt x="1574" y="131"/>
                  </a:lnTo>
                  <a:cubicBezTo>
                    <a:pt x="1582" y="131"/>
                    <a:pt x="1585" y="127"/>
                    <a:pt x="1585" y="119"/>
                  </a:cubicBezTo>
                  <a:cubicBezTo>
                    <a:pt x="1585" y="115"/>
                    <a:pt x="1582" y="107"/>
                    <a:pt x="1578" y="107"/>
                  </a:cubicBezTo>
                  <a:lnTo>
                    <a:pt x="1400" y="95"/>
                  </a:lnTo>
                  <a:close/>
                  <a:moveTo>
                    <a:pt x="1751" y="119"/>
                  </a:moveTo>
                  <a:cubicBezTo>
                    <a:pt x="1744" y="119"/>
                    <a:pt x="1740" y="123"/>
                    <a:pt x="1740" y="131"/>
                  </a:cubicBezTo>
                  <a:cubicBezTo>
                    <a:pt x="1740" y="139"/>
                    <a:pt x="1744" y="142"/>
                    <a:pt x="1747" y="142"/>
                  </a:cubicBezTo>
                  <a:lnTo>
                    <a:pt x="1920" y="155"/>
                  </a:lnTo>
                  <a:cubicBezTo>
                    <a:pt x="1929" y="155"/>
                    <a:pt x="1933" y="151"/>
                    <a:pt x="1933" y="142"/>
                  </a:cubicBezTo>
                  <a:cubicBezTo>
                    <a:pt x="1933" y="139"/>
                    <a:pt x="1929" y="135"/>
                    <a:pt x="1925" y="135"/>
                  </a:cubicBezTo>
                  <a:lnTo>
                    <a:pt x="1751" y="119"/>
                  </a:lnTo>
                  <a:close/>
                  <a:moveTo>
                    <a:pt x="2095" y="145"/>
                  </a:moveTo>
                  <a:cubicBezTo>
                    <a:pt x="2089" y="145"/>
                    <a:pt x="2086" y="152"/>
                    <a:pt x="2086" y="155"/>
                  </a:cubicBezTo>
                  <a:cubicBezTo>
                    <a:pt x="2086" y="162"/>
                    <a:pt x="2091" y="166"/>
                    <a:pt x="2095" y="166"/>
                  </a:cubicBezTo>
                  <a:lnTo>
                    <a:pt x="2272" y="178"/>
                  </a:lnTo>
                  <a:cubicBezTo>
                    <a:pt x="2275" y="178"/>
                    <a:pt x="2280" y="175"/>
                    <a:pt x="2280" y="170"/>
                  </a:cubicBezTo>
                  <a:cubicBezTo>
                    <a:pt x="2284" y="162"/>
                    <a:pt x="2275" y="158"/>
                    <a:pt x="2272" y="158"/>
                  </a:cubicBezTo>
                  <a:lnTo>
                    <a:pt x="2098" y="146"/>
                  </a:lnTo>
                  <a:cubicBezTo>
                    <a:pt x="2097" y="145"/>
                    <a:pt x="2096" y="145"/>
                    <a:pt x="2095" y="145"/>
                  </a:cubicBezTo>
                  <a:close/>
                  <a:moveTo>
                    <a:pt x="2446" y="170"/>
                  </a:moveTo>
                  <a:cubicBezTo>
                    <a:pt x="2437" y="170"/>
                    <a:pt x="2433" y="175"/>
                    <a:pt x="2433" y="178"/>
                  </a:cubicBezTo>
                  <a:cubicBezTo>
                    <a:pt x="2433" y="186"/>
                    <a:pt x="2437" y="190"/>
                    <a:pt x="2446" y="190"/>
                  </a:cubicBezTo>
                  <a:lnTo>
                    <a:pt x="2517" y="193"/>
                  </a:lnTo>
                  <a:cubicBezTo>
                    <a:pt x="2517" y="194"/>
                    <a:pt x="2518" y="195"/>
                    <a:pt x="2519" y="195"/>
                  </a:cubicBezTo>
                  <a:cubicBezTo>
                    <a:pt x="2523" y="195"/>
                    <a:pt x="2528" y="189"/>
                    <a:pt x="2528" y="186"/>
                  </a:cubicBezTo>
                  <a:cubicBezTo>
                    <a:pt x="2528" y="178"/>
                    <a:pt x="2524" y="175"/>
                    <a:pt x="2517" y="175"/>
                  </a:cubicBezTo>
                  <a:lnTo>
                    <a:pt x="2446" y="170"/>
                  </a:lnTo>
                  <a:close/>
                </a:path>
              </a:pathLst>
            </a:cu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 name="Google Shape;814;p30"/>
            <p:cNvSpPr/>
            <p:nvPr/>
          </p:nvSpPr>
          <p:spPr>
            <a:xfrm>
              <a:off x="1626229" y="6458070"/>
              <a:ext cx="2642894" cy="207955"/>
            </a:xfrm>
            <a:custGeom>
              <a:rect b="b" l="l" r="r" t="t"/>
              <a:pathLst>
                <a:path extrusionOk="0" h="199" w="2529">
                  <a:moveTo>
                    <a:pt x="13" y="0"/>
                  </a:moveTo>
                  <a:cubicBezTo>
                    <a:pt x="4" y="0"/>
                    <a:pt x="1" y="5"/>
                    <a:pt x="1" y="13"/>
                  </a:cubicBezTo>
                  <a:cubicBezTo>
                    <a:pt x="1" y="16"/>
                    <a:pt x="4" y="24"/>
                    <a:pt x="8" y="24"/>
                  </a:cubicBezTo>
                  <a:lnTo>
                    <a:pt x="182" y="36"/>
                  </a:lnTo>
                  <a:cubicBezTo>
                    <a:pt x="190" y="36"/>
                    <a:pt x="194" y="33"/>
                    <a:pt x="194" y="24"/>
                  </a:cubicBezTo>
                  <a:cubicBezTo>
                    <a:pt x="194" y="20"/>
                    <a:pt x="190" y="13"/>
                    <a:pt x="186" y="13"/>
                  </a:cubicBezTo>
                  <a:lnTo>
                    <a:pt x="13" y="0"/>
                  </a:lnTo>
                  <a:close/>
                  <a:moveTo>
                    <a:pt x="359" y="24"/>
                  </a:moveTo>
                  <a:cubicBezTo>
                    <a:pt x="352" y="24"/>
                    <a:pt x="348" y="29"/>
                    <a:pt x="348" y="36"/>
                  </a:cubicBezTo>
                  <a:cubicBezTo>
                    <a:pt x="348" y="44"/>
                    <a:pt x="352" y="48"/>
                    <a:pt x="359" y="48"/>
                  </a:cubicBezTo>
                  <a:lnTo>
                    <a:pt x="533" y="60"/>
                  </a:lnTo>
                  <a:cubicBezTo>
                    <a:pt x="537" y="60"/>
                    <a:pt x="541" y="56"/>
                    <a:pt x="545" y="48"/>
                  </a:cubicBezTo>
                  <a:cubicBezTo>
                    <a:pt x="545" y="44"/>
                    <a:pt x="541" y="40"/>
                    <a:pt x="533" y="36"/>
                  </a:cubicBezTo>
                  <a:lnTo>
                    <a:pt x="359" y="24"/>
                  </a:lnTo>
                  <a:close/>
                  <a:moveTo>
                    <a:pt x="704" y="51"/>
                  </a:moveTo>
                  <a:cubicBezTo>
                    <a:pt x="700" y="51"/>
                    <a:pt x="694" y="57"/>
                    <a:pt x="694" y="60"/>
                  </a:cubicBezTo>
                  <a:cubicBezTo>
                    <a:pt x="694" y="68"/>
                    <a:pt x="699" y="71"/>
                    <a:pt x="707" y="71"/>
                  </a:cubicBezTo>
                  <a:lnTo>
                    <a:pt x="880" y="84"/>
                  </a:lnTo>
                  <a:cubicBezTo>
                    <a:pt x="884" y="84"/>
                    <a:pt x="892" y="80"/>
                    <a:pt x="892" y="76"/>
                  </a:cubicBezTo>
                  <a:cubicBezTo>
                    <a:pt x="892" y="68"/>
                    <a:pt x="888" y="64"/>
                    <a:pt x="880" y="64"/>
                  </a:cubicBezTo>
                  <a:lnTo>
                    <a:pt x="707" y="52"/>
                  </a:lnTo>
                  <a:cubicBezTo>
                    <a:pt x="706" y="51"/>
                    <a:pt x="705" y="51"/>
                    <a:pt x="704" y="51"/>
                  </a:cubicBezTo>
                  <a:close/>
                  <a:moveTo>
                    <a:pt x="1054" y="76"/>
                  </a:moveTo>
                  <a:cubicBezTo>
                    <a:pt x="1049" y="76"/>
                    <a:pt x="1042" y="80"/>
                    <a:pt x="1042" y="84"/>
                  </a:cubicBezTo>
                  <a:cubicBezTo>
                    <a:pt x="1042" y="91"/>
                    <a:pt x="1045" y="95"/>
                    <a:pt x="1054" y="95"/>
                  </a:cubicBezTo>
                  <a:lnTo>
                    <a:pt x="1227" y="107"/>
                  </a:lnTo>
                  <a:cubicBezTo>
                    <a:pt x="1231" y="107"/>
                    <a:pt x="1238" y="104"/>
                    <a:pt x="1238" y="100"/>
                  </a:cubicBezTo>
                  <a:cubicBezTo>
                    <a:pt x="1238" y="91"/>
                    <a:pt x="1235" y="87"/>
                    <a:pt x="1227" y="87"/>
                  </a:cubicBezTo>
                  <a:lnTo>
                    <a:pt x="1054" y="76"/>
                  </a:lnTo>
                  <a:close/>
                  <a:moveTo>
                    <a:pt x="1400" y="100"/>
                  </a:moveTo>
                  <a:cubicBezTo>
                    <a:pt x="1396" y="100"/>
                    <a:pt x="1393" y="104"/>
                    <a:pt x="1389" y="107"/>
                  </a:cubicBezTo>
                  <a:cubicBezTo>
                    <a:pt x="1389" y="115"/>
                    <a:pt x="1396" y="119"/>
                    <a:pt x="1400" y="119"/>
                  </a:cubicBezTo>
                  <a:lnTo>
                    <a:pt x="1574" y="131"/>
                  </a:lnTo>
                  <a:cubicBezTo>
                    <a:pt x="1582" y="131"/>
                    <a:pt x="1586" y="127"/>
                    <a:pt x="1586" y="123"/>
                  </a:cubicBezTo>
                  <a:cubicBezTo>
                    <a:pt x="1586" y="115"/>
                    <a:pt x="1582" y="111"/>
                    <a:pt x="1578" y="111"/>
                  </a:cubicBezTo>
                  <a:lnTo>
                    <a:pt x="1400" y="100"/>
                  </a:lnTo>
                  <a:close/>
                  <a:moveTo>
                    <a:pt x="1751" y="123"/>
                  </a:moveTo>
                  <a:cubicBezTo>
                    <a:pt x="1744" y="123"/>
                    <a:pt x="1740" y="127"/>
                    <a:pt x="1740" y="131"/>
                  </a:cubicBezTo>
                  <a:cubicBezTo>
                    <a:pt x="1740" y="139"/>
                    <a:pt x="1744" y="142"/>
                    <a:pt x="1748" y="142"/>
                  </a:cubicBezTo>
                  <a:lnTo>
                    <a:pt x="1921" y="158"/>
                  </a:lnTo>
                  <a:cubicBezTo>
                    <a:pt x="1929" y="158"/>
                    <a:pt x="1933" y="151"/>
                    <a:pt x="1933" y="147"/>
                  </a:cubicBezTo>
                  <a:cubicBezTo>
                    <a:pt x="1933" y="139"/>
                    <a:pt x="1929" y="135"/>
                    <a:pt x="1924" y="135"/>
                  </a:cubicBezTo>
                  <a:lnTo>
                    <a:pt x="1751" y="123"/>
                  </a:lnTo>
                  <a:close/>
                  <a:moveTo>
                    <a:pt x="2099" y="147"/>
                  </a:moveTo>
                  <a:cubicBezTo>
                    <a:pt x="2090" y="147"/>
                    <a:pt x="2086" y="151"/>
                    <a:pt x="2086" y="158"/>
                  </a:cubicBezTo>
                  <a:cubicBezTo>
                    <a:pt x="2086" y="162"/>
                    <a:pt x="2090" y="166"/>
                    <a:pt x="2095" y="171"/>
                  </a:cubicBezTo>
                  <a:lnTo>
                    <a:pt x="2272" y="182"/>
                  </a:lnTo>
                  <a:cubicBezTo>
                    <a:pt x="2276" y="182"/>
                    <a:pt x="2279" y="178"/>
                    <a:pt x="2279" y="171"/>
                  </a:cubicBezTo>
                  <a:cubicBezTo>
                    <a:pt x="2284" y="166"/>
                    <a:pt x="2276" y="158"/>
                    <a:pt x="2272" y="158"/>
                  </a:cubicBezTo>
                  <a:lnTo>
                    <a:pt x="2099" y="147"/>
                  </a:lnTo>
                  <a:close/>
                  <a:moveTo>
                    <a:pt x="2445" y="171"/>
                  </a:moveTo>
                  <a:cubicBezTo>
                    <a:pt x="2437" y="171"/>
                    <a:pt x="2434" y="175"/>
                    <a:pt x="2434" y="182"/>
                  </a:cubicBezTo>
                  <a:cubicBezTo>
                    <a:pt x="2434" y="186"/>
                    <a:pt x="2437" y="194"/>
                    <a:pt x="2445" y="194"/>
                  </a:cubicBezTo>
                  <a:lnTo>
                    <a:pt x="2516" y="198"/>
                  </a:lnTo>
                  <a:cubicBezTo>
                    <a:pt x="2521" y="198"/>
                    <a:pt x="2528" y="194"/>
                    <a:pt x="2528" y="186"/>
                  </a:cubicBezTo>
                  <a:cubicBezTo>
                    <a:pt x="2528" y="182"/>
                    <a:pt x="2524" y="178"/>
                    <a:pt x="2516" y="175"/>
                  </a:cubicBezTo>
                  <a:lnTo>
                    <a:pt x="2445" y="171"/>
                  </a:lnTo>
                  <a:close/>
                </a:path>
              </a:pathLst>
            </a:cu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15" name="Google Shape;815;p30"/>
          <p:cNvGrpSpPr/>
          <p:nvPr/>
        </p:nvGrpSpPr>
        <p:grpSpPr>
          <a:xfrm rot="-3204038">
            <a:off x="8761433" y="8597145"/>
            <a:ext cx="2448486" cy="2125246"/>
            <a:chOff x="1322124" y="4079650"/>
            <a:chExt cx="3420400" cy="2968851"/>
          </a:xfrm>
        </p:grpSpPr>
        <p:sp>
          <p:nvSpPr>
            <p:cNvPr id="816" name="Google Shape;816;p30"/>
            <p:cNvSpPr/>
            <p:nvPr/>
          </p:nvSpPr>
          <p:spPr>
            <a:xfrm>
              <a:off x="1322124" y="4377475"/>
              <a:ext cx="3420400" cy="2671026"/>
            </a:xfrm>
            <a:custGeom>
              <a:rect b="b" l="l" r="r" t="t"/>
              <a:pathLst>
                <a:path extrusionOk="0" h="2556" w="3273">
                  <a:moveTo>
                    <a:pt x="228" y="0"/>
                  </a:moveTo>
                  <a:cubicBezTo>
                    <a:pt x="244" y="548"/>
                    <a:pt x="157" y="1345"/>
                    <a:pt x="0" y="2331"/>
                  </a:cubicBezTo>
                  <a:lnTo>
                    <a:pt x="3040" y="2555"/>
                  </a:lnTo>
                  <a:cubicBezTo>
                    <a:pt x="3186" y="1767"/>
                    <a:pt x="3273" y="998"/>
                    <a:pt x="3269" y="257"/>
                  </a:cubicBezTo>
                  <a:lnTo>
                    <a:pt x="3143" y="249"/>
                  </a:lnTo>
                  <a:lnTo>
                    <a:pt x="3143" y="249"/>
                  </a:lnTo>
                  <a:cubicBezTo>
                    <a:pt x="3154" y="320"/>
                    <a:pt x="3115" y="402"/>
                    <a:pt x="3020" y="402"/>
                  </a:cubicBezTo>
                  <a:cubicBezTo>
                    <a:pt x="2918" y="402"/>
                    <a:pt x="2878" y="304"/>
                    <a:pt x="2902" y="229"/>
                  </a:cubicBezTo>
                  <a:lnTo>
                    <a:pt x="2674" y="209"/>
                  </a:lnTo>
                  <a:lnTo>
                    <a:pt x="2674" y="209"/>
                  </a:lnTo>
                  <a:cubicBezTo>
                    <a:pt x="2677" y="213"/>
                    <a:pt x="2677" y="222"/>
                    <a:pt x="2677" y="229"/>
                  </a:cubicBezTo>
                  <a:lnTo>
                    <a:pt x="2677" y="237"/>
                  </a:lnTo>
                  <a:cubicBezTo>
                    <a:pt x="2677" y="261"/>
                    <a:pt x="2670" y="280"/>
                    <a:pt x="2657" y="300"/>
                  </a:cubicBezTo>
                  <a:cubicBezTo>
                    <a:pt x="2654" y="312"/>
                    <a:pt x="2646" y="320"/>
                    <a:pt x="2638" y="328"/>
                  </a:cubicBezTo>
                  <a:cubicBezTo>
                    <a:pt x="2622" y="344"/>
                    <a:pt x="2603" y="355"/>
                    <a:pt x="2583" y="364"/>
                  </a:cubicBezTo>
                  <a:lnTo>
                    <a:pt x="2547" y="367"/>
                  </a:lnTo>
                  <a:cubicBezTo>
                    <a:pt x="2528" y="367"/>
                    <a:pt x="2512" y="364"/>
                    <a:pt x="2496" y="355"/>
                  </a:cubicBezTo>
                  <a:cubicBezTo>
                    <a:pt x="2480" y="351"/>
                    <a:pt x="2468" y="340"/>
                    <a:pt x="2457" y="328"/>
                  </a:cubicBezTo>
                  <a:cubicBezTo>
                    <a:pt x="2441" y="316"/>
                    <a:pt x="2433" y="304"/>
                    <a:pt x="2428" y="288"/>
                  </a:cubicBezTo>
                  <a:cubicBezTo>
                    <a:pt x="2421" y="273"/>
                    <a:pt x="2417" y="253"/>
                    <a:pt x="2417" y="237"/>
                  </a:cubicBezTo>
                  <a:lnTo>
                    <a:pt x="2417" y="229"/>
                  </a:lnTo>
                  <a:cubicBezTo>
                    <a:pt x="2417" y="213"/>
                    <a:pt x="2421" y="202"/>
                    <a:pt x="2425" y="186"/>
                  </a:cubicBezTo>
                  <a:lnTo>
                    <a:pt x="2208" y="170"/>
                  </a:lnTo>
                  <a:lnTo>
                    <a:pt x="2208" y="170"/>
                  </a:lnTo>
                  <a:cubicBezTo>
                    <a:pt x="2228" y="245"/>
                    <a:pt x="2188" y="335"/>
                    <a:pt x="2090" y="335"/>
                  </a:cubicBezTo>
                  <a:cubicBezTo>
                    <a:pt x="1979" y="335"/>
                    <a:pt x="1940" y="225"/>
                    <a:pt x="1975" y="151"/>
                  </a:cubicBezTo>
                  <a:lnTo>
                    <a:pt x="1660" y="122"/>
                  </a:lnTo>
                  <a:lnTo>
                    <a:pt x="1660" y="122"/>
                  </a:lnTo>
                  <a:cubicBezTo>
                    <a:pt x="1684" y="198"/>
                    <a:pt x="1644" y="293"/>
                    <a:pt x="1542" y="293"/>
                  </a:cubicBezTo>
                  <a:cubicBezTo>
                    <a:pt x="1431" y="293"/>
                    <a:pt x="1396" y="182"/>
                    <a:pt x="1431" y="103"/>
                  </a:cubicBezTo>
                  <a:lnTo>
                    <a:pt x="1171" y="84"/>
                  </a:lnTo>
                  <a:lnTo>
                    <a:pt x="1171" y="84"/>
                  </a:lnTo>
                  <a:cubicBezTo>
                    <a:pt x="1183" y="155"/>
                    <a:pt x="1140" y="237"/>
                    <a:pt x="1049" y="237"/>
                  </a:cubicBezTo>
                  <a:cubicBezTo>
                    <a:pt x="946" y="237"/>
                    <a:pt x="907" y="138"/>
                    <a:pt x="930" y="60"/>
                  </a:cubicBezTo>
                  <a:lnTo>
                    <a:pt x="678" y="40"/>
                  </a:lnTo>
                  <a:cubicBezTo>
                    <a:pt x="678" y="107"/>
                    <a:pt x="635" y="170"/>
                    <a:pt x="552" y="170"/>
                  </a:cubicBezTo>
                  <a:cubicBezTo>
                    <a:pt x="461" y="170"/>
                    <a:pt x="417" y="91"/>
                    <a:pt x="430" y="20"/>
                  </a:cubicBezTo>
                  <a:lnTo>
                    <a:pt x="228" y="0"/>
                  </a:lnTo>
                  <a:close/>
                </a:path>
              </a:pathLst>
            </a:custGeom>
            <a:solidFill>
              <a:schemeClr val="accent5"/>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 name="Google Shape;817;p30"/>
            <p:cNvSpPr/>
            <p:nvPr/>
          </p:nvSpPr>
          <p:spPr>
            <a:xfrm>
              <a:off x="3019260" y="4421365"/>
              <a:ext cx="391888" cy="506826"/>
            </a:xfrm>
            <a:custGeom>
              <a:rect b="b" l="l" r="r" t="t"/>
              <a:pathLst>
                <a:path extrusionOk="0" h="485" w="375">
                  <a:moveTo>
                    <a:pt x="26" y="0"/>
                  </a:moveTo>
                  <a:cubicBezTo>
                    <a:pt x="21" y="0"/>
                    <a:pt x="16" y="2"/>
                    <a:pt x="12" y="6"/>
                  </a:cubicBezTo>
                  <a:cubicBezTo>
                    <a:pt x="0" y="9"/>
                    <a:pt x="0" y="25"/>
                    <a:pt x="9" y="33"/>
                  </a:cubicBezTo>
                  <a:lnTo>
                    <a:pt x="331" y="475"/>
                  </a:lnTo>
                  <a:cubicBezTo>
                    <a:pt x="336" y="482"/>
                    <a:pt x="341" y="485"/>
                    <a:pt x="347" y="485"/>
                  </a:cubicBezTo>
                  <a:cubicBezTo>
                    <a:pt x="352" y="485"/>
                    <a:pt x="358" y="483"/>
                    <a:pt x="363" y="479"/>
                  </a:cubicBezTo>
                  <a:cubicBezTo>
                    <a:pt x="371" y="475"/>
                    <a:pt x="375" y="459"/>
                    <a:pt x="367" y="451"/>
                  </a:cubicBezTo>
                  <a:lnTo>
                    <a:pt x="40" y="9"/>
                  </a:lnTo>
                  <a:cubicBezTo>
                    <a:pt x="38" y="3"/>
                    <a:pt x="32" y="0"/>
                    <a:pt x="2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 name="Google Shape;818;p30"/>
            <p:cNvSpPr/>
            <p:nvPr/>
          </p:nvSpPr>
          <p:spPr>
            <a:xfrm>
              <a:off x="2779947" y="4154890"/>
              <a:ext cx="755560" cy="640587"/>
            </a:xfrm>
            <a:custGeom>
              <a:rect b="b" l="l" r="r" t="t"/>
              <a:pathLst>
                <a:path extrusionOk="0" h="613" w="723">
                  <a:moveTo>
                    <a:pt x="311" y="0"/>
                  </a:moveTo>
                  <a:cubicBezTo>
                    <a:pt x="154" y="0"/>
                    <a:pt x="19" y="127"/>
                    <a:pt x="9" y="300"/>
                  </a:cubicBezTo>
                  <a:cubicBezTo>
                    <a:pt x="1" y="422"/>
                    <a:pt x="87" y="561"/>
                    <a:pt x="210" y="596"/>
                  </a:cubicBezTo>
                  <a:cubicBezTo>
                    <a:pt x="249" y="606"/>
                    <a:pt x="286" y="612"/>
                    <a:pt x="323" y="612"/>
                  </a:cubicBezTo>
                  <a:cubicBezTo>
                    <a:pt x="384" y="612"/>
                    <a:pt x="442" y="596"/>
                    <a:pt x="494" y="557"/>
                  </a:cubicBezTo>
                  <a:cubicBezTo>
                    <a:pt x="722" y="387"/>
                    <a:pt x="596" y="87"/>
                    <a:pt x="418" y="20"/>
                  </a:cubicBezTo>
                  <a:cubicBezTo>
                    <a:pt x="382" y="6"/>
                    <a:pt x="346" y="0"/>
                    <a:pt x="311" y="0"/>
                  </a:cubicBezTo>
                  <a:close/>
                </a:path>
              </a:pathLst>
            </a:custGeom>
            <a:solidFill>
              <a:schemeClr val="accent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 name="Google Shape;819;p30"/>
            <p:cNvSpPr/>
            <p:nvPr/>
          </p:nvSpPr>
          <p:spPr>
            <a:xfrm>
              <a:off x="2751731" y="4079650"/>
              <a:ext cx="638516" cy="558031"/>
            </a:xfrm>
            <a:custGeom>
              <a:rect b="b" l="l" r="r" t="t"/>
              <a:pathLst>
                <a:path extrusionOk="0" h="534" w="611">
                  <a:moveTo>
                    <a:pt x="247" y="0"/>
                  </a:moveTo>
                  <a:cubicBezTo>
                    <a:pt x="117" y="0"/>
                    <a:pt x="10" y="106"/>
                    <a:pt x="4" y="254"/>
                  </a:cubicBezTo>
                  <a:cubicBezTo>
                    <a:pt x="1" y="360"/>
                    <a:pt x="79" y="483"/>
                    <a:pt x="181" y="518"/>
                  </a:cubicBezTo>
                  <a:cubicBezTo>
                    <a:pt x="214" y="528"/>
                    <a:pt x="246" y="534"/>
                    <a:pt x="277" y="534"/>
                  </a:cubicBezTo>
                  <a:cubicBezTo>
                    <a:pt x="328" y="534"/>
                    <a:pt x="377" y="519"/>
                    <a:pt x="422" y="487"/>
                  </a:cubicBezTo>
                  <a:cubicBezTo>
                    <a:pt x="611" y="345"/>
                    <a:pt x="497" y="81"/>
                    <a:pt x="347" y="21"/>
                  </a:cubicBezTo>
                  <a:cubicBezTo>
                    <a:pt x="313" y="7"/>
                    <a:pt x="279" y="0"/>
                    <a:pt x="247" y="0"/>
                  </a:cubicBezTo>
                  <a:close/>
                </a:path>
              </a:pathLst>
            </a:custGeom>
            <a:solidFill>
              <a:schemeClr val="accent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 name="Google Shape;820;p30"/>
            <p:cNvSpPr/>
            <p:nvPr/>
          </p:nvSpPr>
          <p:spPr>
            <a:xfrm>
              <a:off x="1802840" y="5085985"/>
              <a:ext cx="2642894" cy="248711"/>
            </a:xfrm>
            <a:custGeom>
              <a:rect b="b" l="l" r="r" t="t"/>
              <a:pathLst>
                <a:path extrusionOk="0" h="238" w="2529">
                  <a:moveTo>
                    <a:pt x="13" y="1"/>
                  </a:moveTo>
                  <a:cubicBezTo>
                    <a:pt x="9" y="1"/>
                    <a:pt x="5" y="5"/>
                    <a:pt x="1" y="12"/>
                  </a:cubicBezTo>
                  <a:cubicBezTo>
                    <a:pt x="1" y="17"/>
                    <a:pt x="5" y="24"/>
                    <a:pt x="13" y="24"/>
                  </a:cubicBezTo>
                  <a:lnTo>
                    <a:pt x="186" y="41"/>
                  </a:lnTo>
                  <a:cubicBezTo>
                    <a:pt x="190" y="41"/>
                    <a:pt x="199" y="36"/>
                    <a:pt x="199" y="28"/>
                  </a:cubicBezTo>
                  <a:cubicBezTo>
                    <a:pt x="199" y="24"/>
                    <a:pt x="194" y="17"/>
                    <a:pt x="186" y="17"/>
                  </a:cubicBezTo>
                  <a:lnTo>
                    <a:pt x="13" y="1"/>
                  </a:lnTo>
                  <a:close/>
                  <a:moveTo>
                    <a:pt x="360" y="32"/>
                  </a:moveTo>
                  <a:cubicBezTo>
                    <a:pt x="356" y="32"/>
                    <a:pt x="352" y="36"/>
                    <a:pt x="348" y="41"/>
                  </a:cubicBezTo>
                  <a:cubicBezTo>
                    <a:pt x="348" y="48"/>
                    <a:pt x="352" y="52"/>
                    <a:pt x="360" y="52"/>
                  </a:cubicBezTo>
                  <a:lnTo>
                    <a:pt x="534" y="68"/>
                  </a:lnTo>
                  <a:cubicBezTo>
                    <a:pt x="541" y="68"/>
                    <a:pt x="545" y="64"/>
                    <a:pt x="545" y="59"/>
                  </a:cubicBezTo>
                  <a:cubicBezTo>
                    <a:pt x="545" y="52"/>
                    <a:pt x="541" y="48"/>
                    <a:pt x="534" y="48"/>
                  </a:cubicBezTo>
                  <a:lnTo>
                    <a:pt x="360" y="32"/>
                  </a:lnTo>
                  <a:close/>
                  <a:moveTo>
                    <a:pt x="707" y="59"/>
                  </a:moveTo>
                  <a:cubicBezTo>
                    <a:pt x="703" y="59"/>
                    <a:pt x="699" y="64"/>
                    <a:pt x="699" y="72"/>
                  </a:cubicBezTo>
                  <a:cubicBezTo>
                    <a:pt x="696" y="76"/>
                    <a:pt x="703" y="83"/>
                    <a:pt x="707" y="83"/>
                  </a:cubicBezTo>
                  <a:lnTo>
                    <a:pt x="880" y="99"/>
                  </a:lnTo>
                  <a:cubicBezTo>
                    <a:pt x="889" y="99"/>
                    <a:pt x="892" y="95"/>
                    <a:pt x="892" y="88"/>
                  </a:cubicBezTo>
                  <a:cubicBezTo>
                    <a:pt x="892" y="83"/>
                    <a:pt x="889" y="76"/>
                    <a:pt x="885" y="76"/>
                  </a:cubicBezTo>
                  <a:lnTo>
                    <a:pt x="707" y="59"/>
                  </a:lnTo>
                  <a:close/>
                  <a:moveTo>
                    <a:pt x="1058" y="92"/>
                  </a:moveTo>
                  <a:cubicBezTo>
                    <a:pt x="1050" y="92"/>
                    <a:pt x="1046" y="95"/>
                    <a:pt x="1046" y="99"/>
                  </a:cubicBezTo>
                  <a:cubicBezTo>
                    <a:pt x="1042" y="107"/>
                    <a:pt x="1050" y="112"/>
                    <a:pt x="1054" y="112"/>
                  </a:cubicBezTo>
                  <a:lnTo>
                    <a:pt x="1227" y="127"/>
                  </a:lnTo>
                  <a:cubicBezTo>
                    <a:pt x="1235" y="127"/>
                    <a:pt x="1240" y="123"/>
                    <a:pt x="1240" y="119"/>
                  </a:cubicBezTo>
                  <a:cubicBezTo>
                    <a:pt x="1240" y="112"/>
                    <a:pt x="1235" y="107"/>
                    <a:pt x="1231" y="107"/>
                  </a:cubicBezTo>
                  <a:lnTo>
                    <a:pt x="1058" y="92"/>
                  </a:lnTo>
                  <a:close/>
                  <a:moveTo>
                    <a:pt x="1405" y="119"/>
                  </a:moveTo>
                  <a:cubicBezTo>
                    <a:pt x="1397" y="119"/>
                    <a:pt x="1393" y="123"/>
                    <a:pt x="1393" y="130"/>
                  </a:cubicBezTo>
                  <a:cubicBezTo>
                    <a:pt x="1393" y="139"/>
                    <a:pt x="1397" y="143"/>
                    <a:pt x="1401" y="143"/>
                  </a:cubicBezTo>
                  <a:lnTo>
                    <a:pt x="1575" y="159"/>
                  </a:lnTo>
                  <a:cubicBezTo>
                    <a:pt x="1582" y="159"/>
                    <a:pt x="1586" y="154"/>
                    <a:pt x="1586" y="147"/>
                  </a:cubicBezTo>
                  <a:cubicBezTo>
                    <a:pt x="1586" y="143"/>
                    <a:pt x="1582" y="135"/>
                    <a:pt x="1579" y="135"/>
                  </a:cubicBezTo>
                  <a:lnTo>
                    <a:pt x="1405" y="119"/>
                  </a:lnTo>
                  <a:close/>
                  <a:moveTo>
                    <a:pt x="1752" y="150"/>
                  </a:moveTo>
                  <a:cubicBezTo>
                    <a:pt x="1744" y="150"/>
                    <a:pt x="1740" y="154"/>
                    <a:pt x="1740" y="163"/>
                  </a:cubicBezTo>
                  <a:cubicBezTo>
                    <a:pt x="1740" y="166"/>
                    <a:pt x="1744" y="170"/>
                    <a:pt x="1748" y="170"/>
                  </a:cubicBezTo>
                  <a:lnTo>
                    <a:pt x="1921" y="186"/>
                  </a:lnTo>
                  <a:cubicBezTo>
                    <a:pt x="1930" y="186"/>
                    <a:pt x="1933" y="182"/>
                    <a:pt x="1933" y="178"/>
                  </a:cubicBezTo>
                  <a:cubicBezTo>
                    <a:pt x="1933" y="170"/>
                    <a:pt x="1930" y="166"/>
                    <a:pt x="1926" y="166"/>
                  </a:cubicBezTo>
                  <a:lnTo>
                    <a:pt x="1752" y="150"/>
                  </a:lnTo>
                  <a:close/>
                  <a:moveTo>
                    <a:pt x="2095" y="181"/>
                  </a:moveTo>
                  <a:cubicBezTo>
                    <a:pt x="2090" y="181"/>
                    <a:pt x="2087" y="187"/>
                    <a:pt x="2087" y="190"/>
                  </a:cubicBezTo>
                  <a:cubicBezTo>
                    <a:pt x="2087" y="198"/>
                    <a:pt x="2091" y="201"/>
                    <a:pt x="2095" y="201"/>
                  </a:cubicBezTo>
                  <a:lnTo>
                    <a:pt x="2268" y="218"/>
                  </a:lnTo>
                  <a:cubicBezTo>
                    <a:pt x="2276" y="218"/>
                    <a:pt x="2281" y="214"/>
                    <a:pt x="2281" y="206"/>
                  </a:cubicBezTo>
                  <a:cubicBezTo>
                    <a:pt x="2281" y="201"/>
                    <a:pt x="2276" y="194"/>
                    <a:pt x="2272" y="194"/>
                  </a:cubicBezTo>
                  <a:lnTo>
                    <a:pt x="2099" y="182"/>
                  </a:lnTo>
                  <a:cubicBezTo>
                    <a:pt x="2097" y="182"/>
                    <a:pt x="2096" y="181"/>
                    <a:pt x="2095" y="181"/>
                  </a:cubicBezTo>
                  <a:close/>
                  <a:moveTo>
                    <a:pt x="2446" y="210"/>
                  </a:moveTo>
                  <a:cubicBezTo>
                    <a:pt x="2438" y="210"/>
                    <a:pt x="2434" y="214"/>
                    <a:pt x="2434" y="221"/>
                  </a:cubicBezTo>
                  <a:cubicBezTo>
                    <a:pt x="2434" y="225"/>
                    <a:pt x="2438" y="230"/>
                    <a:pt x="2442" y="234"/>
                  </a:cubicBezTo>
                  <a:lnTo>
                    <a:pt x="2517" y="237"/>
                  </a:lnTo>
                  <a:cubicBezTo>
                    <a:pt x="2521" y="237"/>
                    <a:pt x="2525" y="234"/>
                    <a:pt x="2529" y="230"/>
                  </a:cubicBezTo>
                  <a:cubicBezTo>
                    <a:pt x="2529" y="221"/>
                    <a:pt x="2525" y="218"/>
                    <a:pt x="2517" y="218"/>
                  </a:cubicBezTo>
                  <a:lnTo>
                    <a:pt x="2446" y="210"/>
                  </a:lnTo>
                  <a:close/>
                </a:path>
              </a:pathLst>
            </a:cu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 name="Google Shape;821;p30"/>
            <p:cNvSpPr/>
            <p:nvPr/>
          </p:nvSpPr>
          <p:spPr>
            <a:xfrm>
              <a:off x="1778804" y="5539515"/>
              <a:ext cx="2646029" cy="177650"/>
            </a:xfrm>
            <a:custGeom>
              <a:rect b="b" l="l" r="r" t="t"/>
              <a:pathLst>
                <a:path extrusionOk="0" h="170" w="2532">
                  <a:moveTo>
                    <a:pt x="13" y="0"/>
                  </a:moveTo>
                  <a:cubicBezTo>
                    <a:pt x="4" y="0"/>
                    <a:pt x="0" y="9"/>
                    <a:pt x="0" y="13"/>
                  </a:cubicBezTo>
                  <a:cubicBezTo>
                    <a:pt x="0" y="20"/>
                    <a:pt x="4" y="24"/>
                    <a:pt x="13" y="24"/>
                  </a:cubicBezTo>
                  <a:lnTo>
                    <a:pt x="186" y="36"/>
                  </a:lnTo>
                  <a:cubicBezTo>
                    <a:pt x="190" y="36"/>
                    <a:pt x="193" y="28"/>
                    <a:pt x="198" y="24"/>
                  </a:cubicBezTo>
                  <a:cubicBezTo>
                    <a:pt x="198" y="16"/>
                    <a:pt x="190" y="13"/>
                    <a:pt x="186" y="13"/>
                  </a:cubicBezTo>
                  <a:lnTo>
                    <a:pt x="13" y="0"/>
                  </a:lnTo>
                  <a:close/>
                  <a:moveTo>
                    <a:pt x="357" y="23"/>
                  </a:moveTo>
                  <a:cubicBezTo>
                    <a:pt x="353" y="23"/>
                    <a:pt x="348" y="29"/>
                    <a:pt x="348" y="32"/>
                  </a:cubicBezTo>
                  <a:cubicBezTo>
                    <a:pt x="348" y="40"/>
                    <a:pt x="351" y="44"/>
                    <a:pt x="359" y="44"/>
                  </a:cubicBezTo>
                  <a:lnTo>
                    <a:pt x="533" y="56"/>
                  </a:lnTo>
                  <a:cubicBezTo>
                    <a:pt x="537" y="56"/>
                    <a:pt x="544" y="51"/>
                    <a:pt x="544" y="44"/>
                  </a:cubicBezTo>
                  <a:cubicBezTo>
                    <a:pt x="544" y="40"/>
                    <a:pt x="541" y="32"/>
                    <a:pt x="533" y="32"/>
                  </a:cubicBezTo>
                  <a:lnTo>
                    <a:pt x="359" y="24"/>
                  </a:lnTo>
                  <a:cubicBezTo>
                    <a:pt x="358" y="23"/>
                    <a:pt x="357" y="23"/>
                    <a:pt x="357" y="23"/>
                  </a:cubicBezTo>
                  <a:close/>
                  <a:moveTo>
                    <a:pt x="706" y="44"/>
                  </a:moveTo>
                  <a:cubicBezTo>
                    <a:pt x="703" y="44"/>
                    <a:pt x="695" y="48"/>
                    <a:pt x="695" y="51"/>
                  </a:cubicBezTo>
                  <a:cubicBezTo>
                    <a:pt x="695" y="60"/>
                    <a:pt x="699" y="64"/>
                    <a:pt x="706" y="64"/>
                  </a:cubicBezTo>
                  <a:lnTo>
                    <a:pt x="879" y="75"/>
                  </a:lnTo>
                  <a:cubicBezTo>
                    <a:pt x="888" y="75"/>
                    <a:pt x="892" y="71"/>
                    <a:pt x="892" y="64"/>
                  </a:cubicBezTo>
                  <a:cubicBezTo>
                    <a:pt x="892" y="60"/>
                    <a:pt x="888" y="51"/>
                    <a:pt x="879" y="51"/>
                  </a:cubicBezTo>
                  <a:lnTo>
                    <a:pt x="706" y="44"/>
                  </a:lnTo>
                  <a:close/>
                  <a:moveTo>
                    <a:pt x="1057" y="64"/>
                  </a:moveTo>
                  <a:cubicBezTo>
                    <a:pt x="1050" y="64"/>
                    <a:pt x="1045" y="67"/>
                    <a:pt x="1045" y="71"/>
                  </a:cubicBezTo>
                  <a:cubicBezTo>
                    <a:pt x="1045" y="80"/>
                    <a:pt x="1050" y="84"/>
                    <a:pt x="1054" y="84"/>
                  </a:cubicBezTo>
                  <a:lnTo>
                    <a:pt x="1227" y="95"/>
                  </a:lnTo>
                  <a:cubicBezTo>
                    <a:pt x="1234" y="95"/>
                    <a:pt x="1239" y="91"/>
                    <a:pt x="1239" y="84"/>
                  </a:cubicBezTo>
                  <a:cubicBezTo>
                    <a:pt x="1239" y="80"/>
                    <a:pt x="1234" y="71"/>
                    <a:pt x="1231" y="71"/>
                  </a:cubicBezTo>
                  <a:lnTo>
                    <a:pt x="1057" y="64"/>
                  </a:lnTo>
                  <a:close/>
                  <a:moveTo>
                    <a:pt x="1405" y="84"/>
                  </a:moveTo>
                  <a:cubicBezTo>
                    <a:pt x="1396" y="84"/>
                    <a:pt x="1392" y="87"/>
                    <a:pt x="1392" y="95"/>
                  </a:cubicBezTo>
                  <a:cubicBezTo>
                    <a:pt x="1392" y="99"/>
                    <a:pt x="1396" y="103"/>
                    <a:pt x="1400" y="103"/>
                  </a:cubicBezTo>
                  <a:lnTo>
                    <a:pt x="1578" y="115"/>
                  </a:lnTo>
                  <a:cubicBezTo>
                    <a:pt x="1582" y="115"/>
                    <a:pt x="1585" y="111"/>
                    <a:pt x="1589" y="103"/>
                  </a:cubicBezTo>
                  <a:cubicBezTo>
                    <a:pt x="1589" y="99"/>
                    <a:pt x="1582" y="95"/>
                    <a:pt x="1578" y="91"/>
                  </a:cubicBezTo>
                  <a:lnTo>
                    <a:pt x="1405" y="84"/>
                  </a:lnTo>
                  <a:close/>
                  <a:moveTo>
                    <a:pt x="1751" y="103"/>
                  </a:moveTo>
                  <a:cubicBezTo>
                    <a:pt x="1747" y="103"/>
                    <a:pt x="1740" y="107"/>
                    <a:pt x="1740" y="115"/>
                  </a:cubicBezTo>
                  <a:cubicBezTo>
                    <a:pt x="1740" y="119"/>
                    <a:pt x="1743" y="122"/>
                    <a:pt x="1751" y="127"/>
                  </a:cubicBezTo>
                  <a:lnTo>
                    <a:pt x="1925" y="135"/>
                  </a:lnTo>
                  <a:cubicBezTo>
                    <a:pt x="1929" y="135"/>
                    <a:pt x="1937" y="131"/>
                    <a:pt x="1937" y="122"/>
                  </a:cubicBezTo>
                  <a:cubicBezTo>
                    <a:pt x="1937" y="119"/>
                    <a:pt x="1933" y="115"/>
                    <a:pt x="1925" y="115"/>
                  </a:cubicBezTo>
                  <a:lnTo>
                    <a:pt x="1751" y="103"/>
                  </a:lnTo>
                  <a:close/>
                  <a:moveTo>
                    <a:pt x="2098" y="122"/>
                  </a:moveTo>
                  <a:cubicBezTo>
                    <a:pt x="2095" y="122"/>
                    <a:pt x="2086" y="127"/>
                    <a:pt x="2086" y="135"/>
                  </a:cubicBezTo>
                  <a:cubicBezTo>
                    <a:pt x="2086" y="138"/>
                    <a:pt x="2091" y="146"/>
                    <a:pt x="2098" y="146"/>
                  </a:cubicBezTo>
                  <a:lnTo>
                    <a:pt x="2272" y="154"/>
                  </a:lnTo>
                  <a:cubicBezTo>
                    <a:pt x="2280" y="154"/>
                    <a:pt x="2284" y="151"/>
                    <a:pt x="2284" y="146"/>
                  </a:cubicBezTo>
                  <a:cubicBezTo>
                    <a:pt x="2284" y="138"/>
                    <a:pt x="2280" y="135"/>
                    <a:pt x="2272" y="135"/>
                  </a:cubicBezTo>
                  <a:lnTo>
                    <a:pt x="2098" y="122"/>
                  </a:lnTo>
                  <a:close/>
                  <a:moveTo>
                    <a:pt x="2449" y="142"/>
                  </a:moveTo>
                  <a:cubicBezTo>
                    <a:pt x="2441" y="142"/>
                    <a:pt x="2437" y="146"/>
                    <a:pt x="2437" y="154"/>
                  </a:cubicBezTo>
                  <a:cubicBezTo>
                    <a:pt x="2437" y="158"/>
                    <a:pt x="2441" y="166"/>
                    <a:pt x="2446" y="166"/>
                  </a:cubicBezTo>
                  <a:lnTo>
                    <a:pt x="2520" y="170"/>
                  </a:lnTo>
                  <a:cubicBezTo>
                    <a:pt x="2524" y="170"/>
                    <a:pt x="2528" y="166"/>
                    <a:pt x="2528" y="158"/>
                  </a:cubicBezTo>
                  <a:cubicBezTo>
                    <a:pt x="2532" y="154"/>
                    <a:pt x="2524" y="146"/>
                    <a:pt x="2520" y="146"/>
                  </a:cubicBezTo>
                  <a:lnTo>
                    <a:pt x="2449" y="142"/>
                  </a:lnTo>
                  <a:close/>
                </a:path>
              </a:pathLst>
            </a:cu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 name="Google Shape;822;p30"/>
            <p:cNvSpPr/>
            <p:nvPr/>
          </p:nvSpPr>
          <p:spPr>
            <a:xfrm>
              <a:off x="1704607" y="5959605"/>
              <a:ext cx="2642894" cy="203775"/>
            </a:xfrm>
            <a:custGeom>
              <a:rect b="b" l="l" r="r" t="t"/>
              <a:pathLst>
                <a:path extrusionOk="0" h="195" w="2529">
                  <a:moveTo>
                    <a:pt x="13" y="0"/>
                  </a:moveTo>
                  <a:cubicBezTo>
                    <a:pt x="4" y="0"/>
                    <a:pt x="0" y="4"/>
                    <a:pt x="0" y="9"/>
                  </a:cubicBezTo>
                  <a:cubicBezTo>
                    <a:pt x="0" y="17"/>
                    <a:pt x="4" y="20"/>
                    <a:pt x="9" y="20"/>
                  </a:cubicBezTo>
                  <a:lnTo>
                    <a:pt x="182" y="33"/>
                  </a:lnTo>
                  <a:cubicBezTo>
                    <a:pt x="183" y="33"/>
                    <a:pt x="185" y="34"/>
                    <a:pt x="186" y="34"/>
                  </a:cubicBezTo>
                  <a:cubicBezTo>
                    <a:pt x="191" y="34"/>
                    <a:pt x="193" y="27"/>
                    <a:pt x="193" y="24"/>
                  </a:cubicBezTo>
                  <a:cubicBezTo>
                    <a:pt x="198" y="17"/>
                    <a:pt x="190" y="13"/>
                    <a:pt x="186" y="13"/>
                  </a:cubicBezTo>
                  <a:lnTo>
                    <a:pt x="13" y="0"/>
                  </a:lnTo>
                  <a:close/>
                  <a:moveTo>
                    <a:pt x="359" y="24"/>
                  </a:moveTo>
                  <a:cubicBezTo>
                    <a:pt x="351" y="24"/>
                    <a:pt x="348" y="28"/>
                    <a:pt x="348" y="36"/>
                  </a:cubicBezTo>
                  <a:cubicBezTo>
                    <a:pt x="348" y="40"/>
                    <a:pt x="351" y="44"/>
                    <a:pt x="359" y="44"/>
                  </a:cubicBezTo>
                  <a:lnTo>
                    <a:pt x="533" y="60"/>
                  </a:lnTo>
                  <a:cubicBezTo>
                    <a:pt x="537" y="60"/>
                    <a:pt x="541" y="52"/>
                    <a:pt x="544" y="48"/>
                  </a:cubicBezTo>
                  <a:cubicBezTo>
                    <a:pt x="544" y="40"/>
                    <a:pt x="541" y="36"/>
                    <a:pt x="533" y="36"/>
                  </a:cubicBezTo>
                  <a:lnTo>
                    <a:pt x="359" y="24"/>
                  </a:lnTo>
                  <a:close/>
                  <a:moveTo>
                    <a:pt x="706" y="48"/>
                  </a:moveTo>
                  <a:cubicBezTo>
                    <a:pt x="703" y="48"/>
                    <a:pt x="695" y="52"/>
                    <a:pt x="695" y="60"/>
                  </a:cubicBezTo>
                  <a:cubicBezTo>
                    <a:pt x="695" y="64"/>
                    <a:pt x="699" y="68"/>
                    <a:pt x="706" y="71"/>
                  </a:cubicBezTo>
                  <a:lnTo>
                    <a:pt x="879" y="84"/>
                  </a:lnTo>
                  <a:cubicBezTo>
                    <a:pt x="884" y="84"/>
                    <a:pt x="892" y="80"/>
                    <a:pt x="892" y="71"/>
                  </a:cubicBezTo>
                  <a:cubicBezTo>
                    <a:pt x="892" y="68"/>
                    <a:pt x="888" y="60"/>
                    <a:pt x="879" y="60"/>
                  </a:cubicBezTo>
                  <a:lnTo>
                    <a:pt x="706" y="48"/>
                  </a:lnTo>
                  <a:close/>
                  <a:moveTo>
                    <a:pt x="1054" y="71"/>
                  </a:moveTo>
                  <a:cubicBezTo>
                    <a:pt x="1050" y="71"/>
                    <a:pt x="1041" y="75"/>
                    <a:pt x="1041" y="84"/>
                  </a:cubicBezTo>
                  <a:cubicBezTo>
                    <a:pt x="1041" y="87"/>
                    <a:pt x="1045" y="95"/>
                    <a:pt x="1054" y="95"/>
                  </a:cubicBezTo>
                  <a:lnTo>
                    <a:pt x="1227" y="107"/>
                  </a:lnTo>
                  <a:cubicBezTo>
                    <a:pt x="1234" y="107"/>
                    <a:pt x="1239" y="104"/>
                    <a:pt x="1239" y="95"/>
                  </a:cubicBezTo>
                  <a:cubicBezTo>
                    <a:pt x="1239" y="91"/>
                    <a:pt x="1234" y="84"/>
                    <a:pt x="1227" y="84"/>
                  </a:cubicBezTo>
                  <a:lnTo>
                    <a:pt x="1054" y="71"/>
                  </a:lnTo>
                  <a:close/>
                  <a:moveTo>
                    <a:pt x="1400" y="95"/>
                  </a:moveTo>
                  <a:cubicBezTo>
                    <a:pt x="1396" y="95"/>
                    <a:pt x="1392" y="99"/>
                    <a:pt x="1392" y="107"/>
                  </a:cubicBezTo>
                  <a:cubicBezTo>
                    <a:pt x="1389" y="111"/>
                    <a:pt x="1396" y="119"/>
                    <a:pt x="1400" y="119"/>
                  </a:cubicBezTo>
                  <a:lnTo>
                    <a:pt x="1574" y="131"/>
                  </a:lnTo>
                  <a:cubicBezTo>
                    <a:pt x="1582" y="131"/>
                    <a:pt x="1585" y="127"/>
                    <a:pt x="1585" y="119"/>
                  </a:cubicBezTo>
                  <a:cubicBezTo>
                    <a:pt x="1585" y="115"/>
                    <a:pt x="1582" y="107"/>
                    <a:pt x="1578" y="107"/>
                  </a:cubicBezTo>
                  <a:lnTo>
                    <a:pt x="1400" y="95"/>
                  </a:lnTo>
                  <a:close/>
                  <a:moveTo>
                    <a:pt x="1751" y="119"/>
                  </a:moveTo>
                  <a:cubicBezTo>
                    <a:pt x="1744" y="119"/>
                    <a:pt x="1740" y="123"/>
                    <a:pt x="1740" y="131"/>
                  </a:cubicBezTo>
                  <a:cubicBezTo>
                    <a:pt x="1740" y="139"/>
                    <a:pt x="1744" y="142"/>
                    <a:pt x="1747" y="142"/>
                  </a:cubicBezTo>
                  <a:lnTo>
                    <a:pt x="1920" y="155"/>
                  </a:lnTo>
                  <a:cubicBezTo>
                    <a:pt x="1929" y="155"/>
                    <a:pt x="1933" y="151"/>
                    <a:pt x="1933" y="142"/>
                  </a:cubicBezTo>
                  <a:cubicBezTo>
                    <a:pt x="1933" y="139"/>
                    <a:pt x="1929" y="135"/>
                    <a:pt x="1925" y="135"/>
                  </a:cubicBezTo>
                  <a:lnTo>
                    <a:pt x="1751" y="119"/>
                  </a:lnTo>
                  <a:close/>
                  <a:moveTo>
                    <a:pt x="2095" y="145"/>
                  </a:moveTo>
                  <a:cubicBezTo>
                    <a:pt x="2089" y="145"/>
                    <a:pt x="2086" y="152"/>
                    <a:pt x="2086" y="155"/>
                  </a:cubicBezTo>
                  <a:cubicBezTo>
                    <a:pt x="2086" y="162"/>
                    <a:pt x="2091" y="166"/>
                    <a:pt x="2095" y="166"/>
                  </a:cubicBezTo>
                  <a:lnTo>
                    <a:pt x="2272" y="178"/>
                  </a:lnTo>
                  <a:cubicBezTo>
                    <a:pt x="2275" y="178"/>
                    <a:pt x="2280" y="175"/>
                    <a:pt x="2280" y="170"/>
                  </a:cubicBezTo>
                  <a:cubicBezTo>
                    <a:pt x="2284" y="162"/>
                    <a:pt x="2275" y="158"/>
                    <a:pt x="2272" y="158"/>
                  </a:cubicBezTo>
                  <a:lnTo>
                    <a:pt x="2098" y="146"/>
                  </a:lnTo>
                  <a:cubicBezTo>
                    <a:pt x="2097" y="145"/>
                    <a:pt x="2096" y="145"/>
                    <a:pt x="2095" y="145"/>
                  </a:cubicBezTo>
                  <a:close/>
                  <a:moveTo>
                    <a:pt x="2446" y="170"/>
                  </a:moveTo>
                  <a:cubicBezTo>
                    <a:pt x="2437" y="170"/>
                    <a:pt x="2433" y="175"/>
                    <a:pt x="2433" y="178"/>
                  </a:cubicBezTo>
                  <a:cubicBezTo>
                    <a:pt x="2433" y="186"/>
                    <a:pt x="2437" y="190"/>
                    <a:pt x="2446" y="190"/>
                  </a:cubicBezTo>
                  <a:lnTo>
                    <a:pt x="2517" y="193"/>
                  </a:lnTo>
                  <a:cubicBezTo>
                    <a:pt x="2517" y="194"/>
                    <a:pt x="2518" y="195"/>
                    <a:pt x="2519" y="195"/>
                  </a:cubicBezTo>
                  <a:cubicBezTo>
                    <a:pt x="2523" y="195"/>
                    <a:pt x="2528" y="189"/>
                    <a:pt x="2528" y="186"/>
                  </a:cubicBezTo>
                  <a:cubicBezTo>
                    <a:pt x="2528" y="178"/>
                    <a:pt x="2524" y="175"/>
                    <a:pt x="2517" y="175"/>
                  </a:cubicBezTo>
                  <a:lnTo>
                    <a:pt x="2446" y="170"/>
                  </a:lnTo>
                  <a:close/>
                </a:path>
              </a:pathLst>
            </a:cu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 name="Google Shape;823;p30"/>
            <p:cNvSpPr/>
            <p:nvPr/>
          </p:nvSpPr>
          <p:spPr>
            <a:xfrm>
              <a:off x="1626229" y="6458070"/>
              <a:ext cx="2642894" cy="207955"/>
            </a:xfrm>
            <a:custGeom>
              <a:rect b="b" l="l" r="r" t="t"/>
              <a:pathLst>
                <a:path extrusionOk="0" h="199" w="2529">
                  <a:moveTo>
                    <a:pt x="13" y="0"/>
                  </a:moveTo>
                  <a:cubicBezTo>
                    <a:pt x="4" y="0"/>
                    <a:pt x="1" y="5"/>
                    <a:pt x="1" y="13"/>
                  </a:cubicBezTo>
                  <a:cubicBezTo>
                    <a:pt x="1" y="16"/>
                    <a:pt x="4" y="24"/>
                    <a:pt x="8" y="24"/>
                  </a:cubicBezTo>
                  <a:lnTo>
                    <a:pt x="182" y="36"/>
                  </a:lnTo>
                  <a:cubicBezTo>
                    <a:pt x="190" y="36"/>
                    <a:pt x="194" y="33"/>
                    <a:pt x="194" y="24"/>
                  </a:cubicBezTo>
                  <a:cubicBezTo>
                    <a:pt x="194" y="20"/>
                    <a:pt x="190" y="13"/>
                    <a:pt x="186" y="13"/>
                  </a:cubicBezTo>
                  <a:lnTo>
                    <a:pt x="13" y="0"/>
                  </a:lnTo>
                  <a:close/>
                  <a:moveTo>
                    <a:pt x="359" y="24"/>
                  </a:moveTo>
                  <a:cubicBezTo>
                    <a:pt x="352" y="24"/>
                    <a:pt x="348" y="29"/>
                    <a:pt x="348" y="36"/>
                  </a:cubicBezTo>
                  <a:cubicBezTo>
                    <a:pt x="348" y="44"/>
                    <a:pt x="352" y="48"/>
                    <a:pt x="359" y="48"/>
                  </a:cubicBezTo>
                  <a:lnTo>
                    <a:pt x="533" y="60"/>
                  </a:lnTo>
                  <a:cubicBezTo>
                    <a:pt x="537" y="60"/>
                    <a:pt x="541" y="56"/>
                    <a:pt x="545" y="48"/>
                  </a:cubicBezTo>
                  <a:cubicBezTo>
                    <a:pt x="545" y="44"/>
                    <a:pt x="541" y="40"/>
                    <a:pt x="533" y="36"/>
                  </a:cubicBezTo>
                  <a:lnTo>
                    <a:pt x="359" y="24"/>
                  </a:lnTo>
                  <a:close/>
                  <a:moveTo>
                    <a:pt x="704" y="51"/>
                  </a:moveTo>
                  <a:cubicBezTo>
                    <a:pt x="700" y="51"/>
                    <a:pt x="694" y="57"/>
                    <a:pt x="694" y="60"/>
                  </a:cubicBezTo>
                  <a:cubicBezTo>
                    <a:pt x="694" y="68"/>
                    <a:pt x="699" y="71"/>
                    <a:pt x="707" y="71"/>
                  </a:cubicBezTo>
                  <a:lnTo>
                    <a:pt x="880" y="84"/>
                  </a:lnTo>
                  <a:cubicBezTo>
                    <a:pt x="884" y="84"/>
                    <a:pt x="892" y="80"/>
                    <a:pt x="892" y="76"/>
                  </a:cubicBezTo>
                  <a:cubicBezTo>
                    <a:pt x="892" y="68"/>
                    <a:pt x="888" y="64"/>
                    <a:pt x="880" y="64"/>
                  </a:cubicBezTo>
                  <a:lnTo>
                    <a:pt x="707" y="52"/>
                  </a:lnTo>
                  <a:cubicBezTo>
                    <a:pt x="706" y="51"/>
                    <a:pt x="705" y="51"/>
                    <a:pt x="704" y="51"/>
                  </a:cubicBezTo>
                  <a:close/>
                  <a:moveTo>
                    <a:pt x="1054" y="76"/>
                  </a:moveTo>
                  <a:cubicBezTo>
                    <a:pt x="1049" y="76"/>
                    <a:pt x="1042" y="80"/>
                    <a:pt x="1042" y="84"/>
                  </a:cubicBezTo>
                  <a:cubicBezTo>
                    <a:pt x="1042" y="91"/>
                    <a:pt x="1045" y="95"/>
                    <a:pt x="1054" y="95"/>
                  </a:cubicBezTo>
                  <a:lnTo>
                    <a:pt x="1227" y="107"/>
                  </a:lnTo>
                  <a:cubicBezTo>
                    <a:pt x="1231" y="107"/>
                    <a:pt x="1238" y="104"/>
                    <a:pt x="1238" y="100"/>
                  </a:cubicBezTo>
                  <a:cubicBezTo>
                    <a:pt x="1238" y="91"/>
                    <a:pt x="1235" y="87"/>
                    <a:pt x="1227" y="87"/>
                  </a:cubicBezTo>
                  <a:lnTo>
                    <a:pt x="1054" y="76"/>
                  </a:lnTo>
                  <a:close/>
                  <a:moveTo>
                    <a:pt x="1400" y="100"/>
                  </a:moveTo>
                  <a:cubicBezTo>
                    <a:pt x="1396" y="100"/>
                    <a:pt x="1393" y="104"/>
                    <a:pt x="1389" y="107"/>
                  </a:cubicBezTo>
                  <a:cubicBezTo>
                    <a:pt x="1389" y="115"/>
                    <a:pt x="1396" y="119"/>
                    <a:pt x="1400" y="119"/>
                  </a:cubicBezTo>
                  <a:lnTo>
                    <a:pt x="1574" y="131"/>
                  </a:lnTo>
                  <a:cubicBezTo>
                    <a:pt x="1582" y="131"/>
                    <a:pt x="1586" y="127"/>
                    <a:pt x="1586" y="123"/>
                  </a:cubicBezTo>
                  <a:cubicBezTo>
                    <a:pt x="1586" y="115"/>
                    <a:pt x="1582" y="111"/>
                    <a:pt x="1578" y="111"/>
                  </a:cubicBezTo>
                  <a:lnTo>
                    <a:pt x="1400" y="100"/>
                  </a:lnTo>
                  <a:close/>
                  <a:moveTo>
                    <a:pt x="1751" y="123"/>
                  </a:moveTo>
                  <a:cubicBezTo>
                    <a:pt x="1744" y="123"/>
                    <a:pt x="1740" y="127"/>
                    <a:pt x="1740" y="131"/>
                  </a:cubicBezTo>
                  <a:cubicBezTo>
                    <a:pt x="1740" y="139"/>
                    <a:pt x="1744" y="142"/>
                    <a:pt x="1748" y="142"/>
                  </a:cubicBezTo>
                  <a:lnTo>
                    <a:pt x="1921" y="158"/>
                  </a:lnTo>
                  <a:cubicBezTo>
                    <a:pt x="1929" y="158"/>
                    <a:pt x="1933" y="151"/>
                    <a:pt x="1933" y="147"/>
                  </a:cubicBezTo>
                  <a:cubicBezTo>
                    <a:pt x="1933" y="139"/>
                    <a:pt x="1929" y="135"/>
                    <a:pt x="1924" y="135"/>
                  </a:cubicBezTo>
                  <a:lnTo>
                    <a:pt x="1751" y="123"/>
                  </a:lnTo>
                  <a:close/>
                  <a:moveTo>
                    <a:pt x="2099" y="147"/>
                  </a:moveTo>
                  <a:cubicBezTo>
                    <a:pt x="2090" y="147"/>
                    <a:pt x="2086" y="151"/>
                    <a:pt x="2086" y="158"/>
                  </a:cubicBezTo>
                  <a:cubicBezTo>
                    <a:pt x="2086" y="162"/>
                    <a:pt x="2090" y="166"/>
                    <a:pt x="2095" y="171"/>
                  </a:cubicBezTo>
                  <a:lnTo>
                    <a:pt x="2272" y="182"/>
                  </a:lnTo>
                  <a:cubicBezTo>
                    <a:pt x="2276" y="182"/>
                    <a:pt x="2279" y="178"/>
                    <a:pt x="2279" y="171"/>
                  </a:cubicBezTo>
                  <a:cubicBezTo>
                    <a:pt x="2284" y="166"/>
                    <a:pt x="2276" y="158"/>
                    <a:pt x="2272" y="158"/>
                  </a:cubicBezTo>
                  <a:lnTo>
                    <a:pt x="2099" y="147"/>
                  </a:lnTo>
                  <a:close/>
                  <a:moveTo>
                    <a:pt x="2445" y="171"/>
                  </a:moveTo>
                  <a:cubicBezTo>
                    <a:pt x="2437" y="171"/>
                    <a:pt x="2434" y="175"/>
                    <a:pt x="2434" y="182"/>
                  </a:cubicBezTo>
                  <a:cubicBezTo>
                    <a:pt x="2434" y="186"/>
                    <a:pt x="2437" y="194"/>
                    <a:pt x="2445" y="194"/>
                  </a:cubicBezTo>
                  <a:lnTo>
                    <a:pt x="2516" y="198"/>
                  </a:lnTo>
                  <a:cubicBezTo>
                    <a:pt x="2521" y="198"/>
                    <a:pt x="2528" y="194"/>
                    <a:pt x="2528" y="186"/>
                  </a:cubicBezTo>
                  <a:cubicBezTo>
                    <a:pt x="2528" y="182"/>
                    <a:pt x="2524" y="178"/>
                    <a:pt x="2516" y="175"/>
                  </a:cubicBezTo>
                  <a:lnTo>
                    <a:pt x="2445" y="171"/>
                  </a:lnTo>
                  <a:close/>
                </a:path>
              </a:pathLst>
            </a:cu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24" name="Google Shape;824;p30"/>
          <p:cNvSpPr/>
          <p:nvPr/>
        </p:nvSpPr>
        <p:spPr>
          <a:xfrm rot="10800000">
            <a:off x="797761" y="2970161"/>
            <a:ext cx="233400" cy="233400"/>
          </a:xfrm>
          <a:prstGeom prst="ellipse">
            <a:avLst/>
          </a:pr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30"/>
          <p:cNvSpPr/>
          <p:nvPr/>
        </p:nvSpPr>
        <p:spPr>
          <a:xfrm rot="10800000">
            <a:off x="245349" y="3844223"/>
            <a:ext cx="233400" cy="233400"/>
          </a:xfrm>
          <a:prstGeom prst="ellipse">
            <a:avLst/>
          </a:pr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 name="Google Shape;826;p30"/>
          <p:cNvSpPr/>
          <p:nvPr/>
        </p:nvSpPr>
        <p:spPr>
          <a:xfrm rot="10800000">
            <a:off x="245349" y="5026798"/>
            <a:ext cx="233400" cy="233400"/>
          </a:xfrm>
          <a:prstGeom prst="ellipse">
            <a:avLst/>
          </a:pr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827" name="Shape 827"/>
        <p:cNvGrpSpPr/>
        <p:nvPr/>
      </p:nvGrpSpPr>
      <p:grpSpPr>
        <a:xfrm>
          <a:off x="0" y="0"/>
          <a:ext cx="0" cy="0"/>
          <a:chOff x="0" y="0"/>
          <a:chExt cx="0" cy="0"/>
        </a:xfrm>
      </p:grpSpPr>
      <p:sp>
        <p:nvSpPr>
          <p:cNvPr id="828" name="Google Shape;828;p31"/>
          <p:cNvSpPr/>
          <p:nvPr/>
        </p:nvSpPr>
        <p:spPr>
          <a:xfrm rot="10800000">
            <a:off x="121250" y="9258210"/>
            <a:ext cx="830723" cy="773578"/>
          </a:xfrm>
          <a:custGeom>
            <a:rect b="b" l="l" r="r" t="t"/>
            <a:pathLst>
              <a:path extrusionOk="0" h="1638" w="1759">
                <a:moveTo>
                  <a:pt x="1074" y="1"/>
                </a:moveTo>
                <a:cubicBezTo>
                  <a:pt x="1067" y="1"/>
                  <a:pt x="1060" y="3"/>
                  <a:pt x="1054" y="5"/>
                </a:cubicBezTo>
                <a:cubicBezTo>
                  <a:pt x="1041" y="18"/>
                  <a:pt x="1025" y="29"/>
                  <a:pt x="1014" y="41"/>
                </a:cubicBezTo>
                <a:cubicBezTo>
                  <a:pt x="1006" y="53"/>
                  <a:pt x="994" y="65"/>
                  <a:pt x="983" y="76"/>
                </a:cubicBezTo>
                <a:cubicBezTo>
                  <a:pt x="947" y="124"/>
                  <a:pt x="912" y="171"/>
                  <a:pt x="872" y="214"/>
                </a:cubicBezTo>
                <a:cubicBezTo>
                  <a:pt x="836" y="262"/>
                  <a:pt x="805" y="309"/>
                  <a:pt x="774" y="356"/>
                </a:cubicBezTo>
                <a:cubicBezTo>
                  <a:pt x="761" y="376"/>
                  <a:pt x="750" y="404"/>
                  <a:pt x="734" y="424"/>
                </a:cubicBezTo>
                <a:cubicBezTo>
                  <a:pt x="723" y="435"/>
                  <a:pt x="710" y="451"/>
                  <a:pt x="703" y="462"/>
                </a:cubicBezTo>
                <a:cubicBezTo>
                  <a:pt x="699" y="473"/>
                  <a:pt x="687" y="508"/>
                  <a:pt x="673" y="508"/>
                </a:cubicBezTo>
                <a:cubicBezTo>
                  <a:pt x="671" y="508"/>
                  <a:pt x="669" y="507"/>
                  <a:pt x="667" y="506"/>
                </a:cubicBezTo>
                <a:cubicBezTo>
                  <a:pt x="659" y="502"/>
                  <a:pt x="659" y="495"/>
                  <a:pt x="652" y="495"/>
                </a:cubicBezTo>
                <a:cubicBezTo>
                  <a:pt x="643" y="495"/>
                  <a:pt x="639" y="498"/>
                  <a:pt x="632" y="498"/>
                </a:cubicBezTo>
                <a:cubicBezTo>
                  <a:pt x="625" y="500"/>
                  <a:pt x="618" y="500"/>
                  <a:pt x="611" y="500"/>
                </a:cubicBezTo>
                <a:cubicBezTo>
                  <a:pt x="596" y="500"/>
                  <a:pt x="582" y="498"/>
                  <a:pt x="568" y="498"/>
                </a:cubicBezTo>
                <a:cubicBezTo>
                  <a:pt x="545" y="495"/>
                  <a:pt x="517" y="491"/>
                  <a:pt x="494" y="491"/>
                </a:cubicBezTo>
                <a:cubicBezTo>
                  <a:pt x="454" y="486"/>
                  <a:pt x="415" y="482"/>
                  <a:pt x="379" y="479"/>
                </a:cubicBezTo>
                <a:cubicBezTo>
                  <a:pt x="359" y="479"/>
                  <a:pt x="339" y="475"/>
                  <a:pt x="320" y="475"/>
                </a:cubicBezTo>
                <a:cubicBezTo>
                  <a:pt x="273" y="471"/>
                  <a:pt x="226" y="462"/>
                  <a:pt x="178" y="462"/>
                </a:cubicBezTo>
                <a:cubicBezTo>
                  <a:pt x="170" y="462"/>
                  <a:pt x="164" y="461"/>
                  <a:pt x="157" y="461"/>
                </a:cubicBezTo>
                <a:cubicBezTo>
                  <a:pt x="154" y="461"/>
                  <a:pt x="150" y="461"/>
                  <a:pt x="146" y="462"/>
                </a:cubicBezTo>
                <a:cubicBezTo>
                  <a:pt x="139" y="462"/>
                  <a:pt x="135" y="462"/>
                  <a:pt x="123" y="459"/>
                </a:cubicBezTo>
                <a:cubicBezTo>
                  <a:pt x="103" y="455"/>
                  <a:pt x="79" y="451"/>
                  <a:pt x="60" y="451"/>
                </a:cubicBezTo>
                <a:cubicBezTo>
                  <a:pt x="48" y="455"/>
                  <a:pt x="36" y="451"/>
                  <a:pt x="28" y="459"/>
                </a:cubicBezTo>
                <a:cubicBezTo>
                  <a:pt x="24" y="462"/>
                  <a:pt x="13" y="471"/>
                  <a:pt x="8" y="479"/>
                </a:cubicBezTo>
                <a:cubicBezTo>
                  <a:pt x="0" y="491"/>
                  <a:pt x="13" y="502"/>
                  <a:pt x="17" y="514"/>
                </a:cubicBezTo>
                <a:cubicBezTo>
                  <a:pt x="24" y="522"/>
                  <a:pt x="28" y="530"/>
                  <a:pt x="36" y="542"/>
                </a:cubicBezTo>
                <a:cubicBezTo>
                  <a:pt x="44" y="553"/>
                  <a:pt x="48" y="562"/>
                  <a:pt x="60" y="573"/>
                </a:cubicBezTo>
                <a:cubicBezTo>
                  <a:pt x="84" y="597"/>
                  <a:pt x="115" y="613"/>
                  <a:pt x="139" y="637"/>
                </a:cubicBezTo>
                <a:cubicBezTo>
                  <a:pt x="162" y="668"/>
                  <a:pt x="182" y="695"/>
                  <a:pt x="210" y="723"/>
                </a:cubicBezTo>
                <a:cubicBezTo>
                  <a:pt x="241" y="751"/>
                  <a:pt x="273" y="775"/>
                  <a:pt x="304" y="802"/>
                </a:cubicBezTo>
                <a:cubicBezTo>
                  <a:pt x="316" y="814"/>
                  <a:pt x="324" y="826"/>
                  <a:pt x="335" y="833"/>
                </a:cubicBezTo>
                <a:cubicBezTo>
                  <a:pt x="344" y="837"/>
                  <a:pt x="352" y="841"/>
                  <a:pt x="355" y="846"/>
                </a:cubicBezTo>
                <a:cubicBezTo>
                  <a:pt x="355" y="849"/>
                  <a:pt x="352" y="857"/>
                  <a:pt x="348" y="861"/>
                </a:cubicBezTo>
                <a:cubicBezTo>
                  <a:pt x="348" y="869"/>
                  <a:pt x="344" y="881"/>
                  <a:pt x="339" y="888"/>
                </a:cubicBezTo>
                <a:cubicBezTo>
                  <a:pt x="316" y="920"/>
                  <a:pt x="297" y="948"/>
                  <a:pt x="281" y="983"/>
                </a:cubicBezTo>
                <a:cubicBezTo>
                  <a:pt x="273" y="999"/>
                  <a:pt x="265" y="1011"/>
                  <a:pt x="261" y="1026"/>
                </a:cubicBezTo>
                <a:cubicBezTo>
                  <a:pt x="253" y="1039"/>
                  <a:pt x="241" y="1050"/>
                  <a:pt x="233" y="1066"/>
                </a:cubicBezTo>
                <a:cubicBezTo>
                  <a:pt x="221" y="1082"/>
                  <a:pt x="213" y="1097"/>
                  <a:pt x="206" y="1110"/>
                </a:cubicBezTo>
                <a:cubicBezTo>
                  <a:pt x="190" y="1130"/>
                  <a:pt x="178" y="1145"/>
                  <a:pt x="166" y="1165"/>
                </a:cubicBezTo>
                <a:cubicBezTo>
                  <a:pt x="159" y="1177"/>
                  <a:pt x="155" y="1188"/>
                  <a:pt x="150" y="1196"/>
                </a:cubicBezTo>
                <a:cubicBezTo>
                  <a:pt x="146" y="1208"/>
                  <a:pt x="139" y="1216"/>
                  <a:pt x="131" y="1228"/>
                </a:cubicBezTo>
                <a:cubicBezTo>
                  <a:pt x="115" y="1248"/>
                  <a:pt x="103" y="1267"/>
                  <a:pt x="91" y="1290"/>
                </a:cubicBezTo>
                <a:cubicBezTo>
                  <a:pt x="84" y="1307"/>
                  <a:pt x="75" y="1326"/>
                  <a:pt x="68" y="1346"/>
                </a:cubicBezTo>
                <a:cubicBezTo>
                  <a:pt x="60" y="1374"/>
                  <a:pt x="44" y="1394"/>
                  <a:pt x="32" y="1417"/>
                </a:cubicBezTo>
                <a:cubicBezTo>
                  <a:pt x="28" y="1421"/>
                  <a:pt x="24" y="1429"/>
                  <a:pt x="28" y="1432"/>
                </a:cubicBezTo>
                <a:cubicBezTo>
                  <a:pt x="28" y="1437"/>
                  <a:pt x="36" y="1441"/>
                  <a:pt x="40" y="1445"/>
                </a:cubicBezTo>
                <a:cubicBezTo>
                  <a:pt x="43" y="1451"/>
                  <a:pt x="46" y="1457"/>
                  <a:pt x="51" y="1457"/>
                </a:cubicBezTo>
                <a:cubicBezTo>
                  <a:pt x="52" y="1457"/>
                  <a:pt x="54" y="1457"/>
                  <a:pt x="55" y="1456"/>
                </a:cubicBezTo>
                <a:cubicBezTo>
                  <a:pt x="75" y="1452"/>
                  <a:pt x="91" y="1445"/>
                  <a:pt x="107" y="1432"/>
                </a:cubicBezTo>
                <a:cubicBezTo>
                  <a:pt x="119" y="1429"/>
                  <a:pt x="126" y="1429"/>
                  <a:pt x="139" y="1429"/>
                </a:cubicBezTo>
                <a:cubicBezTo>
                  <a:pt x="162" y="1425"/>
                  <a:pt x="182" y="1413"/>
                  <a:pt x="202" y="1405"/>
                </a:cubicBezTo>
                <a:cubicBezTo>
                  <a:pt x="253" y="1390"/>
                  <a:pt x="304" y="1374"/>
                  <a:pt x="355" y="1354"/>
                </a:cubicBezTo>
                <a:cubicBezTo>
                  <a:pt x="454" y="1319"/>
                  <a:pt x="552" y="1287"/>
                  <a:pt x="652" y="1252"/>
                </a:cubicBezTo>
                <a:cubicBezTo>
                  <a:pt x="667" y="1287"/>
                  <a:pt x="683" y="1319"/>
                  <a:pt x="706" y="1350"/>
                </a:cubicBezTo>
                <a:cubicBezTo>
                  <a:pt x="770" y="1445"/>
                  <a:pt x="852" y="1523"/>
                  <a:pt x="916" y="1622"/>
                </a:cubicBezTo>
                <a:cubicBezTo>
                  <a:pt x="922" y="1632"/>
                  <a:pt x="934" y="1637"/>
                  <a:pt x="945" y="1637"/>
                </a:cubicBezTo>
                <a:cubicBezTo>
                  <a:pt x="960" y="1637"/>
                  <a:pt x="974" y="1629"/>
                  <a:pt x="978" y="1614"/>
                </a:cubicBezTo>
                <a:cubicBezTo>
                  <a:pt x="1010" y="1508"/>
                  <a:pt x="1034" y="1401"/>
                  <a:pt x="1058" y="1295"/>
                </a:cubicBezTo>
                <a:cubicBezTo>
                  <a:pt x="1069" y="1243"/>
                  <a:pt x="1081" y="1188"/>
                  <a:pt x="1093" y="1137"/>
                </a:cubicBezTo>
                <a:cubicBezTo>
                  <a:pt x="1096" y="1114"/>
                  <a:pt x="1101" y="1086"/>
                  <a:pt x="1105" y="1062"/>
                </a:cubicBezTo>
                <a:lnTo>
                  <a:pt x="1105" y="1050"/>
                </a:lnTo>
                <a:cubicBezTo>
                  <a:pt x="1105" y="1039"/>
                  <a:pt x="1101" y="1026"/>
                  <a:pt x="1105" y="1015"/>
                </a:cubicBezTo>
                <a:cubicBezTo>
                  <a:pt x="1109" y="995"/>
                  <a:pt x="1125" y="983"/>
                  <a:pt x="1140" y="972"/>
                </a:cubicBezTo>
                <a:cubicBezTo>
                  <a:pt x="1164" y="952"/>
                  <a:pt x="1196" y="944"/>
                  <a:pt x="1223" y="932"/>
                </a:cubicBezTo>
                <a:cubicBezTo>
                  <a:pt x="1247" y="920"/>
                  <a:pt x="1270" y="908"/>
                  <a:pt x="1298" y="897"/>
                </a:cubicBezTo>
                <a:cubicBezTo>
                  <a:pt x="1325" y="884"/>
                  <a:pt x="1353" y="873"/>
                  <a:pt x="1385" y="857"/>
                </a:cubicBezTo>
                <a:cubicBezTo>
                  <a:pt x="1409" y="841"/>
                  <a:pt x="1432" y="833"/>
                  <a:pt x="1460" y="826"/>
                </a:cubicBezTo>
                <a:cubicBezTo>
                  <a:pt x="1471" y="822"/>
                  <a:pt x="1483" y="817"/>
                  <a:pt x="1495" y="810"/>
                </a:cubicBezTo>
                <a:cubicBezTo>
                  <a:pt x="1507" y="806"/>
                  <a:pt x="1518" y="798"/>
                  <a:pt x="1531" y="790"/>
                </a:cubicBezTo>
                <a:cubicBezTo>
                  <a:pt x="1574" y="770"/>
                  <a:pt x="1622" y="759"/>
                  <a:pt x="1664" y="735"/>
                </a:cubicBezTo>
                <a:cubicBezTo>
                  <a:pt x="1680" y="727"/>
                  <a:pt x="1696" y="715"/>
                  <a:pt x="1716" y="704"/>
                </a:cubicBezTo>
                <a:cubicBezTo>
                  <a:pt x="1724" y="695"/>
                  <a:pt x="1744" y="684"/>
                  <a:pt x="1751" y="672"/>
                </a:cubicBezTo>
                <a:cubicBezTo>
                  <a:pt x="1759" y="660"/>
                  <a:pt x="1755" y="637"/>
                  <a:pt x="1740" y="628"/>
                </a:cubicBezTo>
                <a:cubicBezTo>
                  <a:pt x="1731" y="620"/>
                  <a:pt x="1711" y="617"/>
                  <a:pt x="1700" y="617"/>
                </a:cubicBezTo>
                <a:lnTo>
                  <a:pt x="1684" y="617"/>
                </a:lnTo>
                <a:cubicBezTo>
                  <a:pt x="1664" y="613"/>
                  <a:pt x="1645" y="609"/>
                  <a:pt x="1625" y="604"/>
                </a:cubicBezTo>
                <a:cubicBezTo>
                  <a:pt x="1605" y="601"/>
                  <a:pt x="1586" y="597"/>
                  <a:pt x="1566" y="593"/>
                </a:cubicBezTo>
                <a:cubicBezTo>
                  <a:pt x="1558" y="589"/>
                  <a:pt x="1542" y="589"/>
                  <a:pt x="1535" y="585"/>
                </a:cubicBezTo>
                <a:cubicBezTo>
                  <a:pt x="1531" y="581"/>
                  <a:pt x="1527" y="577"/>
                  <a:pt x="1518" y="577"/>
                </a:cubicBezTo>
                <a:cubicBezTo>
                  <a:pt x="1495" y="573"/>
                  <a:pt x="1475" y="573"/>
                  <a:pt x="1456" y="573"/>
                </a:cubicBezTo>
                <a:lnTo>
                  <a:pt x="1357" y="573"/>
                </a:lnTo>
                <a:cubicBezTo>
                  <a:pt x="1325" y="573"/>
                  <a:pt x="1294" y="569"/>
                  <a:pt x="1262" y="566"/>
                </a:cubicBezTo>
                <a:cubicBezTo>
                  <a:pt x="1219" y="562"/>
                  <a:pt x="1176" y="562"/>
                  <a:pt x="1136" y="553"/>
                </a:cubicBezTo>
                <a:cubicBezTo>
                  <a:pt x="1120" y="549"/>
                  <a:pt x="1109" y="546"/>
                  <a:pt x="1096" y="546"/>
                </a:cubicBezTo>
                <a:cubicBezTo>
                  <a:pt x="1089" y="546"/>
                  <a:pt x="1081" y="546"/>
                  <a:pt x="1077" y="542"/>
                </a:cubicBezTo>
                <a:cubicBezTo>
                  <a:pt x="1065" y="533"/>
                  <a:pt x="1069" y="518"/>
                  <a:pt x="1069" y="506"/>
                </a:cubicBezTo>
                <a:cubicBezTo>
                  <a:pt x="1069" y="491"/>
                  <a:pt x="1065" y="475"/>
                  <a:pt x="1061" y="459"/>
                </a:cubicBezTo>
                <a:cubicBezTo>
                  <a:pt x="1061" y="439"/>
                  <a:pt x="1065" y="424"/>
                  <a:pt x="1069" y="404"/>
                </a:cubicBezTo>
                <a:cubicBezTo>
                  <a:pt x="1073" y="388"/>
                  <a:pt x="1077" y="373"/>
                  <a:pt x="1077" y="356"/>
                </a:cubicBezTo>
                <a:lnTo>
                  <a:pt x="1077" y="302"/>
                </a:lnTo>
                <a:cubicBezTo>
                  <a:pt x="1081" y="285"/>
                  <a:pt x="1085" y="266"/>
                  <a:pt x="1085" y="249"/>
                </a:cubicBezTo>
                <a:cubicBezTo>
                  <a:pt x="1089" y="226"/>
                  <a:pt x="1085" y="207"/>
                  <a:pt x="1089" y="187"/>
                </a:cubicBezTo>
                <a:cubicBezTo>
                  <a:pt x="1093" y="167"/>
                  <a:pt x="1093" y="151"/>
                  <a:pt x="1096" y="131"/>
                </a:cubicBezTo>
                <a:cubicBezTo>
                  <a:pt x="1101" y="112"/>
                  <a:pt x="1105" y="96"/>
                  <a:pt x="1109" y="76"/>
                </a:cubicBezTo>
                <a:cubicBezTo>
                  <a:pt x="1109" y="56"/>
                  <a:pt x="1109" y="21"/>
                  <a:pt x="1089" y="5"/>
                </a:cubicBezTo>
                <a:cubicBezTo>
                  <a:pt x="1084" y="2"/>
                  <a:pt x="1079" y="1"/>
                  <a:pt x="1074" y="1"/>
                </a:cubicBezTo>
                <a:close/>
              </a:path>
            </a:pathLst>
          </a:custGeom>
          <a:solidFill>
            <a:schemeClr val="accent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 name="Google Shape;829;p31"/>
          <p:cNvSpPr/>
          <p:nvPr/>
        </p:nvSpPr>
        <p:spPr>
          <a:xfrm rot="10800000">
            <a:off x="9299219" y="315350"/>
            <a:ext cx="845836" cy="617729"/>
          </a:xfrm>
          <a:custGeom>
            <a:rect b="b" l="l" r="r" t="t"/>
            <a:pathLst>
              <a:path extrusionOk="0" h="1308" w="1791">
                <a:moveTo>
                  <a:pt x="1141" y="1"/>
                </a:moveTo>
                <a:cubicBezTo>
                  <a:pt x="1135" y="1"/>
                  <a:pt x="1129" y="3"/>
                  <a:pt x="1124" y="6"/>
                </a:cubicBezTo>
                <a:cubicBezTo>
                  <a:pt x="951" y="195"/>
                  <a:pt x="797" y="408"/>
                  <a:pt x="675" y="633"/>
                </a:cubicBezTo>
                <a:cubicBezTo>
                  <a:pt x="576" y="428"/>
                  <a:pt x="478" y="226"/>
                  <a:pt x="379" y="22"/>
                </a:cubicBezTo>
                <a:cubicBezTo>
                  <a:pt x="375" y="14"/>
                  <a:pt x="368" y="10"/>
                  <a:pt x="361" y="10"/>
                </a:cubicBezTo>
                <a:cubicBezTo>
                  <a:pt x="354" y="10"/>
                  <a:pt x="347" y="14"/>
                  <a:pt x="344" y="22"/>
                </a:cubicBezTo>
                <a:cubicBezTo>
                  <a:pt x="273" y="183"/>
                  <a:pt x="209" y="349"/>
                  <a:pt x="158" y="518"/>
                </a:cubicBezTo>
                <a:cubicBezTo>
                  <a:pt x="134" y="589"/>
                  <a:pt x="0" y="873"/>
                  <a:pt x="44" y="944"/>
                </a:cubicBezTo>
                <a:cubicBezTo>
                  <a:pt x="47" y="959"/>
                  <a:pt x="67" y="964"/>
                  <a:pt x="80" y="968"/>
                </a:cubicBezTo>
                <a:cubicBezTo>
                  <a:pt x="331" y="1039"/>
                  <a:pt x="580" y="1101"/>
                  <a:pt x="833" y="1161"/>
                </a:cubicBezTo>
                <a:cubicBezTo>
                  <a:pt x="1010" y="1201"/>
                  <a:pt x="1183" y="1236"/>
                  <a:pt x="1361" y="1272"/>
                </a:cubicBezTo>
                <a:cubicBezTo>
                  <a:pt x="1396" y="1277"/>
                  <a:pt x="1514" y="1308"/>
                  <a:pt x="1585" y="1308"/>
                </a:cubicBezTo>
                <a:cubicBezTo>
                  <a:pt x="1609" y="1308"/>
                  <a:pt x="1628" y="1304"/>
                  <a:pt x="1637" y="1295"/>
                </a:cubicBezTo>
                <a:cubicBezTo>
                  <a:pt x="1656" y="1279"/>
                  <a:pt x="1656" y="1248"/>
                  <a:pt x="1656" y="1220"/>
                </a:cubicBezTo>
                <a:cubicBezTo>
                  <a:pt x="1661" y="924"/>
                  <a:pt x="1779" y="637"/>
                  <a:pt x="1791" y="337"/>
                </a:cubicBezTo>
                <a:lnTo>
                  <a:pt x="1791" y="337"/>
                </a:lnTo>
                <a:cubicBezTo>
                  <a:pt x="1625" y="463"/>
                  <a:pt x="1467" y="597"/>
                  <a:pt x="1294" y="715"/>
                </a:cubicBezTo>
                <a:cubicBezTo>
                  <a:pt x="1321" y="621"/>
                  <a:pt x="1230" y="502"/>
                  <a:pt x="1207" y="412"/>
                </a:cubicBezTo>
                <a:cubicBezTo>
                  <a:pt x="1175" y="282"/>
                  <a:pt x="1159" y="151"/>
                  <a:pt x="1159" y="18"/>
                </a:cubicBezTo>
                <a:cubicBezTo>
                  <a:pt x="1159" y="6"/>
                  <a:pt x="1150" y="1"/>
                  <a:pt x="1141" y="1"/>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 name="Google Shape;830;p31"/>
          <p:cNvSpPr/>
          <p:nvPr/>
        </p:nvSpPr>
        <p:spPr>
          <a:xfrm rot="10800000">
            <a:off x="1280411" y="9598373"/>
            <a:ext cx="233400" cy="233400"/>
          </a:xfrm>
          <a:prstGeom prst="ellipse">
            <a:avLst/>
          </a:pr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31"/>
          <p:cNvSpPr/>
          <p:nvPr/>
        </p:nvSpPr>
        <p:spPr>
          <a:xfrm rot="10800000">
            <a:off x="157324" y="8095948"/>
            <a:ext cx="233400" cy="233400"/>
          </a:xfrm>
          <a:prstGeom prst="ellipse">
            <a:avLst/>
          </a:pr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 name="Google Shape;832;p31"/>
          <p:cNvSpPr/>
          <p:nvPr/>
        </p:nvSpPr>
        <p:spPr>
          <a:xfrm rot="10800000">
            <a:off x="797761" y="8340173"/>
            <a:ext cx="233400" cy="233400"/>
          </a:xfrm>
          <a:prstGeom prst="ellipse">
            <a:avLst/>
          </a:pr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 name="Google Shape;833;p31"/>
          <p:cNvSpPr/>
          <p:nvPr/>
        </p:nvSpPr>
        <p:spPr>
          <a:xfrm flipH="1">
            <a:off x="245836" y="3663973"/>
            <a:ext cx="56375" cy="2663275"/>
          </a:xfrm>
          <a:custGeom>
            <a:rect b="b" l="l" r="r" t="t"/>
            <a:pathLst>
              <a:path extrusionOk="0" h="106531" w="2255">
                <a:moveTo>
                  <a:pt x="1515" y="0"/>
                </a:moveTo>
                <a:cubicBezTo>
                  <a:pt x="649" y="35503"/>
                  <a:pt x="4406" y="71291"/>
                  <a:pt x="0" y="106531"/>
                </a:cubicBezTo>
              </a:path>
            </a:pathLst>
          </a:custGeom>
          <a:noFill/>
          <a:ln cap="flat" cmpd="sng" w="28575">
            <a:solidFill>
              <a:schemeClr val="dk1"/>
            </a:solidFill>
            <a:prstDash val="solid"/>
            <a:round/>
            <a:headEnd len="med" w="med" type="none"/>
            <a:tailEnd len="med" w="med" type="none"/>
          </a:ln>
        </p:spPr>
      </p:sp>
      <p:sp>
        <p:nvSpPr>
          <p:cNvPr id="834" name="Google Shape;834;p31"/>
          <p:cNvSpPr/>
          <p:nvPr/>
        </p:nvSpPr>
        <p:spPr>
          <a:xfrm flipH="1">
            <a:off x="455286" y="5266973"/>
            <a:ext cx="23625" cy="795200"/>
          </a:xfrm>
          <a:custGeom>
            <a:rect b="b" l="l" r="r" t="t"/>
            <a:pathLst>
              <a:path extrusionOk="0" h="31808" w="945">
                <a:moveTo>
                  <a:pt x="505" y="0"/>
                </a:moveTo>
                <a:cubicBezTo>
                  <a:pt x="1386" y="10567"/>
                  <a:pt x="0" y="21204"/>
                  <a:pt x="0" y="31808"/>
                </a:cubicBezTo>
              </a:path>
            </a:pathLst>
          </a:custGeom>
          <a:noFill/>
          <a:ln cap="flat" cmpd="sng" w="28575">
            <a:solidFill>
              <a:schemeClr val="dk1"/>
            </a:solidFill>
            <a:prstDash val="solid"/>
            <a:round/>
            <a:headEnd len="med" w="med" type="none"/>
            <a:tailEnd len="med" w="med" type="none"/>
          </a:ln>
        </p:spPr>
      </p:sp>
      <p:sp>
        <p:nvSpPr>
          <p:cNvPr id="835" name="Google Shape;835;p31"/>
          <p:cNvSpPr/>
          <p:nvPr/>
        </p:nvSpPr>
        <p:spPr>
          <a:xfrm flipH="1">
            <a:off x="605136" y="4585398"/>
            <a:ext cx="88350" cy="1476775"/>
          </a:xfrm>
          <a:custGeom>
            <a:rect b="b" l="l" r="r" t="t"/>
            <a:pathLst>
              <a:path extrusionOk="0" h="59071" w="3534">
                <a:moveTo>
                  <a:pt x="0" y="0"/>
                </a:moveTo>
                <a:cubicBezTo>
                  <a:pt x="1037" y="19698"/>
                  <a:pt x="3534" y="39345"/>
                  <a:pt x="3534" y="59071"/>
                </a:cubicBezTo>
              </a:path>
            </a:pathLst>
          </a:custGeom>
          <a:noFill/>
          <a:ln cap="flat" cmpd="sng" w="28575">
            <a:solidFill>
              <a:schemeClr val="dk1"/>
            </a:solidFill>
            <a:prstDash val="solid"/>
            <a:round/>
            <a:headEnd len="med" w="med" type="none"/>
            <a:tailEnd len="med" w="med" type="none"/>
          </a:ln>
        </p:spPr>
      </p:sp>
      <p:sp>
        <p:nvSpPr>
          <p:cNvPr id="836" name="Google Shape;836;p31"/>
          <p:cNvSpPr/>
          <p:nvPr/>
        </p:nvSpPr>
        <p:spPr>
          <a:xfrm rot="-10651105">
            <a:off x="9916250" y="2881690"/>
            <a:ext cx="138855" cy="2158457"/>
          </a:xfrm>
          <a:custGeom>
            <a:rect b="b" l="l" r="r" t="t"/>
            <a:pathLst>
              <a:path extrusionOk="0" h="86335" w="5554">
                <a:moveTo>
                  <a:pt x="0" y="0"/>
                </a:moveTo>
                <a:cubicBezTo>
                  <a:pt x="1919" y="28774"/>
                  <a:pt x="5554" y="57497"/>
                  <a:pt x="5554" y="86335"/>
                </a:cubicBezTo>
              </a:path>
            </a:pathLst>
          </a:custGeom>
          <a:noFill/>
          <a:ln cap="flat" cmpd="sng" w="28575">
            <a:solidFill>
              <a:schemeClr val="dk1"/>
            </a:solidFill>
            <a:prstDash val="solid"/>
            <a:round/>
            <a:headEnd len="med" w="med" type="none"/>
            <a:tailEnd len="med" w="med" type="none"/>
          </a:ln>
        </p:spPr>
      </p:sp>
      <p:sp>
        <p:nvSpPr>
          <p:cNvPr id="837" name="Google Shape;837;p31"/>
          <p:cNvSpPr/>
          <p:nvPr/>
        </p:nvSpPr>
        <p:spPr>
          <a:xfrm rot="-10651105">
            <a:off x="9791142" y="4310965"/>
            <a:ext cx="39176" cy="1123393"/>
          </a:xfrm>
          <a:custGeom>
            <a:rect b="b" l="l" r="r" t="t"/>
            <a:pathLst>
              <a:path extrusionOk="0" h="44934" w="1567">
                <a:moveTo>
                  <a:pt x="557" y="0"/>
                </a:moveTo>
                <a:cubicBezTo>
                  <a:pt x="-1098" y="14890"/>
                  <a:pt x="1567" y="29952"/>
                  <a:pt x="1567" y="44934"/>
                </a:cubicBezTo>
              </a:path>
            </a:pathLst>
          </a:custGeom>
          <a:noFill/>
          <a:ln cap="flat" cmpd="sng" w="28575">
            <a:solidFill>
              <a:schemeClr val="dk1"/>
            </a:solidFill>
            <a:prstDash val="solid"/>
            <a:round/>
            <a:headEnd len="med" w="med" type="none"/>
            <a:tailEnd len="med" w="med" type="none"/>
          </a:ln>
        </p:spPr>
      </p:sp>
      <p:sp>
        <p:nvSpPr>
          <p:cNvPr id="838" name="Google Shape;838;p31"/>
          <p:cNvSpPr/>
          <p:nvPr/>
        </p:nvSpPr>
        <p:spPr>
          <a:xfrm rot="10800000">
            <a:off x="9860811" y="1234898"/>
            <a:ext cx="233400" cy="233400"/>
          </a:xfrm>
          <a:prstGeom prst="ellipse">
            <a:avLst/>
          </a:pr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 name="Google Shape;839;p31"/>
          <p:cNvSpPr/>
          <p:nvPr/>
        </p:nvSpPr>
        <p:spPr>
          <a:xfrm rot="10800000">
            <a:off x="9621186" y="2090086"/>
            <a:ext cx="233400" cy="233400"/>
          </a:xfrm>
          <a:prstGeom prst="ellipse">
            <a:avLst/>
          </a:pr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 name="Google Shape;840;p31"/>
          <p:cNvSpPr/>
          <p:nvPr/>
        </p:nvSpPr>
        <p:spPr>
          <a:xfrm rot="10800000">
            <a:off x="9026036" y="159873"/>
            <a:ext cx="233400" cy="233400"/>
          </a:xfrm>
          <a:prstGeom prst="ellipse">
            <a:avLst/>
          </a:pr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41" name="Google Shape;841;p31"/>
          <p:cNvGrpSpPr/>
          <p:nvPr/>
        </p:nvGrpSpPr>
        <p:grpSpPr>
          <a:xfrm rot="6181261">
            <a:off x="-1309620" y="122061"/>
            <a:ext cx="2448691" cy="2125424"/>
            <a:chOff x="1322124" y="4079650"/>
            <a:chExt cx="3420400" cy="2968851"/>
          </a:xfrm>
        </p:grpSpPr>
        <p:sp>
          <p:nvSpPr>
            <p:cNvPr id="842" name="Google Shape;842;p31"/>
            <p:cNvSpPr/>
            <p:nvPr/>
          </p:nvSpPr>
          <p:spPr>
            <a:xfrm>
              <a:off x="1322124" y="4377475"/>
              <a:ext cx="3420400" cy="2671026"/>
            </a:xfrm>
            <a:custGeom>
              <a:rect b="b" l="l" r="r" t="t"/>
              <a:pathLst>
                <a:path extrusionOk="0" h="2556" w="3273">
                  <a:moveTo>
                    <a:pt x="228" y="0"/>
                  </a:moveTo>
                  <a:cubicBezTo>
                    <a:pt x="244" y="548"/>
                    <a:pt x="157" y="1345"/>
                    <a:pt x="0" y="2331"/>
                  </a:cubicBezTo>
                  <a:lnTo>
                    <a:pt x="3040" y="2555"/>
                  </a:lnTo>
                  <a:cubicBezTo>
                    <a:pt x="3186" y="1767"/>
                    <a:pt x="3273" y="998"/>
                    <a:pt x="3269" y="257"/>
                  </a:cubicBezTo>
                  <a:lnTo>
                    <a:pt x="3143" y="249"/>
                  </a:lnTo>
                  <a:lnTo>
                    <a:pt x="3143" y="249"/>
                  </a:lnTo>
                  <a:cubicBezTo>
                    <a:pt x="3154" y="320"/>
                    <a:pt x="3115" y="402"/>
                    <a:pt x="3020" y="402"/>
                  </a:cubicBezTo>
                  <a:cubicBezTo>
                    <a:pt x="2918" y="402"/>
                    <a:pt x="2878" y="304"/>
                    <a:pt x="2902" y="229"/>
                  </a:cubicBezTo>
                  <a:lnTo>
                    <a:pt x="2674" y="209"/>
                  </a:lnTo>
                  <a:lnTo>
                    <a:pt x="2674" y="209"/>
                  </a:lnTo>
                  <a:cubicBezTo>
                    <a:pt x="2677" y="213"/>
                    <a:pt x="2677" y="222"/>
                    <a:pt x="2677" y="229"/>
                  </a:cubicBezTo>
                  <a:lnTo>
                    <a:pt x="2677" y="237"/>
                  </a:lnTo>
                  <a:cubicBezTo>
                    <a:pt x="2677" y="261"/>
                    <a:pt x="2670" y="280"/>
                    <a:pt x="2657" y="300"/>
                  </a:cubicBezTo>
                  <a:cubicBezTo>
                    <a:pt x="2654" y="312"/>
                    <a:pt x="2646" y="320"/>
                    <a:pt x="2638" y="328"/>
                  </a:cubicBezTo>
                  <a:cubicBezTo>
                    <a:pt x="2622" y="344"/>
                    <a:pt x="2603" y="355"/>
                    <a:pt x="2583" y="364"/>
                  </a:cubicBezTo>
                  <a:lnTo>
                    <a:pt x="2547" y="367"/>
                  </a:lnTo>
                  <a:cubicBezTo>
                    <a:pt x="2528" y="367"/>
                    <a:pt x="2512" y="364"/>
                    <a:pt x="2496" y="355"/>
                  </a:cubicBezTo>
                  <a:cubicBezTo>
                    <a:pt x="2480" y="351"/>
                    <a:pt x="2468" y="340"/>
                    <a:pt x="2457" y="328"/>
                  </a:cubicBezTo>
                  <a:cubicBezTo>
                    <a:pt x="2441" y="316"/>
                    <a:pt x="2433" y="304"/>
                    <a:pt x="2428" y="288"/>
                  </a:cubicBezTo>
                  <a:cubicBezTo>
                    <a:pt x="2421" y="273"/>
                    <a:pt x="2417" y="253"/>
                    <a:pt x="2417" y="237"/>
                  </a:cubicBezTo>
                  <a:lnTo>
                    <a:pt x="2417" y="229"/>
                  </a:lnTo>
                  <a:cubicBezTo>
                    <a:pt x="2417" y="213"/>
                    <a:pt x="2421" y="202"/>
                    <a:pt x="2425" y="186"/>
                  </a:cubicBezTo>
                  <a:lnTo>
                    <a:pt x="2208" y="170"/>
                  </a:lnTo>
                  <a:lnTo>
                    <a:pt x="2208" y="170"/>
                  </a:lnTo>
                  <a:cubicBezTo>
                    <a:pt x="2228" y="245"/>
                    <a:pt x="2188" y="335"/>
                    <a:pt x="2090" y="335"/>
                  </a:cubicBezTo>
                  <a:cubicBezTo>
                    <a:pt x="1979" y="335"/>
                    <a:pt x="1940" y="225"/>
                    <a:pt x="1975" y="151"/>
                  </a:cubicBezTo>
                  <a:lnTo>
                    <a:pt x="1660" y="122"/>
                  </a:lnTo>
                  <a:lnTo>
                    <a:pt x="1660" y="122"/>
                  </a:lnTo>
                  <a:cubicBezTo>
                    <a:pt x="1684" y="198"/>
                    <a:pt x="1644" y="293"/>
                    <a:pt x="1542" y="293"/>
                  </a:cubicBezTo>
                  <a:cubicBezTo>
                    <a:pt x="1431" y="293"/>
                    <a:pt x="1396" y="182"/>
                    <a:pt x="1431" y="103"/>
                  </a:cubicBezTo>
                  <a:lnTo>
                    <a:pt x="1171" y="84"/>
                  </a:lnTo>
                  <a:lnTo>
                    <a:pt x="1171" y="84"/>
                  </a:lnTo>
                  <a:cubicBezTo>
                    <a:pt x="1183" y="155"/>
                    <a:pt x="1140" y="237"/>
                    <a:pt x="1049" y="237"/>
                  </a:cubicBezTo>
                  <a:cubicBezTo>
                    <a:pt x="946" y="237"/>
                    <a:pt x="907" y="138"/>
                    <a:pt x="930" y="60"/>
                  </a:cubicBezTo>
                  <a:lnTo>
                    <a:pt x="678" y="40"/>
                  </a:lnTo>
                  <a:cubicBezTo>
                    <a:pt x="678" y="107"/>
                    <a:pt x="635" y="170"/>
                    <a:pt x="552" y="170"/>
                  </a:cubicBezTo>
                  <a:cubicBezTo>
                    <a:pt x="461" y="170"/>
                    <a:pt x="417" y="91"/>
                    <a:pt x="430" y="20"/>
                  </a:cubicBezTo>
                  <a:lnTo>
                    <a:pt x="228" y="0"/>
                  </a:lnTo>
                  <a:close/>
                </a:path>
              </a:pathLst>
            </a:custGeom>
            <a:solidFill>
              <a:schemeClr val="accent5"/>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 name="Google Shape;843;p31"/>
            <p:cNvSpPr/>
            <p:nvPr/>
          </p:nvSpPr>
          <p:spPr>
            <a:xfrm>
              <a:off x="3019260" y="4421365"/>
              <a:ext cx="391888" cy="506826"/>
            </a:xfrm>
            <a:custGeom>
              <a:rect b="b" l="l" r="r" t="t"/>
              <a:pathLst>
                <a:path extrusionOk="0" h="485" w="375">
                  <a:moveTo>
                    <a:pt x="26" y="0"/>
                  </a:moveTo>
                  <a:cubicBezTo>
                    <a:pt x="21" y="0"/>
                    <a:pt x="16" y="2"/>
                    <a:pt x="12" y="6"/>
                  </a:cubicBezTo>
                  <a:cubicBezTo>
                    <a:pt x="0" y="9"/>
                    <a:pt x="0" y="25"/>
                    <a:pt x="9" y="33"/>
                  </a:cubicBezTo>
                  <a:lnTo>
                    <a:pt x="331" y="475"/>
                  </a:lnTo>
                  <a:cubicBezTo>
                    <a:pt x="336" y="482"/>
                    <a:pt x="341" y="485"/>
                    <a:pt x="347" y="485"/>
                  </a:cubicBezTo>
                  <a:cubicBezTo>
                    <a:pt x="352" y="485"/>
                    <a:pt x="358" y="483"/>
                    <a:pt x="363" y="479"/>
                  </a:cubicBezTo>
                  <a:cubicBezTo>
                    <a:pt x="371" y="475"/>
                    <a:pt x="375" y="459"/>
                    <a:pt x="367" y="451"/>
                  </a:cubicBezTo>
                  <a:lnTo>
                    <a:pt x="40" y="9"/>
                  </a:lnTo>
                  <a:cubicBezTo>
                    <a:pt x="38" y="3"/>
                    <a:pt x="32" y="0"/>
                    <a:pt x="2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 name="Google Shape;844;p31"/>
            <p:cNvSpPr/>
            <p:nvPr/>
          </p:nvSpPr>
          <p:spPr>
            <a:xfrm>
              <a:off x="2779947" y="4154890"/>
              <a:ext cx="755560" cy="640587"/>
            </a:xfrm>
            <a:custGeom>
              <a:rect b="b" l="l" r="r" t="t"/>
              <a:pathLst>
                <a:path extrusionOk="0" h="613" w="723">
                  <a:moveTo>
                    <a:pt x="311" y="0"/>
                  </a:moveTo>
                  <a:cubicBezTo>
                    <a:pt x="154" y="0"/>
                    <a:pt x="19" y="127"/>
                    <a:pt x="9" y="300"/>
                  </a:cubicBezTo>
                  <a:cubicBezTo>
                    <a:pt x="1" y="422"/>
                    <a:pt x="87" y="561"/>
                    <a:pt x="210" y="596"/>
                  </a:cubicBezTo>
                  <a:cubicBezTo>
                    <a:pt x="249" y="606"/>
                    <a:pt x="286" y="612"/>
                    <a:pt x="323" y="612"/>
                  </a:cubicBezTo>
                  <a:cubicBezTo>
                    <a:pt x="384" y="612"/>
                    <a:pt x="442" y="596"/>
                    <a:pt x="494" y="557"/>
                  </a:cubicBezTo>
                  <a:cubicBezTo>
                    <a:pt x="722" y="387"/>
                    <a:pt x="596" y="87"/>
                    <a:pt x="418" y="20"/>
                  </a:cubicBezTo>
                  <a:cubicBezTo>
                    <a:pt x="382" y="6"/>
                    <a:pt x="346" y="0"/>
                    <a:pt x="311" y="0"/>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p31"/>
            <p:cNvSpPr/>
            <p:nvPr/>
          </p:nvSpPr>
          <p:spPr>
            <a:xfrm>
              <a:off x="2751731" y="4079650"/>
              <a:ext cx="638516" cy="558031"/>
            </a:xfrm>
            <a:custGeom>
              <a:rect b="b" l="l" r="r" t="t"/>
              <a:pathLst>
                <a:path extrusionOk="0" h="534" w="611">
                  <a:moveTo>
                    <a:pt x="247" y="0"/>
                  </a:moveTo>
                  <a:cubicBezTo>
                    <a:pt x="117" y="0"/>
                    <a:pt x="10" y="106"/>
                    <a:pt x="4" y="254"/>
                  </a:cubicBezTo>
                  <a:cubicBezTo>
                    <a:pt x="1" y="360"/>
                    <a:pt x="79" y="483"/>
                    <a:pt x="181" y="518"/>
                  </a:cubicBezTo>
                  <a:cubicBezTo>
                    <a:pt x="214" y="528"/>
                    <a:pt x="246" y="534"/>
                    <a:pt x="277" y="534"/>
                  </a:cubicBezTo>
                  <a:cubicBezTo>
                    <a:pt x="328" y="534"/>
                    <a:pt x="377" y="519"/>
                    <a:pt x="422" y="487"/>
                  </a:cubicBezTo>
                  <a:cubicBezTo>
                    <a:pt x="611" y="345"/>
                    <a:pt x="497" y="81"/>
                    <a:pt x="347" y="21"/>
                  </a:cubicBezTo>
                  <a:cubicBezTo>
                    <a:pt x="313" y="7"/>
                    <a:pt x="279" y="0"/>
                    <a:pt x="247" y="0"/>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 name="Google Shape;846;p31"/>
            <p:cNvSpPr/>
            <p:nvPr/>
          </p:nvSpPr>
          <p:spPr>
            <a:xfrm>
              <a:off x="1802840" y="5085985"/>
              <a:ext cx="2642894" cy="248711"/>
            </a:xfrm>
            <a:custGeom>
              <a:rect b="b" l="l" r="r" t="t"/>
              <a:pathLst>
                <a:path extrusionOk="0" h="238" w="2529">
                  <a:moveTo>
                    <a:pt x="13" y="1"/>
                  </a:moveTo>
                  <a:cubicBezTo>
                    <a:pt x="9" y="1"/>
                    <a:pt x="5" y="5"/>
                    <a:pt x="1" y="12"/>
                  </a:cubicBezTo>
                  <a:cubicBezTo>
                    <a:pt x="1" y="17"/>
                    <a:pt x="5" y="24"/>
                    <a:pt x="13" y="24"/>
                  </a:cubicBezTo>
                  <a:lnTo>
                    <a:pt x="186" y="41"/>
                  </a:lnTo>
                  <a:cubicBezTo>
                    <a:pt x="190" y="41"/>
                    <a:pt x="199" y="36"/>
                    <a:pt x="199" y="28"/>
                  </a:cubicBezTo>
                  <a:cubicBezTo>
                    <a:pt x="199" y="24"/>
                    <a:pt x="194" y="17"/>
                    <a:pt x="186" y="17"/>
                  </a:cubicBezTo>
                  <a:lnTo>
                    <a:pt x="13" y="1"/>
                  </a:lnTo>
                  <a:close/>
                  <a:moveTo>
                    <a:pt x="360" y="32"/>
                  </a:moveTo>
                  <a:cubicBezTo>
                    <a:pt x="356" y="32"/>
                    <a:pt x="352" y="36"/>
                    <a:pt x="348" y="41"/>
                  </a:cubicBezTo>
                  <a:cubicBezTo>
                    <a:pt x="348" y="48"/>
                    <a:pt x="352" y="52"/>
                    <a:pt x="360" y="52"/>
                  </a:cubicBezTo>
                  <a:lnTo>
                    <a:pt x="534" y="68"/>
                  </a:lnTo>
                  <a:cubicBezTo>
                    <a:pt x="541" y="68"/>
                    <a:pt x="545" y="64"/>
                    <a:pt x="545" y="59"/>
                  </a:cubicBezTo>
                  <a:cubicBezTo>
                    <a:pt x="545" y="52"/>
                    <a:pt x="541" y="48"/>
                    <a:pt x="534" y="48"/>
                  </a:cubicBezTo>
                  <a:lnTo>
                    <a:pt x="360" y="32"/>
                  </a:lnTo>
                  <a:close/>
                  <a:moveTo>
                    <a:pt x="707" y="59"/>
                  </a:moveTo>
                  <a:cubicBezTo>
                    <a:pt x="703" y="59"/>
                    <a:pt x="699" y="64"/>
                    <a:pt x="699" y="72"/>
                  </a:cubicBezTo>
                  <a:cubicBezTo>
                    <a:pt x="696" y="76"/>
                    <a:pt x="703" y="83"/>
                    <a:pt x="707" y="83"/>
                  </a:cubicBezTo>
                  <a:lnTo>
                    <a:pt x="880" y="99"/>
                  </a:lnTo>
                  <a:cubicBezTo>
                    <a:pt x="889" y="99"/>
                    <a:pt x="892" y="95"/>
                    <a:pt x="892" y="88"/>
                  </a:cubicBezTo>
                  <a:cubicBezTo>
                    <a:pt x="892" y="83"/>
                    <a:pt x="889" y="76"/>
                    <a:pt x="885" y="76"/>
                  </a:cubicBezTo>
                  <a:lnTo>
                    <a:pt x="707" y="59"/>
                  </a:lnTo>
                  <a:close/>
                  <a:moveTo>
                    <a:pt x="1058" y="92"/>
                  </a:moveTo>
                  <a:cubicBezTo>
                    <a:pt x="1050" y="92"/>
                    <a:pt x="1046" y="95"/>
                    <a:pt x="1046" y="99"/>
                  </a:cubicBezTo>
                  <a:cubicBezTo>
                    <a:pt x="1042" y="107"/>
                    <a:pt x="1050" y="112"/>
                    <a:pt x="1054" y="112"/>
                  </a:cubicBezTo>
                  <a:lnTo>
                    <a:pt x="1227" y="127"/>
                  </a:lnTo>
                  <a:cubicBezTo>
                    <a:pt x="1235" y="127"/>
                    <a:pt x="1240" y="123"/>
                    <a:pt x="1240" y="119"/>
                  </a:cubicBezTo>
                  <a:cubicBezTo>
                    <a:pt x="1240" y="112"/>
                    <a:pt x="1235" y="107"/>
                    <a:pt x="1231" y="107"/>
                  </a:cubicBezTo>
                  <a:lnTo>
                    <a:pt x="1058" y="92"/>
                  </a:lnTo>
                  <a:close/>
                  <a:moveTo>
                    <a:pt x="1405" y="119"/>
                  </a:moveTo>
                  <a:cubicBezTo>
                    <a:pt x="1397" y="119"/>
                    <a:pt x="1393" y="123"/>
                    <a:pt x="1393" y="130"/>
                  </a:cubicBezTo>
                  <a:cubicBezTo>
                    <a:pt x="1393" y="139"/>
                    <a:pt x="1397" y="143"/>
                    <a:pt x="1401" y="143"/>
                  </a:cubicBezTo>
                  <a:lnTo>
                    <a:pt x="1575" y="159"/>
                  </a:lnTo>
                  <a:cubicBezTo>
                    <a:pt x="1582" y="159"/>
                    <a:pt x="1586" y="154"/>
                    <a:pt x="1586" y="147"/>
                  </a:cubicBezTo>
                  <a:cubicBezTo>
                    <a:pt x="1586" y="143"/>
                    <a:pt x="1582" y="135"/>
                    <a:pt x="1579" y="135"/>
                  </a:cubicBezTo>
                  <a:lnTo>
                    <a:pt x="1405" y="119"/>
                  </a:lnTo>
                  <a:close/>
                  <a:moveTo>
                    <a:pt x="1752" y="150"/>
                  </a:moveTo>
                  <a:cubicBezTo>
                    <a:pt x="1744" y="150"/>
                    <a:pt x="1740" y="154"/>
                    <a:pt x="1740" y="163"/>
                  </a:cubicBezTo>
                  <a:cubicBezTo>
                    <a:pt x="1740" y="166"/>
                    <a:pt x="1744" y="170"/>
                    <a:pt x="1748" y="170"/>
                  </a:cubicBezTo>
                  <a:lnTo>
                    <a:pt x="1921" y="186"/>
                  </a:lnTo>
                  <a:cubicBezTo>
                    <a:pt x="1930" y="186"/>
                    <a:pt x="1933" y="182"/>
                    <a:pt x="1933" y="178"/>
                  </a:cubicBezTo>
                  <a:cubicBezTo>
                    <a:pt x="1933" y="170"/>
                    <a:pt x="1930" y="166"/>
                    <a:pt x="1926" y="166"/>
                  </a:cubicBezTo>
                  <a:lnTo>
                    <a:pt x="1752" y="150"/>
                  </a:lnTo>
                  <a:close/>
                  <a:moveTo>
                    <a:pt x="2095" y="181"/>
                  </a:moveTo>
                  <a:cubicBezTo>
                    <a:pt x="2090" y="181"/>
                    <a:pt x="2087" y="187"/>
                    <a:pt x="2087" y="190"/>
                  </a:cubicBezTo>
                  <a:cubicBezTo>
                    <a:pt x="2087" y="198"/>
                    <a:pt x="2091" y="201"/>
                    <a:pt x="2095" y="201"/>
                  </a:cubicBezTo>
                  <a:lnTo>
                    <a:pt x="2268" y="218"/>
                  </a:lnTo>
                  <a:cubicBezTo>
                    <a:pt x="2276" y="218"/>
                    <a:pt x="2281" y="214"/>
                    <a:pt x="2281" y="206"/>
                  </a:cubicBezTo>
                  <a:cubicBezTo>
                    <a:pt x="2281" y="201"/>
                    <a:pt x="2276" y="194"/>
                    <a:pt x="2272" y="194"/>
                  </a:cubicBezTo>
                  <a:lnTo>
                    <a:pt x="2099" y="182"/>
                  </a:lnTo>
                  <a:cubicBezTo>
                    <a:pt x="2097" y="182"/>
                    <a:pt x="2096" y="181"/>
                    <a:pt x="2095" y="181"/>
                  </a:cubicBezTo>
                  <a:close/>
                  <a:moveTo>
                    <a:pt x="2446" y="210"/>
                  </a:moveTo>
                  <a:cubicBezTo>
                    <a:pt x="2438" y="210"/>
                    <a:pt x="2434" y="214"/>
                    <a:pt x="2434" y="221"/>
                  </a:cubicBezTo>
                  <a:cubicBezTo>
                    <a:pt x="2434" y="225"/>
                    <a:pt x="2438" y="230"/>
                    <a:pt x="2442" y="234"/>
                  </a:cubicBezTo>
                  <a:lnTo>
                    <a:pt x="2517" y="237"/>
                  </a:lnTo>
                  <a:cubicBezTo>
                    <a:pt x="2521" y="237"/>
                    <a:pt x="2525" y="234"/>
                    <a:pt x="2529" y="230"/>
                  </a:cubicBezTo>
                  <a:cubicBezTo>
                    <a:pt x="2529" y="221"/>
                    <a:pt x="2525" y="218"/>
                    <a:pt x="2517" y="218"/>
                  </a:cubicBezTo>
                  <a:lnTo>
                    <a:pt x="2446" y="210"/>
                  </a:lnTo>
                  <a:close/>
                </a:path>
              </a:pathLst>
            </a:cu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 name="Google Shape;847;p31"/>
            <p:cNvSpPr/>
            <p:nvPr/>
          </p:nvSpPr>
          <p:spPr>
            <a:xfrm>
              <a:off x="1778804" y="5539515"/>
              <a:ext cx="2646029" cy="177650"/>
            </a:xfrm>
            <a:custGeom>
              <a:rect b="b" l="l" r="r" t="t"/>
              <a:pathLst>
                <a:path extrusionOk="0" h="170" w="2532">
                  <a:moveTo>
                    <a:pt x="13" y="0"/>
                  </a:moveTo>
                  <a:cubicBezTo>
                    <a:pt x="4" y="0"/>
                    <a:pt x="0" y="9"/>
                    <a:pt x="0" y="13"/>
                  </a:cubicBezTo>
                  <a:cubicBezTo>
                    <a:pt x="0" y="20"/>
                    <a:pt x="4" y="24"/>
                    <a:pt x="13" y="24"/>
                  </a:cubicBezTo>
                  <a:lnTo>
                    <a:pt x="186" y="36"/>
                  </a:lnTo>
                  <a:cubicBezTo>
                    <a:pt x="190" y="36"/>
                    <a:pt x="193" y="28"/>
                    <a:pt x="198" y="24"/>
                  </a:cubicBezTo>
                  <a:cubicBezTo>
                    <a:pt x="198" y="16"/>
                    <a:pt x="190" y="13"/>
                    <a:pt x="186" y="13"/>
                  </a:cubicBezTo>
                  <a:lnTo>
                    <a:pt x="13" y="0"/>
                  </a:lnTo>
                  <a:close/>
                  <a:moveTo>
                    <a:pt x="357" y="23"/>
                  </a:moveTo>
                  <a:cubicBezTo>
                    <a:pt x="353" y="23"/>
                    <a:pt x="348" y="29"/>
                    <a:pt x="348" y="32"/>
                  </a:cubicBezTo>
                  <a:cubicBezTo>
                    <a:pt x="348" y="40"/>
                    <a:pt x="351" y="44"/>
                    <a:pt x="359" y="44"/>
                  </a:cubicBezTo>
                  <a:lnTo>
                    <a:pt x="533" y="56"/>
                  </a:lnTo>
                  <a:cubicBezTo>
                    <a:pt x="537" y="56"/>
                    <a:pt x="544" y="51"/>
                    <a:pt x="544" y="44"/>
                  </a:cubicBezTo>
                  <a:cubicBezTo>
                    <a:pt x="544" y="40"/>
                    <a:pt x="541" y="32"/>
                    <a:pt x="533" y="32"/>
                  </a:cubicBezTo>
                  <a:lnTo>
                    <a:pt x="359" y="24"/>
                  </a:lnTo>
                  <a:cubicBezTo>
                    <a:pt x="358" y="23"/>
                    <a:pt x="357" y="23"/>
                    <a:pt x="357" y="23"/>
                  </a:cubicBezTo>
                  <a:close/>
                  <a:moveTo>
                    <a:pt x="706" y="44"/>
                  </a:moveTo>
                  <a:cubicBezTo>
                    <a:pt x="703" y="44"/>
                    <a:pt x="695" y="48"/>
                    <a:pt x="695" y="51"/>
                  </a:cubicBezTo>
                  <a:cubicBezTo>
                    <a:pt x="695" y="60"/>
                    <a:pt x="699" y="64"/>
                    <a:pt x="706" y="64"/>
                  </a:cubicBezTo>
                  <a:lnTo>
                    <a:pt x="879" y="75"/>
                  </a:lnTo>
                  <a:cubicBezTo>
                    <a:pt x="888" y="75"/>
                    <a:pt x="892" y="71"/>
                    <a:pt x="892" y="64"/>
                  </a:cubicBezTo>
                  <a:cubicBezTo>
                    <a:pt x="892" y="60"/>
                    <a:pt x="888" y="51"/>
                    <a:pt x="879" y="51"/>
                  </a:cubicBezTo>
                  <a:lnTo>
                    <a:pt x="706" y="44"/>
                  </a:lnTo>
                  <a:close/>
                  <a:moveTo>
                    <a:pt x="1057" y="64"/>
                  </a:moveTo>
                  <a:cubicBezTo>
                    <a:pt x="1050" y="64"/>
                    <a:pt x="1045" y="67"/>
                    <a:pt x="1045" y="71"/>
                  </a:cubicBezTo>
                  <a:cubicBezTo>
                    <a:pt x="1045" y="80"/>
                    <a:pt x="1050" y="84"/>
                    <a:pt x="1054" y="84"/>
                  </a:cubicBezTo>
                  <a:lnTo>
                    <a:pt x="1227" y="95"/>
                  </a:lnTo>
                  <a:cubicBezTo>
                    <a:pt x="1234" y="95"/>
                    <a:pt x="1239" y="91"/>
                    <a:pt x="1239" y="84"/>
                  </a:cubicBezTo>
                  <a:cubicBezTo>
                    <a:pt x="1239" y="80"/>
                    <a:pt x="1234" y="71"/>
                    <a:pt x="1231" y="71"/>
                  </a:cubicBezTo>
                  <a:lnTo>
                    <a:pt x="1057" y="64"/>
                  </a:lnTo>
                  <a:close/>
                  <a:moveTo>
                    <a:pt x="1405" y="84"/>
                  </a:moveTo>
                  <a:cubicBezTo>
                    <a:pt x="1396" y="84"/>
                    <a:pt x="1392" y="87"/>
                    <a:pt x="1392" y="95"/>
                  </a:cubicBezTo>
                  <a:cubicBezTo>
                    <a:pt x="1392" y="99"/>
                    <a:pt x="1396" y="103"/>
                    <a:pt x="1400" y="103"/>
                  </a:cubicBezTo>
                  <a:lnTo>
                    <a:pt x="1578" y="115"/>
                  </a:lnTo>
                  <a:cubicBezTo>
                    <a:pt x="1582" y="115"/>
                    <a:pt x="1585" y="111"/>
                    <a:pt x="1589" y="103"/>
                  </a:cubicBezTo>
                  <a:cubicBezTo>
                    <a:pt x="1589" y="99"/>
                    <a:pt x="1582" y="95"/>
                    <a:pt x="1578" y="91"/>
                  </a:cubicBezTo>
                  <a:lnTo>
                    <a:pt x="1405" y="84"/>
                  </a:lnTo>
                  <a:close/>
                  <a:moveTo>
                    <a:pt x="1751" y="103"/>
                  </a:moveTo>
                  <a:cubicBezTo>
                    <a:pt x="1747" y="103"/>
                    <a:pt x="1740" y="107"/>
                    <a:pt x="1740" y="115"/>
                  </a:cubicBezTo>
                  <a:cubicBezTo>
                    <a:pt x="1740" y="119"/>
                    <a:pt x="1743" y="122"/>
                    <a:pt x="1751" y="127"/>
                  </a:cubicBezTo>
                  <a:lnTo>
                    <a:pt x="1925" y="135"/>
                  </a:lnTo>
                  <a:cubicBezTo>
                    <a:pt x="1929" y="135"/>
                    <a:pt x="1937" y="131"/>
                    <a:pt x="1937" y="122"/>
                  </a:cubicBezTo>
                  <a:cubicBezTo>
                    <a:pt x="1937" y="119"/>
                    <a:pt x="1933" y="115"/>
                    <a:pt x="1925" y="115"/>
                  </a:cubicBezTo>
                  <a:lnTo>
                    <a:pt x="1751" y="103"/>
                  </a:lnTo>
                  <a:close/>
                  <a:moveTo>
                    <a:pt x="2098" y="122"/>
                  </a:moveTo>
                  <a:cubicBezTo>
                    <a:pt x="2095" y="122"/>
                    <a:pt x="2086" y="127"/>
                    <a:pt x="2086" y="135"/>
                  </a:cubicBezTo>
                  <a:cubicBezTo>
                    <a:pt x="2086" y="138"/>
                    <a:pt x="2091" y="146"/>
                    <a:pt x="2098" y="146"/>
                  </a:cubicBezTo>
                  <a:lnTo>
                    <a:pt x="2272" y="154"/>
                  </a:lnTo>
                  <a:cubicBezTo>
                    <a:pt x="2280" y="154"/>
                    <a:pt x="2284" y="151"/>
                    <a:pt x="2284" y="146"/>
                  </a:cubicBezTo>
                  <a:cubicBezTo>
                    <a:pt x="2284" y="138"/>
                    <a:pt x="2280" y="135"/>
                    <a:pt x="2272" y="135"/>
                  </a:cubicBezTo>
                  <a:lnTo>
                    <a:pt x="2098" y="122"/>
                  </a:lnTo>
                  <a:close/>
                  <a:moveTo>
                    <a:pt x="2449" y="142"/>
                  </a:moveTo>
                  <a:cubicBezTo>
                    <a:pt x="2441" y="142"/>
                    <a:pt x="2437" y="146"/>
                    <a:pt x="2437" y="154"/>
                  </a:cubicBezTo>
                  <a:cubicBezTo>
                    <a:pt x="2437" y="158"/>
                    <a:pt x="2441" y="166"/>
                    <a:pt x="2446" y="166"/>
                  </a:cubicBezTo>
                  <a:lnTo>
                    <a:pt x="2520" y="170"/>
                  </a:lnTo>
                  <a:cubicBezTo>
                    <a:pt x="2524" y="170"/>
                    <a:pt x="2528" y="166"/>
                    <a:pt x="2528" y="158"/>
                  </a:cubicBezTo>
                  <a:cubicBezTo>
                    <a:pt x="2532" y="154"/>
                    <a:pt x="2524" y="146"/>
                    <a:pt x="2520" y="146"/>
                  </a:cubicBezTo>
                  <a:lnTo>
                    <a:pt x="2449" y="142"/>
                  </a:lnTo>
                  <a:close/>
                </a:path>
              </a:pathLst>
            </a:cu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31"/>
            <p:cNvSpPr/>
            <p:nvPr/>
          </p:nvSpPr>
          <p:spPr>
            <a:xfrm>
              <a:off x="1704607" y="5959605"/>
              <a:ext cx="2642894" cy="203775"/>
            </a:xfrm>
            <a:custGeom>
              <a:rect b="b" l="l" r="r" t="t"/>
              <a:pathLst>
                <a:path extrusionOk="0" h="195" w="2529">
                  <a:moveTo>
                    <a:pt x="13" y="0"/>
                  </a:moveTo>
                  <a:cubicBezTo>
                    <a:pt x="4" y="0"/>
                    <a:pt x="0" y="4"/>
                    <a:pt x="0" y="9"/>
                  </a:cubicBezTo>
                  <a:cubicBezTo>
                    <a:pt x="0" y="17"/>
                    <a:pt x="4" y="20"/>
                    <a:pt x="9" y="20"/>
                  </a:cubicBezTo>
                  <a:lnTo>
                    <a:pt x="182" y="33"/>
                  </a:lnTo>
                  <a:cubicBezTo>
                    <a:pt x="183" y="33"/>
                    <a:pt x="185" y="34"/>
                    <a:pt x="186" y="34"/>
                  </a:cubicBezTo>
                  <a:cubicBezTo>
                    <a:pt x="191" y="34"/>
                    <a:pt x="193" y="27"/>
                    <a:pt x="193" y="24"/>
                  </a:cubicBezTo>
                  <a:cubicBezTo>
                    <a:pt x="198" y="17"/>
                    <a:pt x="190" y="13"/>
                    <a:pt x="186" y="13"/>
                  </a:cubicBezTo>
                  <a:lnTo>
                    <a:pt x="13" y="0"/>
                  </a:lnTo>
                  <a:close/>
                  <a:moveTo>
                    <a:pt x="359" y="24"/>
                  </a:moveTo>
                  <a:cubicBezTo>
                    <a:pt x="351" y="24"/>
                    <a:pt x="348" y="28"/>
                    <a:pt x="348" y="36"/>
                  </a:cubicBezTo>
                  <a:cubicBezTo>
                    <a:pt x="348" y="40"/>
                    <a:pt x="351" y="44"/>
                    <a:pt x="359" y="44"/>
                  </a:cubicBezTo>
                  <a:lnTo>
                    <a:pt x="533" y="60"/>
                  </a:lnTo>
                  <a:cubicBezTo>
                    <a:pt x="537" y="60"/>
                    <a:pt x="541" y="52"/>
                    <a:pt x="544" y="48"/>
                  </a:cubicBezTo>
                  <a:cubicBezTo>
                    <a:pt x="544" y="40"/>
                    <a:pt x="541" y="36"/>
                    <a:pt x="533" y="36"/>
                  </a:cubicBezTo>
                  <a:lnTo>
                    <a:pt x="359" y="24"/>
                  </a:lnTo>
                  <a:close/>
                  <a:moveTo>
                    <a:pt x="706" y="48"/>
                  </a:moveTo>
                  <a:cubicBezTo>
                    <a:pt x="703" y="48"/>
                    <a:pt x="695" y="52"/>
                    <a:pt x="695" y="60"/>
                  </a:cubicBezTo>
                  <a:cubicBezTo>
                    <a:pt x="695" y="64"/>
                    <a:pt x="699" y="68"/>
                    <a:pt x="706" y="71"/>
                  </a:cubicBezTo>
                  <a:lnTo>
                    <a:pt x="879" y="84"/>
                  </a:lnTo>
                  <a:cubicBezTo>
                    <a:pt x="884" y="84"/>
                    <a:pt x="892" y="80"/>
                    <a:pt x="892" y="71"/>
                  </a:cubicBezTo>
                  <a:cubicBezTo>
                    <a:pt x="892" y="68"/>
                    <a:pt x="888" y="60"/>
                    <a:pt x="879" y="60"/>
                  </a:cubicBezTo>
                  <a:lnTo>
                    <a:pt x="706" y="48"/>
                  </a:lnTo>
                  <a:close/>
                  <a:moveTo>
                    <a:pt x="1054" y="71"/>
                  </a:moveTo>
                  <a:cubicBezTo>
                    <a:pt x="1050" y="71"/>
                    <a:pt x="1041" y="75"/>
                    <a:pt x="1041" y="84"/>
                  </a:cubicBezTo>
                  <a:cubicBezTo>
                    <a:pt x="1041" y="87"/>
                    <a:pt x="1045" y="95"/>
                    <a:pt x="1054" y="95"/>
                  </a:cubicBezTo>
                  <a:lnTo>
                    <a:pt x="1227" y="107"/>
                  </a:lnTo>
                  <a:cubicBezTo>
                    <a:pt x="1234" y="107"/>
                    <a:pt x="1239" y="104"/>
                    <a:pt x="1239" y="95"/>
                  </a:cubicBezTo>
                  <a:cubicBezTo>
                    <a:pt x="1239" y="91"/>
                    <a:pt x="1234" y="84"/>
                    <a:pt x="1227" y="84"/>
                  </a:cubicBezTo>
                  <a:lnTo>
                    <a:pt x="1054" y="71"/>
                  </a:lnTo>
                  <a:close/>
                  <a:moveTo>
                    <a:pt x="1400" y="95"/>
                  </a:moveTo>
                  <a:cubicBezTo>
                    <a:pt x="1396" y="95"/>
                    <a:pt x="1392" y="99"/>
                    <a:pt x="1392" y="107"/>
                  </a:cubicBezTo>
                  <a:cubicBezTo>
                    <a:pt x="1389" y="111"/>
                    <a:pt x="1396" y="119"/>
                    <a:pt x="1400" y="119"/>
                  </a:cubicBezTo>
                  <a:lnTo>
                    <a:pt x="1574" y="131"/>
                  </a:lnTo>
                  <a:cubicBezTo>
                    <a:pt x="1582" y="131"/>
                    <a:pt x="1585" y="127"/>
                    <a:pt x="1585" y="119"/>
                  </a:cubicBezTo>
                  <a:cubicBezTo>
                    <a:pt x="1585" y="115"/>
                    <a:pt x="1582" y="107"/>
                    <a:pt x="1578" y="107"/>
                  </a:cubicBezTo>
                  <a:lnTo>
                    <a:pt x="1400" y="95"/>
                  </a:lnTo>
                  <a:close/>
                  <a:moveTo>
                    <a:pt x="1751" y="119"/>
                  </a:moveTo>
                  <a:cubicBezTo>
                    <a:pt x="1744" y="119"/>
                    <a:pt x="1740" y="123"/>
                    <a:pt x="1740" y="131"/>
                  </a:cubicBezTo>
                  <a:cubicBezTo>
                    <a:pt x="1740" y="139"/>
                    <a:pt x="1744" y="142"/>
                    <a:pt x="1747" y="142"/>
                  </a:cubicBezTo>
                  <a:lnTo>
                    <a:pt x="1920" y="155"/>
                  </a:lnTo>
                  <a:cubicBezTo>
                    <a:pt x="1929" y="155"/>
                    <a:pt x="1933" y="151"/>
                    <a:pt x="1933" y="142"/>
                  </a:cubicBezTo>
                  <a:cubicBezTo>
                    <a:pt x="1933" y="139"/>
                    <a:pt x="1929" y="135"/>
                    <a:pt x="1925" y="135"/>
                  </a:cubicBezTo>
                  <a:lnTo>
                    <a:pt x="1751" y="119"/>
                  </a:lnTo>
                  <a:close/>
                  <a:moveTo>
                    <a:pt x="2095" y="145"/>
                  </a:moveTo>
                  <a:cubicBezTo>
                    <a:pt x="2089" y="145"/>
                    <a:pt x="2086" y="152"/>
                    <a:pt x="2086" y="155"/>
                  </a:cubicBezTo>
                  <a:cubicBezTo>
                    <a:pt x="2086" y="162"/>
                    <a:pt x="2091" y="166"/>
                    <a:pt x="2095" y="166"/>
                  </a:cubicBezTo>
                  <a:lnTo>
                    <a:pt x="2272" y="178"/>
                  </a:lnTo>
                  <a:cubicBezTo>
                    <a:pt x="2275" y="178"/>
                    <a:pt x="2280" y="175"/>
                    <a:pt x="2280" y="170"/>
                  </a:cubicBezTo>
                  <a:cubicBezTo>
                    <a:pt x="2284" y="162"/>
                    <a:pt x="2275" y="158"/>
                    <a:pt x="2272" y="158"/>
                  </a:cubicBezTo>
                  <a:lnTo>
                    <a:pt x="2098" y="146"/>
                  </a:lnTo>
                  <a:cubicBezTo>
                    <a:pt x="2097" y="145"/>
                    <a:pt x="2096" y="145"/>
                    <a:pt x="2095" y="145"/>
                  </a:cubicBezTo>
                  <a:close/>
                  <a:moveTo>
                    <a:pt x="2446" y="170"/>
                  </a:moveTo>
                  <a:cubicBezTo>
                    <a:pt x="2437" y="170"/>
                    <a:pt x="2433" y="175"/>
                    <a:pt x="2433" y="178"/>
                  </a:cubicBezTo>
                  <a:cubicBezTo>
                    <a:pt x="2433" y="186"/>
                    <a:pt x="2437" y="190"/>
                    <a:pt x="2446" y="190"/>
                  </a:cubicBezTo>
                  <a:lnTo>
                    <a:pt x="2517" y="193"/>
                  </a:lnTo>
                  <a:cubicBezTo>
                    <a:pt x="2517" y="194"/>
                    <a:pt x="2518" y="195"/>
                    <a:pt x="2519" y="195"/>
                  </a:cubicBezTo>
                  <a:cubicBezTo>
                    <a:pt x="2523" y="195"/>
                    <a:pt x="2528" y="189"/>
                    <a:pt x="2528" y="186"/>
                  </a:cubicBezTo>
                  <a:cubicBezTo>
                    <a:pt x="2528" y="178"/>
                    <a:pt x="2524" y="175"/>
                    <a:pt x="2517" y="175"/>
                  </a:cubicBezTo>
                  <a:lnTo>
                    <a:pt x="2446" y="170"/>
                  </a:lnTo>
                  <a:close/>
                </a:path>
              </a:pathLst>
            </a:cu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 name="Google Shape;849;p31"/>
            <p:cNvSpPr/>
            <p:nvPr/>
          </p:nvSpPr>
          <p:spPr>
            <a:xfrm>
              <a:off x="1626229" y="6458070"/>
              <a:ext cx="2642894" cy="207955"/>
            </a:xfrm>
            <a:custGeom>
              <a:rect b="b" l="l" r="r" t="t"/>
              <a:pathLst>
                <a:path extrusionOk="0" h="199" w="2529">
                  <a:moveTo>
                    <a:pt x="13" y="0"/>
                  </a:moveTo>
                  <a:cubicBezTo>
                    <a:pt x="4" y="0"/>
                    <a:pt x="1" y="5"/>
                    <a:pt x="1" y="13"/>
                  </a:cubicBezTo>
                  <a:cubicBezTo>
                    <a:pt x="1" y="16"/>
                    <a:pt x="4" y="24"/>
                    <a:pt x="8" y="24"/>
                  </a:cubicBezTo>
                  <a:lnTo>
                    <a:pt x="182" y="36"/>
                  </a:lnTo>
                  <a:cubicBezTo>
                    <a:pt x="190" y="36"/>
                    <a:pt x="194" y="33"/>
                    <a:pt x="194" y="24"/>
                  </a:cubicBezTo>
                  <a:cubicBezTo>
                    <a:pt x="194" y="20"/>
                    <a:pt x="190" y="13"/>
                    <a:pt x="186" y="13"/>
                  </a:cubicBezTo>
                  <a:lnTo>
                    <a:pt x="13" y="0"/>
                  </a:lnTo>
                  <a:close/>
                  <a:moveTo>
                    <a:pt x="359" y="24"/>
                  </a:moveTo>
                  <a:cubicBezTo>
                    <a:pt x="352" y="24"/>
                    <a:pt x="348" y="29"/>
                    <a:pt x="348" y="36"/>
                  </a:cubicBezTo>
                  <a:cubicBezTo>
                    <a:pt x="348" y="44"/>
                    <a:pt x="352" y="48"/>
                    <a:pt x="359" y="48"/>
                  </a:cubicBezTo>
                  <a:lnTo>
                    <a:pt x="533" y="60"/>
                  </a:lnTo>
                  <a:cubicBezTo>
                    <a:pt x="537" y="60"/>
                    <a:pt x="541" y="56"/>
                    <a:pt x="545" y="48"/>
                  </a:cubicBezTo>
                  <a:cubicBezTo>
                    <a:pt x="545" y="44"/>
                    <a:pt x="541" y="40"/>
                    <a:pt x="533" y="36"/>
                  </a:cubicBezTo>
                  <a:lnTo>
                    <a:pt x="359" y="24"/>
                  </a:lnTo>
                  <a:close/>
                  <a:moveTo>
                    <a:pt x="704" y="51"/>
                  </a:moveTo>
                  <a:cubicBezTo>
                    <a:pt x="700" y="51"/>
                    <a:pt x="694" y="57"/>
                    <a:pt x="694" y="60"/>
                  </a:cubicBezTo>
                  <a:cubicBezTo>
                    <a:pt x="694" y="68"/>
                    <a:pt x="699" y="71"/>
                    <a:pt x="707" y="71"/>
                  </a:cubicBezTo>
                  <a:lnTo>
                    <a:pt x="880" y="84"/>
                  </a:lnTo>
                  <a:cubicBezTo>
                    <a:pt x="884" y="84"/>
                    <a:pt x="892" y="80"/>
                    <a:pt x="892" y="76"/>
                  </a:cubicBezTo>
                  <a:cubicBezTo>
                    <a:pt x="892" y="68"/>
                    <a:pt x="888" y="64"/>
                    <a:pt x="880" y="64"/>
                  </a:cubicBezTo>
                  <a:lnTo>
                    <a:pt x="707" y="52"/>
                  </a:lnTo>
                  <a:cubicBezTo>
                    <a:pt x="706" y="51"/>
                    <a:pt x="705" y="51"/>
                    <a:pt x="704" y="51"/>
                  </a:cubicBezTo>
                  <a:close/>
                  <a:moveTo>
                    <a:pt x="1054" y="76"/>
                  </a:moveTo>
                  <a:cubicBezTo>
                    <a:pt x="1049" y="76"/>
                    <a:pt x="1042" y="80"/>
                    <a:pt x="1042" y="84"/>
                  </a:cubicBezTo>
                  <a:cubicBezTo>
                    <a:pt x="1042" y="91"/>
                    <a:pt x="1045" y="95"/>
                    <a:pt x="1054" y="95"/>
                  </a:cubicBezTo>
                  <a:lnTo>
                    <a:pt x="1227" y="107"/>
                  </a:lnTo>
                  <a:cubicBezTo>
                    <a:pt x="1231" y="107"/>
                    <a:pt x="1238" y="104"/>
                    <a:pt x="1238" y="100"/>
                  </a:cubicBezTo>
                  <a:cubicBezTo>
                    <a:pt x="1238" y="91"/>
                    <a:pt x="1235" y="87"/>
                    <a:pt x="1227" y="87"/>
                  </a:cubicBezTo>
                  <a:lnTo>
                    <a:pt x="1054" y="76"/>
                  </a:lnTo>
                  <a:close/>
                  <a:moveTo>
                    <a:pt x="1400" y="100"/>
                  </a:moveTo>
                  <a:cubicBezTo>
                    <a:pt x="1396" y="100"/>
                    <a:pt x="1393" y="104"/>
                    <a:pt x="1389" y="107"/>
                  </a:cubicBezTo>
                  <a:cubicBezTo>
                    <a:pt x="1389" y="115"/>
                    <a:pt x="1396" y="119"/>
                    <a:pt x="1400" y="119"/>
                  </a:cubicBezTo>
                  <a:lnTo>
                    <a:pt x="1574" y="131"/>
                  </a:lnTo>
                  <a:cubicBezTo>
                    <a:pt x="1582" y="131"/>
                    <a:pt x="1586" y="127"/>
                    <a:pt x="1586" y="123"/>
                  </a:cubicBezTo>
                  <a:cubicBezTo>
                    <a:pt x="1586" y="115"/>
                    <a:pt x="1582" y="111"/>
                    <a:pt x="1578" y="111"/>
                  </a:cubicBezTo>
                  <a:lnTo>
                    <a:pt x="1400" y="100"/>
                  </a:lnTo>
                  <a:close/>
                  <a:moveTo>
                    <a:pt x="1751" y="123"/>
                  </a:moveTo>
                  <a:cubicBezTo>
                    <a:pt x="1744" y="123"/>
                    <a:pt x="1740" y="127"/>
                    <a:pt x="1740" y="131"/>
                  </a:cubicBezTo>
                  <a:cubicBezTo>
                    <a:pt x="1740" y="139"/>
                    <a:pt x="1744" y="142"/>
                    <a:pt x="1748" y="142"/>
                  </a:cubicBezTo>
                  <a:lnTo>
                    <a:pt x="1921" y="158"/>
                  </a:lnTo>
                  <a:cubicBezTo>
                    <a:pt x="1929" y="158"/>
                    <a:pt x="1933" y="151"/>
                    <a:pt x="1933" y="147"/>
                  </a:cubicBezTo>
                  <a:cubicBezTo>
                    <a:pt x="1933" y="139"/>
                    <a:pt x="1929" y="135"/>
                    <a:pt x="1924" y="135"/>
                  </a:cubicBezTo>
                  <a:lnTo>
                    <a:pt x="1751" y="123"/>
                  </a:lnTo>
                  <a:close/>
                  <a:moveTo>
                    <a:pt x="2099" y="147"/>
                  </a:moveTo>
                  <a:cubicBezTo>
                    <a:pt x="2090" y="147"/>
                    <a:pt x="2086" y="151"/>
                    <a:pt x="2086" y="158"/>
                  </a:cubicBezTo>
                  <a:cubicBezTo>
                    <a:pt x="2086" y="162"/>
                    <a:pt x="2090" y="166"/>
                    <a:pt x="2095" y="171"/>
                  </a:cubicBezTo>
                  <a:lnTo>
                    <a:pt x="2272" y="182"/>
                  </a:lnTo>
                  <a:cubicBezTo>
                    <a:pt x="2276" y="182"/>
                    <a:pt x="2279" y="178"/>
                    <a:pt x="2279" y="171"/>
                  </a:cubicBezTo>
                  <a:cubicBezTo>
                    <a:pt x="2284" y="166"/>
                    <a:pt x="2276" y="158"/>
                    <a:pt x="2272" y="158"/>
                  </a:cubicBezTo>
                  <a:lnTo>
                    <a:pt x="2099" y="147"/>
                  </a:lnTo>
                  <a:close/>
                  <a:moveTo>
                    <a:pt x="2445" y="171"/>
                  </a:moveTo>
                  <a:cubicBezTo>
                    <a:pt x="2437" y="171"/>
                    <a:pt x="2434" y="175"/>
                    <a:pt x="2434" y="182"/>
                  </a:cubicBezTo>
                  <a:cubicBezTo>
                    <a:pt x="2434" y="186"/>
                    <a:pt x="2437" y="194"/>
                    <a:pt x="2445" y="194"/>
                  </a:cubicBezTo>
                  <a:lnTo>
                    <a:pt x="2516" y="198"/>
                  </a:lnTo>
                  <a:cubicBezTo>
                    <a:pt x="2521" y="198"/>
                    <a:pt x="2528" y="194"/>
                    <a:pt x="2528" y="186"/>
                  </a:cubicBezTo>
                  <a:cubicBezTo>
                    <a:pt x="2528" y="182"/>
                    <a:pt x="2524" y="178"/>
                    <a:pt x="2516" y="175"/>
                  </a:cubicBezTo>
                  <a:lnTo>
                    <a:pt x="2445" y="171"/>
                  </a:lnTo>
                  <a:close/>
                </a:path>
              </a:pathLst>
            </a:cu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50" name="Google Shape;850;p31"/>
          <p:cNvGrpSpPr/>
          <p:nvPr/>
        </p:nvGrpSpPr>
        <p:grpSpPr>
          <a:xfrm rot="-2700000">
            <a:off x="8962963" y="8484053"/>
            <a:ext cx="1896745" cy="1928965"/>
            <a:chOff x="8016283" y="3354199"/>
            <a:chExt cx="1896763" cy="1928983"/>
          </a:xfrm>
        </p:grpSpPr>
        <p:grpSp>
          <p:nvGrpSpPr>
            <p:cNvPr id="851" name="Google Shape;851;p31"/>
            <p:cNvGrpSpPr/>
            <p:nvPr/>
          </p:nvGrpSpPr>
          <p:grpSpPr>
            <a:xfrm>
              <a:off x="8016283" y="3354199"/>
              <a:ext cx="1896763" cy="1928983"/>
              <a:chOff x="3025183" y="3101074"/>
              <a:chExt cx="1896763" cy="1928983"/>
            </a:xfrm>
          </p:grpSpPr>
          <p:sp>
            <p:nvSpPr>
              <p:cNvPr id="852" name="Google Shape;852;p31"/>
              <p:cNvSpPr/>
              <p:nvPr/>
            </p:nvSpPr>
            <p:spPr>
              <a:xfrm>
                <a:off x="3025183" y="3101074"/>
                <a:ext cx="1896763" cy="1928983"/>
              </a:xfrm>
              <a:custGeom>
                <a:rect b="b" l="l" r="r" t="t"/>
                <a:pathLst>
                  <a:path extrusionOk="0" h="1913" w="1881">
                    <a:moveTo>
                      <a:pt x="1496" y="1"/>
                    </a:moveTo>
                    <a:cubicBezTo>
                      <a:pt x="1477" y="1"/>
                      <a:pt x="1459" y="7"/>
                      <a:pt x="1440" y="16"/>
                    </a:cubicBezTo>
                    <a:cubicBezTo>
                      <a:pt x="1416" y="24"/>
                      <a:pt x="1392" y="31"/>
                      <a:pt x="1364" y="31"/>
                    </a:cubicBezTo>
                    <a:lnTo>
                      <a:pt x="0" y="1573"/>
                    </a:lnTo>
                    <a:cubicBezTo>
                      <a:pt x="24" y="1596"/>
                      <a:pt x="35" y="1629"/>
                      <a:pt x="35" y="1664"/>
                    </a:cubicBezTo>
                    <a:cubicBezTo>
                      <a:pt x="63" y="1667"/>
                      <a:pt x="91" y="1680"/>
                      <a:pt x="115" y="1700"/>
                    </a:cubicBezTo>
                    <a:cubicBezTo>
                      <a:pt x="138" y="1719"/>
                      <a:pt x="153" y="1747"/>
                      <a:pt x="162" y="1774"/>
                    </a:cubicBezTo>
                    <a:cubicBezTo>
                      <a:pt x="201" y="1778"/>
                      <a:pt x="237" y="1782"/>
                      <a:pt x="268" y="1806"/>
                    </a:cubicBezTo>
                    <a:cubicBezTo>
                      <a:pt x="304" y="1833"/>
                      <a:pt x="319" y="1869"/>
                      <a:pt x="323" y="1912"/>
                    </a:cubicBezTo>
                    <a:lnTo>
                      <a:pt x="1880" y="153"/>
                    </a:lnTo>
                    <a:lnTo>
                      <a:pt x="1865" y="138"/>
                    </a:lnTo>
                    <a:cubicBezTo>
                      <a:pt x="1860" y="137"/>
                      <a:pt x="1854" y="136"/>
                      <a:pt x="1849" y="136"/>
                    </a:cubicBezTo>
                    <a:cubicBezTo>
                      <a:pt x="1821" y="136"/>
                      <a:pt x="1793" y="151"/>
                      <a:pt x="1766" y="158"/>
                    </a:cubicBezTo>
                    <a:cubicBezTo>
                      <a:pt x="1753" y="160"/>
                      <a:pt x="1741" y="161"/>
                      <a:pt x="1729" y="161"/>
                    </a:cubicBezTo>
                    <a:cubicBezTo>
                      <a:pt x="1682" y="161"/>
                      <a:pt x="1640" y="143"/>
                      <a:pt x="1609" y="102"/>
                    </a:cubicBezTo>
                    <a:cubicBezTo>
                      <a:pt x="1577" y="71"/>
                      <a:pt x="1558" y="16"/>
                      <a:pt x="1518" y="4"/>
                    </a:cubicBezTo>
                    <a:cubicBezTo>
                      <a:pt x="1510" y="2"/>
                      <a:pt x="1503" y="1"/>
                      <a:pt x="1496" y="1"/>
                    </a:cubicBezTo>
                    <a:close/>
                  </a:path>
                </a:pathLst>
              </a:custGeom>
              <a:solidFill>
                <a:schemeClr val="accent5"/>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 name="Google Shape;853;p31"/>
              <p:cNvSpPr/>
              <p:nvPr/>
            </p:nvSpPr>
            <p:spPr>
              <a:xfrm>
                <a:off x="3398283" y="4396808"/>
                <a:ext cx="132098" cy="147220"/>
              </a:xfrm>
              <a:custGeom>
                <a:rect b="b" l="l" r="r" t="t"/>
                <a:pathLst>
                  <a:path extrusionOk="0" h="146" w="131">
                    <a:moveTo>
                      <a:pt x="131" y="0"/>
                    </a:moveTo>
                    <a:lnTo>
                      <a:pt x="131" y="0"/>
                    </a:lnTo>
                    <a:cubicBezTo>
                      <a:pt x="109" y="24"/>
                      <a:pt x="87" y="48"/>
                      <a:pt x="65" y="73"/>
                    </a:cubicBezTo>
                    <a:lnTo>
                      <a:pt x="131" y="0"/>
                    </a:lnTo>
                    <a:close/>
                    <a:moveTo>
                      <a:pt x="65" y="73"/>
                    </a:moveTo>
                    <a:lnTo>
                      <a:pt x="0" y="146"/>
                    </a:lnTo>
                    <a:cubicBezTo>
                      <a:pt x="22" y="122"/>
                      <a:pt x="44" y="98"/>
                      <a:pt x="65" y="73"/>
                    </a:cubicBezTo>
                    <a:close/>
                  </a:path>
                </a:pathLst>
              </a:custGeom>
              <a:solidFill>
                <a:srgbClr val="FFF2A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 name="Google Shape;854;p31"/>
              <p:cNvSpPr/>
              <p:nvPr/>
            </p:nvSpPr>
            <p:spPr>
              <a:xfrm>
                <a:off x="3560633" y="4511760"/>
                <a:ext cx="72603" cy="61510"/>
              </a:xfrm>
              <a:custGeom>
                <a:rect b="b" l="l" r="r" t="t"/>
                <a:pathLst>
                  <a:path extrusionOk="0" h="61" w="72">
                    <a:moveTo>
                      <a:pt x="1" y="60"/>
                    </a:moveTo>
                    <a:cubicBezTo>
                      <a:pt x="25" y="40"/>
                      <a:pt x="48" y="20"/>
                      <a:pt x="72" y="1"/>
                    </a:cubicBezTo>
                    <a:close/>
                  </a:path>
                </a:pathLst>
              </a:custGeom>
              <a:solidFill>
                <a:srgbClr val="FFF2A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p31"/>
              <p:cNvSpPr/>
              <p:nvPr/>
            </p:nvSpPr>
            <p:spPr>
              <a:xfrm>
                <a:off x="4396580" y="3513491"/>
                <a:ext cx="44369" cy="76635"/>
              </a:xfrm>
              <a:custGeom>
                <a:rect b="b" l="l" r="r" t="t"/>
                <a:pathLst>
                  <a:path extrusionOk="0" h="76" w="44">
                    <a:moveTo>
                      <a:pt x="44" y="1"/>
                    </a:moveTo>
                    <a:cubicBezTo>
                      <a:pt x="43" y="2"/>
                      <a:pt x="42" y="3"/>
                      <a:pt x="41" y="4"/>
                    </a:cubicBezTo>
                    <a:lnTo>
                      <a:pt x="41" y="4"/>
                    </a:lnTo>
                    <a:lnTo>
                      <a:pt x="44" y="1"/>
                    </a:lnTo>
                    <a:close/>
                    <a:moveTo>
                      <a:pt x="41" y="4"/>
                    </a:moveTo>
                    <a:lnTo>
                      <a:pt x="0" y="75"/>
                    </a:lnTo>
                    <a:cubicBezTo>
                      <a:pt x="15" y="53"/>
                      <a:pt x="26" y="30"/>
                      <a:pt x="41" y="4"/>
                    </a:cubicBezTo>
                    <a:close/>
                  </a:path>
                </a:pathLst>
              </a:custGeom>
              <a:solidFill>
                <a:srgbClr val="FFF2A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56" name="Google Shape;856;p31"/>
            <p:cNvSpPr/>
            <p:nvPr/>
          </p:nvSpPr>
          <p:spPr>
            <a:xfrm>
              <a:off x="8418775" y="4784875"/>
              <a:ext cx="180875" cy="205550"/>
            </a:xfrm>
            <a:custGeom>
              <a:rect b="b" l="l" r="r" t="t"/>
              <a:pathLst>
                <a:path extrusionOk="0" h="8222" w="7235">
                  <a:moveTo>
                    <a:pt x="7235" y="0"/>
                  </a:moveTo>
                  <a:cubicBezTo>
                    <a:pt x="5044" y="2920"/>
                    <a:pt x="2579" y="5639"/>
                    <a:pt x="0" y="8222"/>
                  </a:cubicBezTo>
                </a:path>
              </a:pathLst>
            </a:custGeom>
            <a:noFill/>
            <a:ln cap="flat" cmpd="sng" w="28575">
              <a:solidFill>
                <a:schemeClr val="dk1"/>
              </a:solidFill>
              <a:prstDash val="solid"/>
              <a:round/>
              <a:headEnd len="med" w="med" type="none"/>
              <a:tailEnd len="med" w="med" type="none"/>
            </a:ln>
          </p:spPr>
        </p:sp>
        <p:sp>
          <p:nvSpPr>
            <p:cNvPr id="857" name="Google Shape;857;p31"/>
            <p:cNvSpPr/>
            <p:nvPr/>
          </p:nvSpPr>
          <p:spPr>
            <a:xfrm>
              <a:off x="8336550" y="4834225"/>
              <a:ext cx="74000" cy="106875"/>
            </a:xfrm>
            <a:custGeom>
              <a:rect b="b" l="l" r="r" t="t"/>
              <a:pathLst>
                <a:path extrusionOk="0" h="4275" w="2960">
                  <a:moveTo>
                    <a:pt x="2960" y="0"/>
                  </a:moveTo>
                  <a:cubicBezTo>
                    <a:pt x="2068" y="1486"/>
                    <a:pt x="961" y="2833"/>
                    <a:pt x="0" y="4275"/>
                  </a:cubicBezTo>
                </a:path>
              </a:pathLst>
            </a:custGeom>
            <a:noFill/>
            <a:ln cap="flat" cmpd="sng" w="28575">
              <a:solidFill>
                <a:schemeClr val="dk1"/>
              </a:solidFill>
              <a:prstDash val="solid"/>
              <a:round/>
              <a:headEnd len="med" w="med" type="none"/>
              <a:tailEnd len="med" w="med" type="none"/>
            </a:ln>
          </p:spPr>
        </p:sp>
        <p:sp>
          <p:nvSpPr>
            <p:cNvPr id="858" name="Google Shape;858;p31"/>
            <p:cNvSpPr/>
            <p:nvPr/>
          </p:nvSpPr>
          <p:spPr>
            <a:xfrm>
              <a:off x="9232700" y="3658550"/>
              <a:ext cx="353525" cy="452175"/>
            </a:xfrm>
            <a:custGeom>
              <a:rect b="b" l="l" r="r" t="t"/>
              <a:pathLst>
                <a:path extrusionOk="0" h="18087" w="14141">
                  <a:moveTo>
                    <a:pt x="14141" y="0"/>
                  </a:moveTo>
                  <a:cubicBezTo>
                    <a:pt x="9241" y="5879"/>
                    <a:pt x="4241" y="11716"/>
                    <a:pt x="0" y="18087"/>
                  </a:cubicBezTo>
                </a:path>
              </a:pathLst>
            </a:custGeom>
            <a:noFill/>
            <a:ln cap="flat" cmpd="sng" w="28575">
              <a:solidFill>
                <a:schemeClr val="dk1"/>
              </a:solidFill>
              <a:prstDash val="solid"/>
              <a:round/>
              <a:headEnd len="med" w="med" type="none"/>
              <a:tailEnd len="med" w="med" type="none"/>
            </a:ln>
          </p:spPr>
        </p:sp>
      </p:grpSp>
      <p:sp>
        <p:nvSpPr>
          <p:cNvPr id="859" name="Google Shape;859;p31"/>
          <p:cNvSpPr/>
          <p:nvPr/>
        </p:nvSpPr>
        <p:spPr>
          <a:xfrm rot="10800000">
            <a:off x="8911111" y="9024798"/>
            <a:ext cx="233400" cy="233400"/>
          </a:xfrm>
          <a:prstGeom prst="ellipse">
            <a:avLst/>
          </a:pr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 name="Google Shape;860;p31"/>
          <p:cNvSpPr/>
          <p:nvPr/>
        </p:nvSpPr>
        <p:spPr>
          <a:xfrm rot="10800000">
            <a:off x="1361686" y="8573573"/>
            <a:ext cx="233400" cy="233400"/>
          </a:xfrm>
          <a:prstGeom prst="ellipse">
            <a:avLst/>
          </a:pr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 name="Google Shape;861;p31"/>
          <p:cNvSpPr/>
          <p:nvPr/>
        </p:nvSpPr>
        <p:spPr>
          <a:xfrm rot="4200837">
            <a:off x="1857397" y="-280217"/>
            <a:ext cx="517538" cy="1590416"/>
          </a:xfrm>
          <a:custGeom>
            <a:rect b="b" l="l" r="r" t="t"/>
            <a:pathLst>
              <a:path extrusionOk="0" h="63615" w="20701">
                <a:moveTo>
                  <a:pt x="20701" y="0"/>
                </a:moveTo>
                <a:cubicBezTo>
                  <a:pt x="12419" y="20704"/>
                  <a:pt x="5408" y="41981"/>
                  <a:pt x="0" y="63615"/>
                </a:cubicBezTo>
              </a:path>
            </a:pathLst>
          </a:custGeom>
          <a:noFill/>
          <a:ln cap="flat" cmpd="sng" w="28575">
            <a:solidFill>
              <a:schemeClr val="dk1"/>
            </a:solidFill>
            <a:prstDash val="solid"/>
            <a:round/>
            <a:headEnd len="med" w="med" type="none"/>
            <a:tailEnd len="med" w="med" type="none"/>
          </a:ln>
        </p:spPr>
      </p:sp>
      <p:sp>
        <p:nvSpPr>
          <p:cNvPr id="862" name="Google Shape;862;p31"/>
          <p:cNvSpPr/>
          <p:nvPr/>
        </p:nvSpPr>
        <p:spPr>
          <a:xfrm rot="4200837">
            <a:off x="1792485" y="239743"/>
            <a:ext cx="239806" cy="833071"/>
          </a:xfrm>
          <a:custGeom>
            <a:rect b="b" l="l" r="r" t="t"/>
            <a:pathLst>
              <a:path extrusionOk="0" h="33322" w="9592">
                <a:moveTo>
                  <a:pt x="9592" y="0"/>
                </a:moveTo>
                <a:cubicBezTo>
                  <a:pt x="6193" y="11047"/>
                  <a:pt x="1897" y="21920"/>
                  <a:pt x="0" y="33322"/>
                </a:cubicBezTo>
              </a:path>
            </a:pathLst>
          </a:custGeom>
          <a:noFill/>
          <a:ln cap="flat" cmpd="sng" w="28575">
            <a:solidFill>
              <a:schemeClr val="dk1"/>
            </a:solidFill>
            <a:prstDash val="solid"/>
            <a:round/>
            <a:headEnd len="med" w="med" type="none"/>
            <a:tailEnd len="med" w="med" type="none"/>
          </a:ln>
        </p:spPr>
      </p:sp>
      <p:grpSp>
        <p:nvGrpSpPr>
          <p:cNvPr id="863" name="Google Shape;863;p31"/>
          <p:cNvGrpSpPr/>
          <p:nvPr/>
        </p:nvGrpSpPr>
        <p:grpSpPr>
          <a:xfrm rot="-7781336">
            <a:off x="7325001" y="8750614"/>
            <a:ext cx="1896706" cy="1928925"/>
            <a:chOff x="8016283" y="3354199"/>
            <a:chExt cx="1896763" cy="1928983"/>
          </a:xfrm>
        </p:grpSpPr>
        <p:grpSp>
          <p:nvGrpSpPr>
            <p:cNvPr id="864" name="Google Shape;864;p31"/>
            <p:cNvGrpSpPr/>
            <p:nvPr/>
          </p:nvGrpSpPr>
          <p:grpSpPr>
            <a:xfrm>
              <a:off x="8016283" y="3354199"/>
              <a:ext cx="1896763" cy="1928983"/>
              <a:chOff x="3025183" y="3101074"/>
              <a:chExt cx="1896763" cy="1928983"/>
            </a:xfrm>
          </p:grpSpPr>
          <p:sp>
            <p:nvSpPr>
              <p:cNvPr id="865" name="Google Shape;865;p31"/>
              <p:cNvSpPr/>
              <p:nvPr/>
            </p:nvSpPr>
            <p:spPr>
              <a:xfrm>
                <a:off x="3025183" y="3101074"/>
                <a:ext cx="1896763" cy="1928983"/>
              </a:xfrm>
              <a:custGeom>
                <a:rect b="b" l="l" r="r" t="t"/>
                <a:pathLst>
                  <a:path extrusionOk="0" h="1913" w="1881">
                    <a:moveTo>
                      <a:pt x="1496" y="1"/>
                    </a:moveTo>
                    <a:cubicBezTo>
                      <a:pt x="1477" y="1"/>
                      <a:pt x="1459" y="7"/>
                      <a:pt x="1440" y="16"/>
                    </a:cubicBezTo>
                    <a:cubicBezTo>
                      <a:pt x="1416" y="24"/>
                      <a:pt x="1392" y="31"/>
                      <a:pt x="1364" y="31"/>
                    </a:cubicBezTo>
                    <a:lnTo>
                      <a:pt x="0" y="1573"/>
                    </a:lnTo>
                    <a:cubicBezTo>
                      <a:pt x="24" y="1596"/>
                      <a:pt x="35" y="1629"/>
                      <a:pt x="35" y="1664"/>
                    </a:cubicBezTo>
                    <a:cubicBezTo>
                      <a:pt x="63" y="1667"/>
                      <a:pt x="91" y="1680"/>
                      <a:pt x="115" y="1700"/>
                    </a:cubicBezTo>
                    <a:cubicBezTo>
                      <a:pt x="138" y="1719"/>
                      <a:pt x="153" y="1747"/>
                      <a:pt x="162" y="1774"/>
                    </a:cubicBezTo>
                    <a:cubicBezTo>
                      <a:pt x="201" y="1778"/>
                      <a:pt x="237" y="1782"/>
                      <a:pt x="268" y="1806"/>
                    </a:cubicBezTo>
                    <a:cubicBezTo>
                      <a:pt x="304" y="1833"/>
                      <a:pt x="319" y="1869"/>
                      <a:pt x="323" y="1912"/>
                    </a:cubicBezTo>
                    <a:lnTo>
                      <a:pt x="1880" y="153"/>
                    </a:lnTo>
                    <a:lnTo>
                      <a:pt x="1865" y="138"/>
                    </a:lnTo>
                    <a:cubicBezTo>
                      <a:pt x="1860" y="137"/>
                      <a:pt x="1854" y="136"/>
                      <a:pt x="1849" y="136"/>
                    </a:cubicBezTo>
                    <a:cubicBezTo>
                      <a:pt x="1821" y="136"/>
                      <a:pt x="1793" y="151"/>
                      <a:pt x="1766" y="158"/>
                    </a:cubicBezTo>
                    <a:cubicBezTo>
                      <a:pt x="1753" y="160"/>
                      <a:pt x="1741" y="161"/>
                      <a:pt x="1729" y="161"/>
                    </a:cubicBezTo>
                    <a:cubicBezTo>
                      <a:pt x="1682" y="161"/>
                      <a:pt x="1640" y="143"/>
                      <a:pt x="1609" y="102"/>
                    </a:cubicBezTo>
                    <a:cubicBezTo>
                      <a:pt x="1577" y="71"/>
                      <a:pt x="1558" y="16"/>
                      <a:pt x="1518" y="4"/>
                    </a:cubicBezTo>
                    <a:cubicBezTo>
                      <a:pt x="1510" y="2"/>
                      <a:pt x="1503" y="1"/>
                      <a:pt x="1496" y="1"/>
                    </a:cubicBezTo>
                    <a:close/>
                  </a:path>
                </a:pathLst>
              </a:custGeom>
              <a:solidFill>
                <a:schemeClr val="accent5"/>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 name="Google Shape;866;p31"/>
              <p:cNvSpPr/>
              <p:nvPr/>
            </p:nvSpPr>
            <p:spPr>
              <a:xfrm>
                <a:off x="3398283" y="4396808"/>
                <a:ext cx="132098" cy="147220"/>
              </a:xfrm>
              <a:custGeom>
                <a:rect b="b" l="l" r="r" t="t"/>
                <a:pathLst>
                  <a:path extrusionOk="0" h="146" w="131">
                    <a:moveTo>
                      <a:pt x="131" y="0"/>
                    </a:moveTo>
                    <a:lnTo>
                      <a:pt x="131" y="0"/>
                    </a:lnTo>
                    <a:cubicBezTo>
                      <a:pt x="109" y="24"/>
                      <a:pt x="87" y="48"/>
                      <a:pt x="65" y="73"/>
                    </a:cubicBezTo>
                    <a:lnTo>
                      <a:pt x="131" y="0"/>
                    </a:lnTo>
                    <a:close/>
                    <a:moveTo>
                      <a:pt x="65" y="73"/>
                    </a:moveTo>
                    <a:lnTo>
                      <a:pt x="0" y="146"/>
                    </a:lnTo>
                    <a:cubicBezTo>
                      <a:pt x="22" y="122"/>
                      <a:pt x="44" y="98"/>
                      <a:pt x="65" y="73"/>
                    </a:cubicBezTo>
                    <a:close/>
                  </a:path>
                </a:pathLst>
              </a:custGeom>
              <a:solidFill>
                <a:srgbClr val="FFF2A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 name="Google Shape;867;p31"/>
              <p:cNvSpPr/>
              <p:nvPr/>
            </p:nvSpPr>
            <p:spPr>
              <a:xfrm>
                <a:off x="3560633" y="4511760"/>
                <a:ext cx="72603" cy="61510"/>
              </a:xfrm>
              <a:custGeom>
                <a:rect b="b" l="l" r="r" t="t"/>
                <a:pathLst>
                  <a:path extrusionOk="0" h="61" w="72">
                    <a:moveTo>
                      <a:pt x="1" y="60"/>
                    </a:moveTo>
                    <a:cubicBezTo>
                      <a:pt x="25" y="40"/>
                      <a:pt x="48" y="20"/>
                      <a:pt x="72" y="1"/>
                    </a:cubicBezTo>
                    <a:close/>
                  </a:path>
                </a:pathLst>
              </a:custGeom>
              <a:solidFill>
                <a:srgbClr val="FFF2A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 name="Google Shape;868;p31"/>
              <p:cNvSpPr/>
              <p:nvPr/>
            </p:nvSpPr>
            <p:spPr>
              <a:xfrm>
                <a:off x="4396580" y="3513491"/>
                <a:ext cx="44369" cy="76635"/>
              </a:xfrm>
              <a:custGeom>
                <a:rect b="b" l="l" r="r" t="t"/>
                <a:pathLst>
                  <a:path extrusionOk="0" h="76" w="44">
                    <a:moveTo>
                      <a:pt x="44" y="1"/>
                    </a:moveTo>
                    <a:cubicBezTo>
                      <a:pt x="43" y="2"/>
                      <a:pt x="42" y="3"/>
                      <a:pt x="41" y="4"/>
                    </a:cubicBezTo>
                    <a:lnTo>
                      <a:pt x="41" y="4"/>
                    </a:lnTo>
                    <a:lnTo>
                      <a:pt x="44" y="1"/>
                    </a:lnTo>
                    <a:close/>
                    <a:moveTo>
                      <a:pt x="41" y="4"/>
                    </a:moveTo>
                    <a:lnTo>
                      <a:pt x="0" y="75"/>
                    </a:lnTo>
                    <a:cubicBezTo>
                      <a:pt x="15" y="53"/>
                      <a:pt x="26" y="30"/>
                      <a:pt x="41" y="4"/>
                    </a:cubicBezTo>
                    <a:close/>
                  </a:path>
                </a:pathLst>
              </a:custGeom>
              <a:solidFill>
                <a:srgbClr val="FFF2A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69" name="Google Shape;869;p31"/>
            <p:cNvSpPr/>
            <p:nvPr/>
          </p:nvSpPr>
          <p:spPr>
            <a:xfrm>
              <a:off x="8418775" y="4784875"/>
              <a:ext cx="180875" cy="205550"/>
            </a:xfrm>
            <a:custGeom>
              <a:rect b="b" l="l" r="r" t="t"/>
              <a:pathLst>
                <a:path extrusionOk="0" h="8222" w="7235">
                  <a:moveTo>
                    <a:pt x="7235" y="0"/>
                  </a:moveTo>
                  <a:cubicBezTo>
                    <a:pt x="5044" y="2920"/>
                    <a:pt x="2579" y="5639"/>
                    <a:pt x="0" y="8222"/>
                  </a:cubicBezTo>
                </a:path>
              </a:pathLst>
            </a:custGeom>
            <a:noFill/>
            <a:ln cap="flat" cmpd="sng" w="28575">
              <a:solidFill>
                <a:schemeClr val="dk1"/>
              </a:solidFill>
              <a:prstDash val="solid"/>
              <a:round/>
              <a:headEnd len="med" w="med" type="none"/>
              <a:tailEnd len="med" w="med" type="none"/>
            </a:ln>
          </p:spPr>
        </p:sp>
        <p:sp>
          <p:nvSpPr>
            <p:cNvPr id="870" name="Google Shape;870;p31"/>
            <p:cNvSpPr/>
            <p:nvPr/>
          </p:nvSpPr>
          <p:spPr>
            <a:xfrm>
              <a:off x="8336550" y="4834225"/>
              <a:ext cx="74000" cy="106875"/>
            </a:xfrm>
            <a:custGeom>
              <a:rect b="b" l="l" r="r" t="t"/>
              <a:pathLst>
                <a:path extrusionOk="0" h="4275" w="2960">
                  <a:moveTo>
                    <a:pt x="2960" y="0"/>
                  </a:moveTo>
                  <a:cubicBezTo>
                    <a:pt x="2068" y="1486"/>
                    <a:pt x="961" y="2833"/>
                    <a:pt x="0" y="4275"/>
                  </a:cubicBezTo>
                </a:path>
              </a:pathLst>
            </a:custGeom>
            <a:noFill/>
            <a:ln cap="flat" cmpd="sng" w="28575">
              <a:solidFill>
                <a:schemeClr val="dk1"/>
              </a:solidFill>
              <a:prstDash val="solid"/>
              <a:round/>
              <a:headEnd len="med" w="med" type="none"/>
              <a:tailEnd len="med" w="med" type="none"/>
            </a:ln>
          </p:spPr>
        </p:sp>
        <p:sp>
          <p:nvSpPr>
            <p:cNvPr id="871" name="Google Shape;871;p31"/>
            <p:cNvSpPr/>
            <p:nvPr/>
          </p:nvSpPr>
          <p:spPr>
            <a:xfrm>
              <a:off x="9232700" y="3658550"/>
              <a:ext cx="353525" cy="452175"/>
            </a:xfrm>
            <a:custGeom>
              <a:rect b="b" l="l" r="r" t="t"/>
              <a:pathLst>
                <a:path extrusionOk="0" h="18087" w="14141">
                  <a:moveTo>
                    <a:pt x="14141" y="0"/>
                  </a:moveTo>
                  <a:cubicBezTo>
                    <a:pt x="9241" y="5879"/>
                    <a:pt x="4241" y="11716"/>
                    <a:pt x="0" y="18087"/>
                  </a:cubicBezTo>
                </a:path>
              </a:pathLst>
            </a:custGeom>
            <a:noFill/>
            <a:ln cap="flat" cmpd="sng" w="28575">
              <a:solidFill>
                <a:schemeClr val="dk1"/>
              </a:solidFill>
              <a:prstDash val="solid"/>
              <a:round/>
              <a:headEnd len="med" w="med" type="none"/>
              <a:tailEnd len="med" w="med" type="none"/>
            </a:ln>
          </p:spPr>
        </p:sp>
      </p:grpSp>
      <p:grpSp>
        <p:nvGrpSpPr>
          <p:cNvPr id="872" name="Google Shape;872;p31"/>
          <p:cNvGrpSpPr/>
          <p:nvPr/>
        </p:nvGrpSpPr>
        <p:grpSpPr>
          <a:xfrm rot="-8100000">
            <a:off x="6843528" y="-340264"/>
            <a:ext cx="1896745" cy="1928965"/>
            <a:chOff x="8016283" y="3354199"/>
            <a:chExt cx="1896763" cy="1928983"/>
          </a:xfrm>
        </p:grpSpPr>
        <p:grpSp>
          <p:nvGrpSpPr>
            <p:cNvPr id="873" name="Google Shape;873;p31"/>
            <p:cNvGrpSpPr/>
            <p:nvPr/>
          </p:nvGrpSpPr>
          <p:grpSpPr>
            <a:xfrm>
              <a:off x="8016283" y="3354199"/>
              <a:ext cx="1896763" cy="1928983"/>
              <a:chOff x="3025183" y="3101074"/>
              <a:chExt cx="1896763" cy="1928983"/>
            </a:xfrm>
          </p:grpSpPr>
          <p:sp>
            <p:nvSpPr>
              <p:cNvPr id="874" name="Google Shape;874;p31"/>
              <p:cNvSpPr/>
              <p:nvPr/>
            </p:nvSpPr>
            <p:spPr>
              <a:xfrm>
                <a:off x="3025183" y="3101074"/>
                <a:ext cx="1896763" cy="1928983"/>
              </a:xfrm>
              <a:custGeom>
                <a:rect b="b" l="l" r="r" t="t"/>
                <a:pathLst>
                  <a:path extrusionOk="0" h="1913" w="1881">
                    <a:moveTo>
                      <a:pt x="1496" y="1"/>
                    </a:moveTo>
                    <a:cubicBezTo>
                      <a:pt x="1477" y="1"/>
                      <a:pt x="1459" y="7"/>
                      <a:pt x="1440" y="16"/>
                    </a:cubicBezTo>
                    <a:cubicBezTo>
                      <a:pt x="1416" y="24"/>
                      <a:pt x="1392" y="31"/>
                      <a:pt x="1364" y="31"/>
                    </a:cubicBezTo>
                    <a:lnTo>
                      <a:pt x="0" y="1573"/>
                    </a:lnTo>
                    <a:cubicBezTo>
                      <a:pt x="24" y="1596"/>
                      <a:pt x="35" y="1629"/>
                      <a:pt x="35" y="1664"/>
                    </a:cubicBezTo>
                    <a:cubicBezTo>
                      <a:pt x="63" y="1667"/>
                      <a:pt x="91" y="1680"/>
                      <a:pt x="115" y="1700"/>
                    </a:cubicBezTo>
                    <a:cubicBezTo>
                      <a:pt x="138" y="1719"/>
                      <a:pt x="153" y="1747"/>
                      <a:pt x="162" y="1774"/>
                    </a:cubicBezTo>
                    <a:cubicBezTo>
                      <a:pt x="201" y="1778"/>
                      <a:pt x="237" y="1782"/>
                      <a:pt x="268" y="1806"/>
                    </a:cubicBezTo>
                    <a:cubicBezTo>
                      <a:pt x="304" y="1833"/>
                      <a:pt x="319" y="1869"/>
                      <a:pt x="323" y="1912"/>
                    </a:cubicBezTo>
                    <a:lnTo>
                      <a:pt x="1880" y="153"/>
                    </a:lnTo>
                    <a:lnTo>
                      <a:pt x="1865" y="138"/>
                    </a:lnTo>
                    <a:cubicBezTo>
                      <a:pt x="1860" y="137"/>
                      <a:pt x="1854" y="136"/>
                      <a:pt x="1849" y="136"/>
                    </a:cubicBezTo>
                    <a:cubicBezTo>
                      <a:pt x="1821" y="136"/>
                      <a:pt x="1793" y="151"/>
                      <a:pt x="1766" y="158"/>
                    </a:cubicBezTo>
                    <a:cubicBezTo>
                      <a:pt x="1753" y="160"/>
                      <a:pt x="1741" y="161"/>
                      <a:pt x="1729" y="161"/>
                    </a:cubicBezTo>
                    <a:cubicBezTo>
                      <a:pt x="1682" y="161"/>
                      <a:pt x="1640" y="143"/>
                      <a:pt x="1609" y="102"/>
                    </a:cubicBezTo>
                    <a:cubicBezTo>
                      <a:pt x="1577" y="71"/>
                      <a:pt x="1558" y="16"/>
                      <a:pt x="1518" y="4"/>
                    </a:cubicBezTo>
                    <a:cubicBezTo>
                      <a:pt x="1510" y="2"/>
                      <a:pt x="1503" y="1"/>
                      <a:pt x="1496" y="1"/>
                    </a:cubicBezTo>
                    <a:close/>
                  </a:path>
                </a:pathLst>
              </a:custGeom>
              <a:solidFill>
                <a:schemeClr val="accent5"/>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 name="Google Shape;875;p31"/>
              <p:cNvSpPr/>
              <p:nvPr/>
            </p:nvSpPr>
            <p:spPr>
              <a:xfrm>
                <a:off x="3398283" y="4396808"/>
                <a:ext cx="132098" cy="147220"/>
              </a:xfrm>
              <a:custGeom>
                <a:rect b="b" l="l" r="r" t="t"/>
                <a:pathLst>
                  <a:path extrusionOk="0" h="146" w="131">
                    <a:moveTo>
                      <a:pt x="131" y="0"/>
                    </a:moveTo>
                    <a:lnTo>
                      <a:pt x="131" y="0"/>
                    </a:lnTo>
                    <a:cubicBezTo>
                      <a:pt x="109" y="24"/>
                      <a:pt x="87" y="48"/>
                      <a:pt x="65" y="73"/>
                    </a:cubicBezTo>
                    <a:lnTo>
                      <a:pt x="131" y="0"/>
                    </a:lnTo>
                    <a:close/>
                    <a:moveTo>
                      <a:pt x="65" y="73"/>
                    </a:moveTo>
                    <a:lnTo>
                      <a:pt x="0" y="146"/>
                    </a:lnTo>
                    <a:cubicBezTo>
                      <a:pt x="22" y="122"/>
                      <a:pt x="44" y="98"/>
                      <a:pt x="65" y="73"/>
                    </a:cubicBezTo>
                    <a:close/>
                  </a:path>
                </a:pathLst>
              </a:custGeom>
              <a:solidFill>
                <a:srgbClr val="FFF2A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 name="Google Shape;876;p31"/>
              <p:cNvSpPr/>
              <p:nvPr/>
            </p:nvSpPr>
            <p:spPr>
              <a:xfrm>
                <a:off x="3560633" y="4511760"/>
                <a:ext cx="72603" cy="61510"/>
              </a:xfrm>
              <a:custGeom>
                <a:rect b="b" l="l" r="r" t="t"/>
                <a:pathLst>
                  <a:path extrusionOk="0" h="61" w="72">
                    <a:moveTo>
                      <a:pt x="1" y="60"/>
                    </a:moveTo>
                    <a:cubicBezTo>
                      <a:pt x="25" y="40"/>
                      <a:pt x="48" y="20"/>
                      <a:pt x="72" y="1"/>
                    </a:cubicBezTo>
                    <a:close/>
                  </a:path>
                </a:pathLst>
              </a:custGeom>
              <a:solidFill>
                <a:srgbClr val="FFF2A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 name="Google Shape;877;p31"/>
              <p:cNvSpPr/>
              <p:nvPr/>
            </p:nvSpPr>
            <p:spPr>
              <a:xfrm>
                <a:off x="4396580" y="3513491"/>
                <a:ext cx="44369" cy="76635"/>
              </a:xfrm>
              <a:custGeom>
                <a:rect b="b" l="l" r="r" t="t"/>
                <a:pathLst>
                  <a:path extrusionOk="0" h="76" w="44">
                    <a:moveTo>
                      <a:pt x="44" y="1"/>
                    </a:moveTo>
                    <a:cubicBezTo>
                      <a:pt x="43" y="2"/>
                      <a:pt x="42" y="3"/>
                      <a:pt x="41" y="4"/>
                    </a:cubicBezTo>
                    <a:lnTo>
                      <a:pt x="41" y="4"/>
                    </a:lnTo>
                    <a:lnTo>
                      <a:pt x="44" y="1"/>
                    </a:lnTo>
                    <a:close/>
                    <a:moveTo>
                      <a:pt x="41" y="4"/>
                    </a:moveTo>
                    <a:lnTo>
                      <a:pt x="0" y="75"/>
                    </a:lnTo>
                    <a:cubicBezTo>
                      <a:pt x="15" y="53"/>
                      <a:pt x="26" y="30"/>
                      <a:pt x="41" y="4"/>
                    </a:cubicBezTo>
                    <a:close/>
                  </a:path>
                </a:pathLst>
              </a:custGeom>
              <a:solidFill>
                <a:srgbClr val="FFF2A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78" name="Google Shape;878;p31"/>
            <p:cNvSpPr/>
            <p:nvPr/>
          </p:nvSpPr>
          <p:spPr>
            <a:xfrm>
              <a:off x="8418775" y="4784875"/>
              <a:ext cx="180875" cy="205550"/>
            </a:xfrm>
            <a:custGeom>
              <a:rect b="b" l="l" r="r" t="t"/>
              <a:pathLst>
                <a:path extrusionOk="0" h="8222" w="7235">
                  <a:moveTo>
                    <a:pt x="7235" y="0"/>
                  </a:moveTo>
                  <a:cubicBezTo>
                    <a:pt x="5044" y="2920"/>
                    <a:pt x="2579" y="5639"/>
                    <a:pt x="0" y="8222"/>
                  </a:cubicBezTo>
                </a:path>
              </a:pathLst>
            </a:custGeom>
            <a:noFill/>
            <a:ln cap="flat" cmpd="sng" w="28575">
              <a:solidFill>
                <a:schemeClr val="dk1"/>
              </a:solidFill>
              <a:prstDash val="solid"/>
              <a:round/>
              <a:headEnd len="med" w="med" type="none"/>
              <a:tailEnd len="med" w="med" type="none"/>
            </a:ln>
          </p:spPr>
        </p:sp>
        <p:sp>
          <p:nvSpPr>
            <p:cNvPr id="879" name="Google Shape;879;p31"/>
            <p:cNvSpPr/>
            <p:nvPr/>
          </p:nvSpPr>
          <p:spPr>
            <a:xfrm>
              <a:off x="8336550" y="4834225"/>
              <a:ext cx="74000" cy="106875"/>
            </a:xfrm>
            <a:custGeom>
              <a:rect b="b" l="l" r="r" t="t"/>
              <a:pathLst>
                <a:path extrusionOk="0" h="4275" w="2960">
                  <a:moveTo>
                    <a:pt x="2960" y="0"/>
                  </a:moveTo>
                  <a:cubicBezTo>
                    <a:pt x="2068" y="1486"/>
                    <a:pt x="961" y="2833"/>
                    <a:pt x="0" y="4275"/>
                  </a:cubicBezTo>
                </a:path>
              </a:pathLst>
            </a:custGeom>
            <a:noFill/>
            <a:ln cap="flat" cmpd="sng" w="28575">
              <a:solidFill>
                <a:schemeClr val="dk1"/>
              </a:solidFill>
              <a:prstDash val="solid"/>
              <a:round/>
              <a:headEnd len="med" w="med" type="none"/>
              <a:tailEnd len="med" w="med" type="none"/>
            </a:ln>
          </p:spPr>
        </p:sp>
        <p:sp>
          <p:nvSpPr>
            <p:cNvPr id="880" name="Google Shape;880;p31"/>
            <p:cNvSpPr/>
            <p:nvPr/>
          </p:nvSpPr>
          <p:spPr>
            <a:xfrm>
              <a:off x="9232700" y="3658550"/>
              <a:ext cx="353525" cy="452175"/>
            </a:xfrm>
            <a:custGeom>
              <a:rect b="b" l="l" r="r" t="t"/>
              <a:pathLst>
                <a:path extrusionOk="0" h="18087" w="14141">
                  <a:moveTo>
                    <a:pt x="14141" y="0"/>
                  </a:moveTo>
                  <a:cubicBezTo>
                    <a:pt x="9241" y="5879"/>
                    <a:pt x="4241" y="11716"/>
                    <a:pt x="0" y="18087"/>
                  </a:cubicBezTo>
                </a:path>
              </a:pathLst>
            </a:custGeom>
            <a:noFill/>
            <a:ln cap="flat" cmpd="sng" w="28575">
              <a:solidFill>
                <a:schemeClr val="dk1"/>
              </a:solidFill>
              <a:prstDash val="solid"/>
              <a:round/>
              <a:headEnd len="med" w="med" type="none"/>
              <a:tailEnd len="med" w="med" type="none"/>
            </a:ln>
          </p:spPr>
        </p:sp>
      </p:grpSp>
      <p:sp>
        <p:nvSpPr>
          <p:cNvPr id="881" name="Google Shape;881;p31"/>
          <p:cNvSpPr/>
          <p:nvPr/>
        </p:nvSpPr>
        <p:spPr>
          <a:xfrm rot="10800000">
            <a:off x="1595075" y="9258210"/>
            <a:ext cx="830723" cy="773578"/>
          </a:xfrm>
          <a:custGeom>
            <a:rect b="b" l="l" r="r" t="t"/>
            <a:pathLst>
              <a:path extrusionOk="0" h="1638" w="1759">
                <a:moveTo>
                  <a:pt x="1074" y="1"/>
                </a:moveTo>
                <a:cubicBezTo>
                  <a:pt x="1067" y="1"/>
                  <a:pt x="1060" y="3"/>
                  <a:pt x="1054" y="5"/>
                </a:cubicBezTo>
                <a:cubicBezTo>
                  <a:pt x="1041" y="18"/>
                  <a:pt x="1025" y="29"/>
                  <a:pt x="1014" y="41"/>
                </a:cubicBezTo>
                <a:cubicBezTo>
                  <a:pt x="1006" y="53"/>
                  <a:pt x="994" y="65"/>
                  <a:pt x="983" y="76"/>
                </a:cubicBezTo>
                <a:cubicBezTo>
                  <a:pt x="947" y="124"/>
                  <a:pt x="912" y="171"/>
                  <a:pt x="872" y="214"/>
                </a:cubicBezTo>
                <a:cubicBezTo>
                  <a:pt x="836" y="262"/>
                  <a:pt x="805" y="309"/>
                  <a:pt x="774" y="356"/>
                </a:cubicBezTo>
                <a:cubicBezTo>
                  <a:pt x="761" y="376"/>
                  <a:pt x="750" y="404"/>
                  <a:pt x="734" y="424"/>
                </a:cubicBezTo>
                <a:cubicBezTo>
                  <a:pt x="723" y="435"/>
                  <a:pt x="710" y="451"/>
                  <a:pt x="703" y="462"/>
                </a:cubicBezTo>
                <a:cubicBezTo>
                  <a:pt x="699" y="473"/>
                  <a:pt x="687" y="508"/>
                  <a:pt x="673" y="508"/>
                </a:cubicBezTo>
                <a:cubicBezTo>
                  <a:pt x="671" y="508"/>
                  <a:pt x="669" y="507"/>
                  <a:pt x="667" y="506"/>
                </a:cubicBezTo>
                <a:cubicBezTo>
                  <a:pt x="659" y="502"/>
                  <a:pt x="659" y="495"/>
                  <a:pt x="652" y="495"/>
                </a:cubicBezTo>
                <a:cubicBezTo>
                  <a:pt x="643" y="495"/>
                  <a:pt x="639" y="498"/>
                  <a:pt x="632" y="498"/>
                </a:cubicBezTo>
                <a:cubicBezTo>
                  <a:pt x="625" y="500"/>
                  <a:pt x="618" y="500"/>
                  <a:pt x="611" y="500"/>
                </a:cubicBezTo>
                <a:cubicBezTo>
                  <a:pt x="596" y="500"/>
                  <a:pt x="582" y="498"/>
                  <a:pt x="568" y="498"/>
                </a:cubicBezTo>
                <a:cubicBezTo>
                  <a:pt x="545" y="495"/>
                  <a:pt x="517" y="491"/>
                  <a:pt x="494" y="491"/>
                </a:cubicBezTo>
                <a:cubicBezTo>
                  <a:pt x="454" y="486"/>
                  <a:pt x="415" y="482"/>
                  <a:pt x="379" y="479"/>
                </a:cubicBezTo>
                <a:cubicBezTo>
                  <a:pt x="359" y="479"/>
                  <a:pt x="339" y="475"/>
                  <a:pt x="320" y="475"/>
                </a:cubicBezTo>
                <a:cubicBezTo>
                  <a:pt x="273" y="471"/>
                  <a:pt x="226" y="462"/>
                  <a:pt x="178" y="462"/>
                </a:cubicBezTo>
                <a:cubicBezTo>
                  <a:pt x="170" y="462"/>
                  <a:pt x="164" y="461"/>
                  <a:pt x="157" y="461"/>
                </a:cubicBezTo>
                <a:cubicBezTo>
                  <a:pt x="154" y="461"/>
                  <a:pt x="150" y="461"/>
                  <a:pt x="146" y="462"/>
                </a:cubicBezTo>
                <a:cubicBezTo>
                  <a:pt x="139" y="462"/>
                  <a:pt x="135" y="462"/>
                  <a:pt x="123" y="459"/>
                </a:cubicBezTo>
                <a:cubicBezTo>
                  <a:pt x="103" y="455"/>
                  <a:pt x="79" y="451"/>
                  <a:pt x="60" y="451"/>
                </a:cubicBezTo>
                <a:cubicBezTo>
                  <a:pt x="48" y="455"/>
                  <a:pt x="36" y="451"/>
                  <a:pt x="28" y="459"/>
                </a:cubicBezTo>
                <a:cubicBezTo>
                  <a:pt x="24" y="462"/>
                  <a:pt x="13" y="471"/>
                  <a:pt x="8" y="479"/>
                </a:cubicBezTo>
                <a:cubicBezTo>
                  <a:pt x="0" y="491"/>
                  <a:pt x="13" y="502"/>
                  <a:pt x="17" y="514"/>
                </a:cubicBezTo>
                <a:cubicBezTo>
                  <a:pt x="24" y="522"/>
                  <a:pt x="28" y="530"/>
                  <a:pt x="36" y="542"/>
                </a:cubicBezTo>
                <a:cubicBezTo>
                  <a:pt x="44" y="553"/>
                  <a:pt x="48" y="562"/>
                  <a:pt x="60" y="573"/>
                </a:cubicBezTo>
                <a:cubicBezTo>
                  <a:pt x="84" y="597"/>
                  <a:pt x="115" y="613"/>
                  <a:pt x="139" y="637"/>
                </a:cubicBezTo>
                <a:cubicBezTo>
                  <a:pt x="162" y="668"/>
                  <a:pt x="182" y="695"/>
                  <a:pt x="210" y="723"/>
                </a:cubicBezTo>
                <a:cubicBezTo>
                  <a:pt x="241" y="751"/>
                  <a:pt x="273" y="775"/>
                  <a:pt x="304" y="802"/>
                </a:cubicBezTo>
                <a:cubicBezTo>
                  <a:pt x="316" y="814"/>
                  <a:pt x="324" y="826"/>
                  <a:pt x="335" y="833"/>
                </a:cubicBezTo>
                <a:cubicBezTo>
                  <a:pt x="344" y="837"/>
                  <a:pt x="352" y="841"/>
                  <a:pt x="355" y="846"/>
                </a:cubicBezTo>
                <a:cubicBezTo>
                  <a:pt x="355" y="849"/>
                  <a:pt x="352" y="857"/>
                  <a:pt x="348" y="861"/>
                </a:cubicBezTo>
                <a:cubicBezTo>
                  <a:pt x="348" y="869"/>
                  <a:pt x="344" y="881"/>
                  <a:pt x="339" y="888"/>
                </a:cubicBezTo>
                <a:cubicBezTo>
                  <a:pt x="316" y="920"/>
                  <a:pt x="297" y="948"/>
                  <a:pt x="281" y="983"/>
                </a:cubicBezTo>
                <a:cubicBezTo>
                  <a:pt x="273" y="999"/>
                  <a:pt x="265" y="1011"/>
                  <a:pt x="261" y="1026"/>
                </a:cubicBezTo>
                <a:cubicBezTo>
                  <a:pt x="253" y="1039"/>
                  <a:pt x="241" y="1050"/>
                  <a:pt x="233" y="1066"/>
                </a:cubicBezTo>
                <a:cubicBezTo>
                  <a:pt x="221" y="1082"/>
                  <a:pt x="213" y="1097"/>
                  <a:pt x="206" y="1110"/>
                </a:cubicBezTo>
                <a:cubicBezTo>
                  <a:pt x="190" y="1130"/>
                  <a:pt x="178" y="1145"/>
                  <a:pt x="166" y="1165"/>
                </a:cubicBezTo>
                <a:cubicBezTo>
                  <a:pt x="159" y="1177"/>
                  <a:pt x="155" y="1188"/>
                  <a:pt x="150" y="1196"/>
                </a:cubicBezTo>
                <a:cubicBezTo>
                  <a:pt x="146" y="1208"/>
                  <a:pt x="139" y="1216"/>
                  <a:pt x="131" y="1228"/>
                </a:cubicBezTo>
                <a:cubicBezTo>
                  <a:pt x="115" y="1248"/>
                  <a:pt x="103" y="1267"/>
                  <a:pt x="91" y="1290"/>
                </a:cubicBezTo>
                <a:cubicBezTo>
                  <a:pt x="84" y="1307"/>
                  <a:pt x="75" y="1326"/>
                  <a:pt x="68" y="1346"/>
                </a:cubicBezTo>
                <a:cubicBezTo>
                  <a:pt x="60" y="1374"/>
                  <a:pt x="44" y="1394"/>
                  <a:pt x="32" y="1417"/>
                </a:cubicBezTo>
                <a:cubicBezTo>
                  <a:pt x="28" y="1421"/>
                  <a:pt x="24" y="1429"/>
                  <a:pt x="28" y="1432"/>
                </a:cubicBezTo>
                <a:cubicBezTo>
                  <a:pt x="28" y="1437"/>
                  <a:pt x="36" y="1441"/>
                  <a:pt x="40" y="1445"/>
                </a:cubicBezTo>
                <a:cubicBezTo>
                  <a:pt x="43" y="1451"/>
                  <a:pt x="46" y="1457"/>
                  <a:pt x="51" y="1457"/>
                </a:cubicBezTo>
                <a:cubicBezTo>
                  <a:pt x="52" y="1457"/>
                  <a:pt x="54" y="1457"/>
                  <a:pt x="55" y="1456"/>
                </a:cubicBezTo>
                <a:cubicBezTo>
                  <a:pt x="75" y="1452"/>
                  <a:pt x="91" y="1445"/>
                  <a:pt x="107" y="1432"/>
                </a:cubicBezTo>
                <a:cubicBezTo>
                  <a:pt x="119" y="1429"/>
                  <a:pt x="126" y="1429"/>
                  <a:pt x="139" y="1429"/>
                </a:cubicBezTo>
                <a:cubicBezTo>
                  <a:pt x="162" y="1425"/>
                  <a:pt x="182" y="1413"/>
                  <a:pt x="202" y="1405"/>
                </a:cubicBezTo>
                <a:cubicBezTo>
                  <a:pt x="253" y="1390"/>
                  <a:pt x="304" y="1374"/>
                  <a:pt x="355" y="1354"/>
                </a:cubicBezTo>
                <a:cubicBezTo>
                  <a:pt x="454" y="1319"/>
                  <a:pt x="552" y="1287"/>
                  <a:pt x="652" y="1252"/>
                </a:cubicBezTo>
                <a:cubicBezTo>
                  <a:pt x="667" y="1287"/>
                  <a:pt x="683" y="1319"/>
                  <a:pt x="706" y="1350"/>
                </a:cubicBezTo>
                <a:cubicBezTo>
                  <a:pt x="770" y="1445"/>
                  <a:pt x="852" y="1523"/>
                  <a:pt x="916" y="1622"/>
                </a:cubicBezTo>
                <a:cubicBezTo>
                  <a:pt x="922" y="1632"/>
                  <a:pt x="934" y="1637"/>
                  <a:pt x="945" y="1637"/>
                </a:cubicBezTo>
                <a:cubicBezTo>
                  <a:pt x="960" y="1637"/>
                  <a:pt x="974" y="1629"/>
                  <a:pt x="978" y="1614"/>
                </a:cubicBezTo>
                <a:cubicBezTo>
                  <a:pt x="1010" y="1508"/>
                  <a:pt x="1034" y="1401"/>
                  <a:pt x="1058" y="1295"/>
                </a:cubicBezTo>
                <a:cubicBezTo>
                  <a:pt x="1069" y="1243"/>
                  <a:pt x="1081" y="1188"/>
                  <a:pt x="1093" y="1137"/>
                </a:cubicBezTo>
                <a:cubicBezTo>
                  <a:pt x="1096" y="1114"/>
                  <a:pt x="1101" y="1086"/>
                  <a:pt x="1105" y="1062"/>
                </a:cubicBezTo>
                <a:lnTo>
                  <a:pt x="1105" y="1050"/>
                </a:lnTo>
                <a:cubicBezTo>
                  <a:pt x="1105" y="1039"/>
                  <a:pt x="1101" y="1026"/>
                  <a:pt x="1105" y="1015"/>
                </a:cubicBezTo>
                <a:cubicBezTo>
                  <a:pt x="1109" y="995"/>
                  <a:pt x="1125" y="983"/>
                  <a:pt x="1140" y="972"/>
                </a:cubicBezTo>
                <a:cubicBezTo>
                  <a:pt x="1164" y="952"/>
                  <a:pt x="1196" y="944"/>
                  <a:pt x="1223" y="932"/>
                </a:cubicBezTo>
                <a:cubicBezTo>
                  <a:pt x="1247" y="920"/>
                  <a:pt x="1270" y="908"/>
                  <a:pt x="1298" y="897"/>
                </a:cubicBezTo>
                <a:cubicBezTo>
                  <a:pt x="1325" y="884"/>
                  <a:pt x="1353" y="873"/>
                  <a:pt x="1385" y="857"/>
                </a:cubicBezTo>
                <a:cubicBezTo>
                  <a:pt x="1409" y="841"/>
                  <a:pt x="1432" y="833"/>
                  <a:pt x="1460" y="826"/>
                </a:cubicBezTo>
                <a:cubicBezTo>
                  <a:pt x="1471" y="822"/>
                  <a:pt x="1483" y="817"/>
                  <a:pt x="1495" y="810"/>
                </a:cubicBezTo>
                <a:cubicBezTo>
                  <a:pt x="1507" y="806"/>
                  <a:pt x="1518" y="798"/>
                  <a:pt x="1531" y="790"/>
                </a:cubicBezTo>
                <a:cubicBezTo>
                  <a:pt x="1574" y="770"/>
                  <a:pt x="1622" y="759"/>
                  <a:pt x="1664" y="735"/>
                </a:cubicBezTo>
                <a:cubicBezTo>
                  <a:pt x="1680" y="727"/>
                  <a:pt x="1696" y="715"/>
                  <a:pt x="1716" y="704"/>
                </a:cubicBezTo>
                <a:cubicBezTo>
                  <a:pt x="1724" y="695"/>
                  <a:pt x="1744" y="684"/>
                  <a:pt x="1751" y="672"/>
                </a:cubicBezTo>
                <a:cubicBezTo>
                  <a:pt x="1759" y="660"/>
                  <a:pt x="1755" y="637"/>
                  <a:pt x="1740" y="628"/>
                </a:cubicBezTo>
                <a:cubicBezTo>
                  <a:pt x="1731" y="620"/>
                  <a:pt x="1711" y="617"/>
                  <a:pt x="1700" y="617"/>
                </a:cubicBezTo>
                <a:lnTo>
                  <a:pt x="1684" y="617"/>
                </a:lnTo>
                <a:cubicBezTo>
                  <a:pt x="1664" y="613"/>
                  <a:pt x="1645" y="609"/>
                  <a:pt x="1625" y="604"/>
                </a:cubicBezTo>
                <a:cubicBezTo>
                  <a:pt x="1605" y="601"/>
                  <a:pt x="1586" y="597"/>
                  <a:pt x="1566" y="593"/>
                </a:cubicBezTo>
                <a:cubicBezTo>
                  <a:pt x="1558" y="589"/>
                  <a:pt x="1542" y="589"/>
                  <a:pt x="1535" y="585"/>
                </a:cubicBezTo>
                <a:cubicBezTo>
                  <a:pt x="1531" y="581"/>
                  <a:pt x="1527" y="577"/>
                  <a:pt x="1518" y="577"/>
                </a:cubicBezTo>
                <a:cubicBezTo>
                  <a:pt x="1495" y="573"/>
                  <a:pt x="1475" y="573"/>
                  <a:pt x="1456" y="573"/>
                </a:cubicBezTo>
                <a:lnTo>
                  <a:pt x="1357" y="573"/>
                </a:lnTo>
                <a:cubicBezTo>
                  <a:pt x="1325" y="573"/>
                  <a:pt x="1294" y="569"/>
                  <a:pt x="1262" y="566"/>
                </a:cubicBezTo>
                <a:cubicBezTo>
                  <a:pt x="1219" y="562"/>
                  <a:pt x="1176" y="562"/>
                  <a:pt x="1136" y="553"/>
                </a:cubicBezTo>
                <a:cubicBezTo>
                  <a:pt x="1120" y="549"/>
                  <a:pt x="1109" y="546"/>
                  <a:pt x="1096" y="546"/>
                </a:cubicBezTo>
                <a:cubicBezTo>
                  <a:pt x="1089" y="546"/>
                  <a:pt x="1081" y="546"/>
                  <a:pt x="1077" y="542"/>
                </a:cubicBezTo>
                <a:cubicBezTo>
                  <a:pt x="1065" y="533"/>
                  <a:pt x="1069" y="518"/>
                  <a:pt x="1069" y="506"/>
                </a:cubicBezTo>
                <a:cubicBezTo>
                  <a:pt x="1069" y="491"/>
                  <a:pt x="1065" y="475"/>
                  <a:pt x="1061" y="459"/>
                </a:cubicBezTo>
                <a:cubicBezTo>
                  <a:pt x="1061" y="439"/>
                  <a:pt x="1065" y="424"/>
                  <a:pt x="1069" y="404"/>
                </a:cubicBezTo>
                <a:cubicBezTo>
                  <a:pt x="1073" y="388"/>
                  <a:pt x="1077" y="373"/>
                  <a:pt x="1077" y="356"/>
                </a:cubicBezTo>
                <a:lnTo>
                  <a:pt x="1077" y="302"/>
                </a:lnTo>
                <a:cubicBezTo>
                  <a:pt x="1081" y="285"/>
                  <a:pt x="1085" y="266"/>
                  <a:pt x="1085" y="249"/>
                </a:cubicBezTo>
                <a:cubicBezTo>
                  <a:pt x="1089" y="226"/>
                  <a:pt x="1085" y="207"/>
                  <a:pt x="1089" y="187"/>
                </a:cubicBezTo>
                <a:cubicBezTo>
                  <a:pt x="1093" y="167"/>
                  <a:pt x="1093" y="151"/>
                  <a:pt x="1096" y="131"/>
                </a:cubicBezTo>
                <a:cubicBezTo>
                  <a:pt x="1101" y="112"/>
                  <a:pt x="1105" y="96"/>
                  <a:pt x="1109" y="76"/>
                </a:cubicBezTo>
                <a:cubicBezTo>
                  <a:pt x="1109" y="56"/>
                  <a:pt x="1109" y="21"/>
                  <a:pt x="1089" y="5"/>
                </a:cubicBezTo>
                <a:cubicBezTo>
                  <a:pt x="1084" y="2"/>
                  <a:pt x="1079" y="1"/>
                  <a:pt x="1074" y="1"/>
                </a:cubicBezTo>
                <a:close/>
              </a:path>
            </a:pathLst>
          </a:custGeom>
          <a:solidFill>
            <a:schemeClr val="accent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 name="Google Shape;882;p31"/>
          <p:cNvSpPr/>
          <p:nvPr/>
        </p:nvSpPr>
        <p:spPr>
          <a:xfrm rot="10800000">
            <a:off x="232287" y="6881960"/>
            <a:ext cx="830723" cy="773578"/>
          </a:xfrm>
          <a:custGeom>
            <a:rect b="b" l="l" r="r" t="t"/>
            <a:pathLst>
              <a:path extrusionOk="0" h="1638" w="1759">
                <a:moveTo>
                  <a:pt x="1074" y="1"/>
                </a:moveTo>
                <a:cubicBezTo>
                  <a:pt x="1067" y="1"/>
                  <a:pt x="1060" y="3"/>
                  <a:pt x="1054" y="5"/>
                </a:cubicBezTo>
                <a:cubicBezTo>
                  <a:pt x="1041" y="18"/>
                  <a:pt x="1025" y="29"/>
                  <a:pt x="1014" y="41"/>
                </a:cubicBezTo>
                <a:cubicBezTo>
                  <a:pt x="1006" y="53"/>
                  <a:pt x="994" y="65"/>
                  <a:pt x="983" y="76"/>
                </a:cubicBezTo>
                <a:cubicBezTo>
                  <a:pt x="947" y="124"/>
                  <a:pt x="912" y="171"/>
                  <a:pt x="872" y="214"/>
                </a:cubicBezTo>
                <a:cubicBezTo>
                  <a:pt x="836" y="262"/>
                  <a:pt x="805" y="309"/>
                  <a:pt x="774" y="356"/>
                </a:cubicBezTo>
                <a:cubicBezTo>
                  <a:pt x="761" y="376"/>
                  <a:pt x="750" y="404"/>
                  <a:pt x="734" y="424"/>
                </a:cubicBezTo>
                <a:cubicBezTo>
                  <a:pt x="723" y="435"/>
                  <a:pt x="710" y="451"/>
                  <a:pt x="703" y="462"/>
                </a:cubicBezTo>
                <a:cubicBezTo>
                  <a:pt x="699" y="473"/>
                  <a:pt x="687" y="508"/>
                  <a:pt x="673" y="508"/>
                </a:cubicBezTo>
                <a:cubicBezTo>
                  <a:pt x="671" y="508"/>
                  <a:pt x="669" y="507"/>
                  <a:pt x="667" y="506"/>
                </a:cubicBezTo>
                <a:cubicBezTo>
                  <a:pt x="659" y="502"/>
                  <a:pt x="659" y="495"/>
                  <a:pt x="652" y="495"/>
                </a:cubicBezTo>
                <a:cubicBezTo>
                  <a:pt x="643" y="495"/>
                  <a:pt x="639" y="498"/>
                  <a:pt x="632" y="498"/>
                </a:cubicBezTo>
                <a:cubicBezTo>
                  <a:pt x="625" y="500"/>
                  <a:pt x="618" y="500"/>
                  <a:pt x="611" y="500"/>
                </a:cubicBezTo>
                <a:cubicBezTo>
                  <a:pt x="596" y="500"/>
                  <a:pt x="582" y="498"/>
                  <a:pt x="568" y="498"/>
                </a:cubicBezTo>
                <a:cubicBezTo>
                  <a:pt x="545" y="495"/>
                  <a:pt x="517" y="491"/>
                  <a:pt x="494" y="491"/>
                </a:cubicBezTo>
                <a:cubicBezTo>
                  <a:pt x="454" y="486"/>
                  <a:pt x="415" y="482"/>
                  <a:pt x="379" y="479"/>
                </a:cubicBezTo>
                <a:cubicBezTo>
                  <a:pt x="359" y="479"/>
                  <a:pt x="339" y="475"/>
                  <a:pt x="320" y="475"/>
                </a:cubicBezTo>
                <a:cubicBezTo>
                  <a:pt x="273" y="471"/>
                  <a:pt x="226" y="462"/>
                  <a:pt x="178" y="462"/>
                </a:cubicBezTo>
                <a:cubicBezTo>
                  <a:pt x="170" y="462"/>
                  <a:pt x="164" y="461"/>
                  <a:pt x="157" y="461"/>
                </a:cubicBezTo>
                <a:cubicBezTo>
                  <a:pt x="154" y="461"/>
                  <a:pt x="150" y="461"/>
                  <a:pt x="146" y="462"/>
                </a:cubicBezTo>
                <a:cubicBezTo>
                  <a:pt x="139" y="462"/>
                  <a:pt x="135" y="462"/>
                  <a:pt x="123" y="459"/>
                </a:cubicBezTo>
                <a:cubicBezTo>
                  <a:pt x="103" y="455"/>
                  <a:pt x="79" y="451"/>
                  <a:pt x="60" y="451"/>
                </a:cubicBezTo>
                <a:cubicBezTo>
                  <a:pt x="48" y="455"/>
                  <a:pt x="36" y="451"/>
                  <a:pt x="28" y="459"/>
                </a:cubicBezTo>
                <a:cubicBezTo>
                  <a:pt x="24" y="462"/>
                  <a:pt x="13" y="471"/>
                  <a:pt x="8" y="479"/>
                </a:cubicBezTo>
                <a:cubicBezTo>
                  <a:pt x="0" y="491"/>
                  <a:pt x="13" y="502"/>
                  <a:pt x="17" y="514"/>
                </a:cubicBezTo>
                <a:cubicBezTo>
                  <a:pt x="24" y="522"/>
                  <a:pt x="28" y="530"/>
                  <a:pt x="36" y="542"/>
                </a:cubicBezTo>
                <a:cubicBezTo>
                  <a:pt x="44" y="553"/>
                  <a:pt x="48" y="562"/>
                  <a:pt x="60" y="573"/>
                </a:cubicBezTo>
                <a:cubicBezTo>
                  <a:pt x="84" y="597"/>
                  <a:pt x="115" y="613"/>
                  <a:pt x="139" y="637"/>
                </a:cubicBezTo>
                <a:cubicBezTo>
                  <a:pt x="162" y="668"/>
                  <a:pt x="182" y="695"/>
                  <a:pt x="210" y="723"/>
                </a:cubicBezTo>
                <a:cubicBezTo>
                  <a:pt x="241" y="751"/>
                  <a:pt x="273" y="775"/>
                  <a:pt x="304" y="802"/>
                </a:cubicBezTo>
                <a:cubicBezTo>
                  <a:pt x="316" y="814"/>
                  <a:pt x="324" y="826"/>
                  <a:pt x="335" y="833"/>
                </a:cubicBezTo>
                <a:cubicBezTo>
                  <a:pt x="344" y="837"/>
                  <a:pt x="352" y="841"/>
                  <a:pt x="355" y="846"/>
                </a:cubicBezTo>
                <a:cubicBezTo>
                  <a:pt x="355" y="849"/>
                  <a:pt x="352" y="857"/>
                  <a:pt x="348" y="861"/>
                </a:cubicBezTo>
                <a:cubicBezTo>
                  <a:pt x="348" y="869"/>
                  <a:pt x="344" y="881"/>
                  <a:pt x="339" y="888"/>
                </a:cubicBezTo>
                <a:cubicBezTo>
                  <a:pt x="316" y="920"/>
                  <a:pt x="297" y="948"/>
                  <a:pt x="281" y="983"/>
                </a:cubicBezTo>
                <a:cubicBezTo>
                  <a:pt x="273" y="999"/>
                  <a:pt x="265" y="1011"/>
                  <a:pt x="261" y="1026"/>
                </a:cubicBezTo>
                <a:cubicBezTo>
                  <a:pt x="253" y="1039"/>
                  <a:pt x="241" y="1050"/>
                  <a:pt x="233" y="1066"/>
                </a:cubicBezTo>
                <a:cubicBezTo>
                  <a:pt x="221" y="1082"/>
                  <a:pt x="213" y="1097"/>
                  <a:pt x="206" y="1110"/>
                </a:cubicBezTo>
                <a:cubicBezTo>
                  <a:pt x="190" y="1130"/>
                  <a:pt x="178" y="1145"/>
                  <a:pt x="166" y="1165"/>
                </a:cubicBezTo>
                <a:cubicBezTo>
                  <a:pt x="159" y="1177"/>
                  <a:pt x="155" y="1188"/>
                  <a:pt x="150" y="1196"/>
                </a:cubicBezTo>
                <a:cubicBezTo>
                  <a:pt x="146" y="1208"/>
                  <a:pt x="139" y="1216"/>
                  <a:pt x="131" y="1228"/>
                </a:cubicBezTo>
                <a:cubicBezTo>
                  <a:pt x="115" y="1248"/>
                  <a:pt x="103" y="1267"/>
                  <a:pt x="91" y="1290"/>
                </a:cubicBezTo>
                <a:cubicBezTo>
                  <a:pt x="84" y="1307"/>
                  <a:pt x="75" y="1326"/>
                  <a:pt x="68" y="1346"/>
                </a:cubicBezTo>
                <a:cubicBezTo>
                  <a:pt x="60" y="1374"/>
                  <a:pt x="44" y="1394"/>
                  <a:pt x="32" y="1417"/>
                </a:cubicBezTo>
                <a:cubicBezTo>
                  <a:pt x="28" y="1421"/>
                  <a:pt x="24" y="1429"/>
                  <a:pt x="28" y="1432"/>
                </a:cubicBezTo>
                <a:cubicBezTo>
                  <a:pt x="28" y="1437"/>
                  <a:pt x="36" y="1441"/>
                  <a:pt x="40" y="1445"/>
                </a:cubicBezTo>
                <a:cubicBezTo>
                  <a:pt x="43" y="1451"/>
                  <a:pt x="46" y="1457"/>
                  <a:pt x="51" y="1457"/>
                </a:cubicBezTo>
                <a:cubicBezTo>
                  <a:pt x="52" y="1457"/>
                  <a:pt x="54" y="1457"/>
                  <a:pt x="55" y="1456"/>
                </a:cubicBezTo>
                <a:cubicBezTo>
                  <a:pt x="75" y="1452"/>
                  <a:pt x="91" y="1445"/>
                  <a:pt x="107" y="1432"/>
                </a:cubicBezTo>
                <a:cubicBezTo>
                  <a:pt x="119" y="1429"/>
                  <a:pt x="126" y="1429"/>
                  <a:pt x="139" y="1429"/>
                </a:cubicBezTo>
                <a:cubicBezTo>
                  <a:pt x="162" y="1425"/>
                  <a:pt x="182" y="1413"/>
                  <a:pt x="202" y="1405"/>
                </a:cubicBezTo>
                <a:cubicBezTo>
                  <a:pt x="253" y="1390"/>
                  <a:pt x="304" y="1374"/>
                  <a:pt x="355" y="1354"/>
                </a:cubicBezTo>
                <a:cubicBezTo>
                  <a:pt x="454" y="1319"/>
                  <a:pt x="552" y="1287"/>
                  <a:pt x="652" y="1252"/>
                </a:cubicBezTo>
                <a:cubicBezTo>
                  <a:pt x="667" y="1287"/>
                  <a:pt x="683" y="1319"/>
                  <a:pt x="706" y="1350"/>
                </a:cubicBezTo>
                <a:cubicBezTo>
                  <a:pt x="770" y="1445"/>
                  <a:pt x="852" y="1523"/>
                  <a:pt x="916" y="1622"/>
                </a:cubicBezTo>
                <a:cubicBezTo>
                  <a:pt x="922" y="1632"/>
                  <a:pt x="934" y="1637"/>
                  <a:pt x="945" y="1637"/>
                </a:cubicBezTo>
                <a:cubicBezTo>
                  <a:pt x="960" y="1637"/>
                  <a:pt x="974" y="1629"/>
                  <a:pt x="978" y="1614"/>
                </a:cubicBezTo>
                <a:cubicBezTo>
                  <a:pt x="1010" y="1508"/>
                  <a:pt x="1034" y="1401"/>
                  <a:pt x="1058" y="1295"/>
                </a:cubicBezTo>
                <a:cubicBezTo>
                  <a:pt x="1069" y="1243"/>
                  <a:pt x="1081" y="1188"/>
                  <a:pt x="1093" y="1137"/>
                </a:cubicBezTo>
                <a:cubicBezTo>
                  <a:pt x="1096" y="1114"/>
                  <a:pt x="1101" y="1086"/>
                  <a:pt x="1105" y="1062"/>
                </a:cubicBezTo>
                <a:lnTo>
                  <a:pt x="1105" y="1050"/>
                </a:lnTo>
                <a:cubicBezTo>
                  <a:pt x="1105" y="1039"/>
                  <a:pt x="1101" y="1026"/>
                  <a:pt x="1105" y="1015"/>
                </a:cubicBezTo>
                <a:cubicBezTo>
                  <a:pt x="1109" y="995"/>
                  <a:pt x="1125" y="983"/>
                  <a:pt x="1140" y="972"/>
                </a:cubicBezTo>
                <a:cubicBezTo>
                  <a:pt x="1164" y="952"/>
                  <a:pt x="1196" y="944"/>
                  <a:pt x="1223" y="932"/>
                </a:cubicBezTo>
                <a:cubicBezTo>
                  <a:pt x="1247" y="920"/>
                  <a:pt x="1270" y="908"/>
                  <a:pt x="1298" y="897"/>
                </a:cubicBezTo>
                <a:cubicBezTo>
                  <a:pt x="1325" y="884"/>
                  <a:pt x="1353" y="873"/>
                  <a:pt x="1385" y="857"/>
                </a:cubicBezTo>
                <a:cubicBezTo>
                  <a:pt x="1409" y="841"/>
                  <a:pt x="1432" y="833"/>
                  <a:pt x="1460" y="826"/>
                </a:cubicBezTo>
                <a:cubicBezTo>
                  <a:pt x="1471" y="822"/>
                  <a:pt x="1483" y="817"/>
                  <a:pt x="1495" y="810"/>
                </a:cubicBezTo>
                <a:cubicBezTo>
                  <a:pt x="1507" y="806"/>
                  <a:pt x="1518" y="798"/>
                  <a:pt x="1531" y="790"/>
                </a:cubicBezTo>
                <a:cubicBezTo>
                  <a:pt x="1574" y="770"/>
                  <a:pt x="1622" y="759"/>
                  <a:pt x="1664" y="735"/>
                </a:cubicBezTo>
                <a:cubicBezTo>
                  <a:pt x="1680" y="727"/>
                  <a:pt x="1696" y="715"/>
                  <a:pt x="1716" y="704"/>
                </a:cubicBezTo>
                <a:cubicBezTo>
                  <a:pt x="1724" y="695"/>
                  <a:pt x="1744" y="684"/>
                  <a:pt x="1751" y="672"/>
                </a:cubicBezTo>
                <a:cubicBezTo>
                  <a:pt x="1759" y="660"/>
                  <a:pt x="1755" y="637"/>
                  <a:pt x="1740" y="628"/>
                </a:cubicBezTo>
                <a:cubicBezTo>
                  <a:pt x="1731" y="620"/>
                  <a:pt x="1711" y="617"/>
                  <a:pt x="1700" y="617"/>
                </a:cubicBezTo>
                <a:lnTo>
                  <a:pt x="1684" y="617"/>
                </a:lnTo>
                <a:cubicBezTo>
                  <a:pt x="1664" y="613"/>
                  <a:pt x="1645" y="609"/>
                  <a:pt x="1625" y="604"/>
                </a:cubicBezTo>
                <a:cubicBezTo>
                  <a:pt x="1605" y="601"/>
                  <a:pt x="1586" y="597"/>
                  <a:pt x="1566" y="593"/>
                </a:cubicBezTo>
                <a:cubicBezTo>
                  <a:pt x="1558" y="589"/>
                  <a:pt x="1542" y="589"/>
                  <a:pt x="1535" y="585"/>
                </a:cubicBezTo>
                <a:cubicBezTo>
                  <a:pt x="1531" y="581"/>
                  <a:pt x="1527" y="577"/>
                  <a:pt x="1518" y="577"/>
                </a:cubicBezTo>
                <a:cubicBezTo>
                  <a:pt x="1495" y="573"/>
                  <a:pt x="1475" y="573"/>
                  <a:pt x="1456" y="573"/>
                </a:cubicBezTo>
                <a:lnTo>
                  <a:pt x="1357" y="573"/>
                </a:lnTo>
                <a:cubicBezTo>
                  <a:pt x="1325" y="573"/>
                  <a:pt x="1294" y="569"/>
                  <a:pt x="1262" y="566"/>
                </a:cubicBezTo>
                <a:cubicBezTo>
                  <a:pt x="1219" y="562"/>
                  <a:pt x="1176" y="562"/>
                  <a:pt x="1136" y="553"/>
                </a:cubicBezTo>
                <a:cubicBezTo>
                  <a:pt x="1120" y="549"/>
                  <a:pt x="1109" y="546"/>
                  <a:pt x="1096" y="546"/>
                </a:cubicBezTo>
                <a:cubicBezTo>
                  <a:pt x="1089" y="546"/>
                  <a:pt x="1081" y="546"/>
                  <a:pt x="1077" y="542"/>
                </a:cubicBezTo>
                <a:cubicBezTo>
                  <a:pt x="1065" y="533"/>
                  <a:pt x="1069" y="518"/>
                  <a:pt x="1069" y="506"/>
                </a:cubicBezTo>
                <a:cubicBezTo>
                  <a:pt x="1069" y="491"/>
                  <a:pt x="1065" y="475"/>
                  <a:pt x="1061" y="459"/>
                </a:cubicBezTo>
                <a:cubicBezTo>
                  <a:pt x="1061" y="439"/>
                  <a:pt x="1065" y="424"/>
                  <a:pt x="1069" y="404"/>
                </a:cubicBezTo>
                <a:cubicBezTo>
                  <a:pt x="1073" y="388"/>
                  <a:pt x="1077" y="373"/>
                  <a:pt x="1077" y="356"/>
                </a:cubicBezTo>
                <a:lnTo>
                  <a:pt x="1077" y="302"/>
                </a:lnTo>
                <a:cubicBezTo>
                  <a:pt x="1081" y="285"/>
                  <a:pt x="1085" y="266"/>
                  <a:pt x="1085" y="249"/>
                </a:cubicBezTo>
                <a:cubicBezTo>
                  <a:pt x="1089" y="226"/>
                  <a:pt x="1085" y="207"/>
                  <a:pt x="1089" y="187"/>
                </a:cubicBezTo>
                <a:cubicBezTo>
                  <a:pt x="1093" y="167"/>
                  <a:pt x="1093" y="151"/>
                  <a:pt x="1096" y="131"/>
                </a:cubicBezTo>
                <a:cubicBezTo>
                  <a:pt x="1101" y="112"/>
                  <a:pt x="1105" y="96"/>
                  <a:pt x="1109" y="76"/>
                </a:cubicBezTo>
                <a:cubicBezTo>
                  <a:pt x="1109" y="56"/>
                  <a:pt x="1109" y="21"/>
                  <a:pt x="1089" y="5"/>
                </a:cubicBezTo>
                <a:cubicBezTo>
                  <a:pt x="1084" y="2"/>
                  <a:pt x="1079" y="1"/>
                  <a:pt x="1074" y="1"/>
                </a:cubicBezTo>
                <a:close/>
              </a:path>
            </a:pathLst>
          </a:custGeom>
          <a:solidFill>
            <a:schemeClr val="accent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2">
  <p:cSld name="CUSTOM_9_1_1">
    <p:spTree>
      <p:nvGrpSpPr>
        <p:cNvPr id="883" name="Shape 883"/>
        <p:cNvGrpSpPr/>
        <p:nvPr/>
      </p:nvGrpSpPr>
      <p:grpSpPr>
        <a:xfrm>
          <a:off x="0" y="0"/>
          <a:ext cx="0" cy="0"/>
          <a:chOff x="0" y="0"/>
          <a:chExt cx="0" cy="0"/>
        </a:xfrm>
      </p:grpSpPr>
      <p:sp>
        <p:nvSpPr>
          <p:cNvPr id="884" name="Google Shape;884;p32"/>
          <p:cNvSpPr/>
          <p:nvPr/>
        </p:nvSpPr>
        <p:spPr>
          <a:xfrm rot="10800000">
            <a:off x="981750" y="237422"/>
            <a:ext cx="830723" cy="773578"/>
          </a:xfrm>
          <a:custGeom>
            <a:rect b="b" l="l" r="r" t="t"/>
            <a:pathLst>
              <a:path extrusionOk="0" h="1638" w="1759">
                <a:moveTo>
                  <a:pt x="1074" y="1"/>
                </a:moveTo>
                <a:cubicBezTo>
                  <a:pt x="1067" y="1"/>
                  <a:pt x="1060" y="3"/>
                  <a:pt x="1054" y="5"/>
                </a:cubicBezTo>
                <a:cubicBezTo>
                  <a:pt x="1041" y="18"/>
                  <a:pt x="1025" y="29"/>
                  <a:pt x="1014" y="41"/>
                </a:cubicBezTo>
                <a:cubicBezTo>
                  <a:pt x="1006" y="53"/>
                  <a:pt x="994" y="65"/>
                  <a:pt x="983" y="76"/>
                </a:cubicBezTo>
                <a:cubicBezTo>
                  <a:pt x="947" y="124"/>
                  <a:pt x="912" y="171"/>
                  <a:pt x="872" y="214"/>
                </a:cubicBezTo>
                <a:cubicBezTo>
                  <a:pt x="836" y="262"/>
                  <a:pt x="805" y="309"/>
                  <a:pt x="774" y="356"/>
                </a:cubicBezTo>
                <a:cubicBezTo>
                  <a:pt x="761" y="376"/>
                  <a:pt x="750" y="404"/>
                  <a:pt x="734" y="424"/>
                </a:cubicBezTo>
                <a:cubicBezTo>
                  <a:pt x="723" y="435"/>
                  <a:pt x="710" y="451"/>
                  <a:pt x="703" y="462"/>
                </a:cubicBezTo>
                <a:cubicBezTo>
                  <a:pt x="699" y="473"/>
                  <a:pt x="687" y="508"/>
                  <a:pt x="673" y="508"/>
                </a:cubicBezTo>
                <a:cubicBezTo>
                  <a:pt x="671" y="508"/>
                  <a:pt x="669" y="507"/>
                  <a:pt x="667" y="506"/>
                </a:cubicBezTo>
                <a:cubicBezTo>
                  <a:pt x="659" y="502"/>
                  <a:pt x="659" y="495"/>
                  <a:pt x="652" y="495"/>
                </a:cubicBezTo>
                <a:cubicBezTo>
                  <a:pt x="643" y="495"/>
                  <a:pt x="639" y="498"/>
                  <a:pt x="632" y="498"/>
                </a:cubicBezTo>
                <a:cubicBezTo>
                  <a:pt x="625" y="500"/>
                  <a:pt x="618" y="500"/>
                  <a:pt x="611" y="500"/>
                </a:cubicBezTo>
                <a:cubicBezTo>
                  <a:pt x="596" y="500"/>
                  <a:pt x="582" y="498"/>
                  <a:pt x="568" y="498"/>
                </a:cubicBezTo>
                <a:cubicBezTo>
                  <a:pt x="545" y="495"/>
                  <a:pt x="517" y="491"/>
                  <a:pt x="494" y="491"/>
                </a:cubicBezTo>
                <a:cubicBezTo>
                  <a:pt x="454" y="486"/>
                  <a:pt x="415" y="482"/>
                  <a:pt x="379" y="479"/>
                </a:cubicBezTo>
                <a:cubicBezTo>
                  <a:pt x="359" y="479"/>
                  <a:pt x="339" y="475"/>
                  <a:pt x="320" y="475"/>
                </a:cubicBezTo>
                <a:cubicBezTo>
                  <a:pt x="273" y="471"/>
                  <a:pt x="226" y="462"/>
                  <a:pt x="178" y="462"/>
                </a:cubicBezTo>
                <a:cubicBezTo>
                  <a:pt x="170" y="462"/>
                  <a:pt x="164" y="461"/>
                  <a:pt x="157" y="461"/>
                </a:cubicBezTo>
                <a:cubicBezTo>
                  <a:pt x="154" y="461"/>
                  <a:pt x="150" y="461"/>
                  <a:pt x="146" y="462"/>
                </a:cubicBezTo>
                <a:cubicBezTo>
                  <a:pt x="139" y="462"/>
                  <a:pt x="135" y="462"/>
                  <a:pt x="123" y="459"/>
                </a:cubicBezTo>
                <a:cubicBezTo>
                  <a:pt x="103" y="455"/>
                  <a:pt x="79" y="451"/>
                  <a:pt x="60" y="451"/>
                </a:cubicBezTo>
                <a:cubicBezTo>
                  <a:pt x="48" y="455"/>
                  <a:pt x="36" y="451"/>
                  <a:pt x="28" y="459"/>
                </a:cubicBezTo>
                <a:cubicBezTo>
                  <a:pt x="24" y="462"/>
                  <a:pt x="13" y="471"/>
                  <a:pt x="8" y="479"/>
                </a:cubicBezTo>
                <a:cubicBezTo>
                  <a:pt x="0" y="491"/>
                  <a:pt x="13" y="502"/>
                  <a:pt x="17" y="514"/>
                </a:cubicBezTo>
                <a:cubicBezTo>
                  <a:pt x="24" y="522"/>
                  <a:pt x="28" y="530"/>
                  <a:pt x="36" y="542"/>
                </a:cubicBezTo>
                <a:cubicBezTo>
                  <a:pt x="44" y="553"/>
                  <a:pt x="48" y="562"/>
                  <a:pt x="60" y="573"/>
                </a:cubicBezTo>
                <a:cubicBezTo>
                  <a:pt x="84" y="597"/>
                  <a:pt x="115" y="613"/>
                  <a:pt x="139" y="637"/>
                </a:cubicBezTo>
                <a:cubicBezTo>
                  <a:pt x="162" y="668"/>
                  <a:pt x="182" y="695"/>
                  <a:pt x="210" y="723"/>
                </a:cubicBezTo>
                <a:cubicBezTo>
                  <a:pt x="241" y="751"/>
                  <a:pt x="273" y="775"/>
                  <a:pt x="304" y="802"/>
                </a:cubicBezTo>
                <a:cubicBezTo>
                  <a:pt x="316" y="814"/>
                  <a:pt x="324" y="826"/>
                  <a:pt x="335" y="833"/>
                </a:cubicBezTo>
                <a:cubicBezTo>
                  <a:pt x="344" y="837"/>
                  <a:pt x="352" y="841"/>
                  <a:pt x="355" y="846"/>
                </a:cubicBezTo>
                <a:cubicBezTo>
                  <a:pt x="355" y="849"/>
                  <a:pt x="352" y="857"/>
                  <a:pt x="348" y="861"/>
                </a:cubicBezTo>
                <a:cubicBezTo>
                  <a:pt x="348" y="869"/>
                  <a:pt x="344" y="881"/>
                  <a:pt x="339" y="888"/>
                </a:cubicBezTo>
                <a:cubicBezTo>
                  <a:pt x="316" y="920"/>
                  <a:pt x="297" y="948"/>
                  <a:pt x="281" y="983"/>
                </a:cubicBezTo>
                <a:cubicBezTo>
                  <a:pt x="273" y="999"/>
                  <a:pt x="265" y="1011"/>
                  <a:pt x="261" y="1026"/>
                </a:cubicBezTo>
                <a:cubicBezTo>
                  <a:pt x="253" y="1039"/>
                  <a:pt x="241" y="1050"/>
                  <a:pt x="233" y="1066"/>
                </a:cubicBezTo>
                <a:cubicBezTo>
                  <a:pt x="221" y="1082"/>
                  <a:pt x="213" y="1097"/>
                  <a:pt x="206" y="1110"/>
                </a:cubicBezTo>
                <a:cubicBezTo>
                  <a:pt x="190" y="1130"/>
                  <a:pt x="178" y="1145"/>
                  <a:pt x="166" y="1165"/>
                </a:cubicBezTo>
                <a:cubicBezTo>
                  <a:pt x="159" y="1177"/>
                  <a:pt x="155" y="1188"/>
                  <a:pt x="150" y="1196"/>
                </a:cubicBezTo>
                <a:cubicBezTo>
                  <a:pt x="146" y="1208"/>
                  <a:pt x="139" y="1216"/>
                  <a:pt x="131" y="1228"/>
                </a:cubicBezTo>
                <a:cubicBezTo>
                  <a:pt x="115" y="1248"/>
                  <a:pt x="103" y="1267"/>
                  <a:pt x="91" y="1290"/>
                </a:cubicBezTo>
                <a:cubicBezTo>
                  <a:pt x="84" y="1307"/>
                  <a:pt x="75" y="1326"/>
                  <a:pt x="68" y="1346"/>
                </a:cubicBezTo>
                <a:cubicBezTo>
                  <a:pt x="60" y="1374"/>
                  <a:pt x="44" y="1394"/>
                  <a:pt x="32" y="1417"/>
                </a:cubicBezTo>
                <a:cubicBezTo>
                  <a:pt x="28" y="1421"/>
                  <a:pt x="24" y="1429"/>
                  <a:pt x="28" y="1432"/>
                </a:cubicBezTo>
                <a:cubicBezTo>
                  <a:pt x="28" y="1437"/>
                  <a:pt x="36" y="1441"/>
                  <a:pt x="40" y="1445"/>
                </a:cubicBezTo>
                <a:cubicBezTo>
                  <a:pt x="43" y="1451"/>
                  <a:pt x="46" y="1457"/>
                  <a:pt x="51" y="1457"/>
                </a:cubicBezTo>
                <a:cubicBezTo>
                  <a:pt x="52" y="1457"/>
                  <a:pt x="54" y="1457"/>
                  <a:pt x="55" y="1456"/>
                </a:cubicBezTo>
                <a:cubicBezTo>
                  <a:pt x="75" y="1452"/>
                  <a:pt x="91" y="1445"/>
                  <a:pt x="107" y="1432"/>
                </a:cubicBezTo>
                <a:cubicBezTo>
                  <a:pt x="119" y="1429"/>
                  <a:pt x="126" y="1429"/>
                  <a:pt x="139" y="1429"/>
                </a:cubicBezTo>
                <a:cubicBezTo>
                  <a:pt x="162" y="1425"/>
                  <a:pt x="182" y="1413"/>
                  <a:pt x="202" y="1405"/>
                </a:cubicBezTo>
                <a:cubicBezTo>
                  <a:pt x="253" y="1390"/>
                  <a:pt x="304" y="1374"/>
                  <a:pt x="355" y="1354"/>
                </a:cubicBezTo>
                <a:cubicBezTo>
                  <a:pt x="454" y="1319"/>
                  <a:pt x="552" y="1287"/>
                  <a:pt x="652" y="1252"/>
                </a:cubicBezTo>
                <a:cubicBezTo>
                  <a:pt x="667" y="1287"/>
                  <a:pt x="683" y="1319"/>
                  <a:pt x="706" y="1350"/>
                </a:cubicBezTo>
                <a:cubicBezTo>
                  <a:pt x="770" y="1445"/>
                  <a:pt x="852" y="1523"/>
                  <a:pt x="916" y="1622"/>
                </a:cubicBezTo>
                <a:cubicBezTo>
                  <a:pt x="922" y="1632"/>
                  <a:pt x="934" y="1637"/>
                  <a:pt x="945" y="1637"/>
                </a:cubicBezTo>
                <a:cubicBezTo>
                  <a:pt x="960" y="1637"/>
                  <a:pt x="974" y="1629"/>
                  <a:pt x="978" y="1614"/>
                </a:cubicBezTo>
                <a:cubicBezTo>
                  <a:pt x="1010" y="1508"/>
                  <a:pt x="1034" y="1401"/>
                  <a:pt x="1058" y="1295"/>
                </a:cubicBezTo>
                <a:cubicBezTo>
                  <a:pt x="1069" y="1243"/>
                  <a:pt x="1081" y="1188"/>
                  <a:pt x="1093" y="1137"/>
                </a:cubicBezTo>
                <a:cubicBezTo>
                  <a:pt x="1096" y="1114"/>
                  <a:pt x="1101" y="1086"/>
                  <a:pt x="1105" y="1062"/>
                </a:cubicBezTo>
                <a:lnTo>
                  <a:pt x="1105" y="1050"/>
                </a:lnTo>
                <a:cubicBezTo>
                  <a:pt x="1105" y="1039"/>
                  <a:pt x="1101" y="1026"/>
                  <a:pt x="1105" y="1015"/>
                </a:cubicBezTo>
                <a:cubicBezTo>
                  <a:pt x="1109" y="995"/>
                  <a:pt x="1125" y="983"/>
                  <a:pt x="1140" y="972"/>
                </a:cubicBezTo>
                <a:cubicBezTo>
                  <a:pt x="1164" y="952"/>
                  <a:pt x="1196" y="944"/>
                  <a:pt x="1223" y="932"/>
                </a:cubicBezTo>
                <a:cubicBezTo>
                  <a:pt x="1247" y="920"/>
                  <a:pt x="1270" y="908"/>
                  <a:pt x="1298" y="897"/>
                </a:cubicBezTo>
                <a:cubicBezTo>
                  <a:pt x="1325" y="884"/>
                  <a:pt x="1353" y="873"/>
                  <a:pt x="1385" y="857"/>
                </a:cubicBezTo>
                <a:cubicBezTo>
                  <a:pt x="1409" y="841"/>
                  <a:pt x="1432" y="833"/>
                  <a:pt x="1460" y="826"/>
                </a:cubicBezTo>
                <a:cubicBezTo>
                  <a:pt x="1471" y="822"/>
                  <a:pt x="1483" y="817"/>
                  <a:pt x="1495" y="810"/>
                </a:cubicBezTo>
                <a:cubicBezTo>
                  <a:pt x="1507" y="806"/>
                  <a:pt x="1518" y="798"/>
                  <a:pt x="1531" y="790"/>
                </a:cubicBezTo>
                <a:cubicBezTo>
                  <a:pt x="1574" y="770"/>
                  <a:pt x="1622" y="759"/>
                  <a:pt x="1664" y="735"/>
                </a:cubicBezTo>
                <a:cubicBezTo>
                  <a:pt x="1680" y="727"/>
                  <a:pt x="1696" y="715"/>
                  <a:pt x="1716" y="704"/>
                </a:cubicBezTo>
                <a:cubicBezTo>
                  <a:pt x="1724" y="695"/>
                  <a:pt x="1744" y="684"/>
                  <a:pt x="1751" y="672"/>
                </a:cubicBezTo>
                <a:cubicBezTo>
                  <a:pt x="1759" y="660"/>
                  <a:pt x="1755" y="637"/>
                  <a:pt x="1740" y="628"/>
                </a:cubicBezTo>
                <a:cubicBezTo>
                  <a:pt x="1731" y="620"/>
                  <a:pt x="1711" y="617"/>
                  <a:pt x="1700" y="617"/>
                </a:cubicBezTo>
                <a:lnTo>
                  <a:pt x="1684" y="617"/>
                </a:lnTo>
                <a:cubicBezTo>
                  <a:pt x="1664" y="613"/>
                  <a:pt x="1645" y="609"/>
                  <a:pt x="1625" y="604"/>
                </a:cubicBezTo>
                <a:cubicBezTo>
                  <a:pt x="1605" y="601"/>
                  <a:pt x="1586" y="597"/>
                  <a:pt x="1566" y="593"/>
                </a:cubicBezTo>
                <a:cubicBezTo>
                  <a:pt x="1558" y="589"/>
                  <a:pt x="1542" y="589"/>
                  <a:pt x="1535" y="585"/>
                </a:cubicBezTo>
                <a:cubicBezTo>
                  <a:pt x="1531" y="581"/>
                  <a:pt x="1527" y="577"/>
                  <a:pt x="1518" y="577"/>
                </a:cubicBezTo>
                <a:cubicBezTo>
                  <a:pt x="1495" y="573"/>
                  <a:pt x="1475" y="573"/>
                  <a:pt x="1456" y="573"/>
                </a:cubicBezTo>
                <a:lnTo>
                  <a:pt x="1357" y="573"/>
                </a:lnTo>
                <a:cubicBezTo>
                  <a:pt x="1325" y="573"/>
                  <a:pt x="1294" y="569"/>
                  <a:pt x="1262" y="566"/>
                </a:cubicBezTo>
                <a:cubicBezTo>
                  <a:pt x="1219" y="562"/>
                  <a:pt x="1176" y="562"/>
                  <a:pt x="1136" y="553"/>
                </a:cubicBezTo>
                <a:cubicBezTo>
                  <a:pt x="1120" y="549"/>
                  <a:pt x="1109" y="546"/>
                  <a:pt x="1096" y="546"/>
                </a:cubicBezTo>
                <a:cubicBezTo>
                  <a:pt x="1089" y="546"/>
                  <a:pt x="1081" y="546"/>
                  <a:pt x="1077" y="542"/>
                </a:cubicBezTo>
                <a:cubicBezTo>
                  <a:pt x="1065" y="533"/>
                  <a:pt x="1069" y="518"/>
                  <a:pt x="1069" y="506"/>
                </a:cubicBezTo>
                <a:cubicBezTo>
                  <a:pt x="1069" y="491"/>
                  <a:pt x="1065" y="475"/>
                  <a:pt x="1061" y="459"/>
                </a:cubicBezTo>
                <a:cubicBezTo>
                  <a:pt x="1061" y="439"/>
                  <a:pt x="1065" y="424"/>
                  <a:pt x="1069" y="404"/>
                </a:cubicBezTo>
                <a:cubicBezTo>
                  <a:pt x="1073" y="388"/>
                  <a:pt x="1077" y="373"/>
                  <a:pt x="1077" y="356"/>
                </a:cubicBezTo>
                <a:lnTo>
                  <a:pt x="1077" y="302"/>
                </a:lnTo>
                <a:cubicBezTo>
                  <a:pt x="1081" y="285"/>
                  <a:pt x="1085" y="266"/>
                  <a:pt x="1085" y="249"/>
                </a:cubicBezTo>
                <a:cubicBezTo>
                  <a:pt x="1089" y="226"/>
                  <a:pt x="1085" y="207"/>
                  <a:pt x="1089" y="187"/>
                </a:cubicBezTo>
                <a:cubicBezTo>
                  <a:pt x="1093" y="167"/>
                  <a:pt x="1093" y="151"/>
                  <a:pt x="1096" y="131"/>
                </a:cubicBezTo>
                <a:cubicBezTo>
                  <a:pt x="1101" y="112"/>
                  <a:pt x="1105" y="96"/>
                  <a:pt x="1109" y="76"/>
                </a:cubicBezTo>
                <a:cubicBezTo>
                  <a:pt x="1109" y="56"/>
                  <a:pt x="1109" y="21"/>
                  <a:pt x="1089" y="5"/>
                </a:cubicBezTo>
                <a:cubicBezTo>
                  <a:pt x="1084" y="2"/>
                  <a:pt x="1079" y="1"/>
                  <a:pt x="1074" y="1"/>
                </a:cubicBezTo>
                <a:close/>
              </a:path>
            </a:pathLst>
          </a:custGeom>
          <a:solidFill>
            <a:schemeClr val="accent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 name="Google Shape;885;p32"/>
          <p:cNvSpPr/>
          <p:nvPr/>
        </p:nvSpPr>
        <p:spPr>
          <a:xfrm rot="10800000">
            <a:off x="9299219" y="315350"/>
            <a:ext cx="845836" cy="617729"/>
          </a:xfrm>
          <a:custGeom>
            <a:rect b="b" l="l" r="r" t="t"/>
            <a:pathLst>
              <a:path extrusionOk="0" h="1308" w="1791">
                <a:moveTo>
                  <a:pt x="1141" y="1"/>
                </a:moveTo>
                <a:cubicBezTo>
                  <a:pt x="1135" y="1"/>
                  <a:pt x="1129" y="3"/>
                  <a:pt x="1124" y="6"/>
                </a:cubicBezTo>
                <a:cubicBezTo>
                  <a:pt x="951" y="195"/>
                  <a:pt x="797" y="408"/>
                  <a:pt x="675" y="633"/>
                </a:cubicBezTo>
                <a:cubicBezTo>
                  <a:pt x="576" y="428"/>
                  <a:pt x="478" y="226"/>
                  <a:pt x="379" y="22"/>
                </a:cubicBezTo>
                <a:cubicBezTo>
                  <a:pt x="375" y="14"/>
                  <a:pt x="368" y="10"/>
                  <a:pt x="361" y="10"/>
                </a:cubicBezTo>
                <a:cubicBezTo>
                  <a:pt x="354" y="10"/>
                  <a:pt x="347" y="14"/>
                  <a:pt x="344" y="22"/>
                </a:cubicBezTo>
                <a:cubicBezTo>
                  <a:pt x="273" y="183"/>
                  <a:pt x="209" y="349"/>
                  <a:pt x="158" y="518"/>
                </a:cubicBezTo>
                <a:cubicBezTo>
                  <a:pt x="134" y="589"/>
                  <a:pt x="0" y="873"/>
                  <a:pt x="44" y="944"/>
                </a:cubicBezTo>
                <a:cubicBezTo>
                  <a:pt x="47" y="959"/>
                  <a:pt x="67" y="964"/>
                  <a:pt x="80" y="968"/>
                </a:cubicBezTo>
                <a:cubicBezTo>
                  <a:pt x="331" y="1039"/>
                  <a:pt x="580" y="1101"/>
                  <a:pt x="833" y="1161"/>
                </a:cubicBezTo>
                <a:cubicBezTo>
                  <a:pt x="1010" y="1201"/>
                  <a:pt x="1183" y="1236"/>
                  <a:pt x="1361" y="1272"/>
                </a:cubicBezTo>
                <a:cubicBezTo>
                  <a:pt x="1396" y="1277"/>
                  <a:pt x="1514" y="1308"/>
                  <a:pt x="1585" y="1308"/>
                </a:cubicBezTo>
                <a:cubicBezTo>
                  <a:pt x="1609" y="1308"/>
                  <a:pt x="1628" y="1304"/>
                  <a:pt x="1637" y="1295"/>
                </a:cubicBezTo>
                <a:cubicBezTo>
                  <a:pt x="1656" y="1279"/>
                  <a:pt x="1656" y="1248"/>
                  <a:pt x="1656" y="1220"/>
                </a:cubicBezTo>
                <a:cubicBezTo>
                  <a:pt x="1661" y="924"/>
                  <a:pt x="1779" y="637"/>
                  <a:pt x="1791" y="337"/>
                </a:cubicBezTo>
                <a:lnTo>
                  <a:pt x="1791" y="337"/>
                </a:lnTo>
                <a:cubicBezTo>
                  <a:pt x="1625" y="463"/>
                  <a:pt x="1467" y="597"/>
                  <a:pt x="1294" y="715"/>
                </a:cubicBezTo>
                <a:cubicBezTo>
                  <a:pt x="1321" y="621"/>
                  <a:pt x="1230" y="502"/>
                  <a:pt x="1207" y="412"/>
                </a:cubicBezTo>
                <a:cubicBezTo>
                  <a:pt x="1175" y="282"/>
                  <a:pt x="1159" y="151"/>
                  <a:pt x="1159" y="18"/>
                </a:cubicBezTo>
                <a:cubicBezTo>
                  <a:pt x="1159" y="6"/>
                  <a:pt x="1150" y="1"/>
                  <a:pt x="1141" y="1"/>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 name="Google Shape;886;p32"/>
          <p:cNvSpPr/>
          <p:nvPr/>
        </p:nvSpPr>
        <p:spPr>
          <a:xfrm rot="10800000">
            <a:off x="1484261" y="9560273"/>
            <a:ext cx="233400" cy="233400"/>
          </a:xfrm>
          <a:prstGeom prst="ellipse">
            <a:avLst/>
          </a:pr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7" name="Google Shape;887;p32"/>
          <p:cNvSpPr/>
          <p:nvPr/>
        </p:nvSpPr>
        <p:spPr>
          <a:xfrm rot="10800000">
            <a:off x="171861" y="7976048"/>
            <a:ext cx="233400" cy="233400"/>
          </a:xfrm>
          <a:prstGeom prst="ellipse">
            <a:avLst/>
          </a:pr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8" name="Google Shape;888;p32"/>
          <p:cNvSpPr/>
          <p:nvPr/>
        </p:nvSpPr>
        <p:spPr>
          <a:xfrm rot="10800000">
            <a:off x="981761" y="8406848"/>
            <a:ext cx="233400" cy="233400"/>
          </a:xfrm>
          <a:prstGeom prst="ellipse">
            <a:avLst/>
          </a:pr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9" name="Google Shape;889;p32"/>
          <p:cNvSpPr/>
          <p:nvPr/>
        </p:nvSpPr>
        <p:spPr>
          <a:xfrm flipH="1">
            <a:off x="245836" y="4883173"/>
            <a:ext cx="56375" cy="2663275"/>
          </a:xfrm>
          <a:custGeom>
            <a:rect b="b" l="l" r="r" t="t"/>
            <a:pathLst>
              <a:path extrusionOk="0" h="106531" w="2255">
                <a:moveTo>
                  <a:pt x="1515" y="0"/>
                </a:moveTo>
                <a:cubicBezTo>
                  <a:pt x="649" y="35503"/>
                  <a:pt x="4406" y="71291"/>
                  <a:pt x="0" y="106531"/>
                </a:cubicBezTo>
              </a:path>
            </a:pathLst>
          </a:custGeom>
          <a:noFill/>
          <a:ln cap="flat" cmpd="sng" w="28575">
            <a:solidFill>
              <a:schemeClr val="dk1"/>
            </a:solidFill>
            <a:prstDash val="solid"/>
            <a:round/>
            <a:headEnd len="med" w="med" type="none"/>
            <a:tailEnd len="med" w="med" type="none"/>
          </a:ln>
        </p:spPr>
      </p:sp>
      <p:sp>
        <p:nvSpPr>
          <p:cNvPr id="890" name="Google Shape;890;p32"/>
          <p:cNvSpPr/>
          <p:nvPr/>
        </p:nvSpPr>
        <p:spPr>
          <a:xfrm flipH="1">
            <a:off x="455286" y="6486173"/>
            <a:ext cx="23625" cy="795200"/>
          </a:xfrm>
          <a:custGeom>
            <a:rect b="b" l="l" r="r" t="t"/>
            <a:pathLst>
              <a:path extrusionOk="0" h="31808" w="945">
                <a:moveTo>
                  <a:pt x="505" y="0"/>
                </a:moveTo>
                <a:cubicBezTo>
                  <a:pt x="1386" y="10567"/>
                  <a:pt x="0" y="21204"/>
                  <a:pt x="0" y="31808"/>
                </a:cubicBezTo>
              </a:path>
            </a:pathLst>
          </a:custGeom>
          <a:noFill/>
          <a:ln cap="flat" cmpd="sng" w="28575">
            <a:solidFill>
              <a:schemeClr val="dk1"/>
            </a:solidFill>
            <a:prstDash val="solid"/>
            <a:round/>
            <a:headEnd len="med" w="med" type="none"/>
            <a:tailEnd len="med" w="med" type="none"/>
          </a:ln>
        </p:spPr>
      </p:sp>
      <p:sp>
        <p:nvSpPr>
          <p:cNvPr id="891" name="Google Shape;891;p32"/>
          <p:cNvSpPr/>
          <p:nvPr/>
        </p:nvSpPr>
        <p:spPr>
          <a:xfrm flipH="1">
            <a:off x="605136" y="5804598"/>
            <a:ext cx="88350" cy="1476775"/>
          </a:xfrm>
          <a:custGeom>
            <a:rect b="b" l="l" r="r" t="t"/>
            <a:pathLst>
              <a:path extrusionOk="0" h="59071" w="3534">
                <a:moveTo>
                  <a:pt x="0" y="0"/>
                </a:moveTo>
                <a:cubicBezTo>
                  <a:pt x="1037" y="19698"/>
                  <a:pt x="3534" y="39345"/>
                  <a:pt x="3534" y="59071"/>
                </a:cubicBezTo>
              </a:path>
            </a:pathLst>
          </a:custGeom>
          <a:noFill/>
          <a:ln cap="flat" cmpd="sng" w="28575">
            <a:solidFill>
              <a:schemeClr val="dk1"/>
            </a:solidFill>
            <a:prstDash val="solid"/>
            <a:round/>
            <a:headEnd len="med" w="med" type="none"/>
            <a:tailEnd len="med" w="med" type="none"/>
          </a:ln>
        </p:spPr>
      </p:sp>
      <p:sp>
        <p:nvSpPr>
          <p:cNvPr id="892" name="Google Shape;892;p32"/>
          <p:cNvSpPr/>
          <p:nvPr/>
        </p:nvSpPr>
        <p:spPr>
          <a:xfrm rot="-10651105">
            <a:off x="9916250" y="2881690"/>
            <a:ext cx="138855" cy="2158457"/>
          </a:xfrm>
          <a:custGeom>
            <a:rect b="b" l="l" r="r" t="t"/>
            <a:pathLst>
              <a:path extrusionOk="0" h="86335" w="5554">
                <a:moveTo>
                  <a:pt x="0" y="0"/>
                </a:moveTo>
                <a:cubicBezTo>
                  <a:pt x="1919" y="28774"/>
                  <a:pt x="5554" y="57497"/>
                  <a:pt x="5554" y="86335"/>
                </a:cubicBezTo>
              </a:path>
            </a:pathLst>
          </a:custGeom>
          <a:noFill/>
          <a:ln cap="flat" cmpd="sng" w="28575">
            <a:solidFill>
              <a:schemeClr val="dk1"/>
            </a:solidFill>
            <a:prstDash val="solid"/>
            <a:round/>
            <a:headEnd len="med" w="med" type="none"/>
            <a:tailEnd len="med" w="med" type="none"/>
          </a:ln>
        </p:spPr>
      </p:sp>
      <p:sp>
        <p:nvSpPr>
          <p:cNvPr id="893" name="Google Shape;893;p32"/>
          <p:cNvSpPr/>
          <p:nvPr/>
        </p:nvSpPr>
        <p:spPr>
          <a:xfrm rot="-10651105">
            <a:off x="9791142" y="4310965"/>
            <a:ext cx="39176" cy="1123393"/>
          </a:xfrm>
          <a:custGeom>
            <a:rect b="b" l="l" r="r" t="t"/>
            <a:pathLst>
              <a:path extrusionOk="0" h="44934" w="1567">
                <a:moveTo>
                  <a:pt x="557" y="0"/>
                </a:moveTo>
                <a:cubicBezTo>
                  <a:pt x="-1098" y="14890"/>
                  <a:pt x="1567" y="29952"/>
                  <a:pt x="1567" y="44934"/>
                </a:cubicBezTo>
              </a:path>
            </a:pathLst>
          </a:custGeom>
          <a:noFill/>
          <a:ln cap="flat" cmpd="sng" w="28575">
            <a:solidFill>
              <a:schemeClr val="dk1"/>
            </a:solidFill>
            <a:prstDash val="solid"/>
            <a:round/>
            <a:headEnd len="med" w="med" type="none"/>
            <a:tailEnd len="med" w="med" type="none"/>
          </a:ln>
        </p:spPr>
      </p:sp>
      <p:sp>
        <p:nvSpPr>
          <p:cNvPr id="894" name="Google Shape;894;p32"/>
          <p:cNvSpPr/>
          <p:nvPr/>
        </p:nvSpPr>
        <p:spPr>
          <a:xfrm rot="10800000">
            <a:off x="9860811" y="1234898"/>
            <a:ext cx="233400" cy="233400"/>
          </a:xfrm>
          <a:prstGeom prst="ellipse">
            <a:avLst/>
          </a:pr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 name="Google Shape;895;p32"/>
          <p:cNvSpPr/>
          <p:nvPr/>
        </p:nvSpPr>
        <p:spPr>
          <a:xfrm rot="10800000">
            <a:off x="9621186" y="2090086"/>
            <a:ext cx="233400" cy="233400"/>
          </a:xfrm>
          <a:prstGeom prst="ellipse">
            <a:avLst/>
          </a:pr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 name="Google Shape;896;p32"/>
          <p:cNvSpPr/>
          <p:nvPr/>
        </p:nvSpPr>
        <p:spPr>
          <a:xfrm rot="10800000">
            <a:off x="9026036" y="159873"/>
            <a:ext cx="233400" cy="233400"/>
          </a:xfrm>
          <a:prstGeom prst="ellipse">
            <a:avLst/>
          </a:pr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 name="Google Shape;897;p32"/>
          <p:cNvSpPr/>
          <p:nvPr/>
        </p:nvSpPr>
        <p:spPr>
          <a:xfrm rot="10800000">
            <a:off x="2449186" y="507511"/>
            <a:ext cx="233400" cy="233400"/>
          </a:xfrm>
          <a:prstGeom prst="ellipse">
            <a:avLst/>
          </a:pr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8" name="Google Shape;898;p32"/>
          <p:cNvSpPr/>
          <p:nvPr/>
        </p:nvSpPr>
        <p:spPr>
          <a:xfrm rot="10800000">
            <a:off x="1717661" y="1468298"/>
            <a:ext cx="233400" cy="233400"/>
          </a:xfrm>
          <a:prstGeom prst="ellipse">
            <a:avLst/>
          </a:pr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 name="Google Shape;899;p32"/>
          <p:cNvSpPr/>
          <p:nvPr/>
        </p:nvSpPr>
        <p:spPr>
          <a:xfrm rot="-6993134">
            <a:off x="7284991" y="8881808"/>
            <a:ext cx="517509" cy="1590327"/>
          </a:xfrm>
          <a:custGeom>
            <a:rect b="b" l="l" r="r" t="t"/>
            <a:pathLst>
              <a:path extrusionOk="0" h="63615" w="20701">
                <a:moveTo>
                  <a:pt x="20701" y="0"/>
                </a:moveTo>
                <a:cubicBezTo>
                  <a:pt x="12419" y="20704"/>
                  <a:pt x="5408" y="41981"/>
                  <a:pt x="0" y="63615"/>
                </a:cubicBezTo>
              </a:path>
            </a:pathLst>
          </a:custGeom>
          <a:noFill/>
          <a:ln cap="flat" cmpd="sng" w="28575">
            <a:solidFill>
              <a:schemeClr val="dk1"/>
            </a:solidFill>
            <a:prstDash val="solid"/>
            <a:round/>
            <a:headEnd len="med" w="med" type="none"/>
            <a:tailEnd len="med" w="med" type="none"/>
          </a:ln>
        </p:spPr>
      </p:sp>
      <p:sp>
        <p:nvSpPr>
          <p:cNvPr id="900" name="Google Shape;900;p32"/>
          <p:cNvSpPr/>
          <p:nvPr/>
        </p:nvSpPr>
        <p:spPr>
          <a:xfrm rot="-6993134">
            <a:off x="7610195" y="9096826"/>
            <a:ext cx="239793" cy="833025"/>
          </a:xfrm>
          <a:custGeom>
            <a:rect b="b" l="l" r="r" t="t"/>
            <a:pathLst>
              <a:path extrusionOk="0" h="33322" w="9592">
                <a:moveTo>
                  <a:pt x="9592" y="0"/>
                </a:moveTo>
                <a:cubicBezTo>
                  <a:pt x="6193" y="11047"/>
                  <a:pt x="1897" y="21920"/>
                  <a:pt x="0" y="33322"/>
                </a:cubicBezTo>
              </a:path>
            </a:pathLst>
          </a:custGeom>
          <a:noFill/>
          <a:ln cap="flat" cmpd="sng" w="28575">
            <a:solidFill>
              <a:schemeClr val="dk1"/>
            </a:solidFill>
            <a:prstDash val="solid"/>
            <a:round/>
            <a:headEnd len="med" w="med" type="none"/>
            <a:tailEnd len="med" w="med" type="none"/>
          </a:ln>
        </p:spPr>
      </p:sp>
      <p:sp>
        <p:nvSpPr>
          <p:cNvPr id="901" name="Google Shape;901;p32"/>
          <p:cNvSpPr/>
          <p:nvPr/>
        </p:nvSpPr>
        <p:spPr>
          <a:xfrm rot="-3775846">
            <a:off x="9314957" y="8061899"/>
            <a:ext cx="845838" cy="617731"/>
          </a:xfrm>
          <a:custGeom>
            <a:rect b="b" l="l" r="r" t="t"/>
            <a:pathLst>
              <a:path extrusionOk="0" h="1308" w="1791">
                <a:moveTo>
                  <a:pt x="1141" y="1"/>
                </a:moveTo>
                <a:cubicBezTo>
                  <a:pt x="1135" y="1"/>
                  <a:pt x="1129" y="3"/>
                  <a:pt x="1124" y="6"/>
                </a:cubicBezTo>
                <a:cubicBezTo>
                  <a:pt x="951" y="195"/>
                  <a:pt x="797" y="408"/>
                  <a:pt x="675" y="633"/>
                </a:cubicBezTo>
                <a:cubicBezTo>
                  <a:pt x="576" y="428"/>
                  <a:pt x="478" y="226"/>
                  <a:pt x="379" y="22"/>
                </a:cubicBezTo>
                <a:cubicBezTo>
                  <a:pt x="375" y="14"/>
                  <a:pt x="368" y="10"/>
                  <a:pt x="361" y="10"/>
                </a:cubicBezTo>
                <a:cubicBezTo>
                  <a:pt x="354" y="10"/>
                  <a:pt x="347" y="14"/>
                  <a:pt x="344" y="22"/>
                </a:cubicBezTo>
                <a:cubicBezTo>
                  <a:pt x="273" y="183"/>
                  <a:pt x="209" y="349"/>
                  <a:pt x="158" y="518"/>
                </a:cubicBezTo>
                <a:cubicBezTo>
                  <a:pt x="134" y="589"/>
                  <a:pt x="0" y="873"/>
                  <a:pt x="44" y="944"/>
                </a:cubicBezTo>
                <a:cubicBezTo>
                  <a:pt x="47" y="959"/>
                  <a:pt x="67" y="964"/>
                  <a:pt x="80" y="968"/>
                </a:cubicBezTo>
                <a:cubicBezTo>
                  <a:pt x="331" y="1039"/>
                  <a:pt x="580" y="1101"/>
                  <a:pt x="833" y="1161"/>
                </a:cubicBezTo>
                <a:cubicBezTo>
                  <a:pt x="1010" y="1201"/>
                  <a:pt x="1183" y="1236"/>
                  <a:pt x="1361" y="1272"/>
                </a:cubicBezTo>
                <a:cubicBezTo>
                  <a:pt x="1396" y="1277"/>
                  <a:pt x="1514" y="1308"/>
                  <a:pt x="1585" y="1308"/>
                </a:cubicBezTo>
                <a:cubicBezTo>
                  <a:pt x="1609" y="1308"/>
                  <a:pt x="1628" y="1304"/>
                  <a:pt x="1637" y="1295"/>
                </a:cubicBezTo>
                <a:cubicBezTo>
                  <a:pt x="1656" y="1279"/>
                  <a:pt x="1656" y="1248"/>
                  <a:pt x="1656" y="1220"/>
                </a:cubicBezTo>
                <a:cubicBezTo>
                  <a:pt x="1661" y="924"/>
                  <a:pt x="1779" y="637"/>
                  <a:pt x="1791" y="337"/>
                </a:cubicBezTo>
                <a:lnTo>
                  <a:pt x="1791" y="337"/>
                </a:lnTo>
                <a:cubicBezTo>
                  <a:pt x="1625" y="463"/>
                  <a:pt x="1467" y="597"/>
                  <a:pt x="1294" y="715"/>
                </a:cubicBezTo>
                <a:cubicBezTo>
                  <a:pt x="1321" y="621"/>
                  <a:pt x="1230" y="502"/>
                  <a:pt x="1207" y="412"/>
                </a:cubicBezTo>
                <a:cubicBezTo>
                  <a:pt x="1175" y="282"/>
                  <a:pt x="1159" y="151"/>
                  <a:pt x="1159" y="18"/>
                </a:cubicBezTo>
                <a:cubicBezTo>
                  <a:pt x="1159" y="6"/>
                  <a:pt x="1150" y="1"/>
                  <a:pt x="1141" y="1"/>
                </a:cubicBezTo>
                <a:close/>
              </a:path>
            </a:pathLst>
          </a:custGeom>
          <a:solidFill>
            <a:schemeClr val="dk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 name="Google Shape;902;p32"/>
          <p:cNvSpPr/>
          <p:nvPr/>
        </p:nvSpPr>
        <p:spPr>
          <a:xfrm rot="232328">
            <a:off x="226381" y="9227738"/>
            <a:ext cx="845837" cy="617730"/>
          </a:xfrm>
          <a:custGeom>
            <a:rect b="b" l="l" r="r" t="t"/>
            <a:pathLst>
              <a:path extrusionOk="0" h="1308" w="1791">
                <a:moveTo>
                  <a:pt x="1141" y="1"/>
                </a:moveTo>
                <a:cubicBezTo>
                  <a:pt x="1135" y="1"/>
                  <a:pt x="1129" y="3"/>
                  <a:pt x="1124" y="6"/>
                </a:cubicBezTo>
                <a:cubicBezTo>
                  <a:pt x="951" y="195"/>
                  <a:pt x="797" y="408"/>
                  <a:pt x="675" y="633"/>
                </a:cubicBezTo>
                <a:cubicBezTo>
                  <a:pt x="576" y="428"/>
                  <a:pt x="478" y="226"/>
                  <a:pt x="379" y="22"/>
                </a:cubicBezTo>
                <a:cubicBezTo>
                  <a:pt x="375" y="14"/>
                  <a:pt x="368" y="10"/>
                  <a:pt x="361" y="10"/>
                </a:cubicBezTo>
                <a:cubicBezTo>
                  <a:pt x="354" y="10"/>
                  <a:pt x="347" y="14"/>
                  <a:pt x="344" y="22"/>
                </a:cubicBezTo>
                <a:cubicBezTo>
                  <a:pt x="273" y="183"/>
                  <a:pt x="209" y="349"/>
                  <a:pt x="158" y="518"/>
                </a:cubicBezTo>
                <a:cubicBezTo>
                  <a:pt x="134" y="589"/>
                  <a:pt x="0" y="873"/>
                  <a:pt x="44" y="944"/>
                </a:cubicBezTo>
                <a:cubicBezTo>
                  <a:pt x="47" y="959"/>
                  <a:pt x="67" y="964"/>
                  <a:pt x="80" y="968"/>
                </a:cubicBezTo>
                <a:cubicBezTo>
                  <a:pt x="331" y="1039"/>
                  <a:pt x="580" y="1101"/>
                  <a:pt x="833" y="1161"/>
                </a:cubicBezTo>
                <a:cubicBezTo>
                  <a:pt x="1010" y="1201"/>
                  <a:pt x="1183" y="1236"/>
                  <a:pt x="1361" y="1272"/>
                </a:cubicBezTo>
                <a:cubicBezTo>
                  <a:pt x="1396" y="1277"/>
                  <a:pt x="1514" y="1308"/>
                  <a:pt x="1585" y="1308"/>
                </a:cubicBezTo>
                <a:cubicBezTo>
                  <a:pt x="1609" y="1308"/>
                  <a:pt x="1628" y="1304"/>
                  <a:pt x="1637" y="1295"/>
                </a:cubicBezTo>
                <a:cubicBezTo>
                  <a:pt x="1656" y="1279"/>
                  <a:pt x="1656" y="1248"/>
                  <a:pt x="1656" y="1220"/>
                </a:cubicBezTo>
                <a:cubicBezTo>
                  <a:pt x="1661" y="924"/>
                  <a:pt x="1779" y="637"/>
                  <a:pt x="1791" y="337"/>
                </a:cubicBezTo>
                <a:lnTo>
                  <a:pt x="1791" y="337"/>
                </a:lnTo>
                <a:cubicBezTo>
                  <a:pt x="1625" y="463"/>
                  <a:pt x="1467" y="597"/>
                  <a:pt x="1294" y="715"/>
                </a:cubicBezTo>
                <a:cubicBezTo>
                  <a:pt x="1321" y="621"/>
                  <a:pt x="1230" y="502"/>
                  <a:pt x="1207" y="412"/>
                </a:cubicBezTo>
                <a:cubicBezTo>
                  <a:pt x="1175" y="282"/>
                  <a:pt x="1159" y="151"/>
                  <a:pt x="1159" y="18"/>
                </a:cubicBezTo>
                <a:cubicBezTo>
                  <a:pt x="1159" y="6"/>
                  <a:pt x="1150" y="1"/>
                  <a:pt x="1141" y="1"/>
                </a:cubicBezTo>
                <a:close/>
              </a:path>
            </a:pathLst>
          </a:cu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 name="Google Shape;903;p32"/>
          <p:cNvSpPr/>
          <p:nvPr/>
        </p:nvSpPr>
        <p:spPr>
          <a:xfrm rot="10800000">
            <a:off x="405262" y="1626485"/>
            <a:ext cx="830723" cy="773578"/>
          </a:xfrm>
          <a:custGeom>
            <a:rect b="b" l="l" r="r" t="t"/>
            <a:pathLst>
              <a:path extrusionOk="0" h="1638" w="1759">
                <a:moveTo>
                  <a:pt x="1074" y="1"/>
                </a:moveTo>
                <a:cubicBezTo>
                  <a:pt x="1067" y="1"/>
                  <a:pt x="1060" y="3"/>
                  <a:pt x="1054" y="5"/>
                </a:cubicBezTo>
                <a:cubicBezTo>
                  <a:pt x="1041" y="18"/>
                  <a:pt x="1025" y="29"/>
                  <a:pt x="1014" y="41"/>
                </a:cubicBezTo>
                <a:cubicBezTo>
                  <a:pt x="1006" y="53"/>
                  <a:pt x="994" y="65"/>
                  <a:pt x="983" y="76"/>
                </a:cubicBezTo>
                <a:cubicBezTo>
                  <a:pt x="947" y="124"/>
                  <a:pt x="912" y="171"/>
                  <a:pt x="872" y="214"/>
                </a:cubicBezTo>
                <a:cubicBezTo>
                  <a:pt x="836" y="262"/>
                  <a:pt x="805" y="309"/>
                  <a:pt x="774" y="356"/>
                </a:cubicBezTo>
                <a:cubicBezTo>
                  <a:pt x="761" y="376"/>
                  <a:pt x="750" y="404"/>
                  <a:pt x="734" y="424"/>
                </a:cubicBezTo>
                <a:cubicBezTo>
                  <a:pt x="723" y="435"/>
                  <a:pt x="710" y="451"/>
                  <a:pt x="703" y="462"/>
                </a:cubicBezTo>
                <a:cubicBezTo>
                  <a:pt x="699" y="473"/>
                  <a:pt x="687" y="508"/>
                  <a:pt x="673" y="508"/>
                </a:cubicBezTo>
                <a:cubicBezTo>
                  <a:pt x="671" y="508"/>
                  <a:pt x="669" y="507"/>
                  <a:pt x="667" y="506"/>
                </a:cubicBezTo>
                <a:cubicBezTo>
                  <a:pt x="659" y="502"/>
                  <a:pt x="659" y="495"/>
                  <a:pt x="652" y="495"/>
                </a:cubicBezTo>
                <a:cubicBezTo>
                  <a:pt x="643" y="495"/>
                  <a:pt x="639" y="498"/>
                  <a:pt x="632" y="498"/>
                </a:cubicBezTo>
                <a:cubicBezTo>
                  <a:pt x="625" y="500"/>
                  <a:pt x="618" y="500"/>
                  <a:pt x="611" y="500"/>
                </a:cubicBezTo>
                <a:cubicBezTo>
                  <a:pt x="596" y="500"/>
                  <a:pt x="582" y="498"/>
                  <a:pt x="568" y="498"/>
                </a:cubicBezTo>
                <a:cubicBezTo>
                  <a:pt x="545" y="495"/>
                  <a:pt x="517" y="491"/>
                  <a:pt x="494" y="491"/>
                </a:cubicBezTo>
                <a:cubicBezTo>
                  <a:pt x="454" y="486"/>
                  <a:pt x="415" y="482"/>
                  <a:pt x="379" y="479"/>
                </a:cubicBezTo>
                <a:cubicBezTo>
                  <a:pt x="359" y="479"/>
                  <a:pt x="339" y="475"/>
                  <a:pt x="320" y="475"/>
                </a:cubicBezTo>
                <a:cubicBezTo>
                  <a:pt x="273" y="471"/>
                  <a:pt x="226" y="462"/>
                  <a:pt x="178" y="462"/>
                </a:cubicBezTo>
                <a:cubicBezTo>
                  <a:pt x="170" y="462"/>
                  <a:pt x="164" y="461"/>
                  <a:pt x="157" y="461"/>
                </a:cubicBezTo>
                <a:cubicBezTo>
                  <a:pt x="154" y="461"/>
                  <a:pt x="150" y="461"/>
                  <a:pt x="146" y="462"/>
                </a:cubicBezTo>
                <a:cubicBezTo>
                  <a:pt x="139" y="462"/>
                  <a:pt x="135" y="462"/>
                  <a:pt x="123" y="459"/>
                </a:cubicBezTo>
                <a:cubicBezTo>
                  <a:pt x="103" y="455"/>
                  <a:pt x="79" y="451"/>
                  <a:pt x="60" y="451"/>
                </a:cubicBezTo>
                <a:cubicBezTo>
                  <a:pt x="48" y="455"/>
                  <a:pt x="36" y="451"/>
                  <a:pt x="28" y="459"/>
                </a:cubicBezTo>
                <a:cubicBezTo>
                  <a:pt x="24" y="462"/>
                  <a:pt x="13" y="471"/>
                  <a:pt x="8" y="479"/>
                </a:cubicBezTo>
                <a:cubicBezTo>
                  <a:pt x="0" y="491"/>
                  <a:pt x="13" y="502"/>
                  <a:pt x="17" y="514"/>
                </a:cubicBezTo>
                <a:cubicBezTo>
                  <a:pt x="24" y="522"/>
                  <a:pt x="28" y="530"/>
                  <a:pt x="36" y="542"/>
                </a:cubicBezTo>
                <a:cubicBezTo>
                  <a:pt x="44" y="553"/>
                  <a:pt x="48" y="562"/>
                  <a:pt x="60" y="573"/>
                </a:cubicBezTo>
                <a:cubicBezTo>
                  <a:pt x="84" y="597"/>
                  <a:pt x="115" y="613"/>
                  <a:pt x="139" y="637"/>
                </a:cubicBezTo>
                <a:cubicBezTo>
                  <a:pt x="162" y="668"/>
                  <a:pt x="182" y="695"/>
                  <a:pt x="210" y="723"/>
                </a:cubicBezTo>
                <a:cubicBezTo>
                  <a:pt x="241" y="751"/>
                  <a:pt x="273" y="775"/>
                  <a:pt x="304" y="802"/>
                </a:cubicBezTo>
                <a:cubicBezTo>
                  <a:pt x="316" y="814"/>
                  <a:pt x="324" y="826"/>
                  <a:pt x="335" y="833"/>
                </a:cubicBezTo>
                <a:cubicBezTo>
                  <a:pt x="344" y="837"/>
                  <a:pt x="352" y="841"/>
                  <a:pt x="355" y="846"/>
                </a:cubicBezTo>
                <a:cubicBezTo>
                  <a:pt x="355" y="849"/>
                  <a:pt x="352" y="857"/>
                  <a:pt x="348" y="861"/>
                </a:cubicBezTo>
                <a:cubicBezTo>
                  <a:pt x="348" y="869"/>
                  <a:pt x="344" y="881"/>
                  <a:pt x="339" y="888"/>
                </a:cubicBezTo>
                <a:cubicBezTo>
                  <a:pt x="316" y="920"/>
                  <a:pt x="297" y="948"/>
                  <a:pt x="281" y="983"/>
                </a:cubicBezTo>
                <a:cubicBezTo>
                  <a:pt x="273" y="999"/>
                  <a:pt x="265" y="1011"/>
                  <a:pt x="261" y="1026"/>
                </a:cubicBezTo>
                <a:cubicBezTo>
                  <a:pt x="253" y="1039"/>
                  <a:pt x="241" y="1050"/>
                  <a:pt x="233" y="1066"/>
                </a:cubicBezTo>
                <a:cubicBezTo>
                  <a:pt x="221" y="1082"/>
                  <a:pt x="213" y="1097"/>
                  <a:pt x="206" y="1110"/>
                </a:cubicBezTo>
                <a:cubicBezTo>
                  <a:pt x="190" y="1130"/>
                  <a:pt x="178" y="1145"/>
                  <a:pt x="166" y="1165"/>
                </a:cubicBezTo>
                <a:cubicBezTo>
                  <a:pt x="159" y="1177"/>
                  <a:pt x="155" y="1188"/>
                  <a:pt x="150" y="1196"/>
                </a:cubicBezTo>
                <a:cubicBezTo>
                  <a:pt x="146" y="1208"/>
                  <a:pt x="139" y="1216"/>
                  <a:pt x="131" y="1228"/>
                </a:cubicBezTo>
                <a:cubicBezTo>
                  <a:pt x="115" y="1248"/>
                  <a:pt x="103" y="1267"/>
                  <a:pt x="91" y="1290"/>
                </a:cubicBezTo>
                <a:cubicBezTo>
                  <a:pt x="84" y="1307"/>
                  <a:pt x="75" y="1326"/>
                  <a:pt x="68" y="1346"/>
                </a:cubicBezTo>
                <a:cubicBezTo>
                  <a:pt x="60" y="1374"/>
                  <a:pt x="44" y="1394"/>
                  <a:pt x="32" y="1417"/>
                </a:cubicBezTo>
                <a:cubicBezTo>
                  <a:pt x="28" y="1421"/>
                  <a:pt x="24" y="1429"/>
                  <a:pt x="28" y="1432"/>
                </a:cubicBezTo>
                <a:cubicBezTo>
                  <a:pt x="28" y="1437"/>
                  <a:pt x="36" y="1441"/>
                  <a:pt x="40" y="1445"/>
                </a:cubicBezTo>
                <a:cubicBezTo>
                  <a:pt x="43" y="1451"/>
                  <a:pt x="46" y="1457"/>
                  <a:pt x="51" y="1457"/>
                </a:cubicBezTo>
                <a:cubicBezTo>
                  <a:pt x="52" y="1457"/>
                  <a:pt x="54" y="1457"/>
                  <a:pt x="55" y="1456"/>
                </a:cubicBezTo>
                <a:cubicBezTo>
                  <a:pt x="75" y="1452"/>
                  <a:pt x="91" y="1445"/>
                  <a:pt x="107" y="1432"/>
                </a:cubicBezTo>
                <a:cubicBezTo>
                  <a:pt x="119" y="1429"/>
                  <a:pt x="126" y="1429"/>
                  <a:pt x="139" y="1429"/>
                </a:cubicBezTo>
                <a:cubicBezTo>
                  <a:pt x="162" y="1425"/>
                  <a:pt x="182" y="1413"/>
                  <a:pt x="202" y="1405"/>
                </a:cubicBezTo>
                <a:cubicBezTo>
                  <a:pt x="253" y="1390"/>
                  <a:pt x="304" y="1374"/>
                  <a:pt x="355" y="1354"/>
                </a:cubicBezTo>
                <a:cubicBezTo>
                  <a:pt x="454" y="1319"/>
                  <a:pt x="552" y="1287"/>
                  <a:pt x="652" y="1252"/>
                </a:cubicBezTo>
                <a:cubicBezTo>
                  <a:pt x="667" y="1287"/>
                  <a:pt x="683" y="1319"/>
                  <a:pt x="706" y="1350"/>
                </a:cubicBezTo>
                <a:cubicBezTo>
                  <a:pt x="770" y="1445"/>
                  <a:pt x="852" y="1523"/>
                  <a:pt x="916" y="1622"/>
                </a:cubicBezTo>
                <a:cubicBezTo>
                  <a:pt x="922" y="1632"/>
                  <a:pt x="934" y="1637"/>
                  <a:pt x="945" y="1637"/>
                </a:cubicBezTo>
                <a:cubicBezTo>
                  <a:pt x="960" y="1637"/>
                  <a:pt x="974" y="1629"/>
                  <a:pt x="978" y="1614"/>
                </a:cubicBezTo>
                <a:cubicBezTo>
                  <a:pt x="1010" y="1508"/>
                  <a:pt x="1034" y="1401"/>
                  <a:pt x="1058" y="1295"/>
                </a:cubicBezTo>
                <a:cubicBezTo>
                  <a:pt x="1069" y="1243"/>
                  <a:pt x="1081" y="1188"/>
                  <a:pt x="1093" y="1137"/>
                </a:cubicBezTo>
                <a:cubicBezTo>
                  <a:pt x="1096" y="1114"/>
                  <a:pt x="1101" y="1086"/>
                  <a:pt x="1105" y="1062"/>
                </a:cubicBezTo>
                <a:lnTo>
                  <a:pt x="1105" y="1050"/>
                </a:lnTo>
                <a:cubicBezTo>
                  <a:pt x="1105" y="1039"/>
                  <a:pt x="1101" y="1026"/>
                  <a:pt x="1105" y="1015"/>
                </a:cubicBezTo>
                <a:cubicBezTo>
                  <a:pt x="1109" y="995"/>
                  <a:pt x="1125" y="983"/>
                  <a:pt x="1140" y="972"/>
                </a:cubicBezTo>
                <a:cubicBezTo>
                  <a:pt x="1164" y="952"/>
                  <a:pt x="1196" y="944"/>
                  <a:pt x="1223" y="932"/>
                </a:cubicBezTo>
                <a:cubicBezTo>
                  <a:pt x="1247" y="920"/>
                  <a:pt x="1270" y="908"/>
                  <a:pt x="1298" y="897"/>
                </a:cubicBezTo>
                <a:cubicBezTo>
                  <a:pt x="1325" y="884"/>
                  <a:pt x="1353" y="873"/>
                  <a:pt x="1385" y="857"/>
                </a:cubicBezTo>
                <a:cubicBezTo>
                  <a:pt x="1409" y="841"/>
                  <a:pt x="1432" y="833"/>
                  <a:pt x="1460" y="826"/>
                </a:cubicBezTo>
                <a:cubicBezTo>
                  <a:pt x="1471" y="822"/>
                  <a:pt x="1483" y="817"/>
                  <a:pt x="1495" y="810"/>
                </a:cubicBezTo>
                <a:cubicBezTo>
                  <a:pt x="1507" y="806"/>
                  <a:pt x="1518" y="798"/>
                  <a:pt x="1531" y="790"/>
                </a:cubicBezTo>
                <a:cubicBezTo>
                  <a:pt x="1574" y="770"/>
                  <a:pt x="1622" y="759"/>
                  <a:pt x="1664" y="735"/>
                </a:cubicBezTo>
                <a:cubicBezTo>
                  <a:pt x="1680" y="727"/>
                  <a:pt x="1696" y="715"/>
                  <a:pt x="1716" y="704"/>
                </a:cubicBezTo>
                <a:cubicBezTo>
                  <a:pt x="1724" y="695"/>
                  <a:pt x="1744" y="684"/>
                  <a:pt x="1751" y="672"/>
                </a:cubicBezTo>
                <a:cubicBezTo>
                  <a:pt x="1759" y="660"/>
                  <a:pt x="1755" y="637"/>
                  <a:pt x="1740" y="628"/>
                </a:cubicBezTo>
                <a:cubicBezTo>
                  <a:pt x="1731" y="620"/>
                  <a:pt x="1711" y="617"/>
                  <a:pt x="1700" y="617"/>
                </a:cubicBezTo>
                <a:lnTo>
                  <a:pt x="1684" y="617"/>
                </a:lnTo>
                <a:cubicBezTo>
                  <a:pt x="1664" y="613"/>
                  <a:pt x="1645" y="609"/>
                  <a:pt x="1625" y="604"/>
                </a:cubicBezTo>
                <a:cubicBezTo>
                  <a:pt x="1605" y="601"/>
                  <a:pt x="1586" y="597"/>
                  <a:pt x="1566" y="593"/>
                </a:cubicBezTo>
                <a:cubicBezTo>
                  <a:pt x="1558" y="589"/>
                  <a:pt x="1542" y="589"/>
                  <a:pt x="1535" y="585"/>
                </a:cubicBezTo>
                <a:cubicBezTo>
                  <a:pt x="1531" y="581"/>
                  <a:pt x="1527" y="577"/>
                  <a:pt x="1518" y="577"/>
                </a:cubicBezTo>
                <a:cubicBezTo>
                  <a:pt x="1495" y="573"/>
                  <a:pt x="1475" y="573"/>
                  <a:pt x="1456" y="573"/>
                </a:cubicBezTo>
                <a:lnTo>
                  <a:pt x="1357" y="573"/>
                </a:lnTo>
                <a:cubicBezTo>
                  <a:pt x="1325" y="573"/>
                  <a:pt x="1294" y="569"/>
                  <a:pt x="1262" y="566"/>
                </a:cubicBezTo>
                <a:cubicBezTo>
                  <a:pt x="1219" y="562"/>
                  <a:pt x="1176" y="562"/>
                  <a:pt x="1136" y="553"/>
                </a:cubicBezTo>
                <a:cubicBezTo>
                  <a:pt x="1120" y="549"/>
                  <a:pt x="1109" y="546"/>
                  <a:pt x="1096" y="546"/>
                </a:cubicBezTo>
                <a:cubicBezTo>
                  <a:pt x="1089" y="546"/>
                  <a:pt x="1081" y="546"/>
                  <a:pt x="1077" y="542"/>
                </a:cubicBezTo>
                <a:cubicBezTo>
                  <a:pt x="1065" y="533"/>
                  <a:pt x="1069" y="518"/>
                  <a:pt x="1069" y="506"/>
                </a:cubicBezTo>
                <a:cubicBezTo>
                  <a:pt x="1069" y="491"/>
                  <a:pt x="1065" y="475"/>
                  <a:pt x="1061" y="459"/>
                </a:cubicBezTo>
                <a:cubicBezTo>
                  <a:pt x="1061" y="439"/>
                  <a:pt x="1065" y="424"/>
                  <a:pt x="1069" y="404"/>
                </a:cubicBezTo>
                <a:cubicBezTo>
                  <a:pt x="1073" y="388"/>
                  <a:pt x="1077" y="373"/>
                  <a:pt x="1077" y="356"/>
                </a:cubicBezTo>
                <a:lnTo>
                  <a:pt x="1077" y="302"/>
                </a:lnTo>
                <a:cubicBezTo>
                  <a:pt x="1081" y="285"/>
                  <a:pt x="1085" y="266"/>
                  <a:pt x="1085" y="249"/>
                </a:cubicBezTo>
                <a:cubicBezTo>
                  <a:pt x="1089" y="226"/>
                  <a:pt x="1085" y="207"/>
                  <a:pt x="1089" y="187"/>
                </a:cubicBezTo>
                <a:cubicBezTo>
                  <a:pt x="1093" y="167"/>
                  <a:pt x="1093" y="151"/>
                  <a:pt x="1096" y="131"/>
                </a:cubicBezTo>
                <a:cubicBezTo>
                  <a:pt x="1101" y="112"/>
                  <a:pt x="1105" y="96"/>
                  <a:pt x="1109" y="76"/>
                </a:cubicBezTo>
                <a:cubicBezTo>
                  <a:pt x="1109" y="56"/>
                  <a:pt x="1109" y="21"/>
                  <a:pt x="1089" y="5"/>
                </a:cubicBezTo>
                <a:cubicBezTo>
                  <a:pt x="1084" y="2"/>
                  <a:pt x="1079" y="1"/>
                  <a:pt x="1074" y="1"/>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 name="Google Shape;904;p32"/>
          <p:cNvSpPr/>
          <p:nvPr/>
        </p:nvSpPr>
        <p:spPr>
          <a:xfrm rot="10800000">
            <a:off x="8727362" y="9149810"/>
            <a:ext cx="830723" cy="773578"/>
          </a:xfrm>
          <a:custGeom>
            <a:rect b="b" l="l" r="r" t="t"/>
            <a:pathLst>
              <a:path extrusionOk="0" h="1638" w="1759">
                <a:moveTo>
                  <a:pt x="1074" y="1"/>
                </a:moveTo>
                <a:cubicBezTo>
                  <a:pt x="1067" y="1"/>
                  <a:pt x="1060" y="3"/>
                  <a:pt x="1054" y="5"/>
                </a:cubicBezTo>
                <a:cubicBezTo>
                  <a:pt x="1041" y="18"/>
                  <a:pt x="1025" y="29"/>
                  <a:pt x="1014" y="41"/>
                </a:cubicBezTo>
                <a:cubicBezTo>
                  <a:pt x="1006" y="53"/>
                  <a:pt x="994" y="65"/>
                  <a:pt x="983" y="76"/>
                </a:cubicBezTo>
                <a:cubicBezTo>
                  <a:pt x="947" y="124"/>
                  <a:pt x="912" y="171"/>
                  <a:pt x="872" y="214"/>
                </a:cubicBezTo>
                <a:cubicBezTo>
                  <a:pt x="836" y="262"/>
                  <a:pt x="805" y="309"/>
                  <a:pt x="774" y="356"/>
                </a:cubicBezTo>
                <a:cubicBezTo>
                  <a:pt x="761" y="376"/>
                  <a:pt x="750" y="404"/>
                  <a:pt x="734" y="424"/>
                </a:cubicBezTo>
                <a:cubicBezTo>
                  <a:pt x="723" y="435"/>
                  <a:pt x="710" y="451"/>
                  <a:pt x="703" y="462"/>
                </a:cubicBezTo>
                <a:cubicBezTo>
                  <a:pt x="699" y="473"/>
                  <a:pt x="687" y="508"/>
                  <a:pt x="673" y="508"/>
                </a:cubicBezTo>
                <a:cubicBezTo>
                  <a:pt x="671" y="508"/>
                  <a:pt x="669" y="507"/>
                  <a:pt x="667" y="506"/>
                </a:cubicBezTo>
                <a:cubicBezTo>
                  <a:pt x="659" y="502"/>
                  <a:pt x="659" y="495"/>
                  <a:pt x="652" y="495"/>
                </a:cubicBezTo>
                <a:cubicBezTo>
                  <a:pt x="643" y="495"/>
                  <a:pt x="639" y="498"/>
                  <a:pt x="632" y="498"/>
                </a:cubicBezTo>
                <a:cubicBezTo>
                  <a:pt x="625" y="500"/>
                  <a:pt x="618" y="500"/>
                  <a:pt x="611" y="500"/>
                </a:cubicBezTo>
                <a:cubicBezTo>
                  <a:pt x="596" y="500"/>
                  <a:pt x="582" y="498"/>
                  <a:pt x="568" y="498"/>
                </a:cubicBezTo>
                <a:cubicBezTo>
                  <a:pt x="545" y="495"/>
                  <a:pt x="517" y="491"/>
                  <a:pt x="494" y="491"/>
                </a:cubicBezTo>
                <a:cubicBezTo>
                  <a:pt x="454" y="486"/>
                  <a:pt x="415" y="482"/>
                  <a:pt x="379" y="479"/>
                </a:cubicBezTo>
                <a:cubicBezTo>
                  <a:pt x="359" y="479"/>
                  <a:pt x="339" y="475"/>
                  <a:pt x="320" y="475"/>
                </a:cubicBezTo>
                <a:cubicBezTo>
                  <a:pt x="273" y="471"/>
                  <a:pt x="226" y="462"/>
                  <a:pt x="178" y="462"/>
                </a:cubicBezTo>
                <a:cubicBezTo>
                  <a:pt x="170" y="462"/>
                  <a:pt x="164" y="461"/>
                  <a:pt x="157" y="461"/>
                </a:cubicBezTo>
                <a:cubicBezTo>
                  <a:pt x="154" y="461"/>
                  <a:pt x="150" y="461"/>
                  <a:pt x="146" y="462"/>
                </a:cubicBezTo>
                <a:cubicBezTo>
                  <a:pt x="139" y="462"/>
                  <a:pt x="135" y="462"/>
                  <a:pt x="123" y="459"/>
                </a:cubicBezTo>
                <a:cubicBezTo>
                  <a:pt x="103" y="455"/>
                  <a:pt x="79" y="451"/>
                  <a:pt x="60" y="451"/>
                </a:cubicBezTo>
                <a:cubicBezTo>
                  <a:pt x="48" y="455"/>
                  <a:pt x="36" y="451"/>
                  <a:pt x="28" y="459"/>
                </a:cubicBezTo>
                <a:cubicBezTo>
                  <a:pt x="24" y="462"/>
                  <a:pt x="13" y="471"/>
                  <a:pt x="8" y="479"/>
                </a:cubicBezTo>
                <a:cubicBezTo>
                  <a:pt x="0" y="491"/>
                  <a:pt x="13" y="502"/>
                  <a:pt x="17" y="514"/>
                </a:cubicBezTo>
                <a:cubicBezTo>
                  <a:pt x="24" y="522"/>
                  <a:pt x="28" y="530"/>
                  <a:pt x="36" y="542"/>
                </a:cubicBezTo>
                <a:cubicBezTo>
                  <a:pt x="44" y="553"/>
                  <a:pt x="48" y="562"/>
                  <a:pt x="60" y="573"/>
                </a:cubicBezTo>
                <a:cubicBezTo>
                  <a:pt x="84" y="597"/>
                  <a:pt x="115" y="613"/>
                  <a:pt x="139" y="637"/>
                </a:cubicBezTo>
                <a:cubicBezTo>
                  <a:pt x="162" y="668"/>
                  <a:pt x="182" y="695"/>
                  <a:pt x="210" y="723"/>
                </a:cubicBezTo>
                <a:cubicBezTo>
                  <a:pt x="241" y="751"/>
                  <a:pt x="273" y="775"/>
                  <a:pt x="304" y="802"/>
                </a:cubicBezTo>
                <a:cubicBezTo>
                  <a:pt x="316" y="814"/>
                  <a:pt x="324" y="826"/>
                  <a:pt x="335" y="833"/>
                </a:cubicBezTo>
                <a:cubicBezTo>
                  <a:pt x="344" y="837"/>
                  <a:pt x="352" y="841"/>
                  <a:pt x="355" y="846"/>
                </a:cubicBezTo>
                <a:cubicBezTo>
                  <a:pt x="355" y="849"/>
                  <a:pt x="352" y="857"/>
                  <a:pt x="348" y="861"/>
                </a:cubicBezTo>
                <a:cubicBezTo>
                  <a:pt x="348" y="869"/>
                  <a:pt x="344" y="881"/>
                  <a:pt x="339" y="888"/>
                </a:cubicBezTo>
                <a:cubicBezTo>
                  <a:pt x="316" y="920"/>
                  <a:pt x="297" y="948"/>
                  <a:pt x="281" y="983"/>
                </a:cubicBezTo>
                <a:cubicBezTo>
                  <a:pt x="273" y="999"/>
                  <a:pt x="265" y="1011"/>
                  <a:pt x="261" y="1026"/>
                </a:cubicBezTo>
                <a:cubicBezTo>
                  <a:pt x="253" y="1039"/>
                  <a:pt x="241" y="1050"/>
                  <a:pt x="233" y="1066"/>
                </a:cubicBezTo>
                <a:cubicBezTo>
                  <a:pt x="221" y="1082"/>
                  <a:pt x="213" y="1097"/>
                  <a:pt x="206" y="1110"/>
                </a:cubicBezTo>
                <a:cubicBezTo>
                  <a:pt x="190" y="1130"/>
                  <a:pt x="178" y="1145"/>
                  <a:pt x="166" y="1165"/>
                </a:cubicBezTo>
                <a:cubicBezTo>
                  <a:pt x="159" y="1177"/>
                  <a:pt x="155" y="1188"/>
                  <a:pt x="150" y="1196"/>
                </a:cubicBezTo>
                <a:cubicBezTo>
                  <a:pt x="146" y="1208"/>
                  <a:pt x="139" y="1216"/>
                  <a:pt x="131" y="1228"/>
                </a:cubicBezTo>
                <a:cubicBezTo>
                  <a:pt x="115" y="1248"/>
                  <a:pt x="103" y="1267"/>
                  <a:pt x="91" y="1290"/>
                </a:cubicBezTo>
                <a:cubicBezTo>
                  <a:pt x="84" y="1307"/>
                  <a:pt x="75" y="1326"/>
                  <a:pt x="68" y="1346"/>
                </a:cubicBezTo>
                <a:cubicBezTo>
                  <a:pt x="60" y="1374"/>
                  <a:pt x="44" y="1394"/>
                  <a:pt x="32" y="1417"/>
                </a:cubicBezTo>
                <a:cubicBezTo>
                  <a:pt x="28" y="1421"/>
                  <a:pt x="24" y="1429"/>
                  <a:pt x="28" y="1432"/>
                </a:cubicBezTo>
                <a:cubicBezTo>
                  <a:pt x="28" y="1437"/>
                  <a:pt x="36" y="1441"/>
                  <a:pt x="40" y="1445"/>
                </a:cubicBezTo>
                <a:cubicBezTo>
                  <a:pt x="43" y="1451"/>
                  <a:pt x="46" y="1457"/>
                  <a:pt x="51" y="1457"/>
                </a:cubicBezTo>
                <a:cubicBezTo>
                  <a:pt x="52" y="1457"/>
                  <a:pt x="54" y="1457"/>
                  <a:pt x="55" y="1456"/>
                </a:cubicBezTo>
                <a:cubicBezTo>
                  <a:pt x="75" y="1452"/>
                  <a:pt x="91" y="1445"/>
                  <a:pt x="107" y="1432"/>
                </a:cubicBezTo>
                <a:cubicBezTo>
                  <a:pt x="119" y="1429"/>
                  <a:pt x="126" y="1429"/>
                  <a:pt x="139" y="1429"/>
                </a:cubicBezTo>
                <a:cubicBezTo>
                  <a:pt x="162" y="1425"/>
                  <a:pt x="182" y="1413"/>
                  <a:pt x="202" y="1405"/>
                </a:cubicBezTo>
                <a:cubicBezTo>
                  <a:pt x="253" y="1390"/>
                  <a:pt x="304" y="1374"/>
                  <a:pt x="355" y="1354"/>
                </a:cubicBezTo>
                <a:cubicBezTo>
                  <a:pt x="454" y="1319"/>
                  <a:pt x="552" y="1287"/>
                  <a:pt x="652" y="1252"/>
                </a:cubicBezTo>
                <a:cubicBezTo>
                  <a:pt x="667" y="1287"/>
                  <a:pt x="683" y="1319"/>
                  <a:pt x="706" y="1350"/>
                </a:cubicBezTo>
                <a:cubicBezTo>
                  <a:pt x="770" y="1445"/>
                  <a:pt x="852" y="1523"/>
                  <a:pt x="916" y="1622"/>
                </a:cubicBezTo>
                <a:cubicBezTo>
                  <a:pt x="922" y="1632"/>
                  <a:pt x="934" y="1637"/>
                  <a:pt x="945" y="1637"/>
                </a:cubicBezTo>
                <a:cubicBezTo>
                  <a:pt x="960" y="1637"/>
                  <a:pt x="974" y="1629"/>
                  <a:pt x="978" y="1614"/>
                </a:cubicBezTo>
                <a:cubicBezTo>
                  <a:pt x="1010" y="1508"/>
                  <a:pt x="1034" y="1401"/>
                  <a:pt x="1058" y="1295"/>
                </a:cubicBezTo>
                <a:cubicBezTo>
                  <a:pt x="1069" y="1243"/>
                  <a:pt x="1081" y="1188"/>
                  <a:pt x="1093" y="1137"/>
                </a:cubicBezTo>
                <a:cubicBezTo>
                  <a:pt x="1096" y="1114"/>
                  <a:pt x="1101" y="1086"/>
                  <a:pt x="1105" y="1062"/>
                </a:cubicBezTo>
                <a:lnTo>
                  <a:pt x="1105" y="1050"/>
                </a:lnTo>
                <a:cubicBezTo>
                  <a:pt x="1105" y="1039"/>
                  <a:pt x="1101" y="1026"/>
                  <a:pt x="1105" y="1015"/>
                </a:cubicBezTo>
                <a:cubicBezTo>
                  <a:pt x="1109" y="995"/>
                  <a:pt x="1125" y="983"/>
                  <a:pt x="1140" y="972"/>
                </a:cubicBezTo>
                <a:cubicBezTo>
                  <a:pt x="1164" y="952"/>
                  <a:pt x="1196" y="944"/>
                  <a:pt x="1223" y="932"/>
                </a:cubicBezTo>
                <a:cubicBezTo>
                  <a:pt x="1247" y="920"/>
                  <a:pt x="1270" y="908"/>
                  <a:pt x="1298" y="897"/>
                </a:cubicBezTo>
                <a:cubicBezTo>
                  <a:pt x="1325" y="884"/>
                  <a:pt x="1353" y="873"/>
                  <a:pt x="1385" y="857"/>
                </a:cubicBezTo>
                <a:cubicBezTo>
                  <a:pt x="1409" y="841"/>
                  <a:pt x="1432" y="833"/>
                  <a:pt x="1460" y="826"/>
                </a:cubicBezTo>
                <a:cubicBezTo>
                  <a:pt x="1471" y="822"/>
                  <a:pt x="1483" y="817"/>
                  <a:pt x="1495" y="810"/>
                </a:cubicBezTo>
                <a:cubicBezTo>
                  <a:pt x="1507" y="806"/>
                  <a:pt x="1518" y="798"/>
                  <a:pt x="1531" y="790"/>
                </a:cubicBezTo>
                <a:cubicBezTo>
                  <a:pt x="1574" y="770"/>
                  <a:pt x="1622" y="759"/>
                  <a:pt x="1664" y="735"/>
                </a:cubicBezTo>
                <a:cubicBezTo>
                  <a:pt x="1680" y="727"/>
                  <a:pt x="1696" y="715"/>
                  <a:pt x="1716" y="704"/>
                </a:cubicBezTo>
                <a:cubicBezTo>
                  <a:pt x="1724" y="695"/>
                  <a:pt x="1744" y="684"/>
                  <a:pt x="1751" y="672"/>
                </a:cubicBezTo>
                <a:cubicBezTo>
                  <a:pt x="1759" y="660"/>
                  <a:pt x="1755" y="637"/>
                  <a:pt x="1740" y="628"/>
                </a:cubicBezTo>
                <a:cubicBezTo>
                  <a:pt x="1731" y="620"/>
                  <a:pt x="1711" y="617"/>
                  <a:pt x="1700" y="617"/>
                </a:cubicBezTo>
                <a:lnTo>
                  <a:pt x="1684" y="617"/>
                </a:lnTo>
                <a:cubicBezTo>
                  <a:pt x="1664" y="613"/>
                  <a:pt x="1645" y="609"/>
                  <a:pt x="1625" y="604"/>
                </a:cubicBezTo>
                <a:cubicBezTo>
                  <a:pt x="1605" y="601"/>
                  <a:pt x="1586" y="597"/>
                  <a:pt x="1566" y="593"/>
                </a:cubicBezTo>
                <a:cubicBezTo>
                  <a:pt x="1558" y="589"/>
                  <a:pt x="1542" y="589"/>
                  <a:pt x="1535" y="585"/>
                </a:cubicBezTo>
                <a:cubicBezTo>
                  <a:pt x="1531" y="581"/>
                  <a:pt x="1527" y="577"/>
                  <a:pt x="1518" y="577"/>
                </a:cubicBezTo>
                <a:cubicBezTo>
                  <a:pt x="1495" y="573"/>
                  <a:pt x="1475" y="573"/>
                  <a:pt x="1456" y="573"/>
                </a:cubicBezTo>
                <a:lnTo>
                  <a:pt x="1357" y="573"/>
                </a:lnTo>
                <a:cubicBezTo>
                  <a:pt x="1325" y="573"/>
                  <a:pt x="1294" y="569"/>
                  <a:pt x="1262" y="566"/>
                </a:cubicBezTo>
                <a:cubicBezTo>
                  <a:pt x="1219" y="562"/>
                  <a:pt x="1176" y="562"/>
                  <a:pt x="1136" y="553"/>
                </a:cubicBezTo>
                <a:cubicBezTo>
                  <a:pt x="1120" y="549"/>
                  <a:pt x="1109" y="546"/>
                  <a:pt x="1096" y="546"/>
                </a:cubicBezTo>
                <a:cubicBezTo>
                  <a:pt x="1089" y="546"/>
                  <a:pt x="1081" y="546"/>
                  <a:pt x="1077" y="542"/>
                </a:cubicBezTo>
                <a:cubicBezTo>
                  <a:pt x="1065" y="533"/>
                  <a:pt x="1069" y="518"/>
                  <a:pt x="1069" y="506"/>
                </a:cubicBezTo>
                <a:cubicBezTo>
                  <a:pt x="1069" y="491"/>
                  <a:pt x="1065" y="475"/>
                  <a:pt x="1061" y="459"/>
                </a:cubicBezTo>
                <a:cubicBezTo>
                  <a:pt x="1061" y="439"/>
                  <a:pt x="1065" y="424"/>
                  <a:pt x="1069" y="404"/>
                </a:cubicBezTo>
                <a:cubicBezTo>
                  <a:pt x="1073" y="388"/>
                  <a:pt x="1077" y="373"/>
                  <a:pt x="1077" y="356"/>
                </a:cubicBezTo>
                <a:lnTo>
                  <a:pt x="1077" y="302"/>
                </a:lnTo>
                <a:cubicBezTo>
                  <a:pt x="1081" y="285"/>
                  <a:pt x="1085" y="266"/>
                  <a:pt x="1085" y="249"/>
                </a:cubicBezTo>
                <a:cubicBezTo>
                  <a:pt x="1089" y="226"/>
                  <a:pt x="1085" y="207"/>
                  <a:pt x="1089" y="187"/>
                </a:cubicBezTo>
                <a:cubicBezTo>
                  <a:pt x="1093" y="167"/>
                  <a:pt x="1093" y="151"/>
                  <a:pt x="1096" y="131"/>
                </a:cubicBezTo>
                <a:cubicBezTo>
                  <a:pt x="1101" y="112"/>
                  <a:pt x="1105" y="96"/>
                  <a:pt x="1109" y="76"/>
                </a:cubicBezTo>
                <a:cubicBezTo>
                  <a:pt x="1109" y="56"/>
                  <a:pt x="1109" y="21"/>
                  <a:pt x="1089" y="5"/>
                </a:cubicBezTo>
                <a:cubicBezTo>
                  <a:pt x="1084" y="2"/>
                  <a:pt x="1079" y="1"/>
                  <a:pt x="1074" y="1"/>
                </a:cubicBezTo>
                <a:close/>
              </a:path>
            </a:pathLst>
          </a:custGeom>
          <a:solidFill>
            <a:schemeClr val="accent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32" Type="http://schemas.openxmlformats.org/officeDocument/2006/relationships/theme" Target="../theme/theme2.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914450" y="888750"/>
            <a:ext cx="8458200" cy="9564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Clr>
                <a:schemeClr val="dk1"/>
              </a:buClr>
              <a:buSzPts val="6400"/>
              <a:buFont typeface="Ranchers"/>
              <a:buNone/>
              <a:defRPr sz="6400">
                <a:solidFill>
                  <a:schemeClr val="dk1"/>
                </a:solidFill>
                <a:latin typeface="Ranchers"/>
                <a:ea typeface="Ranchers"/>
                <a:cs typeface="Ranchers"/>
                <a:sym typeface="Ranchers"/>
              </a:defRPr>
            </a:lvl1pPr>
            <a:lvl2pPr lvl="1" algn="ctr">
              <a:spcBef>
                <a:spcPts val="0"/>
              </a:spcBef>
              <a:spcAft>
                <a:spcPts val="0"/>
              </a:spcAft>
              <a:buClr>
                <a:schemeClr val="dk1"/>
              </a:buClr>
              <a:buSzPts val="6400"/>
              <a:buFont typeface="Ranchers"/>
              <a:buNone/>
              <a:defRPr sz="6400">
                <a:solidFill>
                  <a:schemeClr val="dk1"/>
                </a:solidFill>
                <a:latin typeface="Ranchers"/>
                <a:ea typeface="Ranchers"/>
                <a:cs typeface="Ranchers"/>
                <a:sym typeface="Ranchers"/>
              </a:defRPr>
            </a:lvl2pPr>
            <a:lvl3pPr lvl="2" algn="ctr">
              <a:spcBef>
                <a:spcPts val="0"/>
              </a:spcBef>
              <a:spcAft>
                <a:spcPts val="0"/>
              </a:spcAft>
              <a:buClr>
                <a:schemeClr val="dk1"/>
              </a:buClr>
              <a:buSzPts val="6400"/>
              <a:buFont typeface="Ranchers"/>
              <a:buNone/>
              <a:defRPr sz="6400">
                <a:solidFill>
                  <a:schemeClr val="dk1"/>
                </a:solidFill>
                <a:latin typeface="Ranchers"/>
                <a:ea typeface="Ranchers"/>
                <a:cs typeface="Ranchers"/>
                <a:sym typeface="Ranchers"/>
              </a:defRPr>
            </a:lvl3pPr>
            <a:lvl4pPr lvl="3" algn="ctr">
              <a:spcBef>
                <a:spcPts val="0"/>
              </a:spcBef>
              <a:spcAft>
                <a:spcPts val="0"/>
              </a:spcAft>
              <a:buClr>
                <a:schemeClr val="dk1"/>
              </a:buClr>
              <a:buSzPts val="6400"/>
              <a:buFont typeface="Ranchers"/>
              <a:buNone/>
              <a:defRPr sz="6400">
                <a:solidFill>
                  <a:schemeClr val="dk1"/>
                </a:solidFill>
                <a:latin typeface="Ranchers"/>
                <a:ea typeface="Ranchers"/>
                <a:cs typeface="Ranchers"/>
                <a:sym typeface="Ranchers"/>
              </a:defRPr>
            </a:lvl4pPr>
            <a:lvl5pPr lvl="4" algn="ctr">
              <a:spcBef>
                <a:spcPts val="0"/>
              </a:spcBef>
              <a:spcAft>
                <a:spcPts val="0"/>
              </a:spcAft>
              <a:buClr>
                <a:schemeClr val="dk1"/>
              </a:buClr>
              <a:buSzPts val="6400"/>
              <a:buFont typeface="Ranchers"/>
              <a:buNone/>
              <a:defRPr sz="6400">
                <a:solidFill>
                  <a:schemeClr val="dk1"/>
                </a:solidFill>
                <a:latin typeface="Ranchers"/>
                <a:ea typeface="Ranchers"/>
                <a:cs typeface="Ranchers"/>
                <a:sym typeface="Ranchers"/>
              </a:defRPr>
            </a:lvl5pPr>
            <a:lvl6pPr lvl="5" algn="ctr">
              <a:spcBef>
                <a:spcPts val="0"/>
              </a:spcBef>
              <a:spcAft>
                <a:spcPts val="0"/>
              </a:spcAft>
              <a:buClr>
                <a:schemeClr val="dk1"/>
              </a:buClr>
              <a:buSzPts val="6400"/>
              <a:buFont typeface="Ranchers"/>
              <a:buNone/>
              <a:defRPr sz="6400">
                <a:solidFill>
                  <a:schemeClr val="dk1"/>
                </a:solidFill>
                <a:latin typeface="Ranchers"/>
                <a:ea typeface="Ranchers"/>
                <a:cs typeface="Ranchers"/>
                <a:sym typeface="Ranchers"/>
              </a:defRPr>
            </a:lvl6pPr>
            <a:lvl7pPr lvl="6" algn="ctr">
              <a:spcBef>
                <a:spcPts val="0"/>
              </a:spcBef>
              <a:spcAft>
                <a:spcPts val="0"/>
              </a:spcAft>
              <a:buClr>
                <a:schemeClr val="dk1"/>
              </a:buClr>
              <a:buSzPts val="6400"/>
              <a:buFont typeface="Ranchers"/>
              <a:buNone/>
              <a:defRPr sz="6400">
                <a:solidFill>
                  <a:schemeClr val="dk1"/>
                </a:solidFill>
                <a:latin typeface="Ranchers"/>
                <a:ea typeface="Ranchers"/>
                <a:cs typeface="Ranchers"/>
                <a:sym typeface="Ranchers"/>
              </a:defRPr>
            </a:lvl7pPr>
            <a:lvl8pPr lvl="7" algn="ctr">
              <a:spcBef>
                <a:spcPts val="0"/>
              </a:spcBef>
              <a:spcAft>
                <a:spcPts val="0"/>
              </a:spcAft>
              <a:buClr>
                <a:schemeClr val="dk1"/>
              </a:buClr>
              <a:buSzPts val="6400"/>
              <a:buFont typeface="Ranchers"/>
              <a:buNone/>
              <a:defRPr sz="6400">
                <a:solidFill>
                  <a:schemeClr val="dk1"/>
                </a:solidFill>
                <a:latin typeface="Ranchers"/>
                <a:ea typeface="Ranchers"/>
                <a:cs typeface="Ranchers"/>
                <a:sym typeface="Ranchers"/>
              </a:defRPr>
            </a:lvl8pPr>
            <a:lvl9pPr lvl="8" algn="ctr">
              <a:spcBef>
                <a:spcPts val="0"/>
              </a:spcBef>
              <a:spcAft>
                <a:spcPts val="0"/>
              </a:spcAft>
              <a:buClr>
                <a:schemeClr val="dk1"/>
              </a:buClr>
              <a:buSzPts val="6400"/>
              <a:buFont typeface="Ranchers"/>
              <a:buNone/>
              <a:defRPr sz="6400">
                <a:solidFill>
                  <a:schemeClr val="dk1"/>
                </a:solidFill>
                <a:latin typeface="Ranchers"/>
                <a:ea typeface="Ranchers"/>
                <a:cs typeface="Ranchers"/>
                <a:sym typeface="Ranchers"/>
              </a:defRPr>
            </a:lvl9pPr>
          </a:lstStyle>
          <a:p/>
        </p:txBody>
      </p:sp>
      <p:sp>
        <p:nvSpPr>
          <p:cNvPr id="7" name="Google Shape;7;p1"/>
          <p:cNvSpPr txBox="1"/>
          <p:nvPr>
            <p:ph idx="1" type="body"/>
          </p:nvPr>
        </p:nvSpPr>
        <p:spPr>
          <a:xfrm>
            <a:off x="914450" y="2594800"/>
            <a:ext cx="8458200" cy="6543000"/>
          </a:xfrm>
          <a:prstGeom prst="rect">
            <a:avLst/>
          </a:prstGeom>
          <a:noFill/>
          <a:ln>
            <a:noFill/>
          </a:ln>
        </p:spPr>
        <p:txBody>
          <a:bodyPr anchorCtr="0" anchor="t" bIns="91425" lIns="91425" spcFirstLastPara="1" rIns="91425" wrap="square" tIns="91425">
            <a:noAutofit/>
          </a:bodyPr>
          <a:lstStyle>
            <a:lvl1pPr indent="-368300" lvl="0" marL="457200">
              <a:lnSpc>
                <a:spcPct val="100000"/>
              </a:lnSpc>
              <a:spcBef>
                <a:spcPts val="0"/>
              </a:spcBef>
              <a:spcAft>
                <a:spcPts val="0"/>
              </a:spcAft>
              <a:buClr>
                <a:schemeClr val="dk1"/>
              </a:buClr>
              <a:buSzPts val="2200"/>
              <a:buFont typeface="Grandstander"/>
              <a:buChar char="●"/>
              <a:defRPr sz="2200">
                <a:solidFill>
                  <a:schemeClr val="dk1"/>
                </a:solidFill>
                <a:latin typeface="Grandstander"/>
                <a:ea typeface="Grandstander"/>
                <a:cs typeface="Grandstander"/>
                <a:sym typeface="Grandstander"/>
              </a:defRPr>
            </a:lvl1pPr>
            <a:lvl2pPr indent="-368300" lvl="1" marL="914400">
              <a:lnSpc>
                <a:spcPct val="100000"/>
              </a:lnSpc>
              <a:spcBef>
                <a:spcPts val="0"/>
              </a:spcBef>
              <a:spcAft>
                <a:spcPts val="0"/>
              </a:spcAft>
              <a:buClr>
                <a:schemeClr val="dk1"/>
              </a:buClr>
              <a:buSzPts val="2200"/>
              <a:buFont typeface="Grandstander"/>
              <a:buChar char="○"/>
              <a:defRPr sz="2200">
                <a:solidFill>
                  <a:schemeClr val="dk1"/>
                </a:solidFill>
                <a:latin typeface="Grandstander"/>
                <a:ea typeface="Grandstander"/>
                <a:cs typeface="Grandstander"/>
                <a:sym typeface="Grandstander"/>
              </a:defRPr>
            </a:lvl2pPr>
            <a:lvl3pPr indent="-368300" lvl="2" marL="1371600">
              <a:lnSpc>
                <a:spcPct val="100000"/>
              </a:lnSpc>
              <a:spcBef>
                <a:spcPts val="0"/>
              </a:spcBef>
              <a:spcAft>
                <a:spcPts val="0"/>
              </a:spcAft>
              <a:buClr>
                <a:schemeClr val="dk1"/>
              </a:buClr>
              <a:buSzPts val="2200"/>
              <a:buFont typeface="Grandstander"/>
              <a:buChar char="■"/>
              <a:defRPr sz="2200">
                <a:solidFill>
                  <a:schemeClr val="dk1"/>
                </a:solidFill>
                <a:latin typeface="Grandstander"/>
                <a:ea typeface="Grandstander"/>
                <a:cs typeface="Grandstander"/>
                <a:sym typeface="Grandstander"/>
              </a:defRPr>
            </a:lvl3pPr>
            <a:lvl4pPr indent="-368300" lvl="3" marL="1828800">
              <a:lnSpc>
                <a:spcPct val="100000"/>
              </a:lnSpc>
              <a:spcBef>
                <a:spcPts val="0"/>
              </a:spcBef>
              <a:spcAft>
                <a:spcPts val="0"/>
              </a:spcAft>
              <a:buClr>
                <a:schemeClr val="dk1"/>
              </a:buClr>
              <a:buSzPts val="2200"/>
              <a:buFont typeface="Grandstander"/>
              <a:buChar char="●"/>
              <a:defRPr sz="2200">
                <a:solidFill>
                  <a:schemeClr val="dk1"/>
                </a:solidFill>
                <a:latin typeface="Grandstander"/>
                <a:ea typeface="Grandstander"/>
                <a:cs typeface="Grandstander"/>
                <a:sym typeface="Grandstander"/>
              </a:defRPr>
            </a:lvl4pPr>
            <a:lvl5pPr indent="-368300" lvl="4" marL="2286000">
              <a:lnSpc>
                <a:spcPct val="100000"/>
              </a:lnSpc>
              <a:spcBef>
                <a:spcPts val="0"/>
              </a:spcBef>
              <a:spcAft>
                <a:spcPts val="0"/>
              </a:spcAft>
              <a:buClr>
                <a:schemeClr val="dk1"/>
              </a:buClr>
              <a:buSzPts val="2200"/>
              <a:buFont typeface="Grandstander"/>
              <a:buChar char="○"/>
              <a:defRPr sz="2200">
                <a:solidFill>
                  <a:schemeClr val="dk1"/>
                </a:solidFill>
                <a:latin typeface="Grandstander"/>
                <a:ea typeface="Grandstander"/>
                <a:cs typeface="Grandstander"/>
                <a:sym typeface="Grandstander"/>
              </a:defRPr>
            </a:lvl5pPr>
            <a:lvl6pPr indent="-368300" lvl="5" marL="2743200">
              <a:lnSpc>
                <a:spcPct val="100000"/>
              </a:lnSpc>
              <a:spcBef>
                <a:spcPts val="0"/>
              </a:spcBef>
              <a:spcAft>
                <a:spcPts val="0"/>
              </a:spcAft>
              <a:buClr>
                <a:schemeClr val="dk1"/>
              </a:buClr>
              <a:buSzPts val="2200"/>
              <a:buFont typeface="Grandstander"/>
              <a:buChar char="■"/>
              <a:defRPr sz="2200">
                <a:solidFill>
                  <a:schemeClr val="dk1"/>
                </a:solidFill>
                <a:latin typeface="Grandstander"/>
                <a:ea typeface="Grandstander"/>
                <a:cs typeface="Grandstander"/>
                <a:sym typeface="Grandstander"/>
              </a:defRPr>
            </a:lvl6pPr>
            <a:lvl7pPr indent="-368300" lvl="6" marL="3200400">
              <a:lnSpc>
                <a:spcPct val="100000"/>
              </a:lnSpc>
              <a:spcBef>
                <a:spcPts val="0"/>
              </a:spcBef>
              <a:spcAft>
                <a:spcPts val="0"/>
              </a:spcAft>
              <a:buClr>
                <a:schemeClr val="dk1"/>
              </a:buClr>
              <a:buSzPts val="2200"/>
              <a:buFont typeface="Grandstander"/>
              <a:buChar char="●"/>
              <a:defRPr sz="2200">
                <a:solidFill>
                  <a:schemeClr val="dk1"/>
                </a:solidFill>
                <a:latin typeface="Grandstander"/>
                <a:ea typeface="Grandstander"/>
                <a:cs typeface="Grandstander"/>
                <a:sym typeface="Grandstander"/>
              </a:defRPr>
            </a:lvl7pPr>
            <a:lvl8pPr indent="-368300" lvl="7" marL="3657600">
              <a:lnSpc>
                <a:spcPct val="100000"/>
              </a:lnSpc>
              <a:spcBef>
                <a:spcPts val="0"/>
              </a:spcBef>
              <a:spcAft>
                <a:spcPts val="0"/>
              </a:spcAft>
              <a:buClr>
                <a:schemeClr val="dk1"/>
              </a:buClr>
              <a:buSzPts val="2200"/>
              <a:buFont typeface="Grandstander"/>
              <a:buChar char="○"/>
              <a:defRPr sz="2200">
                <a:solidFill>
                  <a:schemeClr val="dk1"/>
                </a:solidFill>
                <a:latin typeface="Grandstander"/>
                <a:ea typeface="Grandstander"/>
                <a:cs typeface="Grandstander"/>
                <a:sym typeface="Grandstander"/>
              </a:defRPr>
            </a:lvl8pPr>
            <a:lvl9pPr indent="-368300" lvl="8" marL="4114800">
              <a:lnSpc>
                <a:spcPct val="100000"/>
              </a:lnSpc>
              <a:spcBef>
                <a:spcPts val="0"/>
              </a:spcBef>
              <a:spcAft>
                <a:spcPts val="0"/>
              </a:spcAft>
              <a:buClr>
                <a:schemeClr val="dk1"/>
              </a:buClr>
              <a:buSzPts val="2200"/>
              <a:buFont typeface="Grandstander"/>
              <a:buChar char="■"/>
              <a:defRPr sz="2200">
                <a:solidFill>
                  <a:schemeClr val="dk1"/>
                </a:solidFill>
                <a:latin typeface="Grandstander"/>
                <a:ea typeface="Grandstander"/>
                <a:cs typeface="Grandstander"/>
                <a:sym typeface="Grandstander"/>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bit.ly/3A1uf1Q"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xml"/><Relationship Id="rId3" Type="http://schemas.openxmlformats.org/officeDocument/2006/relationships/hyperlink" Target="https://bit.ly/3A1uf1Q"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hyperlink" Target="https://bit.ly/3A1uf1Q"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 Id="rId3" Type="http://schemas.openxmlformats.org/officeDocument/2006/relationships/hyperlink" Target="https://bit.ly/3A1uf1Q"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5.xml"/><Relationship Id="rId3" Type="http://schemas.openxmlformats.org/officeDocument/2006/relationships/hyperlink" Target="https://bit.ly/3A1uf1Q"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hyperlink" Target="https://bit.ly/3A1uf1Q"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hyperlink" Target="https://bit.ly/3A1uf1Q"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8.xml"/><Relationship Id="rId3" Type="http://schemas.openxmlformats.org/officeDocument/2006/relationships/hyperlink" Target="https://bit.ly/3A1uf1Q"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9.xml"/><Relationship Id="rId3" Type="http://schemas.openxmlformats.org/officeDocument/2006/relationships/hyperlink" Target="https://bit.ly/3A1uf1Q"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0.xml"/><Relationship Id="rId3" Type="http://schemas.openxmlformats.org/officeDocument/2006/relationships/hyperlink" Target="https://bit.ly/3A1uf1Q"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1.xml"/><Relationship Id="rId3" Type="http://schemas.openxmlformats.org/officeDocument/2006/relationships/hyperlink" Target="https://bit.ly/3A1uf1Q"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2.xml"/><Relationship Id="rId3" Type="http://schemas.openxmlformats.org/officeDocument/2006/relationships/hyperlink" Target="https://bit.ly/3A1uf1Q"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3.xml"/><Relationship Id="rId3" Type="http://schemas.openxmlformats.org/officeDocument/2006/relationships/hyperlink" Target="https://bit.ly/3A1uf1Q"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4.xml"/><Relationship Id="rId3" Type="http://schemas.openxmlformats.org/officeDocument/2006/relationships/hyperlink" Target="https://bit.ly/3A1uf1Q"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5.xml"/><Relationship Id="rId3" Type="http://schemas.openxmlformats.org/officeDocument/2006/relationships/hyperlink" Target="https://bit.ly/3A1uf1Q"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6.xml"/><Relationship Id="rId3" Type="http://schemas.openxmlformats.org/officeDocument/2006/relationships/hyperlink" Target="https://bit.ly/3A1uf1Q"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7.xml"/><Relationship Id="rId3" Type="http://schemas.openxmlformats.org/officeDocument/2006/relationships/hyperlink" Target="https://bit.ly/3A1uf1Q"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8.xml"/><Relationship Id="rId3" Type="http://schemas.openxmlformats.org/officeDocument/2006/relationships/hyperlink" Target="https://bit.ly/3A1uf1Q"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9.xml"/><Relationship Id="rId3" Type="http://schemas.openxmlformats.org/officeDocument/2006/relationships/image" Target="../media/image1.jpg"/><Relationship Id="rId4" Type="http://schemas.openxmlformats.org/officeDocument/2006/relationships/hyperlink" Target="https://bit.ly/3A1uf1Q"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0.xml"/><Relationship Id="rId3" Type="http://schemas.openxmlformats.org/officeDocument/2006/relationships/hyperlink" Target="https://bit.ly/3A1uf1Q"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1.xml"/><Relationship Id="rId3" Type="http://schemas.openxmlformats.org/officeDocument/2006/relationships/hyperlink" Target="https://bit.ly/3A1uf1Q"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22.xml"/><Relationship Id="rId3" Type="http://schemas.openxmlformats.org/officeDocument/2006/relationships/hyperlink" Target="https://bit.ly/3A1uf1Q"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08" name="Shape 908"/>
        <p:cNvGrpSpPr/>
        <p:nvPr/>
      </p:nvGrpSpPr>
      <p:grpSpPr>
        <a:xfrm>
          <a:off x="0" y="0"/>
          <a:ext cx="0" cy="0"/>
          <a:chOff x="0" y="0"/>
          <a:chExt cx="0" cy="0"/>
        </a:xfrm>
      </p:grpSpPr>
      <p:sp>
        <p:nvSpPr>
          <p:cNvPr id="909" name="Google Shape;909;p33"/>
          <p:cNvSpPr txBox="1"/>
          <p:nvPr>
            <p:ph type="ctrTitle"/>
          </p:nvPr>
        </p:nvSpPr>
        <p:spPr>
          <a:xfrm>
            <a:off x="1336650" y="1148525"/>
            <a:ext cx="7613700" cy="1242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8000"/>
              <a:t>Witness to History</a:t>
            </a:r>
            <a:r>
              <a:rPr lang="en" sz="8000"/>
              <a:t> </a:t>
            </a:r>
            <a:endParaRPr sz="5200">
              <a:solidFill>
                <a:schemeClr val="dk2"/>
              </a:solidFill>
            </a:endParaRPr>
          </a:p>
        </p:txBody>
      </p:sp>
      <p:sp>
        <p:nvSpPr>
          <p:cNvPr id="910" name="Google Shape;910;p33"/>
          <p:cNvSpPr txBox="1"/>
          <p:nvPr/>
        </p:nvSpPr>
        <p:spPr>
          <a:xfrm>
            <a:off x="2524425" y="9677250"/>
            <a:ext cx="5238300" cy="332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sz="1700">
                <a:solidFill>
                  <a:schemeClr val="dk1"/>
                </a:solidFill>
                <a:latin typeface="Grandstander"/>
                <a:ea typeface="Grandstander"/>
                <a:cs typeface="Grandstander"/>
                <a:sym typeface="Grandstander"/>
              </a:rPr>
              <a:t>This template has been created by </a:t>
            </a:r>
            <a:r>
              <a:rPr b="1" lang="en" sz="1700">
                <a:solidFill>
                  <a:schemeClr val="dk1"/>
                </a:solidFill>
                <a:uFill>
                  <a:noFill/>
                </a:uFill>
                <a:latin typeface="Grandstander"/>
                <a:ea typeface="Grandstander"/>
                <a:cs typeface="Grandstander"/>
                <a:sym typeface="Grandstander"/>
                <a:hlinkClick r:id="rId3">
                  <a:extLst>
                    <a:ext uri="{A12FA001-AC4F-418D-AE19-62706E023703}">
                      <ahyp:hlinkClr val="tx"/>
                    </a:ext>
                  </a:extLst>
                </a:hlinkClick>
              </a:rPr>
              <a:t>Slidesgo</a:t>
            </a:r>
            <a:endParaRPr sz="1700">
              <a:solidFill>
                <a:schemeClr val="dk1"/>
              </a:solidFill>
              <a:latin typeface="Grandstander"/>
              <a:ea typeface="Grandstander"/>
              <a:cs typeface="Grandstander"/>
              <a:sym typeface="Grandstander"/>
            </a:endParaRPr>
          </a:p>
        </p:txBody>
      </p:sp>
      <p:grpSp>
        <p:nvGrpSpPr>
          <p:cNvPr id="911" name="Google Shape;911;p33"/>
          <p:cNvGrpSpPr/>
          <p:nvPr/>
        </p:nvGrpSpPr>
        <p:grpSpPr>
          <a:xfrm>
            <a:off x="2451255" y="3852996"/>
            <a:ext cx="5384484" cy="5272423"/>
            <a:chOff x="1729225" y="2976722"/>
            <a:chExt cx="6710474" cy="6570816"/>
          </a:xfrm>
        </p:grpSpPr>
        <p:sp>
          <p:nvSpPr>
            <p:cNvPr id="912" name="Google Shape;912;p33"/>
            <p:cNvSpPr/>
            <p:nvPr/>
          </p:nvSpPr>
          <p:spPr>
            <a:xfrm>
              <a:off x="1746572" y="2994068"/>
              <a:ext cx="6693128" cy="6536991"/>
            </a:xfrm>
            <a:custGeom>
              <a:rect b="b" l="l" r="r" t="t"/>
              <a:pathLst>
                <a:path extrusionOk="0" h="7537" w="7717">
                  <a:moveTo>
                    <a:pt x="0" y="1"/>
                  </a:moveTo>
                  <a:cubicBezTo>
                    <a:pt x="162" y="2867"/>
                    <a:pt x="178" y="5513"/>
                    <a:pt x="0" y="7536"/>
                  </a:cubicBezTo>
                  <a:lnTo>
                    <a:pt x="7536" y="7536"/>
                  </a:lnTo>
                  <a:cubicBezTo>
                    <a:pt x="7717" y="5115"/>
                    <a:pt x="7705" y="2595"/>
                    <a:pt x="7536"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 name="Google Shape;913;p33"/>
            <p:cNvSpPr/>
            <p:nvPr/>
          </p:nvSpPr>
          <p:spPr>
            <a:xfrm>
              <a:off x="1729225" y="2976722"/>
              <a:ext cx="6687056" cy="6570816"/>
            </a:xfrm>
            <a:custGeom>
              <a:rect b="b" l="l" r="r" t="t"/>
              <a:pathLst>
                <a:path extrusionOk="0" h="7576" w="7710">
                  <a:moveTo>
                    <a:pt x="7534" y="44"/>
                  </a:moveTo>
                  <a:cubicBezTo>
                    <a:pt x="7619" y="1355"/>
                    <a:pt x="7666" y="2649"/>
                    <a:pt x="7666" y="3917"/>
                  </a:cubicBezTo>
                  <a:cubicBezTo>
                    <a:pt x="7666" y="5144"/>
                    <a:pt x="7623" y="6352"/>
                    <a:pt x="7534" y="7533"/>
                  </a:cubicBezTo>
                  <a:lnTo>
                    <a:pt x="46" y="7533"/>
                  </a:lnTo>
                  <a:cubicBezTo>
                    <a:pt x="131" y="6552"/>
                    <a:pt x="170" y="5425"/>
                    <a:pt x="170" y="4197"/>
                  </a:cubicBezTo>
                  <a:cubicBezTo>
                    <a:pt x="170" y="2906"/>
                    <a:pt x="128" y="1503"/>
                    <a:pt x="45" y="44"/>
                  </a:cubicBezTo>
                  <a:close/>
                  <a:moveTo>
                    <a:pt x="20" y="1"/>
                  </a:moveTo>
                  <a:cubicBezTo>
                    <a:pt x="16" y="1"/>
                    <a:pt x="13" y="4"/>
                    <a:pt x="4" y="9"/>
                  </a:cubicBezTo>
                  <a:cubicBezTo>
                    <a:pt x="0" y="13"/>
                    <a:pt x="0" y="17"/>
                    <a:pt x="0" y="24"/>
                  </a:cubicBezTo>
                  <a:cubicBezTo>
                    <a:pt x="84" y="1491"/>
                    <a:pt x="127" y="2899"/>
                    <a:pt x="127" y="4197"/>
                  </a:cubicBezTo>
                  <a:cubicBezTo>
                    <a:pt x="127" y="5431"/>
                    <a:pt x="87" y="6566"/>
                    <a:pt x="0" y="7552"/>
                  </a:cubicBezTo>
                  <a:cubicBezTo>
                    <a:pt x="0" y="7560"/>
                    <a:pt x="0" y="7564"/>
                    <a:pt x="4" y="7572"/>
                  </a:cubicBezTo>
                  <a:cubicBezTo>
                    <a:pt x="9" y="7575"/>
                    <a:pt x="16" y="7575"/>
                    <a:pt x="20" y="7575"/>
                  </a:cubicBezTo>
                  <a:lnTo>
                    <a:pt x="7556" y="7575"/>
                  </a:lnTo>
                  <a:cubicBezTo>
                    <a:pt x="7567" y="7575"/>
                    <a:pt x="7575" y="7568"/>
                    <a:pt x="7575" y="7556"/>
                  </a:cubicBezTo>
                  <a:cubicBezTo>
                    <a:pt x="7666" y="6365"/>
                    <a:pt x="7709" y="5151"/>
                    <a:pt x="7709" y="3917"/>
                  </a:cubicBezTo>
                  <a:cubicBezTo>
                    <a:pt x="7709" y="2639"/>
                    <a:pt x="7662" y="1342"/>
                    <a:pt x="7575" y="21"/>
                  </a:cubicBezTo>
                  <a:cubicBezTo>
                    <a:pt x="7575" y="9"/>
                    <a:pt x="7567" y="1"/>
                    <a:pt x="755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 name="Google Shape;914;p33"/>
            <p:cNvSpPr/>
            <p:nvPr/>
          </p:nvSpPr>
          <p:spPr>
            <a:xfrm>
              <a:off x="2290383" y="3538745"/>
              <a:ext cx="5589026" cy="5447637"/>
            </a:xfrm>
            <a:custGeom>
              <a:rect b="b" l="l" r="r" t="t"/>
              <a:pathLst>
                <a:path extrusionOk="0" h="6281" w="6444">
                  <a:moveTo>
                    <a:pt x="1" y="0"/>
                  </a:moveTo>
                  <a:cubicBezTo>
                    <a:pt x="229" y="2058"/>
                    <a:pt x="256" y="4215"/>
                    <a:pt x="1" y="6281"/>
                  </a:cubicBezTo>
                  <a:lnTo>
                    <a:pt x="6281" y="6281"/>
                  </a:lnTo>
                  <a:cubicBezTo>
                    <a:pt x="6443" y="4401"/>
                    <a:pt x="6423" y="2283"/>
                    <a:pt x="628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 name="Google Shape;915;p33"/>
            <p:cNvSpPr/>
            <p:nvPr/>
          </p:nvSpPr>
          <p:spPr>
            <a:xfrm>
              <a:off x="2273036" y="3521398"/>
              <a:ext cx="5620250" cy="5485799"/>
            </a:xfrm>
            <a:custGeom>
              <a:rect b="b" l="l" r="r" t="t"/>
              <a:pathLst>
                <a:path extrusionOk="0" h="6325" w="6480">
                  <a:moveTo>
                    <a:pt x="6283" y="44"/>
                  </a:moveTo>
                  <a:cubicBezTo>
                    <a:pt x="6381" y="1133"/>
                    <a:pt x="6436" y="2207"/>
                    <a:pt x="6436" y="3261"/>
                  </a:cubicBezTo>
                  <a:cubicBezTo>
                    <a:pt x="6436" y="4284"/>
                    <a:pt x="6385" y="5293"/>
                    <a:pt x="6283" y="6281"/>
                  </a:cubicBezTo>
                  <a:lnTo>
                    <a:pt x="47" y="6281"/>
                  </a:lnTo>
                  <a:cubicBezTo>
                    <a:pt x="159" y="5366"/>
                    <a:pt x="205" y="4428"/>
                    <a:pt x="205" y="3486"/>
                  </a:cubicBezTo>
                  <a:cubicBezTo>
                    <a:pt x="205" y="2334"/>
                    <a:pt x="140" y="1176"/>
                    <a:pt x="46" y="44"/>
                  </a:cubicBezTo>
                  <a:close/>
                  <a:moveTo>
                    <a:pt x="21" y="0"/>
                  </a:moveTo>
                  <a:cubicBezTo>
                    <a:pt x="16" y="0"/>
                    <a:pt x="8" y="0"/>
                    <a:pt x="4" y="8"/>
                  </a:cubicBezTo>
                  <a:cubicBezTo>
                    <a:pt x="1" y="11"/>
                    <a:pt x="1" y="15"/>
                    <a:pt x="1" y="24"/>
                  </a:cubicBezTo>
                  <a:cubicBezTo>
                    <a:pt x="95" y="1159"/>
                    <a:pt x="163" y="2326"/>
                    <a:pt x="163" y="3486"/>
                  </a:cubicBezTo>
                  <a:cubicBezTo>
                    <a:pt x="163" y="4436"/>
                    <a:pt x="115" y="5378"/>
                    <a:pt x="1" y="6297"/>
                  </a:cubicBezTo>
                  <a:cubicBezTo>
                    <a:pt x="1" y="6305"/>
                    <a:pt x="1" y="6313"/>
                    <a:pt x="4" y="6317"/>
                  </a:cubicBezTo>
                  <a:cubicBezTo>
                    <a:pt x="8" y="6321"/>
                    <a:pt x="16" y="6325"/>
                    <a:pt x="21" y="6325"/>
                  </a:cubicBezTo>
                  <a:lnTo>
                    <a:pt x="6301" y="6325"/>
                  </a:lnTo>
                  <a:cubicBezTo>
                    <a:pt x="6314" y="6325"/>
                    <a:pt x="6321" y="6313"/>
                    <a:pt x="6325" y="6305"/>
                  </a:cubicBezTo>
                  <a:cubicBezTo>
                    <a:pt x="6427" y="5307"/>
                    <a:pt x="6479" y="4294"/>
                    <a:pt x="6479" y="3261"/>
                  </a:cubicBezTo>
                  <a:cubicBezTo>
                    <a:pt x="6479" y="2197"/>
                    <a:pt x="6424" y="1116"/>
                    <a:pt x="6325" y="20"/>
                  </a:cubicBezTo>
                  <a:cubicBezTo>
                    <a:pt x="6321" y="8"/>
                    <a:pt x="6314" y="0"/>
                    <a:pt x="630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6" name="Google Shape;916;p33"/>
            <p:cNvSpPr/>
            <p:nvPr/>
          </p:nvSpPr>
          <p:spPr>
            <a:xfrm>
              <a:off x="8080625" y="6943839"/>
              <a:ext cx="82396" cy="576768"/>
            </a:xfrm>
            <a:custGeom>
              <a:rect b="b" l="l" r="r" t="t"/>
              <a:pathLst>
                <a:path extrusionOk="0" h="665" w="95">
                  <a:moveTo>
                    <a:pt x="69" y="0"/>
                  </a:moveTo>
                  <a:cubicBezTo>
                    <a:pt x="67" y="0"/>
                    <a:pt x="65" y="1"/>
                    <a:pt x="63" y="1"/>
                  </a:cubicBezTo>
                  <a:cubicBezTo>
                    <a:pt x="51" y="1"/>
                    <a:pt x="44" y="9"/>
                    <a:pt x="44" y="25"/>
                  </a:cubicBezTo>
                  <a:cubicBezTo>
                    <a:pt x="47" y="76"/>
                    <a:pt x="51" y="127"/>
                    <a:pt x="51" y="182"/>
                  </a:cubicBezTo>
                  <a:cubicBezTo>
                    <a:pt x="51" y="336"/>
                    <a:pt x="35" y="490"/>
                    <a:pt x="0" y="640"/>
                  </a:cubicBezTo>
                  <a:cubicBezTo>
                    <a:pt x="0" y="652"/>
                    <a:pt x="4" y="664"/>
                    <a:pt x="15" y="664"/>
                  </a:cubicBezTo>
                  <a:cubicBezTo>
                    <a:pt x="17" y="664"/>
                    <a:pt x="19" y="665"/>
                    <a:pt x="21" y="665"/>
                  </a:cubicBezTo>
                  <a:cubicBezTo>
                    <a:pt x="31" y="665"/>
                    <a:pt x="40" y="657"/>
                    <a:pt x="44" y="648"/>
                  </a:cubicBezTo>
                  <a:cubicBezTo>
                    <a:pt x="79" y="493"/>
                    <a:pt x="95" y="336"/>
                    <a:pt x="95" y="182"/>
                  </a:cubicBezTo>
                  <a:cubicBezTo>
                    <a:pt x="95" y="127"/>
                    <a:pt x="91" y="72"/>
                    <a:pt x="86" y="20"/>
                  </a:cubicBezTo>
                  <a:cubicBezTo>
                    <a:pt x="86" y="11"/>
                    <a:pt x="81" y="0"/>
                    <a:pt x="6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 name="Google Shape;917;p33"/>
            <p:cNvSpPr/>
            <p:nvPr/>
          </p:nvSpPr>
          <p:spPr>
            <a:xfrm>
              <a:off x="8080625" y="7904829"/>
              <a:ext cx="58978" cy="424987"/>
            </a:xfrm>
            <a:custGeom>
              <a:rect b="b" l="l" r="r" t="t"/>
              <a:pathLst>
                <a:path extrusionOk="0" h="490" w="68">
                  <a:moveTo>
                    <a:pt x="20" y="1"/>
                  </a:moveTo>
                  <a:cubicBezTo>
                    <a:pt x="8" y="1"/>
                    <a:pt x="0" y="13"/>
                    <a:pt x="0" y="24"/>
                  </a:cubicBezTo>
                  <a:cubicBezTo>
                    <a:pt x="4" y="91"/>
                    <a:pt x="11" y="139"/>
                    <a:pt x="15" y="179"/>
                  </a:cubicBezTo>
                  <a:cubicBezTo>
                    <a:pt x="20" y="218"/>
                    <a:pt x="24" y="249"/>
                    <a:pt x="24" y="281"/>
                  </a:cubicBezTo>
                  <a:cubicBezTo>
                    <a:pt x="24" y="324"/>
                    <a:pt x="20" y="375"/>
                    <a:pt x="0" y="462"/>
                  </a:cubicBezTo>
                  <a:cubicBezTo>
                    <a:pt x="0" y="474"/>
                    <a:pt x="4" y="486"/>
                    <a:pt x="15" y="490"/>
                  </a:cubicBezTo>
                  <a:cubicBezTo>
                    <a:pt x="28" y="490"/>
                    <a:pt x="39" y="482"/>
                    <a:pt x="44" y="470"/>
                  </a:cubicBezTo>
                  <a:cubicBezTo>
                    <a:pt x="63" y="384"/>
                    <a:pt x="67" y="328"/>
                    <a:pt x="67" y="281"/>
                  </a:cubicBezTo>
                  <a:cubicBezTo>
                    <a:pt x="67" y="246"/>
                    <a:pt x="63" y="214"/>
                    <a:pt x="59" y="175"/>
                  </a:cubicBezTo>
                  <a:cubicBezTo>
                    <a:pt x="55" y="135"/>
                    <a:pt x="47" y="88"/>
                    <a:pt x="44" y="20"/>
                  </a:cubicBezTo>
                  <a:cubicBezTo>
                    <a:pt x="44" y="9"/>
                    <a:pt x="31" y="1"/>
                    <a:pt x="2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8" name="Google Shape;918;p33"/>
            <p:cNvSpPr/>
            <p:nvPr/>
          </p:nvSpPr>
          <p:spPr>
            <a:xfrm>
              <a:off x="1989422" y="3400841"/>
              <a:ext cx="85865" cy="614063"/>
            </a:xfrm>
            <a:custGeom>
              <a:rect b="b" l="l" r="r" t="t"/>
              <a:pathLst>
                <a:path extrusionOk="0" h="708" w="99">
                  <a:moveTo>
                    <a:pt x="28" y="0"/>
                  </a:moveTo>
                  <a:cubicBezTo>
                    <a:pt x="27" y="0"/>
                    <a:pt x="25" y="0"/>
                    <a:pt x="24" y="1"/>
                  </a:cubicBezTo>
                  <a:cubicBezTo>
                    <a:pt x="12" y="1"/>
                    <a:pt x="0" y="12"/>
                    <a:pt x="4" y="25"/>
                  </a:cubicBezTo>
                  <a:cubicBezTo>
                    <a:pt x="20" y="245"/>
                    <a:pt x="35" y="467"/>
                    <a:pt x="51" y="687"/>
                  </a:cubicBezTo>
                  <a:cubicBezTo>
                    <a:pt x="55" y="697"/>
                    <a:pt x="62" y="708"/>
                    <a:pt x="71" y="708"/>
                  </a:cubicBezTo>
                  <a:cubicBezTo>
                    <a:pt x="72" y="708"/>
                    <a:pt x="74" y="707"/>
                    <a:pt x="75" y="707"/>
                  </a:cubicBezTo>
                  <a:cubicBezTo>
                    <a:pt x="87" y="707"/>
                    <a:pt x="99" y="698"/>
                    <a:pt x="95" y="687"/>
                  </a:cubicBezTo>
                  <a:cubicBezTo>
                    <a:pt x="79" y="462"/>
                    <a:pt x="64" y="241"/>
                    <a:pt x="48" y="21"/>
                  </a:cubicBezTo>
                  <a:cubicBezTo>
                    <a:pt x="44" y="10"/>
                    <a:pt x="37" y="0"/>
                    <a:pt x="2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 name="Google Shape;919;p33"/>
            <p:cNvSpPr/>
            <p:nvPr/>
          </p:nvSpPr>
          <p:spPr>
            <a:xfrm>
              <a:off x="2033655" y="4362698"/>
              <a:ext cx="38162" cy="229840"/>
            </a:xfrm>
            <a:custGeom>
              <a:rect b="b" l="l" r="r" t="t"/>
              <a:pathLst>
                <a:path extrusionOk="0" h="265" w="44">
                  <a:moveTo>
                    <a:pt x="24" y="0"/>
                  </a:moveTo>
                  <a:cubicBezTo>
                    <a:pt x="8" y="0"/>
                    <a:pt x="0" y="12"/>
                    <a:pt x="0" y="24"/>
                  </a:cubicBezTo>
                  <a:lnTo>
                    <a:pt x="0" y="244"/>
                  </a:lnTo>
                  <a:cubicBezTo>
                    <a:pt x="0" y="257"/>
                    <a:pt x="8" y="264"/>
                    <a:pt x="24" y="264"/>
                  </a:cubicBezTo>
                  <a:cubicBezTo>
                    <a:pt x="36" y="264"/>
                    <a:pt x="44" y="257"/>
                    <a:pt x="44" y="244"/>
                  </a:cubicBezTo>
                  <a:lnTo>
                    <a:pt x="44" y="24"/>
                  </a:lnTo>
                  <a:cubicBezTo>
                    <a:pt x="44" y="12"/>
                    <a:pt x="36" y="0"/>
                    <a:pt x="2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 name="Google Shape;920;p33"/>
            <p:cNvSpPr/>
            <p:nvPr/>
          </p:nvSpPr>
          <p:spPr>
            <a:xfrm>
              <a:off x="2188039" y="9214481"/>
              <a:ext cx="37295" cy="155250"/>
            </a:xfrm>
            <a:custGeom>
              <a:rect b="b" l="l" r="r" t="t"/>
              <a:pathLst>
                <a:path extrusionOk="0" h="179" w="43">
                  <a:moveTo>
                    <a:pt x="24" y="1"/>
                  </a:moveTo>
                  <a:cubicBezTo>
                    <a:pt x="12" y="1"/>
                    <a:pt x="0" y="13"/>
                    <a:pt x="0" y="25"/>
                  </a:cubicBezTo>
                  <a:lnTo>
                    <a:pt x="0" y="155"/>
                  </a:lnTo>
                  <a:cubicBezTo>
                    <a:pt x="0" y="167"/>
                    <a:pt x="12" y="179"/>
                    <a:pt x="24" y="179"/>
                  </a:cubicBezTo>
                  <a:cubicBezTo>
                    <a:pt x="35" y="179"/>
                    <a:pt x="43" y="167"/>
                    <a:pt x="43" y="155"/>
                  </a:cubicBezTo>
                  <a:lnTo>
                    <a:pt x="43" y="25"/>
                  </a:lnTo>
                  <a:cubicBezTo>
                    <a:pt x="43" y="13"/>
                    <a:pt x="35" y="1"/>
                    <a:pt x="2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 name="Google Shape;921;p33"/>
            <p:cNvSpPr/>
            <p:nvPr/>
          </p:nvSpPr>
          <p:spPr>
            <a:xfrm>
              <a:off x="2070950" y="8407874"/>
              <a:ext cx="39030" cy="229840"/>
            </a:xfrm>
            <a:custGeom>
              <a:rect b="b" l="l" r="r" t="t"/>
              <a:pathLst>
                <a:path extrusionOk="0" h="265" w="45">
                  <a:moveTo>
                    <a:pt x="25" y="1"/>
                  </a:moveTo>
                  <a:cubicBezTo>
                    <a:pt x="12" y="1"/>
                    <a:pt x="1" y="8"/>
                    <a:pt x="1" y="21"/>
                  </a:cubicBezTo>
                  <a:lnTo>
                    <a:pt x="1" y="241"/>
                  </a:lnTo>
                  <a:cubicBezTo>
                    <a:pt x="1" y="253"/>
                    <a:pt x="12" y="265"/>
                    <a:pt x="25" y="265"/>
                  </a:cubicBezTo>
                  <a:cubicBezTo>
                    <a:pt x="36" y="265"/>
                    <a:pt x="44" y="253"/>
                    <a:pt x="44" y="241"/>
                  </a:cubicBezTo>
                  <a:lnTo>
                    <a:pt x="44" y="21"/>
                  </a:lnTo>
                  <a:cubicBezTo>
                    <a:pt x="44" y="8"/>
                    <a:pt x="36" y="1"/>
                    <a:pt x="2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 name="Google Shape;922;p33"/>
            <p:cNvSpPr/>
            <p:nvPr/>
          </p:nvSpPr>
          <p:spPr>
            <a:xfrm>
              <a:off x="6606177" y="3948987"/>
              <a:ext cx="801406" cy="821352"/>
            </a:xfrm>
            <a:custGeom>
              <a:rect b="b" l="l" r="r" t="t"/>
              <a:pathLst>
                <a:path extrusionOk="0" h="947" w="924">
                  <a:moveTo>
                    <a:pt x="706" y="1"/>
                  </a:moveTo>
                  <a:cubicBezTo>
                    <a:pt x="590" y="1"/>
                    <a:pt x="484" y="109"/>
                    <a:pt x="419" y="205"/>
                  </a:cubicBezTo>
                  <a:cubicBezTo>
                    <a:pt x="414" y="130"/>
                    <a:pt x="359" y="59"/>
                    <a:pt x="284" y="31"/>
                  </a:cubicBezTo>
                  <a:cubicBezTo>
                    <a:pt x="264" y="25"/>
                    <a:pt x="243" y="22"/>
                    <a:pt x="221" y="22"/>
                  </a:cubicBezTo>
                  <a:cubicBezTo>
                    <a:pt x="199" y="22"/>
                    <a:pt x="178" y="25"/>
                    <a:pt x="158" y="31"/>
                  </a:cubicBezTo>
                  <a:cubicBezTo>
                    <a:pt x="126" y="43"/>
                    <a:pt x="95" y="63"/>
                    <a:pt x="71" y="86"/>
                  </a:cubicBezTo>
                  <a:cubicBezTo>
                    <a:pt x="35" y="130"/>
                    <a:pt x="17" y="185"/>
                    <a:pt x="12" y="237"/>
                  </a:cubicBezTo>
                  <a:cubicBezTo>
                    <a:pt x="0" y="383"/>
                    <a:pt x="83" y="521"/>
                    <a:pt x="177" y="634"/>
                  </a:cubicBezTo>
                  <a:cubicBezTo>
                    <a:pt x="272" y="749"/>
                    <a:pt x="379" y="856"/>
                    <a:pt x="497" y="947"/>
                  </a:cubicBezTo>
                  <a:cubicBezTo>
                    <a:pt x="561" y="832"/>
                    <a:pt x="667" y="734"/>
                    <a:pt x="738" y="619"/>
                  </a:cubicBezTo>
                  <a:cubicBezTo>
                    <a:pt x="801" y="516"/>
                    <a:pt x="883" y="418"/>
                    <a:pt x="907" y="295"/>
                  </a:cubicBezTo>
                  <a:cubicBezTo>
                    <a:pt x="923" y="201"/>
                    <a:pt x="899" y="95"/>
                    <a:pt x="821" y="39"/>
                  </a:cubicBezTo>
                  <a:cubicBezTo>
                    <a:pt x="782" y="12"/>
                    <a:pt x="744" y="1"/>
                    <a:pt x="70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3" name="Google Shape;923;p33"/>
            <p:cNvSpPr/>
            <p:nvPr/>
          </p:nvSpPr>
          <p:spPr>
            <a:xfrm>
              <a:off x="6599239" y="3931640"/>
              <a:ext cx="817885" cy="855178"/>
            </a:xfrm>
            <a:custGeom>
              <a:rect b="b" l="l" r="r" t="t"/>
              <a:pathLst>
                <a:path extrusionOk="0" h="986" w="943">
                  <a:moveTo>
                    <a:pt x="714" y="44"/>
                  </a:moveTo>
                  <a:cubicBezTo>
                    <a:pt x="749" y="44"/>
                    <a:pt x="782" y="51"/>
                    <a:pt x="817" y="79"/>
                  </a:cubicBezTo>
                  <a:cubicBezTo>
                    <a:pt x="844" y="99"/>
                    <a:pt x="864" y="122"/>
                    <a:pt x="876" y="154"/>
                  </a:cubicBezTo>
                  <a:cubicBezTo>
                    <a:pt x="891" y="186"/>
                    <a:pt x="895" y="221"/>
                    <a:pt x="895" y="257"/>
                  </a:cubicBezTo>
                  <a:cubicBezTo>
                    <a:pt x="895" y="276"/>
                    <a:pt x="895" y="292"/>
                    <a:pt x="891" y="312"/>
                  </a:cubicBezTo>
                  <a:cubicBezTo>
                    <a:pt x="880" y="370"/>
                    <a:pt x="856" y="422"/>
                    <a:pt x="824" y="473"/>
                  </a:cubicBezTo>
                  <a:cubicBezTo>
                    <a:pt x="797" y="525"/>
                    <a:pt x="762" y="576"/>
                    <a:pt x="726" y="627"/>
                  </a:cubicBezTo>
                  <a:cubicBezTo>
                    <a:pt x="695" y="683"/>
                    <a:pt x="651" y="734"/>
                    <a:pt x="607" y="789"/>
                  </a:cubicBezTo>
                  <a:cubicBezTo>
                    <a:pt x="570" y="833"/>
                    <a:pt x="533" y="881"/>
                    <a:pt x="500" y="931"/>
                  </a:cubicBezTo>
                  <a:lnTo>
                    <a:pt x="500" y="931"/>
                  </a:lnTo>
                  <a:cubicBezTo>
                    <a:pt x="390" y="847"/>
                    <a:pt x="290" y="747"/>
                    <a:pt x="201" y="639"/>
                  </a:cubicBezTo>
                  <a:cubicBezTo>
                    <a:pt x="158" y="588"/>
                    <a:pt x="119" y="528"/>
                    <a:pt x="91" y="470"/>
                  </a:cubicBezTo>
                  <a:cubicBezTo>
                    <a:pt x="60" y="410"/>
                    <a:pt x="43" y="347"/>
                    <a:pt x="43" y="284"/>
                  </a:cubicBezTo>
                  <a:lnTo>
                    <a:pt x="43" y="261"/>
                  </a:lnTo>
                  <a:cubicBezTo>
                    <a:pt x="48" y="209"/>
                    <a:pt x="63" y="157"/>
                    <a:pt x="96" y="122"/>
                  </a:cubicBezTo>
                  <a:cubicBezTo>
                    <a:pt x="114" y="99"/>
                    <a:pt x="143" y="83"/>
                    <a:pt x="170" y="75"/>
                  </a:cubicBezTo>
                  <a:cubicBezTo>
                    <a:pt x="190" y="68"/>
                    <a:pt x="214" y="63"/>
                    <a:pt x="233" y="63"/>
                  </a:cubicBezTo>
                  <a:cubicBezTo>
                    <a:pt x="249" y="63"/>
                    <a:pt x="269" y="68"/>
                    <a:pt x="285" y="71"/>
                  </a:cubicBezTo>
                  <a:cubicBezTo>
                    <a:pt x="320" y="83"/>
                    <a:pt x="347" y="106"/>
                    <a:pt x="367" y="134"/>
                  </a:cubicBezTo>
                  <a:cubicBezTo>
                    <a:pt x="391" y="162"/>
                    <a:pt x="403" y="193"/>
                    <a:pt x="407" y="228"/>
                  </a:cubicBezTo>
                  <a:cubicBezTo>
                    <a:pt x="407" y="237"/>
                    <a:pt x="414" y="244"/>
                    <a:pt x="422" y="248"/>
                  </a:cubicBezTo>
                  <a:cubicBezTo>
                    <a:pt x="431" y="248"/>
                    <a:pt x="442" y="244"/>
                    <a:pt x="446" y="237"/>
                  </a:cubicBezTo>
                  <a:cubicBezTo>
                    <a:pt x="478" y="193"/>
                    <a:pt x="521" y="142"/>
                    <a:pt x="569" y="103"/>
                  </a:cubicBezTo>
                  <a:cubicBezTo>
                    <a:pt x="588" y="86"/>
                    <a:pt x="616" y="71"/>
                    <a:pt x="640" y="59"/>
                  </a:cubicBezTo>
                  <a:cubicBezTo>
                    <a:pt x="663" y="48"/>
                    <a:pt x="691" y="44"/>
                    <a:pt x="714" y="44"/>
                  </a:cubicBezTo>
                  <a:close/>
                  <a:moveTo>
                    <a:pt x="714" y="0"/>
                  </a:moveTo>
                  <a:cubicBezTo>
                    <a:pt x="682" y="0"/>
                    <a:pt x="651" y="8"/>
                    <a:pt x="624" y="20"/>
                  </a:cubicBezTo>
                  <a:cubicBezTo>
                    <a:pt x="576" y="39"/>
                    <a:pt x="536" y="68"/>
                    <a:pt x="501" y="103"/>
                  </a:cubicBezTo>
                  <a:cubicBezTo>
                    <a:pt x="479" y="125"/>
                    <a:pt x="458" y="149"/>
                    <a:pt x="439" y="173"/>
                  </a:cubicBezTo>
                  <a:lnTo>
                    <a:pt x="439" y="173"/>
                  </a:lnTo>
                  <a:cubicBezTo>
                    <a:pt x="431" y="148"/>
                    <a:pt x="419" y="125"/>
                    <a:pt x="403" y="106"/>
                  </a:cubicBezTo>
                  <a:cubicBezTo>
                    <a:pt x="375" y="71"/>
                    <a:pt x="340" y="48"/>
                    <a:pt x="300" y="32"/>
                  </a:cubicBezTo>
                  <a:cubicBezTo>
                    <a:pt x="276" y="24"/>
                    <a:pt x="253" y="20"/>
                    <a:pt x="233" y="20"/>
                  </a:cubicBezTo>
                  <a:cubicBezTo>
                    <a:pt x="205" y="20"/>
                    <a:pt x="182" y="24"/>
                    <a:pt x="158" y="32"/>
                  </a:cubicBezTo>
                  <a:cubicBezTo>
                    <a:pt x="123" y="44"/>
                    <a:pt x="91" y="68"/>
                    <a:pt x="63" y="95"/>
                  </a:cubicBezTo>
                  <a:cubicBezTo>
                    <a:pt x="25" y="138"/>
                    <a:pt x="5" y="197"/>
                    <a:pt x="1" y="257"/>
                  </a:cubicBezTo>
                  <a:lnTo>
                    <a:pt x="1" y="284"/>
                  </a:lnTo>
                  <a:cubicBezTo>
                    <a:pt x="1" y="355"/>
                    <a:pt x="20" y="426"/>
                    <a:pt x="52" y="489"/>
                  </a:cubicBezTo>
                  <a:cubicBezTo>
                    <a:pt x="83" y="552"/>
                    <a:pt x="123" y="612"/>
                    <a:pt x="166" y="667"/>
                  </a:cubicBezTo>
                  <a:cubicBezTo>
                    <a:pt x="265" y="785"/>
                    <a:pt x="371" y="891"/>
                    <a:pt x="493" y="982"/>
                  </a:cubicBezTo>
                  <a:cubicBezTo>
                    <a:pt x="498" y="985"/>
                    <a:pt x="505" y="985"/>
                    <a:pt x="513" y="985"/>
                  </a:cubicBezTo>
                  <a:cubicBezTo>
                    <a:pt x="517" y="985"/>
                    <a:pt x="521" y="982"/>
                    <a:pt x="525" y="974"/>
                  </a:cubicBezTo>
                  <a:cubicBezTo>
                    <a:pt x="556" y="919"/>
                    <a:pt x="596" y="867"/>
                    <a:pt x="640" y="816"/>
                  </a:cubicBezTo>
                  <a:cubicBezTo>
                    <a:pt x="682" y="761"/>
                    <a:pt x="730" y="710"/>
                    <a:pt x="766" y="650"/>
                  </a:cubicBezTo>
                  <a:cubicBezTo>
                    <a:pt x="797" y="599"/>
                    <a:pt x="833" y="548"/>
                    <a:pt x="864" y="497"/>
                  </a:cubicBezTo>
                  <a:cubicBezTo>
                    <a:pt x="895" y="441"/>
                    <a:pt x="924" y="383"/>
                    <a:pt x="935" y="319"/>
                  </a:cubicBezTo>
                  <a:cubicBezTo>
                    <a:pt x="939" y="299"/>
                    <a:pt x="942" y="276"/>
                    <a:pt x="942" y="257"/>
                  </a:cubicBezTo>
                  <a:cubicBezTo>
                    <a:pt x="942" y="217"/>
                    <a:pt x="935" y="173"/>
                    <a:pt x="919" y="138"/>
                  </a:cubicBezTo>
                  <a:cubicBezTo>
                    <a:pt x="904" y="99"/>
                    <a:pt x="876" y="68"/>
                    <a:pt x="844" y="44"/>
                  </a:cubicBezTo>
                  <a:cubicBezTo>
                    <a:pt x="801" y="12"/>
                    <a:pt x="758" y="0"/>
                    <a:pt x="71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4" name="Google Shape;924;p33"/>
            <p:cNvSpPr/>
            <p:nvPr/>
          </p:nvSpPr>
          <p:spPr>
            <a:xfrm>
              <a:off x="5720641" y="3211765"/>
              <a:ext cx="653961" cy="720743"/>
            </a:xfrm>
            <a:custGeom>
              <a:rect b="b" l="l" r="r" t="t"/>
              <a:pathLst>
                <a:path extrusionOk="0" h="831" w="754">
                  <a:moveTo>
                    <a:pt x="559" y="1"/>
                  </a:moveTo>
                  <a:cubicBezTo>
                    <a:pt x="546" y="1"/>
                    <a:pt x="533" y="2"/>
                    <a:pt x="521" y="6"/>
                  </a:cubicBezTo>
                  <a:cubicBezTo>
                    <a:pt x="434" y="30"/>
                    <a:pt x="403" y="121"/>
                    <a:pt x="375" y="195"/>
                  </a:cubicBezTo>
                  <a:cubicBezTo>
                    <a:pt x="351" y="156"/>
                    <a:pt x="328" y="117"/>
                    <a:pt x="292" y="85"/>
                  </a:cubicBezTo>
                  <a:cubicBezTo>
                    <a:pt x="260" y="56"/>
                    <a:pt x="215" y="38"/>
                    <a:pt x="172" y="38"/>
                  </a:cubicBezTo>
                  <a:cubicBezTo>
                    <a:pt x="162" y="38"/>
                    <a:pt x="152" y="39"/>
                    <a:pt x="142" y="41"/>
                  </a:cubicBezTo>
                  <a:cubicBezTo>
                    <a:pt x="55" y="57"/>
                    <a:pt x="0" y="156"/>
                    <a:pt x="8" y="246"/>
                  </a:cubicBezTo>
                  <a:cubicBezTo>
                    <a:pt x="12" y="337"/>
                    <a:pt x="63" y="416"/>
                    <a:pt x="110" y="491"/>
                  </a:cubicBezTo>
                  <a:cubicBezTo>
                    <a:pt x="197" y="614"/>
                    <a:pt x="288" y="723"/>
                    <a:pt x="390" y="830"/>
                  </a:cubicBezTo>
                  <a:cubicBezTo>
                    <a:pt x="521" y="692"/>
                    <a:pt x="650" y="546"/>
                    <a:pt x="714" y="368"/>
                  </a:cubicBezTo>
                  <a:cubicBezTo>
                    <a:pt x="741" y="286"/>
                    <a:pt x="754" y="199"/>
                    <a:pt x="721" y="121"/>
                  </a:cubicBezTo>
                  <a:cubicBezTo>
                    <a:pt x="695" y="53"/>
                    <a:pt x="628" y="1"/>
                    <a:pt x="55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 name="Google Shape;925;p33"/>
            <p:cNvSpPr/>
            <p:nvPr/>
          </p:nvSpPr>
          <p:spPr>
            <a:xfrm>
              <a:off x="5706764" y="3192684"/>
              <a:ext cx="674777" cy="759772"/>
            </a:xfrm>
            <a:custGeom>
              <a:rect b="b" l="l" r="r" t="t"/>
              <a:pathLst>
                <a:path extrusionOk="0" h="876" w="778">
                  <a:moveTo>
                    <a:pt x="572" y="44"/>
                  </a:moveTo>
                  <a:cubicBezTo>
                    <a:pt x="604" y="44"/>
                    <a:pt x="631" y="55"/>
                    <a:pt x="659" y="75"/>
                  </a:cubicBezTo>
                  <a:cubicBezTo>
                    <a:pt x="683" y="95"/>
                    <a:pt x="706" y="123"/>
                    <a:pt x="718" y="150"/>
                  </a:cubicBezTo>
                  <a:cubicBezTo>
                    <a:pt x="730" y="181"/>
                    <a:pt x="734" y="214"/>
                    <a:pt x="734" y="245"/>
                  </a:cubicBezTo>
                  <a:cubicBezTo>
                    <a:pt x="734" y="288"/>
                    <a:pt x="726" y="336"/>
                    <a:pt x="710" y="383"/>
                  </a:cubicBezTo>
                  <a:cubicBezTo>
                    <a:pt x="649" y="549"/>
                    <a:pt x="530" y="687"/>
                    <a:pt x="406" y="820"/>
                  </a:cubicBezTo>
                  <a:lnTo>
                    <a:pt x="406" y="820"/>
                  </a:lnTo>
                  <a:cubicBezTo>
                    <a:pt x="311" y="722"/>
                    <a:pt x="225" y="613"/>
                    <a:pt x="146" y="501"/>
                  </a:cubicBezTo>
                  <a:cubicBezTo>
                    <a:pt x="122" y="465"/>
                    <a:pt x="95" y="426"/>
                    <a:pt x="79" y="387"/>
                  </a:cubicBezTo>
                  <a:cubicBezTo>
                    <a:pt x="60" y="347"/>
                    <a:pt x="48" y="308"/>
                    <a:pt x="44" y="268"/>
                  </a:cubicBezTo>
                  <a:lnTo>
                    <a:pt x="44" y="257"/>
                  </a:lnTo>
                  <a:cubicBezTo>
                    <a:pt x="44" y="217"/>
                    <a:pt x="55" y="178"/>
                    <a:pt x="79" y="146"/>
                  </a:cubicBezTo>
                  <a:cubicBezTo>
                    <a:pt x="99" y="115"/>
                    <a:pt x="126" y="91"/>
                    <a:pt x="162" y="83"/>
                  </a:cubicBezTo>
                  <a:cubicBezTo>
                    <a:pt x="170" y="79"/>
                    <a:pt x="178" y="79"/>
                    <a:pt x="190" y="79"/>
                  </a:cubicBezTo>
                  <a:cubicBezTo>
                    <a:pt x="225" y="79"/>
                    <a:pt x="264" y="95"/>
                    <a:pt x="292" y="123"/>
                  </a:cubicBezTo>
                  <a:cubicBezTo>
                    <a:pt x="328" y="150"/>
                    <a:pt x="348" y="190"/>
                    <a:pt x="371" y="229"/>
                  </a:cubicBezTo>
                  <a:cubicBezTo>
                    <a:pt x="375" y="237"/>
                    <a:pt x="383" y="241"/>
                    <a:pt x="391" y="241"/>
                  </a:cubicBezTo>
                  <a:cubicBezTo>
                    <a:pt x="402" y="237"/>
                    <a:pt x="406" y="233"/>
                    <a:pt x="410" y="225"/>
                  </a:cubicBezTo>
                  <a:cubicBezTo>
                    <a:pt x="422" y="186"/>
                    <a:pt x="438" y="146"/>
                    <a:pt x="457" y="115"/>
                  </a:cubicBezTo>
                  <a:cubicBezTo>
                    <a:pt x="470" y="99"/>
                    <a:pt x="481" y="83"/>
                    <a:pt x="497" y="72"/>
                  </a:cubicBezTo>
                  <a:cubicBezTo>
                    <a:pt x="509" y="63"/>
                    <a:pt x="525" y="52"/>
                    <a:pt x="544" y="48"/>
                  </a:cubicBezTo>
                  <a:cubicBezTo>
                    <a:pt x="552" y="44"/>
                    <a:pt x="564" y="44"/>
                    <a:pt x="572" y="44"/>
                  </a:cubicBezTo>
                  <a:close/>
                  <a:moveTo>
                    <a:pt x="572" y="1"/>
                  </a:moveTo>
                  <a:cubicBezTo>
                    <a:pt x="560" y="1"/>
                    <a:pt x="544" y="4"/>
                    <a:pt x="533" y="4"/>
                  </a:cubicBezTo>
                  <a:cubicBezTo>
                    <a:pt x="505" y="12"/>
                    <a:pt x="486" y="24"/>
                    <a:pt x="466" y="39"/>
                  </a:cubicBezTo>
                  <a:cubicBezTo>
                    <a:pt x="442" y="63"/>
                    <a:pt x="422" y="91"/>
                    <a:pt x="406" y="119"/>
                  </a:cubicBezTo>
                  <a:cubicBezTo>
                    <a:pt x="398" y="136"/>
                    <a:pt x="391" y="153"/>
                    <a:pt x="384" y="169"/>
                  </a:cubicBezTo>
                  <a:lnTo>
                    <a:pt x="384" y="169"/>
                  </a:lnTo>
                  <a:cubicBezTo>
                    <a:pt x="368" y="141"/>
                    <a:pt x="351" y="111"/>
                    <a:pt x="324" y="87"/>
                  </a:cubicBezTo>
                  <a:cubicBezTo>
                    <a:pt x="284" y="55"/>
                    <a:pt x="237" y="36"/>
                    <a:pt x="190" y="36"/>
                  </a:cubicBezTo>
                  <a:cubicBezTo>
                    <a:pt x="178" y="36"/>
                    <a:pt x="166" y="36"/>
                    <a:pt x="154" y="39"/>
                  </a:cubicBezTo>
                  <a:cubicBezTo>
                    <a:pt x="102" y="52"/>
                    <a:pt x="67" y="83"/>
                    <a:pt x="40" y="123"/>
                  </a:cubicBezTo>
                  <a:cubicBezTo>
                    <a:pt x="16" y="162"/>
                    <a:pt x="0" y="210"/>
                    <a:pt x="0" y="257"/>
                  </a:cubicBezTo>
                  <a:lnTo>
                    <a:pt x="0" y="268"/>
                  </a:lnTo>
                  <a:cubicBezTo>
                    <a:pt x="4" y="320"/>
                    <a:pt x="20" y="363"/>
                    <a:pt x="40" y="407"/>
                  </a:cubicBezTo>
                  <a:cubicBezTo>
                    <a:pt x="60" y="450"/>
                    <a:pt x="84" y="489"/>
                    <a:pt x="111" y="525"/>
                  </a:cubicBezTo>
                  <a:cubicBezTo>
                    <a:pt x="193" y="647"/>
                    <a:pt x="288" y="761"/>
                    <a:pt x="391" y="867"/>
                  </a:cubicBezTo>
                  <a:cubicBezTo>
                    <a:pt x="395" y="872"/>
                    <a:pt x="402" y="876"/>
                    <a:pt x="406" y="876"/>
                  </a:cubicBezTo>
                  <a:cubicBezTo>
                    <a:pt x="415" y="876"/>
                    <a:pt x="419" y="872"/>
                    <a:pt x="422" y="867"/>
                  </a:cubicBezTo>
                  <a:cubicBezTo>
                    <a:pt x="552" y="726"/>
                    <a:pt x="686" y="580"/>
                    <a:pt x="750" y="394"/>
                  </a:cubicBezTo>
                  <a:cubicBezTo>
                    <a:pt x="765" y="347"/>
                    <a:pt x="777" y="296"/>
                    <a:pt x="777" y="245"/>
                  </a:cubicBezTo>
                  <a:cubicBezTo>
                    <a:pt x="777" y="205"/>
                    <a:pt x="773" y="170"/>
                    <a:pt x="757" y="134"/>
                  </a:cubicBezTo>
                  <a:cubicBezTo>
                    <a:pt x="741" y="95"/>
                    <a:pt x="718" y="63"/>
                    <a:pt x="683" y="39"/>
                  </a:cubicBezTo>
                  <a:cubicBezTo>
                    <a:pt x="651" y="16"/>
                    <a:pt x="612" y="1"/>
                    <a:pt x="57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6" name="Google Shape;926;p33"/>
            <p:cNvSpPr/>
            <p:nvPr/>
          </p:nvSpPr>
          <p:spPr>
            <a:xfrm>
              <a:off x="6828212" y="7702744"/>
              <a:ext cx="760642" cy="909819"/>
            </a:xfrm>
            <a:custGeom>
              <a:rect b="b" l="l" r="r" t="t"/>
              <a:pathLst>
                <a:path extrusionOk="0" h="1049" w="877">
                  <a:moveTo>
                    <a:pt x="708" y="1"/>
                  </a:moveTo>
                  <a:cubicBezTo>
                    <a:pt x="646" y="1"/>
                    <a:pt x="581" y="31"/>
                    <a:pt x="541" y="80"/>
                  </a:cubicBezTo>
                  <a:cubicBezTo>
                    <a:pt x="474" y="163"/>
                    <a:pt x="462" y="273"/>
                    <a:pt x="462" y="380"/>
                  </a:cubicBezTo>
                  <a:cubicBezTo>
                    <a:pt x="438" y="273"/>
                    <a:pt x="371" y="182"/>
                    <a:pt x="276" y="128"/>
                  </a:cubicBezTo>
                  <a:cubicBezTo>
                    <a:pt x="245" y="111"/>
                    <a:pt x="208" y="98"/>
                    <a:pt x="172" y="98"/>
                  </a:cubicBezTo>
                  <a:cubicBezTo>
                    <a:pt x="163" y="98"/>
                    <a:pt x="155" y="99"/>
                    <a:pt x="147" y="100"/>
                  </a:cubicBezTo>
                  <a:cubicBezTo>
                    <a:pt x="44" y="120"/>
                    <a:pt x="1" y="246"/>
                    <a:pt x="1" y="348"/>
                  </a:cubicBezTo>
                  <a:cubicBezTo>
                    <a:pt x="5" y="537"/>
                    <a:pt x="96" y="711"/>
                    <a:pt x="210" y="857"/>
                  </a:cubicBezTo>
                  <a:cubicBezTo>
                    <a:pt x="253" y="908"/>
                    <a:pt x="336" y="1030"/>
                    <a:pt x="403" y="1047"/>
                  </a:cubicBezTo>
                  <a:cubicBezTo>
                    <a:pt x="409" y="1048"/>
                    <a:pt x="414" y="1048"/>
                    <a:pt x="420" y="1048"/>
                  </a:cubicBezTo>
                  <a:cubicBezTo>
                    <a:pt x="492" y="1048"/>
                    <a:pt x="559" y="960"/>
                    <a:pt x="596" y="912"/>
                  </a:cubicBezTo>
                  <a:cubicBezTo>
                    <a:pt x="746" y="715"/>
                    <a:pt x="860" y="486"/>
                    <a:pt x="872" y="242"/>
                  </a:cubicBezTo>
                  <a:cubicBezTo>
                    <a:pt x="876" y="171"/>
                    <a:pt x="868" y="92"/>
                    <a:pt x="820" y="44"/>
                  </a:cubicBezTo>
                  <a:cubicBezTo>
                    <a:pt x="790" y="14"/>
                    <a:pt x="750" y="1"/>
                    <a:pt x="70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7" name="Google Shape;927;p33"/>
            <p:cNvSpPr/>
            <p:nvPr/>
          </p:nvSpPr>
          <p:spPr>
            <a:xfrm>
              <a:off x="6811732" y="7683663"/>
              <a:ext cx="794467" cy="947981"/>
            </a:xfrm>
            <a:custGeom>
              <a:rect b="b" l="l" r="r" t="t"/>
              <a:pathLst>
                <a:path extrusionOk="0" h="1093" w="916">
                  <a:moveTo>
                    <a:pt x="730" y="43"/>
                  </a:moveTo>
                  <a:cubicBezTo>
                    <a:pt x="765" y="43"/>
                    <a:pt x="797" y="55"/>
                    <a:pt x="824" y="79"/>
                  </a:cubicBezTo>
                  <a:cubicBezTo>
                    <a:pt x="839" y="98"/>
                    <a:pt x="852" y="122"/>
                    <a:pt x="859" y="146"/>
                  </a:cubicBezTo>
                  <a:cubicBezTo>
                    <a:pt x="868" y="173"/>
                    <a:pt x="872" y="201"/>
                    <a:pt x="872" y="232"/>
                  </a:cubicBezTo>
                  <a:lnTo>
                    <a:pt x="872" y="260"/>
                  </a:lnTo>
                  <a:cubicBezTo>
                    <a:pt x="856" y="501"/>
                    <a:pt x="745" y="725"/>
                    <a:pt x="599" y="918"/>
                  </a:cubicBezTo>
                  <a:cubicBezTo>
                    <a:pt x="579" y="942"/>
                    <a:pt x="556" y="978"/>
                    <a:pt x="524" y="1005"/>
                  </a:cubicBezTo>
                  <a:cubicBezTo>
                    <a:pt x="513" y="1017"/>
                    <a:pt x="497" y="1029"/>
                    <a:pt x="481" y="1036"/>
                  </a:cubicBezTo>
                  <a:cubicBezTo>
                    <a:pt x="469" y="1045"/>
                    <a:pt x="453" y="1049"/>
                    <a:pt x="442" y="1049"/>
                  </a:cubicBezTo>
                  <a:lnTo>
                    <a:pt x="430" y="1049"/>
                  </a:lnTo>
                  <a:cubicBezTo>
                    <a:pt x="418" y="1045"/>
                    <a:pt x="402" y="1036"/>
                    <a:pt x="382" y="1021"/>
                  </a:cubicBezTo>
                  <a:cubicBezTo>
                    <a:pt x="359" y="1001"/>
                    <a:pt x="331" y="974"/>
                    <a:pt x="308" y="942"/>
                  </a:cubicBezTo>
                  <a:cubicBezTo>
                    <a:pt x="284" y="914"/>
                    <a:pt x="264" y="887"/>
                    <a:pt x="248" y="863"/>
                  </a:cubicBezTo>
                  <a:cubicBezTo>
                    <a:pt x="134" y="721"/>
                    <a:pt x="47" y="552"/>
                    <a:pt x="44" y="370"/>
                  </a:cubicBezTo>
                  <a:lnTo>
                    <a:pt x="44" y="363"/>
                  </a:lnTo>
                  <a:cubicBezTo>
                    <a:pt x="44" y="315"/>
                    <a:pt x="51" y="260"/>
                    <a:pt x="75" y="221"/>
                  </a:cubicBezTo>
                  <a:cubicBezTo>
                    <a:pt x="87" y="201"/>
                    <a:pt x="98" y="181"/>
                    <a:pt x="115" y="169"/>
                  </a:cubicBezTo>
                  <a:cubicBezTo>
                    <a:pt x="130" y="157"/>
                    <a:pt x="146" y="146"/>
                    <a:pt x="169" y="142"/>
                  </a:cubicBezTo>
                  <a:lnTo>
                    <a:pt x="189" y="142"/>
                  </a:lnTo>
                  <a:cubicBezTo>
                    <a:pt x="221" y="142"/>
                    <a:pt x="256" y="153"/>
                    <a:pt x="284" y="169"/>
                  </a:cubicBezTo>
                  <a:cubicBezTo>
                    <a:pt x="371" y="221"/>
                    <a:pt x="437" y="308"/>
                    <a:pt x="457" y="406"/>
                  </a:cubicBezTo>
                  <a:cubicBezTo>
                    <a:pt x="461" y="417"/>
                    <a:pt x="469" y="426"/>
                    <a:pt x="481" y="426"/>
                  </a:cubicBezTo>
                  <a:cubicBezTo>
                    <a:pt x="493" y="421"/>
                    <a:pt x="501" y="414"/>
                    <a:pt x="501" y="402"/>
                  </a:cubicBezTo>
                  <a:cubicBezTo>
                    <a:pt x="501" y="350"/>
                    <a:pt x="504" y="295"/>
                    <a:pt x="517" y="248"/>
                  </a:cubicBezTo>
                  <a:cubicBezTo>
                    <a:pt x="528" y="201"/>
                    <a:pt x="548" y="153"/>
                    <a:pt x="575" y="118"/>
                  </a:cubicBezTo>
                  <a:cubicBezTo>
                    <a:pt x="595" y="95"/>
                    <a:pt x="619" y="75"/>
                    <a:pt x="646" y="63"/>
                  </a:cubicBezTo>
                  <a:cubicBezTo>
                    <a:pt x="674" y="51"/>
                    <a:pt x="702" y="43"/>
                    <a:pt x="730" y="43"/>
                  </a:cubicBezTo>
                  <a:close/>
                  <a:moveTo>
                    <a:pt x="730" y="0"/>
                  </a:moveTo>
                  <a:cubicBezTo>
                    <a:pt x="694" y="0"/>
                    <a:pt x="659" y="8"/>
                    <a:pt x="627" y="24"/>
                  </a:cubicBezTo>
                  <a:cubicBezTo>
                    <a:pt x="595" y="39"/>
                    <a:pt x="568" y="63"/>
                    <a:pt x="544" y="90"/>
                  </a:cubicBezTo>
                  <a:cubicBezTo>
                    <a:pt x="508" y="134"/>
                    <a:pt x="485" y="185"/>
                    <a:pt x="473" y="240"/>
                  </a:cubicBezTo>
                  <a:cubicBezTo>
                    <a:pt x="469" y="258"/>
                    <a:pt x="466" y="276"/>
                    <a:pt x="463" y="295"/>
                  </a:cubicBezTo>
                  <a:lnTo>
                    <a:pt x="463" y="295"/>
                  </a:lnTo>
                  <a:cubicBezTo>
                    <a:pt x="428" y="228"/>
                    <a:pt x="374" y="170"/>
                    <a:pt x="308" y="130"/>
                  </a:cubicBezTo>
                  <a:cubicBezTo>
                    <a:pt x="272" y="114"/>
                    <a:pt x="233" y="98"/>
                    <a:pt x="189" y="98"/>
                  </a:cubicBezTo>
                  <a:lnTo>
                    <a:pt x="162" y="98"/>
                  </a:lnTo>
                  <a:cubicBezTo>
                    <a:pt x="134" y="106"/>
                    <a:pt x="106" y="118"/>
                    <a:pt x="87" y="137"/>
                  </a:cubicBezTo>
                  <a:cubicBezTo>
                    <a:pt x="55" y="161"/>
                    <a:pt x="31" y="201"/>
                    <a:pt x="20" y="240"/>
                  </a:cubicBezTo>
                  <a:cubicBezTo>
                    <a:pt x="4" y="279"/>
                    <a:pt x="0" y="323"/>
                    <a:pt x="0" y="363"/>
                  </a:cubicBezTo>
                  <a:lnTo>
                    <a:pt x="0" y="370"/>
                  </a:lnTo>
                  <a:cubicBezTo>
                    <a:pt x="4" y="568"/>
                    <a:pt x="95" y="745"/>
                    <a:pt x="213" y="891"/>
                  </a:cubicBezTo>
                  <a:cubicBezTo>
                    <a:pt x="233" y="918"/>
                    <a:pt x="264" y="962"/>
                    <a:pt x="300" y="1001"/>
                  </a:cubicBezTo>
                  <a:cubicBezTo>
                    <a:pt x="319" y="1021"/>
                    <a:pt x="339" y="1041"/>
                    <a:pt x="355" y="1056"/>
                  </a:cubicBezTo>
                  <a:cubicBezTo>
                    <a:pt x="375" y="1072"/>
                    <a:pt x="398" y="1084"/>
                    <a:pt x="418" y="1088"/>
                  </a:cubicBezTo>
                  <a:cubicBezTo>
                    <a:pt x="426" y="1092"/>
                    <a:pt x="433" y="1092"/>
                    <a:pt x="442" y="1092"/>
                  </a:cubicBezTo>
                  <a:cubicBezTo>
                    <a:pt x="461" y="1092"/>
                    <a:pt x="485" y="1084"/>
                    <a:pt x="504" y="1076"/>
                  </a:cubicBezTo>
                  <a:cubicBezTo>
                    <a:pt x="532" y="1060"/>
                    <a:pt x="556" y="1036"/>
                    <a:pt x="579" y="1013"/>
                  </a:cubicBezTo>
                  <a:cubicBezTo>
                    <a:pt x="599" y="989"/>
                    <a:pt x="619" y="965"/>
                    <a:pt x="631" y="946"/>
                  </a:cubicBezTo>
                  <a:cubicBezTo>
                    <a:pt x="785" y="749"/>
                    <a:pt x="899" y="516"/>
                    <a:pt x="915" y="264"/>
                  </a:cubicBezTo>
                  <a:lnTo>
                    <a:pt x="915" y="232"/>
                  </a:lnTo>
                  <a:cubicBezTo>
                    <a:pt x="915" y="201"/>
                    <a:pt x="910" y="166"/>
                    <a:pt x="903" y="134"/>
                  </a:cubicBezTo>
                  <a:cubicBezTo>
                    <a:pt x="895" y="102"/>
                    <a:pt x="879" y="75"/>
                    <a:pt x="856" y="51"/>
                  </a:cubicBezTo>
                  <a:cubicBezTo>
                    <a:pt x="821" y="15"/>
                    <a:pt x="773" y="0"/>
                    <a:pt x="73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8" name="Google Shape;928;p33"/>
            <p:cNvSpPr/>
            <p:nvPr/>
          </p:nvSpPr>
          <p:spPr>
            <a:xfrm>
              <a:off x="2696289" y="4054800"/>
              <a:ext cx="575902" cy="588043"/>
            </a:xfrm>
            <a:custGeom>
              <a:rect b="b" l="l" r="r" t="t"/>
              <a:pathLst>
                <a:path extrusionOk="0" h="678" w="664">
                  <a:moveTo>
                    <a:pt x="492" y="0"/>
                  </a:moveTo>
                  <a:cubicBezTo>
                    <a:pt x="471" y="0"/>
                    <a:pt x="451" y="4"/>
                    <a:pt x="432" y="12"/>
                  </a:cubicBezTo>
                  <a:cubicBezTo>
                    <a:pt x="356" y="39"/>
                    <a:pt x="309" y="126"/>
                    <a:pt x="325" y="209"/>
                  </a:cubicBezTo>
                  <a:cubicBezTo>
                    <a:pt x="293" y="146"/>
                    <a:pt x="246" y="91"/>
                    <a:pt x="186" y="55"/>
                  </a:cubicBezTo>
                  <a:cubicBezTo>
                    <a:pt x="163" y="39"/>
                    <a:pt x="139" y="31"/>
                    <a:pt x="116" y="31"/>
                  </a:cubicBezTo>
                  <a:cubicBezTo>
                    <a:pt x="113" y="31"/>
                    <a:pt x="111" y="31"/>
                    <a:pt x="108" y="31"/>
                  </a:cubicBezTo>
                  <a:cubicBezTo>
                    <a:pt x="72" y="31"/>
                    <a:pt x="40" y="57"/>
                    <a:pt x="21" y="91"/>
                  </a:cubicBezTo>
                  <a:cubicBezTo>
                    <a:pt x="1" y="126"/>
                    <a:pt x="1" y="170"/>
                    <a:pt x="6" y="209"/>
                  </a:cubicBezTo>
                  <a:cubicBezTo>
                    <a:pt x="13" y="308"/>
                    <a:pt x="57" y="402"/>
                    <a:pt x="116" y="485"/>
                  </a:cubicBezTo>
                  <a:cubicBezTo>
                    <a:pt x="151" y="536"/>
                    <a:pt x="222" y="643"/>
                    <a:pt x="281" y="670"/>
                  </a:cubicBezTo>
                  <a:cubicBezTo>
                    <a:pt x="293" y="675"/>
                    <a:pt x="305" y="678"/>
                    <a:pt x="316" y="678"/>
                  </a:cubicBezTo>
                  <a:cubicBezTo>
                    <a:pt x="366" y="678"/>
                    <a:pt x="412" y="635"/>
                    <a:pt x="451" y="599"/>
                  </a:cubicBezTo>
                  <a:cubicBezTo>
                    <a:pt x="561" y="501"/>
                    <a:pt x="645" y="370"/>
                    <a:pt x="660" y="221"/>
                  </a:cubicBezTo>
                  <a:cubicBezTo>
                    <a:pt x="663" y="177"/>
                    <a:pt x="660" y="130"/>
                    <a:pt x="640" y="91"/>
                  </a:cubicBezTo>
                  <a:cubicBezTo>
                    <a:pt x="613" y="34"/>
                    <a:pt x="553" y="0"/>
                    <a:pt x="49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9" name="Google Shape;929;p33"/>
            <p:cNvSpPr/>
            <p:nvPr/>
          </p:nvSpPr>
          <p:spPr>
            <a:xfrm>
              <a:off x="2680678" y="4033984"/>
              <a:ext cx="608860" cy="626205"/>
            </a:xfrm>
            <a:custGeom>
              <a:rect b="b" l="l" r="r" t="t"/>
              <a:pathLst>
                <a:path extrusionOk="0" h="722" w="702">
                  <a:moveTo>
                    <a:pt x="508" y="44"/>
                  </a:moveTo>
                  <a:cubicBezTo>
                    <a:pt x="536" y="44"/>
                    <a:pt x="559" y="52"/>
                    <a:pt x="583" y="68"/>
                  </a:cubicBezTo>
                  <a:cubicBezTo>
                    <a:pt x="607" y="79"/>
                    <a:pt x="627" y="99"/>
                    <a:pt x="639" y="123"/>
                  </a:cubicBezTo>
                  <a:cubicBezTo>
                    <a:pt x="650" y="150"/>
                    <a:pt x="658" y="178"/>
                    <a:pt x="658" y="210"/>
                  </a:cubicBezTo>
                  <a:cubicBezTo>
                    <a:pt x="658" y="221"/>
                    <a:pt x="658" y="233"/>
                    <a:pt x="654" y="245"/>
                  </a:cubicBezTo>
                  <a:cubicBezTo>
                    <a:pt x="643" y="383"/>
                    <a:pt x="563" y="513"/>
                    <a:pt x="457" y="603"/>
                  </a:cubicBezTo>
                  <a:cubicBezTo>
                    <a:pt x="437" y="623"/>
                    <a:pt x="414" y="643"/>
                    <a:pt x="394" y="659"/>
                  </a:cubicBezTo>
                  <a:cubicBezTo>
                    <a:pt x="382" y="663"/>
                    <a:pt x="374" y="671"/>
                    <a:pt x="363" y="674"/>
                  </a:cubicBezTo>
                  <a:cubicBezTo>
                    <a:pt x="350" y="678"/>
                    <a:pt x="343" y="678"/>
                    <a:pt x="335" y="678"/>
                  </a:cubicBezTo>
                  <a:cubicBezTo>
                    <a:pt x="323" y="678"/>
                    <a:pt x="315" y="678"/>
                    <a:pt x="308" y="674"/>
                  </a:cubicBezTo>
                  <a:cubicBezTo>
                    <a:pt x="295" y="671"/>
                    <a:pt x="284" y="659"/>
                    <a:pt x="268" y="647"/>
                  </a:cubicBezTo>
                  <a:cubicBezTo>
                    <a:pt x="248" y="627"/>
                    <a:pt x="224" y="600"/>
                    <a:pt x="204" y="572"/>
                  </a:cubicBezTo>
                  <a:cubicBezTo>
                    <a:pt x="185" y="545"/>
                    <a:pt x="166" y="517"/>
                    <a:pt x="150" y="497"/>
                  </a:cubicBezTo>
                  <a:cubicBezTo>
                    <a:pt x="95" y="418"/>
                    <a:pt x="51" y="323"/>
                    <a:pt x="43" y="229"/>
                  </a:cubicBezTo>
                  <a:lnTo>
                    <a:pt x="43" y="205"/>
                  </a:lnTo>
                  <a:cubicBezTo>
                    <a:pt x="43" y="178"/>
                    <a:pt x="47" y="150"/>
                    <a:pt x="59" y="126"/>
                  </a:cubicBezTo>
                  <a:cubicBezTo>
                    <a:pt x="66" y="110"/>
                    <a:pt x="79" y="99"/>
                    <a:pt x="90" y="91"/>
                  </a:cubicBezTo>
                  <a:cubicBezTo>
                    <a:pt x="102" y="79"/>
                    <a:pt x="118" y="75"/>
                    <a:pt x="134" y="75"/>
                  </a:cubicBezTo>
                  <a:cubicBezTo>
                    <a:pt x="150" y="75"/>
                    <a:pt x="173" y="83"/>
                    <a:pt x="193" y="95"/>
                  </a:cubicBezTo>
                  <a:cubicBezTo>
                    <a:pt x="248" y="130"/>
                    <a:pt x="295" y="181"/>
                    <a:pt x="323" y="241"/>
                  </a:cubicBezTo>
                  <a:cubicBezTo>
                    <a:pt x="329" y="249"/>
                    <a:pt x="335" y="254"/>
                    <a:pt x="342" y="254"/>
                  </a:cubicBezTo>
                  <a:cubicBezTo>
                    <a:pt x="345" y="254"/>
                    <a:pt x="347" y="254"/>
                    <a:pt x="350" y="252"/>
                  </a:cubicBezTo>
                  <a:cubicBezTo>
                    <a:pt x="363" y="249"/>
                    <a:pt x="366" y="237"/>
                    <a:pt x="366" y="229"/>
                  </a:cubicBezTo>
                  <a:cubicBezTo>
                    <a:pt x="363" y="217"/>
                    <a:pt x="363" y="210"/>
                    <a:pt x="363" y="201"/>
                  </a:cubicBezTo>
                  <a:cubicBezTo>
                    <a:pt x="363" y="170"/>
                    <a:pt x="370" y="139"/>
                    <a:pt x="390" y="110"/>
                  </a:cubicBezTo>
                  <a:cubicBezTo>
                    <a:pt x="406" y="87"/>
                    <a:pt x="430" y="63"/>
                    <a:pt x="457" y="55"/>
                  </a:cubicBezTo>
                  <a:cubicBezTo>
                    <a:pt x="473" y="48"/>
                    <a:pt x="488" y="44"/>
                    <a:pt x="508" y="44"/>
                  </a:cubicBezTo>
                  <a:close/>
                  <a:moveTo>
                    <a:pt x="508" y="1"/>
                  </a:moveTo>
                  <a:cubicBezTo>
                    <a:pt x="485" y="1"/>
                    <a:pt x="465" y="4"/>
                    <a:pt x="441" y="12"/>
                  </a:cubicBezTo>
                  <a:cubicBezTo>
                    <a:pt x="406" y="28"/>
                    <a:pt x="374" y="55"/>
                    <a:pt x="350" y="87"/>
                  </a:cubicBezTo>
                  <a:cubicBezTo>
                    <a:pt x="338" y="109"/>
                    <a:pt x="329" y="133"/>
                    <a:pt x="324" y="157"/>
                  </a:cubicBezTo>
                  <a:lnTo>
                    <a:pt x="324" y="157"/>
                  </a:lnTo>
                  <a:cubicBezTo>
                    <a:pt x="294" y="119"/>
                    <a:pt x="257" y="86"/>
                    <a:pt x="213" y="59"/>
                  </a:cubicBezTo>
                  <a:cubicBezTo>
                    <a:pt x="193" y="48"/>
                    <a:pt x="166" y="32"/>
                    <a:pt x="134" y="32"/>
                  </a:cubicBezTo>
                  <a:cubicBezTo>
                    <a:pt x="106" y="32"/>
                    <a:pt x="82" y="39"/>
                    <a:pt x="66" y="55"/>
                  </a:cubicBezTo>
                  <a:cubicBezTo>
                    <a:pt x="47" y="68"/>
                    <a:pt x="31" y="87"/>
                    <a:pt x="19" y="107"/>
                  </a:cubicBezTo>
                  <a:cubicBezTo>
                    <a:pt x="4" y="139"/>
                    <a:pt x="0" y="170"/>
                    <a:pt x="0" y="205"/>
                  </a:cubicBezTo>
                  <a:lnTo>
                    <a:pt x="0" y="233"/>
                  </a:lnTo>
                  <a:cubicBezTo>
                    <a:pt x="8" y="339"/>
                    <a:pt x="55" y="438"/>
                    <a:pt x="114" y="521"/>
                  </a:cubicBezTo>
                  <a:cubicBezTo>
                    <a:pt x="134" y="549"/>
                    <a:pt x="161" y="588"/>
                    <a:pt x="189" y="627"/>
                  </a:cubicBezTo>
                  <a:cubicBezTo>
                    <a:pt x="204" y="643"/>
                    <a:pt x="221" y="663"/>
                    <a:pt x="237" y="678"/>
                  </a:cubicBezTo>
                  <a:cubicBezTo>
                    <a:pt x="256" y="694"/>
                    <a:pt x="272" y="707"/>
                    <a:pt x="292" y="714"/>
                  </a:cubicBezTo>
                  <a:cubicBezTo>
                    <a:pt x="303" y="722"/>
                    <a:pt x="319" y="722"/>
                    <a:pt x="335" y="722"/>
                  </a:cubicBezTo>
                  <a:cubicBezTo>
                    <a:pt x="350" y="722"/>
                    <a:pt x="363" y="718"/>
                    <a:pt x="379" y="714"/>
                  </a:cubicBezTo>
                  <a:cubicBezTo>
                    <a:pt x="398" y="707"/>
                    <a:pt x="417" y="694"/>
                    <a:pt x="437" y="678"/>
                  </a:cubicBezTo>
                  <a:cubicBezTo>
                    <a:pt x="453" y="667"/>
                    <a:pt x="469" y="651"/>
                    <a:pt x="485" y="639"/>
                  </a:cubicBezTo>
                  <a:cubicBezTo>
                    <a:pt x="599" y="541"/>
                    <a:pt x="686" y="403"/>
                    <a:pt x="698" y="249"/>
                  </a:cubicBezTo>
                  <a:cubicBezTo>
                    <a:pt x="701" y="233"/>
                    <a:pt x="701" y="221"/>
                    <a:pt x="701" y="210"/>
                  </a:cubicBezTo>
                  <a:cubicBezTo>
                    <a:pt x="701" y="174"/>
                    <a:pt x="694" y="139"/>
                    <a:pt x="678" y="103"/>
                  </a:cubicBezTo>
                  <a:cubicBezTo>
                    <a:pt x="663" y="72"/>
                    <a:pt x="639" y="48"/>
                    <a:pt x="607" y="28"/>
                  </a:cubicBezTo>
                  <a:cubicBezTo>
                    <a:pt x="575" y="12"/>
                    <a:pt x="544" y="1"/>
                    <a:pt x="50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30" name="Google Shape;930;p33"/>
          <p:cNvGrpSpPr/>
          <p:nvPr/>
        </p:nvGrpSpPr>
        <p:grpSpPr>
          <a:xfrm>
            <a:off x="3268523" y="4502700"/>
            <a:ext cx="3625902" cy="4115793"/>
            <a:chOff x="3019863" y="3851573"/>
            <a:chExt cx="4247279" cy="4821124"/>
          </a:xfrm>
        </p:grpSpPr>
        <p:sp>
          <p:nvSpPr>
            <p:cNvPr id="931" name="Google Shape;931;p33"/>
            <p:cNvSpPr/>
            <p:nvPr/>
          </p:nvSpPr>
          <p:spPr>
            <a:xfrm>
              <a:off x="3019863" y="3867257"/>
              <a:ext cx="4247279" cy="3839504"/>
            </a:xfrm>
            <a:custGeom>
              <a:rect b="b" l="l" r="r" t="t"/>
              <a:pathLst>
                <a:path extrusionOk="0" h="5386" w="5958">
                  <a:moveTo>
                    <a:pt x="2795" y="0"/>
                  </a:moveTo>
                  <a:cubicBezTo>
                    <a:pt x="2505" y="0"/>
                    <a:pt x="2214" y="80"/>
                    <a:pt x="1968" y="234"/>
                  </a:cubicBezTo>
                  <a:cubicBezTo>
                    <a:pt x="1593" y="463"/>
                    <a:pt x="1329" y="858"/>
                    <a:pt x="1254" y="1287"/>
                  </a:cubicBezTo>
                  <a:cubicBezTo>
                    <a:pt x="1231" y="1417"/>
                    <a:pt x="1222" y="1559"/>
                    <a:pt x="1164" y="1677"/>
                  </a:cubicBezTo>
                  <a:cubicBezTo>
                    <a:pt x="1045" y="1902"/>
                    <a:pt x="773" y="1997"/>
                    <a:pt x="616" y="2194"/>
                  </a:cubicBezTo>
                  <a:cubicBezTo>
                    <a:pt x="525" y="2308"/>
                    <a:pt x="477" y="2447"/>
                    <a:pt x="461" y="2596"/>
                  </a:cubicBezTo>
                  <a:cubicBezTo>
                    <a:pt x="438" y="2809"/>
                    <a:pt x="477" y="3042"/>
                    <a:pt x="512" y="3255"/>
                  </a:cubicBezTo>
                  <a:cubicBezTo>
                    <a:pt x="521" y="3322"/>
                    <a:pt x="532" y="3393"/>
                    <a:pt x="505" y="3452"/>
                  </a:cubicBezTo>
                  <a:cubicBezTo>
                    <a:pt x="477" y="3507"/>
                    <a:pt x="426" y="3543"/>
                    <a:pt x="383" y="3582"/>
                  </a:cubicBezTo>
                  <a:cubicBezTo>
                    <a:pt x="75" y="3846"/>
                    <a:pt x="0" y="4261"/>
                    <a:pt x="146" y="4627"/>
                  </a:cubicBezTo>
                  <a:cubicBezTo>
                    <a:pt x="394" y="5245"/>
                    <a:pt x="1063" y="5385"/>
                    <a:pt x="1691" y="5385"/>
                  </a:cubicBezTo>
                  <a:cubicBezTo>
                    <a:pt x="1831" y="5385"/>
                    <a:pt x="1970" y="5378"/>
                    <a:pt x="2101" y="5368"/>
                  </a:cubicBezTo>
                  <a:cubicBezTo>
                    <a:pt x="2949" y="5302"/>
                    <a:pt x="3790" y="5164"/>
                    <a:pt x="4614" y="4954"/>
                  </a:cubicBezTo>
                  <a:cubicBezTo>
                    <a:pt x="4866" y="4891"/>
                    <a:pt x="5126" y="4816"/>
                    <a:pt x="5339" y="4667"/>
                  </a:cubicBezTo>
                  <a:cubicBezTo>
                    <a:pt x="5832" y="4316"/>
                    <a:pt x="5958" y="3539"/>
                    <a:pt x="5599" y="3054"/>
                  </a:cubicBezTo>
                  <a:cubicBezTo>
                    <a:pt x="5466" y="2872"/>
                    <a:pt x="5276" y="2731"/>
                    <a:pt x="5189" y="2521"/>
                  </a:cubicBezTo>
                  <a:cubicBezTo>
                    <a:pt x="5082" y="2265"/>
                    <a:pt x="5153" y="1966"/>
                    <a:pt x="5087" y="1693"/>
                  </a:cubicBezTo>
                  <a:cubicBezTo>
                    <a:pt x="5027" y="1449"/>
                    <a:pt x="4851" y="1232"/>
                    <a:pt x="4618" y="1133"/>
                  </a:cubicBezTo>
                  <a:cubicBezTo>
                    <a:pt x="4389" y="1035"/>
                    <a:pt x="4112" y="1031"/>
                    <a:pt x="3939" y="858"/>
                  </a:cubicBezTo>
                  <a:cubicBezTo>
                    <a:pt x="3813" y="727"/>
                    <a:pt x="3777" y="538"/>
                    <a:pt x="3686" y="388"/>
                  </a:cubicBezTo>
                  <a:cubicBezTo>
                    <a:pt x="3581" y="219"/>
                    <a:pt x="3415" y="121"/>
                    <a:pt x="3226" y="61"/>
                  </a:cubicBezTo>
                  <a:cubicBezTo>
                    <a:pt x="3086" y="20"/>
                    <a:pt x="2940" y="0"/>
                    <a:pt x="279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2" name="Google Shape;932;p33"/>
            <p:cNvSpPr/>
            <p:nvPr/>
          </p:nvSpPr>
          <p:spPr>
            <a:xfrm>
              <a:off x="3056220" y="3851573"/>
              <a:ext cx="4118963" cy="3870871"/>
            </a:xfrm>
            <a:custGeom>
              <a:rect b="b" l="l" r="r" t="t"/>
              <a:pathLst>
                <a:path extrusionOk="0" h="5430" w="5778">
                  <a:moveTo>
                    <a:pt x="2741" y="43"/>
                  </a:moveTo>
                  <a:cubicBezTo>
                    <a:pt x="2887" y="43"/>
                    <a:pt x="3033" y="63"/>
                    <a:pt x="3171" y="107"/>
                  </a:cubicBezTo>
                  <a:cubicBezTo>
                    <a:pt x="3262" y="134"/>
                    <a:pt x="3348" y="170"/>
                    <a:pt x="3423" y="225"/>
                  </a:cubicBezTo>
                  <a:cubicBezTo>
                    <a:pt x="3502" y="276"/>
                    <a:pt x="3565" y="339"/>
                    <a:pt x="3617" y="422"/>
                  </a:cubicBezTo>
                  <a:cubicBezTo>
                    <a:pt x="3659" y="493"/>
                    <a:pt x="3691" y="580"/>
                    <a:pt x="3730" y="663"/>
                  </a:cubicBezTo>
                  <a:cubicBezTo>
                    <a:pt x="3766" y="745"/>
                    <a:pt x="3806" y="829"/>
                    <a:pt x="3877" y="895"/>
                  </a:cubicBezTo>
                  <a:cubicBezTo>
                    <a:pt x="3967" y="986"/>
                    <a:pt x="4081" y="1033"/>
                    <a:pt x="4203" y="1065"/>
                  </a:cubicBezTo>
                  <a:cubicBezTo>
                    <a:pt x="4322" y="1100"/>
                    <a:pt x="4448" y="1128"/>
                    <a:pt x="4554" y="1175"/>
                  </a:cubicBezTo>
                  <a:cubicBezTo>
                    <a:pt x="4783" y="1273"/>
                    <a:pt x="4957" y="1483"/>
                    <a:pt x="5016" y="1723"/>
                  </a:cubicBezTo>
                  <a:cubicBezTo>
                    <a:pt x="5047" y="1854"/>
                    <a:pt x="5047" y="1995"/>
                    <a:pt x="5051" y="2137"/>
                  </a:cubicBezTo>
                  <a:cubicBezTo>
                    <a:pt x="5055" y="2276"/>
                    <a:pt x="5064" y="2418"/>
                    <a:pt x="5118" y="2551"/>
                  </a:cubicBezTo>
                  <a:cubicBezTo>
                    <a:pt x="5162" y="2658"/>
                    <a:pt x="5233" y="2749"/>
                    <a:pt x="5308" y="2835"/>
                  </a:cubicBezTo>
                  <a:cubicBezTo>
                    <a:pt x="5382" y="2918"/>
                    <a:pt x="5466" y="3000"/>
                    <a:pt x="5528" y="3088"/>
                  </a:cubicBezTo>
                  <a:cubicBezTo>
                    <a:pt x="5666" y="3273"/>
                    <a:pt x="5734" y="3502"/>
                    <a:pt x="5734" y="3734"/>
                  </a:cubicBezTo>
                  <a:cubicBezTo>
                    <a:pt x="5734" y="4097"/>
                    <a:pt x="5572" y="4460"/>
                    <a:pt x="5276" y="4669"/>
                  </a:cubicBezTo>
                  <a:cubicBezTo>
                    <a:pt x="5067" y="4818"/>
                    <a:pt x="4811" y="4889"/>
                    <a:pt x="4554" y="4957"/>
                  </a:cubicBezTo>
                  <a:cubicBezTo>
                    <a:pt x="3735" y="5162"/>
                    <a:pt x="2895" y="5300"/>
                    <a:pt x="2050" y="5366"/>
                  </a:cubicBezTo>
                  <a:cubicBezTo>
                    <a:pt x="1917" y="5379"/>
                    <a:pt x="1779" y="5386"/>
                    <a:pt x="1637" y="5386"/>
                  </a:cubicBezTo>
                  <a:cubicBezTo>
                    <a:pt x="1325" y="5386"/>
                    <a:pt x="1006" y="5351"/>
                    <a:pt x="734" y="5240"/>
                  </a:cubicBezTo>
                  <a:cubicBezTo>
                    <a:pt x="596" y="5186"/>
                    <a:pt x="474" y="5111"/>
                    <a:pt x="367" y="5011"/>
                  </a:cubicBezTo>
                  <a:cubicBezTo>
                    <a:pt x="265" y="4913"/>
                    <a:pt x="178" y="4795"/>
                    <a:pt x="119" y="4641"/>
                  </a:cubicBezTo>
                  <a:cubicBezTo>
                    <a:pt x="72" y="4523"/>
                    <a:pt x="44" y="4401"/>
                    <a:pt x="44" y="4278"/>
                  </a:cubicBezTo>
                  <a:cubicBezTo>
                    <a:pt x="44" y="4034"/>
                    <a:pt x="143" y="3794"/>
                    <a:pt x="343" y="3620"/>
                  </a:cubicBezTo>
                  <a:cubicBezTo>
                    <a:pt x="367" y="3604"/>
                    <a:pt x="390" y="3584"/>
                    <a:pt x="414" y="3561"/>
                  </a:cubicBezTo>
                  <a:cubicBezTo>
                    <a:pt x="438" y="3541"/>
                    <a:pt x="458" y="3513"/>
                    <a:pt x="474" y="3486"/>
                  </a:cubicBezTo>
                  <a:cubicBezTo>
                    <a:pt x="489" y="3450"/>
                    <a:pt x="494" y="3415"/>
                    <a:pt x="494" y="3379"/>
                  </a:cubicBezTo>
                  <a:cubicBezTo>
                    <a:pt x="494" y="3344"/>
                    <a:pt x="489" y="3308"/>
                    <a:pt x="481" y="3273"/>
                  </a:cubicBezTo>
                  <a:cubicBezTo>
                    <a:pt x="454" y="3104"/>
                    <a:pt x="426" y="2926"/>
                    <a:pt x="426" y="2756"/>
                  </a:cubicBezTo>
                  <a:cubicBezTo>
                    <a:pt x="426" y="2709"/>
                    <a:pt x="426" y="2665"/>
                    <a:pt x="434" y="2618"/>
                  </a:cubicBezTo>
                  <a:cubicBezTo>
                    <a:pt x="450" y="2476"/>
                    <a:pt x="494" y="2343"/>
                    <a:pt x="584" y="2228"/>
                  </a:cubicBezTo>
                  <a:cubicBezTo>
                    <a:pt x="659" y="2134"/>
                    <a:pt x="765" y="2063"/>
                    <a:pt x="867" y="1983"/>
                  </a:cubicBezTo>
                  <a:cubicBezTo>
                    <a:pt x="971" y="1908"/>
                    <a:pt x="1069" y="1826"/>
                    <a:pt x="1128" y="1708"/>
                  </a:cubicBezTo>
                  <a:cubicBezTo>
                    <a:pt x="1164" y="1648"/>
                    <a:pt x="1180" y="1581"/>
                    <a:pt x="1191" y="1515"/>
                  </a:cubicBezTo>
                  <a:cubicBezTo>
                    <a:pt x="1203" y="1448"/>
                    <a:pt x="1211" y="1377"/>
                    <a:pt x="1222" y="1313"/>
                  </a:cubicBezTo>
                  <a:cubicBezTo>
                    <a:pt x="1298" y="887"/>
                    <a:pt x="1562" y="501"/>
                    <a:pt x="1928" y="272"/>
                  </a:cubicBezTo>
                  <a:cubicBezTo>
                    <a:pt x="2169" y="123"/>
                    <a:pt x="2457" y="43"/>
                    <a:pt x="2741" y="43"/>
                  </a:cubicBezTo>
                  <a:close/>
                  <a:moveTo>
                    <a:pt x="2741" y="1"/>
                  </a:moveTo>
                  <a:cubicBezTo>
                    <a:pt x="2449" y="1"/>
                    <a:pt x="2154" y="83"/>
                    <a:pt x="1905" y="237"/>
                  </a:cubicBezTo>
                  <a:cubicBezTo>
                    <a:pt x="1526" y="469"/>
                    <a:pt x="1258" y="867"/>
                    <a:pt x="1180" y="1306"/>
                  </a:cubicBezTo>
                  <a:cubicBezTo>
                    <a:pt x="1167" y="1373"/>
                    <a:pt x="1160" y="1439"/>
                    <a:pt x="1148" y="1506"/>
                  </a:cubicBezTo>
                  <a:cubicBezTo>
                    <a:pt x="1136" y="1570"/>
                    <a:pt x="1120" y="1633"/>
                    <a:pt x="1093" y="1688"/>
                  </a:cubicBezTo>
                  <a:cubicBezTo>
                    <a:pt x="1038" y="1794"/>
                    <a:pt x="943" y="1873"/>
                    <a:pt x="840" y="1952"/>
                  </a:cubicBezTo>
                  <a:cubicBezTo>
                    <a:pt x="738" y="2027"/>
                    <a:pt x="631" y="2101"/>
                    <a:pt x="549" y="2201"/>
                  </a:cubicBezTo>
                  <a:cubicBezTo>
                    <a:pt x="450" y="2323"/>
                    <a:pt x="407" y="2465"/>
                    <a:pt x="390" y="2614"/>
                  </a:cubicBezTo>
                  <a:cubicBezTo>
                    <a:pt x="383" y="2662"/>
                    <a:pt x="383" y="2709"/>
                    <a:pt x="383" y="2756"/>
                  </a:cubicBezTo>
                  <a:cubicBezTo>
                    <a:pt x="383" y="2934"/>
                    <a:pt x="410" y="3111"/>
                    <a:pt x="438" y="3281"/>
                  </a:cubicBezTo>
                  <a:cubicBezTo>
                    <a:pt x="446" y="3313"/>
                    <a:pt x="450" y="3348"/>
                    <a:pt x="450" y="3379"/>
                  </a:cubicBezTo>
                  <a:cubicBezTo>
                    <a:pt x="450" y="3411"/>
                    <a:pt x="446" y="3439"/>
                    <a:pt x="434" y="3466"/>
                  </a:cubicBezTo>
                  <a:cubicBezTo>
                    <a:pt x="423" y="3490"/>
                    <a:pt x="403" y="3510"/>
                    <a:pt x="383" y="3529"/>
                  </a:cubicBezTo>
                  <a:cubicBezTo>
                    <a:pt x="363" y="3549"/>
                    <a:pt x="339" y="3568"/>
                    <a:pt x="316" y="3588"/>
                  </a:cubicBezTo>
                  <a:cubicBezTo>
                    <a:pt x="107" y="3770"/>
                    <a:pt x="1" y="4023"/>
                    <a:pt x="1" y="4278"/>
                  </a:cubicBezTo>
                  <a:cubicBezTo>
                    <a:pt x="1" y="4405"/>
                    <a:pt x="28" y="4535"/>
                    <a:pt x="75" y="4657"/>
                  </a:cubicBezTo>
                  <a:cubicBezTo>
                    <a:pt x="139" y="4815"/>
                    <a:pt x="229" y="4940"/>
                    <a:pt x="339" y="5044"/>
                  </a:cubicBezTo>
                  <a:cubicBezTo>
                    <a:pt x="501" y="5197"/>
                    <a:pt x="710" y="5292"/>
                    <a:pt x="935" y="5351"/>
                  </a:cubicBezTo>
                  <a:cubicBezTo>
                    <a:pt x="1160" y="5410"/>
                    <a:pt x="1400" y="5430"/>
                    <a:pt x="1637" y="5430"/>
                  </a:cubicBezTo>
                  <a:cubicBezTo>
                    <a:pt x="1779" y="5430"/>
                    <a:pt x="1921" y="5422"/>
                    <a:pt x="2055" y="5410"/>
                  </a:cubicBezTo>
                  <a:cubicBezTo>
                    <a:pt x="2898" y="5343"/>
                    <a:pt x="3742" y="5205"/>
                    <a:pt x="4567" y="4996"/>
                  </a:cubicBezTo>
                  <a:cubicBezTo>
                    <a:pt x="4823" y="4933"/>
                    <a:pt x="5083" y="4858"/>
                    <a:pt x="5300" y="4704"/>
                  </a:cubicBezTo>
                  <a:cubicBezTo>
                    <a:pt x="5611" y="4487"/>
                    <a:pt x="5777" y="4109"/>
                    <a:pt x="5777" y="3734"/>
                  </a:cubicBezTo>
                  <a:cubicBezTo>
                    <a:pt x="5777" y="3494"/>
                    <a:pt x="5706" y="3257"/>
                    <a:pt x="5564" y="3064"/>
                  </a:cubicBezTo>
                  <a:cubicBezTo>
                    <a:pt x="5497" y="2969"/>
                    <a:pt x="5415" y="2891"/>
                    <a:pt x="5339" y="2804"/>
                  </a:cubicBezTo>
                  <a:cubicBezTo>
                    <a:pt x="5268" y="2721"/>
                    <a:pt x="5202" y="2634"/>
                    <a:pt x="5158" y="2536"/>
                  </a:cubicBezTo>
                  <a:cubicBezTo>
                    <a:pt x="5107" y="2409"/>
                    <a:pt x="5099" y="2276"/>
                    <a:pt x="5095" y="2134"/>
                  </a:cubicBezTo>
                  <a:cubicBezTo>
                    <a:pt x="5091" y="1995"/>
                    <a:pt x="5091" y="1850"/>
                    <a:pt x="5060" y="1712"/>
                  </a:cubicBezTo>
                  <a:cubicBezTo>
                    <a:pt x="4996" y="1459"/>
                    <a:pt x="4811" y="1238"/>
                    <a:pt x="4574" y="1136"/>
                  </a:cubicBezTo>
                  <a:cubicBezTo>
                    <a:pt x="4456" y="1084"/>
                    <a:pt x="4330" y="1060"/>
                    <a:pt x="4216" y="1025"/>
                  </a:cubicBezTo>
                  <a:cubicBezTo>
                    <a:pt x="4097" y="989"/>
                    <a:pt x="3987" y="947"/>
                    <a:pt x="3904" y="864"/>
                  </a:cubicBezTo>
                  <a:cubicBezTo>
                    <a:pt x="3845" y="800"/>
                    <a:pt x="3806" y="725"/>
                    <a:pt x="3770" y="643"/>
                  </a:cubicBezTo>
                  <a:cubicBezTo>
                    <a:pt x="3735" y="564"/>
                    <a:pt x="3703" y="478"/>
                    <a:pt x="3652" y="398"/>
                  </a:cubicBezTo>
                  <a:cubicBezTo>
                    <a:pt x="3600" y="312"/>
                    <a:pt x="3530" y="241"/>
                    <a:pt x="3451" y="185"/>
                  </a:cubicBezTo>
                  <a:cubicBezTo>
                    <a:pt x="3368" y="130"/>
                    <a:pt x="3277" y="90"/>
                    <a:pt x="3182" y="63"/>
                  </a:cubicBezTo>
                  <a:cubicBezTo>
                    <a:pt x="3040" y="19"/>
                    <a:pt x="2891" y="1"/>
                    <a:pt x="2741"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3" name="Google Shape;933;p33"/>
            <p:cNvSpPr/>
            <p:nvPr/>
          </p:nvSpPr>
          <p:spPr>
            <a:xfrm>
              <a:off x="3755544" y="4733391"/>
              <a:ext cx="2693936" cy="3377566"/>
            </a:xfrm>
            <a:custGeom>
              <a:rect b="b" l="l" r="r" t="t"/>
              <a:pathLst>
                <a:path extrusionOk="0" h="4738" w="3779">
                  <a:moveTo>
                    <a:pt x="2073" y="1"/>
                  </a:moveTo>
                  <a:cubicBezTo>
                    <a:pt x="1891" y="1"/>
                    <a:pt x="1711" y="48"/>
                    <a:pt x="1543" y="116"/>
                  </a:cubicBezTo>
                  <a:cubicBezTo>
                    <a:pt x="1322" y="211"/>
                    <a:pt x="1117" y="344"/>
                    <a:pt x="960" y="526"/>
                  </a:cubicBezTo>
                  <a:cubicBezTo>
                    <a:pt x="648" y="877"/>
                    <a:pt x="514" y="1350"/>
                    <a:pt x="565" y="1819"/>
                  </a:cubicBezTo>
                  <a:cubicBezTo>
                    <a:pt x="608" y="2241"/>
                    <a:pt x="821" y="2821"/>
                    <a:pt x="1216" y="3037"/>
                  </a:cubicBezTo>
                  <a:cubicBezTo>
                    <a:pt x="1211" y="3093"/>
                    <a:pt x="1211" y="3148"/>
                    <a:pt x="1208" y="3203"/>
                  </a:cubicBezTo>
                  <a:cubicBezTo>
                    <a:pt x="1192" y="3452"/>
                    <a:pt x="1180" y="3700"/>
                    <a:pt x="1164" y="3949"/>
                  </a:cubicBezTo>
                  <a:cubicBezTo>
                    <a:pt x="1164" y="3948"/>
                    <a:pt x="1163" y="3948"/>
                    <a:pt x="1161" y="3948"/>
                  </a:cubicBezTo>
                  <a:cubicBezTo>
                    <a:pt x="1121" y="3948"/>
                    <a:pt x="717" y="4056"/>
                    <a:pt x="676" y="4074"/>
                  </a:cubicBezTo>
                  <a:cubicBezTo>
                    <a:pt x="530" y="4149"/>
                    <a:pt x="352" y="4248"/>
                    <a:pt x="226" y="4347"/>
                  </a:cubicBezTo>
                  <a:cubicBezTo>
                    <a:pt x="115" y="4429"/>
                    <a:pt x="37" y="4544"/>
                    <a:pt x="1" y="4674"/>
                  </a:cubicBezTo>
                  <a:cubicBezTo>
                    <a:pt x="636" y="4674"/>
                    <a:pt x="1275" y="4726"/>
                    <a:pt x="1910" y="4737"/>
                  </a:cubicBezTo>
                  <a:cubicBezTo>
                    <a:pt x="1940" y="4737"/>
                    <a:pt x="1970" y="4738"/>
                    <a:pt x="2000" y="4738"/>
                  </a:cubicBezTo>
                  <a:cubicBezTo>
                    <a:pt x="2249" y="4738"/>
                    <a:pt x="2495" y="4725"/>
                    <a:pt x="2742" y="4717"/>
                  </a:cubicBezTo>
                  <a:cubicBezTo>
                    <a:pt x="2994" y="4713"/>
                    <a:pt x="3242" y="4690"/>
                    <a:pt x="3491" y="4678"/>
                  </a:cubicBezTo>
                  <a:cubicBezTo>
                    <a:pt x="3672" y="4670"/>
                    <a:pt x="3779" y="4693"/>
                    <a:pt x="3668" y="4480"/>
                  </a:cubicBezTo>
                  <a:cubicBezTo>
                    <a:pt x="3593" y="4338"/>
                    <a:pt x="3471" y="4229"/>
                    <a:pt x="3333" y="4145"/>
                  </a:cubicBezTo>
                  <a:cubicBezTo>
                    <a:pt x="3144" y="4035"/>
                    <a:pt x="2927" y="3980"/>
                    <a:pt x="2710" y="3933"/>
                  </a:cubicBezTo>
                  <a:cubicBezTo>
                    <a:pt x="2659" y="3921"/>
                    <a:pt x="2600" y="3901"/>
                    <a:pt x="2572" y="3858"/>
                  </a:cubicBezTo>
                  <a:cubicBezTo>
                    <a:pt x="2560" y="3834"/>
                    <a:pt x="2556" y="3807"/>
                    <a:pt x="2552" y="3779"/>
                  </a:cubicBezTo>
                  <a:cubicBezTo>
                    <a:pt x="2529" y="3562"/>
                    <a:pt x="2505" y="3345"/>
                    <a:pt x="2481" y="3128"/>
                  </a:cubicBezTo>
                  <a:cubicBezTo>
                    <a:pt x="2474" y="3077"/>
                    <a:pt x="2470" y="3022"/>
                    <a:pt x="2489" y="2975"/>
                  </a:cubicBezTo>
                  <a:cubicBezTo>
                    <a:pt x="2513" y="2923"/>
                    <a:pt x="2560" y="2892"/>
                    <a:pt x="2603" y="2857"/>
                  </a:cubicBezTo>
                  <a:cubicBezTo>
                    <a:pt x="3124" y="2466"/>
                    <a:pt x="3393" y="1748"/>
                    <a:pt x="3274" y="1113"/>
                  </a:cubicBezTo>
                  <a:cubicBezTo>
                    <a:pt x="3164" y="542"/>
                    <a:pt x="2769" y="60"/>
                    <a:pt x="2166" y="5"/>
                  </a:cubicBezTo>
                  <a:cubicBezTo>
                    <a:pt x="2135" y="2"/>
                    <a:pt x="2104" y="1"/>
                    <a:pt x="2073" y="1"/>
                  </a:cubicBezTo>
                  <a:close/>
                </a:path>
              </a:pathLst>
            </a:custGeom>
            <a:solidFill>
              <a:schemeClr val="accent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4" name="Google Shape;934;p33"/>
            <p:cNvSpPr/>
            <p:nvPr/>
          </p:nvSpPr>
          <p:spPr>
            <a:xfrm>
              <a:off x="3739148" y="4719846"/>
              <a:ext cx="2679678" cy="3404655"/>
            </a:xfrm>
            <a:custGeom>
              <a:rect b="b" l="l" r="r" t="t"/>
              <a:pathLst>
                <a:path extrusionOk="0" h="4776" w="3759">
                  <a:moveTo>
                    <a:pt x="1180" y="3986"/>
                  </a:moveTo>
                  <a:cubicBezTo>
                    <a:pt x="1180" y="3986"/>
                    <a:pt x="1180" y="3986"/>
                    <a:pt x="1180" y="3986"/>
                  </a:cubicBezTo>
                  <a:lnTo>
                    <a:pt x="1180" y="3986"/>
                  </a:lnTo>
                  <a:lnTo>
                    <a:pt x="1179" y="3987"/>
                  </a:lnTo>
                  <a:lnTo>
                    <a:pt x="1179" y="3987"/>
                  </a:lnTo>
                  <a:lnTo>
                    <a:pt x="1180" y="3986"/>
                  </a:lnTo>
                  <a:close/>
                  <a:moveTo>
                    <a:pt x="2095" y="44"/>
                  </a:moveTo>
                  <a:cubicBezTo>
                    <a:pt x="2126" y="44"/>
                    <a:pt x="2157" y="44"/>
                    <a:pt x="2189" y="48"/>
                  </a:cubicBezTo>
                  <a:cubicBezTo>
                    <a:pt x="2481" y="75"/>
                    <a:pt x="2725" y="206"/>
                    <a:pt x="2910" y="399"/>
                  </a:cubicBezTo>
                  <a:cubicBezTo>
                    <a:pt x="3096" y="596"/>
                    <a:pt x="3222" y="852"/>
                    <a:pt x="3274" y="1136"/>
                  </a:cubicBezTo>
                  <a:cubicBezTo>
                    <a:pt x="3293" y="1235"/>
                    <a:pt x="3301" y="1338"/>
                    <a:pt x="3301" y="1440"/>
                  </a:cubicBezTo>
                  <a:cubicBezTo>
                    <a:pt x="3301" y="1980"/>
                    <a:pt x="3045" y="2532"/>
                    <a:pt x="2615" y="2859"/>
                  </a:cubicBezTo>
                  <a:cubicBezTo>
                    <a:pt x="2591" y="2876"/>
                    <a:pt x="2568" y="2891"/>
                    <a:pt x="2548" y="2911"/>
                  </a:cubicBezTo>
                  <a:cubicBezTo>
                    <a:pt x="2524" y="2934"/>
                    <a:pt x="2504" y="2958"/>
                    <a:pt x="2493" y="2985"/>
                  </a:cubicBezTo>
                  <a:cubicBezTo>
                    <a:pt x="2481" y="3013"/>
                    <a:pt x="2477" y="3045"/>
                    <a:pt x="2477" y="3076"/>
                  </a:cubicBezTo>
                  <a:cubicBezTo>
                    <a:pt x="2477" y="3100"/>
                    <a:pt x="2481" y="3123"/>
                    <a:pt x="2481" y="3147"/>
                  </a:cubicBezTo>
                  <a:cubicBezTo>
                    <a:pt x="2504" y="3368"/>
                    <a:pt x="2532" y="3585"/>
                    <a:pt x="2555" y="3802"/>
                  </a:cubicBezTo>
                  <a:cubicBezTo>
                    <a:pt x="2559" y="3826"/>
                    <a:pt x="2559" y="3857"/>
                    <a:pt x="2575" y="3884"/>
                  </a:cubicBezTo>
                  <a:cubicBezTo>
                    <a:pt x="2595" y="3916"/>
                    <a:pt x="2619" y="3932"/>
                    <a:pt x="2646" y="3944"/>
                  </a:cubicBezTo>
                  <a:cubicBezTo>
                    <a:pt x="2674" y="3959"/>
                    <a:pt x="2701" y="3964"/>
                    <a:pt x="2730" y="3971"/>
                  </a:cubicBezTo>
                  <a:cubicBezTo>
                    <a:pt x="2942" y="4022"/>
                    <a:pt x="3159" y="4074"/>
                    <a:pt x="3345" y="4184"/>
                  </a:cubicBezTo>
                  <a:cubicBezTo>
                    <a:pt x="3478" y="4263"/>
                    <a:pt x="3596" y="4374"/>
                    <a:pt x="3671" y="4512"/>
                  </a:cubicBezTo>
                  <a:cubicBezTo>
                    <a:pt x="3687" y="4539"/>
                    <a:pt x="3695" y="4563"/>
                    <a:pt x="3703" y="4583"/>
                  </a:cubicBezTo>
                  <a:cubicBezTo>
                    <a:pt x="3711" y="4603"/>
                    <a:pt x="3715" y="4618"/>
                    <a:pt x="3715" y="4630"/>
                  </a:cubicBezTo>
                  <a:cubicBezTo>
                    <a:pt x="3715" y="4638"/>
                    <a:pt x="3711" y="4641"/>
                    <a:pt x="3711" y="4645"/>
                  </a:cubicBezTo>
                  <a:cubicBezTo>
                    <a:pt x="3711" y="4650"/>
                    <a:pt x="3707" y="4650"/>
                    <a:pt x="3703" y="4654"/>
                  </a:cubicBezTo>
                  <a:cubicBezTo>
                    <a:pt x="3700" y="4657"/>
                    <a:pt x="3695" y="4661"/>
                    <a:pt x="3683" y="4665"/>
                  </a:cubicBezTo>
                  <a:cubicBezTo>
                    <a:pt x="3667" y="4669"/>
                    <a:pt x="3644" y="4674"/>
                    <a:pt x="3612" y="4674"/>
                  </a:cubicBezTo>
                  <a:cubicBezTo>
                    <a:pt x="3585" y="4674"/>
                    <a:pt x="3549" y="4674"/>
                    <a:pt x="3510" y="4677"/>
                  </a:cubicBezTo>
                  <a:cubicBezTo>
                    <a:pt x="3261" y="4689"/>
                    <a:pt x="3013" y="4709"/>
                    <a:pt x="2765" y="4716"/>
                  </a:cubicBezTo>
                  <a:cubicBezTo>
                    <a:pt x="2520" y="4721"/>
                    <a:pt x="2275" y="4732"/>
                    <a:pt x="2031" y="4732"/>
                  </a:cubicBezTo>
                  <a:lnTo>
                    <a:pt x="1933" y="4732"/>
                  </a:lnTo>
                  <a:cubicBezTo>
                    <a:pt x="1307" y="4725"/>
                    <a:pt x="677" y="4674"/>
                    <a:pt x="52" y="4674"/>
                  </a:cubicBezTo>
                  <a:lnTo>
                    <a:pt x="52" y="4674"/>
                  </a:lnTo>
                  <a:cubicBezTo>
                    <a:pt x="91" y="4558"/>
                    <a:pt x="166" y="4455"/>
                    <a:pt x="261" y="4381"/>
                  </a:cubicBezTo>
                  <a:cubicBezTo>
                    <a:pt x="387" y="4287"/>
                    <a:pt x="564" y="4188"/>
                    <a:pt x="710" y="4113"/>
                  </a:cubicBezTo>
                  <a:cubicBezTo>
                    <a:pt x="710" y="4113"/>
                    <a:pt x="714" y="4113"/>
                    <a:pt x="719" y="4110"/>
                  </a:cubicBezTo>
                  <a:cubicBezTo>
                    <a:pt x="737" y="4101"/>
                    <a:pt x="773" y="4093"/>
                    <a:pt x="821" y="4077"/>
                  </a:cubicBezTo>
                  <a:cubicBezTo>
                    <a:pt x="888" y="4058"/>
                    <a:pt x="974" y="4035"/>
                    <a:pt x="1045" y="4019"/>
                  </a:cubicBezTo>
                  <a:cubicBezTo>
                    <a:pt x="1085" y="4011"/>
                    <a:pt x="1116" y="4003"/>
                    <a:pt x="1140" y="3995"/>
                  </a:cubicBezTo>
                  <a:cubicBezTo>
                    <a:pt x="1152" y="3991"/>
                    <a:pt x="1163" y="3991"/>
                    <a:pt x="1172" y="3987"/>
                  </a:cubicBezTo>
                  <a:lnTo>
                    <a:pt x="1187" y="3987"/>
                  </a:lnTo>
                  <a:cubicBezTo>
                    <a:pt x="1199" y="3987"/>
                    <a:pt x="1207" y="3979"/>
                    <a:pt x="1211" y="3968"/>
                  </a:cubicBezTo>
                  <a:cubicBezTo>
                    <a:pt x="1223" y="3719"/>
                    <a:pt x="1239" y="3471"/>
                    <a:pt x="1250" y="3222"/>
                  </a:cubicBezTo>
                  <a:cubicBezTo>
                    <a:pt x="1254" y="3171"/>
                    <a:pt x="1258" y="3116"/>
                    <a:pt x="1263" y="3060"/>
                  </a:cubicBezTo>
                  <a:cubicBezTo>
                    <a:pt x="1263" y="3049"/>
                    <a:pt x="1258" y="3041"/>
                    <a:pt x="1250" y="3036"/>
                  </a:cubicBezTo>
                  <a:cubicBezTo>
                    <a:pt x="1057" y="2934"/>
                    <a:pt x="908" y="2737"/>
                    <a:pt x="801" y="2516"/>
                  </a:cubicBezTo>
                  <a:cubicBezTo>
                    <a:pt x="695" y="2292"/>
                    <a:pt x="631" y="2043"/>
                    <a:pt x="608" y="1835"/>
                  </a:cubicBezTo>
                  <a:cubicBezTo>
                    <a:pt x="600" y="1771"/>
                    <a:pt x="596" y="1708"/>
                    <a:pt x="596" y="1645"/>
                  </a:cubicBezTo>
                  <a:cubicBezTo>
                    <a:pt x="596" y="1247"/>
                    <a:pt x="734" y="856"/>
                    <a:pt x="998" y="557"/>
                  </a:cubicBezTo>
                  <a:cubicBezTo>
                    <a:pt x="1156" y="383"/>
                    <a:pt x="1357" y="245"/>
                    <a:pt x="1574" y="155"/>
                  </a:cubicBezTo>
                  <a:cubicBezTo>
                    <a:pt x="1740" y="88"/>
                    <a:pt x="1917" y="44"/>
                    <a:pt x="2095" y="44"/>
                  </a:cubicBezTo>
                  <a:close/>
                  <a:moveTo>
                    <a:pt x="2095" y="1"/>
                  </a:moveTo>
                  <a:cubicBezTo>
                    <a:pt x="1909" y="1"/>
                    <a:pt x="1727" y="44"/>
                    <a:pt x="1558" y="115"/>
                  </a:cubicBezTo>
                  <a:cubicBezTo>
                    <a:pt x="1334" y="210"/>
                    <a:pt x="1128" y="348"/>
                    <a:pt x="967" y="529"/>
                  </a:cubicBezTo>
                  <a:cubicBezTo>
                    <a:pt x="695" y="836"/>
                    <a:pt x="553" y="1238"/>
                    <a:pt x="553" y="1645"/>
                  </a:cubicBezTo>
                  <a:cubicBezTo>
                    <a:pt x="553" y="1708"/>
                    <a:pt x="557" y="1775"/>
                    <a:pt x="564" y="1838"/>
                  </a:cubicBezTo>
                  <a:cubicBezTo>
                    <a:pt x="588" y="2055"/>
                    <a:pt x="655" y="2308"/>
                    <a:pt x="761" y="2536"/>
                  </a:cubicBezTo>
                  <a:cubicBezTo>
                    <a:pt x="870" y="2756"/>
                    <a:pt x="1020" y="2957"/>
                    <a:pt x="1218" y="3069"/>
                  </a:cubicBezTo>
                  <a:lnTo>
                    <a:pt x="1218" y="3069"/>
                  </a:lnTo>
                  <a:cubicBezTo>
                    <a:pt x="1215" y="3121"/>
                    <a:pt x="1210" y="3171"/>
                    <a:pt x="1207" y="3222"/>
                  </a:cubicBezTo>
                  <a:cubicBezTo>
                    <a:pt x="1196" y="3464"/>
                    <a:pt x="1180" y="3702"/>
                    <a:pt x="1169" y="3944"/>
                  </a:cubicBezTo>
                  <a:lnTo>
                    <a:pt x="1169" y="3944"/>
                  </a:lnTo>
                  <a:cubicBezTo>
                    <a:pt x="1149" y="3948"/>
                    <a:pt x="1114" y="3956"/>
                    <a:pt x="1069" y="3968"/>
                  </a:cubicBezTo>
                  <a:cubicBezTo>
                    <a:pt x="1002" y="3983"/>
                    <a:pt x="915" y="4006"/>
                    <a:pt x="841" y="4026"/>
                  </a:cubicBezTo>
                  <a:cubicBezTo>
                    <a:pt x="805" y="4039"/>
                    <a:pt x="770" y="4046"/>
                    <a:pt x="746" y="4054"/>
                  </a:cubicBezTo>
                  <a:cubicBezTo>
                    <a:pt x="730" y="4058"/>
                    <a:pt x="719" y="4062"/>
                    <a:pt x="710" y="4066"/>
                  </a:cubicBezTo>
                  <a:cubicBezTo>
                    <a:pt x="702" y="4070"/>
                    <a:pt x="695" y="4074"/>
                    <a:pt x="690" y="4074"/>
                  </a:cubicBezTo>
                  <a:cubicBezTo>
                    <a:pt x="544" y="4148"/>
                    <a:pt x="364" y="4252"/>
                    <a:pt x="233" y="4350"/>
                  </a:cubicBezTo>
                  <a:cubicBezTo>
                    <a:pt x="122" y="4432"/>
                    <a:pt x="40" y="4555"/>
                    <a:pt x="0" y="4689"/>
                  </a:cubicBezTo>
                  <a:cubicBezTo>
                    <a:pt x="0" y="4697"/>
                    <a:pt x="0" y="4701"/>
                    <a:pt x="4" y="4709"/>
                  </a:cubicBezTo>
                  <a:cubicBezTo>
                    <a:pt x="9" y="4712"/>
                    <a:pt x="16" y="4716"/>
                    <a:pt x="24" y="4716"/>
                  </a:cubicBezTo>
                  <a:lnTo>
                    <a:pt x="36" y="4716"/>
                  </a:lnTo>
                  <a:cubicBezTo>
                    <a:pt x="667" y="4716"/>
                    <a:pt x="1302" y="4768"/>
                    <a:pt x="1933" y="4776"/>
                  </a:cubicBezTo>
                  <a:lnTo>
                    <a:pt x="2031" y="4776"/>
                  </a:lnTo>
                  <a:cubicBezTo>
                    <a:pt x="2275" y="4776"/>
                    <a:pt x="2524" y="4763"/>
                    <a:pt x="2768" y="4760"/>
                  </a:cubicBezTo>
                  <a:cubicBezTo>
                    <a:pt x="3017" y="4752"/>
                    <a:pt x="3265" y="4732"/>
                    <a:pt x="3514" y="4721"/>
                  </a:cubicBezTo>
                  <a:cubicBezTo>
                    <a:pt x="3545" y="4721"/>
                    <a:pt x="3577" y="4716"/>
                    <a:pt x="3605" y="4716"/>
                  </a:cubicBezTo>
                  <a:cubicBezTo>
                    <a:pt x="3644" y="4716"/>
                    <a:pt x="3680" y="4712"/>
                    <a:pt x="3707" y="4701"/>
                  </a:cubicBezTo>
                  <a:cubicBezTo>
                    <a:pt x="3723" y="4697"/>
                    <a:pt x="3735" y="4689"/>
                    <a:pt x="3742" y="4674"/>
                  </a:cubicBezTo>
                  <a:cubicBezTo>
                    <a:pt x="3751" y="4661"/>
                    <a:pt x="3758" y="4645"/>
                    <a:pt x="3758" y="4630"/>
                  </a:cubicBezTo>
                  <a:cubicBezTo>
                    <a:pt x="3758" y="4610"/>
                    <a:pt x="3751" y="4590"/>
                    <a:pt x="3742" y="4570"/>
                  </a:cubicBezTo>
                  <a:cubicBezTo>
                    <a:pt x="3735" y="4547"/>
                    <a:pt x="3723" y="4519"/>
                    <a:pt x="3707" y="4492"/>
                  </a:cubicBezTo>
                  <a:cubicBezTo>
                    <a:pt x="3632" y="4346"/>
                    <a:pt x="3506" y="4228"/>
                    <a:pt x="3368" y="4148"/>
                  </a:cubicBezTo>
                  <a:cubicBezTo>
                    <a:pt x="3174" y="4035"/>
                    <a:pt x="2954" y="3979"/>
                    <a:pt x="2737" y="3928"/>
                  </a:cubicBezTo>
                  <a:cubicBezTo>
                    <a:pt x="2713" y="3924"/>
                    <a:pt x="2686" y="3916"/>
                    <a:pt x="2666" y="3904"/>
                  </a:cubicBezTo>
                  <a:cubicBezTo>
                    <a:pt x="2642" y="3897"/>
                    <a:pt x="2626" y="3881"/>
                    <a:pt x="2615" y="3864"/>
                  </a:cubicBezTo>
                  <a:cubicBezTo>
                    <a:pt x="2603" y="3846"/>
                    <a:pt x="2599" y="3822"/>
                    <a:pt x="2599" y="3798"/>
                  </a:cubicBezTo>
                  <a:cubicBezTo>
                    <a:pt x="2575" y="3577"/>
                    <a:pt x="2548" y="3360"/>
                    <a:pt x="2524" y="3143"/>
                  </a:cubicBezTo>
                  <a:cubicBezTo>
                    <a:pt x="2520" y="3120"/>
                    <a:pt x="2520" y="3096"/>
                    <a:pt x="2520" y="3076"/>
                  </a:cubicBezTo>
                  <a:cubicBezTo>
                    <a:pt x="2520" y="3049"/>
                    <a:pt x="2524" y="3025"/>
                    <a:pt x="2532" y="3001"/>
                  </a:cubicBezTo>
                  <a:cubicBezTo>
                    <a:pt x="2544" y="2982"/>
                    <a:pt x="2555" y="2962"/>
                    <a:pt x="2575" y="2946"/>
                  </a:cubicBezTo>
                  <a:cubicBezTo>
                    <a:pt x="2595" y="2927"/>
                    <a:pt x="2619" y="2911"/>
                    <a:pt x="2639" y="2894"/>
                  </a:cubicBezTo>
                  <a:cubicBezTo>
                    <a:pt x="3084" y="2559"/>
                    <a:pt x="3345" y="1995"/>
                    <a:pt x="3345" y="1440"/>
                  </a:cubicBezTo>
                  <a:cubicBezTo>
                    <a:pt x="3345" y="1333"/>
                    <a:pt x="3336" y="1231"/>
                    <a:pt x="3316" y="1129"/>
                  </a:cubicBezTo>
                  <a:cubicBezTo>
                    <a:pt x="3261" y="836"/>
                    <a:pt x="3136" y="572"/>
                    <a:pt x="2942" y="371"/>
                  </a:cubicBezTo>
                  <a:cubicBezTo>
                    <a:pt x="2753" y="166"/>
                    <a:pt x="2497" y="32"/>
                    <a:pt x="2193" y="4"/>
                  </a:cubicBezTo>
                  <a:cubicBezTo>
                    <a:pt x="2157" y="1"/>
                    <a:pt x="2126" y="1"/>
                    <a:pt x="209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5" name="Google Shape;935;p33"/>
            <p:cNvSpPr/>
            <p:nvPr/>
          </p:nvSpPr>
          <p:spPr>
            <a:xfrm>
              <a:off x="4478393" y="6153423"/>
              <a:ext cx="1011563" cy="482611"/>
            </a:xfrm>
            <a:custGeom>
              <a:rect b="b" l="l" r="r" t="t"/>
              <a:pathLst>
                <a:path extrusionOk="0" h="677" w="1419">
                  <a:moveTo>
                    <a:pt x="99" y="0"/>
                  </a:moveTo>
                  <a:lnTo>
                    <a:pt x="99" y="0"/>
                  </a:lnTo>
                  <a:cubicBezTo>
                    <a:pt x="0" y="304"/>
                    <a:pt x="297" y="652"/>
                    <a:pt x="675" y="675"/>
                  </a:cubicBezTo>
                  <a:cubicBezTo>
                    <a:pt x="692" y="676"/>
                    <a:pt x="708" y="677"/>
                    <a:pt x="724" y="677"/>
                  </a:cubicBezTo>
                  <a:cubicBezTo>
                    <a:pt x="1088" y="677"/>
                    <a:pt x="1419" y="389"/>
                    <a:pt x="1385" y="88"/>
                  </a:cubicBezTo>
                  <a:lnTo>
                    <a:pt x="99" y="0"/>
                  </a:lnTo>
                  <a:close/>
                </a:path>
              </a:pathLst>
            </a:custGeom>
            <a:solidFill>
              <a:schemeClr val="accent6"/>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6" name="Google Shape;936;p33"/>
            <p:cNvSpPr/>
            <p:nvPr/>
          </p:nvSpPr>
          <p:spPr>
            <a:xfrm>
              <a:off x="4517601" y="6139166"/>
              <a:ext cx="965226" cy="512552"/>
            </a:xfrm>
            <a:custGeom>
              <a:rect b="b" l="l" r="r" t="t"/>
              <a:pathLst>
                <a:path extrusionOk="0" h="719" w="1354">
                  <a:moveTo>
                    <a:pt x="59" y="45"/>
                  </a:moveTo>
                  <a:lnTo>
                    <a:pt x="1308" y="130"/>
                  </a:lnTo>
                  <a:lnTo>
                    <a:pt x="1308" y="130"/>
                  </a:lnTo>
                  <a:cubicBezTo>
                    <a:pt x="1309" y="137"/>
                    <a:pt x="1310" y="144"/>
                    <a:pt x="1310" y="151"/>
                  </a:cubicBezTo>
                  <a:cubicBezTo>
                    <a:pt x="1310" y="217"/>
                    <a:pt x="1290" y="285"/>
                    <a:pt x="1254" y="348"/>
                  </a:cubicBezTo>
                  <a:cubicBezTo>
                    <a:pt x="1207" y="439"/>
                    <a:pt x="1121" y="521"/>
                    <a:pt x="1018" y="581"/>
                  </a:cubicBezTo>
                  <a:cubicBezTo>
                    <a:pt x="915" y="639"/>
                    <a:pt x="793" y="675"/>
                    <a:pt x="668" y="675"/>
                  </a:cubicBezTo>
                  <a:lnTo>
                    <a:pt x="624" y="675"/>
                  </a:lnTo>
                  <a:cubicBezTo>
                    <a:pt x="462" y="663"/>
                    <a:pt x="320" y="592"/>
                    <a:pt x="213" y="494"/>
                  </a:cubicBezTo>
                  <a:cubicBezTo>
                    <a:pt x="107" y="395"/>
                    <a:pt x="44" y="269"/>
                    <a:pt x="44" y="143"/>
                  </a:cubicBezTo>
                  <a:cubicBezTo>
                    <a:pt x="44" y="110"/>
                    <a:pt x="50" y="77"/>
                    <a:pt x="59" y="45"/>
                  </a:cubicBezTo>
                  <a:close/>
                  <a:moveTo>
                    <a:pt x="44" y="1"/>
                  </a:moveTo>
                  <a:cubicBezTo>
                    <a:pt x="33" y="1"/>
                    <a:pt x="24" y="4"/>
                    <a:pt x="20" y="17"/>
                  </a:cubicBezTo>
                  <a:cubicBezTo>
                    <a:pt x="9" y="56"/>
                    <a:pt x="0" y="99"/>
                    <a:pt x="0" y="143"/>
                  </a:cubicBezTo>
                  <a:cubicBezTo>
                    <a:pt x="0" y="285"/>
                    <a:pt x="71" y="423"/>
                    <a:pt x="182" y="525"/>
                  </a:cubicBezTo>
                  <a:cubicBezTo>
                    <a:pt x="297" y="632"/>
                    <a:pt x="450" y="707"/>
                    <a:pt x="620" y="719"/>
                  </a:cubicBezTo>
                  <a:lnTo>
                    <a:pt x="668" y="719"/>
                  </a:lnTo>
                  <a:cubicBezTo>
                    <a:pt x="845" y="719"/>
                    <a:pt x="1014" y="652"/>
                    <a:pt x="1141" y="549"/>
                  </a:cubicBezTo>
                  <a:cubicBezTo>
                    <a:pt x="1203" y="497"/>
                    <a:pt x="1259" y="435"/>
                    <a:pt x="1294" y="368"/>
                  </a:cubicBezTo>
                  <a:cubicBezTo>
                    <a:pt x="1330" y="301"/>
                    <a:pt x="1354" y="226"/>
                    <a:pt x="1354" y="151"/>
                  </a:cubicBezTo>
                  <a:cubicBezTo>
                    <a:pt x="1354" y="139"/>
                    <a:pt x="1349" y="123"/>
                    <a:pt x="1349" y="108"/>
                  </a:cubicBezTo>
                  <a:cubicBezTo>
                    <a:pt x="1349" y="95"/>
                    <a:pt x="1341" y="88"/>
                    <a:pt x="1330" y="88"/>
                  </a:cubicBezTo>
                  <a:lnTo>
                    <a:pt x="44" y="1"/>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7" name="Google Shape;937;p33"/>
            <p:cNvSpPr/>
            <p:nvPr/>
          </p:nvSpPr>
          <p:spPr>
            <a:xfrm>
              <a:off x="3826118" y="4481748"/>
              <a:ext cx="2705342" cy="2331790"/>
            </a:xfrm>
            <a:custGeom>
              <a:rect b="b" l="l" r="r" t="t"/>
              <a:pathLst>
                <a:path extrusionOk="0" h="3271" w="3795">
                  <a:moveTo>
                    <a:pt x="1598" y="1"/>
                  </a:moveTo>
                  <a:cubicBezTo>
                    <a:pt x="1430" y="1"/>
                    <a:pt x="1262" y="28"/>
                    <a:pt x="1105" y="90"/>
                  </a:cubicBezTo>
                  <a:cubicBezTo>
                    <a:pt x="604" y="287"/>
                    <a:pt x="297" y="804"/>
                    <a:pt x="119" y="1317"/>
                  </a:cubicBezTo>
                  <a:cubicBezTo>
                    <a:pt x="44" y="1534"/>
                    <a:pt x="0" y="1809"/>
                    <a:pt x="174" y="1959"/>
                  </a:cubicBezTo>
                  <a:cubicBezTo>
                    <a:pt x="236" y="2011"/>
                    <a:pt x="313" y="2034"/>
                    <a:pt x="391" y="2034"/>
                  </a:cubicBezTo>
                  <a:cubicBezTo>
                    <a:pt x="503" y="2034"/>
                    <a:pt x="620" y="1989"/>
                    <a:pt x="710" y="1920"/>
                  </a:cubicBezTo>
                  <a:cubicBezTo>
                    <a:pt x="861" y="1798"/>
                    <a:pt x="951" y="1620"/>
                    <a:pt x="1057" y="1454"/>
                  </a:cubicBezTo>
                  <a:cubicBezTo>
                    <a:pt x="1141" y="1321"/>
                    <a:pt x="1239" y="1190"/>
                    <a:pt x="1369" y="1104"/>
                  </a:cubicBezTo>
                  <a:cubicBezTo>
                    <a:pt x="1466" y="1038"/>
                    <a:pt x="1581" y="997"/>
                    <a:pt x="1693" y="997"/>
                  </a:cubicBezTo>
                  <a:cubicBezTo>
                    <a:pt x="1737" y="997"/>
                    <a:pt x="1780" y="1004"/>
                    <a:pt x="1822" y="1017"/>
                  </a:cubicBezTo>
                  <a:cubicBezTo>
                    <a:pt x="1885" y="1040"/>
                    <a:pt x="1945" y="1075"/>
                    <a:pt x="2008" y="1088"/>
                  </a:cubicBezTo>
                  <a:cubicBezTo>
                    <a:pt x="2026" y="1091"/>
                    <a:pt x="2045" y="1093"/>
                    <a:pt x="2064" y="1093"/>
                  </a:cubicBezTo>
                  <a:cubicBezTo>
                    <a:pt x="2158" y="1093"/>
                    <a:pt x="2250" y="1052"/>
                    <a:pt x="2335" y="993"/>
                  </a:cubicBezTo>
                  <a:cubicBezTo>
                    <a:pt x="2457" y="910"/>
                    <a:pt x="2572" y="796"/>
                    <a:pt x="2670" y="729"/>
                  </a:cubicBezTo>
                  <a:lnTo>
                    <a:pt x="2670" y="729"/>
                  </a:lnTo>
                  <a:cubicBezTo>
                    <a:pt x="2584" y="950"/>
                    <a:pt x="2631" y="1214"/>
                    <a:pt x="2785" y="1392"/>
                  </a:cubicBezTo>
                  <a:cubicBezTo>
                    <a:pt x="2832" y="1446"/>
                    <a:pt x="2891" y="1494"/>
                    <a:pt x="2923" y="1561"/>
                  </a:cubicBezTo>
                  <a:cubicBezTo>
                    <a:pt x="2994" y="1719"/>
                    <a:pt x="2887" y="1892"/>
                    <a:pt x="2836" y="2058"/>
                  </a:cubicBezTo>
                  <a:cubicBezTo>
                    <a:pt x="2757" y="2329"/>
                    <a:pt x="2836" y="2622"/>
                    <a:pt x="2930" y="2890"/>
                  </a:cubicBezTo>
                  <a:cubicBezTo>
                    <a:pt x="2974" y="3020"/>
                    <a:pt x="3033" y="3162"/>
                    <a:pt x="3155" y="3233"/>
                  </a:cubicBezTo>
                  <a:cubicBezTo>
                    <a:pt x="3201" y="3259"/>
                    <a:pt x="3250" y="3271"/>
                    <a:pt x="3300" y="3271"/>
                  </a:cubicBezTo>
                  <a:cubicBezTo>
                    <a:pt x="3469" y="3271"/>
                    <a:pt x="3644" y="3137"/>
                    <a:pt x="3711" y="2973"/>
                  </a:cubicBezTo>
                  <a:cubicBezTo>
                    <a:pt x="3794" y="2755"/>
                    <a:pt x="3751" y="2511"/>
                    <a:pt x="3703" y="2287"/>
                  </a:cubicBezTo>
                  <a:cubicBezTo>
                    <a:pt x="3649" y="2014"/>
                    <a:pt x="3589" y="1743"/>
                    <a:pt x="3526" y="1470"/>
                  </a:cubicBezTo>
                  <a:cubicBezTo>
                    <a:pt x="3474" y="1253"/>
                    <a:pt x="3423" y="1033"/>
                    <a:pt x="3309" y="844"/>
                  </a:cubicBezTo>
                  <a:cubicBezTo>
                    <a:pt x="3203" y="673"/>
                    <a:pt x="3049" y="536"/>
                    <a:pt x="2895" y="405"/>
                  </a:cubicBezTo>
                  <a:cubicBezTo>
                    <a:pt x="2816" y="331"/>
                    <a:pt x="2749" y="351"/>
                    <a:pt x="2662" y="315"/>
                  </a:cubicBezTo>
                  <a:cubicBezTo>
                    <a:pt x="2591" y="287"/>
                    <a:pt x="2520" y="224"/>
                    <a:pt x="2450" y="193"/>
                  </a:cubicBezTo>
                  <a:cubicBezTo>
                    <a:pt x="2300" y="129"/>
                    <a:pt x="2146" y="87"/>
                    <a:pt x="1988" y="47"/>
                  </a:cubicBezTo>
                  <a:cubicBezTo>
                    <a:pt x="1860" y="17"/>
                    <a:pt x="1729" y="1"/>
                    <a:pt x="1598"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8" name="Google Shape;938;p33"/>
            <p:cNvSpPr/>
            <p:nvPr/>
          </p:nvSpPr>
          <p:spPr>
            <a:xfrm>
              <a:off x="3848930" y="4466778"/>
              <a:ext cx="2671124" cy="2361730"/>
            </a:xfrm>
            <a:custGeom>
              <a:rect b="b" l="l" r="r" t="t"/>
              <a:pathLst>
                <a:path extrusionOk="0" h="3313" w="3747">
                  <a:moveTo>
                    <a:pt x="1562" y="44"/>
                  </a:moveTo>
                  <a:cubicBezTo>
                    <a:pt x="1692" y="44"/>
                    <a:pt x="1822" y="60"/>
                    <a:pt x="1952" y="91"/>
                  </a:cubicBezTo>
                  <a:cubicBezTo>
                    <a:pt x="2106" y="126"/>
                    <a:pt x="2263" y="170"/>
                    <a:pt x="2405" y="233"/>
                  </a:cubicBezTo>
                  <a:cubicBezTo>
                    <a:pt x="2441" y="250"/>
                    <a:pt x="2476" y="273"/>
                    <a:pt x="2512" y="297"/>
                  </a:cubicBezTo>
                  <a:cubicBezTo>
                    <a:pt x="2547" y="316"/>
                    <a:pt x="2583" y="339"/>
                    <a:pt x="2623" y="356"/>
                  </a:cubicBezTo>
                  <a:cubicBezTo>
                    <a:pt x="2670" y="375"/>
                    <a:pt x="2709" y="379"/>
                    <a:pt x="2745" y="387"/>
                  </a:cubicBezTo>
                  <a:cubicBezTo>
                    <a:pt x="2780" y="395"/>
                    <a:pt x="2812" y="407"/>
                    <a:pt x="2851" y="443"/>
                  </a:cubicBezTo>
                  <a:cubicBezTo>
                    <a:pt x="3001" y="572"/>
                    <a:pt x="3155" y="710"/>
                    <a:pt x="3257" y="876"/>
                  </a:cubicBezTo>
                  <a:cubicBezTo>
                    <a:pt x="3371" y="1061"/>
                    <a:pt x="3423" y="1278"/>
                    <a:pt x="3475" y="1495"/>
                  </a:cubicBezTo>
                  <a:lnTo>
                    <a:pt x="3652" y="2312"/>
                  </a:lnTo>
                  <a:cubicBezTo>
                    <a:pt x="3679" y="2445"/>
                    <a:pt x="3703" y="2583"/>
                    <a:pt x="3703" y="2718"/>
                  </a:cubicBezTo>
                  <a:cubicBezTo>
                    <a:pt x="3703" y="2808"/>
                    <a:pt x="3691" y="2899"/>
                    <a:pt x="3659" y="2985"/>
                  </a:cubicBezTo>
                  <a:cubicBezTo>
                    <a:pt x="3628" y="3060"/>
                    <a:pt x="3569" y="3136"/>
                    <a:pt x="3502" y="3187"/>
                  </a:cubicBezTo>
                  <a:cubicBezTo>
                    <a:pt x="3431" y="3238"/>
                    <a:pt x="3348" y="3269"/>
                    <a:pt x="3269" y="3269"/>
                  </a:cubicBezTo>
                  <a:cubicBezTo>
                    <a:pt x="3222" y="3269"/>
                    <a:pt x="3178" y="3258"/>
                    <a:pt x="3135" y="3234"/>
                  </a:cubicBezTo>
                  <a:cubicBezTo>
                    <a:pt x="3076" y="3202"/>
                    <a:pt x="3036" y="3151"/>
                    <a:pt x="3001" y="3092"/>
                  </a:cubicBezTo>
                  <a:cubicBezTo>
                    <a:pt x="2965" y="3033"/>
                    <a:pt x="2942" y="2966"/>
                    <a:pt x="2918" y="2903"/>
                  </a:cubicBezTo>
                  <a:cubicBezTo>
                    <a:pt x="2851" y="2714"/>
                    <a:pt x="2792" y="2512"/>
                    <a:pt x="2792" y="2319"/>
                  </a:cubicBezTo>
                  <a:cubicBezTo>
                    <a:pt x="2792" y="2241"/>
                    <a:pt x="2804" y="2161"/>
                    <a:pt x="2827" y="2083"/>
                  </a:cubicBezTo>
                  <a:cubicBezTo>
                    <a:pt x="2843" y="2024"/>
                    <a:pt x="2871" y="1957"/>
                    <a:pt x="2894" y="1893"/>
                  </a:cubicBezTo>
                  <a:cubicBezTo>
                    <a:pt x="2918" y="1830"/>
                    <a:pt x="2934" y="1764"/>
                    <a:pt x="2934" y="1696"/>
                  </a:cubicBezTo>
                  <a:cubicBezTo>
                    <a:pt x="2934" y="1657"/>
                    <a:pt x="2926" y="1613"/>
                    <a:pt x="2911" y="1574"/>
                  </a:cubicBezTo>
                  <a:cubicBezTo>
                    <a:pt x="2894" y="1538"/>
                    <a:pt x="2871" y="1507"/>
                    <a:pt x="2843" y="1480"/>
                  </a:cubicBezTo>
                  <a:cubicBezTo>
                    <a:pt x="2820" y="1451"/>
                    <a:pt x="2792" y="1424"/>
                    <a:pt x="2772" y="1400"/>
                  </a:cubicBezTo>
                  <a:cubicBezTo>
                    <a:pt x="2670" y="1282"/>
                    <a:pt x="2618" y="1129"/>
                    <a:pt x="2618" y="978"/>
                  </a:cubicBezTo>
                  <a:cubicBezTo>
                    <a:pt x="2618" y="900"/>
                    <a:pt x="2630" y="825"/>
                    <a:pt x="2658" y="758"/>
                  </a:cubicBezTo>
                  <a:cubicBezTo>
                    <a:pt x="2662" y="746"/>
                    <a:pt x="2658" y="738"/>
                    <a:pt x="2650" y="730"/>
                  </a:cubicBezTo>
                  <a:cubicBezTo>
                    <a:pt x="2646" y="728"/>
                    <a:pt x="2641" y="727"/>
                    <a:pt x="2636" y="727"/>
                  </a:cubicBezTo>
                  <a:cubicBezTo>
                    <a:pt x="2631" y="727"/>
                    <a:pt x="2627" y="728"/>
                    <a:pt x="2623" y="730"/>
                  </a:cubicBezTo>
                  <a:cubicBezTo>
                    <a:pt x="2576" y="765"/>
                    <a:pt x="2523" y="813"/>
                    <a:pt x="2465" y="860"/>
                  </a:cubicBezTo>
                  <a:cubicBezTo>
                    <a:pt x="2410" y="907"/>
                    <a:pt x="2350" y="955"/>
                    <a:pt x="2292" y="994"/>
                  </a:cubicBezTo>
                  <a:cubicBezTo>
                    <a:pt x="2248" y="1026"/>
                    <a:pt x="2205" y="1049"/>
                    <a:pt x="2161" y="1065"/>
                  </a:cubicBezTo>
                  <a:cubicBezTo>
                    <a:pt x="2118" y="1081"/>
                    <a:pt x="2074" y="1093"/>
                    <a:pt x="2031" y="1093"/>
                  </a:cubicBezTo>
                  <a:cubicBezTo>
                    <a:pt x="2015" y="1093"/>
                    <a:pt x="1999" y="1089"/>
                    <a:pt x="1979" y="1085"/>
                  </a:cubicBezTo>
                  <a:cubicBezTo>
                    <a:pt x="1952" y="1081"/>
                    <a:pt x="1921" y="1069"/>
                    <a:pt x="1893" y="1058"/>
                  </a:cubicBezTo>
                  <a:cubicBezTo>
                    <a:pt x="1861" y="1045"/>
                    <a:pt x="1830" y="1030"/>
                    <a:pt x="1799" y="1018"/>
                  </a:cubicBezTo>
                  <a:cubicBezTo>
                    <a:pt x="1751" y="1002"/>
                    <a:pt x="1704" y="998"/>
                    <a:pt x="1657" y="998"/>
                  </a:cubicBezTo>
                  <a:cubicBezTo>
                    <a:pt x="1538" y="998"/>
                    <a:pt x="1424" y="1038"/>
                    <a:pt x="1325" y="1105"/>
                  </a:cubicBezTo>
                  <a:cubicBezTo>
                    <a:pt x="1191" y="1196"/>
                    <a:pt x="1093" y="1329"/>
                    <a:pt x="1006" y="1464"/>
                  </a:cubicBezTo>
                  <a:cubicBezTo>
                    <a:pt x="954" y="1546"/>
                    <a:pt x="903" y="1633"/>
                    <a:pt x="852" y="1712"/>
                  </a:cubicBezTo>
                  <a:cubicBezTo>
                    <a:pt x="796" y="1791"/>
                    <a:pt x="738" y="1862"/>
                    <a:pt x="663" y="1921"/>
                  </a:cubicBezTo>
                  <a:cubicBezTo>
                    <a:pt x="580" y="1988"/>
                    <a:pt x="465" y="2031"/>
                    <a:pt x="359" y="2031"/>
                  </a:cubicBezTo>
                  <a:cubicBezTo>
                    <a:pt x="284" y="2031"/>
                    <a:pt x="213" y="2012"/>
                    <a:pt x="158" y="1964"/>
                  </a:cubicBezTo>
                  <a:cubicBezTo>
                    <a:pt x="115" y="1929"/>
                    <a:pt x="87" y="1886"/>
                    <a:pt x="68" y="1835"/>
                  </a:cubicBezTo>
                  <a:cubicBezTo>
                    <a:pt x="52" y="1787"/>
                    <a:pt x="44" y="1731"/>
                    <a:pt x="44" y="1673"/>
                  </a:cubicBezTo>
                  <a:cubicBezTo>
                    <a:pt x="44" y="1566"/>
                    <a:pt x="72" y="1448"/>
                    <a:pt x="107" y="1342"/>
                  </a:cubicBezTo>
                  <a:cubicBezTo>
                    <a:pt x="194" y="1089"/>
                    <a:pt x="316" y="832"/>
                    <a:pt x="474" y="620"/>
                  </a:cubicBezTo>
                  <a:cubicBezTo>
                    <a:pt x="636" y="403"/>
                    <a:pt x="836" y="226"/>
                    <a:pt x="1080" y="131"/>
                  </a:cubicBezTo>
                  <a:cubicBezTo>
                    <a:pt x="1235" y="68"/>
                    <a:pt x="1396" y="44"/>
                    <a:pt x="1562" y="44"/>
                  </a:cubicBezTo>
                  <a:close/>
                  <a:moveTo>
                    <a:pt x="1562" y="1"/>
                  </a:moveTo>
                  <a:cubicBezTo>
                    <a:pt x="1393" y="1"/>
                    <a:pt x="1222" y="28"/>
                    <a:pt x="1065" y="88"/>
                  </a:cubicBezTo>
                  <a:cubicBezTo>
                    <a:pt x="809" y="190"/>
                    <a:pt x="603" y="372"/>
                    <a:pt x="442" y="592"/>
                  </a:cubicBezTo>
                  <a:cubicBezTo>
                    <a:pt x="276" y="813"/>
                    <a:pt x="154" y="1073"/>
                    <a:pt x="68" y="1329"/>
                  </a:cubicBezTo>
                  <a:cubicBezTo>
                    <a:pt x="28" y="1436"/>
                    <a:pt x="1" y="1558"/>
                    <a:pt x="1" y="1673"/>
                  </a:cubicBezTo>
                  <a:cubicBezTo>
                    <a:pt x="1" y="1735"/>
                    <a:pt x="8" y="1795"/>
                    <a:pt x="28" y="1850"/>
                  </a:cubicBezTo>
                  <a:cubicBezTo>
                    <a:pt x="48" y="1906"/>
                    <a:pt x="83" y="1957"/>
                    <a:pt x="130" y="1996"/>
                  </a:cubicBezTo>
                  <a:cubicBezTo>
                    <a:pt x="194" y="2051"/>
                    <a:pt x="276" y="2075"/>
                    <a:pt x="359" y="2075"/>
                  </a:cubicBezTo>
                  <a:cubicBezTo>
                    <a:pt x="477" y="2075"/>
                    <a:pt x="600" y="2031"/>
                    <a:pt x="690" y="1957"/>
                  </a:cubicBezTo>
                  <a:cubicBezTo>
                    <a:pt x="769" y="1893"/>
                    <a:pt x="832" y="1819"/>
                    <a:pt x="887" y="1735"/>
                  </a:cubicBezTo>
                  <a:cubicBezTo>
                    <a:pt x="943" y="1653"/>
                    <a:pt x="990" y="1570"/>
                    <a:pt x="1042" y="1487"/>
                  </a:cubicBezTo>
                  <a:cubicBezTo>
                    <a:pt x="1128" y="1353"/>
                    <a:pt x="1222" y="1227"/>
                    <a:pt x="1349" y="1140"/>
                  </a:cubicBezTo>
                  <a:cubicBezTo>
                    <a:pt x="1440" y="1078"/>
                    <a:pt x="1550" y="1042"/>
                    <a:pt x="1657" y="1042"/>
                  </a:cubicBezTo>
                  <a:cubicBezTo>
                    <a:pt x="1700" y="1042"/>
                    <a:pt x="1743" y="1045"/>
                    <a:pt x="1783" y="1061"/>
                  </a:cubicBezTo>
                  <a:cubicBezTo>
                    <a:pt x="1814" y="1069"/>
                    <a:pt x="1842" y="1085"/>
                    <a:pt x="1873" y="1096"/>
                  </a:cubicBezTo>
                  <a:cubicBezTo>
                    <a:pt x="1905" y="1109"/>
                    <a:pt x="1937" y="1125"/>
                    <a:pt x="1972" y="1129"/>
                  </a:cubicBezTo>
                  <a:cubicBezTo>
                    <a:pt x="1992" y="1132"/>
                    <a:pt x="2012" y="1136"/>
                    <a:pt x="2031" y="1136"/>
                  </a:cubicBezTo>
                  <a:cubicBezTo>
                    <a:pt x="2082" y="1136"/>
                    <a:pt x="2130" y="1125"/>
                    <a:pt x="2177" y="1105"/>
                  </a:cubicBezTo>
                  <a:cubicBezTo>
                    <a:pt x="2224" y="1089"/>
                    <a:pt x="2272" y="1061"/>
                    <a:pt x="2315" y="1034"/>
                  </a:cubicBezTo>
                  <a:cubicBezTo>
                    <a:pt x="2378" y="991"/>
                    <a:pt x="2437" y="943"/>
                    <a:pt x="2496" y="892"/>
                  </a:cubicBezTo>
                  <a:cubicBezTo>
                    <a:pt x="2530" y="863"/>
                    <a:pt x="2563" y="835"/>
                    <a:pt x="2594" y="810"/>
                  </a:cubicBezTo>
                  <a:lnTo>
                    <a:pt x="2594" y="810"/>
                  </a:lnTo>
                  <a:cubicBezTo>
                    <a:pt x="2581" y="864"/>
                    <a:pt x="2576" y="920"/>
                    <a:pt x="2576" y="978"/>
                  </a:cubicBezTo>
                  <a:cubicBezTo>
                    <a:pt x="2576" y="1140"/>
                    <a:pt x="2630" y="1302"/>
                    <a:pt x="2736" y="1428"/>
                  </a:cubicBezTo>
                  <a:cubicBezTo>
                    <a:pt x="2760" y="1456"/>
                    <a:pt x="2788" y="1484"/>
                    <a:pt x="2812" y="1507"/>
                  </a:cubicBezTo>
                  <a:cubicBezTo>
                    <a:pt x="2836" y="1535"/>
                    <a:pt x="2855" y="1562"/>
                    <a:pt x="2871" y="1593"/>
                  </a:cubicBezTo>
                  <a:cubicBezTo>
                    <a:pt x="2887" y="1626"/>
                    <a:pt x="2891" y="1661"/>
                    <a:pt x="2891" y="1696"/>
                  </a:cubicBezTo>
                  <a:cubicBezTo>
                    <a:pt x="2891" y="1755"/>
                    <a:pt x="2875" y="1815"/>
                    <a:pt x="2851" y="1877"/>
                  </a:cubicBezTo>
                  <a:cubicBezTo>
                    <a:pt x="2831" y="1941"/>
                    <a:pt x="2804" y="2008"/>
                    <a:pt x="2784" y="2071"/>
                  </a:cubicBezTo>
                  <a:cubicBezTo>
                    <a:pt x="2760" y="2154"/>
                    <a:pt x="2749" y="2237"/>
                    <a:pt x="2749" y="2319"/>
                  </a:cubicBezTo>
                  <a:cubicBezTo>
                    <a:pt x="2749" y="2521"/>
                    <a:pt x="2812" y="2725"/>
                    <a:pt x="2875" y="2914"/>
                  </a:cubicBezTo>
                  <a:cubicBezTo>
                    <a:pt x="2898" y="2982"/>
                    <a:pt x="2926" y="3053"/>
                    <a:pt x="2962" y="3116"/>
                  </a:cubicBezTo>
                  <a:cubicBezTo>
                    <a:pt x="3001" y="3178"/>
                    <a:pt x="3049" y="3234"/>
                    <a:pt x="3111" y="3269"/>
                  </a:cubicBezTo>
                  <a:cubicBezTo>
                    <a:pt x="3162" y="3301"/>
                    <a:pt x="3218" y="3313"/>
                    <a:pt x="3269" y="3313"/>
                  </a:cubicBezTo>
                  <a:cubicBezTo>
                    <a:pt x="3360" y="3313"/>
                    <a:pt x="3451" y="3278"/>
                    <a:pt x="3526" y="3222"/>
                  </a:cubicBezTo>
                  <a:cubicBezTo>
                    <a:pt x="3600" y="3163"/>
                    <a:pt x="3664" y="3089"/>
                    <a:pt x="3699" y="3001"/>
                  </a:cubicBezTo>
                  <a:cubicBezTo>
                    <a:pt x="3735" y="2907"/>
                    <a:pt x="3746" y="2812"/>
                    <a:pt x="3746" y="2718"/>
                  </a:cubicBezTo>
                  <a:cubicBezTo>
                    <a:pt x="3746" y="2576"/>
                    <a:pt x="3719" y="2437"/>
                    <a:pt x="3691" y="2303"/>
                  </a:cubicBezTo>
                  <a:cubicBezTo>
                    <a:pt x="3635" y="2031"/>
                    <a:pt x="3577" y="1759"/>
                    <a:pt x="3513" y="1487"/>
                  </a:cubicBezTo>
                  <a:cubicBezTo>
                    <a:pt x="3466" y="1271"/>
                    <a:pt x="3415" y="1045"/>
                    <a:pt x="3293" y="852"/>
                  </a:cubicBezTo>
                  <a:cubicBezTo>
                    <a:pt x="3186" y="679"/>
                    <a:pt x="3029" y="541"/>
                    <a:pt x="2878" y="407"/>
                  </a:cubicBezTo>
                  <a:cubicBezTo>
                    <a:pt x="2836" y="372"/>
                    <a:pt x="2796" y="356"/>
                    <a:pt x="2756" y="344"/>
                  </a:cubicBezTo>
                  <a:cubicBezTo>
                    <a:pt x="2717" y="336"/>
                    <a:pt x="2682" y="332"/>
                    <a:pt x="2638" y="316"/>
                  </a:cubicBezTo>
                  <a:cubicBezTo>
                    <a:pt x="2607" y="301"/>
                    <a:pt x="2571" y="281"/>
                    <a:pt x="2536" y="257"/>
                  </a:cubicBezTo>
                  <a:cubicBezTo>
                    <a:pt x="2500" y="237"/>
                    <a:pt x="2465" y="210"/>
                    <a:pt x="2425" y="194"/>
                  </a:cubicBezTo>
                  <a:cubicBezTo>
                    <a:pt x="2276" y="126"/>
                    <a:pt x="2118" y="88"/>
                    <a:pt x="1960" y="48"/>
                  </a:cubicBezTo>
                  <a:cubicBezTo>
                    <a:pt x="1830" y="17"/>
                    <a:pt x="1695" y="1"/>
                    <a:pt x="156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9" name="Google Shape;939;p33"/>
            <p:cNvSpPr/>
            <p:nvPr/>
          </p:nvSpPr>
          <p:spPr>
            <a:xfrm>
              <a:off x="4685838" y="6906211"/>
              <a:ext cx="529662" cy="94099"/>
            </a:xfrm>
            <a:custGeom>
              <a:rect b="b" l="l" r="r" t="t"/>
              <a:pathLst>
                <a:path extrusionOk="0" h="132" w="743">
                  <a:moveTo>
                    <a:pt x="26" y="0"/>
                  </a:moveTo>
                  <a:cubicBezTo>
                    <a:pt x="18" y="0"/>
                    <a:pt x="9" y="4"/>
                    <a:pt x="6" y="13"/>
                  </a:cubicBezTo>
                  <a:cubicBezTo>
                    <a:pt x="1" y="25"/>
                    <a:pt x="6" y="37"/>
                    <a:pt x="17" y="40"/>
                  </a:cubicBezTo>
                  <a:cubicBezTo>
                    <a:pt x="167" y="104"/>
                    <a:pt x="328" y="131"/>
                    <a:pt x="490" y="131"/>
                  </a:cubicBezTo>
                  <a:cubicBezTo>
                    <a:pt x="569" y="131"/>
                    <a:pt x="648" y="127"/>
                    <a:pt x="723" y="111"/>
                  </a:cubicBezTo>
                  <a:cubicBezTo>
                    <a:pt x="734" y="108"/>
                    <a:pt x="743" y="96"/>
                    <a:pt x="743" y="84"/>
                  </a:cubicBezTo>
                  <a:cubicBezTo>
                    <a:pt x="740" y="75"/>
                    <a:pt x="731" y="67"/>
                    <a:pt x="722" y="67"/>
                  </a:cubicBezTo>
                  <a:cubicBezTo>
                    <a:pt x="720" y="67"/>
                    <a:pt x="718" y="68"/>
                    <a:pt x="715" y="69"/>
                  </a:cubicBezTo>
                  <a:cubicBezTo>
                    <a:pt x="640" y="84"/>
                    <a:pt x="565" y="88"/>
                    <a:pt x="490" y="88"/>
                  </a:cubicBezTo>
                  <a:cubicBezTo>
                    <a:pt x="332" y="88"/>
                    <a:pt x="179" y="60"/>
                    <a:pt x="33" y="2"/>
                  </a:cubicBezTo>
                  <a:cubicBezTo>
                    <a:pt x="31" y="1"/>
                    <a:pt x="28" y="0"/>
                    <a:pt x="26"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0" name="Google Shape;940;p33"/>
            <p:cNvSpPr/>
            <p:nvPr/>
          </p:nvSpPr>
          <p:spPr>
            <a:xfrm>
              <a:off x="3044814" y="7661851"/>
              <a:ext cx="3969260" cy="995163"/>
            </a:xfrm>
            <a:custGeom>
              <a:rect b="b" l="l" r="r" t="t"/>
              <a:pathLst>
                <a:path extrusionOk="0" h="1396" w="5568">
                  <a:moveTo>
                    <a:pt x="1574" y="1"/>
                  </a:moveTo>
                  <a:cubicBezTo>
                    <a:pt x="1512" y="1"/>
                    <a:pt x="1444" y="11"/>
                    <a:pt x="1357" y="34"/>
                  </a:cubicBezTo>
                  <a:cubicBezTo>
                    <a:pt x="1096" y="101"/>
                    <a:pt x="841" y="199"/>
                    <a:pt x="604" y="334"/>
                  </a:cubicBezTo>
                  <a:cubicBezTo>
                    <a:pt x="426" y="432"/>
                    <a:pt x="257" y="550"/>
                    <a:pt x="135" y="712"/>
                  </a:cubicBezTo>
                  <a:cubicBezTo>
                    <a:pt x="60" y="807"/>
                    <a:pt x="0" y="933"/>
                    <a:pt x="44" y="1043"/>
                  </a:cubicBezTo>
                  <a:cubicBezTo>
                    <a:pt x="88" y="1153"/>
                    <a:pt x="206" y="1209"/>
                    <a:pt x="320" y="1244"/>
                  </a:cubicBezTo>
                  <a:cubicBezTo>
                    <a:pt x="643" y="1342"/>
                    <a:pt x="987" y="1375"/>
                    <a:pt x="1325" y="1386"/>
                  </a:cubicBezTo>
                  <a:cubicBezTo>
                    <a:pt x="1496" y="1392"/>
                    <a:pt x="1666" y="1395"/>
                    <a:pt x="1836" y="1395"/>
                  </a:cubicBezTo>
                  <a:cubicBezTo>
                    <a:pt x="2193" y="1395"/>
                    <a:pt x="2549" y="1383"/>
                    <a:pt x="2907" y="1370"/>
                  </a:cubicBezTo>
                  <a:cubicBezTo>
                    <a:pt x="3415" y="1351"/>
                    <a:pt x="3924" y="1331"/>
                    <a:pt x="4432" y="1264"/>
                  </a:cubicBezTo>
                  <a:cubicBezTo>
                    <a:pt x="4728" y="1228"/>
                    <a:pt x="5024" y="1173"/>
                    <a:pt x="5304" y="1067"/>
                  </a:cubicBezTo>
                  <a:cubicBezTo>
                    <a:pt x="5398" y="1031"/>
                    <a:pt x="5505" y="976"/>
                    <a:pt x="5533" y="878"/>
                  </a:cubicBezTo>
                  <a:cubicBezTo>
                    <a:pt x="5568" y="751"/>
                    <a:pt x="5462" y="633"/>
                    <a:pt x="5360" y="550"/>
                  </a:cubicBezTo>
                  <a:cubicBezTo>
                    <a:pt x="5044" y="298"/>
                    <a:pt x="4669" y="116"/>
                    <a:pt x="4275" y="21"/>
                  </a:cubicBezTo>
                  <a:cubicBezTo>
                    <a:pt x="4224" y="92"/>
                    <a:pt x="4133" y="128"/>
                    <a:pt x="4050" y="156"/>
                  </a:cubicBezTo>
                  <a:cubicBezTo>
                    <a:pt x="3737" y="257"/>
                    <a:pt x="3406" y="308"/>
                    <a:pt x="3074" y="308"/>
                  </a:cubicBezTo>
                  <a:cubicBezTo>
                    <a:pt x="2918" y="308"/>
                    <a:pt x="2761" y="297"/>
                    <a:pt x="2607" y="274"/>
                  </a:cubicBezTo>
                  <a:cubicBezTo>
                    <a:pt x="2366" y="239"/>
                    <a:pt x="2126" y="176"/>
                    <a:pt x="1897" y="85"/>
                  </a:cubicBezTo>
                  <a:cubicBezTo>
                    <a:pt x="1764" y="30"/>
                    <a:pt x="1677" y="1"/>
                    <a:pt x="1574" y="1"/>
                  </a:cubicBez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1" name="Google Shape;941;p33"/>
            <p:cNvSpPr/>
            <p:nvPr/>
          </p:nvSpPr>
          <p:spPr>
            <a:xfrm>
              <a:off x="3050517" y="7646168"/>
              <a:ext cx="3958567" cy="1026529"/>
            </a:xfrm>
            <a:custGeom>
              <a:rect b="b" l="l" r="r" t="t"/>
              <a:pathLst>
                <a:path extrusionOk="0" h="1440" w="5553">
                  <a:moveTo>
                    <a:pt x="1566" y="43"/>
                  </a:moveTo>
                  <a:cubicBezTo>
                    <a:pt x="1614" y="43"/>
                    <a:pt x="1661" y="52"/>
                    <a:pt x="1712" y="67"/>
                  </a:cubicBezTo>
                  <a:cubicBezTo>
                    <a:pt x="1759" y="79"/>
                    <a:pt x="1814" y="99"/>
                    <a:pt x="1881" y="127"/>
                  </a:cubicBezTo>
                  <a:cubicBezTo>
                    <a:pt x="2110" y="221"/>
                    <a:pt x="2355" y="285"/>
                    <a:pt x="2599" y="320"/>
                  </a:cubicBezTo>
                  <a:cubicBezTo>
                    <a:pt x="2753" y="340"/>
                    <a:pt x="2906" y="351"/>
                    <a:pt x="3064" y="351"/>
                  </a:cubicBezTo>
                  <a:cubicBezTo>
                    <a:pt x="3399" y="351"/>
                    <a:pt x="3731" y="300"/>
                    <a:pt x="4050" y="198"/>
                  </a:cubicBezTo>
                  <a:cubicBezTo>
                    <a:pt x="4089" y="185"/>
                    <a:pt x="4137" y="170"/>
                    <a:pt x="4176" y="147"/>
                  </a:cubicBezTo>
                  <a:cubicBezTo>
                    <a:pt x="4216" y="125"/>
                    <a:pt x="4248" y="101"/>
                    <a:pt x="4278" y="67"/>
                  </a:cubicBezTo>
                  <a:lnTo>
                    <a:pt x="4278" y="67"/>
                  </a:lnTo>
                  <a:cubicBezTo>
                    <a:pt x="4662" y="162"/>
                    <a:pt x="5028" y="343"/>
                    <a:pt x="5339" y="592"/>
                  </a:cubicBezTo>
                  <a:cubicBezTo>
                    <a:pt x="5383" y="623"/>
                    <a:pt x="5426" y="667"/>
                    <a:pt x="5458" y="711"/>
                  </a:cubicBezTo>
                  <a:cubicBezTo>
                    <a:pt x="5489" y="753"/>
                    <a:pt x="5509" y="800"/>
                    <a:pt x="5509" y="848"/>
                  </a:cubicBezTo>
                  <a:cubicBezTo>
                    <a:pt x="5509" y="864"/>
                    <a:pt x="5509" y="880"/>
                    <a:pt x="5505" y="895"/>
                  </a:cubicBezTo>
                  <a:cubicBezTo>
                    <a:pt x="5489" y="939"/>
                    <a:pt x="5461" y="971"/>
                    <a:pt x="5423" y="1002"/>
                  </a:cubicBezTo>
                  <a:cubicBezTo>
                    <a:pt x="5383" y="1029"/>
                    <a:pt x="5336" y="1053"/>
                    <a:pt x="5288" y="1069"/>
                  </a:cubicBezTo>
                  <a:cubicBezTo>
                    <a:pt x="5012" y="1175"/>
                    <a:pt x="4717" y="1226"/>
                    <a:pt x="4420" y="1266"/>
                  </a:cubicBezTo>
                  <a:cubicBezTo>
                    <a:pt x="3916" y="1329"/>
                    <a:pt x="3407" y="1353"/>
                    <a:pt x="2899" y="1373"/>
                  </a:cubicBezTo>
                  <a:cubicBezTo>
                    <a:pt x="2544" y="1384"/>
                    <a:pt x="2193" y="1397"/>
                    <a:pt x="1842" y="1397"/>
                  </a:cubicBezTo>
                  <a:cubicBezTo>
                    <a:pt x="1665" y="1397"/>
                    <a:pt x="1491" y="1392"/>
                    <a:pt x="1317" y="1388"/>
                  </a:cubicBezTo>
                  <a:cubicBezTo>
                    <a:pt x="979" y="1373"/>
                    <a:pt x="639" y="1345"/>
                    <a:pt x="316" y="1242"/>
                  </a:cubicBezTo>
                  <a:cubicBezTo>
                    <a:pt x="260" y="1226"/>
                    <a:pt x="205" y="1203"/>
                    <a:pt x="158" y="1175"/>
                  </a:cubicBezTo>
                  <a:cubicBezTo>
                    <a:pt x="111" y="1144"/>
                    <a:pt x="76" y="1108"/>
                    <a:pt x="56" y="1057"/>
                  </a:cubicBezTo>
                  <a:cubicBezTo>
                    <a:pt x="47" y="1033"/>
                    <a:pt x="44" y="1010"/>
                    <a:pt x="44" y="986"/>
                  </a:cubicBezTo>
                  <a:cubicBezTo>
                    <a:pt x="44" y="942"/>
                    <a:pt x="56" y="904"/>
                    <a:pt x="71" y="860"/>
                  </a:cubicBezTo>
                  <a:cubicBezTo>
                    <a:pt x="91" y="820"/>
                    <a:pt x="115" y="782"/>
                    <a:pt x="142" y="746"/>
                  </a:cubicBezTo>
                  <a:cubicBezTo>
                    <a:pt x="265" y="592"/>
                    <a:pt x="431" y="474"/>
                    <a:pt x="608" y="375"/>
                  </a:cubicBezTo>
                  <a:cubicBezTo>
                    <a:pt x="840" y="241"/>
                    <a:pt x="1093" y="143"/>
                    <a:pt x="1357" y="76"/>
                  </a:cubicBezTo>
                  <a:cubicBezTo>
                    <a:pt x="1439" y="56"/>
                    <a:pt x="1507" y="43"/>
                    <a:pt x="1566" y="43"/>
                  </a:cubicBezTo>
                  <a:close/>
                  <a:moveTo>
                    <a:pt x="1566" y="1"/>
                  </a:moveTo>
                  <a:cubicBezTo>
                    <a:pt x="1499" y="1"/>
                    <a:pt x="1432" y="12"/>
                    <a:pt x="1345" y="32"/>
                  </a:cubicBezTo>
                  <a:cubicBezTo>
                    <a:pt x="1081" y="99"/>
                    <a:pt x="824" y="201"/>
                    <a:pt x="584" y="336"/>
                  </a:cubicBezTo>
                  <a:cubicBezTo>
                    <a:pt x="407" y="438"/>
                    <a:pt x="237" y="556"/>
                    <a:pt x="111" y="718"/>
                  </a:cubicBezTo>
                  <a:cubicBezTo>
                    <a:pt x="80" y="758"/>
                    <a:pt x="52" y="800"/>
                    <a:pt x="32" y="844"/>
                  </a:cubicBezTo>
                  <a:cubicBezTo>
                    <a:pt x="12" y="887"/>
                    <a:pt x="0" y="935"/>
                    <a:pt x="0" y="986"/>
                  </a:cubicBezTo>
                  <a:cubicBezTo>
                    <a:pt x="0" y="1013"/>
                    <a:pt x="5" y="1046"/>
                    <a:pt x="16" y="1073"/>
                  </a:cubicBezTo>
                  <a:cubicBezTo>
                    <a:pt x="40" y="1132"/>
                    <a:pt x="83" y="1179"/>
                    <a:pt x="134" y="1211"/>
                  </a:cubicBezTo>
                  <a:cubicBezTo>
                    <a:pt x="186" y="1242"/>
                    <a:pt x="245" y="1266"/>
                    <a:pt x="304" y="1286"/>
                  </a:cubicBezTo>
                  <a:cubicBezTo>
                    <a:pt x="631" y="1388"/>
                    <a:pt x="975" y="1416"/>
                    <a:pt x="1317" y="1432"/>
                  </a:cubicBezTo>
                  <a:cubicBezTo>
                    <a:pt x="1491" y="1435"/>
                    <a:pt x="1665" y="1439"/>
                    <a:pt x="1842" y="1439"/>
                  </a:cubicBezTo>
                  <a:cubicBezTo>
                    <a:pt x="2193" y="1439"/>
                    <a:pt x="2548" y="1428"/>
                    <a:pt x="2899" y="1416"/>
                  </a:cubicBezTo>
                  <a:cubicBezTo>
                    <a:pt x="3407" y="1397"/>
                    <a:pt x="3920" y="1373"/>
                    <a:pt x="4424" y="1310"/>
                  </a:cubicBezTo>
                  <a:cubicBezTo>
                    <a:pt x="4724" y="1270"/>
                    <a:pt x="5020" y="1219"/>
                    <a:pt x="5304" y="1113"/>
                  </a:cubicBezTo>
                  <a:cubicBezTo>
                    <a:pt x="5352" y="1093"/>
                    <a:pt x="5403" y="1069"/>
                    <a:pt x="5450" y="1037"/>
                  </a:cubicBezTo>
                  <a:cubicBezTo>
                    <a:pt x="5494" y="1002"/>
                    <a:pt x="5529" y="962"/>
                    <a:pt x="5545" y="907"/>
                  </a:cubicBezTo>
                  <a:cubicBezTo>
                    <a:pt x="5552" y="887"/>
                    <a:pt x="5552" y="868"/>
                    <a:pt x="5552" y="848"/>
                  </a:cubicBezTo>
                  <a:cubicBezTo>
                    <a:pt x="5552" y="789"/>
                    <a:pt x="5529" y="734"/>
                    <a:pt x="5494" y="687"/>
                  </a:cubicBezTo>
                  <a:cubicBezTo>
                    <a:pt x="5458" y="635"/>
                    <a:pt x="5410" y="592"/>
                    <a:pt x="5367" y="556"/>
                  </a:cubicBezTo>
                  <a:cubicBezTo>
                    <a:pt x="5048" y="300"/>
                    <a:pt x="4669" y="119"/>
                    <a:pt x="4271" y="24"/>
                  </a:cubicBezTo>
                  <a:cubicBezTo>
                    <a:pt x="4269" y="23"/>
                    <a:pt x="4267" y="23"/>
                    <a:pt x="4265" y="23"/>
                  </a:cubicBezTo>
                  <a:cubicBezTo>
                    <a:pt x="4259" y="23"/>
                    <a:pt x="4254" y="27"/>
                    <a:pt x="4251" y="32"/>
                  </a:cubicBezTo>
                  <a:cubicBezTo>
                    <a:pt x="4227" y="63"/>
                    <a:pt x="4192" y="87"/>
                    <a:pt x="4156" y="107"/>
                  </a:cubicBezTo>
                  <a:cubicBezTo>
                    <a:pt x="4117" y="127"/>
                    <a:pt x="4078" y="143"/>
                    <a:pt x="4034" y="158"/>
                  </a:cubicBezTo>
                  <a:cubicBezTo>
                    <a:pt x="3723" y="256"/>
                    <a:pt x="3396" y="308"/>
                    <a:pt x="3064" y="308"/>
                  </a:cubicBezTo>
                  <a:cubicBezTo>
                    <a:pt x="2910" y="308"/>
                    <a:pt x="2757" y="296"/>
                    <a:pt x="2603" y="276"/>
                  </a:cubicBezTo>
                  <a:cubicBezTo>
                    <a:pt x="2362" y="241"/>
                    <a:pt x="2122" y="178"/>
                    <a:pt x="1897" y="87"/>
                  </a:cubicBezTo>
                  <a:cubicBezTo>
                    <a:pt x="1830" y="59"/>
                    <a:pt x="1774" y="40"/>
                    <a:pt x="1720" y="24"/>
                  </a:cubicBezTo>
                  <a:cubicBezTo>
                    <a:pt x="1668" y="8"/>
                    <a:pt x="1617" y="1"/>
                    <a:pt x="1566"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42" name="Google Shape;942;p33"/>
          <p:cNvGrpSpPr/>
          <p:nvPr/>
        </p:nvGrpSpPr>
        <p:grpSpPr>
          <a:xfrm>
            <a:off x="1827770" y="8185946"/>
            <a:ext cx="1762648" cy="1133391"/>
            <a:chOff x="8941420" y="6616146"/>
            <a:chExt cx="1762648" cy="1133391"/>
          </a:xfrm>
        </p:grpSpPr>
        <p:grpSp>
          <p:nvGrpSpPr>
            <p:cNvPr id="943" name="Google Shape;943;p33"/>
            <p:cNvGrpSpPr/>
            <p:nvPr/>
          </p:nvGrpSpPr>
          <p:grpSpPr>
            <a:xfrm>
              <a:off x="8941420" y="6616146"/>
              <a:ext cx="1762648" cy="1133391"/>
              <a:chOff x="3119970" y="7697146"/>
              <a:chExt cx="1762648" cy="1133391"/>
            </a:xfrm>
          </p:grpSpPr>
          <p:sp>
            <p:nvSpPr>
              <p:cNvPr id="944" name="Google Shape;944;p33"/>
              <p:cNvSpPr/>
              <p:nvPr/>
            </p:nvSpPr>
            <p:spPr>
              <a:xfrm>
                <a:off x="3119970" y="7697146"/>
                <a:ext cx="1762648" cy="1133391"/>
              </a:xfrm>
              <a:custGeom>
                <a:rect b="b" l="l" r="r" t="t"/>
                <a:pathLst>
                  <a:path extrusionOk="0" h="1124" w="1748">
                    <a:moveTo>
                      <a:pt x="549" y="0"/>
                    </a:moveTo>
                    <a:cubicBezTo>
                      <a:pt x="513" y="24"/>
                      <a:pt x="478" y="43"/>
                      <a:pt x="434" y="59"/>
                    </a:cubicBezTo>
                    <a:cubicBezTo>
                      <a:pt x="347" y="90"/>
                      <a:pt x="252" y="90"/>
                      <a:pt x="163" y="106"/>
                    </a:cubicBezTo>
                    <a:cubicBezTo>
                      <a:pt x="87" y="119"/>
                      <a:pt x="40" y="150"/>
                      <a:pt x="1" y="209"/>
                    </a:cubicBezTo>
                    <a:cubicBezTo>
                      <a:pt x="1" y="208"/>
                      <a:pt x="2" y="208"/>
                      <a:pt x="2" y="208"/>
                    </a:cubicBezTo>
                    <a:cubicBezTo>
                      <a:pt x="43" y="208"/>
                      <a:pt x="746" y="683"/>
                      <a:pt x="1164" y="951"/>
                    </a:cubicBezTo>
                    <a:cubicBezTo>
                      <a:pt x="1310" y="1041"/>
                      <a:pt x="1420" y="1108"/>
                      <a:pt x="1455" y="1124"/>
                    </a:cubicBezTo>
                    <a:cubicBezTo>
                      <a:pt x="1464" y="1025"/>
                      <a:pt x="1479" y="918"/>
                      <a:pt x="1601" y="918"/>
                    </a:cubicBezTo>
                    <a:cubicBezTo>
                      <a:pt x="1605" y="918"/>
                      <a:pt x="1609" y="919"/>
                      <a:pt x="1613" y="919"/>
                    </a:cubicBezTo>
                    <a:cubicBezTo>
                      <a:pt x="1619" y="919"/>
                      <a:pt x="1625" y="918"/>
                      <a:pt x="1629" y="911"/>
                    </a:cubicBezTo>
                    <a:cubicBezTo>
                      <a:pt x="1645" y="895"/>
                      <a:pt x="1610" y="871"/>
                      <a:pt x="1617" y="847"/>
                    </a:cubicBezTo>
                    <a:cubicBezTo>
                      <a:pt x="1617" y="840"/>
                      <a:pt x="1633" y="832"/>
                      <a:pt x="1641" y="829"/>
                    </a:cubicBezTo>
                    <a:lnTo>
                      <a:pt x="1748" y="793"/>
                    </a:lnTo>
                    <a:cubicBezTo>
                      <a:pt x="1601" y="702"/>
                      <a:pt x="1444" y="607"/>
                      <a:pt x="1317" y="489"/>
                    </a:cubicBezTo>
                    <a:cubicBezTo>
                      <a:pt x="1207" y="387"/>
                      <a:pt x="1073" y="327"/>
                      <a:pt x="947" y="248"/>
                    </a:cubicBezTo>
                    <a:cubicBezTo>
                      <a:pt x="813" y="166"/>
                      <a:pt x="683" y="83"/>
                      <a:pt x="549" y="0"/>
                    </a:cubicBezTo>
                    <a:close/>
                  </a:path>
                </a:pathLst>
              </a:custGeom>
              <a:solidFill>
                <a:schemeClr val="accent5"/>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5" name="Google Shape;945;p33"/>
              <p:cNvSpPr/>
              <p:nvPr/>
            </p:nvSpPr>
            <p:spPr>
              <a:xfrm>
                <a:off x="4003312" y="8280982"/>
                <a:ext cx="263187" cy="168395"/>
              </a:xfrm>
              <a:custGeom>
                <a:rect b="b" l="l" r="r" t="t"/>
                <a:pathLst>
                  <a:path extrusionOk="0" h="167" w="261">
                    <a:moveTo>
                      <a:pt x="0" y="1"/>
                    </a:moveTo>
                    <a:cubicBezTo>
                      <a:pt x="86" y="56"/>
                      <a:pt x="173" y="111"/>
                      <a:pt x="260" y="166"/>
                    </a:cubicBezTo>
                    <a:lnTo>
                      <a:pt x="0" y="1"/>
                    </a:lnTo>
                    <a:close/>
                  </a:path>
                </a:pathLst>
              </a:custGeom>
              <a:solidFill>
                <a:srgbClr val="FFF2A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6" name="Google Shape;946;p33"/>
              <p:cNvSpPr/>
              <p:nvPr/>
            </p:nvSpPr>
            <p:spPr>
              <a:xfrm>
                <a:off x="4237256" y="8321316"/>
                <a:ext cx="84704" cy="48401"/>
              </a:xfrm>
              <a:custGeom>
                <a:rect b="b" l="l" r="r" t="t"/>
                <a:pathLst>
                  <a:path extrusionOk="0" h="48" w="84">
                    <a:moveTo>
                      <a:pt x="1" y="0"/>
                    </a:moveTo>
                    <a:lnTo>
                      <a:pt x="83" y="48"/>
                    </a:lnTo>
                    <a:cubicBezTo>
                      <a:pt x="56" y="32"/>
                      <a:pt x="28" y="16"/>
                      <a:pt x="1" y="0"/>
                    </a:cubicBezTo>
                    <a:close/>
                  </a:path>
                </a:pathLst>
              </a:custGeom>
              <a:solidFill>
                <a:srgbClr val="FFF2A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47" name="Google Shape;947;p33"/>
            <p:cNvSpPr/>
            <p:nvPr/>
          </p:nvSpPr>
          <p:spPr>
            <a:xfrm>
              <a:off x="9668425" y="7152675"/>
              <a:ext cx="624825" cy="320625"/>
            </a:xfrm>
            <a:custGeom>
              <a:rect b="b" l="l" r="r" t="t"/>
              <a:pathLst>
                <a:path extrusionOk="0" h="12825" w="24993">
                  <a:moveTo>
                    <a:pt x="0" y="0"/>
                  </a:moveTo>
                  <a:cubicBezTo>
                    <a:pt x="9183" y="1832"/>
                    <a:pt x="16619" y="8635"/>
                    <a:pt x="24993" y="12825"/>
                  </a:cubicBezTo>
                </a:path>
              </a:pathLst>
            </a:custGeom>
            <a:noFill/>
            <a:ln cap="flat" cmpd="sng" w="28575">
              <a:solidFill>
                <a:schemeClr val="dk1"/>
              </a:solidFill>
              <a:prstDash val="solid"/>
              <a:round/>
              <a:headEnd len="med" w="med" type="none"/>
              <a:tailEnd len="med" w="med" type="none"/>
            </a:ln>
          </p:spPr>
        </p:sp>
        <p:sp>
          <p:nvSpPr>
            <p:cNvPr id="948" name="Google Shape;948;p33"/>
            <p:cNvSpPr/>
            <p:nvPr/>
          </p:nvSpPr>
          <p:spPr>
            <a:xfrm>
              <a:off x="10112375" y="7251325"/>
              <a:ext cx="164450" cy="82200"/>
            </a:xfrm>
            <a:custGeom>
              <a:rect b="b" l="l" r="r" t="t"/>
              <a:pathLst>
                <a:path extrusionOk="0" h="3288" w="6578">
                  <a:moveTo>
                    <a:pt x="0" y="0"/>
                  </a:moveTo>
                  <a:cubicBezTo>
                    <a:pt x="2103" y="1260"/>
                    <a:pt x="4843" y="1556"/>
                    <a:pt x="6578" y="3288"/>
                  </a:cubicBezTo>
                </a:path>
              </a:pathLst>
            </a:custGeom>
            <a:noFill/>
            <a:ln cap="flat" cmpd="sng" w="28575">
              <a:solidFill>
                <a:schemeClr val="dk1"/>
              </a:solidFill>
              <a:prstDash val="solid"/>
              <a:round/>
              <a:headEnd len="med" w="med" type="none"/>
              <a:tailEnd len="med" w="med" type="none"/>
            </a:ln>
          </p:spPr>
        </p:sp>
      </p:grpSp>
      <p:grpSp>
        <p:nvGrpSpPr>
          <p:cNvPr id="949" name="Google Shape;949;p33"/>
          <p:cNvGrpSpPr/>
          <p:nvPr/>
        </p:nvGrpSpPr>
        <p:grpSpPr>
          <a:xfrm>
            <a:off x="7293820" y="7655716"/>
            <a:ext cx="1447508" cy="1469704"/>
            <a:chOff x="-2027593" y="5947929"/>
            <a:chExt cx="1447508" cy="1469704"/>
          </a:xfrm>
        </p:grpSpPr>
        <p:sp>
          <p:nvSpPr>
            <p:cNvPr id="950" name="Google Shape;950;p33"/>
            <p:cNvSpPr/>
            <p:nvPr/>
          </p:nvSpPr>
          <p:spPr>
            <a:xfrm>
              <a:off x="-2027593" y="5947929"/>
              <a:ext cx="1447508" cy="1469704"/>
            </a:xfrm>
            <a:custGeom>
              <a:rect b="b" l="l" r="r" t="t"/>
              <a:pathLst>
                <a:path extrusionOk="0" h="3112" w="3065">
                  <a:moveTo>
                    <a:pt x="1653" y="2965"/>
                  </a:moveTo>
                  <a:cubicBezTo>
                    <a:pt x="1620" y="2979"/>
                    <a:pt x="1585" y="2986"/>
                    <a:pt x="1551" y="2986"/>
                  </a:cubicBezTo>
                  <a:cubicBezTo>
                    <a:pt x="1527" y="2986"/>
                    <a:pt x="1503" y="2983"/>
                    <a:pt x="1479" y="2976"/>
                  </a:cubicBezTo>
                  <a:lnTo>
                    <a:pt x="1479" y="2976"/>
                  </a:lnTo>
                  <a:cubicBezTo>
                    <a:pt x="1492" y="2977"/>
                    <a:pt x="1505" y="2977"/>
                    <a:pt x="1518" y="2977"/>
                  </a:cubicBezTo>
                  <a:cubicBezTo>
                    <a:pt x="1556" y="2977"/>
                    <a:pt x="1594" y="2973"/>
                    <a:pt x="1633" y="2965"/>
                  </a:cubicBezTo>
                  <a:close/>
                  <a:moveTo>
                    <a:pt x="1062" y="0"/>
                  </a:moveTo>
                  <a:cubicBezTo>
                    <a:pt x="1004" y="0"/>
                    <a:pt x="947" y="16"/>
                    <a:pt x="892" y="50"/>
                  </a:cubicBezTo>
                  <a:cubicBezTo>
                    <a:pt x="766" y="126"/>
                    <a:pt x="706" y="244"/>
                    <a:pt x="671" y="386"/>
                  </a:cubicBezTo>
                  <a:cubicBezTo>
                    <a:pt x="647" y="472"/>
                    <a:pt x="628" y="559"/>
                    <a:pt x="631" y="650"/>
                  </a:cubicBezTo>
                  <a:cubicBezTo>
                    <a:pt x="635" y="732"/>
                    <a:pt x="639" y="819"/>
                    <a:pt x="644" y="902"/>
                  </a:cubicBezTo>
                  <a:cubicBezTo>
                    <a:pt x="644" y="985"/>
                    <a:pt x="671" y="1052"/>
                    <a:pt x="691" y="1127"/>
                  </a:cubicBezTo>
                  <a:cubicBezTo>
                    <a:pt x="715" y="1198"/>
                    <a:pt x="738" y="1265"/>
                    <a:pt x="766" y="1336"/>
                  </a:cubicBezTo>
                  <a:cubicBezTo>
                    <a:pt x="786" y="1380"/>
                    <a:pt x="809" y="1415"/>
                    <a:pt x="833" y="1458"/>
                  </a:cubicBezTo>
                  <a:cubicBezTo>
                    <a:pt x="839" y="1465"/>
                    <a:pt x="843" y="1474"/>
                    <a:pt x="852" y="1482"/>
                  </a:cubicBezTo>
                  <a:lnTo>
                    <a:pt x="852" y="1482"/>
                  </a:lnTo>
                  <a:cubicBezTo>
                    <a:pt x="831" y="1468"/>
                    <a:pt x="804" y="1464"/>
                    <a:pt x="776" y="1464"/>
                  </a:cubicBezTo>
                  <a:cubicBezTo>
                    <a:pt x="743" y="1464"/>
                    <a:pt x="709" y="1469"/>
                    <a:pt x="683" y="1469"/>
                  </a:cubicBezTo>
                  <a:cubicBezTo>
                    <a:pt x="667" y="1468"/>
                    <a:pt x="652" y="1468"/>
                    <a:pt x="637" y="1468"/>
                  </a:cubicBezTo>
                  <a:cubicBezTo>
                    <a:pt x="594" y="1468"/>
                    <a:pt x="553" y="1472"/>
                    <a:pt x="509" y="1478"/>
                  </a:cubicBezTo>
                  <a:cubicBezTo>
                    <a:pt x="462" y="1486"/>
                    <a:pt x="411" y="1486"/>
                    <a:pt x="364" y="1502"/>
                  </a:cubicBezTo>
                  <a:cubicBezTo>
                    <a:pt x="312" y="1517"/>
                    <a:pt x="253" y="1533"/>
                    <a:pt x="209" y="1564"/>
                  </a:cubicBezTo>
                  <a:cubicBezTo>
                    <a:pt x="162" y="1604"/>
                    <a:pt x="142" y="1659"/>
                    <a:pt x="107" y="1711"/>
                  </a:cubicBezTo>
                  <a:cubicBezTo>
                    <a:pt x="80" y="1753"/>
                    <a:pt x="60" y="1789"/>
                    <a:pt x="52" y="1840"/>
                  </a:cubicBezTo>
                  <a:cubicBezTo>
                    <a:pt x="40" y="1895"/>
                    <a:pt x="20" y="1951"/>
                    <a:pt x="12" y="2006"/>
                  </a:cubicBezTo>
                  <a:cubicBezTo>
                    <a:pt x="0" y="2117"/>
                    <a:pt x="95" y="2203"/>
                    <a:pt x="162" y="2274"/>
                  </a:cubicBezTo>
                  <a:cubicBezTo>
                    <a:pt x="202" y="2314"/>
                    <a:pt x="253" y="2350"/>
                    <a:pt x="300" y="2377"/>
                  </a:cubicBezTo>
                  <a:cubicBezTo>
                    <a:pt x="351" y="2401"/>
                    <a:pt x="426" y="2408"/>
                    <a:pt x="482" y="2408"/>
                  </a:cubicBezTo>
                  <a:cubicBezTo>
                    <a:pt x="537" y="2408"/>
                    <a:pt x="608" y="2388"/>
                    <a:pt x="663" y="2369"/>
                  </a:cubicBezTo>
                  <a:cubicBezTo>
                    <a:pt x="722" y="2350"/>
                    <a:pt x="793" y="2321"/>
                    <a:pt x="844" y="2282"/>
                  </a:cubicBezTo>
                  <a:cubicBezTo>
                    <a:pt x="888" y="2250"/>
                    <a:pt x="928" y="2211"/>
                    <a:pt x="975" y="2179"/>
                  </a:cubicBezTo>
                  <a:cubicBezTo>
                    <a:pt x="1002" y="2156"/>
                    <a:pt x="1030" y="2128"/>
                    <a:pt x="1046" y="2097"/>
                  </a:cubicBezTo>
                  <a:lnTo>
                    <a:pt x="1046" y="2097"/>
                  </a:lnTo>
                  <a:cubicBezTo>
                    <a:pt x="1014" y="2160"/>
                    <a:pt x="1018" y="2235"/>
                    <a:pt x="1022" y="2306"/>
                  </a:cubicBezTo>
                  <a:cubicBezTo>
                    <a:pt x="1022" y="2334"/>
                    <a:pt x="1022" y="2361"/>
                    <a:pt x="1014" y="2388"/>
                  </a:cubicBezTo>
                  <a:cubicBezTo>
                    <a:pt x="1006" y="2436"/>
                    <a:pt x="1014" y="2475"/>
                    <a:pt x="1026" y="2523"/>
                  </a:cubicBezTo>
                  <a:cubicBezTo>
                    <a:pt x="1057" y="2716"/>
                    <a:pt x="1132" y="2913"/>
                    <a:pt x="1301" y="3027"/>
                  </a:cubicBezTo>
                  <a:cubicBezTo>
                    <a:pt x="1378" y="3082"/>
                    <a:pt x="1467" y="3111"/>
                    <a:pt x="1556" y="3111"/>
                  </a:cubicBezTo>
                  <a:cubicBezTo>
                    <a:pt x="1642" y="3111"/>
                    <a:pt x="1727" y="3083"/>
                    <a:pt x="1798" y="3023"/>
                  </a:cubicBezTo>
                  <a:cubicBezTo>
                    <a:pt x="1953" y="2894"/>
                    <a:pt x="2004" y="2688"/>
                    <a:pt x="1992" y="2492"/>
                  </a:cubicBezTo>
                  <a:cubicBezTo>
                    <a:pt x="1984" y="2302"/>
                    <a:pt x="1933" y="2117"/>
                    <a:pt x="1858" y="1943"/>
                  </a:cubicBezTo>
                  <a:lnTo>
                    <a:pt x="1858" y="1943"/>
                  </a:lnTo>
                  <a:cubicBezTo>
                    <a:pt x="2015" y="2051"/>
                    <a:pt x="2203" y="2126"/>
                    <a:pt x="2395" y="2126"/>
                  </a:cubicBezTo>
                  <a:cubicBezTo>
                    <a:pt x="2434" y="2126"/>
                    <a:pt x="2473" y="2123"/>
                    <a:pt x="2513" y="2117"/>
                  </a:cubicBezTo>
                  <a:cubicBezTo>
                    <a:pt x="2662" y="2093"/>
                    <a:pt x="2753" y="1998"/>
                    <a:pt x="2852" y="1892"/>
                  </a:cubicBezTo>
                  <a:cubicBezTo>
                    <a:pt x="2930" y="1809"/>
                    <a:pt x="3013" y="1726"/>
                    <a:pt x="3041" y="1616"/>
                  </a:cubicBezTo>
                  <a:cubicBezTo>
                    <a:pt x="3064" y="1509"/>
                    <a:pt x="3029" y="1399"/>
                    <a:pt x="2974" y="1312"/>
                  </a:cubicBezTo>
                  <a:cubicBezTo>
                    <a:pt x="2901" y="1206"/>
                    <a:pt x="2807" y="1174"/>
                    <a:pt x="2700" y="1174"/>
                  </a:cubicBezTo>
                  <a:cubicBezTo>
                    <a:pt x="2667" y="1174"/>
                    <a:pt x="2634" y="1177"/>
                    <a:pt x="2599" y="1182"/>
                  </a:cubicBezTo>
                  <a:cubicBezTo>
                    <a:pt x="2457" y="1198"/>
                    <a:pt x="2323" y="1225"/>
                    <a:pt x="2205" y="1304"/>
                  </a:cubicBezTo>
                  <a:cubicBezTo>
                    <a:pt x="2224" y="1280"/>
                    <a:pt x="2244" y="1253"/>
                    <a:pt x="2264" y="1229"/>
                  </a:cubicBezTo>
                  <a:cubicBezTo>
                    <a:pt x="2315" y="1170"/>
                    <a:pt x="2355" y="1103"/>
                    <a:pt x="2386" y="1032"/>
                  </a:cubicBezTo>
                  <a:cubicBezTo>
                    <a:pt x="2429" y="934"/>
                    <a:pt x="2473" y="843"/>
                    <a:pt x="2497" y="741"/>
                  </a:cubicBezTo>
                  <a:cubicBezTo>
                    <a:pt x="2517" y="638"/>
                    <a:pt x="2508" y="547"/>
                    <a:pt x="2489" y="448"/>
                  </a:cubicBezTo>
                  <a:cubicBezTo>
                    <a:pt x="2477" y="362"/>
                    <a:pt x="2457" y="259"/>
                    <a:pt x="2375" y="216"/>
                  </a:cubicBezTo>
                  <a:cubicBezTo>
                    <a:pt x="2341" y="200"/>
                    <a:pt x="2305" y="193"/>
                    <a:pt x="2268" y="193"/>
                  </a:cubicBezTo>
                  <a:cubicBezTo>
                    <a:pt x="2166" y="193"/>
                    <a:pt x="2059" y="244"/>
                    <a:pt x="1984" y="299"/>
                  </a:cubicBezTo>
                  <a:cubicBezTo>
                    <a:pt x="1953" y="319"/>
                    <a:pt x="1921" y="346"/>
                    <a:pt x="1893" y="374"/>
                  </a:cubicBezTo>
                  <a:cubicBezTo>
                    <a:pt x="1865" y="397"/>
                    <a:pt x="1834" y="425"/>
                    <a:pt x="1803" y="452"/>
                  </a:cubicBezTo>
                  <a:cubicBezTo>
                    <a:pt x="1696" y="559"/>
                    <a:pt x="1653" y="717"/>
                    <a:pt x="1598" y="854"/>
                  </a:cubicBezTo>
                  <a:cubicBezTo>
                    <a:pt x="1566" y="945"/>
                    <a:pt x="1530" y="1036"/>
                    <a:pt x="1491" y="1127"/>
                  </a:cubicBezTo>
                  <a:cubicBezTo>
                    <a:pt x="1503" y="1020"/>
                    <a:pt x="1507" y="906"/>
                    <a:pt x="1503" y="799"/>
                  </a:cubicBezTo>
                  <a:cubicBezTo>
                    <a:pt x="1503" y="634"/>
                    <a:pt x="1463" y="476"/>
                    <a:pt x="1416" y="319"/>
                  </a:cubicBezTo>
                  <a:cubicBezTo>
                    <a:pt x="1381" y="197"/>
                    <a:pt x="1325" y="82"/>
                    <a:pt x="1207" y="31"/>
                  </a:cubicBezTo>
                  <a:cubicBezTo>
                    <a:pt x="1159" y="11"/>
                    <a:pt x="1110" y="0"/>
                    <a:pt x="1062" y="0"/>
                  </a:cubicBezTo>
                  <a:close/>
                </a:path>
              </a:pathLst>
            </a:custGeom>
            <a:solidFill>
              <a:schemeClr val="accent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1" name="Google Shape;951;p33"/>
            <p:cNvSpPr/>
            <p:nvPr/>
          </p:nvSpPr>
          <p:spPr>
            <a:xfrm>
              <a:off x="-1599244" y="6509458"/>
              <a:ext cx="538860" cy="427877"/>
            </a:xfrm>
            <a:custGeom>
              <a:rect b="b" l="l" r="r" t="t"/>
              <a:pathLst>
                <a:path extrusionOk="0" h="906" w="1141">
                  <a:moveTo>
                    <a:pt x="550" y="1"/>
                  </a:moveTo>
                  <a:cubicBezTo>
                    <a:pt x="484" y="1"/>
                    <a:pt x="418" y="8"/>
                    <a:pt x="356" y="25"/>
                  </a:cubicBezTo>
                  <a:cubicBezTo>
                    <a:pt x="237" y="56"/>
                    <a:pt x="119" y="127"/>
                    <a:pt x="63" y="245"/>
                  </a:cubicBezTo>
                  <a:cubicBezTo>
                    <a:pt x="1" y="380"/>
                    <a:pt x="83" y="513"/>
                    <a:pt x="130" y="635"/>
                  </a:cubicBezTo>
                  <a:cubicBezTo>
                    <a:pt x="154" y="687"/>
                    <a:pt x="170" y="754"/>
                    <a:pt x="210" y="793"/>
                  </a:cubicBezTo>
                  <a:cubicBezTo>
                    <a:pt x="252" y="837"/>
                    <a:pt x="305" y="864"/>
                    <a:pt x="359" y="880"/>
                  </a:cubicBezTo>
                  <a:cubicBezTo>
                    <a:pt x="418" y="900"/>
                    <a:pt x="474" y="904"/>
                    <a:pt x="533" y="904"/>
                  </a:cubicBezTo>
                  <a:cubicBezTo>
                    <a:pt x="550" y="905"/>
                    <a:pt x="568" y="905"/>
                    <a:pt x="586" y="905"/>
                  </a:cubicBezTo>
                  <a:cubicBezTo>
                    <a:pt x="648" y="905"/>
                    <a:pt x="711" y="900"/>
                    <a:pt x="769" y="884"/>
                  </a:cubicBezTo>
                  <a:cubicBezTo>
                    <a:pt x="896" y="848"/>
                    <a:pt x="1006" y="797"/>
                    <a:pt x="1077" y="675"/>
                  </a:cubicBezTo>
                  <a:cubicBezTo>
                    <a:pt x="1097" y="640"/>
                    <a:pt x="1120" y="593"/>
                    <a:pt x="1124" y="549"/>
                  </a:cubicBezTo>
                  <a:lnTo>
                    <a:pt x="1124" y="510"/>
                  </a:lnTo>
                  <a:cubicBezTo>
                    <a:pt x="1133" y="466"/>
                    <a:pt x="1140" y="422"/>
                    <a:pt x="1140" y="380"/>
                  </a:cubicBezTo>
                  <a:cubicBezTo>
                    <a:pt x="1136" y="320"/>
                    <a:pt x="1116" y="265"/>
                    <a:pt x="1081" y="218"/>
                  </a:cubicBezTo>
                  <a:cubicBezTo>
                    <a:pt x="1069" y="202"/>
                    <a:pt x="1057" y="182"/>
                    <a:pt x="1042" y="171"/>
                  </a:cubicBezTo>
                  <a:cubicBezTo>
                    <a:pt x="1018" y="143"/>
                    <a:pt x="994" y="120"/>
                    <a:pt x="971" y="96"/>
                  </a:cubicBezTo>
                  <a:cubicBezTo>
                    <a:pt x="939" y="68"/>
                    <a:pt x="896" y="60"/>
                    <a:pt x="860" y="49"/>
                  </a:cubicBezTo>
                  <a:cubicBezTo>
                    <a:pt x="763" y="20"/>
                    <a:pt x="656" y="1"/>
                    <a:pt x="550" y="1"/>
                  </a:cubicBezTo>
                  <a:close/>
                </a:path>
              </a:pathLst>
            </a:cu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2" name="Google Shape;952;p33"/>
            <p:cNvSpPr/>
            <p:nvPr/>
          </p:nvSpPr>
          <p:spPr>
            <a:xfrm>
              <a:off x="-1156254" y="6353049"/>
              <a:ext cx="95871" cy="136486"/>
            </a:xfrm>
            <a:custGeom>
              <a:rect b="b" l="l" r="r" t="t"/>
              <a:pathLst>
                <a:path extrusionOk="0" h="289" w="203">
                  <a:moveTo>
                    <a:pt x="166" y="0"/>
                  </a:moveTo>
                  <a:cubicBezTo>
                    <a:pt x="127" y="55"/>
                    <a:pt x="91" y="110"/>
                    <a:pt x="56" y="166"/>
                  </a:cubicBezTo>
                  <a:cubicBezTo>
                    <a:pt x="44" y="185"/>
                    <a:pt x="33" y="201"/>
                    <a:pt x="20" y="221"/>
                  </a:cubicBezTo>
                  <a:lnTo>
                    <a:pt x="20" y="225"/>
                  </a:lnTo>
                  <a:cubicBezTo>
                    <a:pt x="17" y="232"/>
                    <a:pt x="13" y="241"/>
                    <a:pt x="13" y="245"/>
                  </a:cubicBezTo>
                  <a:cubicBezTo>
                    <a:pt x="9" y="252"/>
                    <a:pt x="5" y="256"/>
                    <a:pt x="1" y="264"/>
                  </a:cubicBezTo>
                  <a:lnTo>
                    <a:pt x="40" y="288"/>
                  </a:lnTo>
                  <a:cubicBezTo>
                    <a:pt x="44" y="276"/>
                    <a:pt x="48" y="268"/>
                    <a:pt x="53" y="264"/>
                  </a:cubicBezTo>
                  <a:cubicBezTo>
                    <a:pt x="53" y="256"/>
                    <a:pt x="56" y="248"/>
                    <a:pt x="60" y="245"/>
                  </a:cubicBezTo>
                  <a:cubicBezTo>
                    <a:pt x="72" y="225"/>
                    <a:pt x="84" y="205"/>
                    <a:pt x="95" y="190"/>
                  </a:cubicBezTo>
                  <a:cubicBezTo>
                    <a:pt x="127" y="134"/>
                    <a:pt x="166" y="79"/>
                    <a:pt x="202" y="24"/>
                  </a:cubicBezTo>
                  <a:lnTo>
                    <a:pt x="16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3" name="Google Shape;953;p33"/>
            <p:cNvSpPr/>
            <p:nvPr/>
          </p:nvSpPr>
          <p:spPr>
            <a:xfrm>
              <a:off x="-958845" y="6701112"/>
              <a:ext cx="116178" cy="34003"/>
            </a:xfrm>
            <a:custGeom>
              <a:rect b="b" l="l" r="r" t="t"/>
              <a:pathLst>
                <a:path extrusionOk="0" h="72" w="246">
                  <a:moveTo>
                    <a:pt x="190" y="1"/>
                  </a:moveTo>
                  <a:cubicBezTo>
                    <a:pt x="163" y="1"/>
                    <a:pt x="135" y="4"/>
                    <a:pt x="108" y="12"/>
                  </a:cubicBezTo>
                  <a:cubicBezTo>
                    <a:pt x="92" y="12"/>
                    <a:pt x="79" y="16"/>
                    <a:pt x="68" y="21"/>
                  </a:cubicBezTo>
                  <a:cubicBezTo>
                    <a:pt x="56" y="21"/>
                    <a:pt x="48" y="21"/>
                    <a:pt x="37" y="24"/>
                  </a:cubicBezTo>
                  <a:cubicBezTo>
                    <a:pt x="25" y="24"/>
                    <a:pt x="13" y="24"/>
                    <a:pt x="1" y="28"/>
                  </a:cubicBezTo>
                  <a:lnTo>
                    <a:pt x="13" y="72"/>
                  </a:lnTo>
                  <a:cubicBezTo>
                    <a:pt x="21" y="68"/>
                    <a:pt x="32" y="68"/>
                    <a:pt x="41" y="68"/>
                  </a:cubicBezTo>
                  <a:cubicBezTo>
                    <a:pt x="52" y="63"/>
                    <a:pt x="60" y="63"/>
                    <a:pt x="72" y="63"/>
                  </a:cubicBezTo>
                  <a:lnTo>
                    <a:pt x="76" y="63"/>
                  </a:lnTo>
                  <a:cubicBezTo>
                    <a:pt x="88" y="59"/>
                    <a:pt x="103" y="56"/>
                    <a:pt x="115" y="56"/>
                  </a:cubicBezTo>
                  <a:cubicBezTo>
                    <a:pt x="139" y="48"/>
                    <a:pt x="166" y="48"/>
                    <a:pt x="190" y="48"/>
                  </a:cubicBezTo>
                  <a:lnTo>
                    <a:pt x="237" y="48"/>
                  </a:lnTo>
                  <a:lnTo>
                    <a:pt x="245" y="4"/>
                  </a:lnTo>
                  <a:cubicBezTo>
                    <a:pt x="226" y="4"/>
                    <a:pt x="210" y="1"/>
                    <a:pt x="19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4" name="Google Shape;954;p33"/>
            <p:cNvSpPr/>
            <p:nvPr/>
          </p:nvSpPr>
          <p:spPr>
            <a:xfrm>
              <a:off x="-1308798" y="7038313"/>
              <a:ext cx="28336" cy="117595"/>
            </a:xfrm>
            <a:custGeom>
              <a:rect b="b" l="l" r="r" t="t"/>
              <a:pathLst>
                <a:path extrusionOk="0" h="249" w="60">
                  <a:moveTo>
                    <a:pt x="16" y="0"/>
                  </a:moveTo>
                  <a:cubicBezTo>
                    <a:pt x="12" y="79"/>
                    <a:pt x="5" y="162"/>
                    <a:pt x="1" y="248"/>
                  </a:cubicBezTo>
                  <a:lnTo>
                    <a:pt x="48" y="248"/>
                  </a:lnTo>
                  <a:cubicBezTo>
                    <a:pt x="48" y="166"/>
                    <a:pt x="56" y="83"/>
                    <a:pt x="6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5" name="Google Shape;955;p33"/>
            <p:cNvSpPr/>
            <p:nvPr/>
          </p:nvSpPr>
          <p:spPr>
            <a:xfrm>
              <a:off x="-1790985" y="6844682"/>
              <a:ext cx="128930" cy="34003"/>
            </a:xfrm>
            <a:custGeom>
              <a:rect b="b" l="l" r="r" t="t"/>
              <a:pathLst>
                <a:path extrusionOk="0" h="72" w="273">
                  <a:moveTo>
                    <a:pt x="269" y="0"/>
                  </a:moveTo>
                  <a:cubicBezTo>
                    <a:pt x="205" y="8"/>
                    <a:pt x="143" y="12"/>
                    <a:pt x="76" y="12"/>
                  </a:cubicBezTo>
                  <a:cubicBezTo>
                    <a:pt x="59" y="16"/>
                    <a:pt x="48" y="16"/>
                    <a:pt x="36" y="19"/>
                  </a:cubicBezTo>
                  <a:cubicBezTo>
                    <a:pt x="24" y="19"/>
                    <a:pt x="12" y="24"/>
                    <a:pt x="1" y="32"/>
                  </a:cubicBezTo>
                  <a:lnTo>
                    <a:pt x="20" y="71"/>
                  </a:lnTo>
                  <a:cubicBezTo>
                    <a:pt x="32" y="63"/>
                    <a:pt x="40" y="63"/>
                    <a:pt x="48" y="59"/>
                  </a:cubicBezTo>
                  <a:lnTo>
                    <a:pt x="79" y="59"/>
                  </a:lnTo>
                  <a:cubicBezTo>
                    <a:pt x="143" y="55"/>
                    <a:pt x="209" y="52"/>
                    <a:pt x="272" y="43"/>
                  </a:cubicBezTo>
                  <a:lnTo>
                    <a:pt x="26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6" name="Google Shape;956;p33"/>
            <p:cNvSpPr/>
            <p:nvPr/>
          </p:nvSpPr>
          <p:spPr>
            <a:xfrm>
              <a:off x="-1522736" y="6341715"/>
              <a:ext cx="45338" cy="112400"/>
            </a:xfrm>
            <a:custGeom>
              <a:rect b="b" l="l" r="r" t="t"/>
              <a:pathLst>
                <a:path extrusionOk="0" h="238" w="96">
                  <a:moveTo>
                    <a:pt x="1" y="1"/>
                  </a:moveTo>
                  <a:lnTo>
                    <a:pt x="1" y="12"/>
                  </a:lnTo>
                  <a:cubicBezTo>
                    <a:pt x="1" y="32"/>
                    <a:pt x="4" y="48"/>
                    <a:pt x="8" y="72"/>
                  </a:cubicBezTo>
                  <a:cubicBezTo>
                    <a:pt x="24" y="127"/>
                    <a:pt x="39" y="182"/>
                    <a:pt x="52" y="237"/>
                  </a:cubicBezTo>
                  <a:lnTo>
                    <a:pt x="95" y="229"/>
                  </a:lnTo>
                  <a:cubicBezTo>
                    <a:pt x="83" y="170"/>
                    <a:pt x="67" y="114"/>
                    <a:pt x="52" y="59"/>
                  </a:cubicBezTo>
                  <a:cubicBezTo>
                    <a:pt x="48" y="40"/>
                    <a:pt x="43" y="32"/>
                    <a:pt x="43" y="12"/>
                  </a:cubicBezTo>
                  <a:lnTo>
                    <a:pt x="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57" name="Google Shape;957;p33"/>
          <p:cNvGrpSpPr/>
          <p:nvPr/>
        </p:nvGrpSpPr>
        <p:grpSpPr>
          <a:xfrm>
            <a:off x="6894434" y="5238384"/>
            <a:ext cx="2827481" cy="1332274"/>
            <a:chOff x="-8551466" y="4497909"/>
            <a:chExt cx="2827481" cy="1332274"/>
          </a:xfrm>
        </p:grpSpPr>
        <p:sp>
          <p:nvSpPr>
            <p:cNvPr id="958" name="Google Shape;958;p33"/>
            <p:cNvSpPr/>
            <p:nvPr/>
          </p:nvSpPr>
          <p:spPr>
            <a:xfrm>
              <a:off x="-8214265" y="4615977"/>
              <a:ext cx="2490280" cy="956819"/>
            </a:xfrm>
            <a:custGeom>
              <a:rect b="b" l="l" r="r" t="t"/>
              <a:pathLst>
                <a:path extrusionOk="0" h="2026" w="5273">
                  <a:moveTo>
                    <a:pt x="975" y="0"/>
                  </a:moveTo>
                  <a:cubicBezTo>
                    <a:pt x="686" y="0"/>
                    <a:pt x="399" y="96"/>
                    <a:pt x="186" y="294"/>
                  </a:cubicBezTo>
                  <a:cubicBezTo>
                    <a:pt x="126" y="349"/>
                    <a:pt x="75" y="405"/>
                    <a:pt x="32" y="472"/>
                  </a:cubicBezTo>
                  <a:cubicBezTo>
                    <a:pt x="0" y="520"/>
                    <a:pt x="0" y="586"/>
                    <a:pt x="48" y="626"/>
                  </a:cubicBezTo>
                  <a:cubicBezTo>
                    <a:pt x="66" y="641"/>
                    <a:pt x="91" y="649"/>
                    <a:pt x="117" y="649"/>
                  </a:cubicBezTo>
                  <a:cubicBezTo>
                    <a:pt x="150" y="649"/>
                    <a:pt x="184" y="635"/>
                    <a:pt x="202" y="606"/>
                  </a:cubicBezTo>
                  <a:cubicBezTo>
                    <a:pt x="351" y="381"/>
                    <a:pt x="604" y="247"/>
                    <a:pt x="872" y="223"/>
                  </a:cubicBezTo>
                  <a:cubicBezTo>
                    <a:pt x="907" y="220"/>
                    <a:pt x="942" y="218"/>
                    <a:pt x="977" y="218"/>
                  </a:cubicBezTo>
                  <a:cubicBezTo>
                    <a:pt x="1274" y="218"/>
                    <a:pt x="1555" y="346"/>
                    <a:pt x="1791" y="520"/>
                  </a:cubicBezTo>
                  <a:cubicBezTo>
                    <a:pt x="1937" y="622"/>
                    <a:pt x="2082" y="713"/>
                    <a:pt x="2264" y="717"/>
                  </a:cubicBezTo>
                  <a:cubicBezTo>
                    <a:pt x="2270" y="717"/>
                    <a:pt x="2276" y="717"/>
                    <a:pt x="2282" y="717"/>
                  </a:cubicBezTo>
                  <a:cubicBezTo>
                    <a:pt x="2449" y="717"/>
                    <a:pt x="2613" y="668"/>
                    <a:pt x="2781" y="646"/>
                  </a:cubicBezTo>
                  <a:cubicBezTo>
                    <a:pt x="2863" y="634"/>
                    <a:pt x="2945" y="627"/>
                    <a:pt x="3026" y="627"/>
                  </a:cubicBezTo>
                  <a:cubicBezTo>
                    <a:pt x="3113" y="627"/>
                    <a:pt x="3200" y="635"/>
                    <a:pt x="3285" y="653"/>
                  </a:cubicBezTo>
                  <a:cubicBezTo>
                    <a:pt x="3467" y="689"/>
                    <a:pt x="3624" y="795"/>
                    <a:pt x="3802" y="839"/>
                  </a:cubicBezTo>
                  <a:cubicBezTo>
                    <a:pt x="3894" y="862"/>
                    <a:pt x="3990" y="869"/>
                    <a:pt x="4085" y="869"/>
                  </a:cubicBezTo>
                  <a:cubicBezTo>
                    <a:pt x="4151" y="869"/>
                    <a:pt x="4217" y="865"/>
                    <a:pt x="4283" y="862"/>
                  </a:cubicBezTo>
                  <a:cubicBezTo>
                    <a:pt x="4318" y="861"/>
                    <a:pt x="4355" y="860"/>
                    <a:pt x="4391" y="860"/>
                  </a:cubicBezTo>
                  <a:cubicBezTo>
                    <a:pt x="4508" y="860"/>
                    <a:pt x="4627" y="870"/>
                    <a:pt x="4732" y="917"/>
                  </a:cubicBezTo>
                  <a:cubicBezTo>
                    <a:pt x="4953" y="1020"/>
                    <a:pt x="5076" y="1304"/>
                    <a:pt x="4957" y="1525"/>
                  </a:cubicBezTo>
                  <a:cubicBezTo>
                    <a:pt x="4852" y="1718"/>
                    <a:pt x="4599" y="1807"/>
                    <a:pt x="4380" y="1807"/>
                  </a:cubicBezTo>
                  <a:cubicBezTo>
                    <a:pt x="4362" y="1807"/>
                    <a:pt x="4344" y="1806"/>
                    <a:pt x="4326" y="1805"/>
                  </a:cubicBezTo>
                  <a:cubicBezTo>
                    <a:pt x="3975" y="1781"/>
                    <a:pt x="3664" y="1576"/>
                    <a:pt x="3356" y="1422"/>
                  </a:cubicBezTo>
                  <a:cubicBezTo>
                    <a:pt x="3055" y="1277"/>
                    <a:pt x="2724" y="1169"/>
                    <a:pt x="2384" y="1169"/>
                  </a:cubicBezTo>
                  <a:cubicBezTo>
                    <a:pt x="2373" y="1169"/>
                    <a:pt x="2362" y="1170"/>
                    <a:pt x="2350" y="1170"/>
                  </a:cubicBezTo>
                  <a:cubicBezTo>
                    <a:pt x="2177" y="1177"/>
                    <a:pt x="2015" y="1221"/>
                    <a:pt x="1846" y="1257"/>
                  </a:cubicBezTo>
                  <a:cubicBezTo>
                    <a:pt x="1744" y="1278"/>
                    <a:pt x="1643" y="1291"/>
                    <a:pt x="1540" y="1291"/>
                  </a:cubicBezTo>
                  <a:cubicBezTo>
                    <a:pt x="1472" y="1291"/>
                    <a:pt x="1403" y="1285"/>
                    <a:pt x="1333" y="1272"/>
                  </a:cubicBezTo>
                  <a:cubicBezTo>
                    <a:pt x="1250" y="1257"/>
                    <a:pt x="1172" y="1233"/>
                    <a:pt x="1092" y="1206"/>
                  </a:cubicBezTo>
                  <a:cubicBezTo>
                    <a:pt x="1078" y="1200"/>
                    <a:pt x="1063" y="1197"/>
                    <a:pt x="1050" y="1197"/>
                  </a:cubicBezTo>
                  <a:cubicBezTo>
                    <a:pt x="946" y="1197"/>
                    <a:pt x="891" y="1357"/>
                    <a:pt x="1006" y="1403"/>
                  </a:cubicBezTo>
                  <a:cubicBezTo>
                    <a:pt x="1187" y="1474"/>
                    <a:pt x="1376" y="1509"/>
                    <a:pt x="1566" y="1509"/>
                  </a:cubicBezTo>
                  <a:cubicBezTo>
                    <a:pt x="1755" y="1505"/>
                    <a:pt x="1933" y="1457"/>
                    <a:pt x="2114" y="1419"/>
                  </a:cubicBezTo>
                  <a:cubicBezTo>
                    <a:pt x="2207" y="1400"/>
                    <a:pt x="2300" y="1392"/>
                    <a:pt x="2392" y="1392"/>
                  </a:cubicBezTo>
                  <a:cubicBezTo>
                    <a:pt x="2653" y="1392"/>
                    <a:pt x="2906" y="1461"/>
                    <a:pt x="3151" y="1568"/>
                  </a:cubicBezTo>
                  <a:cubicBezTo>
                    <a:pt x="3506" y="1726"/>
                    <a:pt x="3829" y="1951"/>
                    <a:pt x="4219" y="2014"/>
                  </a:cubicBezTo>
                  <a:cubicBezTo>
                    <a:pt x="4269" y="2021"/>
                    <a:pt x="4320" y="2025"/>
                    <a:pt x="4371" y="2025"/>
                  </a:cubicBezTo>
                  <a:cubicBezTo>
                    <a:pt x="4619" y="2025"/>
                    <a:pt x="4871" y="1938"/>
                    <a:pt x="5047" y="1761"/>
                  </a:cubicBezTo>
                  <a:cubicBezTo>
                    <a:pt x="5272" y="1532"/>
                    <a:pt x="5269" y="1182"/>
                    <a:pt x="5083" y="933"/>
                  </a:cubicBezTo>
                  <a:cubicBezTo>
                    <a:pt x="4981" y="799"/>
                    <a:pt x="4843" y="713"/>
                    <a:pt x="4685" y="673"/>
                  </a:cubicBezTo>
                  <a:cubicBezTo>
                    <a:pt x="4593" y="649"/>
                    <a:pt x="4498" y="643"/>
                    <a:pt x="4404" y="643"/>
                  </a:cubicBezTo>
                  <a:cubicBezTo>
                    <a:pt x="4325" y="643"/>
                    <a:pt x="4246" y="648"/>
                    <a:pt x="4168" y="649"/>
                  </a:cubicBezTo>
                  <a:cubicBezTo>
                    <a:pt x="4138" y="651"/>
                    <a:pt x="4108" y="652"/>
                    <a:pt x="4077" y="652"/>
                  </a:cubicBezTo>
                  <a:cubicBezTo>
                    <a:pt x="4025" y="652"/>
                    <a:pt x="3972" y="649"/>
                    <a:pt x="3920" y="642"/>
                  </a:cubicBezTo>
                  <a:cubicBezTo>
                    <a:pt x="3829" y="626"/>
                    <a:pt x="3746" y="594"/>
                    <a:pt x="3664" y="558"/>
                  </a:cubicBezTo>
                  <a:cubicBezTo>
                    <a:pt x="3486" y="480"/>
                    <a:pt x="3316" y="420"/>
                    <a:pt x="3123" y="413"/>
                  </a:cubicBezTo>
                  <a:cubicBezTo>
                    <a:pt x="3090" y="411"/>
                    <a:pt x="3057" y="410"/>
                    <a:pt x="3024" y="410"/>
                  </a:cubicBezTo>
                  <a:cubicBezTo>
                    <a:pt x="2866" y="410"/>
                    <a:pt x="2712" y="431"/>
                    <a:pt x="2555" y="460"/>
                  </a:cubicBezTo>
                  <a:cubicBezTo>
                    <a:pt x="2464" y="479"/>
                    <a:pt x="2376" y="498"/>
                    <a:pt x="2291" y="498"/>
                  </a:cubicBezTo>
                  <a:cubicBezTo>
                    <a:pt x="2214" y="498"/>
                    <a:pt x="2139" y="483"/>
                    <a:pt x="2062" y="440"/>
                  </a:cubicBezTo>
                  <a:cubicBezTo>
                    <a:pt x="1984" y="393"/>
                    <a:pt x="1913" y="334"/>
                    <a:pt x="1838" y="287"/>
                  </a:cubicBezTo>
                  <a:cubicBezTo>
                    <a:pt x="1759" y="231"/>
                    <a:pt x="1680" y="184"/>
                    <a:pt x="1593" y="145"/>
                  </a:cubicBezTo>
                  <a:cubicBezTo>
                    <a:pt x="1424" y="65"/>
                    <a:pt x="1243" y="14"/>
                    <a:pt x="1057" y="3"/>
                  </a:cubicBezTo>
                  <a:cubicBezTo>
                    <a:pt x="1030" y="1"/>
                    <a:pt x="1003" y="0"/>
                    <a:pt x="975" y="0"/>
                  </a:cubicBezTo>
                  <a:close/>
                </a:path>
              </a:pathLst>
            </a:cu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9" name="Google Shape;959;p33"/>
            <p:cNvSpPr/>
            <p:nvPr/>
          </p:nvSpPr>
          <p:spPr>
            <a:xfrm>
              <a:off x="-8065499" y="4497909"/>
              <a:ext cx="912898" cy="545944"/>
            </a:xfrm>
            <a:custGeom>
              <a:rect b="b" l="l" r="r" t="t"/>
              <a:pathLst>
                <a:path extrusionOk="0" h="1156" w="1933">
                  <a:moveTo>
                    <a:pt x="612" y="0"/>
                  </a:moveTo>
                  <a:cubicBezTo>
                    <a:pt x="592" y="20"/>
                    <a:pt x="581" y="48"/>
                    <a:pt x="561" y="67"/>
                  </a:cubicBezTo>
                  <a:cubicBezTo>
                    <a:pt x="526" y="119"/>
                    <a:pt x="486" y="170"/>
                    <a:pt x="450" y="221"/>
                  </a:cubicBezTo>
                  <a:cubicBezTo>
                    <a:pt x="415" y="268"/>
                    <a:pt x="384" y="320"/>
                    <a:pt x="352" y="371"/>
                  </a:cubicBezTo>
                  <a:cubicBezTo>
                    <a:pt x="348" y="379"/>
                    <a:pt x="340" y="391"/>
                    <a:pt x="336" y="399"/>
                  </a:cubicBezTo>
                  <a:cubicBezTo>
                    <a:pt x="317" y="399"/>
                    <a:pt x="293" y="367"/>
                    <a:pt x="281" y="355"/>
                  </a:cubicBezTo>
                  <a:cubicBezTo>
                    <a:pt x="237" y="324"/>
                    <a:pt x="190" y="296"/>
                    <a:pt x="147" y="268"/>
                  </a:cubicBezTo>
                  <a:cubicBezTo>
                    <a:pt x="107" y="241"/>
                    <a:pt x="68" y="213"/>
                    <a:pt x="33" y="178"/>
                  </a:cubicBezTo>
                  <a:cubicBezTo>
                    <a:pt x="20" y="170"/>
                    <a:pt x="17" y="162"/>
                    <a:pt x="0" y="162"/>
                  </a:cubicBezTo>
                  <a:lnTo>
                    <a:pt x="0" y="190"/>
                  </a:lnTo>
                  <a:cubicBezTo>
                    <a:pt x="5" y="213"/>
                    <a:pt x="5" y="237"/>
                    <a:pt x="5" y="261"/>
                  </a:cubicBezTo>
                  <a:cubicBezTo>
                    <a:pt x="9" y="328"/>
                    <a:pt x="17" y="399"/>
                    <a:pt x="20" y="466"/>
                  </a:cubicBezTo>
                  <a:cubicBezTo>
                    <a:pt x="24" y="525"/>
                    <a:pt x="36" y="588"/>
                    <a:pt x="53" y="651"/>
                  </a:cubicBezTo>
                  <a:cubicBezTo>
                    <a:pt x="56" y="670"/>
                    <a:pt x="60" y="679"/>
                    <a:pt x="56" y="699"/>
                  </a:cubicBezTo>
                  <a:lnTo>
                    <a:pt x="1026" y="1156"/>
                  </a:lnTo>
                  <a:cubicBezTo>
                    <a:pt x="1132" y="1116"/>
                    <a:pt x="1239" y="1072"/>
                    <a:pt x="1341" y="1021"/>
                  </a:cubicBezTo>
                  <a:cubicBezTo>
                    <a:pt x="1448" y="967"/>
                    <a:pt x="1554" y="907"/>
                    <a:pt x="1657" y="844"/>
                  </a:cubicBezTo>
                  <a:cubicBezTo>
                    <a:pt x="1728" y="805"/>
                    <a:pt x="1799" y="765"/>
                    <a:pt x="1862" y="718"/>
                  </a:cubicBezTo>
                  <a:cubicBezTo>
                    <a:pt x="1886" y="702"/>
                    <a:pt x="1913" y="686"/>
                    <a:pt x="1933" y="663"/>
                  </a:cubicBezTo>
                  <a:cubicBezTo>
                    <a:pt x="1929" y="659"/>
                    <a:pt x="1917" y="659"/>
                    <a:pt x="1913" y="659"/>
                  </a:cubicBezTo>
                  <a:cubicBezTo>
                    <a:pt x="1882" y="659"/>
                    <a:pt x="1851" y="655"/>
                    <a:pt x="1818" y="655"/>
                  </a:cubicBezTo>
                  <a:cubicBezTo>
                    <a:pt x="1806" y="655"/>
                    <a:pt x="1793" y="654"/>
                    <a:pt x="1780" y="654"/>
                  </a:cubicBezTo>
                  <a:cubicBezTo>
                    <a:pt x="1701" y="654"/>
                    <a:pt x="1620" y="663"/>
                    <a:pt x="1538" y="667"/>
                  </a:cubicBezTo>
                  <a:cubicBezTo>
                    <a:pt x="1456" y="670"/>
                    <a:pt x="1373" y="667"/>
                    <a:pt x="1290" y="690"/>
                  </a:cubicBezTo>
                  <a:cubicBezTo>
                    <a:pt x="1270" y="694"/>
                    <a:pt x="1251" y="706"/>
                    <a:pt x="1231" y="710"/>
                  </a:cubicBezTo>
                  <a:lnTo>
                    <a:pt x="1223" y="710"/>
                  </a:lnTo>
                  <a:cubicBezTo>
                    <a:pt x="1219" y="686"/>
                    <a:pt x="1247" y="655"/>
                    <a:pt x="1259" y="635"/>
                  </a:cubicBezTo>
                  <a:cubicBezTo>
                    <a:pt x="1290" y="568"/>
                    <a:pt x="1325" y="501"/>
                    <a:pt x="1361" y="434"/>
                  </a:cubicBezTo>
                  <a:cubicBezTo>
                    <a:pt x="1396" y="359"/>
                    <a:pt x="1440" y="288"/>
                    <a:pt x="1467" y="213"/>
                  </a:cubicBezTo>
                  <a:cubicBezTo>
                    <a:pt x="1476" y="197"/>
                    <a:pt x="1480" y="178"/>
                    <a:pt x="1483" y="158"/>
                  </a:cubicBezTo>
                  <a:cubicBezTo>
                    <a:pt x="1483" y="155"/>
                    <a:pt x="1487" y="150"/>
                    <a:pt x="1483" y="146"/>
                  </a:cubicBezTo>
                  <a:cubicBezTo>
                    <a:pt x="1467" y="146"/>
                    <a:pt x="1448" y="158"/>
                    <a:pt x="1429" y="166"/>
                  </a:cubicBezTo>
                  <a:cubicBezTo>
                    <a:pt x="1393" y="182"/>
                    <a:pt x="1358" y="197"/>
                    <a:pt x="1318" y="209"/>
                  </a:cubicBezTo>
                  <a:cubicBezTo>
                    <a:pt x="1216" y="241"/>
                    <a:pt x="1121" y="296"/>
                    <a:pt x="1023" y="344"/>
                  </a:cubicBezTo>
                  <a:cubicBezTo>
                    <a:pt x="943" y="379"/>
                    <a:pt x="861" y="410"/>
                    <a:pt x="781" y="442"/>
                  </a:cubicBezTo>
                  <a:cubicBezTo>
                    <a:pt x="770" y="446"/>
                    <a:pt x="762" y="454"/>
                    <a:pt x="754" y="454"/>
                  </a:cubicBezTo>
                  <a:cubicBezTo>
                    <a:pt x="746" y="430"/>
                    <a:pt x="739" y="406"/>
                    <a:pt x="730" y="379"/>
                  </a:cubicBezTo>
                  <a:cubicBezTo>
                    <a:pt x="715" y="328"/>
                    <a:pt x="699" y="277"/>
                    <a:pt x="687" y="221"/>
                  </a:cubicBezTo>
                  <a:cubicBezTo>
                    <a:pt x="671" y="162"/>
                    <a:pt x="648" y="107"/>
                    <a:pt x="632" y="48"/>
                  </a:cubicBezTo>
                  <a:cubicBezTo>
                    <a:pt x="628" y="28"/>
                    <a:pt x="624" y="13"/>
                    <a:pt x="612" y="0"/>
                  </a:cubicBezTo>
                  <a:close/>
                </a:path>
              </a:pathLst>
            </a:custGeom>
            <a:solidFill>
              <a:schemeClr val="accent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0" name="Google Shape;960;p33"/>
            <p:cNvSpPr/>
            <p:nvPr/>
          </p:nvSpPr>
          <p:spPr>
            <a:xfrm>
              <a:off x="-8551466" y="4708541"/>
              <a:ext cx="1322828" cy="1121641"/>
            </a:xfrm>
            <a:custGeom>
              <a:rect b="b" l="l" r="r" t="t"/>
              <a:pathLst>
                <a:path extrusionOk="0" h="2375" w="2801">
                  <a:moveTo>
                    <a:pt x="518" y="0"/>
                  </a:moveTo>
                  <a:cubicBezTo>
                    <a:pt x="501" y="4"/>
                    <a:pt x="501" y="8"/>
                    <a:pt x="498" y="24"/>
                  </a:cubicBezTo>
                  <a:cubicBezTo>
                    <a:pt x="478" y="79"/>
                    <a:pt x="454" y="134"/>
                    <a:pt x="438" y="189"/>
                  </a:cubicBezTo>
                  <a:cubicBezTo>
                    <a:pt x="427" y="237"/>
                    <a:pt x="423" y="288"/>
                    <a:pt x="419" y="335"/>
                  </a:cubicBezTo>
                  <a:cubicBezTo>
                    <a:pt x="414" y="366"/>
                    <a:pt x="411" y="395"/>
                    <a:pt x="403" y="426"/>
                  </a:cubicBezTo>
                  <a:cubicBezTo>
                    <a:pt x="383" y="504"/>
                    <a:pt x="340" y="575"/>
                    <a:pt x="320" y="655"/>
                  </a:cubicBezTo>
                  <a:cubicBezTo>
                    <a:pt x="305" y="721"/>
                    <a:pt x="296" y="785"/>
                    <a:pt x="272" y="848"/>
                  </a:cubicBezTo>
                  <a:cubicBezTo>
                    <a:pt x="257" y="887"/>
                    <a:pt x="241" y="926"/>
                    <a:pt x="230" y="966"/>
                  </a:cubicBezTo>
                  <a:cubicBezTo>
                    <a:pt x="214" y="1005"/>
                    <a:pt x="198" y="1049"/>
                    <a:pt x="186" y="1092"/>
                  </a:cubicBezTo>
                  <a:cubicBezTo>
                    <a:pt x="174" y="1132"/>
                    <a:pt x="163" y="1167"/>
                    <a:pt x="163" y="1203"/>
                  </a:cubicBezTo>
                  <a:cubicBezTo>
                    <a:pt x="163" y="1234"/>
                    <a:pt x="159" y="1258"/>
                    <a:pt x="150" y="1285"/>
                  </a:cubicBezTo>
                  <a:cubicBezTo>
                    <a:pt x="135" y="1329"/>
                    <a:pt x="115" y="1368"/>
                    <a:pt x="103" y="1412"/>
                  </a:cubicBezTo>
                  <a:cubicBezTo>
                    <a:pt x="88" y="1447"/>
                    <a:pt x="76" y="1483"/>
                    <a:pt x="68" y="1518"/>
                  </a:cubicBezTo>
                  <a:cubicBezTo>
                    <a:pt x="52" y="1573"/>
                    <a:pt x="1" y="1731"/>
                    <a:pt x="44" y="1782"/>
                  </a:cubicBezTo>
                  <a:cubicBezTo>
                    <a:pt x="72" y="1818"/>
                    <a:pt x="277" y="1853"/>
                    <a:pt x="328" y="1865"/>
                  </a:cubicBezTo>
                  <a:cubicBezTo>
                    <a:pt x="430" y="1889"/>
                    <a:pt x="529" y="1916"/>
                    <a:pt x="632" y="1936"/>
                  </a:cubicBezTo>
                  <a:cubicBezTo>
                    <a:pt x="916" y="1987"/>
                    <a:pt x="1195" y="2066"/>
                    <a:pt x="1471" y="2149"/>
                  </a:cubicBezTo>
                  <a:cubicBezTo>
                    <a:pt x="1519" y="2164"/>
                    <a:pt x="1562" y="2184"/>
                    <a:pt x="1610" y="2196"/>
                  </a:cubicBezTo>
                  <a:cubicBezTo>
                    <a:pt x="1637" y="2200"/>
                    <a:pt x="1661" y="2204"/>
                    <a:pt x="1688" y="2212"/>
                  </a:cubicBezTo>
                  <a:cubicBezTo>
                    <a:pt x="1732" y="2224"/>
                    <a:pt x="1775" y="2235"/>
                    <a:pt x="1819" y="2244"/>
                  </a:cubicBezTo>
                  <a:cubicBezTo>
                    <a:pt x="1862" y="2255"/>
                    <a:pt x="1910" y="2267"/>
                    <a:pt x="1952" y="2283"/>
                  </a:cubicBezTo>
                  <a:cubicBezTo>
                    <a:pt x="1984" y="2295"/>
                    <a:pt x="2016" y="2302"/>
                    <a:pt x="2047" y="2311"/>
                  </a:cubicBezTo>
                  <a:cubicBezTo>
                    <a:pt x="2087" y="2319"/>
                    <a:pt x="2123" y="2319"/>
                    <a:pt x="2158" y="2322"/>
                  </a:cubicBezTo>
                  <a:cubicBezTo>
                    <a:pt x="2217" y="2330"/>
                    <a:pt x="2276" y="2354"/>
                    <a:pt x="2331" y="2366"/>
                  </a:cubicBezTo>
                  <a:cubicBezTo>
                    <a:pt x="2338" y="2369"/>
                    <a:pt x="2352" y="2374"/>
                    <a:pt x="2359" y="2374"/>
                  </a:cubicBezTo>
                  <a:cubicBezTo>
                    <a:pt x="2361" y="2374"/>
                    <a:pt x="2362" y="2374"/>
                    <a:pt x="2363" y="2373"/>
                  </a:cubicBezTo>
                  <a:cubicBezTo>
                    <a:pt x="2367" y="2370"/>
                    <a:pt x="2367" y="2362"/>
                    <a:pt x="2367" y="2362"/>
                  </a:cubicBezTo>
                  <a:cubicBezTo>
                    <a:pt x="2370" y="2350"/>
                    <a:pt x="2374" y="2338"/>
                    <a:pt x="2378" y="2330"/>
                  </a:cubicBezTo>
                  <a:cubicBezTo>
                    <a:pt x="2394" y="2287"/>
                    <a:pt x="2394" y="2240"/>
                    <a:pt x="2410" y="2196"/>
                  </a:cubicBezTo>
                  <a:cubicBezTo>
                    <a:pt x="2425" y="2133"/>
                    <a:pt x="2461" y="2074"/>
                    <a:pt x="2481" y="2007"/>
                  </a:cubicBezTo>
                  <a:cubicBezTo>
                    <a:pt x="2496" y="1956"/>
                    <a:pt x="2512" y="1900"/>
                    <a:pt x="2525" y="1845"/>
                  </a:cubicBezTo>
                  <a:cubicBezTo>
                    <a:pt x="2540" y="1782"/>
                    <a:pt x="2556" y="1720"/>
                    <a:pt x="2572" y="1656"/>
                  </a:cubicBezTo>
                  <a:cubicBezTo>
                    <a:pt x="2587" y="1597"/>
                    <a:pt x="2603" y="1538"/>
                    <a:pt x="2619" y="1478"/>
                  </a:cubicBezTo>
                  <a:cubicBezTo>
                    <a:pt x="2638" y="1400"/>
                    <a:pt x="2667" y="1321"/>
                    <a:pt x="2686" y="1238"/>
                  </a:cubicBezTo>
                  <a:cubicBezTo>
                    <a:pt x="2714" y="1128"/>
                    <a:pt x="2738" y="1017"/>
                    <a:pt x="2769" y="907"/>
                  </a:cubicBezTo>
                  <a:cubicBezTo>
                    <a:pt x="2776" y="868"/>
                    <a:pt x="2785" y="824"/>
                    <a:pt x="2793" y="785"/>
                  </a:cubicBezTo>
                  <a:cubicBezTo>
                    <a:pt x="2796" y="757"/>
                    <a:pt x="2800" y="730"/>
                    <a:pt x="2800" y="702"/>
                  </a:cubicBezTo>
                  <a:cubicBezTo>
                    <a:pt x="2796" y="679"/>
                    <a:pt x="2776" y="682"/>
                    <a:pt x="2757" y="679"/>
                  </a:cubicBezTo>
                  <a:cubicBezTo>
                    <a:pt x="2729" y="666"/>
                    <a:pt x="2705" y="655"/>
                    <a:pt x="2678" y="646"/>
                  </a:cubicBezTo>
                  <a:cubicBezTo>
                    <a:pt x="2631" y="626"/>
                    <a:pt x="2591" y="599"/>
                    <a:pt x="2544" y="579"/>
                  </a:cubicBezTo>
                  <a:cubicBezTo>
                    <a:pt x="2489" y="560"/>
                    <a:pt x="2434" y="544"/>
                    <a:pt x="2378" y="524"/>
                  </a:cubicBezTo>
                  <a:cubicBezTo>
                    <a:pt x="2316" y="497"/>
                    <a:pt x="2248" y="477"/>
                    <a:pt x="2177" y="457"/>
                  </a:cubicBezTo>
                  <a:cubicBezTo>
                    <a:pt x="2138" y="446"/>
                    <a:pt x="2103" y="433"/>
                    <a:pt x="2063" y="418"/>
                  </a:cubicBezTo>
                  <a:cubicBezTo>
                    <a:pt x="2059" y="398"/>
                    <a:pt x="2055" y="375"/>
                    <a:pt x="2052" y="355"/>
                  </a:cubicBezTo>
                  <a:cubicBezTo>
                    <a:pt x="2047" y="327"/>
                    <a:pt x="2047" y="300"/>
                    <a:pt x="2039" y="272"/>
                  </a:cubicBezTo>
                  <a:cubicBezTo>
                    <a:pt x="2032" y="244"/>
                    <a:pt x="2008" y="233"/>
                    <a:pt x="1984" y="221"/>
                  </a:cubicBezTo>
                  <a:cubicBezTo>
                    <a:pt x="1894" y="173"/>
                    <a:pt x="1799" y="138"/>
                    <a:pt x="1704" y="111"/>
                  </a:cubicBezTo>
                  <a:cubicBezTo>
                    <a:pt x="1613" y="82"/>
                    <a:pt x="1515" y="59"/>
                    <a:pt x="1417" y="51"/>
                  </a:cubicBezTo>
                  <a:cubicBezTo>
                    <a:pt x="1413" y="51"/>
                    <a:pt x="1409" y="51"/>
                    <a:pt x="1405" y="51"/>
                  </a:cubicBezTo>
                  <a:cubicBezTo>
                    <a:pt x="1356" y="51"/>
                    <a:pt x="1327" y="74"/>
                    <a:pt x="1298" y="115"/>
                  </a:cubicBezTo>
                  <a:cubicBezTo>
                    <a:pt x="1278" y="138"/>
                    <a:pt x="1262" y="166"/>
                    <a:pt x="1247" y="193"/>
                  </a:cubicBezTo>
                  <a:cubicBezTo>
                    <a:pt x="1223" y="185"/>
                    <a:pt x="1200" y="177"/>
                    <a:pt x="1171" y="173"/>
                  </a:cubicBezTo>
                  <a:cubicBezTo>
                    <a:pt x="1026" y="130"/>
                    <a:pt x="876" y="91"/>
                    <a:pt x="730" y="40"/>
                  </a:cubicBezTo>
                  <a:cubicBezTo>
                    <a:pt x="687" y="27"/>
                    <a:pt x="640" y="11"/>
                    <a:pt x="592" y="8"/>
                  </a:cubicBezTo>
                  <a:cubicBezTo>
                    <a:pt x="569" y="4"/>
                    <a:pt x="541" y="0"/>
                    <a:pt x="518" y="0"/>
                  </a:cubicBezTo>
                  <a:close/>
                </a:path>
              </a:pathLst>
            </a:custGeom>
            <a:solidFill>
              <a:schemeClr val="dk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1" name="Google Shape;961;p33"/>
            <p:cNvSpPr/>
            <p:nvPr/>
          </p:nvSpPr>
          <p:spPr>
            <a:xfrm>
              <a:off x="-8121227" y="5035352"/>
              <a:ext cx="502968" cy="420320"/>
            </a:xfrm>
            <a:custGeom>
              <a:rect b="b" l="l" r="r" t="t"/>
              <a:pathLst>
                <a:path extrusionOk="0" h="890" w="1065">
                  <a:moveTo>
                    <a:pt x="519" y="0"/>
                  </a:moveTo>
                  <a:cubicBezTo>
                    <a:pt x="390" y="0"/>
                    <a:pt x="262" y="47"/>
                    <a:pt x="166" y="132"/>
                  </a:cubicBezTo>
                  <a:cubicBezTo>
                    <a:pt x="162" y="136"/>
                    <a:pt x="154" y="144"/>
                    <a:pt x="147" y="152"/>
                  </a:cubicBezTo>
                  <a:cubicBezTo>
                    <a:pt x="16" y="282"/>
                    <a:pt x="0" y="455"/>
                    <a:pt x="67" y="629"/>
                  </a:cubicBezTo>
                  <a:cubicBezTo>
                    <a:pt x="91" y="688"/>
                    <a:pt x="127" y="731"/>
                    <a:pt x="174" y="775"/>
                  </a:cubicBezTo>
                  <a:cubicBezTo>
                    <a:pt x="222" y="818"/>
                    <a:pt x="273" y="834"/>
                    <a:pt x="328" y="857"/>
                  </a:cubicBezTo>
                  <a:cubicBezTo>
                    <a:pt x="387" y="879"/>
                    <a:pt x="445" y="889"/>
                    <a:pt x="500" y="889"/>
                  </a:cubicBezTo>
                  <a:cubicBezTo>
                    <a:pt x="687" y="889"/>
                    <a:pt x="847" y="774"/>
                    <a:pt x="935" y="589"/>
                  </a:cubicBezTo>
                  <a:cubicBezTo>
                    <a:pt x="1065" y="305"/>
                    <a:pt x="844" y="29"/>
                    <a:pt x="560" y="2"/>
                  </a:cubicBezTo>
                  <a:cubicBezTo>
                    <a:pt x="547" y="1"/>
                    <a:pt x="533" y="0"/>
                    <a:pt x="519" y="0"/>
                  </a:cubicBezTo>
                  <a:close/>
                </a:path>
              </a:pathLst>
            </a:cu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2" name="Google Shape;962;p33"/>
            <p:cNvSpPr/>
            <p:nvPr/>
          </p:nvSpPr>
          <p:spPr>
            <a:xfrm>
              <a:off x="-8078251" y="5076912"/>
              <a:ext cx="385845" cy="331534"/>
            </a:xfrm>
            <a:custGeom>
              <a:rect b="b" l="l" r="r" t="t"/>
              <a:pathLst>
                <a:path extrusionOk="0" h="702" w="817">
                  <a:moveTo>
                    <a:pt x="447" y="0"/>
                  </a:moveTo>
                  <a:cubicBezTo>
                    <a:pt x="321" y="0"/>
                    <a:pt x="199" y="60"/>
                    <a:pt x="127" y="150"/>
                  </a:cubicBezTo>
                  <a:cubicBezTo>
                    <a:pt x="12" y="296"/>
                    <a:pt x="0" y="525"/>
                    <a:pt x="182" y="643"/>
                  </a:cubicBezTo>
                  <a:cubicBezTo>
                    <a:pt x="246" y="683"/>
                    <a:pt x="317" y="701"/>
                    <a:pt x="387" y="701"/>
                  </a:cubicBezTo>
                  <a:cubicBezTo>
                    <a:pt x="485" y="701"/>
                    <a:pt x="582" y="666"/>
                    <a:pt x="655" y="604"/>
                  </a:cubicBezTo>
                  <a:cubicBezTo>
                    <a:pt x="718" y="561"/>
                    <a:pt x="761" y="494"/>
                    <a:pt x="785" y="427"/>
                  </a:cubicBezTo>
                  <a:cubicBezTo>
                    <a:pt x="817" y="343"/>
                    <a:pt x="813" y="257"/>
                    <a:pt x="766" y="178"/>
                  </a:cubicBezTo>
                  <a:cubicBezTo>
                    <a:pt x="726" y="111"/>
                    <a:pt x="659" y="52"/>
                    <a:pt x="580" y="24"/>
                  </a:cubicBezTo>
                  <a:cubicBezTo>
                    <a:pt x="537" y="8"/>
                    <a:pt x="491" y="0"/>
                    <a:pt x="447" y="0"/>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3" name="Google Shape;963;p33"/>
            <p:cNvSpPr/>
            <p:nvPr/>
          </p:nvSpPr>
          <p:spPr>
            <a:xfrm>
              <a:off x="-7908706" y="4784577"/>
              <a:ext cx="270611" cy="109094"/>
            </a:xfrm>
            <a:custGeom>
              <a:rect b="b" l="l" r="r" t="t"/>
              <a:pathLst>
                <a:path extrusionOk="0" h="231" w="573">
                  <a:moveTo>
                    <a:pt x="8" y="74"/>
                  </a:moveTo>
                  <a:lnTo>
                    <a:pt x="8" y="74"/>
                  </a:lnTo>
                  <a:cubicBezTo>
                    <a:pt x="7" y="74"/>
                    <a:pt x="7" y="75"/>
                    <a:pt x="7" y="78"/>
                  </a:cubicBezTo>
                  <a:lnTo>
                    <a:pt x="7" y="78"/>
                  </a:lnTo>
                  <a:cubicBezTo>
                    <a:pt x="7" y="77"/>
                    <a:pt x="8" y="76"/>
                    <a:pt x="8" y="76"/>
                  </a:cubicBezTo>
                  <a:cubicBezTo>
                    <a:pt x="8" y="75"/>
                    <a:pt x="8" y="74"/>
                    <a:pt x="8" y="74"/>
                  </a:cubicBezTo>
                  <a:close/>
                  <a:moveTo>
                    <a:pt x="118" y="1"/>
                  </a:moveTo>
                  <a:cubicBezTo>
                    <a:pt x="99" y="1"/>
                    <a:pt x="87" y="5"/>
                    <a:pt x="71" y="12"/>
                  </a:cubicBezTo>
                  <a:cubicBezTo>
                    <a:pt x="52" y="24"/>
                    <a:pt x="36" y="36"/>
                    <a:pt x="23" y="60"/>
                  </a:cubicBezTo>
                  <a:cubicBezTo>
                    <a:pt x="20" y="68"/>
                    <a:pt x="8" y="76"/>
                    <a:pt x="8" y="87"/>
                  </a:cubicBezTo>
                  <a:cubicBezTo>
                    <a:pt x="7" y="83"/>
                    <a:pt x="7" y="80"/>
                    <a:pt x="7" y="78"/>
                  </a:cubicBezTo>
                  <a:lnTo>
                    <a:pt x="7" y="78"/>
                  </a:lnTo>
                  <a:cubicBezTo>
                    <a:pt x="0" y="87"/>
                    <a:pt x="5" y="88"/>
                    <a:pt x="16" y="95"/>
                  </a:cubicBezTo>
                  <a:cubicBezTo>
                    <a:pt x="39" y="107"/>
                    <a:pt x="59" y="115"/>
                    <a:pt x="83" y="127"/>
                  </a:cubicBezTo>
                  <a:cubicBezTo>
                    <a:pt x="94" y="134"/>
                    <a:pt x="107" y="143"/>
                    <a:pt x="123" y="150"/>
                  </a:cubicBezTo>
                  <a:cubicBezTo>
                    <a:pt x="142" y="154"/>
                    <a:pt x="162" y="154"/>
                    <a:pt x="181" y="158"/>
                  </a:cubicBezTo>
                  <a:cubicBezTo>
                    <a:pt x="225" y="170"/>
                    <a:pt x="268" y="182"/>
                    <a:pt x="312" y="194"/>
                  </a:cubicBezTo>
                  <a:cubicBezTo>
                    <a:pt x="355" y="201"/>
                    <a:pt x="402" y="214"/>
                    <a:pt x="445" y="221"/>
                  </a:cubicBezTo>
                  <a:cubicBezTo>
                    <a:pt x="462" y="224"/>
                    <a:pt x="489" y="230"/>
                    <a:pt x="512" y="230"/>
                  </a:cubicBezTo>
                  <a:cubicBezTo>
                    <a:pt x="523" y="230"/>
                    <a:pt x="533" y="229"/>
                    <a:pt x="540" y="225"/>
                  </a:cubicBezTo>
                  <a:cubicBezTo>
                    <a:pt x="572" y="205"/>
                    <a:pt x="529" y="134"/>
                    <a:pt x="520" y="111"/>
                  </a:cubicBezTo>
                  <a:cubicBezTo>
                    <a:pt x="509" y="92"/>
                    <a:pt x="505" y="87"/>
                    <a:pt x="485" y="79"/>
                  </a:cubicBezTo>
                  <a:cubicBezTo>
                    <a:pt x="458" y="68"/>
                    <a:pt x="434" y="60"/>
                    <a:pt x="407" y="56"/>
                  </a:cubicBezTo>
                  <a:cubicBezTo>
                    <a:pt x="343" y="40"/>
                    <a:pt x="284" y="16"/>
                    <a:pt x="221" y="8"/>
                  </a:cubicBezTo>
                  <a:cubicBezTo>
                    <a:pt x="189" y="1"/>
                    <a:pt x="154" y="5"/>
                    <a:pt x="118" y="1"/>
                  </a:cubicBezTo>
                  <a:close/>
                </a:path>
              </a:pathLst>
            </a:cu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4" name="Google Shape;964;p33"/>
            <p:cNvSpPr/>
            <p:nvPr/>
          </p:nvSpPr>
          <p:spPr>
            <a:xfrm>
              <a:off x="-8264325" y="4833221"/>
              <a:ext cx="125152" cy="126568"/>
            </a:xfrm>
            <a:custGeom>
              <a:rect b="b" l="l" r="r" t="t"/>
              <a:pathLst>
                <a:path extrusionOk="0" h="268" w="265">
                  <a:moveTo>
                    <a:pt x="55" y="0"/>
                  </a:moveTo>
                  <a:lnTo>
                    <a:pt x="0" y="213"/>
                  </a:lnTo>
                  <a:lnTo>
                    <a:pt x="209" y="268"/>
                  </a:lnTo>
                  <a:lnTo>
                    <a:pt x="264" y="55"/>
                  </a:lnTo>
                  <a:lnTo>
                    <a:pt x="55" y="0"/>
                  </a:ln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5" name="Google Shape;965;p33"/>
            <p:cNvSpPr/>
            <p:nvPr/>
          </p:nvSpPr>
          <p:spPr>
            <a:xfrm>
              <a:off x="-8396561" y="5324854"/>
              <a:ext cx="139792" cy="184658"/>
            </a:xfrm>
            <a:custGeom>
              <a:rect b="b" l="l" r="r" t="t"/>
              <a:pathLst>
                <a:path extrusionOk="0" h="391" w="296">
                  <a:moveTo>
                    <a:pt x="86" y="0"/>
                  </a:moveTo>
                  <a:lnTo>
                    <a:pt x="0" y="335"/>
                  </a:lnTo>
                  <a:lnTo>
                    <a:pt x="209" y="391"/>
                  </a:lnTo>
                  <a:lnTo>
                    <a:pt x="296" y="51"/>
                  </a:lnTo>
                  <a:lnTo>
                    <a:pt x="86" y="0"/>
                  </a:ln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66" name="Google Shape;966;p33"/>
          <p:cNvGrpSpPr/>
          <p:nvPr/>
        </p:nvGrpSpPr>
        <p:grpSpPr>
          <a:xfrm>
            <a:off x="914407" y="5859022"/>
            <a:ext cx="2448664" cy="2125401"/>
            <a:chOff x="1322124" y="4079650"/>
            <a:chExt cx="3420400" cy="2968851"/>
          </a:xfrm>
        </p:grpSpPr>
        <p:sp>
          <p:nvSpPr>
            <p:cNvPr id="967" name="Google Shape;967;p33"/>
            <p:cNvSpPr/>
            <p:nvPr/>
          </p:nvSpPr>
          <p:spPr>
            <a:xfrm>
              <a:off x="1322124" y="4377475"/>
              <a:ext cx="3420400" cy="2671026"/>
            </a:xfrm>
            <a:custGeom>
              <a:rect b="b" l="l" r="r" t="t"/>
              <a:pathLst>
                <a:path extrusionOk="0" h="2556" w="3273">
                  <a:moveTo>
                    <a:pt x="228" y="0"/>
                  </a:moveTo>
                  <a:cubicBezTo>
                    <a:pt x="244" y="548"/>
                    <a:pt x="157" y="1345"/>
                    <a:pt x="0" y="2331"/>
                  </a:cubicBezTo>
                  <a:lnTo>
                    <a:pt x="3040" y="2555"/>
                  </a:lnTo>
                  <a:cubicBezTo>
                    <a:pt x="3186" y="1767"/>
                    <a:pt x="3273" y="998"/>
                    <a:pt x="3269" y="257"/>
                  </a:cubicBezTo>
                  <a:lnTo>
                    <a:pt x="3143" y="249"/>
                  </a:lnTo>
                  <a:lnTo>
                    <a:pt x="3143" y="249"/>
                  </a:lnTo>
                  <a:cubicBezTo>
                    <a:pt x="3154" y="320"/>
                    <a:pt x="3115" y="402"/>
                    <a:pt x="3020" y="402"/>
                  </a:cubicBezTo>
                  <a:cubicBezTo>
                    <a:pt x="2918" y="402"/>
                    <a:pt x="2878" y="304"/>
                    <a:pt x="2902" y="229"/>
                  </a:cubicBezTo>
                  <a:lnTo>
                    <a:pt x="2674" y="209"/>
                  </a:lnTo>
                  <a:lnTo>
                    <a:pt x="2674" y="209"/>
                  </a:lnTo>
                  <a:cubicBezTo>
                    <a:pt x="2677" y="213"/>
                    <a:pt x="2677" y="222"/>
                    <a:pt x="2677" y="229"/>
                  </a:cubicBezTo>
                  <a:lnTo>
                    <a:pt x="2677" y="237"/>
                  </a:lnTo>
                  <a:cubicBezTo>
                    <a:pt x="2677" y="261"/>
                    <a:pt x="2670" y="280"/>
                    <a:pt x="2657" y="300"/>
                  </a:cubicBezTo>
                  <a:cubicBezTo>
                    <a:pt x="2654" y="312"/>
                    <a:pt x="2646" y="320"/>
                    <a:pt x="2638" y="328"/>
                  </a:cubicBezTo>
                  <a:cubicBezTo>
                    <a:pt x="2622" y="344"/>
                    <a:pt x="2603" y="355"/>
                    <a:pt x="2583" y="364"/>
                  </a:cubicBezTo>
                  <a:lnTo>
                    <a:pt x="2547" y="367"/>
                  </a:lnTo>
                  <a:cubicBezTo>
                    <a:pt x="2528" y="367"/>
                    <a:pt x="2512" y="364"/>
                    <a:pt x="2496" y="355"/>
                  </a:cubicBezTo>
                  <a:cubicBezTo>
                    <a:pt x="2480" y="351"/>
                    <a:pt x="2468" y="340"/>
                    <a:pt x="2457" y="328"/>
                  </a:cubicBezTo>
                  <a:cubicBezTo>
                    <a:pt x="2441" y="316"/>
                    <a:pt x="2433" y="304"/>
                    <a:pt x="2428" y="288"/>
                  </a:cubicBezTo>
                  <a:cubicBezTo>
                    <a:pt x="2421" y="273"/>
                    <a:pt x="2417" y="253"/>
                    <a:pt x="2417" y="237"/>
                  </a:cubicBezTo>
                  <a:lnTo>
                    <a:pt x="2417" y="229"/>
                  </a:lnTo>
                  <a:cubicBezTo>
                    <a:pt x="2417" y="213"/>
                    <a:pt x="2421" y="202"/>
                    <a:pt x="2425" y="186"/>
                  </a:cubicBezTo>
                  <a:lnTo>
                    <a:pt x="2208" y="170"/>
                  </a:lnTo>
                  <a:lnTo>
                    <a:pt x="2208" y="170"/>
                  </a:lnTo>
                  <a:cubicBezTo>
                    <a:pt x="2228" y="245"/>
                    <a:pt x="2188" y="335"/>
                    <a:pt x="2090" y="335"/>
                  </a:cubicBezTo>
                  <a:cubicBezTo>
                    <a:pt x="1979" y="335"/>
                    <a:pt x="1940" y="225"/>
                    <a:pt x="1975" y="151"/>
                  </a:cubicBezTo>
                  <a:lnTo>
                    <a:pt x="1660" y="122"/>
                  </a:lnTo>
                  <a:lnTo>
                    <a:pt x="1660" y="122"/>
                  </a:lnTo>
                  <a:cubicBezTo>
                    <a:pt x="1684" y="198"/>
                    <a:pt x="1644" y="293"/>
                    <a:pt x="1542" y="293"/>
                  </a:cubicBezTo>
                  <a:cubicBezTo>
                    <a:pt x="1431" y="293"/>
                    <a:pt x="1396" y="182"/>
                    <a:pt x="1431" y="103"/>
                  </a:cubicBezTo>
                  <a:lnTo>
                    <a:pt x="1171" y="84"/>
                  </a:lnTo>
                  <a:lnTo>
                    <a:pt x="1171" y="84"/>
                  </a:lnTo>
                  <a:cubicBezTo>
                    <a:pt x="1183" y="155"/>
                    <a:pt x="1140" y="237"/>
                    <a:pt x="1049" y="237"/>
                  </a:cubicBezTo>
                  <a:cubicBezTo>
                    <a:pt x="946" y="237"/>
                    <a:pt x="907" y="138"/>
                    <a:pt x="930" y="60"/>
                  </a:cubicBezTo>
                  <a:lnTo>
                    <a:pt x="678" y="40"/>
                  </a:lnTo>
                  <a:cubicBezTo>
                    <a:pt x="678" y="107"/>
                    <a:pt x="635" y="170"/>
                    <a:pt x="552" y="170"/>
                  </a:cubicBezTo>
                  <a:cubicBezTo>
                    <a:pt x="461" y="170"/>
                    <a:pt x="417" y="91"/>
                    <a:pt x="430" y="20"/>
                  </a:cubicBezTo>
                  <a:lnTo>
                    <a:pt x="228" y="0"/>
                  </a:lnTo>
                  <a:close/>
                </a:path>
              </a:pathLst>
            </a:custGeom>
            <a:solidFill>
              <a:schemeClr val="accent5"/>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8" name="Google Shape;968;p33"/>
            <p:cNvSpPr/>
            <p:nvPr/>
          </p:nvSpPr>
          <p:spPr>
            <a:xfrm>
              <a:off x="3019260" y="4421365"/>
              <a:ext cx="391888" cy="506826"/>
            </a:xfrm>
            <a:custGeom>
              <a:rect b="b" l="l" r="r" t="t"/>
              <a:pathLst>
                <a:path extrusionOk="0" h="485" w="375">
                  <a:moveTo>
                    <a:pt x="26" y="0"/>
                  </a:moveTo>
                  <a:cubicBezTo>
                    <a:pt x="21" y="0"/>
                    <a:pt x="16" y="2"/>
                    <a:pt x="12" y="6"/>
                  </a:cubicBezTo>
                  <a:cubicBezTo>
                    <a:pt x="0" y="9"/>
                    <a:pt x="0" y="25"/>
                    <a:pt x="9" y="33"/>
                  </a:cubicBezTo>
                  <a:lnTo>
                    <a:pt x="331" y="475"/>
                  </a:lnTo>
                  <a:cubicBezTo>
                    <a:pt x="336" y="482"/>
                    <a:pt x="341" y="485"/>
                    <a:pt x="347" y="485"/>
                  </a:cubicBezTo>
                  <a:cubicBezTo>
                    <a:pt x="352" y="485"/>
                    <a:pt x="358" y="483"/>
                    <a:pt x="363" y="479"/>
                  </a:cubicBezTo>
                  <a:cubicBezTo>
                    <a:pt x="371" y="475"/>
                    <a:pt x="375" y="459"/>
                    <a:pt x="367" y="451"/>
                  </a:cubicBezTo>
                  <a:lnTo>
                    <a:pt x="40" y="9"/>
                  </a:lnTo>
                  <a:cubicBezTo>
                    <a:pt x="38" y="3"/>
                    <a:pt x="32" y="0"/>
                    <a:pt x="2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9" name="Google Shape;969;p33"/>
            <p:cNvSpPr/>
            <p:nvPr/>
          </p:nvSpPr>
          <p:spPr>
            <a:xfrm>
              <a:off x="2779947" y="4154890"/>
              <a:ext cx="755560" cy="640587"/>
            </a:xfrm>
            <a:custGeom>
              <a:rect b="b" l="l" r="r" t="t"/>
              <a:pathLst>
                <a:path extrusionOk="0" h="613" w="723">
                  <a:moveTo>
                    <a:pt x="311" y="0"/>
                  </a:moveTo>
                  <a:cubicBezTo>
                    <a:pt x="154" y="0"/>
                    <a:pt x="19" y="127"/>
                    <a:pt x="9" y="300"/>
                  </a:cubicBezTo>
                  <a:cubicBezTo>
                    <a:pt x="1" y="422"/>
                    <a:pt x="87" y="561"/>
                    <a:pt x="210" y="596"/>
                  </a:cubicBezTo>
                  <a:cubicBezTo>
                    <a:pt x="249" y="606"/>
                    <a:pt x="286" y="612"/>
                    <a:pt x="323" y="612"/>
                  </a:cubicBezTo>
                  <a:cubicBezTo>
                    <a:pt x="384" y="612"/>
                    <a:pt x="442" y="596"/>
                    <a:pt x="494" y="557"/>
                  </a:cubicBezTo>
                  <a:cubicBezTo>
                    <a:pt x="722" y="387"/>
                    <a:pt x="596" y="87"/>
                    <a:pt x="418" y="20"/>
                  </a:cubicBezTo>
                  <a:cubicBezTo>
                    <a:pt x="382" y="6"/>
                    <a:pt x="346" y="0"/>
                    <a:pt x="311" y="0"/>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0" name="Google Shape;970;p33"/>
            <p:cNvSpPr/>
            <p:nvPr/>
          </p:nvSpPr>
          <p:spPr>
            <a:xfrm>
              <a:off x="2751731" y="4079650"/>
              <a:ext cx="638516" cy="558031"/>
            </a:xfrm>
            <a:custGeom>
              <a:rect b="b" l="l" r="r" t="t"/>
              <a:pathLst>
                <a:path extrusionOk="0" h="534" w="611">
                  <a:moveTo>
                    <a:pt x="247" y="0"/>
                  </a:moveTo>
                  <a:cubicBezTo>
                    <a:pt x="117" y="0"/>
                    <a:pt x="10" y="106"/>
                    <a:pt x="4" y="254"/>
                  </a:cubicBezTo>
                  <a:cubicBezTo>
                    <a:pt x="1" y="360"/>
                    <a:pt x="79" y="483"/>
                    <a:pt x="181" y="518"/>
                  </a:cubicBezTo>
                  <a:cubicBezTo>
                    <a:pt x="214" y="528"/>
                    <a:pt x="246" y="534"/>
                    <a:pt x="277" y="534"/>
                  </a:cubicBezTo>
                  <a:cubicBezTo>
                    <a:pt x="328" y="534"/>
                    <a:pt x="377" y="519"/>
                    <a:pt x="422" y="487"/>
                  </a:cubicBezTo>
                  <a:cubicBezTo>
                    <a:pt x="611" y="345"/>
                    <a:pt x="497" y="81"/>
                    <a:pt x="347" y="21"/>
                  </a:cubicBezTo>
                  <a:cubicBezTo>
                    <a:pt x="313" y="7"/>
                    <a:pt x="279" y="0"/>
                    <a:pt x="247" y="0"/>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1" name="Google Shape;971;p33"/>
            <p:cNvSpPr/>
            <p:nvPr/>
          </p:nvSpPr>
          <p:spPr>
            <a:xfrm>
              <a:off x="1802840" y="5085985"/>
              <a:ext cx="2642894" cy="248711"/>
            </a:xfrm>
            <a:custGeom>
              <a:rect b="b" l="l" r="r" t="t"/>
              <a:pathLst>
                <a:path extrusionOk="0" h="238" w="2529">
                  <a:moveTo>
                    <a:pt x="13" y="1"/>
                  </a:moveTo>
                  <a:cubicBezTo>
                    <a:pt x="9" y="1"/>
                    <a:pt x="5" y="5"/>
                    <a:pt x="1" y="12"/>
                  </a:cubicBezTo>
                  <a:cubicBezTo>
                    <a:pt x="1" y="17"/>
                    <a:pt x="5" y="24"/>
                    <a:pt x="13" y="24"/>
                  </a:cubicBezTo>
                  <a:lnTo>
                    <a:pt x="186" y="41"/>
                  </a:lnTo>
                  <a:cubicBezTo>
                    <a:pt x="190" y="41"/>
                    <a:pt x="199" y="36"/>
                    <a:pt x="199" y="28"/>
                  </a:cubicBezTo>
                  <a:cubicBezTo>
                    <a:pt x="199" y="24"/>
                    <a:pt x="194" y="17"/>
                    <a:pt x="186" y="17"/>
                  </a:cubicBezTo>
                  <a:lnTo>
                    <a:pt x="13" y="1"/>
                  </a:lnTo>
                  <a:close/>
                  <a:moveTo>
                    <a:pt x="360" y="32"/>
                  </a:moveTo>
                  <a:cubicBezTo>
                    <a:pt x="356" y="32"/>
                    <a:pt x="352" y="36"/>
                    <a:pt x="348" y="41"/>
                  </a:cubicBezTo>
                  <a:cubicBezTo>
                    <a:pt x="348" y="48"/>
                    <a:pt x="352" y="52"/>
                    <a:pt x="360" y="52"/>
                  </a:cubicBezTo>
                  <a:lnTo>
                    <a:pt x="534" y="68"/>
                  </a:lnTo>
                  <a:cubicBezTo>
                    <a:pt x="541" y="68"/>
                    <a:pt x="545" y="64"/>
                    <a:pt x="545" y="59"/>
                  </a:cubicBezTo>
                  <a:cubicBezTo>
                    <a:pt x="545" y="52"/>
                    <a:pt x="541" y="48"/>
                    <a:pt x="534" y="48"/>
                  </a:cubicBezTo>
                  <a:lnTo>
                    <a:pt x="360" y="32"/>
                  </a:lnTo>
                  <a:close/>
                  <a:moveTo>
                    <a:pt x="707" y="59"/>
                  </a:moveTo>
                  <a:cubicBezTo>
                    <a:pt x="703" y="59"/>
                    <a:pt x="699" y="64"/>
                    <a:pt x="699" y="72"/>
                  </a:cubicBezTo>
                  <a:cubicBezTo>
                    <a:pt x="696" y="76"/>
                    <a:pt x="703" y="83"/>
                    <a:pt x="707" y="83"/>
                  </a:cubicBezTo>
                  <a:lnTo>
                    <a:pt x="880" y="99"/>
                  </a:lnTo>
                  <a:cubicBezTo>
                    <a:pt x="889" y="99"/>
                    <a:pt x="892" y="95"/>
                    <a:pt x="892" y="88"/>
                  </a:cubicBezTo>
                  <a:cubicBezTo>
                    <a:pt x="892" y="83"/>
                    <a:pt x="889" y="76"/>
                    <a:pt x="885" y="76"/>
                  </a:cubicBezTo>
                  <a:lnTo>
                    <a:pt x="707" y="59"/>
                  </a:lnTo>
                  <a:close/>
                  <a:moveTo>
                    <a:pt x="1058" y="92"/>
                  </a:moveTo>
                  <a:cubicBezTo>
                    <a:pt x="1050" y="92"/>
                    <a:pt x="1046" y="95"/>
                    <a:pt x="1046" y="99"/>
                  </a:cubicBezTo>
                  <a:cubicBezTo>
                    <a:pt x="1042" y="107"/>
                    <a:pt x="1050" y="112"/>
                    <a:pt x="1054" y="112"/>
                  </a:cubicBezTo>
                  <a:lnTo>
                    <a:pt x="1227" y="127"/>
                  </a:lnTo>
                  <a:cubicBezTo>
                    <a:pt x="1235" y="127"/>
                    <a:pt x="1240" y="123"/>
                    <a:pt x="1240" y="119"/>
                  </a:cubicBezTo>
                  <a:cubicBezTo>
                    <a:pt x="1240" y="112"/>
                    <a:pt x="1235" y="107"/>
                    <a:pt x="1231" y="107"/>
                  </a:cubicBezTo>
                  <a:lnTo>
                    <a:pt x="1058" y="92"/>
                  </a:lnTo>
                  <a:close/>
                  <a:moveTo>
                    <a:pt x="1405" y="119"/>
                  </a:moveTo>
                  <a:cubicBezTo>
                    <a:pt x="1397" y="119"/>
                    <a:pt x="1393" y="123"/>
                    <a:pt x="1393" y="130"/>
                  </a:cubicBezTo>
                  <a:cubicBezTo>
                    <a:pt x="1393" y="139"/>
                    <a:pt x="1397" y="143"/>
                    <a:pt x="1401" y="143"/>
                  </a:cubicBezTo>
                  <a:lnTo>
                    <a:pt x="1575" y="159"/>
                  </a:lnTo>
                  <a:cubicBezTo>
                    <a:pt x="1582" y="159"/>
                    <a:pt x="1586" y="154"/>
                    <a:pt x="1586" y="147"/>
                  </a:cubicBezTo>
                  <a:cubicBezTo>
                    <a:pt x="1586" y="143"/>
                    <a:pt x="1582" y="135"/>
                    <a:pt x="1579" y="135"/>
                  </a:cubicBezTo>
                  <a:lnTo>
                    <a:pt x="1405" y="119"/>
                  </a:lnTo>
                  <a:close/>
                  <a:moveTo>
                    <a:pt x="1752" y="150"/>
                  </a:moveTo>
                  <a:cubicBezTo>
                    <a:pt x="1744" y="150"/>
                    <a:pt x="1740" y="154"/>
                    <a:pt x="1740" y="163"/>
                  </a:cubicBezTo>
                  <a:cubicBezTo>
                    <a:pt x="1740" y="166"/>
                    <a:pt x="1744" y="170"/>
                    <a:pt x="1748" y="170"/>
                  </a:cubicBezTo>
                  <a:lnTo>
                    <a:pt x="1921" y="186"/>
                  </a:lnTo>
                  <a:cubicBezTo>
                    <a:pt x="1930" y="186"/>
                    <a:pt x="1933" y="182"/>
                    <a:pt x="1933" y="178"/>
                  </a:cubicBezTo>
                  <a:cubicBezTo>
                    <a:pt x="1933" y="170"/>
                    <a:pt x="1930" y="166"/>
                    <a:pt x="1926" y="166"/>
                  </a:cubicBezTo>
                  <a:lnTo>
                    <a:pt x="1752" y="150"/>
                  </a:lnTo>
                  <a:close/>
                  <a:moveTo>
                    <a:pt x="2095" y="181"/>
                  </a:moveTo>
                  <a:cubicBezTo>
                    <a:pt x="2090" y="181"/>
                    <a:pt x="2087" y="187"/>
                    <a:pt x="2087" y="190"/>
                  </a:cubicBezTo>
                  <a:cubicBezTo>
                    <a:pt x="2087" y="198"/>
                    <a:pt x="2091" y="201"/>
                    <a:pt x="2095" y="201"/>
                  </a:cubicBezTo>
                  <a:lnTo>
                    <a:pt x="2268" y="218"/>
                  </a:lnTo>
                  <a:cubicBezTo>
                    <a:pt x="2276" y="218"/>
                    <a:pt x="2281" y="214"/>
                    <a:pt x="2281" y="206"/>
                  </a:cubicBezTo>
                  <a:cubicBezTo>
                    <a:pt x="2281" y="201"/>
                    <a:pt x="2276" y="194"/>
                    <a:pt x="2272" y="194"/>
                  </a:cubicBezTo>
                  <a:lnTo>
                    <a:pt x="2099" y="182"/>
                  </a:lnTo>
                  <a:cubicBezTo>
                    <a:pt x="2097" y="182"/>
                    <a:pt x="2096" y="181"/>
                    <a:pt x="2095" y="181"/>
                  </a:cubicBezTo>
                  <a:close/>
                  <a:moveTo>
                    <a:pt x="2446" y="210"/>
                  </a:moveTo>
                  <a:cubicBezTo>
                    <a:pt x="2438" y="210"/>
                    <a:pt x="2434" y="214"/>
                    <a:pt x="2434" y="221"/>
                  </a:cubicBezTo>
                  <a:cubicBezTo>
                    <a:pt x="2434" y="225"/>
                    <a:pt x="2438" y="230"/>
                    <a:pt x="2442" y="234"/>
                  </a:cubicBezTo>
                  <a:lnTo>
                    <a:pt x="2517" y="237"/>
                  </a:lnTo>
                  <a:cubicBezTo>
                    <a:pt x="2521" y="237"/>
                    <a:pt x="2525" y="234"/>
                    <a:pt x="2529" y="230"/>
                  </a:cubicBezTo>
                  <a:cubicBezTo>
                    <a:pt x="2529" y="221"/>
                    <a:pt x="2525" y="218"/>
                    <a:pt x="2517" y="218"/>
                  </a:cubicBezTo>
                  <a:lnTo>
                    <a:pt x="2446" y="210"/>
                  </a:lnTo>
                  <a:close/>
                </a:path>
              </a:pathLst>
            </a:cu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2" name="Google Shape;972;p33"/>
            <p:cNvSpPr/>
            <p:nvPr/>
          </p:nvSpPr>
          <p:spPr>
            <a:xfrm>
              <a:off x="1778804" y="5539515"/>
              <a:ext cx="2646029" cy="177650"/>
            </a:xfrm>
            <a:custGeom>
              <a:rect b="b" l="l" r="r" t="t"/>
              <a:pathLst>
                <a:path extrusionOk="0" h="170" w="2532">
                  <a:moveTo>
                    <a:pt x="13" y="0"/>
                  </a:moveTo>
                  <a:cubicBezTo>
                    <a:pt x="4" y="0"/>
                    <a:pt x="0" y="9"/>
                    <a:pt x="0" y="13"/>
                  </a:cubicBezTo>
                  <a:cubicBezTo>
                    <a:pt x="0" y="20"/>
                    <a:pt x="4" y="24"/>
                    <a:pt x="13" y="24"/>
                  </a:cubicBezTo>
                  <a:lnTo>
                    <a:pt x="186" y="36"/>
                  </a:lnTo>
                  <a:cubicBezTo>
                    <a:pt x="190" y="36"/>
                    <a:pt x="193" y="28"/>
                    <a:pt x="198" y="24"/>
                  </a:cubicBezTo>
                  <a:cubicBezTo>
                    <a:pt x="198" y="16"/>
                    <a:pt x="190" y="13"/>
                    <a:pt x="186" y="13"/>
                  </a:cubicBezTo>
                  <a:lnTo>
                    <a:pt x="13" y="0"/>
                  </a:lnTo>
                  <a:close/>
                  <a:moveTo>
                    <a:pt x="357" y="23"/>
                  </a:moveTo>
                  <a:cubicBezTo>
                    <a:pt x="353" y="23"/>
                    <a:pt x="348" y="29"/>
                    <a:pt x="348" y="32"/>
                  </a:cubicBezTo>
                  <a:cubicBezTo>
                    <a:pt x="348" y="40"/>
                    <a:pt x="351" y="44"/>
                    <a:pt x="359" y="44"/>
                  </a:cubicBezTo>
                  <a:lnTo>
                    <a:pt x="533" y="56"/>
                  </a:lnTo>
                  <a:cubicBezTo>
                    <a:pt x="537" y="56"/>
                    <a:pt x="544" y="51"/>
                    <a:pt x="544" y="44"/>
                  </a:cubicBezTo>
                  <a:cubicBezTo>
                    <a:pt x="544" y="40"/>
                    <a:pt x="541" y="32"/>
                    <a:pt x="533" y="32"/>
                  </a:cubicBezTo>
                  <a:lnTo>
                    <a:pt x="359" y="24"/>
                  </a:lnTo>
                  <a:cubicBezTo>
                    <a:pt x="358" y="23"/>
                    <a:pt x="357" y="23"/>
                    <a:pt x="357" y="23"/>
                  </a:cubicBezTo>
                  <a:close/>
                  <a:moveTo>
                    <a:pt x="706" y="44"/>
                  </a:moveTo>
                  <a:cubicBezTo>
                    <a:pt x="703" y="44"/>
                    <a:pt x="695" y="48"/>
                    <a:pt x="695" y="51"/>
                  </a:cubicBezTo>
                  <a:cubicBezTo>
                    <a:pt x="695" y="60"/>
                    <a:pt x="699" y="64"/>
                    <a:pt x="706" y="64"/>
                  </a:cubicBezTo>
                  <a:lnTo>
                    <a:pt x="879" y="75"/>
                  </a:lnTo>
                  <a:cubicBezTo>
                    <a:pt x="888" y="75"/>
                    <a:pt x="892" y="71"/>
                    <a:pt x="892" y="64"/>
                  </a:cubicBezTo>
                  <a:cubicBezTo>
                    <a:pt x="892" y="60"/>
                    <a:pt x="888" y="51"/>
                    <a:pt x="879" y="51"/>
                  </a:cubicBezTo>
                  <a:lnTo>
                    <a:pt x="706" y="44"/>
                  </a:lnTo>
                  <a:close/>
                  <a:moveTo>
                    <a:pt x="1057" y="64"/>
                  </a:moveTo>
                  <a:cubicBezTo>
                    <a:pt x="1050" y="64"/>
                    <a:pt x="1045" y="67"/>
                    <a:pt x="1045" y="71"/>
                  </a:cubicBezTo>
                  <a:cubicBezTo>
                    <a:pt x="1045" y="80"/>
                    <a:pt x="1050" y="84"/>
                    <a:pt x="1054" y="84"/>
                  </a:cubicBezTo>
                  <a:lnTo>
                    <a:pt x="1227" y="95"/>
                  </a:lnTo>
                  <a:cubicBezTo>
                    <a:pt x="1234" y="95"/>
                    <a:pt x="1239" y="91"/>
                    <a:pt x="1239" y="84"/>
                  </a:cubicBezTo>
                  <a:cubicBezTo>
                    <a:pt x="1239" y="80"/>
                    <a:pt x="1234" y="71"/>
                    <a:pt x="1231" y="71"/>
                  </a:cubicBezTo>
                  <a:lnTo>
                    <a:pt x="1057" y="64"/>
                  </a:lnTo>
                  <a:close/>
                  <a:moveTo>
                    <a:pt x="1405" y="84"/>
                  </a:moveTo>
                  <a:cubicBezTo>
                    <a:pt x="1396" y="84"/>
                    <a:pt x="1392" y="87"/>
                    <a:pt x="1392" y="95"/>
                  </a:cubicBezTo>
                  <a:cubicBezTo>
                    <a:pt x="1392" y="99"/>
                    <a:pt x="1396" y="103"/>
                    <a:pt x="1400" y="103"/>
                  </a:cubicBezTo>
                  <a:lnTo>
                    <a:pt x="1578" y="115"/>
                  </a:lnTo>
                  <a:cubicBezTo>
                    <a:pt x="1582" y="115"/>
                    <a:pt x="1585" y="111"/>
                    <a:pt x="1589" y="103"/>
                  </a:cubicBezTo>
                  <a:cubicBezTo>
                    <a:pt x="1589" y="99"/>
                    <a:pt x="1582" y="95"/>
                    <a:pt x="1578" y="91"/>
                  </a:cubicBezTo>
                  <a:lnTo>
                    <a:pt x="1405" y="84"/>
                  </a:lnTo>
                  <a:close/>
                  <a:moveTo>
                    <a:pt x="1751" y="103"/>
                  </a:moveTo>
                  <a:cubicBezTo>
                    <a:pt x="1747" y="103"/>
                    <a:pt x="1740" y="107"/>
                    <a:pt x="1740" y="115"/>
                  </a:cubicBezTo>
                  <a:cubicBezTo>
                    <a:pt x="1740" y="119"/>
                    <a:pt x="1743" y="122"/>
                    <a:pt x="1751" y="127"/>
                  </a:cubicBezTo>
                  <a:lnTo>
                    <a:pt x="1925" y="135"/>
                  </a:lnTo>
                  <a:cubicBezTo>
                    <a:pt x="1929" y="135"/>
                    <a:pt x="1937" y="131"/>
                    <a:pt x="1937" y="122"/>
                  </a:cubicBezTo>
                  <a:cubicBezTo>
                    <a:pt x="1937" y="119"/>
                    <a:pt x="1933" y="115"/>
                    <a:pt x="1925" y="115"/>
                  </a:cubicBezTo>
                  <a:lnTo>
                    <a:pt x="1751" y="103"/>
                  </a:lnTo>
                  <a:close/>
                  <a:moveTo>
                    <a:pt x="2098" y="122"/>
                  </a:moveTo>
                  <a:cubicBezTo>
                    <a:pt x="2095" y="122"/>
                    <a:pt x="2086" y="127"/>
                    <a:pt x="2086" y="135"/>
                  </a:cubicBezTo>
                  <a:cubicBezTo>
                    <a:pt x="2086" y="138"/>
                    <a:pt x="2091" y="146"/>
                    <a:pt x="2098" y="146"/>
                  </a:cubicBezTo>
                  <a:lnTo>
                    <a:pt x="2272" y="154"/>
                  </a:lnTo>
                  <a:cubicBezTo>
                    <a:pt x="2280" y="154"/>
                    <a:pt x="2284" y="151"/>
                    <a:pt x="2284" y="146"/>
                  </a:cubicBezTo>
                  <a:cubicBezTo>
                    <a:pt x="2284" y="138"/>
                    <a:pt x="2280" y="135"/>
                    <a:pt x="2272" y="135"/>
                  </a:cubicBezTo>
                  <a:lnTo>
                    <a:pt x="2098" y="122"/>
                  </a:lnTo>
                  <a:close/>
                  <a:moveTo>
                    <a:pt x="2449" y="142"/>
                  </a:moveTo>
                  <a:cubicBezTo>
                    <a:pt x="2441" y="142"/>
                    <a:pt x="2437" y="146"/>
                    <a:pt x="2437" y="154"/>
                  </a:cubicBezTo>
                  <a:cubicBezTo>
                    <a:pt x="2437" y="158"/>
                    <a:pt x="2441" y="166"/>
                    <a:pt x="2446" y="166"/>
                  </a:cubicBezTo>
                  <a:lnTo>
                    <a:pt x="2520" y="170"/>
                  </a:lnTo>
                  <a:cubicBezTo>
                    <a:pt x="2524" y="170"/>
                    <a:pt x="2528" y="166"/>
                    <a:pt x="2528" y="158"/>
                  </a:cubicBezTo>
                  <a:cubicBezTo>
                    <a:pt x="2532" y="154"/>
                    <a:pt x="2524" y="146"/>
                    <a:pt x="2520" y="146"/>
                  </a:cubicBezTo>
                  <a:lnTo>
                    <a:pt x="2449" y="142"/>
                  </a:lnTo>
                  <a:close/>
                </a:path>
              </a:pathLst>
            </a:cu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3" name="Google Shape;973;p33"/>
            <p:cNvSpPr/>
            <p:nvPr/>
          </p:nvSpPr>
          <p:spPr>
            <a:xfrm>
              <a:off x="1704607" y="5959605"/>
              <a:ext cx="2642894" cy="203775"/>
            </a:xfrm>
            <a:custGeom>
              <a:rect b="b" l="l" r="r" t="t"/>
              <a:pathLst>
                <a:path extrusionOk="0" h="195" w="2529">
                  <a:moveTo>
                    <a:pt x="13" y="0"/>
                  </a:moveTo>
                  <a:cubicBezTo>
                    <a:pt x="4" y="0"/>
                    <a:pt x="0" y="4"/>
                    <a:pt x="0" y="9"/>
                  </a:cubicBezTo>
                  <a:cubicBezTo>
                    <a:pt x="0" y="17"/>
                    <a:pt x="4" y="20"/>
                    <a:pt x="9" y="20"/>
                  </a:cubicBezTo>
                  <a:lnTo>
                    <a:pt x="182" y="33"/>
                  </a:lnTo>
                  <a:cubicBezTo>
                    <a:pt x="183" y="33"/>
                    <a:pt x="185" y="34"/>
                    <a:pt x="186" y="34"/>
                  </a:cubicBezTo>
                  <a:cubicBezTo>
                    <a:pt x="191" y="34"/>
                    <a:pt x="193" y="27"/>
                    <a:pt x="193" y="24"/>
                  </a:cubicBezTo>
                  <a:cubicBezTo>
                    <a:pt x="198" y="17"/>
                    <a:pt x="190" y="13"/>
                    <a:pt x="186" y="13"/>
                  </a:cubicBezTo>
                  <a:lnTo>
                    <a:pt x="13" y="0"/>
                  </a:lnTo>
                  <a:close/>
                  <a:moveTo>
                    <a:pt x="359" y="24"/>
                  </a:moveTo>
                  <a:cubicBezTo>
                    <a:pt x="351" y="24"/>
                    <a:pt x="348" y="28"/>
                    <a:pt x="348" y="36"/>
                  </a:cubicBezTo>
                  <a:cubicBezTo>
                    <a:pt x="348" y="40"/>
                    <a:pt x="351" y="44"/>
                    <a:pt x="359" y="44"/>
                  </a:cubicBezTo>
                  <a:lnTo>
                    <a:pt x="533" y="60"/>
                  </a:lnTo>
                  <a:cubicBezTo>
                    <a:pt x="537" y="60"/>
                    <a:pt x="541" y="52"/>
                    <a:pt x="544" y="48"/>
                  </a:cubicBezTo>
                  <a:cubicBezTo>
                    <a:pt x="544" y="40"/>
                    <a:pt x="541" y="36"/>
                    <a:pt x="533" y="36"/>
                  </a:cubicBezTo>
                  <a:lnTo>
                    <a:pt x="359" y="24"/>
                  </a:lnTo>
                  <a:close/>
                  <a:moveTo>
                    <a:pt x="706" y="48"/>
                  </a:moveTo>
                  <a:cubicBezTo>
                    <a:pt x="703" y="48"/>
                    <a:pt x="695" y="52"/>
                    <a:pt x="695" y="60"/>
                  </a:cubicBezTo>
                  <a:cubicBezTo>
                    <a:pt x="695" y="64"/>
                    <a:pt x="699" y="68"/>
                    <a:pt x="706" y="71"/>
                  </a:cubicBezTo>
                  <a:lnTo>
                    <a:pt x="879" y="84"/>
                  </a:lnTo>
                  <a:cubicBezTo>
                    <a:pt x="884" y="84"/>
                    <a:pt x="892" y="80"/>
                    <a:pt x="892" y="71"/>
                  </a:cubicBezTo>
                  <a:cubicBezTo>
                    <a:pt x="892" y="68"/>
                    <a:pt x="888" y="60"/>
                    <a:pt x="879" y="60"/>
                  </a:cubicBezTo>
                  <a:lnTo>
                    <a:pt x="706" y="48"/>
                  </a:lnTo>
                  <a:close/>
                  <a:moveTo>
                    <a:pt x="1054" y="71"/>
                  </a:moveTo>
                  <a:cubicBezTo>
                    <a:pt x="1050" y="71"/>
                    <a:pt x="1041" y="75"/>
                    <a:pt x="1041" y="84"/>
                  </a:cubicBezTo>
                  <a:cubicBezTo>
                    <a:pt x="1041" y="87"/>
                    <a:pt x="1045" y="95"/>
                    <a:pt x="1054" y="95"/>
                  </a:cubicBezTo>
                  <a:lnTo>
                    <a:pt x="1227" y="107"/>
                  </a:lnTo>
                  <a:cubicBezTo>
                    <a:pt x="1234" y="107"/>
                    <a:pt x="1239" y="104"/>
                    <a:pt x="1239" y="95"/>
                  </a:cubicBezTo>
                  <a:cubicBezTo>
                    <a:pt x="1239" y="91"/>
                    <a:pt x="1234" y="84"/>
                    <a:pt x="1227" y="84"/>
                  </a:cubicBezTo>
                  <a:lnTo>
                    <a:pt x="1054" y="71"/>
                  </a:lnTo>
                  <a:close/>
                  <a:moveTo>
                    <a:pt x="1400" y="95"/>
                  </a:moveTo>
                  <a:cubicBezTo>
                    <a:pt x="1396" y="95"/>
                    <a:pt x="1392" y="99"/>
                    <a:pt x="1392" y="107"/>
                  </a:cubicBezTo>
                  <a:cubicBezTo>
                    <a:pt x="1389" y="111"/>
                    <a:pt x="1396" y="119"/>
                    <a:pt x="1400" y="119"/>
                  </a:cubicBezTo>
                  <a:lnTo>
                    <a:pt x="1574" y="131"/>
                  </a:lnTo>
                  <a:cubicBezTo>
                    <a:pt x="1582" y="131"/>
                    <a:pt x="1585" y="127"/>
                    <a:pt x="1585" y="119"/>
                  </a:cubicBezTo>
                  <a:cubicBezTo>
                    <a:pt x="1585" y="115"/>
                    <a:pt x="1582" y="107"/>
                    <a:pt x="1578" y="107"/>
                  </a:cubicBezTo>
                  <a:lnTo>
                    <a:pt x="1400" y="95"/>
                  </a:lnTo>
                  <a:close/>
                  <a:moveTo>
                    <a:pt x="1751" y="119"/>
                  </a:moveTo>
                  <a:cubicBezTo>
                    <a:pt x="1744" y="119"/>
                    <a:pt x="1740" y="123"/>
                    <a:pt x="1740" y="131"/>
                  </a:cubicBezTo>
                  <a:cubicBezTo>
                    <a:pt x="1740" y="139"/>
                    <a:pt x="1744" y="142"/>
                    <a:pt x="1747" y="142"/>
                  </a:cubicBezTo>
                  <a:lnTo>
                    <a:pt x="1920" y="155"/>
                  </a:lnTo>
                  <a:cubicBezTo>
                    <a:pt x="1929" y="155"/>
                    <a:pt x="1933" y="151"/>
                    <a:pt x="1933" y="142"/>
                  </a:cubicBezTo>
                  <a:cubicBezTo>
                    <a:pt x="1933" y="139"/>
                    <a:pt x="1929" y="135"/>
                    <a:pt x="1925" y="135"/>
                  </a:cubicBezTo>
                  <a:lnTo>
                    <a:pt x="1751" y="119"/>
                  </a:lnTo>
                  <a:close/>
                  <a:moveTo>
                    <a:pt x="2095" y="145"/>
                  </a:moveTo>
                  <a:cubicBezTo>
                    <a:pt x="2089" y="145"/>
                    <a:pt x="2086" y="152"/>
                    <a:pt x="2086" y="155"/>
                  </a:cubicBezTo>
                  <a:cubicBezTo>
                    <a:pt x="2086" y="162"/>
                    <a:pt x="2091" y="166"/>
                    <a:pt x="2095" y="166"/>
                  </a:cubicBezTo>
                  <a:lnTo>
                    <a:pt x="2272" y="178"/>
                  </a:lnTo>
                  <a:cubicBezTo>
                    <a:pt x="2275" y="178"/>
                    <a:pt x="2280" y="175"/>
                    <a:pt x="2280" y="170"/>
                  </a:cubicBezTo>
                  <a:cubicBezTo>
                    <a:pt x="2284" y="162"/>
                    <a:pt x="2275" y="158"/>
                    <a:pt x="2272" y="158"/>
                  </a:cubicBezTo>
                  <a:lnTo>
                    <a:pt x="2098" y="146"/>
                  </a:lnTo>
                  <a:cubicBezTo>
                    <a:pt x="2097" y="145"/>
                    <a:pt x="2096" y="145"/>
                    <a:pt x="2095" y="145"/>
                  </a:cubicBezTo>
                  <a:close/>
                  <a:moveTo>
                    <a:pt x="2446" y="170"/>
                  </a:moveTo>
                  <a:cubicBezTo>
                    <a:pt x="2437" y="170"/>
                    <a:pt x="2433" y="175"/>
                    <a:pt x="2433" y="178"/>
                  </a:cubicBezTo>
                  <a:cubicBezTo>
                    <a:pt x="2433" y="186"/>
                    <a:pt x="2437" y="190"/>
                    <a:pt x="2446" y="190"/>
                  </a:cubicBezTo>
                  <a:lnTo>
                    <a:pt x="2517" y="193"/>
                  </a:lnTo>
                  <a:cubicBezTo>
                    <a:pt x="2517" y="194"/>
                    <a:pt x="2518" y="195"/>
                    <a:pt x="2519" y="195"/>
                  </a:cubicBezTo>
                  <a:cubicBezTo>
                    <a:pt x="2523" y="195"/>
                    <a:pt x="2528" y="189"/>
                    <a:pt x="2528" y="186"/>
                  </a:cubicBezTo>
                  <a:cubicBezTo>
                    <a:pt x="2528" y="178"/>
                    <a:pt x="2524" y="175"/>
                    <a:pt x="2517" y="175"/>
                  </a:cubicBezTo>
                  <a:lnTo>
                    <a:pt x="2446" y="170"/>
                  </a:lnTo>
                  <a:close/>
                </a:path>
              </a:pathLst>
            </a:cu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4" name="Google Shape;974;p33"/>
            <p:cNvSpPr/>
            <p:nvPr/>
          </p:nvSpPr>
          <p:spPr>
            <a:xfrm>
              <a:off x="1626229" y="6458070"/>
              <a:ext cx="2642894" cy="207955"/>
            </a:xfrm>
            <a:custGeom>
              <a:rect b="b" l="l" r="r" t="t"/>
              <a:pathLst>
                <a:path extrusionOk="0" h="199" w="2529">
                  <a:moveTo>
                    <a:pt x="13" y="0"/>
                  </a:moveTo>
                  <a:cubicBezTo>
                    <a:pt x="4" y="0"/>
                    <a:pt x="1" y="5"/>
                    <a:pt x="1" y="13"/>
                  </a:cubicBezTo>
                  <a:cubicBezTo>
                    <a:pt x="1" y="16"/>
                    <a:pt x="4" y="24"/>
                    <a:pt x="8" y="24"/>
                  </a:cubicBezTo>
                  <a:lnTo>
                    <a:pt x="182" y="36"/>
                  </a:lnTo>
                  <a:cubicBezTo>
                    <a:pt x="190" y="36"/>
                    <a:pt x="194" y="33"/>
                    <a:pt x="194" y="24"/>
                  </a:cubicBezTo>
                  <a:cubicBezTo>
                    <a:pt x="194" y="20"/>
                    <a:pt x="190" y="13"/>
                    <a:pt x="186" y="13"/>
                  </a:cubicBezTo>
                  <a:lnTo>
                    <a:pt x="13" y="0"/>
                  </a:lnTo>
                  <a:close/>
                  <a:moveTo>
                    <a:pt x="359" y="24"/>
                  </a:moveTo>
                  <a:cubicBezTo>
                    <a:pt x="352" y="24"/>
                    <a:pt x="348" y="29"/>
                    <a:pt x="348" y="36"/>
                  </a:cubicBezTo>
                  <a:cubicBezTo>
                    <a:pt x="348" y="44"/>
                    <a:pt x="352" y="48"/>
                    <a:pt x="359" y="48"/>
                  </a:cubicBezTo>
                  <a:lnTo>
                    <a:pt x="533" y="60"/>
                  </a:lnTo>
                  <a:cubicBezTo>
                    <a:pt x="537" y="60"/>
                    <a:pt x="541" y="56"/>
                    <a:pt x="545" y="48"/>
                  </a:cubicBezTo>
                  <a:cubicBezTo>
                    <a:pt x="545" y="44"/>
                    <a:pt x="541" y="40"/>
                    <a:pt x="533" y="36"/>
                  </a:cubicBezTo>
                  <a:lnTo>
                    <a:pt x="359" y="24"/>
                  </a:lnTo>
                  <a:close/>
                  <a:moveTo>
                    <a:pt x="704" y="51"/>
                  </a:moveTo>
                  <a:cubicBezTo>
                    <a:pt x="700" y="51"/>
                    <a:pt x="694" y="57"/>
                    <a:pt x="694" y="60"/>
                  </a:cubicBezTo>
                  <a:cubicBezTo>
                    <a:pt x="694" y="68"/>
                    <a:pt x="699" y="71"/>
                    <a:pt x="707" y="71"/>
                  </a:cubicBezTo>
                  <a:lnTo>
                    <a:pt x="880" y="84"/>
                  </a:lnTo>
                  <a:cubicBezTo>
                    <a:pt x="884" y="84"/>
                    <a:pt x="892" y="80"/>
                    <a:pt x="892" y="76"/>
                  </a:cubicBezTo>
                  <a:cubicBezTo>
                    <a:pt x="892" y="68"/>
                    <a:pt x="888" y="64"/>
                    <a:pt x="880" y="64"/>
                  </a:cubicBezTo>
                  <a:lnTo>
                    <a:pt x="707" y="52"/>
                  </a:lnTo>
                  <a:cubicBezTo>
                    <a:pt x="706" y="51"/>
                    <a:pt x="705" y="51"/>
                    <a:pt x="704" y="51"/>
                  </a:cubicBezTo>
                  <a:close/>
                  <a:moveTo>
                    <a:pt x="1054" y="76"/>
                  </a:moveTo>
                  <a:cubicBezTo>
                    <a:pt x="1049" y="76"/>
                    <a:pt x="1042" y="80"/>
                    <a:pt x="1042" y="84"/>
                  </a:cubicBezTo>
                  <a:cubicBezTo>
                    <a:pt x="1042" y="91"/>
                    <a:pt x="1045" y="95"/>
                    <a:pt x="1054" y="95"/>
                  </a:cubicBezTo>
                  <a:lnTo>
                    <a:pt x="1227" y="107"/>
                  </a:lnTo>
                  <a:cubicBezTo>
                    <a:pt x="1231" y="107"/>
                    <a:pt x="1238" y="104"/>
                    <a:pt x="1238" y="100"/>
                  </a:cubicBezTo>
                  <a:cubicBezTo>
                    <a:pt x="1238" y="91"/>
                    <a:pt x="1235" y="87"/>
                    <a:pt x="1227" y="87"/>
                  </a:cubicBezTo>
                  <a:lnTo>
                    <a:pt x="1054" y="76"/>
                  </a:lnTo>
                  <a:close/>
                  <a:moveTo>
                    <a:pt x="1400" y="100"/>
                  </a:moveTo>
                  <a:cubicBezTo>
                    <a:pt x="1396" y="100"/>
                    <a:pt x="1393" y="104"/>
                    <a:pt x="1389" y="107"/>
                  </a:cubicBezTo>
                  <a:cubicBezTo>
                    <a:pt x="1389" y="115"/>
                    <a:pt x="1396" y="119"/>
                    <a:pt x="1400" y="119"/>
                  </a:cubicBezTo>
                  <a:lnTo>
                    <a:pt x="1574" y="131"/>
                  </a:lnTo>
                  <a:cubicBezTo>
                    <a:pt x="1582" y="131"/>
                    <a:pt x="1586" y="127"/>
                    <a:pt x="1586" y="123"/>
                  </a:cubicBezTo>
                  <a:cubicBezTo>
                    <a:pt x="1586" y="115"/>
                    <a:pt x="1582" y="111"/>
                    <a:pt x="1578" y="111"/>
                  </a:cubicBezTo>
                  <a:lnTo>
                    <a:pt x="1400" y="100"/>
                  </a:lnTo>
                  <a:close/>
                  <a:moveTo>
                    <a:pt x="1751" y="123"/>
                  </a:moveTo>
                  <a:cubicBezTo>
                    <a:pt x="1744" y="123"/>
                    <a:pt x="1740" y="127"/>
                    <a:pt x="1740" y="131"/>
                  </a:cubicBezTo>
                  <a:cubicBezTo>
                    <a:pt x="1740" y="139"/>
                    <a:pt x="1744" y="142"/>
                    <a:pt x="1748" y="142"/>
                  </a:cubicBezTo>
                  <a:lnTo>
                    <a:pt x="1921" y="158"/>
                  </a:lnTo>
                  <a:cubicBezTo>
                    <a:pt x="1929" y="158"/>
                    <a:pt x="1933" y="151"/>
                    <a:pt x="1933" y="147"/>
                  </a:cubicBezTo>
                  <a:cubicBezTo>
                    <a:pt x="1933" y="139"/>
                    <a:pt x="1929" y="135"/>
                    <a:pt x="1924" y="135"/>
                  </a:cubicBezTo>
                  <a:lnTo>
                    <a:pt x="1751" y="123"/>
                  </a:lnTo>
                  <a:close/>
                  <a:moveTo>
                    <a:pt x="2099" y="147"/>
                  </a:moveTo>
                  <a:cubicBezTo>
                    <a:pt x="2090" y="147"/>
                    <a:pt x="2086" y="151"/>
                    <a:pt x="2086" y="158"/>
                  </a:cubicBezTo>
                  <a:cubicBezTo>
                    <a:pt x="2086" y="162"/>
                    <a:pt x="2090" y="166"/>
                    <a:pt x="2095" y="171"/>
                  </a:cubicBezTo>
                  <a:lnTo>
                    <a:pt x="2272" y="182"/>
                  </a:lnTo>
                  <a:cubicBezTo>
                    <a:pt x="2276" y="182"/>
                    <a:pt x="2279" y="178"/>
                    <a:pt x="2279" y="171"/>
                  </a:cubicBezTo>
                  <a:cubicBezTo>
                    <a:pt x="2284" y="166"/>
                    <a:pt x="2276" y="158"/>
                    <a:pt x="2272" y="158"/>
                  </a:cubicBezTo>
                  <a:lnTo>
                    <a:pt x="2099" y="147"/>
                  </a:lnTo>
                  <a:close/>
                  <a:moveTo>
                    <a:pt x="2445" y="171"/>
                  </a:moveTo>
                  <a:cubicBezTo>
                    <a:pt x="2437" y="171"/>
                    <a:pt x="2434" y="175"/>
                    <a:pt x="2434" y="182"/>
                  </a:cubicBezTo>
                  <a:cubicBezTo>
                    <a:pt x="2434" y="186"/>
                    <a:pt x="2437" y="194"/>
                    <a:pt x="2445" y="194"/>
                  </a:cubicBezTo>
                  <a:lnTo>
                    <a:pt x="2516" y="198"/>
                  </a:lnTo>
                  <a:cubicBezTo>
                    <a:pt x="2521" y="198"/>
                    <a:pt x="2528" y="194"/>
                    <a:pt x="2528" y="186"/>
                  </a:cubicBezTo>
                  <a:cubicBezTo>
                    <a:pt x="2528" y="182"/>
                    <a:pt x="2524" y="178"/>
                    <a:pt x="2516" y="175"/>
                  </a:cubicBezTo>
                  <a:lnTo>
                    <a:pt x="2445" y="171"/>
                  </a:lnTo>
                  <a:close/>
                </a:path>
              </a:pathLst>
            </a:cu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75" name="Google Shape;975;p33"/>
          <p:cNvGrpSpPr/>
          <p:nvPr/>
        </p:nvGrpSpPr>
        <p:grpSpPr>
          <a:xfrm rot="-1027276">
            <a:off x="1219358" y="3989324"/>
            <a:ext cx="1898085" cy="1113159"/>
            <a:chOff x="462699" y="3141137"/>
            <a:chExt cx="1898053" cy="1113141"/>
          </a:xfrm>
        </p:grpSpPr>
        <p:sp>
          <p:nvSpPr>
            <p:cNvPr id="976" name="Google Shape;976;p33"/>
            <p:cNvSpPr/>
            <p:nvPr/>
          </p:nvSpPr>
          <p:spPr>
            <a:xfrm>
              <a:off x="462699" y="3141137"/>
              <a:ext cx="1898053" cy="859531"/>
            </a:xfrm>
            <a:custGeom>
              <a:rect b="b" l="l" r="r" t="t"/>
              <a:pathLst>
                <a:path extrusionOk="0" h="1820" w="4019">
                  <a:moveTo>
                    <a:pt x="1135" y="1"/>
                  </a:moveTo>
                  <a:cubicBezTo>
                    <a:pt x="1094" y="1"/>
                    <a:pt x="1055" y="9"/>
                    <a:pt x="1030" y="38"/>
                  </a:cubicBezTo>
                  <a:cubicBezTo>
                    <a:pt x="1010" y="61"/>
                    <a:pt x="998" y="89"/>
                    <a:pt x="986" y="120"/>
                  </a:cubicBezTo>
                  <a:cubicBezTo>
                    <a:pt x="935" y="278"/>
                    <a:pt x="879" y="436"/>
                    <a:pt x="828" y="598"/>
                  </a:cubicBezTo>
                  <a:cubicBezTo>
                    <a:pt x="821" y="621"/>
                    <a:pt x="809" y="649"/>
                    <a:pt x="785" y="660"/>
                  </a:cubicBezTo>
                  <a:cubicBezTo>
                    <a:pt x="766" y="673"/>
                    <a:pt x="742" y="673"/>
                    <a:pt x="719" y="673"/>
                  </a:cubicBezTo>
                  <a:cubicBezTo>
                    <a:pt x="588" y="660"/>
                    <a:pt x="458" y="653"/>
                    <a:pt x="324" y="640"/>
                  </a:cubicBezTo>
                  <a:cubicBezTo>
                    <a:pt x="315" y="640"/>
                    <a:pt x="305" y="640"/>
                    <a:pt x="296" y="640"/>
                  </a:cubicBezTo>
                  <a:cubicBezTo>
                    <a:pt x="281" y="640"/>
                    <a:pt x="265" y="641"/>
                    <a:pt x="253" y="649"/>
                  </a:cubicBezTo>
                  <a:cubicBezTo>
                    <a:pt x="229" y="664"/>
                    <a:pt x="217" y="692"/>
                    <a:pt x="209" y="716"/>
                  </a:cubicBezTo>
                  <a:cubicBezTo>
                    <a:pt x="111" y="972"/>
                    <a:pt x="44" y="1240"/>
                    <a:pt x="9" y="1512"/>
                  </a:cubicBezTo>
                  <a:cubicBezTo>
                    <a:pt x="0" y="1544"/>
                    <a:pt x="0" y="1579"/>
                    <a:pt x="16" y="1610"/>
                  </a:cubicBezTo>
                  <a:cubicBezTo>
                    <a:pt x="34" y="1640"/>
                    <a:pt x="57" y="1647"/>
                    <a:pt x="82" y="1647"/>
                  </a:cubicBezTo>
                  <a:cubicBezTo>
                    <a:pt x="104" y="1647"/>
                    <a:pt x="128" y="1642"/>
                    <a:pt x="152" y="1642"/>
                  </a:cubicBezTo>
                  <a:cubicBezTo>
                    <a:pt x="155" y="1642"/>
                    <a:pt x="159" y="1642"/>
                    <a:pt x="162" y="1643"/>
                  </a:cubicBezTo>
                  <a:cubicBezTo>
                    <a:pt x="229" y="1646"/>
                    <a:pt x="293" y="1662"/>
                    <a:pt x="368" y="1678"/>
                  </a:cubicBezTo>
                  <a:cubicBezTo>
                    <a:pt x="541" y="1714"/>
                    <a:pt x="722" y="1733"/>
                    <a:pt x="903" y="1745"/>
                  </a:cubicBezTo>
                  <a:cubicBezTo>
                    <a:pt x="1010" y="1751"/>
                    <a:pt x="1116" y="1753"/>
                    <a:pt x="1223" y="1753"/>
                  </a:cubicBezTo>
                  <a:cubicBezTo>
                    <a:pt x="1477" y="1753"/>
                    <a:pt x="1732" y="1741"/>
                    <a:pt x="1988" y="1741"/>
                  </a:cubicBezTo>
                  <a:cubicBezTo>
                    <a:pt x="1995" y="1741"/>
                    <a:pt x="2001" y="1741"/>
                    <a:pt x="2008" y="1741"/>
                  </a:cubicBezTo>
                  <a:cubicBezTo>
                    <a:pt x="2314" y="1741"/>
                    <a:pt x="2616" y="1820"/>
                    <a:pt x="2925" y="1820"/>
                  </a:cubicBezTo>
                  <a:cubicBezTo>
                    <a:pt x="2932" y="1820"/>
                    <a:pt x="2939" y="1820"/>
                    <a:pt x="2946" y="1820"/>
                  </a:cubicBezTo>
                  <a:cubicBezTo>
                    <a:pt x="3147" y="1820"/>
                    <a:pt x="3352" y="1808"/>
                    <a:pt x="3558" y="1796"/>
                  </a:cubicBezTo>
                  <a:cubicBezTo>
                    <a:pt x="3563" y="1796"/>
                    <a:pt x="3568" y="1796"/>
                    <a:pt x="3574" y="1796"/>
                  </a:cubicBezTo>
                  <a:cubicBezTo>
                    <a:pt x="3659" y="1796"/>
                    <a:pt x="3773" y="1813"/>
                    <a:pt x="3873" y="1813"/>
                  </a:cubicBezTo>
                  <a:cubicBezTo>
                    <a:pt x="3923" y="1813"/>
                    <a:pt x="3970" y="1809"/>
                    <a:pt x="4007" y="1796"/>
                  </a:cubicBezTo>
                  <a:cubicBezTo>
                    <a:pt x="4019" y="1520"/>
                    <a:pt x="3987" y="1240"/>
                    <a:pt x="3960" y="968"/>
                  </a:cubicBezTo>
                  <a:cubicBezTo>
                    <a:pt x="3955" y="937"/>
                    <a:pt x="3951" y="905"/>
                    <a:pt x="3924" y="885"/>
                  </a:cubicBezTo>
                  <a:cubicBezTo>
                    <a:pt x="3913" y="873"/>
                    <a:pt x="3893" y="869"/>
                    <a:pt x="3877" y="866"/>
                  </a:cubicBezTo>
                  <a:cubicBezTo>
                    <a:pt x="3692" y="827"/>
                    <a:pt x="3502" y="807"/>
                    <a:pt x="3312" y="807"/>
                  </a:cubicBezTo>
                  <a:cubicBezTo>
                    <a:pt x="3266" y="807"/>
                    <a:pt x="3220" y="808"/>
                    <a:pt x="3174" y="811"/>
                  </a:cubicBezTo>
                  <a:cubicBezTo>
                    <a:pt x="3151" y="811"/>
                    <a:pt x="3127" y="811"/>
                    <a:pt x="3112" y="795"/>
                  </a:cubicBezTo>
                  <a:cubicBezTo>
                    <a:pt x="3103" y="791"/>
                    <a:pt x="3100" y="782"/>
                    <a:pt x="3092" y="775"/>
                  </a:cubicBezTo>
                  <a:cubicBezTo>
                    <a:pt x="3005" y="609"/>
                    <a:pt x="2943" y="432"/>
                    <a:pt x="2848" y="270"/>
                  </a:cubicBezTo>
                  <a:cubicBezTo>
                    <a:pt x="2721" y="57"/>
                    <a:pt x="2308" y="109"/>
                    <a:pt x="2091" y="89"/>
                  </a:cubicBezTo>
                  <a:cubicBezTo>
                    <a:pt x="1795" y="61"/>
                    <a:pt x="1495" y="34"/>
                    <a:pt x="1199" y="6"/>
                  </a:cubicBezTo>
                  <a:cubicBezTo>
                    <a:pt x="1179" y="3"/>
                    <a:pt x="1156" y="1"/>
                    <a:pt x="1135" y="1"/>
                  </a:cubicBezTo>
                  <a:close/>
                </a:path>
              </a:pathLst>
            </a:custGeom>
            <a:solidFill>
              <a:schemeClr val="accen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7" name="Google Shape;977;p33"/>
            <p:cNvSpPr/>
            <p:nvPr/>
          </p:nvSpPr>
          <p:spPr>
            <a:xfrm>
              <a:off x="909467" y="3229451"/>
              <a:ext cx="451490" cy="322560"/>
            </a:xfrm>
            <a:custGeom>
              <a:rect b="b" l="l" r="r" t="t"/>
              <a:pathLst>
                <a:path extrusionOk="0" h="683" w="956">
                  <a:moveTo>
                    <a:pt x="186" y="0"/>
                  </a:moveTo>
                  <a:cubicBezTo>
                    <a:pt x="166" y="0"/>
                    <a:pt x="151" y="9"/>
                    <a:pt x="143" y="24"/>
                  </a:cubicBezTo>
                  <a:cubicBezTo>
                    <a:pt x="68" y="182"/>
                    <a:pt x="21" y="351"/>
                    <a:pt x="1" y="524"/>
                  </a:cubicBezTo>
                  <a:cubicBezTo>
                    <a:pt x="1" y="548"/>
                    <a:pt x="13" y="568"/>
                    <a:pt x="37" y="572"/>
                  </a:cubicBezTo>
                  <a:cubicBezTo>
                    <a:pt x="328" y="615"/>
                    <a:pt x="620" y="651"/>
                    <a:pt x="912" y="682"/>
                  </a:cubicBezTo>
                  <a:cubicBezTo>
                    <a:pt x="927" y="477"/>
                    <a:pt x="939" y="269"/>
                    <a:pt x="956" y="60"/>
                  </a:cubicBezTo>
                  <a:cubicBezTo>
                    <a:pt x="699" y="40"/>
                    <a:pt x="443" y="20"/>
                    <a:pt x="186" y="0"/>
                  </a:cubicBezTo>
                  <a:close/>
                </a:path>
              </a:pathLst>
            </a:cu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8" name="Google Shape;978;p33"/>
            <p:cNvSpPr/>
            <p:nvPr/>
          </p:nvSpPr>
          <p:spPr>
            <a:xfrm>
              <a:off x="1405351" y="3262983"/>
              <a:ext cx="452435" cy="330117"/>
            </a:xfrm>
            <a:custGeom>
              <a:rect b="b" l="l" r="r" t="t"/>
              <a:pathLst>
                <a:path extrusionOk="0" h="699" w="958">
                  <a:moveTo>
                    <a:pt x="43" y="0"/>
                  </a:moveTo>
                  <a:cubicBezTo>
                    <a:pt x="28" y="209"/>
                    <a:pt x="15" y="418"/>
                    <a:pt x="0" y="627"/>
                  </a:cubicBezTo>
                  <a:cubicBezTo>
                    <a:pt x="299" y="655"/>
                    <a:pt x="603" y="679"/>
                    <a:pt x="903" y="698"/>
                  </a:cubicBezTo>
                  <a:cubicBezTo>
                    <a:pt x="934" y="698"/>
                    <a:pt x="958" y="675"/>
                    <a:pt x="947" y="643"/>
                  </a:cubicBezTo>
                  <a:cubicBezTo>
                    <a:pt x="907" y="524"/>
                    <a:pt x="856" y="411"/>
                    <a:pt x="800" y="300"/>
                  </a:cubicBezTo>
                  <a:cubicBezTo>
                    <a:pt x="761" y="229"/>
                    <a:pt x="734" y="98"/>
                    <a:pt x="658" y="56"/>
                  </a:cubicBezTo>
                  <a:cubicBezTo>
                    <a:pt x="636" y="42"/>
                    <a:pt x="594" y="40"/>
                    <a:pt x="553" y="40"/>
                  </a:cubicBezTo>
                  <a:cubicBezTo>
                    <a:pt x="536" y="40"/>
                    <a:pt x="518" y="41"/>
                    <a:pt x="503" y="41"/>
                  </a:cubicBezTo>
                  <a:cubicBezTo>
                    <a:pt x="492" y="41"/>
                    <a:pt x="482" y="40"/>
                    <a:pt x="473" y="40"/>
                  </a:cubicBezTo>
                  <a:cubicBezTo>
                    <a:pt x="437" y="36"/>
                    <a:pt x="43" y="0"/>
                    <a:pt x="43" y="0"/>
                  </a:cubicBezTo>
                  <a:close/>
                </a:path>
              </a:pathLst>
            </a:cu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9" name="Google Shape;979;p33"/>
            <p:cNvSpPr/>
            <p:nvPr/>
          </p:nvSpPr>
          <p:spPr>
            <a:xfrm>
              <a:off x="1611733" y="3856154"/>
              <a:ext cx="439683" cy="398124"/>
            </a:xfrm>
            <a:custGeom>
              <a:rect b="b" l="l" r="r" t="t"/>
              <a:pathLst>
                <a:path extrusionOk="0" h="843" w="931">
                  <a:moveTo>
                    <a:pt x="427" y="0"/>
                  </a:moveTo>
                  <a:cubicBezTo>
                    <a:pt x="316" y="0"/>
                    <a:pt x="203" y="43"/>
                    <a:pt x="122" y="120"/>
                  </a:cubicBezTo>
                  <a:cubicBezTo>
                    <a:pt x="68" y="176"/>
                    <a:pt x="24" y="243"/>
                    <a:pt x="13" y="318"/>
                  </a:cubicBezTo>
                  <a:cubicBezTo>
                    <a:pt x="0" y="404"/>
                    <a:pt x="13" y="507"/>
                    <a:pt x="48" y="593"/>
                  </a:cubicBezTo>
                  <a:cubicBezTo>
                    <a:pt x="79" y="673"/>
                    <a:pt x="131" y="744"/>
                    <a:pt x="197" y="782"/>
                  </a:cubicBezTo>
                  <a:cubicBezTo>
                    <a:pt x="268" y="822"/>
                    <a:pt x="348" y="842"/>
                    <a:pt x="426" y="842"/>
                  </a:cubicBezTo>
                  <a:cubicBezTo>
                    <a:pt x="576" y="838"/>
                    <a:pt x="718" y="751"/>
                    <a:pt x="793" y="625"/>
                  </a:cubicBezTo>
                  <a:cubicBezTo>
                    <a:pt x="931" y="393"/>
                    <a:pt x="809" y="96"/>
                    <a:pt x="548" y="18"/>
                  </a:cubicBezTo>
                  <a:cubicBezTo>
                    <a:pt x="509" y="6"/>
                    <a:pt x="468" y="0"/>
                    <a:pt x="427" y="0"/>
                  </a:cubicBezTo>
                  <a:close/>
                </a:path>
              </a:pathLst>
            </a:custGeom>
            <a:solidFill>
              <a:schemeClr val="accent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0" name="Google Shape;980;p33"/>
            <p:cNvSpPr/>
            <p:nvPr/>
          </p:nvSpPr>
          <p:spPr>
            <a:xfrm>
              <a:off x="1697686" y="3935968"/>
              <a:ext cx="251248" cy="222439"/>
            </a:xfrm>
            <a:custGeom>
              <a:rect b="b" l="l" r="r" t="t"/>
              <a:pathLst>
                <a:path extrusionOk="0" h="471" w="532">
                  <a:moveTo>
                    <a:pt x="263" y="1"/>
                  </a:moveTo>
                  <a:cubicBezTo>
                    <a:pt x="231" y="1"/>
                    <a:pt x="198" y="9"/>
                    <a:pt x="169" y="27"/>
                  </a:cubicBezTo>
                  <a:cubicBezTo>
                    <a:pt x="115" y="50"/>
                    <a:pt x="63" y="89"/>
                    <a:pt x="39" y="145"/>
                  </a:cubicBezTo>
                  <a:cubicBezTo>
                    <a:pt x="0" y="240"/>
                    <a:pt x="35" y="342"/>
                    <a:pt x="115" y="405"/>
                  </a:cubicBezTo>
                  <a:cubicBezTo>
                    <a:pt x="118" y="409"/>
                    <a:pt x="122" y="413"/>
                    <a:pt x="126" y="413"/>
                  </a:cubicBezTo>
                  <a:cubicBezTo>
                    <a:pt x="157" y="440"/>
                    <a:pt x="193" y="464"/>
                    <a:pt x="237" y="468"/>
                  </a:cubicBezTo>
                  <a:cubicBezTo>
                    <a:pt x="248" y="469"/>
                    <a:pt x="259" y="470"/>
                    <a:pt x="270" y="470"/>
                  </a:cubicBezTo>
                  <a:cubicBezTo>
                    <a:pt x="364" y="470"/>
                    <a:pt x="451" y="411"/>
                    <a:pt x="493" y="334"/>
                  </a:cubicBezTo>
                  <a:cubicBezTo>
                    <a:pt x="532" y="259"/>
                    <a:pt x="524" y="169"/>
                    <a:pt x="469" y="98"/>
                  </a:cubicBezTo>
                  <a:cubicBezTo>
                    <a:pt x="437" y="54"/>
                    <a:pt x="390" y="27"/>
                    <a:pt x="339" y="14"/>
                  </a:cubicBezTo>
                  <a:cubicBezTo>
                    <a:pt x="315" y="6"/>
                    <a:pt x="289" y="1"/>
                    <a:pt x="263" y="1"/>
                  </a:cubicBezTo>
                  <a:close/>
                </a:path>
              </a:pathLst>
            </a:custGeom>
            <a:solidFill>
              <a:schemeClr val="dk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1" name="Google Shape;981;p33"/>
            <p:cNvSpPr/>
            <p:nvPr/>
          </p:nvSpPr>
          <p:spPr>
            <a:xfrm>
              <a:off x="645468" y="3810344"/>
              <a:ext cx="451018" cy="407569"/>
            </a:xfrm>
            <a:custGeom>
              <a:rect b="b" l="l" r="r" t="t"/>
              <a:pathLst>
                <a:path extrusionOk="0" h="863" w="955">
                  <a:moveTo>
                    <a:pt x="537" y="0"/>
                  </a:moveTo>
                  <a:cubicBezTo>
                    <a:pt x="532" y="0"/>
                    <a:pt x="526" y="0"/>
                    <a:pt x="521" y="0"/>
                  </a:cubicBezTo>
                  <a:cubicBezTo>
                    <a:pt x="256" y="9"/>
                    <a:pt x="0" y="351"/>
                    <a:pt x="134" y="608"/>
                  </a:cubicBezTo>
                  <a:cubicBezTo>
                    <a:pt x="204" y="742"/>
                    <a:pt x="375" y="863"/>
                    <a:pt x="537" y="863"/>
                  </a:cubicBezTo>
                  <a:cubicBezTo>
                    <a:pt x="576" y="863"/>
                    <a:pt x="614" y="856"/>
                    <a:pt x="651" y="841"/>
                  </a:cubicBezTo>
                  <a:cubicBezTo>
                    <a:pt x="745" y="801"/>
                    <a:pt x="828" y="706"/>
                    <a:pt x="880" y="619"/>
                  </a:cubicBezTo>
                  <a:cubicBezTo>
                    <a:pt x="931" y="533"/>
                    <a:pt x="954" y="430"/>
                    <a:pt x="934" y="332"/>
                  </a:cubicBezTo>
                  <a:cubicBezTo>
                    <a:pt x="900" y="136"/>
                    <a:pt x="734" y="0"/>
                    <a:pt x="537" y="0"/>
                  </a:cubicBezTo>
                  <a:close/>
                </a:path>
              </a:pathLst>
            </a:custGeom>
            <a:solidFill>
              <a:schemeClr val="accent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2" name="Google Shape;982;p33"/>
            <p:cNvSpPr/>
            <p:nvPr/>
          </p:nvSpPr>
          <p:spPr>
            <a:xfrm>
              <a:off x="779592" y="3906687"/>
              <a:ext cx="221495" cy="204965"/>
            </a:xfrm>
            <a:custGeom>
              <a:rect b="b" l="l" r="r" t="t"/>
              <a:pathLst>
                <a:path extrusionOk="0" h="434" w="469">
                  <a:moveTo>
                    <a:pt x="227" y="0"/>
                  </a:moveTo>
                  <a:cubicBezTo>
                    <a:pt x="204" y="0"/>
                    <a:pt x="180" y="4"/>
                    <a:pt x="157" y="13"/>
                  </a:cubicBezTo>
                  <a:cubicBezTo>
                    <a:pt x="134" y="25"/>
                    <a:pt x="114" y="41"/>
                    <a:pt x="99" y="60"/>
                  </a:cubicBezTo>
                  <a:cubicBezTo>
                    <a:pt x="75" y="76"/>
                    <a:pt x="59" y="96"/>
                    <a:pt x="43" y="124"/>
                  </a:cubicBezTo>
                  <a:cubicBezTo>
                    <a:pt x="0" y="211"/>
                    <a:pt x="35" y="325"/>
                    <a:pt x="110" y="384"/>
                  </a:cubicBezTo>
                  <a:cubicBezTo>
                    <a:pt x="152" y="416"/>
                    <a:pt x="203" y="434"/>
                    <a:pt x="252" y="434"/>
                  </a:cubicBezTo>
                  <a:cubicBezTo>
                    <a:pt x="300" y="434"/>
                    <a:pt x="348" y="417"/>
                    <a:pt x="386" y="380"/>
                  </a:cubicBezTo>
                  <a:cubicBezTo>
                    <a:pt x="465" y="305"/>
                    <a:pt x="469" y="191"/>
                    <a:pt x="410" y="100"/>
                  </a:cubicBezTo>
                  <a:cubicBezTo>
                    <a:pt x="372" y="38"/>
                    <a:pt x="299" y="0"/>
                    <a:pt x="227" y="0"/>
                  </a:cubicBezTo>
                  <a:close/>
                </a:path>
              </a:pathLst>
            </a:custGeom>
            <a:solidFill>
              <a:schemeClr val="dk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83" name="Google Shape;983;p33"/>
          <p:cNvGrpSpPr/>
          <p:nvPr/>
        </p:nvGrpSpPr>
        <p:grpSpPr>
          <a:xfrm rot="-5840349">
            <a:off x="6599345" y="3555600"/>
            <a:ext cx="1523442" cy="1549321"/>
            <a:chOff x="8016283" y="3354199"/>
            <a:chExt cx="1896763" cy="1928983"/>
          </a:xfrm>
        </p:grpSpPr>
        <p:grpSp>
          <p:nvGrpSpPr>
            <p:cNvPr id="984" name="Google Shape;984;p33"/>
            <p:cNvGrpSpPr/>
            <p:nvPr/>
          </p:nvGrpSpPr>
          <p:grpSpPr>
            <a:xfrm>
              <a:off x="8016283" y="3354199"/>
              <a:ext cx="1896763" cy="1928983"/>
              <a:chOff x="3025183" y="3101074"/>
              <a:chExt cx="1896763" cy="1928983"/>
            </a:xfrm>
          </p:grpSpPr>
          <p:sp>
            <p:nvSpPr>
              <p:cNvPr id="985" name="Google Shape;985;p33"/>
              <p:cNvSpPr/>
              <p:nvPr/>
            </p:nvSpPr>
            <p:spPr>
              <a:xfrm>
                <a:off x="3025183" y="3101074"/>
                <a:ext cx="1896763" cy="1928983"/>
              </a:xfrm>
              <a:custGeom>
                <a:rect b="b" l="l" r="r" t="t"/>
                <a:pathLst>
                  <a:path extrusionOk="0" h="1913" w="1881">
                    <a:moveTo>
                      <a:pt x="1496" y="1"/>
                    </a:moveTo>
                    <a:cubicBezTo>
                      <a:pt x="1477" y="1"/>
                      <a:pt x="1459" y="7"/>
                      <a:pt x="1440" y="16"/>
                    </a:cubicBezTo>
                    <a:cubicBezTo>
                      <a:pt x="1416" y="24"/>
                      <a:pt x="1392" y="31"/>
                      <a:pt x="1364" y="31"/>
                    </a:cubicBezTo>
                    <a:lnTo>
                      <a:pt x="0" y="1573"/>
                    </a:lnTo>
                    <a:cubicBezTo>
                      <a:pt x="24" y="1596"/>
                      <a:pt x="35" y="1629"/>
                      <a:pt x="35" y="1664"/>
                    </a:cubicBezTo>
                    <a:cubicBezTo>
                      <a:pt x="63" y="1667"/>
                      <a:pt x="91" y="1680"/>
                      <a:pt x="115" y="1700"/>
                    </a:cubicBezTo>
                    <a:cubicBezTo>
                      <a:pt x="138" y="1719"/>
                      <a:pt x="153" y="1747"/>
                      <a:pt x="162" y="1774"/>
                    </a:cubicBezTo>
                    <a:cubicBezTo>
                      <a:pt x="201" y="1778"/>
                      <a:pt x="237" y="1782"/>
                      <a:pt x="268" y="1806"/>
                    </a:cubicBezTo>
                    <a:cubicBezTo>
                      <a:pt x="304" y="1833"/>
                      <a:pt x="319" y="1869"/>
                      <a:pt x="323" y="1912"/>
                    </a:cubicBezTo>
                    <a:lnTo>
                      <a:pt x="1880" y="153"/>
                    </a:lnTo>
                    <a:lnTo>
                      <a:pt x="1865" y="138"/>
                    </a:lnTo>
                    <a:cubicBezTo>
                      <a:pt x="1860" y="137"/>
                      <a:pt x="1854" y="136"/>
                      <a:pt x="1849" y="136"/>
                    </a:cubicBezTo>
                    <a:cubicBezTo>
                      <a:pt x="1821" y="136"/>
                      <a:pt x="1793" y="151"/>
                      <a:pt x="1766" y="158"/>
                    </a:cubicBezTo>
                    <a:cubicBezTo>
                      <a:pt x="1753" y="160"/>
                      <a:pt x="1741" y="161"/>
                      <a:pt x="1729" y="161"/>
                    </a:cubicBezTo>
                    <a:cubicBezTo>
                      <a:pt x="1682" y="161"/>
                      <a:pt x="1640" y="143"/>
                      <a:pt x="1609" y="102"/>
                    </a:cubicBezTo>
                    <a:cubicBezTo>
                      <a:pt x="1577" y="71"/>
                      <a:pt x="1558" y="16"/>
                      <a:pt x="1518" y="4"/>
                    </a:cubicBezTo>
                    <a:cubicBezTo>
                      <a:pt x="1510" y="2"/>
                      <a:pt x="1503" y="1"/>
                      <a:pt x="1496" y="1"/>
                    </a:cubicBezTo>
                    <a:close/>
                  </a:path>
                </a:pathLst>
              </a:custGeom>
              <a:solidFill>
                <a:schemeClr val="accent5"/>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6" name="Google Shape;986;p33"/>
              <p:cNvSpPr/>
              <p:nvPr/>
            </p:nvSpPr>
            <p:spPr>
              <a:xfrm>
                <a:off x="3398283" y="4396808"/>
                <a:ext cx="132098" cy="147220"/>
              </a:xfrm>
              <a:custGeom>
                <a:rect b="b" l="l" r="r" t="t"/>
                <a:pathLst>
                  <a:path extrusionOk="0" h="146" w="131">
                    <a:moveTo>
                      <a:pt x="131" y="0"/>
                    </a:moveTo>
                    <a:lnTo>
                      <a:pt x="131" y="0"/>
                    </a:lnTo>
                    <a:cubicBezTo>
                      <a:pt x="109" y="24"/>
                      <a:pt x="87" y="48"/>
                      <a:pt x="65" y="73"/>
                    </a:cubicBezTo>
                    <a:lnTo>
                      <a:pt x="131" y="0"/>
                    </a:lnTo>
                    <a:close/>
                    <a:moveTo>
                      <a:pt x="65" y="73"/>
                    </a:moveTo>
                    <a:lnTo>
                      <a:pt x="0" y="146"/>
                    </a:lnTo>
                    <a:cubicBezTo>
                      <a:pt x="22" y="122"/>
                      <a:pt x="44" y="98"/>
                      <a:pt x="65" y="73"/>
                    </a:cubicBezTo>
                    <a:close/>
                  </a:path>
                </a:pathLst>
              </a:custGeom>
              <a:solidFill>
                <a:srgbClr val="FFF2A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7" name="Google Shape;987;p33"/>
              <p:cNvSpPr/>
              <p:nvPr/>
            </p:nvSpPr>
            <p:spPr>
              <a:xfrm>
                <a:off x="3560633" y="4511760"/>
                <a:ext cx="72603" cy="61510"/>
              </a:xfrm>
              <a:custGeom>
                <a:rect b="b" l="l" r="r" t="t"/>
                <a:pathLst>
                  <a:path extrusionOk="0" h="61" w="72">
                    <a:moveTo>
                      <a:pt x="1" y="60"/>
                    </a:moveTo>
                    <a:cubicBezTo>
                      <a:pt x="25" y="40"/>
                      <a:pt x="48" y="20"/>
                      <a:pt x="72" y="1"/>
                    </a:cubicBezTo>
                    <a:close/>
                  </a:path>
                </a:pathLst>
              </a:custGeom>
              <a:solidFill>
                <a:srgbClr val="FFF2A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8" name="Google Shape;988;p33"/>
              <p:cNvSpPr/>
              <p:nvPr/>
            </p:nvSpPr>
            <p:spPr>
              <a:xfrm>
                <a:off x="4396580" y="3513491"/>
                <a:ext cx="44369" cy="76635"/>
              </a:xfrm>
              <a:custGeom>
                <a:rect b="b" l="l" r="r" t="t"/>
                <a:pathLst>
                  <a:path extrusionOk="0" h="76" w="44">
                    <a:moveTo>
                      <a:pt x="44" y="1"/>
                    </a:moveTo>
                    <a:cubicBezTo>
                      <a:pt x="43" y="2"/>
                      <a:pt x="42" y="3"/>
                      <a:pt x="41" y="4"/>
                    </a:cubicBezTo>
                    <a:lnTo>
                      <a:pt x="41" y="4"/>
                    </a:lnTo>
                    <a:lnTo>
                      <a:pt x="44" y="1"/>
                    </a:lnTo>
                    <a:close/>
                    <a:moveTo>
                      <a:pt x="41" y="4"/>
                    </a:moveTo>
                    <a:lnTo>
                      <a:pt x="0" y="75"/>
                    </a:lnTo>
                    <a:cubicBezTo>
                      <a:pt x="15" y="53"/>
                      <a:pt x="26" y="30"/>
                      <a:pt x="41" y="4"/>
                    </a:cubicBezTo>
                    <a:close/>
                  </a:path>
                </a:pathLst>
              </a:custGeom>
              <a:solidFill>
                <a:srgbClr val="FFF2A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89" name="Google Shape;989;p33"/>
            <p:cNvSpPr/>
            <p:nvPr/>
          </p:nvSpPr>
          <p:spPr>
            <a:xfrm>
              <a:off x="8418775" y="4784875"/>
              <a:ext cx="180875" cy="205550"/>
            </a:xfrm>
            <a:custGeom>
              <a:rect b="b" l="l" r="r" t="t"/>
              <a:pathLst>
                <a:path extrusionOk="0" h="8222" w="7235">
                  <a:moveTo>
                    <a:pt x="7235" y="0"/>
                  </a:moveTo>
                  <a:cubicBezTo>
                    <a:pt x="5044" y="2920"/>
                    <a:pt x="2579" y="5639"/>
                    <a:pt x="0" y="8222"/>
                  </a:cubicBezTo>
                </a:path>
              </a:pathLst>
            </a:custGeom>
            <a:noFill/>
            <a:ln cap="flat" cmpd="sng" w="28575">
              <a:solidFill>
                <a:schemeClr val="dk1"/>
              </a:solidFill>
              <a:prstDash val="solid"/>
              <a:round/>
              <a:headEnd len="med" w="med" type="none"/>
              <a:tailEnd len="med" w="med" type="none"/>
            </a:ln>
          </p:spPr>
        </p:sp>
        <p:sp>
          <p:nvSpPr>
            <p:cNvPr id="990" name="Google Shape;990;p33"/>
            <p:cNvSpPr/>
            <p:nvPr/>
          </p:nvSpPr>
          <p:spPr>
            <a:xfrm>
              <a:off x="8336550" y="4834225"/>
              <a:ext cx="74000" cy="106875"/>
            </a:xfrm>
            <a:custGeom>
              <a:rect b="b" l="l" r="r" t="t"/>
              <a:pathLst>
                <a:path extrusionOk="0" h="4275" w="2960">
                  <a:moveTo>
                    <a:pt x="2960" y="0"/>
                  </a:moveTo>
                  <a:cubicBezTo>
                    <a:pt x="2068" y="1486"/>
                    <a:pt x="961" y="2833"/>
                    <a:pt x="0" y="4275"/>
                  </a:cubicBezTo>
                </a:path>
              </a:pathLst>
            </a:custGeom>
            <a:noFill/>
            <a:ln cap="flat" cmpd="sng" w="28575">
              <a:solidFill>
                <a:schemeClr val="dk1"/>
              </a:solidFill>
              <a:prstDash val="solid"/>
              <a:round/>
              <a:headEnd len="med" w="med" type="none"/>
              <a:tailEnd len="med" w="med" type="none"/>
            </a:ln>
          </p:spPr>
        </p:sp>
        <p:sp>
          <p:nvSpPr>
            <p:cNvPr id="991" name="Google Shape;991;p33"/>
            <p:cNvSpPr/>
            <p:nvPr/>
          </p:nvSpPr>
          <p:spPr>
            <a:xfrm>
              <a:off x="9232700" y="3658550"/>
              <a:ext cx="353525" cy="452175"/>
            </a:xfrm>
            <a:custGeom>
              <a:rect b="b" l="l" r="r" t="t"/>
              <a:pathLst>
                <a:path extrusionOk="0" h="18087" w="14141">
                  <a:moveTo>
                    <a:pt x="14141" y="0"/>
                  </a:moveTo>
                  <a:cubicBezTo>
                    <a:pt x="9241" y="5879"/>
                    <a:pt x="4241" y="11716"/>
                    <a:pt x="0" y="18087"/>
                  </a:cubicBezTo>
                </a:path>
              </a:pathLst>
            </a:custGeom>
            <a:noFill/>
            <a:ln cap="flat" cmpd="sng" w="28575">
              <a:solidFill>
                <a:schemeClr val="dk1"/>
              </a:solidFill>
              <a:prstDash val="solid"/>
              <a:round/>
              <a:headEnd len="med" w="med" type="none"/>
              <a:tailEnd len="med" w="med" type="none"/>
            </a:ln>
          </p:spPr>
        </p:sp>
      </p:grpSp>
      <p:sp>
        <p:nvSpPr>
          <p:cNvPr id="992" name="Google Shape;992;p33"/>
          <p:cNvSpPr/>
          <p:nvPr/>
        </p:nvSpPr>
        <p:spPr>
          <a:xfrm rot="5634973">
            <a:off x="4989388" y="8290984"/>
            <a:ext cx="138855" cy="2158451"/>
          </a:xfrm>
          <a:custGeom>
            <a:rect b="b" l="l" r="r" t="t"/>
            <a:pathLst>
              <a:path extrusionOk="0" h="86335" w="5554">
                <a:moveTo>
                  <a:pt x="0" y="0"/>
                </a:moveTo>
                <a:cubicBezTo>
                  <a:pt x="1919" y="28774"/>
                  <a:pt x="5554" y="57497"/>
                  <a:pt x="5554" y="86335"/>
                </a:cubicBezTo>
              </a:path>
            </a:pathLst>
          </a:custGeom>
          <a:noFill/>
          <a:ln cap="flat" cmpd="sng" w="28575">
            <a:solidFill>
              <a:schemeClr val="dk1"/>
            </a:solidFill>
            <a:prstDash val="solid"/>
            <a:round/>
            <a:headEnd len="med" w="med" type="none"/>
            <a:tailEnd len="med" w="med" type="none"/>
          </a:ln>
        </p:spPr>
      </p:sp>
      <p:sp>
        <p:nvSpPr>
          <p:cNvPr id="993" name="Google Shape;993;p33"/>
          <p:cNvSpPr txBox="1"/>
          <p:nvPr/>
        </p:nvSpPr>
        <p:spPr>
          <a:xfrm>
            <a:off x="10397625" y="82950"/>
            <a:ext cx="3484200" cy="3166200"/>
          </a:xfrm>
          <a:prstGeom prst="rect">
            <a:avLst/>
          </a:prstGeom>
          <a:solidFill>
            <a:srgbClr val="00C5FF">
              <a:alpha val="51270"/>
            </a:srgbClr>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Grandstander"/>
                <a:ea typeface="Grandstander"/>
                <a:cs typeface="Grandstander"/>
                <a:sym typeface="Grandstander"/>
              </a:rPr>
              <a:t>Instructions</a:t>
            </a:r>
            <a:endParaRPr>
              <a:latin typeface="Grandstander"/>
              <a:ea typeface="Grandstander"/>
              <a:cs typeface="Grandstander"/>
              <a:sym typeface="Grandstander"/>
            </a:endParaRPr>
          </a:p>
          <a:p>
            <a:pPr indent="0" lvl="0" marL="0" rtl="0" algn="l">
              <a:spcBef>
                <a:spcPts val="0"/>
              </a:spcBef>
              <a:spcAft>
                <a:spcPts val="0"/>
              </a:spcAft>
              <a:buNone/>
            </a:pPr>
            <a:r>
              <a:t/>
            </a:r>
            <a:endParaRPr>
              <a:latin typeface="Grandstander"/>
              <a:ea typeface="Grandstander"/>
              <a:cs typeface="Grandstander"/>
              <a:sym typeface="Grandstander"/>
            </a:endParaRPr>
          </a:p>
          <a:p>
            <a:pPr indent="-317500" lvl="0" marL="457200" rtl="0" algn="l">
              <a:spcBef>
                <a:spcPts val="0"/>
              </a:spcBef>
              <a:spcAft>
                <a:spcPts val="0"/>
              </a:spcAft>
              <a:buSzPts val="1400"/>
              <a:buFont typeface="Grandstander"/>
              <a:buChar char="●"/>
            </a:pPr>
            <a:r>
              <a:rPr lang="en">
                <a:latin typeface="Grandstander"/>
                <a:ea typeface="Grandstander"/>
                <a:cs typeface="Grandstander"/>
                <a:sym typeface="Grandstander"/>
              </a:rPr>
              <a:t>Add your name</a:t>
            </a:r>
            <a:endParaRPr>
              <a:latin typeface="Grandstander"/>
              <a:ea typeface="Grandstander"/>
              <a:cs typeface="Grandstander"/>
              <a:sym typeface="Grandstander"/>
            </a:endParaRPr>
          </a:p>
          <a:p>
            <a:pPr indent="-317500" lvl="0" marL="457200" rtl="0" algn="l">
              <a:spcBef>
                <a:spcPts val="0"/>
              </a:spcBef>
              <a:spcAft>
                <a:spcPts val="0"/>
              </a:spcAft>
              <a:buSzPts val="1400"/>
              <a:buFont typeface="Grandstander"/>
              <a:buChar char="●"/>
            </a:pPr>
            <a:r>
              <a:rPr lang="en">
                <a:latin typeface="Grandstander"/>
                <a:ea typeface="Grandstander"/>
                <a:cs typeface="Grandstander"/>
                <a:sym typeface="Grandstander"/>
              </a:rPr>
              <a:t>Replace the central image with a picture </a:t>
            </a:r>
            <a:r>
              <a:rPr lang="en">
                <a:latin typeface="Grandstander"/>
                <a:ea typeface="Grandstander"/>
                <a:cs typeface="Grandstander"/>
                <a:sym typeface="Grandstander"/>
              </a:rPr>
              <a:t>representative</a:t>
            </a:r>
            <a:r>
              <a:rPr lang="en">
                <a:latin typeface="Grandstander"/>
                <a:ea typeface="Grandstander"/>
                <a:cs typeface="Grandstander"/>
                <a:sym typeface="Grandstander"/>
              </a:rPr>
              <a:t> of yourself</a:t>
            </a:r>
            <a:endParaRPr>
              <a:latin typeface="Grandstander"/>
              <a:ea typeface="Grandstander"/>
              <a:cs typeface="Grandstander"/>
              <a:sym typeface="Grandstander"/>
            </a:endParaRPr>
          </a:p>
          <a:p>
            <a:pPr indent="-317500" lvl="0" marL="457200" rtl="0" algn="l">
              <a:spcBef>
                <a:spcPts val="0"/>
              </a:spcBef>
              <a:spcAft>
                <a:spcPts val="0"/>
              </a:spcAft>
              <a:buSzPts val="1400"/>
              <a:buFont typeface="Grandstander"/>
              <a:buChar char="●"/>
            </a:pPr>
            <a:r>
              <a:rPr lang="en">
                <a:latin typeface="Grandstander"/>
                <a:ea typeface="Grandstander"/>
                <a:cs typeface="Grandstander"/>
                <a:sym typeface="Grandstander"/>
              </a:rPr>
              <a:t>Optionally, </a:t>
            </a:r>
            <a:r>
              <a:rPr lang="en">
                <a:latin typeface="Grandstander"/>
                <a:ea typeface="Grandstander"/>
                <a:cs typeface="Grandstander"/>
                <a:sym typeface="Grandstander"/>
              </a:rPr>
              <a:t>replace</a:t>
            </a:r>
            <a:r>
              <a:rPr lang="en">
                <a:latin typeface="Grandstander"/>
                <a:ea typeface="Grandstander"/>
                <a:cs typeface="Grandstander"/>
                <a:sym typeface="Grandstander"/>
              </a:rPr>
              <a:t> the other images as well</a:t>
            </a:r>
            <a:endParaRPr>
              <a:latin typeface="Grandstander"/>
              <a:ea typeface="Grandstander"/>
              <a:cs typeface="Grandstander"/>
              <a:sym typeface="Grandstander"/>
            </a:endParaRPr>
          </a:p>
        </p:txBody>
      </p:sp>
      <p:sp>
        <p:nvSpPr>
          <p:cNvPr id="994" name="Google Shape;994;p33"/>
          <p:cNvSpPr txBox="1"/>
          <p:nvPr/>
        </p:nvSpPr>
        <p:spPr>
          <a:xfrm>
            <a:off x="1645575" y="2554413"/>
            <a:ext cx="6871800" cy="757500"/>
          </a:xfrm>
          <a:prstGeom prst="rect">
            <a:avLst/>
          </a:prstGeom>
          <a:noFill/>
          <a:ln>
            <a:noFill/>
          </a:ln>
        </p:spPr>
        <p:txBody>
          <a:bodyPr anchorCtr="0" anchor="t" bIns="91425" lIns="91425" spcFirstLastPara="1" rIns="91425" wrap="square" tIns="91425">
            <a:noAutofit/>
          </a:bodyPr>
          <a:lstStyle/>
          <a:p>
            <a:pPr indent="0" lvl="0" marL="0" rtl="0" algn="ctr">
              <a:lnSpc>
                <a:spcPct val="90000"/>
              </a:lnSpc>
              <a:spcBef>
                <a:spcPts val="0"/>
              </a:spcBef>
              <a:spcAft>
                <a:spcPts val="0"/>
              </a:spcAft>
              <a:buNone/>
            </a:pPr>
            <a:r>
              <a:rPr lang="en" sz="5200">
                <a:solidFill>
                  <a:schemeClr val="dk2"/>
                </a:solidFill>
                <a:latin typeface="Ranchers"/>
                <a:ea typeface="Ranchers"/>
                <a:cs typeface="Ranchers"/>
                <a:sym typeface="Ranchers"/>
              </a:rPr>
              <a:t>Insert Name</a:t>
            </a:r>
            <a:endParaRPr sz="5200">
              <a:solidFill>
                <a:schemeClr val="dk2"/>
              </a:solidFill>
              <a:latin typeface="Ranchers"/>
              <a:ea typeface="Ranchers"/>
              <a:cs typeface="Ranchers"/>
              <a:sym typeface="Ranchers"/>
            </a:endParaRPr>
          </a:p>
          <a:p>
            <a:pPr indent="0" lvl="0" marL="0" rtl="0" algn="l">
              <a:spcBef>
                <a:spcPts val="0"/>
              </a:spcBef>
              <a:spcAft>
                <a:spcPts val="0"/>
              </a:spcAft>
              <a:buClr>
                <a:schemeClr val="dk1"/>
              </a:buClr>
              <a:buSzPts val="1100"/>
              <a:buFont typeface="Arial"/>
              <a:buNone/>
            </a:pPr>
            <a:r>
              <a:t/>
            </a:r>
            <a:endParaRPr>
              <a:latin typeface="Grandstander"/>
              <a:ea typeface="Grandstander"/>
              <a:cs typeface="Grandstander"/>
              <a:sym typeface="Grandstander"/>
            </a:endParaRPr>
          </a:p>
          <a:p>
            <a:pPr indent="0" lvl="0" marL="0" rtl="0" algn="l">
              <a:spcBef>
                <a:spcPts val="0"/>
              </a:spcBef>
              <a:spcAft>
                <a:spcPts val="0"/>
              </a:spcAft>
              <a:buClr>
                <a:schemeClr val="dk1"/>
              </a:buClr>
              <a:buSzPts val="1100"/>
              <a:buFont typeface="Arial"/>
              <a:buNone/>
            </a:pPr>
            <a:r>
              <a:t/>
            </a:r>
            <a:endParaRPr>
              <a:latin typeface="Grandstander"/>
              <a:ea typeface="Grandstander"/>
              <a:cs typeface="Grandstander"/>
              <a:sym typeface="Grandstander"/>
            </a:endParaRPr>
          </a:p>
          <a:p>
            <a:pPr indent="0" lvl="0" marL="0" rtl="0" algn="l">
              <a:spcBef>
                <a:spcPts val="0"/>
              </a:spcBef>
              <a:spcAft>
                <a:spcPts val="0"/>
              </a:spcAft>
              <a:buNone/>
            </a:pPr>
            <a:r>
              <a:t/>
            </a:r>
            <a:endParaRPr>
              <a:latin typeface="Grandstander"/>
              <a:ea typeface="Grandstander"/>
              <a:cs typeface="Grandstander"/>
              <a:sym typeface="Grandstander"/>
            </a:endParaRPr>
          </a:p>
        </p:txBody>
      </p:sp>
      <p:sp>
        <p:nvSpPr>
          <p:cNvPr id="995" name="Google Shape;995;p33"/>
          <p:cNvSpPr txBox="1"/>
          <p:nvPr>
            <p:ph idx="1" type="subTitle"/>
          </p:nvPr>
        </p:nvSpPr>
        <p:spPr>
          <a:xfrm>
            <a:off x="-3736425" y="2935075"/>
            <a:ext cx="3625800" cy="26232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t>You can replace any image. Just right-click on it and select “Replace image”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9" name="Shape 999"/>
        <p:cNvGrpSpPr/>
        <p:nvPr/>
      </p:nvGrpSpPr>
      <p:grpSpPr>
        <a:xfrm>
          <a:off x="0" y="0"/>
          <a:ext cx="0" cy="0"/>
          <a:chOff x="0" y="0"/>
          <a:chExt cx="0" cy="0"/>
        </a:xfrm>
      </p:grpSpPr>
      <p:cxnSp>
        <p:nvCxnSpPr>
          <p:cNvPr id="1000" name="Google Shape;1000;p34"/>
          <p:cNvCxnSpPr/>
          <p:nvPr/>
        </p:nvCxnSpPr>
        <p:spPr>
          <a:xfrm flipH="1" rot="10800000">
            <a:off x="5115850" y="8157675"/>
            <a:ext cx="2765400" cy="1078500"/>
          </a:xfrm>
          <a:prstGeom prst="curvedConnector3">
            <a:avLst>
              <a:gd fmla="val 50000" name="adj1"/>
            </a:avLst>
          </a:prstGeom>
          <a:noFill/>
          <a:ln cap="flat" cmpd="sng" w="28575">
            <a:solidFill>
              <a:schemeClr val="dk1"/>
            </a:solidFill>
            <a:prstDash val="solid"/>
            <a:round/>
            <a:headEnd len="med" w="med" type="none"/>
            <a:tailEnd len="med" w="med" type="none"/>
          </a:ln>
        </p:spPr>
      </p:cxnSp>
      <p:cxnSp>
        <p:nvCxnSpPr>
          <p:cNvPr id="1001" name="Google Shape;1001;p34"/>
          <p:cNvCxnSpPr/>
          <p:nvPr/>
        </p:nvCxnSpPr>
        <p:spPr>
          <a:xfrm flipH="1">
            <a:off x="2184500" y="6014575"/>
            <a:ext cx="2599500" cy="1645500"/>
          </a:xfrm>
          <a:prstGeom prst="curvedConnector3">
            <a:avLst>
              <a:gd fmla="val 50000" name="adj1"/>
            </a:avLst>
          </a:prstGeom>
          <a:noFill/>
          <a:ln cap="flat" cmpd="sng" w="28575">
            <a:solidFill>
              <a:schemeClr val="dk1"/>
            </a:solidFill>
            <a:prstDash val="solid"/>
            <a:round/>
            <a:headEnd len="med" w="med" type="none"/>
            <a:tailEnd len="med" w="med" type="none"/>
          </a:ln>
        </p:spPr>
      </p:cxnSp>
      <p:cxnSp>
        <p:nvCxnSpPr>
          <p:cNvPr id="1002" name="Google Shape;1002;p34"/>
          <p:cNvCxnSpPr/>
          <p:nvPr/>
        </p:nvCxnSpPr>
        <p:spPr>
          <a:xfrm flipH="1">
            <a:off x="5378575" y="5309425"/>
            <a:ext cx="2972700" cy="746700"/>
          </a:xfrm>
          <a:prstGeom prst="curvedConnector3">
            <a:avLst>
              <a:gd fmla="val 50000" name="adj1"/>
            </a:avLst>
          </a:prstGeom>
          <a:noFill/>
          <a:ln cap="flat" cmpd="sng" w="28575">
            <a:solidFill>
              <a:schemeClr val="dk1"/>
            </a:solidFill>
            <a:prstDash val="solid"/>
            <a:round/>
            <a:headEnd len="med" w="med" type="none"/>
            <a:tailEnd len="med" w="med" type="none"/>
          </a:ln>
        </p:spPr>
      </p:cxnSp>
      <p:cxnSp>
        <p:nvCxnSpPr>
          <p:cNvPr id="1003" name="Google Shape;1003;p34"/>
          <p:cNvCxnSpPr/>
          <p:nvPr/>
        </p:nvCxnSpPr>
        <p:spPr>
          <a:xfrm rot="10800000">
            <a:off x="1590075" y="5198750"/>
            <a:ext cx="6871800" cy="124500"/>
          </a:xfrm>
          <a:prstGeom prst="curvedConnector3">
            <a:avLst>
              <a:gd fmla="val 50000" name="adj1"/>
            </a:avLst>
          </a:prstGeom>
          <a:noFill/>
          <a:ln cap="flat" cmpd="sng" w="28575">
            <a:solidFill>
              <a:schemeClr val="dk1"/>
            </a:solidFill>
            <a:prstDash val="solid"/>
            <a:round/>
            <a:headEnd len="med" w="med" type="none"/>
            <a:tailEnd len="med" w="med" type="none"/>
          </a:ln>
        </p:spPr>
      </p:cxnSp>
      <p:cxnSp>
        <p:nvCxnSpPr>
          <p:cNvPr id="1004" name="Google Shape;1004;p34"/>
          <p:cNvCxnSpPr/>
          <p:nvPr/>
        </p:nvCxnSpPr>
        <p:spPr>
          <a:xfrm flipH="1">
            <a:off x="1590200" y="3511950"/>
            <a:ext cx="3027900" cy="1244400"/>
          </a:xfrm>
          <a:prstGeom prst="curvedConnector3">
            <a:avLst>
              <a:gd fmla="val 50000" name="adj1"/>
            </a:avLst>
          </a:prstGeom>
          <a:noFill/>
          <a:ln cap="flat" cmpd="sng" w="28575">
            <a:solidFill>
              <a:schemeClr val="dk1"/>
            </a:solidFill>
            <a:prstDash val="solid"/>
            <a:round/>
            <a:headEnd len="med" w="med" type="none"/>
            <a:tailEnd len="med" w="med" type="none"/>
          </a:ln>
        </p:spPr>
      </p:cxnSp>
      <p:cxnSp>
        <p:nvCxnSpPr>
          <p:cNvPr id="1005" name="Google Shape;1005;p34"/>
          <p:cNvCxnSpPr/>
          <p:nvPr/>
        </p:nvCxnSpPr>
        <p:spPr>
          <a:xfrm flipH="1">
            <a:off x="5033000" y="2682475"/>
            <a:ext cx="3332100" cy="746700"/>
          </a:xfrm>
          <a:prstGeom prst="curvedConnector3">
            <a:avLst>
              <a:gd fmla="val 50000" name="adj1"/>
            </a:avLst>
          </a:prstGeom>
          <a:noFill/>
          <a:ln cap="flat" cmpd="sng" w="28575">
            <a:solidFill>
              <a:schemeClr val="dk1"/>
            </a:solidFill>
            <a:prstDash val="solid"/>
            <a:round/>
            <a:headEnd len="med" w="med" type="none"/>
            <a:tailEnd len="med" w="med" type="none"/>
          </a:ln>
        </p:spPr>
      </p:cxnSp>
      <p:cxnSp>
        <p:nvCxnSpPr>
          <p:cNvPr id="1006" name="Google Shape;1006;p34"/>
          <p:cNvCxnSpPr/>
          <p:nvPr/>
        </p:nvCxnSpPr>
        <p:spPr>
          <a:xfrm>
            <a:off x="2413679" y="7986625"/>
            <a:ext cx="2757600" cy="1249500"/>
          </a:xfrm>
          <a:prstGeom prst="curvedConnector3">
            <a:avLst>
              <a:gd fmla="val 50000" name="adj1"/>
            </a:avLst>
          </a:prstGeom>
          <a:noFill/>
          <a:ln cap="flat" cmpd="sng" w="28575">
            <a:solidFill>
              <a:schemeClr val="dk1"/>
            </a:solidFill>
            <a:prstDash val="solid"/>
            <a:round/>
            <a:headEnd len="med" w="med" type="none"/>
            <a:tailEnd len="med" w="med" type="none"/>
          </a:ln>
        </p:spPr>
      </p:cxnSp>
      <p:grpSp>
        <p:nvGrpSpPr>
          <p:cNvPr id="1007" name="Google Shape;1007;p34"/>
          <p:cNvGrpSpPr/>
          <p:nvPr/>
        </p:nvGrpSpPr>
        <p:grpSpPr>
          <a:xfrm>
            <a:off x="4268405" y="2859179"/>
            <a:ext cx="1213983" cy="1130356"/>
            <a:chOff x="-1538849" y="5276824"/>
            <a:chExt cx="1138501" cy="1060073"/>
          </a:xfrm>
        </p:grpSpPr>
        <p:sp>
          <p:nvSpPr>
            <p:cNvPr id="1008" name="Google Shape;1008;p34"/>
            <p:cNvSpPr/>
            <p:nvPr/>
          </p:nvSpPr>
          <p:spPr>
            <a:xfrm>
              <a:off x="-1453388" y="5309018"/>
              <a:ext cx="1053040" cy="1027879"/>
            </a:xfrm>
            <a:custGeom>
              <a:rect b="b" l="l" r="r" t="t"/>
              <a:pathLst>
                <a:path extrusionOk="0" h="1756" w="1799">
                  <a:moveTo>
                    <a:pt x="899" y="1"/>
                  </a:moveTo>
                  <a:cubicBezTo>
                    <a:pt x="403" y="1"/>
                    <a:pt x="0" y="395"/>
                    <a:pt x="0" y="880"/>
                  </a:cubicBezTo>
                  <a:cubicBezTo>
                    <a:pt x="0" y="1365"/>
                    <a:pt x="403" y="1755"/>
                    <a:pt x="899" y="1755"/>
                  </a:cubicBezTo>
                  <a:cubicBezTo>
                    <a:pt x="1396" y="1755"/>
                    <a:pt x="1799" y="1365"/>
                    <a:pt x="1799" y="880"/>
                  </a:cubicBezTo>
                  <a:cubicBezTo>
                    <a:pt x="1799" y="395"/>
                    <a:pt x="1396" y="1"/>
                    <a:pt x="899" y="1"/>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9" name="Google Shape;1009;p34"/>
            <p:cNvSpPr/>
            <p:nvPr/>
          </p:nvSpPr>
          <p:spPr>
            <a:xfrm>
              <a:off x="-1538849" y="5276824"/>
              <a:ext cx="1053040" cy="1027879"/>
            </a:xfrm>
            <a:custGeom>
              <a:rect b="b" l="l" r="r" t="t"/>
              <a:pathLst>
                <a:path extrusionOk="0" h="1756" w="1799">
                  <a:moveTo>
                    <a:pt x="900" y="1"/>
                  </a:moveTo>
                  <a:cubicBezTo>
                    <a:pt x="403" y="1"/>
                    <a:pt x="1" y="391"/>
                    <a:pt x="1" y="876"/>
                  </a:cubicBezTo>
                  <a:cubicBezTo>
                    <a:pt x="1" y="1361"/>
                    <a:pt x="403" y="1755"/>
                    <a:pt x="900" y="1755"/>
                  </a:cubicBezTo>
                  <a:cubicBezTo>
                    <a:pt x="1397" y="1755"/>
                    <a:pt x="1799" y="1361"/>
                    <a:pt x="1799" y="876"/>
                  </a:cubicBezTo>
                  <a:cubicBezTo>
                    <a:pt x="1799" y="391"/>
                    <a:pt x="1397" y="1"/>
                    <a:pt x="900" y="1"/>
                  </a:cubicBezTo>
                  <a:close/>
                </a:path>
              </a:pathLst>
            </a:custGeom>
            <a:solidFill>
              <a:schemeClr val="accent4"/>
            </a:solidFill>
            <a:ln cap="flat" cmpd="sng" w="28575">
              <a:solidFill>
                <a:schemeClr val="dk1"/>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3700">
                  <a:solidFill>
                    <a:schemeClr val="dk1"/>
                  </a:solidFill>
                  <a:latin typeface="Ranchers"/>
                  <a:ea typeface="Ranchers"/>
                  <a:cs typeface="Ranchers"/>
                  <a:sym typeface="Ranchers"/>
                </a:rPr>
                <a:t>03</a:t>
              </a:r>
              <a:endParaRPr>
                <a:solidFill>
                  <a:schemeClr val="dk1"/>
                </a:solidFill>
              </a:endParaRPr>
            </a:p>
          </p:txBody>
        </p:sp>
      </p:grpSp>
      <p:grpSp>
        <p:nvGrpSpPr>
          <p:cNvPr id="1010" name="Google Shape;1010;p34"/>
          <p:cNvGrpSpPr/>
          <p:nvPr/>
        </p:nvGrpSpPr>
        <p:grpSpPr>
          <a:xfrm>
            <a:off x="914416" y="4292554"/>
            <a:ext cx="1213983" cy="1130356"/>
            <a:chOff x="-1538849" y="5276824"/>
            <a:chExt cx="1138501" cy="1060073"/>
          </a:xfrm>
        </p:grpSpPr>
        <p:sp>
          <p:nvSpPr>
            <p:cNvPr id="1011" name="Google Shape;1011;p34"/>
            <p:cNvSpPr/>
            <p:nvPr/>
          </p:nvSpPr>
          <p:spPr>
            <a:xfrm>
              <a:off x="-1453388" y="5309018"/>
              <a:ext cx="1053040" cy="1027879"/>
            </a:xfrm>
            <a:custGeom>
              <a:rect b="b" l="l" r="r" t="t"/>
              <a:pathLst>
                <a:path extrusionOk="0" h="1756" w="1799">
                  <a:moveTo>
                    <a:pt x="899" y="1"/>
                  </a:moveTo>
                  <a:cubicBezTo>
                    <a:pt x="403" y="1"/>
                    <a:pt x="0" y="395"/>
                    <a:pt x="0" y="880"/>
                  </a:cubicBezTo>
                  <a:cubicBezTo>
                    <a:pt x="0" y="1365"/>
                    <a:pt x="403" y="1755"/>
                    <a:pt x="899" y="1755"/>
                  </a:cubicBezTo>
                  <a:cubicBezTo>
                    <a:pt x="1396" y="1755"/>
                    <a:pt x="1799" y="1365"/>
                    <a:pt x="1799" y="880"/>
                  </a:cubicBezTo>
                  <a:cubicBezTo>
                    <a:pt x="1799" y="395"/>
                    <a:pt x="1396" y="1"/>
                    <a:pt x="899" y="1"/>
                  </a:cubicBezTo>
                  <a:close/>
                </a:path>
              </a:pathLst>
            </a:custGeom>
            <a:solidFill>
              <a:schemeClr val="accen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2" name="Google Shape;1012;p34"/>
            <p:cNvSpPr/>
            <p:nvPr/>
          </p:nvSpPr>
          <p:spPr>
            <a:xfrm>
              <a:off x="-1538849" y="5276824"/>
              <a:ext cx="1053040" cy="1027879"/>
            </a:xfrm>
            <a:custGeom>
              <a:rect b="b" l="l" r="r" t="t"/>
              <a:pathLst>
                <a:path extrusionOk="0" h="1756" w="1799">
                  <a:moveTo>
                    <a:pt x="900" y="1"/>
                  </a:moveTo>
                  <a:cubicBezTo>
                    <a:pt x="403" y="1"/>
                    <a:pt x="1" y="391"/>
                    <a:pt x="1" y="876"/>
                  </a:cubicBezTo>
                  <a:cubicBezTo>
                    <a:pt x="1" y="1361"/>
                    <a:pt x="403" y="1755"/>
                    <a:pt x="900" y="1755"/>
                  </a:cubicBezTo>
                  <a:cubicBezTo>
                    <a:pt x="1397" y="1755"/>
                    <a:pt x="1799" y="1361"/>
                    <a:pt x="1799" y="876"/>
                  </a:cubicBezTo>
                  <a:cubicBezTo>
                    <a:pt x="1799" y="391"/>
                    <a:pt x="1397" y="1"/>
                    <a:pt x="900" y="1"/>
                  </a:cubicBezTo>
                  <a:close/>
                </a:path>
              </a:pathLst>
            </a:custGeom>
            <a:solidFill>
              <a:schemeClr val="accent2"/>
            </a:solidFill>
            <a:ln cap="flat" cmpd="sng" w="28575">
              <a:solidFill>
                <a:schemeClr val="dk1"/>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3700">
                  <a:solidFill>
                    <a:schemeClr val="dk1"/>
                  </a:solidFill>
                  <a:latin typeface="Ranchers"/>
                  <a:ea typeface="Ranchers"/>
                  <a:cs typeface="Ranchers"/>
                  <a:sym typeface="Ranchers"/>
                </a:rPr>
                <a:t>04</a:t>
              </a:r>
              <a:endParaRPr>
                <a:solidFill>
                  <a:schemeClr val="dk1"/>
                </a:solidFill>
              </a:endParaRPr>
            </a:p>
          </p:txBody>
        </p:sp>
      </p:grpSp>
      <p:grpSp>
        <p:nvGrpSpPr>
          <p:cNvPr id="1013" name="Google Shape;1013;p34"/>
          <p:cNvGrpSpPr/>
          <p:nvPr/>
        </p:nvGrpSpPr>
        <p:grpSpPr>
          <a:xfrm>
            <a:off x="8009830" y="2184603"/>
            <a:ext cx="1213983" cy="1130356"/>
            <a:chOff x="-1538849" y="5276824"/>
            <a:chExt cx="1138501" cy="1060073"/>
          </a:xfrm>
        </p:grpSpPr>
        <p:sp>
          <p:nvSpPr>
            <p:cNvPr id="1014" name="Google Shape;1014;p34"/>
            <p:cNvSpPr/>
            <p:nvPr/>
          </p:nvSpPr>
          <p:spPr>
            <a:xfrm>
              <a:off x="-1453388" y="5309018"/>
              <a:ext cx="1053040" cy="1027879"/>
            </a:xfrm>
            <a:custGeom>
              <a:rect b="b" l="l" r="r" t="t"/>
              <a:pathLst>
                <a:path extrusionOk="0" h="1756" w="1799">
                  <a:moveTo>
                    <a:pt x="899" y="1"/>
                  </a:moveTo>
                  <a:cubicBezTo>
                    <a:pt x="403" y="1"/>
                    <a:pt x="0" y="395"/>
                    <a:pt x="0" y="880"/>
                  </a:cubicBezTo>
                  <a:cubicBezTo>
                    <a:pt x="0" y="1365"/>
                    <a:pt x="403" y="1755"/>
                    <a:pt x="899" y="1755"/>
                  </a:cubicBezTo>
                  <a:cubicBezTo>
                    <a:pt x="1396" y="1755"/>
                    <a:pt x="1799" y="1365"/>
                    <a:pt x="1799" y="880"/>
                  </a:cubicBezTo>
                  <a:cubicBezTo>
                    <a:pt x="1799" y="395"/>
                    <a:pt x="1396" y="1"/>
                    <a:pt x="899" y="1"/>
                  </a:cubicBezTo>
                  <a:close/>
                </a:path>
              </a:pathLst>
            </a:custGeom>
            <a:solidFill>
              <a:schemeClr val="accen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5" name="Google Shape;1015;p34"/>
            <p:cNvSpPr/>
            <p:nvPr/>
          </p:nvSpPr>
          <p:spPr>
            <a:xfrm>
              <a:off x="-1538849" y="5276824"/>
              <a:ext cx="1053040" cy="1027879"/>
            </a:xfrm>
            <a:custGeom>
              <a:rect b="b" l="l" r="r" t="t"/>
              <a:pathLst>
                <a:path extrusionOk="0" h="1756" w="1799">
                  <a:moveTo>
                    <a:pt x="900" y="1"/>
                  </a:moveTo>
                  <a:cubicBezTo>
                    <a:pt x="403" y="1"/>
                    <a:pt x="1" y="391"/>
                    <a:pt x="1" y="876"/>
                  </a:cubicBezTo>
                  <a:cubicBezTo>
                    <a:pt x="1" y="1361"/>
                    <a:pt x="403" y="1755"/>
                    <a:pt x="900" y="1755"/>
                  </a:cubicBezTo>
                  <a:cubicBezTo>
                    <a:pt x="1397" y="1755"/>
                    <a:pt x="1799" y="1361"/>
                    <a:pt x="1799" y="876"/>
                  </a:cubicBezTo>
                  <a:cubicBezTo>
                    <a:pt x="1799" y="391"/>
                    <a:pt x="1397" y="1"/>
                    <a:pt x="900" y="1"/>
                  </a:cubicBezTo>
                  <a:close/>
                </a:path>
              </a:pathLst>
            </a:custGeom>
            <a:solidFill>
              <a:schemeClr val="accent2"/>
            </a:solidFill>
            <a:ln cap="flat" cmpd="sng" w="28575">
              <a:solidFill>
                <a:schemeClr val="dk1"/>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3700">
                  <a:solidFill>
                    <a:schemeClr val="dk1"/>
                  </a:solidFill>
                  <a:latin typeface="Ranchers"/>
                  <a:ea typeface="Ranchers"/>
                  <a:cs typeface="Ranchers"/>
                  <a:sym typeface="Ranchers"/>
                </a:rPr>
                <a:t>02</a:t>
              </a:r>
              <a:endParaRPr>
                <a:solidFill>
                  <a:schemeClr val="dk1"/>
                </a:solidFill>
              </a:endParaRPr>
            </a:p>
          </p:txBody>
        </p:sp>
      </p:grpSp>
      <p:grpSp>
        <p:nvGrpSpPr>
          <p:cNvPr id="1016" name="Google Shape;1016;p34"/>
          <p:cNvGrpSpPr/>
          <p:nvPr/>
        </p:nvGrpSpPr>
        <p:grpSpPr>
          <a:xfrm>
            <a:off x="914391" y="1845153"/>
            <a:ext cx="1213983" cy="1130356"/>
            <a:chOff x="-1538849" y="5276824"/>
            <a:chExt cx="1138501" cy="1060073"/>
          </a:xfrm>
        </p:grpSpPr>
        <p:sp>
          <p:nvSpPr>
            <p:cNvPr id="1017" name="Google Shape;1017;p34"/>
            <p:cNvSpPr/>
            <p:nvPr/>
          </p:nvSpPr>
          <p:spPr>
            <a:xfrm>
              <a:off x="-1453388" y="5309018"/>
              <a:ext cx="1053040" cy="1027879"/>
            </a:xfrm>
            <a:custGeom>
              <a:rect b="b" l="l" r="r" t="t"/>
              <a:pathLst>
                <a:path extrusionOk="0" h="1756" w="1799">
                  <a:moveTo>
                    <a:pt x="899" y="1"/>
                  </a:moveTo>
                  <a:cubicBezTo>
                    <a:pt x="403" y="1"/>
                    <a:pt x="0" y="395"/>
                    <a:pt x="0" y="880"/>
                  </a:cubicBezTo>
                  <a:cubicBezTo>
                    <a:pt x="0" y="1365"/>
                    <a:pt x="403" y="1755"/>
                    <a:pt x="899" y="1755"/>
                  </a:cubicBezTo>
                  <a:cubicBezTo>
                    <a:pt x="1396" y="1755"/>
                    <a:pt x="1799" y="1365"/>
                    <a:pt x="1799" y="880"/>
                  </a:cubicBezTo>
                  <a:cubicBezTo>
                    <a:pt x="1799" y="395"/>
                    <a:pt x="1396" y="1"/>
                    <a:pt x="899" y="1"/>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8" name="Google Shape;1018;p34"/>
            <p:cNvSpPr/>
            <p:nvPr/>
          </p:nvSpPr>
          <p:spPr>
            <a:xfrm>
              <a:off x="-1538849" y="5276824"/>
              <a:ext cx="1053040" cy="1027879"/>
            </a:xfrm>
            <a:custGeom>
              <a:rect b="b" l="l" r="r" t="t"/>
              <a:pathLst>
                <a:path extrusionOk="0" h="1756" w="1799">
                  <a:moveTo>
                    <a:pt x="900" y="1"/>
                  </a:moveTo>
                  <a:cubicBezTo>
                    <a:pt x="403" y="1"/>
                    <a:pt x="1" y="391"/>
                    <a:pt x="1" y="876"/>
                  </a:cubicBezTo>
                  <a:cubicBezTo>
                    <a:pt x="1" y="1361"/>
                    <a:pt x="403" y="1755"/>
                    <a:pt x="900" y="1755"/>
                  </a:cubicBezTo>
                  <a:cubicBezTo>
                    <a:pt x="1397" y="1755"/>
                    <a:pt x="1799" y="1361"/>
                    <a:pt x="1799" y="876"/>
                  </a:cubicBezTo>
                  <a:cubicBezTo>
                    <a:pt x="1799" y="391"/>
                    <a:pt x="1397" y="1"/>
                    <a:pt x="900" y="1"/>
                  </a:cubicBezTo>
                  <a:close/>
                </a:path>
              </a:pathLst>
            </a:custGeom>
            <a:solidFill>
              <a:schemeClr val="accent4"/>
            </a:solidFill>
            <a:ln cap="flat" cmpd="sng" w="28575">
              <a:solidFill>
                <a:schemeClr val="dk1"/>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3700">
                  <a:solidFill>
                    <a:schemeClr val="dk1"/>
                  </a:solidFill>
                  <a:latin typeface="Ranchers"/>
                  <a:ea typeface="Ranchers"/>
                  <a:cs typeface="Ranchers"/>
                  <a:sym typeface="Ranchers"/>
                </a:rPr>
                <a:t>01</a:t>
              </a:r>
              <a:endParaRPr>
                <a:solidFill>
                  <a:schemeClr val="dk1"/>
                </a:solidFill>
              </a:endParaRPr>
            </a:p>
          </p:txBody>
        </p:sp>
      </p:grpSp>
      <p:sp>
        <p:nvSpPr>
          <p:cNvPr id="1019" name="Google Shape;1019;p34"/>
          <p:cNvSpPr txBox="1"/>
          <p:nvPr/>
        </p:nvSpPr>
        <p:spPr>
          <a:xfrm>
            <a:off x="179938" y="3121763"/>
            <a:ext cx="2682900" cy="10245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3000">
                <a:solidFill>
                  <a:schemeClr val="dk2"/>
                </a:solidFill>
                <a:latin typeface="Ranchers"/>
                <a:ea typeface="Ranchers"/>
                <a:cs typeface="Ranchers"/>
                <a:sym typeface="Ranchers"/>
              </a:rPr>
              <a:t>Who I Was Before</a:t>
            </a:r>
            <a:endParaRPr sz="3000">
              <a:solidFill>
                <a:schemeClr val="dk2"/>
              </a:solidFill>
              <a:latin typeface="Ranchers"/>
              <a:ea typeface="Ranchers"/>
              <a:cs typeface="Ranchers"/>
              <a:sym typeface="Ranchers"/>
            </a:endParaRPr>
          </a:p>
        </p:txBody>
      </p:sp>
      <p:cxnSp>
        <p:nvCxnSpPr>
          <p:cNvPr id="1020" name="Google Shape;1020;p34"/>
          <p:cNvCxnSpPr/>
          <p:nvPr/>
        </p:nvCxnSpPr>
        <p:spPr>
          <a:xfrm>
            <a:off x="2143125" y="2433475"/>
            <a:ext cx="5862600" cy="249000"/>
          </a:xfrm>
          <a:prstGeom prst="curvedConnector3">
            <a:avLst>
              <a:gd fmla="val 50000" name="adj1"/>
            </a:avLst>
          </a:prstGeom>
          <a:noFill/>
          <a:ln cap="flat" cmpd="sng" w="28575">
            <a:solidFill>
              <a:schemeClr val="dk1"/>
            </a:solidFill>
            <a:prstDash val="solid"/>
            <a:round/>
            <a:headEnd len="med" w="med" type="none"/>
            <a:tailEnd len="med" w="med" type="none"/>
          </a:ln>
        </p:spPr>
      </p:cxnSp>
      <p:sp>
        <p:nvSpPr>
          <p:cNvPr id="1021" name="Google Shape;1021;p34"/>
          <p:cNvSpPr/>
          <p:nvPr/>
        </p:nvSpPr>
        <p:spPr>
          <a:xfrm rot="10800000">
            <a:off x="8800411" y="7120973"/>
            <a:ext cx="233400" cy="233400"/>
          </a:xfrm>
          <a:prstGeom prst="ellipse">
            <a:avLst/>
          </a:pr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2" name="Google Shape;1022;p34"/>
          <p:cNvSpPr/>
          <p:nvPr/>
        </p:nvSpPr>
        <p:spPr>
          <a:xfrm rot="10800000">
            <a:off x="2524436" y="6754598"/>
            <a:ext cx="233400" cy="233400"/>
          </a:xfrm>
          <a:prstGeom prst="ellipse">
            <a:avLst/>
          </a:pr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23" name="Google Shape;1023;p34"/>
          <p:cNvGrpSpPr/>
          <p:nvPr/>
        </p:nvGrpSpPr>
        <p:grpSpPr>
          <a:xfrm>
            <a:off x="7159317" y="1139925"/>
            <a:ext cx="1641075" cy="705228"/>
            <a:chOff x="4322992" y="2842663"/>
            <a:chExt cx="1641075" cy="705228"/>
          </a:xfrm>
        </p:grpSpPr>
        <p:sp>
          <p:nvSpPr>
            <p:cNvPr id="1024" name="Google Shape;1024;p34"/>
            <p:cNvSpPr/>
            <p:nvPr/>
          </p:nvSpPr>
          <p:spPr>
            <a:xfrm rot="4985078">
              <a:off x="4884774" y="2400109"/>
              <a:ext cx="517512" cy="1590335"/>
            </a:xfrm>
            <a:custGeom>
              <a:rect b="b" l="l" r="r" t="t"/>
              <a:pathLst>
                <a:path extrusionOk="0" h="63615" w="20701">
                  <a:moveTo>
                    <a:pt x="20701" y="0"/>
                  </a:moveTo>
                  <a:cubicBezTo>
                    <a:pt x="12419" y="20704"/>
                    <a:pt x="5408" y="41981"/>
                    <a:pt x="0" y="63615"/>
                  </a:cubicBezTo>
                </a:path>
              </a:pathLst>
            </a:custGeom>
            <a:noFill/>
            <a:ln cap="flat" cmpd="sng" w="28575">
              <a:solidFill>
                <a:schemeClr val="dk1"/>
              </a:solidFill>
              <a:prstDash val="solid"/>
              <a:round/>
              <a:headEnd len="med" w="med" type="none"/>
              <a:tailEnd len="med" w="med" type="none"/>
            </a:ln>
          </p:spPr>
        </p:sp>
        <p:sp>
          <p:nvSpPr>
            <p:cNvPr id="1025" name="Google Shape;1025;p34"/>
            <p:cNvSpPr/>
            <p:nvPr/>
          </p:nvSpPr>
          <p:spPr>
            <a:xfrm rot="4985078">
              <a:off x="4793147" y="2870276"/>
              <a:ext cx="239794" cy="833029"/>
            </a:xfrm>
            <a:custGeom>
              <a:rect b="b" l="l" r="r" t="t"/>
              <a:pathLst>
                <a:path extrusionOk="0" h="33322" w="9592">
                  <a:moveTo>
                    <a:pt x="9592" y="0"/>
                  </a:moveTo>
                  <a:cubicBezTo>
                    <a:pt x="6193" y="11047"/>
                    <a:pt x="1897" y="21920"/>
                    <a:pt x="0" y="33322"/>
                  </a:cubicBezTo>
                </a:path>
              </a:pathLst>
            </a:custGeom>
            <a:noFill/>
            <a:ln cap="flat" cmpd="sng" w="28575">
              <a:solidFill>
                <a:schemeClr val="dk1"/>
              </a:solidFill>
              <a:prstDash val="solid"/>
              <a:round/>
              <a:headEnd len="med" w="med" type="none"/>
              <a:tailEnd len="med" w="med" type="none"/>
            </a:ln>
          </p:spPr>
        </p:sp>
      </p:grpSp>
      <p:sp>
        <p:nvSpPr>
          <p:cNvPr id="1026" name="Google Shape;1026;p34"/>
          <p:cNvSpPr txBox="1"/>
          <p:nvPr/>
        </p:nvSpPr>
        <p:spPr>
          <a:xfrm>
            <a:off x="2524425" y="9677250"/>
            <a:ext cx="5238300" cy="332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sz="1700">
                <a:solidFill>
                  <a:schemeClr val="dk1"/>
                </a:solidFill>
                <a:latin typeface="Grandstander"/>
                <a:ea typeface="Grandstander"/>
                <a:cs typeface="Grandstander"/>
                <a:sym typeface="Grandstander"/>
              </a:rPr>
              <a:t>This template has been created by </a:t>
            </a:r>
            <a:r>
              <a:rPr b="1" lang="en" sz="1700">
                <a:solidFill>
                  <a:schemeClr val="dk1"/>
                </a:solidFill>
                <a:uFill>
                  <a:noFill/>
                </a:uFill>
                <a:latin typeface="Grandstander"/>
                <a:ea typeface="Grandstander"/>
                <a:cs typeface="Grandstander"/>
                <a:sym typeface="Grandstander"/>
                <a:hlinkClick r:id="rId3">
                  <a:extLst>
                    <a:ext uri="{A12FA001-AC4F-418D-AE19-62706E023703}">
                      <ahyp:hlinkClr val="tx"/>
                    </a:ext>
                  </a:extLst>
                </a:hlinkClick>
              </a:rPr>
              <a:t>Slidesgo</a:t>
            </a:r>
            <a:endParaRPr sz="1700">
              <a:solidFill>
                <a:schemeClr val="dk1"/>
              </a:solidFill>
              <a:latin typeface="Grandstander"/>
              <a:ea typeface="Grandstander"/>
              <a:cs typeface="Grandstander"/>
              <a:sym typeface="Grandstander"/>
            </a:endParaRPr>
          </a:p>
        </p:txBody>
      </p:sp>
      <p:sp>
        <p:nvSpPr>
          <p:cNvPr id="1027" name="Google Shape;1027;p34"/>
          <p:cNvSpPr txBox="1"/>
          <p:nvPr>
            <p:ph type="title"/>
          </p:nvPr>
        </p:nvSpPr>
        <p:spPr>
          <a:xfrm>
            <a:off x="914400" y="888750"/>
            <a:ext cx="8458200" cy="956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TIMELINE</a:t>
            </a:r>
            <a:endParaRPr/>
          </a:p>
        </p:txBody>
      </p:sp>
      <p:grpSp>
        <p:nvGrpSpPr>
          <p:cNvPr id="1028" name="Google Shape;1028;p34"/>
          <p:cNvGrpSpPr/>
          <p:nvPr/>
        </p:nvGrpSpPr>
        <p:grpSpPr>
          <a:xfrm>
            <a:off x="4348716" y="5422891"/>
            <a:ext cx="1213983" cy="1130356"/>
            <a:chOff x="-1538849" y="5276824"/>
            <a:chExt cx="1138501" cy="1060073"/>
          </a:xfrm>
        </p:grpSpPr>
        <p:sp>
          <p:nvSpPr>
            <p:cNvPr id="1029" name="Google Shape;1029;p34"/>
            <p:cNvSpPr/>
            <p:nvPr/>
          </p:nvSpPr>
          <p:spPr>
            <a:xfrm>
              <a:off x="-1453388" y="5309018"/>
              <a:ext cx="1053040" cy="1027879"/>
            </a:xfrm>
            <a:custGeom>
              <a:rect b="b" l="l" r="r" t="t"/>
              <a:pathLst>
                <a:path extrusionOk="0" h="1756" w="1799">
                  <a:moveTo>
                    <a:pt x="899" y="1"/>
                  </a:moveTo>
                  <a:cubicBezTo>
                    <a:pt x="403" y="1"/>
                    <a:pt x="0" y="395"/>
                    <a:pt x="0" y="880"/>
                  </a:cubicBezTo>
                  <a:cubicBezTo>
                    <a:pt x="0" y="1365"/>
                    <a:pt x="403" y="1755"/>
                    <a:pt x="899" y="1755"/>
                  </a:cubicBezTo>
                  <a:cubicBezTo>
                    <a:pt x="1396" y="1755"/>
                    <a:pt x="1799" y="1365"/>
                    <a:pt x="1799" y="880"/>
                  </a:cubicBezTo>
                  <a:cubicBezTo>
                    <a:pt x="1799" y="395"/>
                    <a:pt x="1396" y="1"/>
                    <a:pt x="899" y="1"/>
                  </a:cubicBezTo>
                  <a:close/>
                </a:path>
              </a:pathLst>
            </a:custGeom>
            <a:solidFill>
              <a:schemeClr val="accen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0" name="Google Shape;1030;p34"/>
            <p:cNvSpPr/>
            <p:nvPr/>
          </p:nvSpPr>
          <p:spPr>
            <a:xfrm>
              <a:off x="-1538849" y="5276824"/>
              <a:ext cx="1053040" cy="1027879"/>
            </a:xfrm>
            <a:custGeom>
              <a:rect b="b" l="l" r="r" t="t"/>
              <a:pathLst>
                <a:path extrusionOk="0" h="1756" w="1799">
                  <a:moveTo>
                    <a:pt x="900" y="1"/>
                  </a:moveTo>
                  <a:cubicBezTo>
                    <a:pt x="403" y="1"/>
                    <a:pt x="1" y="391"/>
                    <a:pt x="1" y="876"/>
                  </a:cubicBezTo>
                  <a:cubicBezTo>
                    <a:pt x="1" y="1361"/>
                    <a:pt x="403" y="1755"/>
                    <a:pt x="900" y="1755"/>
                  </a:cubicBezTo>
                  <a:cubicBezTo>
                    <a:pt x="1397" y="1755"/>
                    <a:pt x="1799" y="1361"/>
                    <a:pt x="1799" y="876"/>
                  </a:cubicBezTo>
                  <a:cubicBezTo>
                    <a:pt x="1799" y="391"/>
                    <a:pt x="1397" y="1"/>
                    <a:pt x="900" y="1"/>
                  </a:cubicBezTo>
                  <a:close/>
                </a:path>
              </a:pathLst>
            </a:custGeom>
            <a:solidFill>
              <a:schemeClr val="accent2"/>
            </a:solidFill>
            <a:ln cap="flat" cmpd="sng" w="28575">
              <a:solidFill>
                <a:schemeClr val="dk1"/>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3700">
                  <a:solidFill>
                    <a:schemeClr val="dk1"/>
                  </a:solidFill>
                  <a:latin typeface="Ranchers"/>
                  <a:ea typeface="Ranchers"/>
                  <a:cs typeface="Ranchers"/>
                  <a:sym typeface="Ranchers"/>
                </a:rPr>
                <a:t>06</a:t>
              </a:r>
              <a:endParaRPr>
                <a:solidFill>
                  <a:schemeClr val="dk1"/>
                </a:solidFill>
              </a:endParaRPr>
            </a:p>
          </p:txBody>
        </p:sp>
      </p:grpSp>
      <p:grpSp>
        <p:nvGrpSpPr>
          <p:cNvPr id="1031" name="Google Shape;1031;p34"/>
          <p:cNvGrpSpPr/>
          <p:nvPr/>
        </p:nvGrpSpPr>
        <p:grpSpPr>
          <a:xfrm>
            <a:off x="7180416" y="7542629"/>
            <a:ext cx="1213983" cy="1130356"/>
            <a:chOff x="-1538849" y="5276824"/>
            <a:chExt cx="1138501" cy="1060073"/>
          </a:xfrm>
        </p:grpSpPr>
        <p:sp>
          <p:nvSpPr>
            <p:cNvPr id="1032" name="Google Shape;1032;p34"/>
            <p:cNvSpPr/>
            <p:nvPr/>
          </p:nvSpPr>
          <p:spPr>
            <a:xfrm>
              <a:off x="-1453388" y="5309018"/>
              <a:ext cx="1053040" cy="1027879"/>
            </a:xfrm>
            <a:custGeom>
              <a:rect b="b" l="l" r="r" t="t"/>
              <a:pathLst>
                <a:path extrusionOk="0" h="1756" w="1799">
                  <a:moveTo>
                    <a:pt x="899" y="1"/>
                  </a:moveTo>
                  <a:cubicBezTo>
                    <a:pt x="403" y="1"/>
                    <a:pt x="0" y="395"/>
                    <a:pt x="0" y="880"/>
                  </a:cubicBezTo>
                  <a:cubicBezTo>
                    <a:pt x="0" y="1365"/>
                    <a:pt x="403" y="1755"/>
                    <a:pt x="899" y="1755"/>
                  </a:cubicBezTo>
                  <a:cubicBezTo>
                    <a:pt x="1396" y="1755"/>
                    <a:pt x="1799" y="1365"/>
                    <a:pt x="1799" y="880"/>
                  </a:cubicBezTo>
                  <a:cubicBezTo>
                    <a:pt x="1799" y="395"/>
                    <a:pt x="1396" y="1"/>
                    <a:pt x="899" y="1"/>
                  </a:cubicBezTo>
                  <a:close/>
                </a:path>
              </a:pathLst>
            </a:custGeom>
            <a:solidFill>
              <a:schemeClr val="accen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3" name="Google Shape;1033;p34"/>
            <p:cNvSpPr/>
            <p:nvPr/>
          </p:nvSpPr>
          <p:spPr>
            <a:xfrm>
              <a:off x="-1538849" y="5276824"/>
              <a:ext cx="1053040" cy="1027879"/>
            </a:xfrm>
            <a:custGeom>
              <a:rect b="b" l="l" r="r" t="t"/>
              <a:pathLst>
                <a:path extrusionOk="0" h="1756" w="1799">
                  <a:moveTo>
                    <a:pt x="900" y="1"/>
                  </a:moveTo>
                  <a:cubicBezTo>
                    <a:pt x="403" y="1"/>
                    <a:pt x="1" y="391"/>
                    <a:pt x="1" y="876"/>
                  </a:cubicBezTo>
                  <a:cubicBezTo>
                    <a:pt x="1" y="1361"/>
                    <a:pt x="403" y="1755"/>
                    <a:pt x="900" y="1755"/>
                  </a:cubicBezTo>
                  <a:cubicBezTo>
                    <a:pt x="1397" y="1755"/>
                    <a:pt x="1799" y="1361"/>
                    <a:pt x="1799" y="876"/>
                  </a:cubicBezTo>
                  <a:cubicBezTo>
                    <a:pt x="1799" y="391"/>
                    <a:pt x="1397" y="1"/>
                    <a:pt x="900" y="1"/>
                  </a:cubicBezTo>
                  <a:close/>
                </a:path>
              </a:pathLst>
            </a:custGeom>
            <a:solidFill>
              <a:schemeClr val="accent2"/>
            </a:solidFill>
            <a:ln cap="flat" cmpd="sng" w="28575">
              <a:solidFill>
                <a:schemeClr val="dk1"/>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3700">
                  <a:solidFill>
                    <a:schemeClr val="dk1"/>
                  </a:solidFill>
                  <a:latin typeface="Ranchers"/>
                  <a:ea typeface="Ranchers"/>
                  <a:cs typeface="Ranchers"/>
                  <a:sym typeface="Ranchers"/>
                </a:rPr>
                <a:t>08</a:t>
              </a:r>
              <a:endParaRPr>
                <a:solidFill>
                  <a:schemeClr val="dk1"/>
                </a:solidFill>
              </a:endParaRPr>
            </a:p>
          </p:txBody>
        </p:sp>
      </p:grpSp>
      <p:grpSp>
        <p:nvGrpSpPr>
          <p:cNvPr id="1034" name="Google Shape;1034;p34"/>
          <p:cNvGrpSpPr/>
          <p:nvPr/>
        </p:nvGrpSpPr>
        <p:grpSpPr>
          <a:xfrm>
            <a:off x="1517017" y="7224054"/>
            <a:ext cx="1213983" cy="1130356"/>
            <a:chOff x="-1538849" y="5276824"/>
            <a:chExt cx="1138501" cy="1060073"/>
          </a:xfrm>
        </p:grpSpPr>
        <p:sp>
          <p:nvSpPr>
            <p:cNvPr id="1035" name="Google Shape;1035;p34"/>
            <p:cNvSpPr/>
            <p:nvPr/>
          </p:nvSpPr>
          <p:spPr>
            <a:xfrm>
              <a:off x="-1453388" y="5309018"/>
              <a:ext cx="1053040" cy="1027879"/>
            </a:xfrm>
            <a:custGeom>
              <a:rect b="b" l="l" r="r" t="t"/>
              <a:pathLst>
                <a:path extrusionOk="0" h="1756" w="1799">
                  <a:moveTo>
                    <a:pt x="899" y="1"/>
                  </a:moveTo>
                  <a:cubicBezTo>
                    <a:pt x="403" y="1"/>
                    <a:pt x="0" y="395"/>
                    <a:pt x="0" y="880"/>
                  </a:cubicBezTo>
                  <a:cubicBezTo>
                    <a:pt x="0" y="1365"/>
                    <a:pt x="403" y="1755"/>
                    <a:pt x="899" y="1755"/>
                  </a:cubicBezTo>
                  <a:cubicBezTo>
                    <a:pt x="1396" y="1755"/>
                    <a:pt x="1799" y="1365"/>
                    <a:pt x="1799" y="880"/>
                  </a:cubicBezTo>
                  <a:cubicBezTo>
                    <a:pt x="1799" y="395"/>
                    <a:pt x="1396" y="1"/>
                    <a:pt x="899" y="1"/>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6" name="Google Shape;1036;p34"/>
            <p:cNvSpPr/>
            <p:nvPr/>
          </p:nvSpPr>
          <p:spPr>
            <a:xfrm>
              <a:off x="-1538849" y="5276824"/>
              <a:ext cx="1053040" cy="1027879"/>
            </a:xfrm>
            <a:custGeom>
              <a:rect b="b" l="l" r="r" t="t"/>
              <a:pathLst>
                <a:path extrusionOk="0" h="1756" w="1799">
                  <a:moveTo>
                    <a:pt x="900" y="1"/>
                  </a:moveTo>
                  <a:cubicBezTo>
                    <a:pt x="403" y="1"/>
                    <a:pt x="1" y="391"/>
                    <a:pt x="1" y="876"/>
                  </a:cubicBezTo>
                  <a:cubicBezTo>
                    <a:pt x="1" y="1361"/>
                    <a:pt x="403" y="1755"/>
                    <a:pt x="900" y="1755"/>
                  </a:cubicBezTo>
                  <a:cubicBezTo>
                    <a:pt x="1397" y="1755"/>
                    <a:pt x="1799" y="1361"/>
                    <a:pt x="1799" y="876"/>
                  </a:cubicBezTo>
                  <a:cubicBezTo>
                    <a:pt x="1799" y="391"/>
                    <a:pt x="1397" y="1"/>
                    <a:pt x="900" y="1"/>
                  </a:cubicBezTo>
                  <a:close/>
                </a:path>
              </a:pathLst>
            </a:custGeom>
            <a:solidFill>
              <a:schemeClr val="accent4"/>
            </a:solidFill>
            <a:ln cap="flat" cmpd="sng" w="28575">
              <a:solidFill>
                <a:schemeClr val="dk1"/>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3700">
                  <a:solidFill>
                    <a:schemeClr val="dk1"/>
                  </a:solidFill>
                  <a:latin typeface="Ranchers"/>
                  <a:ea typeface="Ranchers"/>
                  <a:cs typeface="Ranchers"/>
                  <a:sym typeface="Ranchers"/>
                </a:rPr>
                <a:t>07</a:t>
              </a:r>
              <a:endParaRPr>
                <a:solidFill>
                  <a:schemeClr val="dk1"/>
                </a:solidFill>
              </a:endParaRPr>
            </a:p>
          </p:txBody>
        </p:sp>
      </p:grpSp>
      <p:grpSp>
        <p:nvGrpSpPr>
          <p:cNvPr id="1037" name="Google Shape;1037;p34"/>
          <p:cNvGrpSpPr/>
          <p:nvPr/>
        </p:nvGrpSpPr>
        <p:grpSpPr>
          <a:xfrm>
            <a:off x="7891942" y="4480054"/>
            <a:ext cx="1213983" cy="1130356"/>
            <a:chOff x="-1538849" y="5276824"/>
            <a:chExt cx="1138501" cy="1060073"/>
          </a:xfrm>
        </p:grpSpPr>
        <p:sp>
          <p:nvSpPr>
            <p:cNvPr id="1038" name="Google Shape;1038;p34"/>
            <p:cNvSpPr/>
            <p:nvPr/>
          </p:nvSpPr>
          <p:spPr>
            <a:xfrm>
              <a:off x="-1453388" y="5309018"/>
              <a:ext cx="1053040" cy="1027879"/>
            </a:xfrm>
            <a:custGeom>
              <a:rect b="b" l="l" r="r" t="t"/>
              <a:pathLst>
                <a:path extrusionOk="0" h="1756" w="1799">
                  <a:moveTo>
                    <a:pt x="899" y="1"/>
                  </a:moveTo>
                  <a:cubicBezTo>
                    <a:pt x="403" y="1"/>
                    <a:pt x="0" y="395"/>
                    <a:pt x="0" y="880"/>
                  </a:cubicBezTo>
                  <a:cubicBezTo>
                    <a:pt x="0" y="1365"/>
                    <a:pt x="403" y="1755"/>
                    <a:pt x="899" y="1755"/>
                  </a:cubicBezTo>
                  <a:cubicBezTo>
                    <a:pt x="1396" y="1755"/>
                    <a:pt x="1799" y="1365"/>
                    <a:pt x="1799" y="880"/>
                  </a:cubicBezTo>
                  <a:cubicBezTo>
                    <a:pt x="1799" y="395"/>
                    <a:pt x="1396" y="1"/>
                    <a:pt x="899" y="1"/>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9" name="Google Shape;1039;p34"/>
            <p:cNvSpPr/>
            <p:nvPr/>
          </p:nvSpPr>
          <p:spPr>
            <a:xfrm>
              <a:off x="-1538849" y="5276824"/>
              <a:ext cx="1053040" cy="1027879"/>
            </a:xfrm>
            <a:custGeom>
              <a:rect b="b" l="l" r="r" t="t"/>
              <a:pathLst>
                <a:path extrusionOk="0" h="1756" w="1799">
                  <a:moveTo>
                    <a:pt x="900" y="1"/>
                  </a:moveTo>
                  <a:cubicBezTo>
                    <a:pt x="403" y="1"/>
                    <a:pt x="1" y="391"/>
                    <a:pt x="1" y="876"/>
                  </a:cubicBezTo>
                  <a:cubicBezTo>
                    <a:pt x="1" y="1361"/>
                    <a:pt x="403" y="1755"/>
                    <a:pt x="900" y="1755"/>
                  </a:cubicBezTo>
                  <a:cubicBezTo>
                    <a:pt x="1397" y="1755"/>
                    <a:pt x="1799" y="1361"/>
                    <a:pt x="1799" y="876"/>
                  </a:cubicBezTo>
                  <a:cubicBezTo>
                    <a:pt x="1799" y="391"/>
                    <a:pt x="1397" y="1"/>
                    <a:pt x="900" y="1"/>
                  </a:cubicBezTo>
                  <a:close/>
                </a:path>
              </a:pathLst>
            </a:custGeom>
            <a:solidFill>
              <a:schemeClr val="accent4"/>
            </a:solidFill>
            <a:ln cap="flat" cmpd="sng" w="28575">
              <a:solidFill>
                <a:schemeClr val="dk1"/>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lang="en" sz="3700">
                  <a:solidFill>
                    <a:schemeClr val="dk1"/>
                  </a:solidFill>
                  <a:latin typeface="Ranchers"/>
                  <a:ea typeface="Ranchers"/>
                  <a:cs typeface="Ranchers"/>
                  <a:sym typeface="Ranchers"/>
                </a:rPr>
                <a:t>05</a:t>
              </a:r>
              <a:endParaRPr>
                <a:solidFill>
                  <a:schemeClr val="dk1"/>
                </a:solidFill>
              </a:endParaRPr>
            </a:p>
          </p:txBody>
        </p:sp>
      </p:grpSp>
      <p:sp>
        <p:nvSpPr>
          <p:cNvPr id="1040" name="Google Shape;1040;p34"/>
          <p:cNvSpPr txBox="1"/>
          <p:nvPr/>
        </p:nvSpPr>
        <p:spPr>
          <a:xfrm>
            <a:off x="7275375" y="3420796"/>
            <a:ext cx="2682900" cy="7053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3000">
                <a:solidFill>
                  <a:schemeClr val="dk2"/>
                </a:solidFill>
                <a:latin typeface="Ranchers"/>
                <a:ea typeface="Ranchers"/>
                <a:cs typeface="Ranchers"/>
                <a:sym typeface="Ranchers"/>
              </a:rPr>
              <a:t>What Happened</a:t>
            </a:r>
            <a:endParaRPr sz="3000">
              <a:solidFill>
                <a:schemeClr val="dk2"/>
              </a:solidFill>
              <a:latin typeface="Ranchers"/>
              <a:ea typeface="Ranchers"/>
              <a:cs typeface="Ranchers"/>
              <a:sym typeface="Ranchers"/>
            </a:endParaRPr>
          </a:p>
        </p:txBody>
      </p:sp>
      <p:sp>
        <p:nvSpPr>
          <p:cNvPr id="1041" name="Google Shape;1041;p34"/>
          <p:cNvSpPr txBox="1"/>
          <p:nvPr/>
        </p:nvSpPr>
        <p:spPr>
          <a:xfrm>
            <a:off x="3614263" y="4132813"/>
            <a:ext cx="2682900" cy="10245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3000">
                <a:solidFill>
                  <a:schemeClr val="dk2"/>
                </a:solidFill>
                <a:latin typeface="Ranchers"/>
                <a:ea typeface="Ranchers"/>
                <a:cs typeface="Ranchers"/>
                <a:sym typeface="Ranchers"/>
              </a:rPr>
              <a:t>Why I Think It Happened</a:t>
            </a:r>
            <a:endParaRPr sz="3000">
              <a:solidFill>
                <a:schemeClr val="dk2"/>
              </a:solidFill>
              <a:latin typeface="Ranchers"/>
              <a:ea typeface="Ranchers"/>
              <a:cs typeface="Ranchers"/>
              <a:sym typeface="Ranchers"/>
            </a:endParaRPr>
          </a:p>
        </p:txBody>
      </p:sp>
      <p:sp>
        <p:nvSpPr>
          <p:cNvPr id="1042" name="Google Shape;1042;p34"/>
          <p:cNvSpPr txBox="1"/>
          <p:nvPr/>
        </p:nvSpPr>
        <p:spPr>
          <a:xfrm>
            <a:off x="179950" y="5679875"/>
            <a:ext cx="2682900" cy="10245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3000">
                <a:solidFill>
                  <a:schemeClr val="dk2"/>
                </a:solidFill>
                <a:latin typeface="Ranchers"/>
                <a:ea typeface="Ranchers"/>
                <a:cs typeface="Ranchers"/>
                <a:sym typeface="Ranchers"/>
              </a:rPr>
              <a:t>My Thoughts at the Time</a:t>
            </a:r>
            <a:endParaRPr sz="3000">
              <a:solidFill>
                <a:schemeClr val="dk2"/>
              </a:solidFill>
              <a:latin typeface="Ranchers"/>
              <a:ea typeface="Ranchers"/>
              <a:cs typeface="Ranchers"/>
              <a:sym typeface="Ranchers"/>
            </a:endParaRPr>
          </a:p>
        </p:txBody>
      </p:sp>
      <p:sp>
        <p:nvSpPr>
          <p:cNvPr id="1043" name="Google Shape;1043;p34"/>
          <p:cNvSpPr txBox="1"/>
          <p:nvPr/>
        </p:nvSpPr>
        <p:spPr>
          <a:xfrm>
            <a:off x="7048575" y="5644675"/>
            <a:ext cx="2682900" cy="10245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3000">
                <a:solidFill>
                  <a:schemeClr val="dk2"/>
                </a:solidFill>
                <a:latin typeface="Ranchers"/>
                <a:ea typeface="Ranchers"/>
                <a:cs typeface="Ranchers"/>
                <a:sym typeface="Ranchers"/>
              </a:rPr>
              <a:t>My Thoughts Now</a:t>
            </a:r>
            <a:endParaRPr sz="3000">
              <a:solidFill>
                <a:schemeClr val="dk2"/>
              </a:solidFill>
              <a:latin typeface="Ranchers"/>
              <a:ea typeface="Ranchers"/>
              <a:cs typeface="Ranchers"/>
              <a:sym typeface="Ranchers"/>
            </a:endParaRPr>
          </a:p>
        </p:txBody>
      </p:sp>
      <p:sp>
        <p:nvSpPr>
          <p:cNvPr id="1044" name="Google Shape;1044;p34"/>
          <p:cNvSpPr txBox="1"/>
          <p:nvPr/>
        </p:nvSpPr>
        <p:spPr>
          <a:xfrm>
            <a:off x="3614263" y="7542625"/>
            <a:ext cx="2682900" cy="10245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3000">
                <a:solidFill>
                  <a:schemeClr val="dk2"/>
                </a:solidFill>
                <a:latin typeface="Ranchers"/>
                <a:ea typeface="Ranchers"/>
                <a:cs typeface="Ranchers"/>
                <a:sym typeface="Ranchers"/>
              </a:rPr>
              <a:t>How My Story Relates to the Way I See Myself &amp; Others</a:t>
            </a:r>
            <a:endParaRPr sz="3000">
              <a:solidFill>
                <a:schemeClr val="dk2"/>
              </a:solidFill>
              <a:latin typeface="Ranchers"/>
              <a:ea typeface="Ranchers"/>
              <a:cs typeface="Ranchers"/>
              <a:sym typeface="Ranchers"/>
            </a:endParaRPr>
          </a:p>
        </p:txBody>
      </p:sp>
      <p:sp>
        <p:nvSpPr>
          <p:cNvPr id="1045" name="Google Shape;1045;p34"/>
          <p:cNvSpPr txBox="1"/>
          <p:nvPr/>
        </p:nvSpPr>
        <p:spPr>
          <a:xfrm>
            <a:off x="6445963" y="8643425"/>
            <a:ext cx="2682900" cy="7467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3000">
                <a:solidFill>
                  <a:schemeClr val="dk2"/>
                </a:solidFill>
                <a:latin typeface="Ranchers"/>
                <a:ea typeface="Ranchers"/>
                <a:cs typeface="Ranchers"/>
                <a:sym typeface="Ranchers"/>
              </a:rPr>
              <a:t>Who I Am Now</a:t>
            </a:r>
            <a:endParaRPr sz="3000">
              <a:solidFill>
                <a:schemeClr val="dk2"/>
              </a:solidFill>
              <a:latin typeface="Ranchers"/>
              <a:ea typeface="Ranchers"/>
              <a:cs typeface="Ranchers"/>
              <a:sym typeface="Ranchers"/>
            </a:endParaRPr>
          </a:p>
        </p:txBody>
      </p:sp>
      <p:sp>
        <p:nvSpPr>
          <p:cNvPr id="1046" name="Google Shape;1046;p34"/>
          <p:cNvSpPr txBox="1"/>
          <p:nvPr/>
        </p:nvSpPr>
        <p:spPr>
          <a:xfrm>
            <a:off x="782563" y="8419350"/>
            <a:ext cx="2682900" cy="10245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3000">
                <a:solidFill>
                  <a:schemeClr val="dk2"/>
                </a:solidFill>
                <a:latin typeface="Ranchers"/>
                <a:ea typeface="Ranchers"/>
                <a:cs typeface="Ranchers"/>
                <a:sym typeface="Ranchers"/>
              </a:rPr>
              <a:t>The Lesson(s) My Story Teaches</a:t>
            </a:r>
            <a:endParaRPr sz="3000">
              <a:solidFill>
                <a:schemeClr val="dk2"/>
              </a:solidFill>
              <a:latin typeface="Ranchers"/>
              <a:ea typeface="Ranchers"/>
              <a:cs typeface="Ranchers"/>
              <a:sym typeface="Ranchers"/>
            </a:endParaRPr>
          </a:p>
        </p:txBody>
      </p:sp>
      <p:sp>
        <p:nvSpPr>
          <p:cNvPr id="1047" name="Google Shape;1047;p34"/>
          <p:cNvSpPr txBox="1"/>
          <p:nvPr/>
        </p:nvSpPr>
        <p:spPr>
          <a:xfrm>
            <a:off x="10397625" y="82950"/>
            <a:ext cx="3484200" cy="3166200"/>
          </a:xfrm>
          <a:prstGeom prst="rect">
            <a:avLst/>
          </a:prstGeom>
          <a:solidFill>
            <a:srgbClr val="00C5FF">
              <a:alpha val="51270"/>
            </a:srgbClr>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Grandstander"/>
                <a:ea typeface="Grandstander"/>
                <a:cs typeface="Grandstander"/>
                <a:sym typeface="Grandstander"/>
              </a:rPr>
              <a:t>Instructions</a:t>
            </a:r>
            <a:endParaRPr>
              <a:latin typeface="Grandstander"/>
              <a:ea typeface="Grandstander"/>
              <a:cs typeface="Grandstander"/>
              <a:sym typeface="Grandstander"/>
            </a:endParaRPr>
          </a:p>
          <a:p>
            <a:pPr indent="0" lvl="0" marL="0" rtl="0" algn="l">
              <a:spcBef>
                <a:spcPts val="0"/>
              </a:spcBef>
              <a:spcAft>
                <a:spcPts val="0"/>
              </a:spcAft>
              <a:buNone/>
            </a:pPr>
            <a:r>
              <a:t/>
            </a:r>
            <a:endParaRPr>
              <a:latin typeface="Grandstander"/>
              <a:ea typeface="Grandstander"/>
              <a:cs typeface="Grandstander"/>
              <a:sym typeface="Grandstander"/>
            </a:endParaRPr>
          </a:p>
          <a:p>
            <a:pPr indent="-317500" lvl="0" marL="457200" rtl="0" algn="l">
              <a:spcBef>
                <a:spcPts val="0"/>
              </a:spcBef>
              <a:spcAft>
                <a:spcPts val="0"/>
              </a:spcAft>
              <a:buSzPts val="1400"/>
              <a:buFont typeface="Grandstander"/>
              <a:buChar char="●"/>
            </a:pPr>
            <a:r>
              <a:rPr lang="en">
                <a:latin typeface="Grandstander"/>
                <a:ea typeface="Grandstander"/>
                <a:cs typeface="Grandstander"/>
                <a:sym typeface="Grandstander"/>
              </a:rPr>
              <a:t>There is no need to </a:t>
            </a:r>
            <a:r>
              <a:rPr lang="en">
                <a:latin typeface="Grandstander"/>
                <a:ea typeface="Grandstander"/>
                <a:cs typeface="Grandstander"/>
                <a:sym typeface="Grandstander"/>
              </a:rPr>
              <a:t>modify</a:t>
            </a:r>
            <a:r>
              <a:rPr lang="en">
                <a:latin typeface="Grandstander"/>
                <a:ea typeface="Grandstander"/>
                <a:cs typeface="Grandstander"/>
                <a:sym typeface="Grandstander"/>
              </a:rPr>
              <a:t> this slide</a:t>
            </a:r>
            <a:endParaRPr>
              <a:latin typeface="Grandstander"/>
              <a:ea typeface="Grandstander"/>
              <a:cs typeface="Grandstander"/>
              <a:sym typeface="Grandstande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1" name="Shape 1051"/>
        <p:cNvGrpSpPr/>
        <p:nvPr/>
      </p:nvGrpSpPr>
      <p:grpSpPr>
        <a:xfrm>
          <a:off x="0" y="0"/>
          <a:ext cx="0" cy="0"/>
          <a:chOff x="0" y="0"/>
          <a:chExt cx="0" cy="0"/>
        </a:xfrm>
      </p:grpSpPr>
      <p:grpSp>
        <p:nvGrpSpPr>
          <p:cNvPr id="1052" name="Google Shape;1052;p35"/>
          <p:cNvGrpSpPr/>
          <p:nvPr/>
        </p:nvGrpSpPr>
        <p:grpSpPr>
          <a:xfrm>
            <a:off x="4078889" y="4151367"/>
            <a:ext cx="1259449" cy="1434299"/>
            <a:chOff x="3841609" y="3065075"/>
            <a:chExt cx="2081391" cy="2370350"/>
          </a:xfrm>
        </p:grpSpPr>
        <p:sp>
          <p:nvSpPr>
            <p:cNvPr id="1053" name="Google Shape;1053;p35"/>
            <p:cNvSpPr/>
            <p:nvPr/>
          </p:nvSpPr>
          <p:spPr>
            <a:xfrm>
              <a:off x="4195052" y="3420738"/>
              <a:ext cx="1341910" cy="1848726"/>
            </a:xfrm>
            <a:custGeom>
              <a:rect b="b" l="l" r="r" t="t"/>
              <a:pathLst>
                <a:path extrusionOk="0" h="2495" w="1811">
                  <a:moveTo>
                    <a:pt x="916" y="0"/>
                  </a:moveTo>
                  <a:cubicBezTo>
                    <a:pt x="895" y="0"/>
                    <a:pt x="873" y="1"/>
                    <a:pt x="852" y="3"/>
                  </a:cubicBezTo>
                  <a:cubicBezTo>
                    <a:pt x="419" y="34"/>
                    <a:pt x="64" y="381"/>
                    <a:pt x="29" y="815"/>
                  </a:cubicBezTo>
                  <a:cubicBezTo>
                    <a:pt x="0" y="1126"/>
                    <a:pt x="138" y="1406"/>
                    <a:pt x="355" y="1583"/>
                  </a:cubicBezTo>
                  <a:cubicBezTo>
                    <a:pt x="493" y="1694"/>
                    <a:pt x="584" y="1843"/>
                    <a:pt x="604" y="2017"/>
                  </a:cubicBezTo>
                  <a:lnTo>
                    <a:pt x="663" y="2494"/>
                  </a:lnTo>
                  <a:lnTo>
                    <a:pt x="1215" y="2487"/>
                  </a:lnTo>
                  <a:lnTo>
                    <a:pt x="1259" y="2005"/>
                  </a:lnTo>
                  <a:cubicBezTo>
                    <a:pt x="1274" y="1836"/>
                    <a:pt x="1361" y="1678"/>
                    <a:pt x="1491" y="1568"/>
                  </a:cubicBezTo>
                  <a:cubicBezTo>
                    <a:pt x="1689" y="1402"/>
                    <a:pt x="1811" y="1153"/>
                    <a:pt x="1803" y="878"/>
                  </a:cubicBezTo>
                  <a:cubicBezTo>
                    <a:pt x="1795" y="390"/>
                    <a:pt x="1400" y="0"/>
                    <a:pt x="916" y="0"/>
                  </a:cubicBez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4" name="Google Shape;1054;p35"/>
            <p:cNvSpPr/>
            <p:nvPr/>
          </p:nvSpPr>
          <p:spPr>
            <a:xfrm>
              <a:off x="4198757" y="3404437"/>
              <a:ext cx="1350061" cy="1882811"/>
            </a:xfrm>
            <a:custGeom>
              <a:rect b="b" l="l" r="r" t="t"/>
              <a:pathLst>
                <a:path extrusionOk="0" h="2541" w="1822">
                  <a:moveTo>
                    <a:pt x="910" y="44"/>
                  </a:moveTo>
                  <a:cubicBezTo>
                    <a:pt x="1384" y="44"/>
                    <a:pt x="1770" y="422"/>
                    <a:pt x="1778" y="900"/>
                  </a:cubicBezTo>
                  <a:lnTo>
                    <a:pt x="1778" y="911"/>
                  </a:lnTo>
                  <a:cubicBezTo>
                    <a:pt x="1778" y="1175"/>
                    <a:pt x="1660" y="1412"/>
                    <a:pt x="1471" y="1574"/>
                  </a:cubicBezTo>
                  <a:cubicBezTo>
                    <a:pt x="1336" y="1688"/>
                    <a:pt x="1249" y="1850"/>
                    <a:pt x="1234" y="2027"/>
                  </a:cubicBezTo>
                  <a:lnTo>
                    <a:pt x="1191" y="2489"/>
                  </a:lnTo>
                  <a:lnTo>
                    <a:pt x="678" y="2496"/>
                  </a:lnTo>
                  <a:lnTo>
                    <a:pt x="623" y="2036"/>
                  </a:lnTo>
                  <a:cubicBezTo>
                    <a:pt x="599" y="1858"/>
                    <a:pt x="504" y="1700"/>
                    <a:pt x="366" y="1590"/>
                  </a:cubicBezTo>
                  <a:cubicBezTo>
                    <a:pt x="169" y="1428"/>
                    <a:pt x="43" y="1188"/>
                    <a:pt x="43" y="911"/>
                  </a:cubicBezTo>
                  <a:lnTo>
                    <a:pt x="43" y="837"/>
                  </a:lnTo>
                  <a:cubicBezTo>
                    <a:pt x="79" y="418"/>
                    <a:pt x="426" y="76"/>
                    <a:pt x="847" y="44"/>
                  </a:cubicBezTo>
                  <a:close/>
                  <a:moveTo>
                    <a:pt x="843" y="1"/>
                  </a:moveTo>
                  <a:cubicBezTo>
                    <a:pt x="402" y="32"/>
                    <a:pt x="39" y="391"/>
                    <a:pt x="0" y="837"/>
                  </a:cubicBezTo>
                  <a:lnTo>
                    <a:pt x="0" y="911"/>
                  </a:lnTo>
                  <a:cubicBezTo>
                    <a:pt x="0" y="1199"/>
                    <a:pt x="130" y="1455"/>
                    <a:pt x="339" y="1621"/>
                  </a:cubicBezTo>
                  <a:cubicBezTo>
                    <a:pt x="468" y="1728"/>
                    <a:pt x="559" y="1878"/>
                    <a:pt x="579" y="2043"/>
                  </a:cubicBezTo>
                  <a:lnTo>
                    <a:pt x="634" y="2520"/>
                  </a:lnTo>
                  <a:cubicBezTo>
                    <a:pt x="639" y="2532"/>
                    <a:pt x="646" y="2540"/>
                    <a:pt x="658" y="2540"/>
                  </a:cubicBezTo>
                  <a:lnTo>
                    <a:pt x="1210" y="2532"/>
                  </a:lnTo>
                  <a:cubicBezTo>
                    <a:pt x="1222" y="2532"/>
                    <a:pt x="1234" y="2524"/>
                    <a:pt x="1234" y="2513"/>
                  </a:cubicBezTo>
                  <a:lnTo>
                    <a:pt x="1278" y="2031"/>
                  </a:lnTo>
                  <a:cubicBezTo>
                    <a:pt x="1289" y="1865"/>
                    <a:pt x="1372" y="1716"/>
                    <a:pt x="1502" y="1605"/>
                  </a:cubicBezTo>
                  <a:cubicBezTo>
                    <a:pt x="1695" y="1439"/>
                    <a:pt x="1822" y="1191"/>
                    <a:pt x="1822" y="911"/>
                  </a:cubicBezTo>
                  <a:lnTo>
                    <a:pt x="1822" y="900"/>
                  </a:lnTo>
                  <a:cubicBezTo>
                    <a:pt x="1813" y="398"/>
                    <a:pt x="1407" y="1"/>
                    <a:pt x="910"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5" name="Google Shape;1055;p35"/>
            <p:cNvSpPr/>
            <p:nvPr/>
          </p:nvSpPr>
          <p:spPr>
            <a:xfrm>
              <a:off x="4615924" y="3992022"/>
              <a:ext cx="576480" cy="1070705"/>
            </a:xfrm>
            <a:custGeom>
              <a:rect b="b" l="l" r="r" t="t"/>
              <a:pathLst>
                <a:path extrusionOk="0" h="1445" w="778">
                  <a:moveTo>
                    <a:pt x="423" y="109"/>
                  </a:moveTo>
                  <a:cubicBezTo>
                    <a:pt x="425" y="114"/>
                    <a:pt x="426" y="118"/>
                    <a:pt x="426" y="122"/>
                  </a:cubicBezTo>
                  <a:cubicBezTo>
                    <a:pt x="426" y="131"/>
                    <a:pt x="422" y="138"/>
                    <a:pt x="422" y="142"/>
                  </a:cubicBezTo>
                  <a:cubicBezTo>
                    <a:pt x="418" y="142"/>
                    <a:pt x="418" y="146"/>
                    <a:pt x="415" y="146"/>
                  </a:cubicBezTo>
                  <a:cubicBezTo>
                    <a:pt x="415" y="150"/>
                    <a:pt x="411" y="150"/>
                    <a:pt x="411" y="150"/>
                  </a:cubicBezTo>
                  <a:lnTo>
                    <a:pt x="411" y="142"/>
                  </a:lnTo>
                  <a:cubicBezTo>
                    <a:pt x="413" y="131"/>
                    <a:pt x="417" y="120"/>
                    <a:pt x="423" y="109"/>
                  </a:cubicBezTo>
                  <a:close/>
                  <a:moveTo>
                    <a:pt x="573" y="65"/>
                  </a:moveTo>
                  <a:cubicBezTo>
                    <a:pt x="582" y="71"/>
                    <a:pt x="590" y="78"/>
                    <a:pt x="596" y="87"/>
                  </a:cubicBezTo>
                  <a:cubicBezTo>
                    <a:pt x="604" y="98"/>
                    <a:pt x="611" y="115"/>
                    <a:pt x="611" y="126"/>
                  </a:cubicBezTo>
                  <a:cubicBezTo>
                    <a:pt x="611" y="131"/>
                    <a:pt x="608" y="134"/>
                    <a:pt x="608" y="138"/>
                  </a:cubicBezTo>
                  <a:cubicBezTo>
                    <a:pt x="608" y="146"/>
                    <a:pt x="600" y="154"/>
                    <a:pt x="592" y="158"/>
                  </a:cubicBezTo>
                  <a:cubicBezTo>
                    <a:pt x="584" y="166"/>
                    <a:pt x="576" y="166"/>
                    <a:pt x="564" y="166"/>
                  </a:cubicBezTo>
                  <a:cubicBezTo>
                    <a:pt x="557" y="166"/>
                    <a:pt x="553" y="166"/>
                    <a:pt x="549" y="162"/>
                  </a:cubicBezTo>
                  <a:cubicBezTo>
                    <a:pt x="540" y="154"/>
                    <a:pt x="537" y="146"/>
                    <a:pt x="537" y="134"/>
                  </a:cubicBezTo>
                  <a:lnTo>
                    <a:pt x="537" y="126"/>
                  </a:lnTo>
                  <a:cubicBezTo>
                    <a:pt x="537" y="118"/>
                    <a:pt x="540" y="107"/>
                    <a:pt x="544" y="98"/>
                  </a:cubicBezTo>
                  <a:cubicBezTo>
                    <a:pt x="551" y="86"/>
                    <a:pt x="561" y="75"/>
                    <a:pt x="573" y="65"/>
                  </a:cubicBezTo>
                  <a:close/>
                  <a:moveTo>
                    <a:pt x="247" y="111"/>
                  </a:moveTo>
                  <a:cubicBezTo>
                    <a:pt x="250" y="116"/>
                    <a:pt x="253" y="121"/>
                    <a:pt x="257" y="126"/>
                  </a:cubicBezTo>
                  <a:cubicBezTo>
                    <a:pt x="260" y="134"/>
                    <a:pt x="265" y="146"/>
                    <a:pt x="265" y="154"/>
                  </a:cubicBezTo>
                  <a:cubicBezTo>
                    <a:pt x="265" y="158"/>
                    <a:pt x="265" y="166"/>
                    <a:pt x="260" y="169"/>
                  </a:cubicBezTo>
                  <a:cubicBezTo>
                    <a:pt x="257" y="173"/>
                    <a:pt x="253" y="178"/>
                    <a:pt x="241" y="182"/>
                  </a:cubicBezTo>
                  <a:lnTo>
                    <a:pt x="237" y="186"/>
                  </a:lnTo>
                  <a:cubicBezTo>
                    <a:pt x="237" y="186"/>
                    <a:pt x="233" y="186"/>
                    <a:pt x="233" y="182"/>
                  </a:cubicBezTo>
                  <a:cubicBezTo>
                    <a:pt x="233" y="182"/>
                    <a:pt x="229" y="178"/>
                    <a:pt x="229" y="173"/>
                  </a:cubicBezTo>
                  <a:cubicBezTo>
                    <a:pt x="225" y="169"/>
                    <a:pt x="225" y="166"/>
                    <a:pt x="225" y="158"/>
                  </a:cubicBezTo>
                  <a:cubicBezTo>
                    <a:pt x="225" y="150"/>
                    <a:pt x="229" y="142"/>
                    <a:pt x="233" y="134"/>
                  </a:cubicBezTo>
                  <a:cubicBezTo>
                    <a:pt x="235" y="127"/>
                    <a:pt x="240" y="119"/>
                    <a:pt x="247" y="111"/>
                  </a:cubicBezTo>
                  <a:close/>
                  <a:moveTo>
                    <a:pt x="631" y="0"/>
                  </a:moveTo>
                  <a:cubicBezTo>
                    <a:pt x="610" y="2"/>
                    <a:pt x="591" y="8"/>
                    <a:pt x="572" y="16"/>
                  </a:cubicBezTo>
                  <a:lnTo>
                    <a:pt x="572" y="16"/>
                  </a:lnTo>
                  <a:cubicBezTo>
                    <a:pt x="558" y="11"/>
                    <a:pt x="541" y="8"/>
                    <a:pt x="525" y="8"/>
                  </a:cubicBezTo>
                  <a:cubicBezTo>
                    <a:pt x="490" y="8"/>
                    <a:pt x="456" y="23"/>
                    <a:pt x="425" y="42"/>
                  </a:cubicBezTo>
                  <a:lnTo>
                    <a:pt x="425" y="42"/>
                  </a:lnTo>
                  <a:cubicBezTo>
                    <a:pt x="421" y="40"/>
                    <a:pt x="418" y="38"/>
                    <a:pt x="415" y="36"/>
                  </a:cubicBezTo>
                  <a:cubicBezTo>
                    <a:pt x="395" y="24"/>
                    <a:pt x="375" y="20"/>
                    <a:pt x="355" y="20"/>
                  </a:cubicBezTo>
                  <a:cubicBezTo>
                    <a:pt x="331" y="20"/>
                    <a:pt x="308" y="27"/>
                    <a:pt x="284" y="36"/>
                  </a:cubicBezTo>
                  <a:cubicBezTo>
                    <a:pt x="273" y="40"/>
                    <a:pt x="260" y="45"/>
                    <a:pt x="249" y="53"/>
                  </a:cubicBezTo>
                  <a:lnTo>
                    <a:pt x="249" y="53"/>
                  </a:lnTo>
                  <a:cubicBezTo>
                    <a:pt x="245" y="50"/>
                    <a:pt x="241" y="46"/>
                    <a:pt x="237" y="44"/>
                  </a:cubicBezTo>
                  <a:cubicBezTo>
                    <a:pt x="213" y="31"/>
                    <a:pt x="186" y="20"/>
                    <a:pt x="154" y="20"/>
                  </a:cubicBezTo>
                  <a:cubicBezTo>
                    <a:pt x="138" y="20"/>
                    <a:pt x="118" y="24"/>
                    <a:pt x="103" y="31"/>
                  </a:cubicBezTo>
                  <a:cubicBezTo>
                    <a:pt x="71" y="47"/>
                    <a:pt x="44" y="75"/>
                    <a:pt x="28" y="107"/>
                  </a:cubicBezTo>
                  <a:cubicBezTo>
                    <a:pt x="12" y="142"/>
                    <a:pt x="0" y="178"/>
                    <a:pt x="0" y="213"/>
                  </a:cubicBezTo>
                  <a:lnTo>
                    <a:pt x="0" y="225"/>
                  </a:lnTo>
                  <a:cubicBezTo>
                    <a:pt x="0" y="292"/>
                    <a:pt x="20" y="351"/>
                    <a:pt x="36" y="410"/>
                  </a:cubicBezTo>
                  <a:cubicBezTo>
                    <a:pt x="123" y="714"/>
                    <a:pt x="174" y="1030"/>
                    <a:pt x="189" y="1345"/>
                  </a:cubicBezTo>
                  <a:lnTo>
                    <a:pt x="189" y="1361"/>
                  </a:lnTo>
                  <a:cubicBezTo>
                    <a:pt x="189" y="1365"/>
                    <a:pt x="189" y="1368"/>
                    <a:pt x="186" y="1372"/>
                  </a:cubicBezTo>
                  <a:cubicBezTo>
                    <a:pt x="186" y="1376"/>
                    <a:pt x="186" y="1380"/>
                    <a:pt x="182" y="1388"/>
                  </a:cubicBezTo>
                  <a:cubicBezTo>
                    <a:pt x="182" y="1396"/>
                    <a:pt x="178" y="1403"/>
                    <a:pt x="174" y="1416"/>
                  </a:cubicBezTo>
                  <a:cubicBezTo>
                    <a:pt x="170" y="1427"/>
                    <a:pt x="174" y="1439"/>
                    <a:pt x="186" y="1443"/>
                  </a:cubicBezTo>
                  <a:cubicBezTo>
                    <a:pt x="189" y="1444"/>
                    <a:pt x="192" y="1445"/>
                    <a:pt x="195" y="1445"/>
                  </a:cubicBezTo>
                  <a:cubicBezTo>
                    <a:pt x="203" y="1445"/>
                    <a:pt x="210" y="1440"/>
                    <a:pt x="213" y="1432"/>
                  </a:cubicBezTo>
                  <a:cubicBezTo>
                    <a:pt x="218" y="1416"/>
                    <a:pt x="225" y="1408"/>
                    <a:pt x="225" y="1396"/>
                  </a:cubicBezTo>
                  <a:cubicBezTo>
                    <a:pt x="229" y="1392"/>
                    <a:pt x="229" y="1385"/>
                    <a:pt x="229" y="1380"/>
                  </a:cubicBezTo>
                  <a:cubicBezTo>
                    <a:pt x="233" y="1372"/>
                    <a:pt x="233" y="1365"/>
                    <a:pt x="233" y="1361"/>
                  </a:cubicBezTo>
                  <a:lnTo>
                    <a:pt x="233" y="1345"/>
                  </a:lnTo>
                  <a:cubicBezTo>
                    <a:pt x="218" y="1025"/>
                    <a:pt x="166" y="706"/>
                    <a:pt x="80" y="398"/>
                  </a:cubicBezTo>
                  <a:cubicBezTo>
                    <a:pt x="60" y="339"/>
                    <a:pt x="44" y="284"/>
                    <a:pt x="44" y="225"/>
                  </a:cubicBezTo>
                  <a:lnTo>
                    <a:pt x="44" y="213"/>
                  </a:lnTo>
                  <a:cubicBezTo>
                    <a:pt x="44" y="186"/>
                    <a:pt x="52" y="154"/>
                    <a:pt x="67" y="131"/>
                  </a:cubicBezTo>
                  <a:cubicBezTo>
                    <a:pt x="80" y="102"/>
                    <a:pt x="99" y="83"/>
                    <a:pt x="123" y="71"/>
                  </a:cubicBezTo>
                  <a:cubicBezTo>
                    <a:pt x="134" y="67"/>
                    <a:pt x="142" y="63"/>
                    <a:pt x="154" y="63"/>
                  </a:cubicBezTo>
                  <a:cubicBezTo>
                    <a:pt x="173" y="63"/>
                    <a:pt x="197" y="71"/>
                    <a:pt x="216" y="84"/>
                  </a:cubicBezTo>
                  <a:lnTo>
                    <a:pt x="216" y="84"/>
                  </a:lnTo>
                  <a:cubicBezTo>
                    <a:pt x="205" y="92"/>
                    <a:pt x="198" y="103"/>
                    <a:pt x="194" y="118"/>
                  </a:cubicBezTo>
                  <a:cubicBezTo>
                    <a:pt x="186" y="131"/>
                    <a:pt x="182" y="142"/>
                    <a:pt x="182" y="158"/>
                  </a:cubicBezTo>
                  <a:cubicBezTo>
                    <a:pt x="182" y="169"/>
                    <a:pt x="186" y="182"/>
                    <a:pt x="189" y="189"/>
                  </a:cubicBezTo>
                  <a:cubicBezTo>
                    <a:pt x="189" y="197"/>
                    <a:pt x="194" y="205"/>
                    <a:pt x="202" y="213"/>
                  </a:cubicBezTo>
                  <a:cubicBezTo>
                    <a:pt x="205" y="217"/>
                    <a:pt x="213" y="225"/>
                    <a:pt x="225" y="229"/>
                  </a:cubicBezTo>
                  <a:lnTo>
                    <a:pt x="237" y="229"/>
                  </a:lnTo>
                  <a:cubicBezTo>
                    <a:pt x="245" y="229"/>
                    <a:pt x="253" y="225"/>
                    <a:pt x="260" y="221"/>
                  </a:cubicBezTo>
                  <a:cubicBezTo>
                    <a:pt x="276" y="217"/>
                    <a:pt x="289" y="205"/>
                    <a:pt x="296" y="193"/>
                  </a:cubicBezTo>
                  <a:cubicBezTo>
                    <a:pt x="304" y="182"/>
                    <a:pt x="308" y="166"/>
                    <a:pt x="308" y="154"/>
                  </a:cubicBezTo>
                  <a:cubicBezTo>
                    <a:pt x="308" y="134"/>
                    <a:pt x="304" y="118"/>
                    <a:pt x="293" y="102"/>
                  </a:cubicBezTo>
                  <a:cubicBezTo>
                    <a:pt x="289" y="97"/>
                    <a:pt x="285" y="91"/>
                    <a:pt x="281" y="86"/>
                  </a:cubicBezTo>
                  <a:lnTo>
                    <a:pt x="281" y="86"/>
                  </a:lnTo>
                  <a:cubicBezTo>
                    <a:pt x="287" y="82"/>
                    <a:pt x="293" y="79"/>
                    <a:pt x="300" y="75"/>
                  </a:cubicBezTo>
                  <a:cubicBezTo>
                    <a:pt x="316" y="71"/>
                    <a:pt x="336" y="63"/>
                    <a:pt x="355" y="63"/>
                  </a:cubicBezTo>
                  <a:cubicBezTo>
                    <a:pt x="367" y="63"/>
                    <a:pt x="383" y="67"/>
                    <a:pt x="394" y="74"/>
                  </a:cubicBezTo>
                  <a:lnTo>
                    <a:pt x="394" y="74"/>
                  </a:lnTo>
                  <a:cubicBezTo>
                    <a:pt x="381" y="93"/>
                    <a:pt x="372" y="114"/>
                    <a:pt x="367" y="138"/>
                  </a:cubicBezTo>
                  <a:lnTo>
                    <a:pt x="367" y="150"/>
                  </a:lnTo>
                  <a:cubicBezTo>
                    <a:pt x="367" y="158"/>
                    <a:pt x="371" y="166"/>
                    <a:pt x="375" y="173"/>
                  </a:cubicBezTo>
                  <a:cubicBezTo>
                    <a:pt x="379" y="182"/>
                    <a:pt x="387" y="186"/>
                    <a:pt x="391" y="189"/>
                  </a:cubicBezTo>
                  <a:cubicBezTo>
                    <a:pt x="399" y="193"/>
                    <a:pt x="402" y="193"/>
                    <a:pt x="411" y="193"/>
                  </a:cubicBezTo>
                  <a:cubicBezTo>
                    <a:pt x="418" y="193"/>
                    <a:pt x="431" y="189"/>
                    <a:pt x="438" y="186"/>
                  </a:cubicBezTo>
                  <a:cubicBezTo>
                    <a:pt x="446" y="182"/>
                    <a:pt x="454" y="173"/>
                    <a:pt x="458" y="166"/>
                  </a:cubicBezTo>
                  <a:cubicBezTo>
                    <a:pt x="466" y="150"/>
                    <a:pt x="469" y="138"/>
                    <a:pt x="469" y="122"/>
                  </a:cubicBezTo>
                  <a:cubicBezTo>
                    <a:pt x="469" y="108"/>
                    <a:pt x="463" y="90"/>
                    <a:pt x="456" y="75"/>
                  </a:cubicBezTo>
                  <a:lnTo>
                    <a:pt x="456" y="75"/>
                  </a:lnTo>
                  <a:cubicBezTo>
                    <a:pt x="477" y="62"/>
                    <a:pt x="499" y="52"/>
                    <a:pt x="524" y="51"/>
                  </a:cubicBezTo>
                  <a:lnTo>
                    <a:pt x="524" y="51"/>
                  </a:lnTo>
                  <a:cubicBezTo>
                    <a:pt x="517" y="59"/>
                    <a:pt x="510" y="69"/>
                    <a:pt x="505" y="79"/>
                  </a:cubicBezTo>
                  <a:cubicBezTo>
                    <a:pt x="497" y="95"/>
                    <a:pt x="493" y="111"/>
                    <a:pt x="493" y="126"/>
                  </a:cubicBezTo>
                  <a:lnTo>
                    <a:pt x="493" y="138"/>
                  </a:lnTo>
                  <a:cubicBezTo>
                    <a:pt x="497" y="154"/>
                    <a:pt x="502" y="173"/>
                    <a:pt x="517" y="189"/>
                  </a:cubicBezTo>
                  <a:cubicBezTo>
                    <a:pt x="527" y="203"/>
                    <a:pt x="542" y="210"/>
                    <a:pt x="556" y="210"/>
                  </a:cubicBezTo>
                  <a:cubicBezTo>
                    <a:pt x="559" y="210"/>
                    <a:pt x="562" y="210"/>
                    <a:pt x="564" y="209"/>
                  </a:cubicBezTo>
                  <a:cubicBezTo>
                    <a:pt x="584" y="209"/>
                    <a:pt x="604" y="205"/>
                    <a:pt x="620" y="193"/>
                  </a:cubicBezTo>
                  <a:cubicBezTo>
                    <a:pt x="635" y="182"/>
                    <a:pt x="647" y="166"/>
                    <a:pt x="651" y="146"/>
                  </a:cubicBezTo>
                  <a:cubicBezTo>
                    <a:pt x="651" y="138"/>
                    <a:pt x="655" y="134"/>
                    <a:pt x="655" y="126"/>
                  </a:cubicBezTo>
                  <a:cubicBezTo>
                    <a:pt x="655" y="102"/>
                    <a:pt x="644" y="79"/>
                    <a:pt x="631" y="63"/>
                  </a:cubicBezTo>
                  <a:cubicBezTo>
                    <a:pt x="628" y="58"/>
                    <a:pt x="624" y="53"/>
                    <a:pt x="620" y="48"/>
                  </a:cubicBezTo>
                  <a:lnTo>
                    <a:pt x="620" y="48"/>
                  </a:lnTo>
                  <a:cubicBezTo>
                    <a:pt x="624" y="48"/>
                    <a:pt x="628" y="47"/>
                    <a:pt x="631" y="47"/>
                  </a:cubicBezTo>
                  <a:lnTo>
                    <a:pt x="647" y="47"/>
                  </a:lnTo>
                  <a:cubicBezTo>
                    <a:pt x="663" y="51"/>
                    <a:pt x="679" y="55"/>
                    <a:pt x="691" y="63"/>
                  </a:cubicBezTo>
                  <a:cubicBezTo>
                    <a:pt x="706" y="71"/>
                    <a:pt x="718" y="83"/>
                    <a:pt x="722" y="98"/>
                  </a:cubicBezTo>
                  <a:cubicBezTo>
                    <a:pt x="730" y="115"/>
                    <a:pt x="734" y="131"/>
                    <a:pt x="734" y="154"/>
                  </a:cubicBezTo>
                  <a:cubicBezTo>
                    <a:pt x="734" y="186"/>
                    <a:pt x="726" y="225"/>
                    <a:pt x="715" y="260"/>
                  </a:cubicBezTo>
                  <a:cubicBezTo>
                    <a:pt x="706" y="300"/>
                    <a:pt x="695" y="335"/>
                    <a:pt x="691" y="367"/>
                  </a:cubicBezTo>
                  <a:cubicBezTo>
                    <a:pt x="663" y="509"/>
                    <a:pt x="635" y="651"/>
                    <a:pt x="611" y="793"/>
                  </a:cubicBezTo>
                  <a:cubicBezTo>
                    <a:pt x="573" y="990"/>
                    <a:pt x="537" y="1191"/>
                    <a:pt x="502" y="1392"/>
                  </a:cubicBezTo>
                  <a:cubicBezTo>
                    <a:pt x="497" y="1403"/>
                    <a:pt x="505" y="1416"/>
                    <a:pt x="517" y="1416"/>
                  </a:cubicBezTo>
                  <a:cubicBezTo>
                    <a:pt x="519" y="1416"/>
                    <a:pt x="521" y="1417"/>
                    <a:pt x="523" y="1417"/>
                  </a:cubicBezTo>
                  <a:cubicBezTo>
                    <a:pt x="533" y="1417"/>
                    <a:pt x="541" y="1410"/>
                    <a:pt x="544" y="1400"/>
                  </a:cubicBezTo>
                  <a:cubicBezTo>
                    <a:pt x="580" y="1199"/>
                    <a:pt x="615" y="998"/>
                    <a:pt x="655" y="801"/>
                  </a:cubicBezTo>
                  <a:cubicBezTo>
                    <a:pt x="679" y="659"/>
                    <a:pt x="706" y="517"/>
                    <a:pt x="730" y="375"/>
                  </a:cubicBezTo>
                  <a:cubicBezTo>
                    <a:pt x="738" y="347"/>
                    <a:pt x="746" y="311"/>
                    <a:pt x="757" y="273"/>
                  </a:cubicBezTo>
                  <a:cubicBezTo>
                    <a:pt x="766" y="233"/>
                    <a:pt x="777" y="193"/>
                    <a:pt x="777" y="154"/>
                  </a:cubicBezTo>
                  <a:cubicBezTo>
                    <a:pt x="777" y="118"/>
                    <a:pt x="769" y="87"/>
                    <a:pt x="750" y="60"/>
                  </a:cubicBezTo>
                  <a:cubicBezTo>
                    <a:pt x="742" y="47"/>
                    <a:pt x="726" y="36"/>
                    <a:pt x="710" y="24"/>
                  </a:cubicBezTo>
                  <a:cubicBezTo>
                    <a:pt x="695" y="16"/>
                    <a:pt x="679" y="8"/>
                    <a:pt x="655" y="4"/>
                  </a:cubicBezTo>
                  <a:cubicBezTo>
                    <a:pt x="647" y="4"/>
                    <a:pt x="639" y="0"/>
                    <a:pt x="631"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6" name="Google Shape;1056;p35"/>
            <p:cNvSpPr/>
            <p:nvPr/>
          </p:nvSpPr>
          <p:spPr>
            <a:xfrm>
              <a:off x="3841609" y="3894956"/>
              <a:ext cx="237854" cy="59278"/>
            </a:xfrm>
            <a:custGeom>
              <a:rect b="b" l="l" r="r" t="t"/>
              <a:pathLst>
                <a:path extrusionOk="0" h="80" w="321">
                  <a:moveTo>
                    <a:pt x="21" y="0"/>
                  </a:moveTo>
                  <a:cubicBezTo>
                    <a:pt x="12" y="0"/>
                    <a:pt x="4" y="7"/>
                    <a:pt x="4" y="17"/>
                  </a:cubicBezTo>
                  <a:cubicBezTo>
                    <a:pt x="0" y="29"/>
                    <a:pt x="13" y="40"/>
                    <a:pt x="24" y="40"/>
                  </a:cubicBezTo>
                  <a:cubicBezTo>
                    <a:pt x="182" y="64"/>
                    <a:pt x="131" y="56"/>
                    <a:pt x="297" y="80"/>
                  </a:cubicBezTo>
                  <a:cubicBezTo>
                    <a:pt x="308" y="80"/>
                    <a:pt x="316" y="72"/>
                    <a:pt x="320" y="60"/>
                  </a:cubicBezTo>
                  <a:cubicBezTo>
                    <a:pt x="320" y="49"/>
                    <a:pt x="312" y="40"/>
                    <a:pt x="300" y="36"/>
                  </a:cubicBezTo>
                  <a:cubicBezTo>
                    <a:pt x="139" y="13"/>
                    <a:pt x="190" y="20"/>
                    <a:pt x="28" y="1"/>
                  </a:cubicBezTo>
                  <a:cubicBezTo>
                    <a:pt x="26" y="0"/>
                    <a:pt x="23" y="0"/>
                    <a:pt x="21"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7" name="Google Shape;1057;p35"/>
            <p:cNvSpPr/>
            <p:nvPr/>
          </p:nvSpPr>
          <p:spPr>
            <a:xfrm>
              <a:off x="4019442" y="3402955"/>
              <a:ext cx="191172" cy="172647"/>
            </a:xfrm>
            <a:custGeom>
              <a:rect b="b" l="l" r="r" t="t"/>
              <a:pathLst>
                <a:path extrusionOk="0" h="233" w="258">
                  <a:moveTo>
                    <a:pt x="25" y="0"/>
                  </a:moveTo>
                  <a:cubicBezTo>
                    <a:pt x="19" y="0"/>
                    <a:pt x="13" y="2"/>
                    <a:pt x="9" y="7"/>
                  </a:cubicBezTo>
                  <a:cubicBezTo>
                    <a:pt x="1" y="18"/>
                    <a:pt x="1" y="30"/>
                    <a:pt x="9" y="38"/>
                  </a:cubicBezTo>
                  <a:lnTo>
                    <a:pt x="218" y="227"/>
                  </a:lnTo>
                  <a:cubicBezTo>
                    <a:pt x="222" y="231"/>
                    <a:pt x="228" y="233"/>
                    <a:pt x="234" y="233"/>
                  </a:cubicBezTo>
                  <a:cubicBezTo>
                    <a:pt x="240" y="233"/>
                    <a:pt x="246" y="231"/>
                    <a:pt x="250" y="227"/>
                  </a:cubicBezTo>
                  <a:cubicBezTo>
                    <a:pt x="257" y="220"/>
                    <a:pt x="257" y="204"/>
                    <a:pt x="250" y="196"/>
                  </a:cubicBezTo>
                  <a:lnTo>
                    <a:pt x="40" y="7"/>
                  </a:lnTo>
                  <a:cubicBezTo>
                    <a:pt x="37" y="2"/>
                    <a:pt x="31" y="0"/>
                    <a:pt x="2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8" name="Google Shape;1058;p35"/>
            <p:cNvSpPr/>
            <p:nvPr/>
          </p:nvSpPr>
          <p:spPr>
            <a:xfrm>
              <a:off x="4656677" y="3085081"/>
              <a:ext cx="68170" cy="221551"/>
            </a:xfrm>
            <a:custGeom>
              <a:rect b="b" l="l" r="r" t="t"/>
              <a:pathLst>
                <a:path extrusionOk="0" h="299" w="92">
                  <a:moveTo>
                    <a:pt x="26" y="0"/>
                  </a:moveTo>
                  <a:cubicBezTo>
                    <a:pt x="25" y="0"/>
                    <a:pt x="23" y="1"/>
                    <a:pt x="21" y="1"/>
                  </a:cubicBezTo>
                  <a:cubicBezTo>
                    <a:pt x="9" y="1"/>
                    <a:pt x="1" y="14"/>
                    <a:pt x="5" y="25"/>
                  </a:cubicBezTo>
                  <a:cubicBezTo>
                    <a:pt x="12" y="61"/>
                    <a:pt x="16" y="108"/>
                    <a:pt x="25" y="152"/>
                  </a:cubicBezTo>
                  <a:cubicBezTo>
                    <a:pt x="32" y="199"/>
                    <a:pt x="40" y="246"/>
                    <a:pt x="44" y="281"/>
                  </a:cubicBezTo>
                  <a:cubicBezTo>
                    <a:pt x="48" y="292"/>
                    <a:pt x="56" y="299"/>
                    <a:pt x="66" y="299"/>
                  </a:cubicBezTo>
                  <a:cubicBezTo>
                    <a:pt x="68" y="299"/>
                    <a:pt x="70" y="298"/>
                    <a:pt x="72" y="298"/>
                  </a:cubicBezTo>
                  <a:cubicBezTo>
                    <a:pt x="83" y="298"/>
                    <a:pt x="92" y="285"/>
                    <a:pt x="87" y="274"/>
                  </a:cubicBezTo>
                  <a:cubicBezTo>
                    <a:pt x="83" y="238"/>
                    <a:pt x="76" y="191"/>
                    <a:pt x="68" y="148"/>
                  </a:cubicBezTo>
                  <a:cubicBezTo>
                    <a:pt x="60" y="101"/>
                    <a:pt x="56" y="53"/>
                    <a:pt x="48" y="17"/>
                  </a:cubicBezTo>
                  <a:cubicBezTo>
                    <a:pt x="45" y="8"/>
                    <a:pt x="36" y="0"/>
                    <a:pt x="26"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9" name="Google Shape;1059;p35"/>
            <p:cNvSpPr/>
            <p:nvPr/>
          </p:nvSpPr>
          <p:spPr>
            <a:xfrm>
              <a:off x="5060506" y="3065075"/>
              <a:ext cx="64465" cy="266750"/>
            </a:xfrm>
            <a:custGeom>
              <a:rect b="b" l="l" r="r" t="t"/>
              <a:pathLst>
                <a:path extrusionOk="0" h="360" w="87">
                  <a:moveTo>
                    <a:pt x="67" y="1"/>
                  </a:moveTo>
                  <a:cubicBezTo>
                    <a:pt x="55" y="1"/>
                    <a:pt x="44" y="9"/>
                    <a:pt x="44" y="21"/>
                  </a:cubicBezTo>
                  <a:cubicBezTo>
                    <a:pt x="24" y="170"/>
                    <a:pt x="11" y="273"/>
                    <a:pt x="4" y="336"/>
                  </a:cubicBezTo>
                  <a:cubicBezTo>
                    <a:pt x="0" y="348"/>
                    <a:pt x="8" y="360"/>
                    <a:pt x="20" y="360"/>
                  </a:cubicBezTo>
                  <a:cubicBezTo>
                    <a:pt x="31" y="360"/>
                    <a:pt x="44" y="352"/>
                    <a:pt x="47" y="341"/>
                  </a:cubicBezTo>
                  <a:cubicBezTo>
                    <a:pt x="55" y="281"/>
                    <a:pt x="67" y="179"/>
                    <a:pt x="86" y="28"/>
                  </a:cubicBezTo>
                  <a:cubicBezTo>
                    <a:pt x="86" y="17"/>
                    <a:pt x="79" y="5"/>
                    <a:pt x="67"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0" name="Google Shape;1060;p35"/>
            <p:cNvSpPr/>
            <p:nvPr/>
          </p:nvSpPr>
          <p:spPr>
            <a:xfrm>
              <a:off x="5513240" y="3512618"/>
              <a:ext cx="237113" cy="173388"/>
            </a:xfrm>
            <a:custGeom>
              <a:rect b="b" l="l" r="r" t="t"/>
              <a:pathLst>
                <a:path extrusionOk="0" h="234" w="320">
                  <a:moveTo>
                    <a:pt x="296" y="0"/>
                  </a:moveTo>
                  <a:cubicBezTo>
                    <a:pt x="291" y="0"/>
                    <a:pt x="287" y="2"/>
                    <a:pt x="284" y="4"/>
                  </a:cubicBezTo>
                  <a:cubicBezTo>
                    <a:pt x="146" y="103"/>
                    <a:pt x="154" y="95"/>
                    <a:pt x="12" y="194"/>
                  </a:cubicBezTo>
                  <a:cubicBezTo>
                    <a:pt x="4" y="201"/>
                    <a:pt x="0" y="214"/>
                    <a:pt x="8" y="225"/>
                  </a:cubicBezTo>
                  <a:cubicBezTo>
                    <a:pt x="10" y="230"/>
                    <a:pt x="17" y="234"/>
                    <a:pt x="24" y="234"/>
                  </a:cubicBezTo>
                  <a:cubicBezTo>
                    <a:pt x="28" y="234"/>
                    <a:pt x="32" y="232"/>
                    <a:pt x="35" y="229"/>
                  </a:cubicBezTo>
                  <a:cubicBezTo>
                    <a:pt x="177" y="130"/>
                    <a:pt x="170" y="139"/>
                    <a:pt x="308" y="39"/>
                  </a:cubicBezTo>
                  <a:cubicBezTo>
                    <a:pt x="319" y="32"/>
                    <a:pt x="319" y="21"/>
                    <a:pt x="312" y="8"/>
                  </a:cubicBezTo>
                  <a:cubicBezTo>
                    <a:pt x="309" y="4"/>
                    <a:pt x="302" y="0"/>
                    <a:pt x="296"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1" name="Google Shape;1061;p35"/>
            <p:cNvSpPr/>
            <p:nvPr/>
          </p:nvSpPr>
          <p:spPr>
            <a:xfrm>
              <a:off x="5671067" y="3968311"/>
              <a:ext cx="251932" cy="45199"/>
            </a:xfrm>
            <a:custGeom>
              <a:rect b="b" l="l" r="r" t="t"/>
              <a:pathLst>
                <a:path extrusionOk="0" h="61" w="340">
                  <a:moveTo>
                    <a:pt x="19" y="0"/>
                  </a:moveTo>
                  <a:cubicBezTo>
                    <a:pt x="10" y="0"/>
                    <a:pt x="4" y="10"/>
                    <a:pt x="0" y="21"/>
                  </a:cubicBezTo>
                  <a:cubicBezTo>
                    <a:pt x="0" y="32"/>
                    <a:pt x="8" y="40"/>
                    <a:pt x="19" y="44"/>
                  </a:cubicBezTo>
                  <a:cubicBezTo>
                    <a:pt x="190" y="52"/>
                    <a:pt x="146" y="52"/>
                    <a:pt x="315" y="59"/>
                  </a:cubicBezTo>
                  <a:cubicBezTo>
                    <a:pt x="317" y="60"/>
                    <a:pt x="318" y="60"/>
                    <a:pt x="320" y="60"/>
                  </a:cubicBezTo>
                  <a:cubicBezTo>
                    <a:pt x="329" y="60"/>
                    <a:pt x="336" y="50"/>
                    <a:pt x="339" y="40"/>
                  </a:cubicBezTo>
                  <a:cubicBezTo>
                    <a:pt x="339" y="28"/>
                    <a:pt x="327" y="21"/>
                    <a:pt x="315" y="16"/>
                  </a:cubicBezTo>
                  <a:cubicBezTo>
                    <a:pt x="150" y="8"/>
                    <a:pt x="190" y="8"/>
                    <a:pt x="24" y="1"/>
                  </a:cubicBezTo>
                  <a:cubicBezTo>
                    <a:pt x="22" y="0"/>
                    <a:pt x="21" y="0"/>
                    <a:pt x="1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2" name="Google Shape;1062;p35"/>
            <p:cNvSpPr/>
            <p:nvPr/>
          </p:nvSpPr>
          <p:spPr>
            <a:xfrm>
              <a:off x="5211665" y="3640805"/>
              <a:ext cx="225998" cy="427541"/>
            </a:xfrm>
            <a:custGeom>
              <a:rect b="b" l="l" r="r" t="t"/>
              <a:pathLst>
                <a:path extrusionOk="0" h="577" w="305">
                  <a:moveTo>
                    <a:pt x="25" y="1"/>
                  </a:moveTo>
                  <a:cubicBezTo>
                    <a:pt x="18" y="1"/>
                    <a:pt x="10" y="4"/>
                    <a:pt x="5" y="8"/>
                  </a:cubicBezTo>
                  <a:cubicBezTo>
                    <a:pt x="0" y="17"/>
                    <a:pt x="0" y="32"/>
                    <a:pt x="13" y="41"/>
                  </a:cubicBezTo>
                  <a:cubicBezTo>
                    <a:pt x="166" y="150"/>
                    <a:pt x="261" y="340"/>
                    <a:pt x="261" y="534"/>
                  </a:cubicBezTo>
                  <a:lnTo>
                    <a:pt x="261" y="557"/>
                  </a:lnTo>
                  <a:cubicBezTo>
                    <a:pt x="261" y="569"/>
                    <a:pt x="269" y="576"/>
                    <a:pt x="281" y="576"/>
                  </a:cubicBezTo>
                  <a:cubicBezTo>
                    <a:pt x="293" y="576"/>
                    <a:pt x="304" y="569"/>
                    <a:pt x="304" y="557"/>
                  </a:cubicBezTo>
                  <a:lnTo>
                    <a:pt x="304" y="534"/>
                  </a:lnTo>
                  <a:cubicBezTo>
                    <a:pt x="304" y="328"/>
                    <a:pt x="202" y="123"/>
                    <a:pt x="36" y="5"/>
                  </a:cubicBezTo>
                  <a:cubicBezTo>
                    <a:pt x="34" y="2"/>
                    <a:pt x="29" y="1"/>
                    <a:pt x="2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3" name="Google Shape;1063;p35"/>
            <p:cNvSpPr/>
            <p:nvPr/>
          </p:nvSpPr>
          <p:spPr>
            <a:xfrm>
              <a:off x="5256123" y="4256546"/>
              <a:ext cx="155605" cy="231183"/>
            </a:xfrm>
            <a:custGeom>
              <a:rect b="b" l="l" r="r" t="t"/>
              <a:pathLst>
                <a:path extrusionOk="0" h="312" w="210">
                  <a:moveTo>
                    <a:pt x="187" y="1"/>
                  </a:moveTo>
                  <a:cubicBezTo>
                    <a:pt x="178" y="1"/>
                    <a:pt x="169" y="8"/>
                    <a:pt x="166" y="18"/>
                  </a:cubicBezTo>
                  <a:cubicBezTo>
                    <a:pt x="134" y="116"/>
                    <a:pt x="82" y="203"/>
                    <a:pt x="8" y="274"/>
                  </a:cubicBezTo>
                  <a:cubicBezTo>
                    <a:pt x="0" y="282"/>
                    <a:pt x="0" y="298"/>
                    <a:pt x="8" y="305"/>
                  </a:cubicBezTo>
                  <a:cubicBezTo>
                    <a:pt x="12" y="309"/>
                    <a:pt x="18" y="311"/>
                    <a:pt x="24" y="311"/>
                  </a:cubicBezTo>
                  <a:cubicBezTo>
                    <a:pt x="30" y="311"/>
                    <a:pt x="36" y="309"/>
                    <a:pt x="40" y="305"/>
                  </a:cubicBezTo>
                  <a:cubicBezTo>
                    <a:pt x="118" y="231"/>
                    <a:pt x="177" y="136"/>
                    <a:pt x="205" y="29"/>
                  </a:cubicBezTo>
                  <a:cubicBezTo>
                    <a:pt x="209" y="18"/>
                    <a:pt x="205" y="6"/>
                    <a:pt x="193" y="2"/>
                  </a:cubicBezTo>
                  <a:cubicBezTo>
                    <a:pt x="191" y="1"/>
                    <a:pt x="189" y="1"/>
                    <a:pt x="187"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4" name="Google Shape;1064;p35"/>
            <p:cNvSpPr/>
            <p:nvPr/>
          </p:nvSpPr>
          <p:spPr>
            <a:xfrm>
              <a:off x="4642599" y="4996770"/>
              <a:ext cx="482376" cy="420872"/>
            </a:xfrm>
            <a:custGeom>
              <a:rect b="b" l="l" r="r" t="t"/>
              <a:pathLst>
                <a:path extrusionOk="0" h="568" w="651">
                  <a:moveTo>
                    <a:pt x="0" y="0"/>
                  </a:moveTo>
                  <a:lnTo>
                    <a:pt x="0" y="473"/>
                  </a:lnTo>
                  <a:cubicBezTo>
                    <a:pt x="0" y="529"/>
                    <a:pt x="40" y="568"/>
                    <a:pt x="95" y="568"/>
                  </a:cubicBezTo>
                  <a:lnTo>
                    <a:pt x="556" y="568"/>
                  </a:lnTo>
                  <a:cubicBezTo>
                    <a:pt x="608" y="568"/>
                    <a:pt x="650" y="529"/>
                    <a:pt x="650" y="473"/>
                  </a:cubicBezTo>
                  <a:lnTo>
                    <a:pt x="650"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5" name="Google Shape;1065;p35"/>
            <p:cNvSpPr/>
            <p:nvPr/>
          </p:nvSpPr>
          <p:spPr>
            <a:xfrm>
              <a:off x="4624815" y="4978987"/>
              <a:ext cx="514979" cy="456439"/>
            </a:xfrm>
            <a:custGeom>
              <a:rect b="b" l="l" r="r" t="t"/>
              <a:pathLst>
                <a:path extrusionOk="0" h="616" w="695">
                  <a:moveTo>
                    <a:pt x="651" y="44"/>
                  </a:moveTo>
                  <a:lnTo>
                    <a:pt x="651" y="497"/>
                  </a:lnTo>
                  <a:cubicBezTo>
                    <a:pt x="651" y="521"/>
                    <a:pt x="643" y="537"/>
                    <a:pt x="632" y="549"/>
                  </a:cubicBezTo>
                  <a:cubicBezTo>
                    <a:pt x="619" y="565"/>
                    <a:pt x="599" y="573"/>
                    <a:pt x="580" y="573"/>
                  </a:cubicBezTo>
                  <a:lnTo>
                    <a:pt x="119" y="573"/>
                  </a:lnTo>
                  <a:cubicBezTo>
                    <a:pt x="99" y="573"/>
                    <a:pt x="79" y="565"/>
                    <a:pt x="68" y="549"/>
                  </a:cubicBezTo>
                  <a:cubicBezTo>
                    <a:pt x="52" y="537"/>
                    <a:pt x="44" y="521"/>
                    <a:pt x="44" y="497"/>
                  </a:cubicBezTo>
                  <a:lnTo>
                    <a:pt x="44" y="44"/>
                  </a:lnTo>
                  <a:close/>
                  <a:moveTo>
                    <a:pt x="24" y="1"/>
                  </a:moveTo>
                  <a:cubicBezTo>
                    <a:pt x="16" y="1"/>
                    <a:pt x="12" y="5"/>
                    <a:pt x="8" y="9"/>
                  </a:cubicBezTo>
                  <a:cubicBezTo>
                    <a:pt x="4" y="13"/>
                    <a:pt x="0" y="17"/>
                    <a:pt x="0" y="24"/>
                  </a:cubicBezTo>
                  <a:lnTo>
                    <a:pt x="0" y="497"/>
                  </a:lnTo>
                  <a:cubicBezTo>
                    <a:pt x="0" y="565"/>
                    <a:pt x="52" y="616"/>
                    <a:pt x="119" y="616"/>
                  </a:cubicBezTo>
                  <a:lnTo>
                    <a:pt x="580" y="616"/>
                  </a:lnTo>
                  <a:cubicBezTo>
                    <a:pt x="643" y="616"/>
                    <a:pt x="694" y="565"/>
                    <a:pt x="694" y="497"/>
                  </a:cubicBezTo>
                  <a:lnTo>
                    <a:pt x="694" y="24"/>
                  </a:lnTo>
                  <a:cubicBezTo>
                    <a:pt x="694" y="17"/>
                    <a:pt x="694" y="13"/>
                    <a:pt x="690" y="9"/>
                  </a:cubicBezTo>
                  <a:cubicBezTo>
                    <a:pt x="687" y="5"/>
                    <a:pt x="679" y="1"/>
                    <a:pt x="67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66" name="Google Shape;1066;p35"/>
          <p:cNvGrpSpPr/>
          <p:nvPr/>
        </p:nvGrpSpPr>
        <p:grpSpPr>
          <a:xfrm>
            <a:off x="5941986" y="7395288"/>
            <a:ext cx="1590654" cy="1164025"/>
            <a:chOff x="2556739" y="6119673"/>
            <a:chExt cx="2008909" cy="1470100"/>
          </a:xfrm>
        </p:grpSpPr>
        <p:sp>
          <p:nvSpPr>
            <p:cNvPr id="1067" name="Google Shape;1067;p35"/>
            <p:cNvSpPr/>
            <p:nvPr/>
          </p:nvSpPr>
          <p:spPr>
            <a:xfrm>
              <a:off x="2556739" y="6119673"/>
              <a:ext cx="2008909" cy="1470100"/>
            </a:xfrm>
            <a:custGeom>
              <a:rect b="b" l="l" r="r" t="t"/>
              <a:pathLst>
                <a:path extrusionOk="0" h="2150" w="2938">
                  <a:moveTo>
                    <a:pt x="1010" y="0"/>
                  </a:moveTo>
                  <a:cubicBezTo>
                    <a:pt x="999" y="0"/>
                    <a:pt x="987" y="1"/>
                    <a:pt x="974" y="4"/>
                  </a:cubicBezTo>
                  <a:cubicBezTo>
                    <a:pt x="903" y="20"/>
                    <a:pt x="840" y="71"/>
                    <a:pt x="801" y="130"/>
                  </a:cubicBezTo>
                  <a:cubicBezTo>
                    <a:pt x="734" y="216"/>
                    <a:pt x="710" y="323"/>
                    <a:pt x="703" y="426"/>
                  </a:cubicBezTo>
                  <a:cubicBezTo>
                    <a:pt x="694" y="556"/>
                    <a:pt x="710" y="674"/>
                    <a:pt x="765" y="789"/>
                  </a:cubicBezTo>
                  <a:cubicBezTo>
                    <a:pt x="632" y="662"/>
                    <a:pt x="509" y="568"/>
                    <a:pt x="367" y="524"/>
                  </a:cubicBezTo>
                  <a:cubicBezTo>
                    <a:pt x="331" y="512"/>
                    <a:pt x="296" y="505"/>
                    <a:pt x="262" y="505"/>
                  </a:cubicBezTo>
                  <a:cubicBezTo>
                    <a:pt x="212" y="505"/>
                    <a:pt x="164" y="520"/>
                    <a:pt x="119" y="556"/>
                  </a:cubicBezTo>
                  <a:cubicBezTo>
                    <a:pt x="0" y="647"/>
                    <a:pt x="24" y="777"/>
                    <a:pt x="106" y="884"/>
                  </a:cubicBezTo>
                  <a:cubicBezTo>
                    <a:pt x="170" y="962"/>
                    <a:pt x="241" y="1021"/>
                    <a:pt x="335" y="1064"/>
                  </a:cubicBezTo>
                  <a:cubicBezTo>
                    <a:pt x="430" y="1108"/>
                    <a:pt x="541" y="1144"/>
                    <a:pt x="651" y="1144"/>
                  </a:cubicBezTo>
                  <a:cubicBezTo>
                    <a:pt x="666" y="1144"/>
                    <a:pt x="682" y="1145"/>
                    <a:pt x="699" y="1145"/>
                  </a:cubicBezTo>
                  <a:cubicBezTo>
                    <a:pt x="718" y="1145"/>
                    <a:pt x="737" y="1144"/>
                    <a:pt x="754" y="1139"/>
                  </a:cubicBezTo>
                  <a:cubicBezTo>
                    <a:pt x="769" y="1135"/>
                    <a:pt x="777" y="1128"/>
                    <a:pt x="797" y="1128"/>
                  </a:cubicBezTo>
                  <a:cubicBezTo>
                    <a:pt x="769" y="1135"/>
                    <a:pt x="750" y="1159"/>
                    <a:pt x="730" y="1175"/>
                  </a:cubicBezTo>
                  <a:cubicBezTo>
                    <a:pt x="694" y="1206"/>
                    <a:pt x="655" y="1246"/>
                    <a:pt x="619" y="1277"/>
                  </a:cubicBezTo>
                  <a:cubicBezTo>
                    <a:pt x="568" y="1321"/>
                    <a:pt x="521" y="1364"/>
                    <a:pt x="481" y="1415"/>
                  </a:cubicBezTo>
                  <a:cubicBezTo>
                    <a:pt x="442" y="1467"/>
                    <a:pt x="414" y="1518"/>
                    <a:pt x="390" y="1577"/>
                  </a:cubicBezTo>
                  <a:cubicBezTo>
                    <a:pt x="352" y="1680"/>
                    <a:pt x="324" y="1783"/>
                    <a:pt x="367" y="1885"/>
                  </a:cubicBezTo>
                  <a:cubicBezTo>
                    <a:pt x="410" y="1987"/>
                    <a:pt x="485" y="2070"/>
                    <a:pt x="588" y="2118"/>
                  </a:cubicBezTo>
                  <a:cubicBezTo>
                    <a:pt x="631" y="2139"/>
                    <a:pt x="677" y="2149"/>
                    <a:pt x="724" y="2149"/>
                  </a:cubicBezTo>
                  <a:cubicBezTo>
                    <a:pt x="790" y="2149"/>
                    <a:pt x="856" y="2129"/>
                    <a:pt x="911" y="2090"/>
                  </a:cubicBezTo>
                  <a:cubicBezTo>
                    <a:pt x="1022" y="2015"/>
                    <a:pt x="1073" y="1877"/>
                    <a:pt x="1120" y="1763"/>
                  </a:cubicBezTo>
                  <a:cubicBezTo>
                    <a:pt x="1167" y="1644"/>
                    <a:pt x="1215" y="1526"/>
                    <a:pt x="1254" y="1408"/>
                  </a:cubicBezTo>
                  <a:cubicBezTo>
                    <a:pt x="1262" y="1392"/>
                    <a:pt x="1266" y="1345"/>
                    <a:pt x="1282" y="1333"/>
                  </a:cubicBezTo>
                  <a:lnTo>
                    <a:pt x="1282" y="1333"/>
                  </a:lnTo>
                  <a:cubicBezTo>
                    <a:pt x="1258" y="1384"/>
                    <a:pt x="1262" y="1443"/>
                    <a:pt x="1262" y="1499"/>
                  </a:cubicBezTo>
                  <a:cubicBezTo>
                    <a:pt x="1266" y="1570"/>
                    <a:pt x="1294" y="1632"/>
                    <a:pt x="1322" y="1699"/>
                  </a:cubicBezTo>
                  <a:cubicBezTo>
                    <a:pt x="1349" y="1770"/>
                    <a:pt x="1369" y="1845"/>
                    <a:pt x="1400" y="1916"/>
                  </a:cubicBezTo>
                  <a:cubicBezTo>
                    <a:pt x="1453" y="2035"/>
                    <a:pt x="1567" y="2138"/>
                    <a:pt x="1698" y="2138"/>
                  </a:cubicBezTo>
                  <a:cubicBezTo>
                    <a:pt x="1733" y="2138"/>
                    <a:pt x="1769" y="2131"/>
                    <a:pt x="1806" y="2114"/>
                  </a:cubicBezTo>
                  <a:cubicBezTo>
                    <a:pt x="1905" y="2070"/>
                    <a:pt x="1921" y="1952"/>
                    <a:pt x="1937" y="1861"/>
                  </a:cubicBezTo>
                  <a:cubicBezTo>
                    <a:pt x="1948" y="1802"/>
                    <a:pt x="1960" y="1743"/>
                    <a:pt x="1957" y="1683"/>
                  </a:cubicBezTo>
                  <a:cubicBezTo>
                    <a:pt x="1957" y="1625"/>
                    <a:pt x="1944" y="1565"/>
                    <a:pt x="1937" y="1506"/>
                  </a:cubicBezTo>
                  <a:cubicBezTo>
                    <a:pt x="1924" y="1439"/>
                    <a:pt x="1917" y="1341"/>
                    <a:pt x="1862" y="1290"/>
                  </a:cubicBezTo>
                  <a:cubicBezTo>
                    <a:pt x="1853" y="1277"/>
                    <a:pt x="1838" y="1274"/>
                    <a:pt x="1826" y="1262"/>
                  </a:cubicBezTo>
                  <a:lnTo>
                    <a:pt x="1826" y="1262"/>
                  </a:lnTo>
                  <a:cubicBezTo>
                    <a:pt x="1917" y="1293"/>
                    <a:pt x="2015" y="1297"/>
                    <a:pt x="2110" y="1309"/>
                  </a:cubicBezTo>
                  <a:cubicBezTo>
                    <a:pt x="2136" y="1311"/>
                    <a:pt x="2161" y="1312"/>
                    <a:pt x="2186" y="1312"/>
                  </a:cubicBezTo>
                  <a:cubicBezTo>
                    <a:pt x="2283" y="1312"/>
                    <a:pt x="2374" y="1298"/>
                    <a:pt x="2469" y="1254"/>
                  </a:cubicBezTo>
                  <a:cubicBezTo>
                    <a:pt x="2674" y="1159"/>
                    <a:pt x="2938" y="970"/>
                    <a:pt x="2914" y="726"/>
                  </a:cubicBezTo>
                  <a:cubicBezTo>
                    <a:pt x="2903" y="604"/>
                    <a:pt x="2823" y="462"/>
                    <a:pt x="2685" y="442"/>
                  </a:cubicBezTo>
                  <a:cubicBezTo>
                    <a:pt x="2671" y="439"/>
                    <a:pt x="2657" y="437"/>
                    <a:pt x="2642" y="437"/>
                  </a:cubicBezTo>
                  <a:cubicBezTo>
                    <a:pt x="2578" y="437"/>
                    <a:pt x="2507" y="463"/>
                    <a:pt x="2453" y="485"/>
                  </a:cubicBezTo>
                  <a:cubicBezTo>
                    <a:pt x="2359" y="520"/>
                    <a:pt x="2268" y="576"/>
                    <a:pt x="2185" y="631"/>
                  </a:cubicBezTo>
                  <a:cubicBezTo>
                    <a:pt x="2126" y="671"/>
                    <a:pt x="2075" y="713"/>
                    <a:pt x="2019" y="757"/>
                  </a:cubicBezTo>
                  <a:cubicBezTo>
                    <a:pt x="2003" y="768"/>
                    <a:pt x="1984" y="778"/>
                    <a:pt x="1970" y="791"/>
                  </a:cubicBezTo>
                  <a:lnTo>
                    <a:pt x="1970" y="791"/>
                  </a:lnTo>
                  <a:cubicBezTo>
                    <a:pt x="1978" y="740"/>
                    <a:pt x="1981" y="689"/>
                    <a:pt x="1984" y="639"/>
                  </a:cubicBezTo>
                  <a:cubicBezTo>
                    <a:pt x="1992" y="516"/>
                    <a:pt x="1999" y="391"/>
                    <a:pt x="1995" y="269"/>
                  </a:cubicBezTo>
                  <a:cubicBezTo>
                    <a:pt x="1995" y="193"/>
                    <a:pt x="1984" y="103"/>
                    <a:pt x="1913" y="63"/>
                  </a:cubicBezTo>
                  <a:cubicBezTo>
                    <a:pt x="1875" y="43"/>
                    <a:pt x="1840" y="31"/>
                    <a:pt x="1801" y="31"/>
                  </a:cubicBezTo>
                  <a:cubicBezTo>
                    <a:pt x="1788" y="31"/>
                    <a:pt x="1773" y="32"/>
                    <a:pt x="1759" y="36"/>
                  </a:cubicBezTo>
                  <a:cubicBezTo>
                    <a:pt x="1653" y="59"/>
                    <a:pt x="1582" y="145"/>
                    <a:pt x="1526" y="229"/>
                  </a:cubicBezTo>
                  <a:cubicBezTo>
                    <a:pt x="1467" y="320"/>
                    <a:pt x="1424" y="414"/>
                    <a:pt x="1389" y="513"/>
                  </a:cubicBezTo>
                  <a:cubicBezTo>
                    <a:pt x="1357" y="595"/>
                    <a:pt x="1333" y="682"/>
                    <a:pt x="1341" y="769"/>
                  </a:cubicBezTo>
                  <a:cubicBezTo>
                    <a:pt x="1309" y="591"/>
                    <a:pt x="1309" y="410"/>
                    <a:pt x="1242" y="236"/>
                  </a:cubicBezTo>
                  <a:cubicBezTo>
                    <a:pt x="1207" y="131"/>
                    <a:pt x="1137" y="0"/>
                    <a:pt x="1010" y="0"/>
                  </a:cubicBezTo>
                  <a:close/>
                </a:path>
              </a:pathLst>
            </a:custGeom>
            <a:solidFill>
              <a:schemeClr val="accent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8" name="Google Shape;1068;p35"/>
            <p:cNvSpPr/>
            <p:nvPr/>
          </p:nvSpPr>
          <p:spPr>
            <a:xfrm>
              <a:off x="3185123" y="6588739"/>
              <a:ext cx="750093" cy="544963"/>
            </a:xfrm>
            <a:custGeom>
              <a:rect b="b" l="l" r="r" t="t"/>
              <a:pathLst>
                <a:path extrusionOk="0" h="797" w="1097">
                  <a:moveTo>
                    <a:pt x="576" y="1"/>
                  </a:moveTo>
                  <a:cubicBezTo>
                    <a:pt x="486" y="1"/>
                    <a:pt x="396" y="18"/>
                    <a:pt x="316" y="51"/>
                  </a:cubicBezTo>
                  <a:cubicBezTo>
                    <a:pt x="268" y="67"/>
                    <a:pt x="225" y="94"/>
                    <a:pt x="186" y="122"/>
                  </a:cubicBezTo>
                  <a:cubicBezTo>
                    <a:pt x="166" y="138"/>
                    <a:pt x="146" y="158"/>
                    <a:pt x="122" y="174"/>
                  </a:cubicBezTo>
                  <a:cubicBezTo>
                    <a:pt x="115" y="182"/>
                    <a:pt x="103" y="185"/>
                    <a:pt x="91" y="193"/>
                  </a:cubicBezTo>
                  <a:cubicBezTo>
                    <a:pt x="63" y="213"/>
                    <a:pt x="59" y="240"/>
                    <a:pt x="44" y="264"/>
                  </a:cubicBezTo>
                  <a:cubicBezTo>
                    <a:pt x="39" y="272"/>
                    <a:pt x="32" y="276"/>
                    <a:pt x="28" y="284"/>
                  </a:cubicBezTo>
                  <a:cubicBezTo>
                    <a:pt x="12" y="304"/>
                    <a:pt x="0" y="331"/>
                    <a:pt x="4" y="355"/>
                  </a:cubicBezTo>
                  <a:cubicBezTo>
                    <a:pt x="8" y="367"/>
                    <a:pt x="12" y="378"/>
                    <a:pt x="16" y="391"/>
                  </a:cubicBezTo>
                  <a:cubicBezTo>
                    <a:pt x="20" y="406"/>
                    <a:pt x="20" y="422"/>
                    <a:pt x="28" y="434"/>
                  </a:cubicBezTo>
                  <a:cubicBezTo>
                    <a:pt x="35" y="462"/>
                    <a:pt x="48" y="482"/>
                    <a:pt x="55" y="505"/>
                  </a:cubicBezTo>
                  <a:cubicBezTo>
                    <a:pt x="63" y="536"/>
                    <a:pt x="63" y="564"/>
                    <a:pt x="86" y="591"/>
                  </a:cubicBezTo>
                  <a:cubicBezTo>
                    <a:pt x="106" y="607"/>
                    <a:pt x="115" y="623"/>
                    <a:pt x="122" y="647"/>
                  </a:cubicBezTo>
                  <a:cubicBezTo>
                    <a:pt x="134" y="675"/>
                    <a:pt x="146" y="690"/>
                    <a:pt x="174" y="702"/>
                  </a:cubicBezTo>
                  <a:cubicBezTo>
                    <a:pt x="197" y="718"/>
                    <a:pt x="225" y="726"/>
                    <a:pt x="248" y="742"/>
                  </a:cubicBezTo>
                  <a:cubicBezTo>
                    <a:pt x="272" y="757"/>
                    <a:pt x="296" y="769"/>
                    <a:pt x="323" y="773"/>
                  </a:cubicBezTo>
                  <a:cubicBezTo>
                    <a:pt x="347" y="781"/>
                    <a:pt x="379" y="784"/>
                    <a:pt x="403" y="789"/>
                  </a:cubicBezTo>
                  <a:cubicBezTo>
                    <a:pt x="416" y="791"/>
                    <a:pt x="430" y="791"/>
                    <a:pt x="444" y="791"/>
                  </a:cubicBezTo>
                  <a:cubicBezTo>
                    <a:pt x="457" y="791"/>
                    <a:pt x="471" y="791"/>
                    <a:pt x="485" y="793"/>
                  </a:cubicBezTo>
                  <a:cubicBezTo>
                    <a:pt x="503" y="795"/>
                    <a:pt x="521" y="797"/>
                    <a:pt x="539" y="797"/>
                  </a:cubicBezTo>
                  <a:cubicBezTo>
                    <a:pt x="575" y="797"/>
                    <a:pt x="610" y="791"/>
                    <a:pt x="647" y="781"/>
                  </a:cubicBezTo>
                  <a:cubicBezTo>
                    <a:pt x="674" y="773"/>
                    <a:pt x="702" y="773"/>
                    <a:pt x="734" y="761"/>
                  </a:cubicBezTo>
                  <a:cubicBezTo>
                    <a:pt x="757" y="753"/>
                    <a:pt x="785" y="746"/>
                    <a:pt x="809" y="742"/>
                  </a:cubicBezTo>
                  <a:cubicBezTo>
                    <a:pt x="840" y="733"/>
                    <a:pt x="867" y="726"/>
                    <a:pt x="899" y="713"/>
                  </a:cubicBezTo>
                  <a:cubicBezTo>
                    <a:pt x="1053" y="642"/>
                    <a:pt x="1096" y="469"/>
                    <a:pt x="1041" y="323"/>
                  </a:cubicBezTo>
                  <a:cubicBezTo>
                    <a:pt x="1014" y="249"/>
                    <a:pt x="970" y="178"/>
                    <a:pt x="923" y="114"/>
                  </a:cubicBezTo>
                  <a:cubicBezTo>
                    <a:pt x="828" y="36"/>
                    <a:pt x="703" y="1"/>
                    <a:pt x="576" y="1"/>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9" name="Google Shape;1069;p35"/>
            <p:cNvSpPr/>
            <p:nvPr/>
          </p:nvSpPr>
          <p:spPr>
            <a:xfrm>
              <a:off x="3095549" y="7103617"/>
              <a:ext cx="132651" cy="167523"/>
            </a:xfrm>
            <a:custGeom>
              <a:rect b="b" l="l" r="r" t="t"/>
              <a:pathLst>
                <a:path extrusionOk="0" h="245" w="194">
                  <a:moveTo>
                    <a:pt x="163" y="0"/>
                  </a:moveTo>
                  <a:cubicBezTo>
                    <a:pt x="143" y="20"/>
                    <a:pt x="128" y="44"/>
                    <a:pt x="115" y="67"/>
                  </a:cubicBezTo>
                  <a:lnTo>
                    <a:pt x="118" y="69"/>
                  </a:lnTo>
                  <a:lnTo>
                    <a:pt x="118" y="69"/>
                  </a:lnTo>
                  <a:cubicBezTo>
                    <a:pt x="83" y="119"/>
                    <a:pt x="44" y="166"/>
                    <a:pt x="1" y="213"/>
                  </a:cubicBezTo>
                  <a:lnTo>
                    <a:pt x="33" y="244"/>
                  </a:lnTo>
                  <a:cubicBezTo>
                    <a:pt x="76" y="193"/>
                    <a:pt x="115" y="142"/>
                    <a:pt x="155" y="91"/>
                  </a:cubicBezTo>
                  <a:lnTo>
                    <a:pt x="155" y="87"/>
                  </a:lnTo>
                  <a:cubicBezTo>
                    <a:pt x="166" y="67"/>
                    <a:pt x="179" y="47"/>
                    <a:pt x="194" y="31"/>
                  </a:cubicBezTo>
                  <a:lnTo>
                    <a:pt x="1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0" name="Google Shape;1070;p35"/>
            <p:cNvSpPr/>
            <p:nvPr/>
          </p:nvSpPr>
          <p:spPr>
            <a:xfrm>
              <a:off x="2817939" y="6653013"/>
              <a:ext cx="176412" cy="105984"/>
            </a:xfrm>
            <a:custGeom>
              <a:rect b="b" l="l" r="r" t="t"/>
              <a:pathLst>
                <a:path extrusionOk="0" h="155" w="258">
                  <a:moveTo>
                    <a:pt x="13" y="0"/>
                  </a:moveTo>
                  <a:lnTo>
                    <a:pt x="1" y="40"/>
                  </a:lnTo>
                  <a:cubicBezTo>
                    <a:pt x="37" y="52"/>
                    <a:pt x="60" y="60"/>
                    <a:pt x="88" y="75"/>
                  </a:cubicBezTo>
                  <a:cubicBezTo>
                    <a:pt x="112" y="91"/>
                    <a:pt x="135" y="111"/>
                    <a:pt x="163" y="127"/>
                  </a:cubicBezTo>
                  <a:cubicBezTo>
                    <a:pt x="190" y="139"/>
                    <a:pt x="218" y="146"/>
                    <a:pt x="245" y="155"/>
                  </a:cubicBezTo>
                  <a:lnTo>
                    <a:pt x="257" y="111"/>
                  </a:lnTo>
                  <a:cubicBezTo>
                    <a:pt x="230" y="107"/>
                    <a:pt x="206" y="99"/>
                    <a:pt x="182" y="88"/>
                  </a:cubicBezTo>
                  <a:cubicBezTo>
                    <a:pt x="159" y="75"/>
                    <a:pt x="139" y="56"/>
                    <a:pt x="112" y="40"/>
                  </a:cubicBezTo>
                  <a:cubicBezTo>
                    <a:pt x="79" y="20"/>
                    <a:pt x="48" y="9"/>
                    <a:pt x="1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1" name="Google Shape;1071;p35"/>
            <p:cNvSpPr/>
            <p:nvPr/>
          </p:nvSpPr>
          <p:spPr>
            <a:xfrm>
              <a:off x="3203585" y="6448566"/>
              <a:ext cx="71112" cy="135386"/>
            </a:xfrm>
            <a:custGeom>
              <a:rect b="b" l="l" r="r" t="t"/>
              <a:pathLst>
                <a:path extrusionOk="0" h="198" w="104">
                  <a:moveTo>
                    <a:pt x="41" y="0"/>
                  </a:moveTo>
                  <a:lnTo>
                    <a:pt x="1" y="12"/>
                  </a:lnTo>
                  <a:cubicBezTo>
                    <a:pt x="5" y="28"/>
                    <a:pt x="8" y="43"/>
                    <a:pt x="12" y="63"/>
                  </a:cubicBezTo>
                  <a:cubicBezTo>
                    <a:pt x="24" y="110"/>
                    <a:pt x="48" y="154"/>
                    <a:pt x="59" y="197"/>
                  </a:cubicBezTo>
                  <a:lnTo>
                    <a:pt x="103" y="185"/>
                  </a:lnTo>
                  <a:cubicBezTo>
                    <a:pt x="88" y="138"/>
                    <a:pt x="64" y="95"/>
                    <a:pt x="56" y="52"/>
                  </a:cubicBezTo>
                  <a:cubicBezTo>
                    <a:pt x="52" y="35"/>
                    <a:pt x="48" y="19"/>
                    <a:pt x="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2" name="Google Shape;1072;p35"/>
            <p:cNvSpPr/>
            <p:nvPr/>
          </p:nvSpPr>
          <p:spPr>
            <a:xfrm>
              <a:off x="3719147" y="6354206"/>
              <a:ext cx="46496" cy="137437"/>
            </a:xfrm>
            <a:custGeom>
              <a:rect b="b" l="l" r="r" t="t"/>
              <a:pathLst>
                <a:path extrusionOk="0" h="201" w="68">
                  <a:moveTo>
                    <a:pt x="24" y="0"/>
                  </a:moveTo>
                  <a:cubicBezTo>
                    <a:pt x="20" y="15"/>
                    <a:pt x="20" y="24"/>
                    <a:pt x="15" y="35"/>
                  </a:cubicBezTo>
                  <a:lnTo>
                    <a:pt x="15" y="67"/>
                  </a:lnTo>
                  <a:cubicBezTo>
                    <a:pt x="11" y="110"/>
                    <a:pt x="4" y="154"/>
                    <a:pt x="0" y="201"/>
                  </a:cubicBezTo>
                  <a:lnTo>
                    <a:pt x="44" y="201"/>
                  </a:lnTo>
                  <a:cubicBezTo>
                    <a:pt x="47" y="157"/>
                    <a:pt x="55" y="115"/>
                    <a:pt x="59" y="71"/>
                  </a:cubicBezTo>
                  <a:lnTo>
                    <a:pt x="59" y="39"/>
                  </a:lnTo>
                  <a:cubicBezTo>
                    <a:pt x="63" y="31"/>
                    <a:pt x="63" y="28"/>
                    <a:pt x="67" y="15"/>
                  </a:cubicBezTo>
                  <a:lnTo>
                    <a:pt x="2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3" name="Google Shape;1073;p35"/>
            <p:cNvSpPr/>
            <p:nvPr/>
          </p:nvSpPr>
          <p:spPr>
            <a:xfrm>
              <a:off x="4088382" y="6698826"/>
              <a:ext cx="108035" cy="41710"/>
            </a:xfrm>
            <a:custGeom>
              <a:rect b="b" l="l" r="r" t="t"/>
              <a:pathLst>
                <a:path extrusionOk="0" h="61" w="158">
                  <a:moveTo>
                    <a:pt x="154" y="1"/>
                  </a:moveTo>
                  <a:cubicBezTo>
                    <a:pt x="103" y="4"/>
                    <a:pt x="55" y="17"/>
                    <a:pt x="8" y="17"/>
                  </a:cubicBezTo>
                  <a:lnTo>
                    <a:pt x="0" y="17"/>
                  </a:lnTo>
                  <a:lnTo>
                    <a:pt x="0" y="60"/>
                  </a:lnTo>
                  <a:lnTo>
                    <a:pt x="8" y="60"/>
                  </a:lnTo>
                  <a:cubicBezTo>
                    <a:pt x="59" y="60"/>
                    <a:pt x="110" y="48"/>
                    <a:pt x="158" y="44"/>
                  </a:cubicBezTo>
                  <a:lnTo>
                    <a:pt x="15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4" name="Google Shape;1074;p35"/>
            <p:cNvSpPr/>
            <p:nvPr/>
          </p:nvSpPr>
          <p:spPr>
            <a:xfrm>
              <a:off x="3637778" y="7211652"/>
              <a:ext cx="43761" cy="151113"/>
            </a:xfrm>
            <a:custGeom>
              <a:rect b="b" l="l" r="r" t="t"/>
              <a:pathLst>
                <a:path extrusionOk="0" h="221" w="64">
                  <a:moveTo>
                    <a:pt x="44" y="0"/>
                  </a:moveTo>
                  <a:lnTo>
                    <a:pt x="1" y="12"/>
                  </a:lnTo>
                  <a:cubicBezTo>
                    <a:pt x="12" y="59"/>
                    <a:pt x="21" y="106"/>
                    <a:pt x="21" y="153"/>
                  </a:cubicBezTo>
                  <a:cubicBezTo>
                    <a:pt x="21" y="173"/>
                    <a:pt x="16" y="197"/>
                    <a:pt x="16" y="221"/>
                  </a:cubicBezTo>
                  <a:lnTo>
                    <a:pt x="59" y="221"/>
                  </a:lnTo>
                  <a:cubicBezTo>
                    <a:pt x="59" y="197"/>
                    <a:pt x="63" y="177"/>
                    <a:pt x="63" y="153"/>
                  </a:cubicBezTo>
                  <a:cubicBezTo>
                    <a:pt x="63" y="102"/>
                    <a:pt x="56" y="55"/>
                    <a:pt x="4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75" name="Google Shape;1075;p35"/>
          <p:cNvSpPr txBox="1"/>
          <p:nvPr>
            <p:ph type="title"/>
          </p:nvPr>
        </p:nvSpPr>
        <p:spPr>
          <a:xfrm>
            <a:off x="3740225" y="1173575"/>
            <a:ext cx="5588400" cy="2386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Who I Was Before</a:t>
            </a:r>
            <a:endParaRPr/>
          </a:p>
        </p:txBody>
      </p:sp>
      <p:grpSp>
        <p:nvGrpSpPr>
          <p:cNvPr id="1076" name="Google Shape;1076;p35"/>
          <p:cNvGrpSpPr/>
          <p:nvPr/>
        </p:nvGrpSpPr>
        <p:grpSpPr>
          <a:xfrm>
            <a:off x="7599246" y="6172522"/>
            <a:ext cx="1341241" cy="3071015"/>
            <a:chOff x="5549351" y="6524166"/>
            <a:chExt cx="1441110" cy="3299684"/>
          </a:xfrm>
        </p:grpSpPr>
        <p:sp>
          <p:nvSpPr>
            <p:cNvPr id="1077" name="Google Shape;1077;p35"/>
            <p:cNvSpPr/>
            <p:nvPr/>
          </p:nvSpPr>
          <p:spPr>
            <a:xfrm>
              <a:off x="5576006" y="6720641"/>
              <a:ext cx="171971" cy="539992"/>
            </a:xfrm>
            <a:custGeom>
              <a:rect b="b" l="l" r="r" t="t"/>
              <a:pathLst>
                <a:path extrusionOk="0" h="1256" w="400">
                  <a:moveTo>
                    <a:pt x="256" y="1"/>
                  </a:moveTo>
                  <a:cubicBezTo>
                    <a:pt x="252" y="1"/>
                    <a:pt x="249" y="1"/>
                    <a:pt x="246" y="1"/>
                  </a:cubicBezTo>
                  <a:cubicBezTo>
                    <a:pt x="242" y="5"/>
                    <a:pt x="234" y="5"/>
                    <a:pt x="230" y="9"/>
                  </a:cubicBezTo>
                  <a:cubicBezTo>
                    <a:pt x="218" y="13"/>
                    <a:pt x="206" y="25"/>
                    <a:pt x="195" y="36"/>
                  </a:cubicBezTo>
                  <a:cubicBezTo>
                    <a:pt x="115" y="120"/>
                    <a:pt x="44" y="226"/>
                    <a:pt x="21" y="348"/>
                  </a:cubicBezTo>
                  <a:cubicBezTo>
                    <a:pt x="1" y="455"/>
                    <a:pt x="24" y="553"/>
                    <a:pt x="48" y="652"/>
                  </a:cubicBezTo>
                  <a:cubicBezTo>
                    <a:pt x="72" y="762"/>
                    <a:pt x="64" y="884"/>
                    <a:pt x="48" y="995"/>
                  </a:cubicBezTo>
                  <a:cubicBezTo>
                    <a:pt x="40" y="1042"/>
                    <a:pt x="33" y="1090"/>
                    <a:pt x="33" y="1132"/>
                  </a:cubicBezTo>
                  <a:cubicBezTo>
                    <a:pt x="37" y="1180"/>
                    <a:pt x="57" y="1227"/>
                    <a:pt x="95" y="1255"/>
                  </a:cubicBezTo>
                  <a:cubicBezTo>
                    <a:pt x="131" y="1097"/>
                    <a:pt x="163" y="939"/>
                    <a:pt x="198" y="786"/>
                  </a:cubicBezTo>
                  <a:cubicBezTo>
                    <a:pt x="210" y="730"/>
                    <a:pt x="222" y="675"/>
                    <a:pt x="253" y="628"/>
                  </a:cubicBezTo>
                  <a:cubicBezTo>
                    <a:pt x="273" y="597"/>
                    <a:pt x="301" y="573"/>
                    <a:pt x="321" y="541"/>
                  </a:cubicBezTo>
                  <a:cubicBezTo>
                    <a:pt x="344" y="502"/>
                    <a:pt x="352" y="458"/>
                    <a:pt x="360" y="415"/>
                  </a:cubicBezTo>
                  <a:cubicBezTo>
                    <a:pt x="375" y="309"/>
                    <a:pt x="399" y="115"/>
                    <a:pt x="321" y="33"/>
                  </a:cubicBezTo>
                  <a:cubicBezTo>
                    <a:pt x="303" y="15"/>
                    <a:pt x="280" y="1"/>
                    <a:pt x="256"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8" name="Google Shape;1078;p35"/>
            <p:cNvSpPr/>
            <p:nvPr/>
          </p:nvSpPr>
          <p:spPr>
            <a:xfrm>
              <a:off x="5572997" y="6710753"/>
              <a:ext cx="174980" cy="559339"/>
            </a:xfrm>
            <a:custGeom>
              <a:rect b="b" l="l" r="r" t="t"/>
              <a:pathLst>
                <a:path extrusionOk="0" h="1301" w="407">
                  <a:moveTo>
                    <a:pt x="264" y="43"/>
                  </a:moveTo>
                  <a:cubicBezTo>
                    <a:pt x="273" y="43"/>
                    <a:pt x="280" y="48"/>
                    <a:pt x="288" y="52"/>
                  </a:cubicBezTo>
                  <a:cubicBezTo>
                    <a:pt x="296" y="56"/>
                    <a:pt x="304" y="63"/>
                    <a:pt x="311" y="72"/>
                  </a:cubicBezTo>
                  <a:cubicBezTo>
                    <a:pt x="331" y="91"/>
                    <a:pt x="344" y="119"/>
                    <a:pt x="351" y="150"/>
                  </a:cubicBezTo>
                  <a:cubicBezTo>
                    <a:pt x="359" y="181"/>
                    <a:pt x="363" y="221"/>
                    <a:pt x="363" y="261"/>
                  </a:cubicBezTo>
                  <a:cubicBezTo>
                    <a:pt x="363" y="323"/>
                    <a:pt x="355" y="387"/>
                    <a:pt x="347" y="434"/>
                  </a:cubicBezTo>
                  <a:cubicBezTo>
                    <a:pt x="339" y="478"/>
                    <a:pt x="328" y="517"/>
                    <a:pt x="308" y="552"/>
                  </a:cubicBezTo>
                  <a:cubicBezTo>
                    <a:pt x="300" y="569"/>
                    <a:pt x="288" y="580"/>
                    <a:pt x="276" y="596"/>
                  </a:cubicBezTo>
                  <a:cubicBezTo>
                    <a:pt x="264" y="607"/>
                    <a:pt x="253" y="623"/>
                    <a:pt x="241" y="640"/>
                  </a:cubicBezTo>
                  <a:cubicBezTo>
                    <a:pt x="209" y="691"/>
                    <a:pt x="197" y="749"/>
                    <a:pt x="186" y="800"/>
                  </a:cubicBezTo>
                  <a:cubicBezTo>
                    <a:pt x="152" y="946"/>
                    <a:pt x="120" y="1092"/>
                    <a:pt x="91" y="1237"/>
                  </a:cubicBezTo>
                  <a:lnTo>
                    <a:pt x="91" y="1237"/>
                  </a:lnTo>
                  <a:cubicBezTo>
                    <a:pt x="86" y="1230"/>
                    <a:pt x="82" y="1223"/>
                    <a:pt x="79" y="1215"/>
                  </a:cubicBezTo>
                  <a:cubicBezTo>
                    <a:pt x="71" y="1199"/>
                    <a:pt x="64" y="1175"/>
                    <a:pt x="64" y="1155"/>
                  </a:cubicBezTo>
                  <a:lnTo>
                    <a:pt x="64" y="1136"/>
                  </a:lnTo>
                  <a:cubicBezTo>
                    <a:pt x="64" y="1100"/>
                    <a:pt x="71" y="1061"/>
                    <a:pt x="75" y="1022"/>
                  </a:cubicBezTo>
                  <a:cubicBezTo>
                    <a:pt x="87" y="962"/>
                    <a:pt x="91" y="895"/>
                    <a:pt x="91" y="829"/>
                  </a:cubicBezTo>
                  <a:cubicBezTo>
                    <a:pt x="91" y="777"/>
                    <a:pt x="87" y="722"/>
                    <a:pt x="75" y="671"/>
                  </a:cubicBezTo>
                  <a:cubicBezTo>
                    <a:pt x="60" y="596"/>
                    <a:pt x="44" y="529"/>
                    <a:pt x="44" y="458"/>
                  </a:cubicBezTo>
                  <a:cubicBezTo>
                    <a:pt x="44" y="430"/>
                    <a:pt x="47" y="403"/>
                    <a:pt x="51" y="375"/>
                  </a:cubicBezTo>
                  <a:cubicBezTo>
                    <a:pt x="75" y="256"/>
                    <a:pt x="138" y="158"/>
                    <a:pt x="217" y="76"/>
                  </a:cubicBezTo>
                  <a:cubicBezTo>
                    <a:pt x="229" y="63"/>
                    <a:pt x="237" y="56"/>
                    <a:pt x="249" y="52"/>
                  </a:cubicBezTo>
                  <a:cubicBezTo>
                    <a:pt x="249" y="48"/>
                    <a:pt x="253" y="48"/>
                    <a:pt x="257" y="48"/>
                  </a:cubicBezTo>
                  <a:cubicBezTo>
                    <a:pt x="260" y="43"/>
                    <a:pt x="260" y="43"/>
                    <a:pt x="264" y="43"/>
                  </a:cubicBezTo>
                  <a:close/>
                  <a:moveTo>
                    <a:pt x="264" y="1"/>
                  </a:moveTo>
                  <a:cubicBezTo>
                    <a:pt x="260" y="1"/>
                    <a:pt x="253" y="5"/>
                    <a:pt x="249" y="5"/>
                  </a:cubicBezTo>
                  <a:cubicBezTo>
                    <a:pt x="241" y="5"/>
                    <a:pt x="233" y="8"/>
                    <a:pt x="225" y="12"/>
                  </a:cubicBezTo>
                  <a:cubicBezTo>
                    <a:pt x="209" y="20"/>
                    <a:pt x="197" y="32"/>
                    <a:pt x="186" y="43"/>
                  </a:cubicBezTo>
                  <a:cubicBezTo>
                    <a:pt x="102" y="130"/>
                    <a:pt x="31" y="237"/>
                    <a:pt x="8" y="367"/>
                  </a:cubicBezTo>
                  <a:cubicBezTo>
                    <a:pt x="4" y="398"/>
                    <a:pt x="0" y="427"/>
                    <a:pt x="0" y="458"/>
                  </a:cubicBezTo>
                  <a:cubicBezTo>
                    <a:pt x="0" y="533"/>
                    <a:pt x="16" y="607"/>
                    <a:pt x="31" y="678"/>
                  </a:cubicBezTo>
                  <a:cubicBezTo>
                    <a:pt x="44" y="726"/>
                    <a:pt x="47" y="777"/>
                    <a:pt x="47" y="829"/>
                  </a:cubicBezTo>
                  <a:cubicBezTo>
                    <a:pt x="47" y="891"/>
                    <a:pt x="44" y="955"/>
                    <a:pt x="31" y="1013"/>
                  </a:cubicBezTo>
                  <a:cubicBezTo>
                    <a:pt x="28" y="1053"/>
                    <a:pt x="20" y="1093"/>
                    <a:pt x="20" y="1136"/>
                  </a:cubicBezTo>
                  <a:lnTo>
                    <a:pt x="20" y="1160"/>
                  </a:lnTo>
                  <a:cubicBezTo>
                    <a:pt x="20" y="1184"/>
                    <a:pt x="28" y="1211"/>
                    <a:pt x="40" y="1235"/>
                  </a:cubicBezTo>
                  <a:cubicBezTo>
                    <a:pt x="51" y="1258"/>
                    <a:pt x="67" y="1282"/>
                    <a:pt x="91" y="1297"/>
                  </a:cubicBezTo>
                  <a:cubicBezTo>
                    <a:pt x="93" y="1300"/>
                    <a:pt x="96" y="1301"/>
                    <a:pt x="99" y="1301"/>
                  </a:cubicBezTo>
                  <a:cubicBezTo>
                    <a:pt x="103" y="1301"/>
                    <a:pt x="107" y="1300"/>
                    <a:pt x="111" y="1297"/>
                  </a:cubicBezTo>
                  <a:cubicBezTo>
                    <a:pt x="118" y="1293"/>
                    <a:pt x="122" y="1290"/>
                    <a:pt x="122" y="1282"/>
                  </a:cubicBezTo>
                  <a:cubicBezTo>
                    <a:pt x="158" y="1124"/>
                    <a:pt x="193" y="971"/>
                    <a:pt x="225" y="813"/>
                  </a:cubicBezTo>
                  <a:cubicBezTo>
                    <a:pt x="237" y="758"/>
                    <a:pt x="249" y="706"/>
                    <a:pt x="276" y="663"/>
                  </a:cubicBezTo>
                  <a:cubicBezTo>
                    <a:pt x="288" y="651"/>
                    <a:pt x="300" y="635"/>
                    <a:pt x="311" y="623"/>
                  </a:cubicBezTo>
                  <a:cubicBezTo>
                    <a:pt x="324" y="607"/>
                    <a:pt x="335" y="592"/>
                    <a:pt x="344" y="576"/>
                  </a:cubicBezTo>
                  <a:cubicBezTo>
                    <a:pt x="371" y="533"/>
                    <a:pt x="382" y="485"/>
                    <a:pt x="391" y="438"/>
                  </a:cubicBezTo>
                  <a:cubicBezTo>
                    <a:pt x="399" y="391"/>
                    <a:pt x="406" y="327"/>
                    <a:pt x="406" y="261"/>
                  </a:cubicBezTo>
                  <a:cubicBezTo>
                    <a:pt x="406" y="217"/>
                    <a:pt x="402" y="178"/>
                    <a:pt x="395" y="138"/>
                  </a:cubicBezTo>
                  <a:cubicBezTo>
                    <a:pt x="382" y="103"/>
                    <a:pt x="371" y="67"/>
                    <a:pt x="344" y="40"/>
                  </a:cubicBezTo>
                  <a:cubicBezTo>
                    <a:pt x="335" y="32"/>
                    <a:pt x="324" y="20"/>
                    <a:pt x="308" y="12"/>
                  </a:cubicBezTo>
                  <a:cubicBezTo>
                    <a:pt x="296" y="8"/>
                    <a:pt x="280" y="1"/>
                    <a:pt x="26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9" name="Google Shape;1079;p35"/>
            <p:cNvSpPr/>
            <p:nvPr/>
          </p:nvSpPr>
          <p:spPr>
            <a:xfrm>
              <a:off x="5748836" y="8979037"/>
              <a:ext cx="1017638" cy="836214"/>
            </a:xfrm>
            <a:custGeom>
              <a:rect b="b" l="l" r="r" t="t"/>
              <a:pathLst>
                <a:path extrusionOk="0" h="1945" w="2367">
                  <a:moveTo>
                    <a:pt x="1" y="1"/>
                  </a:moveTo>
                  <a:lnTo>
                    <a:pt x="222" y="1538"/>
                  </a:lnTo>
                  <a:cubicBezTo>
                    <a:pt x="257" y="1767"/>
                    <a:pt x="455" y="1936"/>
                    <a:pt x="687" y="1941"/>
                  </a:cubicBezTo>
                  <a:lnTo>
                    <a:pt x="1606" y="1944"/>
                  </a:lnTo>
                  <a:cubicBezTo>
                    <a:pt x="1917" y="1944"/>
                    <a:pt x="2177" y="1712"/>
                    <a:pt x="2210" y="1404"/>
                  </a:cubicBezTo>
                  <a:lnTo>
                    <a:pt x="2367" y="1"/>
                  </a:lnTo>
                  <a:close/>
                </a:path>
              </a:pathLst>
            </a:custGeom>
            <a:solidFill>
              <a:schemeClr val="accen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0" name="Google Shape;1080;p35"/>
            <p:cNvSpPr/>
            <p:nvPr/>
          </p:nvSpPr>
          <p:spPr>
            <a:xfrm>
              <a:off x="5738948" y="8970438"/>
              <a:ext cx="1036125" cy="853411"/>
            </a:xfrm>
            <a:custGeom>
              <a:rect b="b" l="l" r="r" t="t"/>
              <a:pathLst>
                <a:path extrusionOk="0" h="1985" w="2410">
                  <a:moveTo>
                    <a:pt x="2362" y="44"/>
                  </a:moveTo>
                  <a:lnTo>
                    <a:pt x="2213" y="1420"/>
                  </a:lnTo>
                  <a:cubicBezTo>
                    <a:pt x="2182" y="1719"/>
                    <a:pt x="1929" y="1941"/>
                    <a:pt x="1633" y="1941"/>
                  </a:cubicBezTo>
                  <a:lnTo>
                    <a:pt x="1629" y="1941"/>
                  </a:lnTo>
                  <a:lnTo>
                    <a:pt x="710" y="1937"/>
                  </a:lnTo>
                  <a:cubicBezTo>
                    <a:pt x="486" y="1937"/>
                    <a:pt x="300" y="1775"/>
                    <a:pt x="269" y="1554"/>
                  </a:cubicBezTo>
                  <a:lnTo>
                    <a:pt x="48" y="44"/>
                  </a:lnTo>
                  <a:close/>
                  <a:moveTo>
                    <a:pt x="24" y="1"/>
                  </a:moveTo>
                  <a:cubicBezTo>
                    <a:pt x="16" y="1"/>
                    <a:pt x="13" y="1"/>
                    <a:pt x="9" y="8"/>
                  </a:cubicBezTo>
                  <a:cubicBezTo>
                    <a:pt x="5" y="12"/>
                    <a:pt x="0" y="16"/>
                    <a:pt x="0" y="24"/>
                  </a:cubicBezTo>
                  <a:lnTo>
                    <a:pt x="225" y="1562"/>
                  </a:lnTo>
                  <a:cubicBezTo>
                    <a:pt x="260" y="1803"/>
                    <a:pt x="466" y="1980"/>
                    <a:pt x="710" y="1980"/>
                  </a:cubicBezTo>
                  <a:lnTo>
                    <a:pt x="1629" y="1984"/>
                  </a:lnTo>
                  <a:lnTo>
                    <a:pt x="1633" y="1984"/>
                  </a:lnTo>
                  <a:cubicBezTo>
                    <a:pt x="1953" y="1984"/>
                    <a:pt x="2220" y="1743"/>
                    <a:pt x="2256" y="1428"/>
                  </a:cubicBezTo>
                  <a:lnTo>
                    <a:pt x="2410" y="24"/>
                  </a:lnTo>
                  <a:cubicBezTo>
                    <a:pt x="2410" y="16"/>
                    <a:pt x="2410" y="12"/>
                    <a:pt x="2406" y="5"/>
                  </a:cubicBezTo>
                  <a:cubicBezTo>
                    <a:pt x="2402" y="1"/>
                    <a:pt x="2394" y="1"/>
                    <a:pt x="2390"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1" name="Google Shape;1081;p35"/>
            <p:cNvSpPr/>
            <p:nvPr/>
          </p:nvSpPr>
          <p:spPr>
            <a:xfrm>
              <a:off x="5748836" y="8870266"/>
              <a:ext cx="1030106" cy="219264"/>
            </a:xfrm>
            <a:custGeom>
              <a:rect b="b" l="l" r="r" t="t"/>
              <a:pathLst>
                <a:path extrusionOk="0" h="510" w="2396">
                  <a:moveTo>
                    <a:pt x="1196" y="1"/>
                  </a:moveTo>
                  <a:cubicBezTo>
                    <a:pt x="537" y="1"/>
                    <a:pt x="1" y="115"/>
                    <a:pt x="1" y="254"/>
                  </a:cubicBezTo>
                  <a:cubicBezTo>
                    <a:pt x="1" y="396"/>
                    <a:pt x="537" y="509"/>
                    <a:pt x="1196" y="509"/>
                  </a:cubicBezTo>
                  <a:cubicBezTo>
                    <a:pt x="1859" y="509"/>
                    <a:pt x="2395" y="396"/>
                    <a:pt x="2395" y="254"/>
                  </a:cubicBezTo>
                  <a:cubicBezTo>
                    <a:pt x="2395" y="115"/>
                    <a:pt x="1859" y="1"/>
                    <a:pt x="1196"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2" name="Google Shape;1082;p35"/>
            <p:cNvSpPr/>
            <p:nvPr/>
          </p:nvSpPr>
          <p:spPr>
            <a:xfrm>
              <a:off x="5738948" y="8860377"/>
              <a:ext cx="1048163" cy="237751"/>
            </a:xfrm>
            <a:custGeom>
              <a:rect b="b" l="l" r="r" t="t"/>
              <a:pathLst>
                <a:path extrusionOk="0" h="553" w="2438">
                  <a:moveTo>
                    <a:pt x="1219" y="44"/>
                  </a:moveTo>
                  <a:cubicBezTo>
                    <a:pt x="1550" y="44"/>
                    <a:pt x="1846" y="75"/>
                    <a:pt x="2063" y="119"/>
                  </a:cubicBezTo>
                  <a:cubicBezTo>
                    <a:pt x="2169" y="142"/>
                    <a:pt x="2256" y="170"/>
                    <a:pt x="2311" y="197"/>
                  </a:cubicBezTo>
                  <a:cubicBezTo>
                    <a:pt x="2342" y="213"/>
                    <a:pt x="2362" y="225"/>
                    <a:pt x="2375" y="241"/>
                  </a:cubicBezTo>
                  <a:cubicBezTo>
                    <a:pt x="2382" y="248"/>
                    <a:pt x="2386" y="253"/>
                    <a:pt x="2390" y="261"/>
                  </a:cubicBezTo>
                  <a:cubicBezTo>
                    <a:pt x="2394" y="264"/>
                    <a:pt x="2394" y="272"/>
                    <a:pt x="2394" y="277"/>
                  </a:cubicBezTo>
                  <a:cubicBezTo>
                    <a:pt x="2394" y="280"/>
                    <a:pt x="2394" y="288"/>
                    <a:pt x="2390" y="292"/>
                  </a:cubicBezTo>
                  <a:cubicBezTo>
                    <a:pt x="2386" y="304"/>
                    <a:pt x="2375" y="319"/>
                    <a:pt x="2355" y="332"/>
                  </a:cubicBezTo>
                  <a:cubicBezTo>
                    <a:pt x="2319" y="355"/>
                    <a:pt x="2268" y="379"/>
                    <a:pt x="2197" y="403"/>
                  </a:cubicBezTo>
                  <a:cubicBezTo>
                    <a:pt x="2091" y="434"/>
                    <a:pt x="1945" y="461"/>
                    <a:pt x="1779" y="477"/>
                  </a:cubicBezTo>
                  <a:cubicBezTo>
                    <a:pt x="1614" y="497"/>
                    <a:pt x="1424" y="508"/>
                    <a:pt x="1219" y="508"/>
                  </a:cubicBezTo>
                  <a:cubicBezTo>
                    <a:pt x="892" y="508"/>
                    <a:pt x="592" y="481"/>
                    <a:pt x="379" y="434"/>
                  </a:cubicBezTo>
                  <a:cubicBezTo>
                    <a:pt x="273" y="414"/>
                    <a:pt x="186" y="386"/>
                    <a:pt x="127" y="355"/>
                  </a:cubicBezTo>
                  <a:cubicBezTo>
                    <a:pt x="100" y="343"/>
                    <a:pt x="76" y="328"/>
                    <a:pt x="64" y="312"/>
                  </a:cubicBezTo>
                  <a:cubicBezTo>
                    <a:pt x="56" y="308"/>
                    <a:pt x="52" y="300"/>
                    <a:pt x="48" y="292"/>
                  </a:cubicBezTo>
                  <a:cubicBezTo>
                    <a:pt x="48" y="288"/>
                    <a:pt x="44" y="280"/>
                    <a:pt x="44" y="277"/>
                  </a:cubicBezTo>
                  <a:cubicBezTo>
                    <a:pt x="44" y="272"/>
                    <a:pt x="48" y="264"/>
                    <a:pt x="48" y="261"/>
                  </a:cubicBezTo>
                  <a:cubicBezTo>
                    <a:pt x="56" y="248"/>
                    <a:pt x="67" y="237"/>
                    <a:pt x="87" y="221"/>
                  </a:cubicBezTo>
                  <a:cubicBezTo>
                    <a:pt x="119" y="197"/>
                    <a:pt x="174" y="173"/>
                    <a:pt x="245" y="154"/>
                  </a:cubicBezTo>
                  <a:cubicBezTo>
                    <a:pt x="351" y="119"/>
                    <a:pt x="493" y="95"/>
                    <a:pt x="659" y="75"/>
                  </a:cubicBezTo>
                  <a:cubicBezTo>
                    <a:pt x="828" y="55"/>
                    <a:pt x="1018" y="44"/>
                    <a:pt x="1219" y="44"/>
                  </a:cubicBezTo>
                  <a:close/>
                  <a:moveTo>
                    <a:pt x="1219" y="0"/>
                  </a:moveTo>
                  <a:cubicBezTo>
                    <a:pt x="888" y="0"/>
                    <a:pt x="588" y="28"/>
                    <a:pt x="371" y="75"/>
                  </a:cubicBezTo>
                  <a:cubicBezTo>
                    <a:pt x="260" y="99"/>
                    <a:pt x="171" y="126"/>
                    <a:pt x="107" y="158"/>
                  </a:cubicBezTo>
                  <a:cubicBezTo>
                    <a:pt x="76" y="173"/>
                    <a:pt x="52" y="190"/>
                    <a:pt x="32" y="209"/>
                  </a:cubicBezTo>
                  <a:cubicBezTo>
                    <a:pt x="24" y="221"/>
                    <a:pt x="16" y="229"/>
                    <a:pt x="9" y="241"/>
                  </a:cubicBezTo>
                  <a:cubicBezTo>
                    <a:pt x="5" y="253"/>
                    <a:pt x="0" y="264"/>
                    <a:pt x="0" y="277"/>
                  </a:cubicBezTo>
                  <a:cubicBezTo>
                    <a:pt x="0" y="288"/>
                    <a:pt x="5" y="300"/>
                    <a:pt x="9" y="312"/>
                  </a:cubicBezTo>
                  <a:cubicBezTo>
                    <a:pt x="20" y="332"/>
                    <a:pt x="36" y="351"/>
                    <a:pt x="60" y="367"/>
                  </a:cubicBezTo>
                  <a:cubicBezTo>
                    <a:pt x="100" y="395"/>
                    <a:pt x="158" y="422"/>
                    <a:pt x="233" y="442"/>
                  </a:cubicBezTo>
                  <a:cubicBezTo>
                    <a:pt x="344" y="477"/>
                    <a:pt x="486" y="505"/>
                    <a:pt x="655" y="521"/>
                  </a:cubicBezTo>
                  <a:cubicBezTo>
                    <a:pt x="825" y="541"/>
                    <a:pt x="1014" y="552"/>
                    <a:pt x="1219" y="552"/>
                  </a:cubicBezTo>
                  <a:cubicBezTo>
                    <a:pt x="1550" y="552"/>
                    <a:pt x="1850" y="525"/>
                    <a:pt x="2071" y="477"/>
                  </a:cubicBezTo>
                  <a:cubicBezTo>
                    <a:pt x="2182" y="454"/>
                    <a:pt x="2268" y="426"/>
                    <a:pt x="2331" y="395"/>
                  </a:cubicBezTo>
                  <a:cubicBezTo>
                    <a:pt x="2362" y="379"/>
                    <a:pt x="2390" y="363"/>
                    <a:pt x="2406" y="343"/>
                  </a:cubicBezTo>
                  <a:cubicBezTo>
                    <a:pt x="2418" y="335"/>
                    <a:pt x="2426" y="324"/>
                    <a:pt x="2430" y="312"/>
                  </a:cubicBezTo>
                  <a:cubicBezTo>
                    <a:pt x="2433" y="300"/>
                    <a:pt x="2437" y="288"/>
                    <a:pt x="2437" y="277"/>
                  </a:cubicBezTo>
                  <a:cubicBezTo>
                    <a:pt x="2437" y="264"/>
                    <a:pt x="2433" y="253"/>
                    <a:pt x="2430" y="241"/>
                  </a:cubicBezTo>
                  <a:cubicBezTo>
                    <a:pt x="2418" y="221"/>
                    <a:pt x="2402" y="201"/>
                    <a:pt x="2378" y="186"/>
                  </a:cubicBezTo>
                  <a:cubicBezTo>
                    <a:pt x="2339" y="158"/>
                    <a:pt x="2280" y="135"/>
                    <a:pt x="2209" y="111"/>
                  </a:cubicBezTo>
                  <a:cubicBezTo>
                    <a:pt x="2098" y="79"/>
                    <a:pt x="1953" y="51"/>
                    <a:pt x="1783" y="32"/>
                  </a:cubicBezTo>
                  <a:cubicBezTo>
                    <a:pt x="1618" y="12"/>
                    <a:pt x="1424" y="0"/>
                    <a:pt x="121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3" name="Google Shape;1083;p35"/>
            <p:cNvSpPr/>
            <p:nvPr/>
          </p:nvSpPr>
          <p:spPr>
            <a:xfrm>
              <a:off x="5925535" y="6602412"/>
              <a:ext cx="310408" cy="1622556"/>
            </a:xfrm>
            <a:custGeom>
              <a:rect b="b" l="l" r="r" t="t"/>
              <a:pathLst>
                <a:path extrusionOk="0" h="3774" w="722">
                  <a:moveTo>
                    <a:pt x="237" y="0"/>
                  </a:moveTo>
                  <a:cubicBezTo>
                    <a:pt x="59" y="410"/>
                    <a:pt x="1" y="875"/>
                    <a:pt x="68" y="1317"/>
                  </a:cubicBezTo>
                  <a:cubicBezTo>
                    <a:pt x="119" y="1629"/>
                    <a:pt x="225" y="1924"/>
                    <a:pt x="276" y="2232"/>
                  </a:cubicBezTo>
                  <a:cubicBezTo>
                    <a:pt x="359" y="2701"/>
                    <a:pt x="257" y="3363"/>
                    <a:pt x="541" y="3773"/>
                  </a:cubicBezTo>
                  <a:cubicBezTo>
                    <a:pt x="552" y="3731"/>
                    <a:pt x="568" y="3691"/>
                    <a:pt x="596" y="3651"/>
                  </a:cubicBezTo>
                  <a:cubicBezTo>
                    <a:pt x="702" y="3489"/>
                    <a:pt x="714" y="3289"/>
                    <a:pt x="718" y="3096"/>
                  </a:cubicBezTo>
                  <a:cubicBezTo>
                    <a:pt x="722" y="2630"/>
                    <a:pt x="678" y="2161"/>
                    <a:pt x="568" y="1711"/>
                  </a:cubicBezTo>
                  <a:cubicBezTo>
                    <a:pt x="470" y="1309"/>
                    <a:pt x="320" y="910"/>
                    <a:pt x="352" y="501"/>
                  </a:cubicBezTo>
                  <a:cubicBezTo>
                    <a:pt x="359" y="410"/>
                    <a:pt x="375" y="319"/>
                    <a:pt x="367" y="229"/>
                  </a:cubicBezTo>
                  <a:cubicBezTo>
                    <a:pt x="355" y="138"/>
                    <a:pt x="316" y="44"/>
                    <a:pt x="237"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4" name="Google Shape;1084;p35"/>
            <p:cNvSpPr/>
            <p:nvPr/>
          </p:nvSpPr>
          <p:spPr>
            <a:xfrm>
              <a:off x="5934133" y="6592524"/>
              <a:ext cx="308688" cy="1642333"/>
            </a:xfrm>
            <a:custGeom>
              <a:rect b="b" l="l" r="r" t="t"/>
              <a:pathLst>
                <a:path extrusionOk="0" h="3820" w="718">
                  <a:moveTo>
                    <a:pt x="226" y="56"/>
                  </a:moveTo>
                  <a:lnTo>
                    <a:pt x="226" y="56"/>
                  </a:lnTo>
                  <a:cubicBezTo>
                    <a:pt x="252" y="76"/>
                    <a:pt x="272" y="101"/>
                    <a:pt x="288" y="129"/>
                  </a:cubicBezTo>
                  <a:cubicBezTo>
                    <a:pt x="308" y="169"/>
                    <a:pt x="319" y="212"/>
                    <a:pt x="323" y="256"/>
                  </a:cubicBezTo>
                  <a:cubicBezTo>
                    <a:pt x="327" y="271"/>
                    <a:pt x="327" y="291"/>
                    <a:pt x="327" y="311"/>
                  </a:cubicBezTo>
                  <a:cubicBezTo>
                    <a:pt x="327" y="382"/>
                    <a:pt x="316" y="449"/>
                    <a:pt x="312" y="524"/>
                  </a:cubicBezTo>
                  <a:cubicBezTo>
                    <a:pt x="308" y="563"/>
                    <a:pt x="308" y="602"/>
                    <a:pt x="308" y="638"/>
                  </a:cubicBezTo>
                  <a:cubicBezTo>
                    <a:pt x="308" y="1013"/>
                    <a:pt x="438" y="1379"/>
                    <a:pt x="525" y="1738"/>
                  </a:cubicBezTo>
                  <a:cubicBezTo>
                    <a:pt x="631" y="2168"/>
                    <a:pt x="674" y="2606"/>
                    <a:pt x="674" y="3048"/>
                  </a:cubicBezTo>
                  <a:lnTo>
                    <a:pt x="674" y="3119"/>
                  </a:lnTo>
                  <a:cubicBezTo>
                    <a:pt x="674" y="3213"/>
                    <a:pt x="670" y="3312"/>
                    <a:pt x="654" y="3406"/>
                  </a:cubicBezTo>
                  <a:cubicBezTo>
                    <a:pt x="639" y="3497"/>
                    <a:pt x="607" y="3588"/>
                    <a:pt x="556" y="3663"/>
                  </a:cubicBezTo>
                  <a:cubicBezTo>
                    <a:pt x="540" y="3689"/>
                    <a:pt x="524" y="3717"/>
                    <a:pt x="512" y="3747"/>
                  </a:cubicBezTo>
                  <a:lnTo>
                    <a:pt x="512" y="3747"/>
                  </a:lnTo>
                  <a:cubicBezTo>
                    <a:pt x="457" y="3658"/>
                    <a:pt x="418" y="3556"/>
                    <a:pt x="390" y="3446"/>
                  </a:cubicBezTo>
                  <a:cubicBezTo>
                    <a:pt x="347" y="3257"/>
                    <a:pt x="332" y="3048"/>
                    <a:pt x="323" y="2842"/>
                  </a:cubicBezTo>
                  <a:cubicBezTo>
                    <a:pt x="316" y="2633"/>
                    <a:pt x="312" y="2429"/>
                    <a:pt x="280" y="2251"/>
                  </a:cubicBezTo>
                  <a:cubicBezTo>
                    <a:pt x="225" y="1939"/>
                    <a:pt x="119" y="1643"/>
                    <a:pt x="71" y="1336"/>
                  </a:cubicBezTo>
                  <a:cubicBezTo>
                    <a:pt x="52" y="1217"/>
                    <a:pt x="43" y="1095"/>
                    <a:pt x="43" y="977"/>
                  </a:cubicBezTo>
                  <a:cubicBezTo>
                    <a:pt x="43" y="659"/>
                    <a:pt x="103" y="346"/>
                    <a:pt x="226" y="56"/>
                  </a:cubicBezTo>
                  <a:close/>
                  <a:moveTo>
                    <a:pt x="219" y="0"/>
                  </a:moveTo>
                  <a:cubicBezTo>
                    <a:pt x="216" y="0"/>
                    <a:pt x="213" y="1"/>
                    <a:pt x="209" y="3"/>
                  </a:cubicBezTo>
                  <a:cubicBezTo>
                    <a:pt x="205" y="3"/>
                    <a:pt x="201" y="7"/>
                    <a:pt x="197" y="16"/>
                  </a:cubicBezTo>
                  <a:cubicBezTo>
                    <a:pt x="67" y="315"/>
                    <a:pt x="0" y="646"/>
                    <a:pt x="0" y="977"/>
                  </a:cubicBezTo>
                  <a:cubicBezTo>
                    <a:pt x="0" y="1099"/>
                    <a:pt x="8" y="1222"/>
                    <a:pt x="28" y="1344"/>
                  </a:cubicBezTo>
                  <a:cubicBezTo>
                    <a:pt x="75" y="1656"/>
                    <a:pt x="185" y="1951"/>
                    <a:pt x="237" y="2258"/>
                  </a:cubicBezTo>
                  <a:cubicBezTo>
                    <a:pt x="276" y="2491"/>
                    <a:pt x="272" y="2775"/>
                    <a:pt x="292" y="3051"/>
                  </a:cubicBezTo>
                  <a:cubicBezTo>
                    <a:pt x="300" y="3190"/>
                    <a:pt x="319" y="3328"/>
                    <a:pt x="351" y="3454"/>
                  </a:cubicBezTo>
                  <a:cubicBezTo>
                    <a:pt x="383" y="3583"/>
                    <a:pt x="430" y="3706"/>
                    <a:pt x="501" y="3812"/>
                  </a:cubicBezTo>
                  <a:cubicBezTo>
                    <a:pt x="505" y="3816"/>
                    <a:pt x="516" y="3820"/>
                    <a:pt x="525" y="3820"/>
                  </a:cubicBezTo>
                  <a:cubicBezTo>
                    <a:pt x="532" y="3816"/>
                    <a:pt x="536" y="3812"/>
                    <a:pt x="540" y="3805"/>
                  </a:cubicBezTo>
                  <a:cubicBezTo>
                    <a:pt x="552" y="3761"/>
                    <a:pt x="568" y="3721"/>
                    <a:pt x="592" y="3686"/>
                  </a:cubicBezTo>
                  <a:cubicBezTo>
                    <a:pt x="647" y="3603"/>
                    <a:pt x="678" y="3508"/>
                    <a:pt x="698" y="3414"/>
                  </a:cubicBezTo>
                  <a:cubicBezTo>
                    <a:pt x="714" y="3315"/>
                    <a:pt x="718" y="3217"/>
                    <a:pt x="718" y="3119"/>
                  </a:cubicBezTo>
                  <a:lnTo>
                    <a:pt x="718" y="3048"/>
                  </a:lnTo>
                  <a:cubicBezTo>
                    <a:pt x="718" y="2606"/>
                    <a:pt x="674" y="2160"/>
                    <a:pt x="568" y="1726"/>
                  </a:cubicBezTo>
                  <a:cubicBezTo>
                    <a:pt x="481" y="1364"/>
                    <a:pt x="351" y="1004"/>
                    <a:pt x="351" y="638"/>
                  </a:cubicBezTo>
                  <a:cubicBezTo>
                    <a:pt x="351" y="602"/>
                    <a:pt x="351" y="563"/>
                    <a:pt x="355" y="527"/>
                  </a:cubicBezTo>
                  <a:cubicBezTo>
                    <a:pt x="359" y="456"/>
                    <a:pt x="371" y="386"/>
                    <a:pt x="371" y="311"/>
                  </a:cubicBezTo>
                  <a:cubicBezTo>
                    <a:pt x="371" y="291"/>
                    <a:pt x="371" y="271"/>
                    <a:pt x="367" y="252"/>
                  </a:cubicBezTo>
                  <a:cubicBezTo>
                    <a:pt x="363" y="200"/>
                    <a:pt x="351" y="153"/>
                    <a:pt x="327" y="110"/>
                  </a:cubicBezTo>
                  <a:cubicBezTo>
                    <a:pt x="303" y="67"/>
                    <a:pt x="272" y="31"/>
                    <a:pt x="229" y="3"/>
                  </a:cubicBezTo>
                  <a:cubicBezTo>
                    <a:pt x="225" y="1"/>
                    <a:pt x="222" y="0"/>
                    <a:pt x="21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5" name="Google Shape;1085;p35"/>
            <p:cNvSpPr/>
            <p:nvPr/>
          </p:nvSpPr>
          <p:spPr>
            <a:xfrm>
              <a:off x="6313757" y="6534054"/>
              <a:ext cx="315567" cy="1250236"/>
            </a:xfrm>
            <a:custGeom>
              <a:rect b="b" l="l" r="r" t="t"/>
              <a:pathLst>
                <a:path extrusionOk="0" h="2908" w="734">
                  <a:moveTo>
                    <a:pt x="608" y="0"/>
                  </a:moveTo>
                  <a:cubicBezTo>
                    <a:pt x="605" y="0"/>
                    <a:pt x="602" y="1"/>
                    <a:pt x="599" y="1"/>
                  </a:cubicBezTo>
                  <a:cubicBezTo>
                    <a:pt x="561" y="5"/>
                    <a:pt x="537" y="41"/>
                    <a:pt x="521" y="72"/>
                  </a:cubicBezTo>
                  <a:cubicBezTo>
                    <a:pt x="300" y="490"/>
                    <a:pt x="304" y="983"/>
                    <a:pt x="217" y="1444"/>
                  </a:cubicBezTo>
                  <a:cubicBezTo>
                    <a:pt x="154" y="1768"/>
                    <a:pt x="126" y="2059"/>
                    <a:pt x="106" y="2387"/>
                  </a:cubicBezTo>
                  <a:cubicBezTo>
                    <a:pt x="99" y="2580"/>
                    <a:pt x="0" y="2769"/>
                    <a:pt x="190" y="2907"/>
                  </a:cubicBezTo>
                  <a:cubicBezTo>
                    <a:pt x="363" y="2304"/>
                    <a:pt x="312" y="1669"/>
                    <a:pt x="490" y="1069"/>
                  </a:cubicBezTo>
                  <a:cubicBezTo>
                    <a:pt x="580" y="758"/>
                    <a:pt x="734" y="451"/>
                    <a:pt x="698" y="128"/>
                  </a:cubicBezTo>
                  <a:cubicBezTo>
                    <a:pt x="691" y="71"/>
                    <a:pt x="662" y="0"/>
                    <a:pt x="608"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6" name="Google Shape;1086;p35"/>
            <p:cNvSpPr/>
            <p:nvPr/>
          </p:nvSpPr>
          <p:spPr>
            <a:xfrm>
              <a:off x="6335683" y="6524166"/>
              <a:ext cx="290631" cy="1268723"/>
            </a:xfrm>
            <a:custGeom>
              <a:rect b="b" l="l" r="r" t="t"/>
              <a:pathLst>
                <a:path extrusionOk="0" h="2951" w="676">
                  <a:moveTo>
                    <a:pt x="557" y="44"/>
                  </a:moveTo>
                  <a:cubicBezTo>
                    <a:pt x="565" y="44"/>
                    <a:pt x="572" y="48"/>
                    <a:pt x="581" y="51"/>
                  </a:cubicBezTo>
                  <a:cubicBezTo>
                    <a:pt x="592" y="60"/>
                    <a:pt x="604" y="75"/>
                    <a:pt x="612" y="95"/>
                  </a:cubicBezTo>
                  <a:cubicBezTo>
                    <a:pt x="619" y="111"/>
                    <a:pt x="623" y="135"/>
                    <a:pt x="628" y="155"/>
                  </a:cubicBezTo>
                  <a:cubicBezTo>
                    <a:pt x="632" y="186"/>
                    <a:pt x="632" y="217"/>
                    <a:pt x="632" y="249"/>
                  </a:cubicBezTo>
                  <a:cubicBezTo>
                    <a:pt x="632" y="387"/>
                    <a:pt x="600" y="529"/>
                    <a:pt x="557" y="667"/>
                  </a:cubicBezTo>
                  <a:cubicBezTo>
                    <a:pt x="513" y="805"/>
                    <a:pt x="458" y="947"/>
                    <a:pt x="415" y="1085"/>
                  </a:cubicBezTo>
                  <a:cubicBezTo>
                    <a:pt x="328" y="1389"/>
                    <a:pt x="297" y="1700"/>
                    <a:pt x="265" y="2008"/>
                  </a:cubicBezTo>
                  <a:cubicBezTo>
                    <a:pt x="234" y="2305"/>
                    <a:pt x="208" y="2605"/>
                    <a:pt x="128" y="2892"/>
                  </a:cubicBezTo>
                  <a:lnTo>
                    <a:pt x="128" y="2892"/>
                  </a:lnTo>
                  <a:cubicBezTo>
                    <a:pt x="99" y="2867"/>
                    <a:pt x="81" y="2841"/>
                    <a:pt x="68" y="2812"/>
                  </a:cubicBezTo>
                  <a:cubicBezTo>
                    <a:pt x="52" y="2777"/>
                    <a:pt x="44" y="2741"/>
                    <a:pt x="44" y="2701"/>
                  </a:cubicBezTo>
                  <a:cubicBezTo>
                    <a:pt x="44" y="2659"/>
                    <a:pt x="52" y="2611"/>
                    <a:pt x="60" y="2564"/>
                  </a:cubicBezTo>
                  <a:cubicBezTo>
                    <a:pt x="68" y="2512"/>
                    <a:pt x="75" y="2465"/>
                    <a:pt x="79" y="2414"/>
                  </a:cubicBezTo>
                  <a:cubicBezTo>
                    <a:pt x="95" y="2086"/>
                    <a:pt x="126" y="1795"/>
                    <a:pt x="186" y="1471"/>
                  </a:cubicBezTo>
                  <a:cubicBezTo>
                    <a:pt x="233" y="1239"/>
                    <a:pt x="253" y="998"/>
                    <a:pt x="288" y="766"/>
                  </a:cubicBezTo>
                  <a:cubicBezTo>
                    <a:pt x="324" y="537"/>
                    <a:pt x="379" y="312"/>
                    <a:pt x="490" y="107"/>
                  </a:cubicBezTo>
                  <a:cubicBezTo>
                    <a:pt x="497" y="91"/>
                    <a:pt x="505" y="75"/>
                    <a:pt x="517" y="64"/>
                  </a:cubicBezTo>
                  <a:cubicBezTo>
                    <a:pt x="521" y="60"/>
                    <a:pt x="529" y="56"/>
                    <a:pt x="533" y="51"/>
                  </a:cubicBezTo>
                  <a:cubicBezTo>
                    <a:pt x="537" y="48"/>
                    <a:pt x="545" y="48"/>
                    <a:pt x="548" y="44"/>
                  </a:cubicBezTo>
                  <a:close/>
                  <a:moveTo>
                    <a:pt x="545" y="0"/>
                  </a:moveTo>
                  <a:cubicBezTo>
                    <a:pt x="533" y="4"/>
                    <a:pt x="521" y="9"/>
                    <a:pt x="510" y="13"/>
                  </a:cubicBezTo>
                  <a:lnTo>
                    <a:pt x="474" y="48"/>
                  </a:lnTo>
                  <a:cubicBezTo>
                    <a:pt x="466" y="60"/>
                    <a:pt x="458" y="75"/>
                    <a:pt x="450" y="87"/>
                  </a:cubicBezTo>
                  <a:cubicBezTo>
                    <a:pt x="336" y="297"/>
                    <a:pt x="284" y="525"/>
                    <a:pt x="245" y="761"/>
                  </a:cubicBezTo>
                  <a:cubicBezTo>
                    <a:pt x="210" y="994"/>
                    <a:pt x="190" y="1231"/>
                    <a:pt x="146" y="1463"/>
                  </a:cubicBezTo>
                  <a:cubicBezTo>
                    <a:pt x="84" y="1787"/>
                    <a:pt x="52" y="2082"/>
                    <a:pt x="36" y="2410"/>
                  </a:cubicBezTo>
                  <a:cubicBezTo>
                    <a:pt x="32" y="2457"/>
                    <a:pt x="24" y="2508"/>
                    <a:pt x="17" y="2556"/>
                  </a:cubicBezTo>
                  <a:cubicBezTo>
                    <a:pt x="8" y="2603"/>
                    <a:pt x="1" y="2654"/>
                    <a:pt x="1" y="2701"/>
                  </a:cubicBezTo>
                  <a:cubicBezTo>
                    <a:pt x="1" y="2745"/>
                    <a:pt x="8" y="2788"/>
                    <a:pt x="28" y="2832"/>
                  </a:cubicBezTo>
                  <a:cubicBezTo>
                    <a:pt x="48" y="2872"/>
                    <a:pt x="79" y="2910"/>
                    <a:pt x="126" y="2946"/>
                  </a:cubicBezTo>
                  <a:cubicBezTo>
                    <a:pt x="135" y="2950"/>
                    <a:pt x="139" y="2950"/>
                    <a:pt x="146" y="2950"/>
                  </a:cubicBezTo>
                  <a:cubicBezTo>
                    <a:pt x="155" y="2946"/>
                    <a:pt x="159" y="2943"/>
                    <a:pt x="162" y="2934"/>
                  </a:cubicBezTo>
                  <a:cubicBezTo>
                    <a:pt x="249" y="2630"/>
                    <a:pt x="277" y="2323"/>
                    <a:pt x="308" y="2011"/>
                  </a:cubicBezTo>
                  <a:cubicBezTo>
                    <a:pt x="339" y="1704"/>
                    <a:pt x="371" y="1396"/>
                    <a:pt x="458" y="1097"/>
                  </a:cubicBezTo>
                  <a:cubicBezTo>
                    <a:pt x="497" y="959"/>
                    <a:pt x="552" y="821"/>
                    <a:pt x="596" y="679"/>
                  </a:cubicBezTo>
                  <a:cubicBezTo>
                    <a:pt x="639" y="537"/>
                    <a:pt x="675" y="395"/>
                    <a:pt x="675" y="249"/>
                  </a:cubicBezTo>
                  <a:cubicBezTo>
                    <a:pt x="675" y="213"/>
                    <a:pt x="675" y="182"/>
                    <a:pt x="671" y="151"/>
                  </a:cubicBezTo>
                  <a:cubicBezTo>
                    <a:pt x="667" y="119"/>
                    <a:pt x="655" y="84"/>
                    <a:pt x="639" y="56"/>
                  </a:cubicBezTo>
                  <a:cubicBezTo>
                    <a:pt x="632" y="40"/>
                    <a:pt x="619" y="28"/>
                    <a:pt x="604" y="16"/>
                  </a:cubicBezTo>
                  <a:cubicBezTo>
                    <a:pt x="592" y="9"/>
                    <a:pt x="572" y="0"/>
                    <a:pt x="557"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7" name="Google Shape;1087;p35"/>
            <p:cNvSpPr/>
            <p:nvPr/>
          </p:nvSpPr>
          <p:spPr>
            <a:xfrm>
              <a:off x="6469389" y="6846179"/>
              <a:ext cx="515913" cy="1322035"/>
            </a:xfrm>
            <a:custGeom>
              <a:rect b="b" l="l" r="r" t="t"/>
              <a:pathLst>
                <a:path extrusionOk="0" h="3075" w="1200">
                  <a:moveTo>
                    <a:pt x="1082" y="1"/>
                  </a:moveTo>
                  <a:cubicBezTo>
                    <a:pt x="1022" y="5"/>
                    <a:pt x="987" y="68"/>
                    <a:pt x="967" y="123"/>
                  </a:cubicBezTo>
                  <a:cubicBezTo>
                    <a:pt x="845" y="478"/>
                    <a:pt x="719" y="833"/>
                    <a:pt x="596" y="1184"/>
                  </a:cubicBezTo>
                  <a:cubicBezTo>
                    <a:pt x="521" y="1397"/>
                    <a:pt x="450" y="1610"/>
                    <a:pt x="396" y="1826"/>
                  </a:cubicBezTo>
                  <a:cubicBezTo>
                    <a:pt x="348" y="2016"/>
                    <a:pt x="344" y="2212"/>
                    <a:pt x="289" y="2398"/>
                  </a:cubicBezTo>
                  <a:cubicBezTo>
                    <a:pt x="250" y="2529"/>
                    <a:pt x="1" y="2895"/>
                    <a:pt x="96" y="3025"/>
                  </a:cubicBezTo>
                  <a:cubicBezTo>
                    <a:pt x="121" y="3060"/>
                    <a:pt x="161" y="3074"/>
                    <a:pt x="202" y="3074"/>
                  </a:cubicBezTo>
                  <a:cubicBezTo>
                    <a:pt x="264" y="3074"/>
                    <a:pt x="330" y="3045"/>
                    <a:pt x="368" y="3009"/>
                  </a:cubicBezTo>
                  <a:cubicBezTo>
                    <a:pt x="478" y="2903"/>
                    <a:pt x="510" y="2674"/>
                    <a:pt x="557" y="2536"/>
                  </a:cubicBezTo>
                  <a:cubicBezTo>
                    <a:pt x="809" y="1795"/>
                    <a:pt x="1050" y="1046"/>
                    <a:pt x="1180" y="272"/>
                  </a:cubicBezTo>
                  <a:cubicBezTo>
                    <a:pt x="1192" y="206"/>
                    <a:pt x="1200" y="135"/>
                    <a:pt x="1172" y="72"/>
                  </a:cubicBezTo>
                  <a:cubicBezTo>
                    <a:pt x="1156" y="36"/>
                    <a:pt x="1121" y="1"/>
                    <a:pt x="108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8" name="Google Shape;1088;p35"/>
            <p:cNvSpPr/>
            <p:nvPr/>
          </p:nvSpPr>
          <p:spPr>
            <a:xfrm>
              <a:off x="6491315" y="6838011"/>
              <a:ext cx="499146" cy="1339662"/>
            </a:xfrm>
            <a:custGeom>
              <a:rect b="b" l="l" r="r" t="t"/>
              <a:pathLst>
                <a:path extrusionOk="0" h="3116" w="1161">
                  <a:moveTo>
                    <a:pt x="1031" y="44"/>
                  </a:moveTo>
                  <a:cubicBezTo>
                    <a:pt x="1047" y="44"/>
                    <a:pt x="1058" y="47"/>
                    <a:pt x="1070" y="60"/>
                  </a:cubicBezTo>
                  <a:cubicBezTo>
                    <a:pt x="1085" y="71"/>
                    <a:pt x="1094" y="87"/>
                    <a:pt x="1102" y="102"/>
                  </a:cubicBezTo>
                  <a:cubicBezTo>
                    <a:pt x="1113" y="126"/>
                    <a:pt x="1118" y="154"/>
                    <a:pt x="1118" y="185"/>
                  </a:cubicBezTo>
                  <a:cubicBezTo>
                    <a:pt x="1118" y="217"/>
                    <a:pt x="1113" y="253"/>
                    <a:pt x="1105" y="288"/>
                  </a:cubicBezTo>
                  <a:cubicBezTo>
                    <a:pt x="980" y="1061"/>
                    <a:pt x="739" y="1810"/>
                    <a:pt x="486" y="2548"/>
                  </a:cubicBezTo>
                  <a:cubicBezTo>
                    <a:pt x="463" y="2619"/>
                    <a:pt x="443" y="2713"/>
                    <a:pt x="415" y="2796"/>
                  </a:cubicBezTo>
                  <a:cubicBezTo>
                    <a:pt x="399" y="2839"/>
                    <a:pt x="384" y="2883"/>
                    <a:pt x="364" y="2918"/>
                  </a:cubicBezTo>
                  <a:cubicBezTo>
                    <a:pt x="348" y="2957"/>
                    <a:pt x="325" y="2989"/>
                    <a:pt x="301" y="3012"/>
                  </a:cubicBezTo>
                  <a:cubicBezTo>
                    <a:pt x="285" y="3028"/>
                    <a:pt x="261" y="3044"/>
                    <a:pt x="234" y="3056"/>
                  </a:cubicBezTo>
                  <a:cubicBezTo>
                    <a:pt x="206" y="3064"/>
                    <a:pt x="179" y="3072"/>
                    <a:pt x="151" y="3072"/>
                  </a:cubicBezTo>
                  <a:cubicBezTo>
                    <a:pt x="132" y="3072"/>
                    <a:pt x="115" y="3068"/>
                    <a:pt x="100" y="3064"/>
                  </a:cubicBezTo>
                  <a:cubicBezTo>
                    <a:pt x="84" y="3056"/>
                    <a:pt x="72" y="3048"/>
                    <a:pt x="61" y="3032"/>
                  </a:cubicBezTo>
                  <a:cubicBezTo>
                    <a:pt x="48" y="3017"/>
                    <a:pt x="45" y="2993"/>
                    <a:pt x="45" y="2965"/>
                  </a:cubicBezTo>
                  <a:cubicBezTo>
                    <a:pt x="45" y="2930"/>
                    <a:pt x="57" y="2886"/>
                    <a:pt x="72" y="2835"/>
                  </a:cubicBezTo>
                  <a:cubicBezTo>
                    <a:pt x="96" y="2761"/>
                    <a:pt x="139" y="2681"/>
                    <a:pt x="175" y="2606"/>
                  </a:cubicBezTo>
                  <a:cubicBezTo>
                    <a:pt x="190" y="2571"/>
                    <a:pt x="210" y="2535"/>
                    <a:pt x="226" y="2504"/>
                  </a:cubicBezTo>
                  <a:cubicBezTo>
                    <a:pt x="238" y="2477"/>
                    <a:pt x="250" y="2449"/>
                    <a:pt x="257" y="2425"/>
                  </a:cubicBezTo>
                  <a:cubicBezTo>
                    <a:pt x="313" y="2236"/>
                    <a:pt x="321" y="2038"/>
                    <a:pt x="368" y="1849"/>
                  </a:cubicBezTo>
                  <a:cubicBezTo>
                    <a:pt x="419" y="1632"/>
                    <a:pt x="490" y="1423"/>
                    <a:pt x="565" y="1210"/>
                  </a:cubicBezTo>
                  <a:cubicBezTo>
                    <a:pt x="687" y="856"/>
                    <a:pt x="814" y="504"/>
                    <a:pt x="940" y="150"/>
                  </a:cubicBezTo>
                  <a:cubicBezTo>
                    <a:pt x="947" y="122"/>
                    <a:pt x="960" y="95"/>
                    <a:pt x="976" y="75"/>
                  </a:cubicBezTo>
                  <a:cubicBezTo>
                    <a:pt x="983" y="63"/>
                    <a:pt x="991" y="55"/>
                    <a:pt x="999" y="51"/>
                  </a:cubicBezTo>
                  <a:cubicBezTo>
                    <a:pt x="1011" y="47"/>
                    <a:pt x="1018" y="44"/>
                    <a:pt x="1031" y="44"/>
                  </a:cubicBezTo>
                  <a:close/>
                  <a:moveTo>
                    <a:pt x="1027" y="0"/>
                  </a:moveTo>
                  <a:cubicBezTo>
                    <a:pt x="1011" y="0"/>
                    <a:pt x="991" y="4"/>
                    <a:pt x="980" y="16"/>
                  </a:cubicBezTo>
                  <a:cubicBezTo>
                    <a:pt x="956" y="27"/>
                    <a:pt x="940" y="47"/>
                    <a:pt x="928" y="71"/>
                  </a:cubicBezTo>
                  <a:cubicBezTo>
                    <a:pt x="912" y="91"/>
                    <a:pt x="905" y="115"/>
                    <a:pt x="896" y="138"/>
                  </a:cubicBezTo>
                  <a:cubicBezTo>
                    <a:pt x="770" y="489"/>
                    <a:pt x="648" y="844"/>
                    <a:pt x="521" y="1199"/>
                  </a:cubicBezTo>
                  <a:cubicBezTo>
                    <a:pt x="450" y="1408"/>
                    <a:pt x="376" y="1621"/>
                    <a:pt x="325" y="1842"/>
                  </a:cubicBezTo>
                  <a:cubicBezTo>
                    <a:pt x="277" y="2031"/>
                    <a:pt x="270" y="2231"/>
                    <a:pt x="214" y="2413"/>
                  </a:cubicBezTo>
                  <a:cubicBezTo>
                    <a:pt x="210" y="2437"/>
                    <a:pt x="190" y="2477"/>
                    <a:pt x="171" y="2520"/>
                  </a:cubicBezTo>
                  <a:cubicBezTo>
                    <a:pt x="139" y="2583"/>
                    <a:pt x="96" y="2662"/>
                    <a:pt x="61" y="2741"/>
                  </a:cubicBezTo>
                  <a:cubicBezTo>
                    <a:pt x="45" y="2784"/>
                    <a:pt x="29" y="2823"/>
                    <a:pt x="17" y="2859"/>
                  </a:cubicBezTo>
                  <a:cubicBezTo>
                    <a:pt x="9" y="2899"/>
                    <a:pt x="1" y="2934"/>
                    <a:pt x="1" y="2965"/>
                  </a:cubicBezTo>
                  <a:cubicBezTo>
                    <a:pt x="1" y="3001"/>
                    <a:pt x="9" y="3032"/>
                    <a:pt x="25" y="3056"/>
                  </a:cubicBezTo>
                  <a:cubicBezTo>
                    <a:pt x="41" y="3079"/>
                    <a:pt x="61" y="3092"/>
                    <a:pt x="80" y="3103"/>
                  </a:cubicBezTo>
                  <a:cubicBezTo>
                    <a:pt x="104" y="3112"/>
                    <a:pt x="128" y="3115"/>
                    <a:pt x="151" y="3115"/>
                  </a:cubicBezTo>
                  <a:cubicBezTo>
                    <a:pt x="183" y="3115"/>
                    <a:pt x="219" y="3107"/>
                    <a:pt x="250" y="3096"/>
                  </a:cubicBezTo>
                  <a:cubicBezTo>
                    <a:pt x="281" y="3083"/>
                    <a:pt x="309" y="3064"/>
                    <a:pt x="332" y="3044"/>
                  </a:cubicBezTo>
                  <a:cubicBezTo>
                    <a:pt x="361" y="3017"/>
                    <a:pt x="384" y="2977"/>
                    <a:pt x="403" y="2937"/>
                  </a:cubicBezTo>
                  <a:cubicBezTo>
                    <a:pt x="435" y="2879"/>
                    <a:pt x="455" y="2812"/>
                    <a:pt x="474" y="2744"/>
                  </a:cubicBezTo>
                  <a:cubicBezTo>
                    <a:pt x="494" y="2677"/>
                    <a:pt x="510" y="2615"/>
                    <a:pt x="526" y="2563"/>
                  </a:cubicBezTo>
                  <a:cubicBezTo>
                    <a:pt x="778" y="1822"/>
                    <a:pt x="1023" y="1072"/>
                    <a:pt x="1149" y="296"/>
                  </a:cubicBezTo>
                  <a:cubicBezTo>
                    <a:pt x="1156" y="260"/>
                    <a:pt x="1160" y="221"/>
                    <a:pt x="1160" y="185"/>
                  </a:cubicBezTo>
                  <a:cubicBezTo>
                    <a:pt x="1160" y="150"/>
                    <a:pt x="1156" y="118"/>
                    <a:pt x="1141" y="83"/>
                  </a:cubicBezTo>
                  <a:cubicBezTo>
                    <a:pt x="1133" y="63"/>
                    <a:pt x="1118" y="40"/>
                    <a:pt x="1102" y="24"/>
                  </a:cubicBezTo>
                  <a:cubicBezTo>
                    <a:pt x="1082" y="8"/>
                    <a:pt x="1058" y="0"/>
                    <a:pt x="1031"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9" name="Google Shape;1089;p35"/>
            <p:cNvSpPr/>
            <p:nvPr/>
          </p:nvSpPr>
          <p:spPr>
            <a:xfrm>
              <a:off x="6093205" y="6890891"/>
              <a:ext cx="422619" cy="2184044"/>
            </a:xfrm>
            <a:custGeom>
              <a:rect b="b" l="l" r="r" t="t"/>
              <a:pathLst>
                <a:path extrusionOk="0" h="5080" w="983">
                  <a:moveTo>
                    <a:pt x="424" y="0"/>
                  </a:moveTo>
                  <a:cubicBezTo>
                    <a:pt x="392" y="0"/>
                    <a:pt x="358" y="10"/>
                    <a:pt x="332" y="27"/>
                  </a:cubicBezTo>
                  <a:cubicBezTo>
                    <a:pt x="273" y="66"/>
                    <a:pt x="237" y="130"/>
                    <a:pt x="210" y="192"/>
                  </a:cubicBezTo>
                  <a:cubicBezTo>
                    <a:pt x="1" y="697"/>
                    <a:pt x="222" y="1265"/>
                    <a:pt x="277" y="1809"/>
                  </a:cubicBezTo>
                  <a:cubicBezTo>
                    <a:pt x="312" y="2179"/>
                    <a:pt x="273" y="2554"/>
                    <a:pt x="155" y="2909"/>
                  </a:cubicBezTo>
                  <a:cubicBezTo>
                    <a:pt x="107" y="3055"/>
                    <a:pt x="44" y="3202"/>
                    <a:pt x="44" y="3355"/>
                  </a:cubicBezTo>
                  <a:cubicBezTo>
                    <a:pt x="48" y="3497"/>
                    <a:pt x="104" y="3631"/>
                    <a:pt x="146" y="3765"/>
                  </a:cubicBezTo>
                  <a:cubicBezTo>
                    <a:pt x="233" y="4037"/>
                    <a:pt x="265" y="4329"/>
                    <a:pt x="246" y="4616"/>
                  </a:cubicBezTo>
                  <a:cubicBezTo>
                    <a:pt x="241" y="4672"/>
                    <a:pt x="213" y="4771"/>
                    <a:pt x="198" y="4861"/>
                  </a:cubicBezTo>
                  <a:cubicBezTo>
                    <a:pt x="186" y="4924"/>
                    <a:pt x="182" y="4980"/>
                    <a:pt x="202" y="5015"/>
                  </a:cubicBezTo>
                  <a:cubicBezTo>
                    <a:pt x="229" y="5066"/>
                    <a:pt x="296" y="5079"/>
                    <a:pt x="371" y="5079"/>
                  </a:cubicBezTo>
                  <a:cubicBezTo>
                    <a:pt x="440" y="5079"/>
                    <a:pt x="515" y="5068"/>
                    <a:pt x="572" y="5066"/>
                  </a:cubicBezTo>
                  <a:cubicBezTo>
                    <a:pt x="703" y="4645"/>
                    <a:pt x="754" y="4119"/>
                    <a:pt x="813" y="3781"/>
                  </a:cubicBezTo>
                  <a:cubicBezTo>
                    <a:pt x="927" y="3111"/>
                    <a:pt x="983" y="2432"/>
                    <a:pt x="979" y="1754"/>
                  </a:cubicBezTo>
                  <a:cubicBezTo>
                    <a:pt x="974" y="1419"/>
                    <a:pt x="892" y="1115"/>
                    <a:pt x="785" y="800"/>
                  </a:cubicBezTo>
                  <a:cubicBezTo>
                    <a:pt x="710" y="575"/>
                    <a:pt x="636" y="346"/>
                    <a:pt x="557" y="121"/>
                  </a:cubicBezTo>
                  <a:cubicBezTo>
                    <a:pt x="548" y="94"/>
                    <a:pt x="537" y="62"/>
                    <a:pt x="517" y="39"/>
                  </a:cubicBezTo>
                  <a:cubicBezTo>
                    <a:pt x="494" y="12"/>
                    <a:pt x="460" y="0"/>
                    <a:pt x="424" y="0"/>
                  </a:cubicBez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0" name="Google Shape;1090;p35"/>
            <p:cNvSpPr/>
            <p:nvPr/>
          </p:nvSpPr>
          <p:spPr>
            <a:xfrm>
              <a:off x="6103524" y="6881863"/>
              <a:ext cx="418749" cy="2202531"/>
            </a:xfrm>
            <a:custGeom>
              <a:rect b="b" l="l" r="r" t="t"/>
              <a:pathLst>
                <a:path extrusionOk="0" h="5123" w="974">
                  <a:moveTo>
                    <a:pt x="399" y="44"/>
                  </a:moveTo>
                  <a:cubicBezTo>
                    <a:pt x="415" y="44"/>
                    <a:pt x="430" y="48"/>
                    <a:pt x="442" y="52"/>
                  </a:cubicBezTo>
                  <a:cubicBezTo>
                    <a:pt x="458" y="56"/>
                    <a:pt x="470" y="64"/>
                    <a:pt x="477" y="76"/>
                  </a:cubicBezTo>
                  <a:cubicBezTo>
                    <a:pt x="493" y="95"/>
                    <a:pt x="506" y="119"/>
                    <a:pt x="513" y="151"/>
                  </a:cubicBezTo>
                  <a:cubicBezTo>
                    <a:pt x="588" y="375"/>
                    <a:pt x="666" y="600"/>
                    <a:pt x="742" y="828"/>
                  </a:cubicBezTo>
                  <a:cubicBezTo>
                    <a:pt x="844" y="1141"/>
                    <a:pt x="927" y="1443"/>
                    <a:pt x="931" y="1775"/>
                  </a:cubicBezTo>
                  <a:lnTo>
                    <a:pt x="931" y="1885"/>
                  </a:lnTo>
                  <a:cubicBezTo>
                    <a:pt x="931" y="2528"/>
                    <a:pt x="876" y="3167"/>
                    <a:pt x="770" y="3798"/>
                  </a:cubicBezTo>
                  <a:cubicBezTo>
                    <a:pt x="737" y="3967"/>
                    <a:pt x="710" y="4184"/>
                    <a:pt x="675" y="4409"/>
                  </a:cubicBezTo>
                  <a:cubicBezTo>
                    <a:pt x="640" y="4628"/>
                    <a:pt x="594" y="4859"/>
                    <a:pt x="534" y="5064"/>
                  </a:cubicBezTo>
                  <a:lnTo>
                    <a:pt x="534" y="5064"/>
                  </a:lnTo>
                  <a:cubicBezTo>
                    <a:pt x="477" y="5070"/>
                    <a:pt x="409" y="5079"/>
                    <a:pt x="347" y="5079"/>
                  </a:cubicBezTo>
                  <a:cubicBezTo>
                    <a:pt x="312" y="5079"/>
                    <a:pt x="276" y="5075"/>
                    <a:pt x="253" y="5068"/>
                  </a:cubicBezTo>
                  <a:cubicBezTo>
                    <a:pt x="237" y="5063"/>
                    <a:pt x="225" y="5056"/>
                    <a:pt x="217" y="5052"/>
                  </a:cubicBezTo>
                  <a:cubicBezTo>
                    <a:pt x="209" y="5044"/>
                    <a:pt x="202" y="5036"/>
                    <a:pt x="198" y="5024"/>
                  </a:cubicBezTo>
                  <a:cubicBezTo>
                    <a:pt x="189" y="5012"/>
                    <a:pt x="186" y="4992"/>
                    <a:pt x="186" y="4969"/>
                  </a:cubicBezTo>
                  <a:cubicBezTo>
                    <a:pt x="186" y="4945"/>
                    <a:pt x="189" y="4914"/>
                    <a:pt x="193" y="4886"/>
                  </a:cubicBezTo>
                  <a:cubicBezTo>
                    <a:pt x="202" y="4839"/>
                    <a:pt x="213" y="4795"/>
                    <a:pt x="222" y="4752"/>
                  </a:cubicBezTo>
                  <a:cubicBezTo>
                    <a:pt x="233" y="4708"/>
                    <a:pt x="241" y="4669"/>
                    <a:pt x="245" y="4637"/>
                  </a:cubicBezTo>
                  <a:cubicBezTo>
                    <a:pt x="249" y="4582"/>
                    <a:pt x="249" y="4531"/>
                    <a:pt x="249" y="4476"/>
                  </a:cubicBezTo>
                  <a:cubicBezTo>
                    <a:pt x="249" y="4240"/>
                    <a:pt x="213" y="4003"/>
                    <a:pt x="142" y="3778"/>
                  </a:cubicBezTo>
                  <a:cubicBezTo>
                    <a:pt x="99" y="3644"/>
                    <a:pt x="44" y="3510"/>
                    <a:pt x="44" y="3376"/>
                  </a:cubicBezTo>
                  <a:lnTo>
                    <a:pt x="44" y="3368"/>
                  </a:lnTo>
                  <a:cubicBezTo>
                    <a:pt x="44" y="3223"/>
                    <a:pt x="103" y="3081"/>
                    <a:pt x="151" y="2939"/>
                  </a:cubicBezTo>
                  <a:cubicBezTo>
                    <a:pt x="241" y="2666"/>
                    <a:pt x="288" y="2378"/>
                    <a:pt x="288" y="2094"/>
                  </a:cubicBezTo>
                  <a:cubicBezTo>
                    <a:pt x="288" y="2004"/>
                    <a:pt x="284" y="1917"/>
                    <a:pt x="276" y="1827"/>
                  </a:cubicBezTo>
                  <a:cubicBezTo>
                    <a:pt x="257" y="1637"/>
                    <a:pt x="217" y="1448"/>
                    <a:pt x="182" y="1259"/>
                  </a:cubicBezTo>
                  <a:cubicBezTo>
                    <a:pt x="151" y="1070"/>
                    <a:pt x="122" y="880"/>
                    <a:pt x="122" y="699"/>
                  </a:cubicBezTo>
                  <a:cubicBezTo>
                    <a:pt x="122" y="533"/>
                    <a:pt x="142" y="375"/>
                    <a:pt x="206" y="222"/>
                  </a:cubicBezTo>
                  <a:cubicBezTo>
                    <a:pt x="222" y="189"/>
                    <a:pt x="233" y="158"/>
                    <a:pt x="253" y="135"/>
                  </a:cubicBezTo>
                  <a:cubicBezTo>
                    <a:pt x="273" y="107"/>
                    <a:pt x="293" y="83"/>
                    <a:pt x="320" y="67"/>
                  </a:cubicBezTo>
                  <a:cubicBezTo>
                    <a:pt x="340" y="52"/>
                    <a:pt x="371" y="44"/>
                    <a:pt x="399" y="44"/>
                  </a:cubicBezTo>
                  <a:close/>
                  <a:moveTo>
                    <a:pt x="399" y="0"/>
                  </a:moveTo>
                  <a:cubicBezTo>
                    <a:pt x="364" y="0"/>
                    <a:pt x="324" y="13"/>
                    <a:pt x="296" y="32"/>
                  </a:cubicBezTo>
                  <a:cubicBezTo>
                    <a:pt x="260" y="52"/>
                    <a:pt x="237" y="80"/>
                    <a:pt x="217" y="107"/>
                  </a:cubicBezTo>
                  <a:cubicBezTo>
                    <a:pt x="198" y="138"/>
                    <a:pt x="182" y="171"/>
                    <a:pt x="166" y="206"/>
                  </a:cubicBezTo>
                  <a:cubicBezTo>
                    <a:pt x="103" y="364"/>
                    <a:pt x="75" y="529"/>
                    <a:pt x="75" y="699"/>
                  </a:cubicBezTo>
                  <a:cubicBezTo>
                    <a:pt x="75" y="884"/>
                    <a:pt x="107" y="1077"/>
                    <a:pt x="138" y="1266"/>
                  </a:cubicBezTo>
                  <a:cubicBezTo>
                    <a:pt x="174" y="1456"/>
                    <a:pt x="213" y="1645"/>
                    <a:pt x="233" y="1830"/>
                  </a:cubicBezTo>
                  <a:cubicBezTo>
                    <a:pt x="241" y="1917"/>
                    <a:pt x="245" y="2004"/>
                    <a:pt x="245" y="2094"/>
                  </a:cubicBezTo>
                  <a:cubicBezTo>
                    <a:pt x="245" y="2375"/>
                    <a:pt x="198" y="2655"/>
                    <a:pt x="111" y="2923"/>
                  </a:cubicBezTo>
                  <a:cubicBezTo>
                    <a:pt x="64" y="3064"/>
                    <a:pt x="0" y="3210"/>
                    <a:pt x="0" y="3368"/>
                  </a:cubicBezTo>
                  <a:lnTo>
                    <a:pt x="0" y="3376"/>
                  </a:lnTo>
                  <a:cubicBezTo>
                    <a:pt x="0" y="3522"/>
                    <a:pt x="60" y="3660"/>
                    <a:pt x="99" y="3794"/>
                  </a:cubicBezTo>
                  <a:cubicBezTo>
                    <a:pt x="170" y="4015"/>
                    <a:pt x="206" y="4247"/>
                    <a:pt x="206" y="4476"/>
                  </a:cubicBezTo>
                  <a:cubicBezTo>
                    <a:pt x="206" y="4531"/>
                    <a:pt x="202" y="4582"/>
                    <a:pt x="202" y="4634"/>
                  </a:cubicBezTo>
                  <a:cubicBezTo>
                    <a:pt x="198" y="4657"/>
                    <a:pt x="189" y="4697"/>
                    <a:pt x="182" y="4740"/>
                  </a:cubicBezTo>
                  <a:cubicBezTo>
                    <a:pt x="170" y="4784"/>
                    <a:pt x="158" y="4831"/>
                    <a:pt x="151" y="4879"/>
                  </a:cubicBezTo>
                  <a:cubicBezTo>
                    <a:pt x="146" y="4910"/>
                    <a:pt x="142" y="4941"/>
                    <a:pt x="142" y="4969"/>
                  </a:cubicBezTo>
                  <a:cubicBezTo>
                    <a:pt x="142" y="4997"/>
                    <a:pt x="146" y="5024"/>
                    <a:pt x="158" y="5044"/>
                  </a:cubicBezTo>
                  <a:cubicBezTo>
                    <a:pt x="166" y="5059"/>
                    <a:pt x="178" y="5075"/>
                    <a:pt x="189" y="5083"/>
                  </a:cubicBezTo>
                  <a:cubicBezTo>
                    <a:pt x="213" y="5099"/>
                    <a:pt x="237" y="5110"/>
                    <a:pt x="264" y="5115"/>
                  </a:cubicBezTo>
                  <a:cubicBezTo>
                    <a:pt x="288" y="5119"/>
                    <a:pt x="320" y="5123"/>
                    <a:pt x="347" y="5123"/>
                  </a:cubicBezTo>
                  <a:cubicBezTo>
                    <a:pt x="418" y="5123"/>
                    <a:pt x="497" y="5110"/>
                    <a:pt x="548" y="5110"/>
                  </a:cubicBezTo>
                  <a:cubicBezTo>
                    <a:pt x="560" y="5107"/>
                    <a:pt x="568" y="5103"/>
                    <a:pt x="568" y="5095"/>
                  </a:cubicBezTo>
                  <a:cubicBezTo>
                    <a:pt x="635" y="4882"/>
                    <a:pt x="682" y="4642"/>
                    <a:pt x="718" y="4417"/>
                  </a:cubicBezTo>
                  <a:cubicBezTo>
                    <a:pt x="753" y="4188"/>
                    <a:pt x="781" y="3975"/>
                    <a:pt x="813" y="3805"/>
                  </a:cubicBezTo>
                  <a:cubicBezTo>
                    <a:pt x="919" y="3170"/>
                    <a:pt x="974" y="2528"/>
                    <a:pt x="974" y="1885"/>
                  </a:cubicBezTo>
                  <a:lnTo>
                    <a:pt x="974" y="1771"/>
                  </a:lnTo>
                  <a:cubicBezTo>
                    <a:pt x="970" y="1436"/>
                    <a:pt x="888" y="1128"/>
                    <a:pt x="781" y="813"/>
                  </a:cubicBezTo>
                  <a:cubicBezTo>
                    <a:pt x="706" y="588"/>
                    <a:pt x="631" y="360"/>
                    <a:pt x="557" y="135"/>
                  </a:cubicBezTo>
                  <a:cubicBezTo>
                    <a:pt x="544" y="107"/>
                    <a:pt x="537" y="76"/>
                    <a:pt x="513" y="48"/>
                  </a:cubicBezTo>
                  <a:cubicBezTo>
                    <a:pt x="497" y="32"/>
                    <a:pt x="477" y="20"/>
                    <a:pt x="458" y="13"/>
                  </a:cubicBezTo>
                  <a:cubicBezTo>
                    <a:pt x="442" y="5"/>
                    <a:pt x="418" y="0"/>
                    <a:pt x="39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1" name="Google Shape;1091;p35"/>
            <p:cNvSpPr/>
            <p:nvPr/>
          </p:nvSpPr>
          <p:spPr>
            <a:xfrm>
              <a:off x="6276353" y="6980316"/>
              <a:ext cx="453144" cy="2087310"/>
            </a:xfrm>
            <a:custGeom>
              <a:rect b="b" l="l" r="r" t="t"/>
              <a:pathLst>
                <a:path extrusionOk="0" h="4855" w="1054">
                  <a:moveTo>
                    <a:pt x="959" y="0"/>
                  </a:moveTo>
                  <a:cubicBezTo>
                    <a:pt x="663" y="406"/>
                    <a:pt x="395" y="947"/>
                    <a:pt x="395" y="1456"/>
                  </a:cubicBezTo>
                  <a:cubicBezTo>
                    <a:pt x="391" y="2015"/>
                    <a:pt x="213" y="2559"/>
                    <a:pt x="107" y="3107"/>
                  </a:cubicBezTo>
                  <a:cubicBezTo>
                    <a:pt x="44" y="3423"/>
                    <a:pt x="0" y="3746"/>
                    <a:pt x="13" y="4070"/>
                  </a:cubicBezTo>
                  <a:cubicBezTo>
                    <a:pt x="24" y="4357"/>
                    <a:pt x="115" y="4586"/>
                    <a:pt x="186" y="4854"/>
                  </a:cubicBezTo>
                  <a:cubicBezTo>
                    <a:pt x="229" y="4854"/>
                    <a:pt x="273" y="4850"/>
                    <a:pt x="312" y="4850"/>
                  </a:cubicBezTo>
                  <a:cubicBezTo>
                    <a:pt x="364" y="4846"/>
                    <a:pt x="411" y="4839"/>
                    <a:pt x="462" y="4834"/>
                  </a:cubicBezTo>
                  <a:cubicBezTo>
                    <a:pt x="600" y="4515"/>
                    <a:pt x="722" y="4184"/>
                    <a:pt x="754" y="3837"/>
                  </a:cubicBezTo>
                  <a:cubicBezTo>
                    <a:pt x="785" y="3506"/>
                    <a:pt x="659" y="3147"/>
                    <a:pt x="746" y="2823"/>
                  </a:cubicBezTo>
                  <a:cubicBezTo>
                    <a:pt x="781" y="2701"/>
                    <a:pt x="845" y="2591"/>
                    <a:pt x="856" y="2468"/>
                  </a:cubicBezTo>
                  <a:cubicBezTo>
                    <a:pt x="864" y="2362"/>
                    <a:pt x="828" y="2260"/>
                    <a:pt x="809" y="2157"/>
                  </a:cubicBezTo>
                  <a:cubicBezTo>
                    <a:pt x="690" y="1593"/>
                    <a:pt x="932" y="1025"/>
                    <a:pt x="1021" y="457"/>
                  </a:cubicBezTo>
                  <a:cubicBezTo>
                    <a:pt x="1045" y="300"/>
                    <a:pt x="1054" y="126"/>
                    <a:pt x="959" y="0"/>
                  </a:cubicBez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2" name="Google Shape;1092;p35"/>
            <p:cNvSpPr/>
            <p:nvPr/>
          </p:nvSpPr>
          <p:spPr>
            <a:xfrm>
              <a:off x="6271624" y="6969998"/>
              <a:ext cx="459592" cy="2107517"/>
            </a:xfrm>
            <a:custGeom>
              <a:rect b="b" l="l" r="r" t="t"/>
              <a:pathLst>
                <a:path extrusionOk="0" h="4902" w="1069">
                  <a:moveTo>
                    <a:pt x="971" y="62"/>
                  </a:moveTo>
                  <a:cubicBezTo>
                    <a:pt x="1012" y="132"/>
                    <a:pt x="1025" y="213"/>
                    <a:pt x="1025" y="301"/>
                  </a:cubicBezTo>
                  <a:cubicBezTo>
                    <a:pt x="1025" y="359"/>
                    <a:pt x="1021" y="419"/>
                    <a:pt x="1009" y="478"/>
                  </a:cubicBezTo>
                  <a:cubicBezTo>
                    <a:pt x="974" y="707"/>
                    <a:pt x="914" y="936"/>
                    <a:pt x="863" y="1167"/>
                  </a:cubicBezTo>
                  <a:cubicBezTo>
                    <a:pt x="808" y="1396"/>
                    <a:pt x="765" y="1629"/>
                    <a:pt x="765" y="1862"/>
                  </a:cubicBezTo>
                  <a:cubicBezTo>
                    <a:pt x="765" y="1968"/>
                    <a:pt x="777" y="2079"/>
                    <a:pt x="801" y="2185"/>
                  </a:cubicBezTo>
                  <a:cubicBezTo>
                    <a:pt x="820" y="2279"/>
                    <a:pt x="848" y="2370"/>
                    <a:pt x="848" y="2461"/>
                  </a:cubicBezTo>
                  <a:cubicBezTo>
                    <a:pt x="848" y="2469"/>
                    <a:pt x="848" y="2481"/>
                    <a:pt x="843" y="2492"/>
                  </a:cubicBezTo>
                  <a:cubicBezTo>
                    <a:pt x="839" y="2548"/>
                    <a:pt x="824" y="2607"/>
                    <a:pt x="801" y="2663"/>
                  </a:cubicBezTo>
                  <a:cubicBezTo>
                    <a:pt x="781" y="2721"/>
                    <a:pt x="753" y="2781"/>
                    <a:pt x="737" y="2840"/>
                  </a:cubicBezTo>
                  <a:cubicBezTo>
                    <a:pt x="714" y="2930"/>
                    <a:pt x="706" y="3021"/>
                    <a:pt x="706" y="3112"/>
                  </a:cubicBezTo>
                  <a:cubicBezTo>
                    <a:pt x="706" y="3320"/>
                    <a:pt x="749" y="3538"/>
                    <a:pt x="749" y="3742"/>
                  </a:cubicBezTo>
                  <a:cubicBezTo>
                    <a:pt x="749" y="3782"/>
                    <a:pt x="749" y="3822"/>
                    <a:pt x="745" y="3857"/>
                  </a:cubicBezTo>
                  <a:cubicBezTo>
                    <a:pt x="710" y="4201"/>
                    <a:pt x="590" y="4520"/>
                    <a:pt x="458" y="4840"/>
                  </a:cubicBezTo>
                  <a:lnTo>
                    <a:pt x="458" y="4840"/>
                  </a:lnTo>
                  <a:cubicBezTo>
                    <a:pt x="414" y="4844"/>
                    <a:pt x="366" y="4847"/>
                    <a:pt x="323" y="4851"/>
                  </a:cubicBezTo>
                  <a:cubicBezTo>
                    <a:pt x="285" y="4854"/>
                    <a:pt x="250" y="4854"/>
                    <a:pt x="213" y="4857"/>
                  </a:cubicBezTo>
                  <a:lnTo>
                    <a:pt x="213" y="4857"/>
                  </a:lnTo>
                  <a:cubicBezTo>
                    <a:pt x="182" y="4729"/>
                    <a:pt x="141" y="4609"/>
                    <a:pt x="110" y="4488"/>
                  </a:cubicBezTo>
                  <a:cubicBezTo>
                    <a:pt x="79" y="4361"/>
                    <a:pt x="51" y="4235"/>
                    <a:pt x="47" y="4094"/>
                  </a:cubicBezTo>
                  <a:cubicBezTo>
                    <a:pt x="44" y="4059"/>
                    <a:pt x="44" y="4023"/>
                    <a:pt x="44" y="3983"/>
                  </a:cubicBezTo>
                  <a:cubicBezTo>
                    <a:pt x="44" y="3699"/>
                    <a:pt x="82" y="3415"/>
                    <a:pt x="138" y="3136"/>
                  </a:cubicBezTo>
                  <a:cubicBezTo>
                    <a:pt x="248" y="2592"/>
                    <a:pt x="426" y="2043"/>
                    <a:pt x="426" y="1480"/>
                  </a:cubicBezTo>
                  <a:cubicBezTo>
                    <a:pt x="426" y="1231"/>
                    <a:pt x="493" y="971"/>
                    <a:pt x="599" y="723"/>
                  </a:cubicBezTo>
                  <a:cubicBezTo>
                    <a:pt x="697" y="484"/>
                    <a:pt x="831" y="257"/>
                    <a:pt x="971" y="62"/>
                  </a:cubicBezTo>
                  <a:close/>
                  <a:moveTo>
                    <a:pt x="970" y="1"/>
                  </a:moveTo>
                  <a:cubicBezTo>
                    <a:pt x="966" y="1"/>
                    <a:pt x="958" y="4"/>
                    <a:pt x="954" y="13"/>
                  </a:cubicBezTo>
                  <a:cubicBezTo>
                    <a:pt x="804" y="213"/>
                    <a:pt x="662" y="454"/>
                    <a:pt x="556" y="707"/>
                  </a:cubicBezTo>
                  <a:cubicBezTo>
                    <a:pt x="453" y="959"/>
                    <a:pt x="382" y="1223"/>
                    <a:pt x="382" y="1480"/>
                  </a:cubicBezTo>
                  <a:cubicBezTo>
                    <a:pt x="382" y="2035"/>
                    <a:pt x="204" y="2579"/>
                    <a:pt x="98" y="3127"/>
                  </a:cubicBezTo>
                  <a:cubicBezTo>
                    <a:pt x="39" y="3407"/>
                    <a:pt x="0" y="3695"/>
                    <a:pt x="0" y="3983"/>
                  </a:cubicBezTo>
                  <a:cubicBezTo>
                    <a:pt x="0" y="4023"/>
                    <a:pt x="0" y="4059"/>
                    <a:pt x="4" y="4094"/>
                  </a:cubicBezTo>
                  <a:cubicBezTo>
                    <a:pt x="8" y="4239"/>
                    <a:pt x="35" y="4374"/>
                    <a:pt x="67" y="4500"/>
                  </a:cubicBezTo>
                  <a:cubicBezTo>
                    <a:pt x="102" y="4626"/>
                    <a:pt x="142" y="4752"/>
                    <a:pt x="177" y="4887"/>
                  </a:cubicBezTo>
                  <a:cubicBezTo>
                    <a:pt x="177" y="4894"/>
                    <a:pt x="189" y="4902"/>
                    <a:pt x="197" y="4902"/>
                  </a:cubicBezTo>
                  <a:cubicBezTo>
                    <a:pt x="240" y="4898"/>
                    <a:pt x="284" y="4898"/>
                    <a:pt x="327" y="4894"/>
                  </a:cubicBezTo>
                  <a:cubicBezTo>
                    <a:pt x="375" y="4890"/>
                    <a:pt x="426" y="4887"/>
                    <a:pt x="473" y="4882"/>
                  </a:cubicBezTo>
                  <a:cubicBezTo>
                    <a:pt x="481" y="4878"/>
                    <a:pt x="488" y="4874"/>
                    <a:pt x="493" y="4867"/>
                  </a:cubicBezTo>
                  <a:cubicBezTo>
                    <a:pt x="630" y="4547"/>
                    <a:pt x="753" y="4216"/>
                    <a:pt x="788" y="3861"/>
                  </a:cubicBezTo>
                  <a:cubicBezTo>
                    <a:pt x="792" y="3822"/>
                    <a:pt x="792" y="3782"/>
                    <a:pt x="792" y="3742"/>
                  </a:cubicBezTo>
                  <a:cubicBezTo>
                    <a:pt x="792" y="3533"/>
                    <a:pt x="749" y="3317"/>
                    <a:pt x="749" y="3112"/>
                  </a:cubicBezTo>
                  <a:cubicBezTo>
                    <a:pt x="749" y="3021"/>
                    <a:pt x="757" y="2934"/>
                    <a:pt x="781" y="2852"/>
                  </a:cubicBezTo>
                  <a:cubicBezTo>
                    <a:pt x="796" y="2792"/>
                    <a:pt x="820" y="2737"/>
                    <a:pt x="839" y="2678"/>
                  </a:cubicBezTo>
                  <a:cubicBezTo>
                    <a:pt x="863" y="2619"/>
                    <a:pt x="883" y="2559"/>
                    <a:pt x="887" y="2492"/>
                  </a:cubicBezTo>
                  <a:cubicBezTo>
                    <a:pt x="891" y="2481"/>
                    <a:pt x="891" y="2473"/>
                    <a:pt x="891" y="2461"/>
                  </a:cubicBezTo>
                  <a:cubicBezTo>
                    <a:pt x="891" y="2363"/>
                    <a:pt x="859" y="2268"/>
                    <a:pt x="839" y="2177"/>
                  </a:cubicBezTo>
                  <a:cubicBezTo>
                    <a:pt x="820" y="2071"/>
                    <a:pt x="808" y="1968"/>
                    <a:pt x="808" y="1862"/>
                  </a:cubicBezTo>
                  <a:cubicBezTo>
                    <a:pt x="808" y="1633"/>
                    <a:pt x="852" y="1404"/>
                    <a:pt x="903" y="1176"/>
                  </a:cubicBezTo>
                  <a:cubicBezTo>
                    <a:pt x="958" y="947"/>
                    <a:pt x="1017" y="718"/>
                    <a:pt x="1052" y="486"/>
                  </a:cubicBezTo>
                  <a:cubicBezTo>
                    <a:pt x="1065" y="426"/>
                    <a:pt x="1068" y="363"/>
                    <a:pt x="1068" y="301"/>
                  </a:cubicBezTo>
                  <a:cubicBezTo>
                    <a:pt x="1068" y="197"/>
                    <a:pt x="1052" y="95"/>
                    <a:pt x="990" y="13"/>
                  </a:cubicBezTo>
                  <a:cubicBezTo>
                    <a:pt x="985" y="4"/>
                    <a:pt x="978" y="1"/>
                    <a:pt x="970"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3" name="Google Shape;1093;p35"/>
            <p:cNvSpPr/>
            <p:nvPr/>
          </p:nvSpPr>
          <p:spPr>
            <a:xfrm>
              <a:off x="5554080" y="6815655"/>
              <a:ext cx="609207" cy="2244665"/>
            </a:xfrm>
            <a:custGeom>
              <a:rect b="b" l="l" r="r" t="t"/>
              <a:pathLst>
                <a:path extrusionOk="0" h="5221" w="1417">
                  <a:moveTo>
                    <a:pt x="115" y="1"/>
                  </a:moveTo>
                  <a:cubicBezTo>
                    <a:pt x="84" y="44"/>
                    <a:pt x="60" y="159"/>
                    <a:pt x="60" y="174"/>
                  </a:cubicBezTo>
                  <a:cubicBezTo>
                    <a:pt x="52" y="225"/>
                    <a:pt x="56" y="273"/>
                    <a:pt x="56" y="325"/>
                  </a:cubicBezTo>
                  <a:cubicBezTo>
                    <a:pt x="52" y="423"/>
                    <a:pt x="60" y="521"/>
                    <a:pt x="40" y="616"/>
                  </a:cubicBezTo>
                  <a:cubicBezTo>
                    <a:pt x="13" y="746"/>
                    <a:pt x="1" y="833"/>
                    <a:pt x="20" y="963"/>
                  </a:cubicBezTo>
                  <a:cubicBezTo>
                    <a:pt x="40" y="1105"/>
                    <a:pt x="68" y="1247"/>
                    <a:pt x="119" y="1381"/>
                  </a:cubicBezTo>
                  <a:cubicBezTo>
                    <a:pt x="288" y="1826"/>
                    <a:pt x="663" y="2194"/>
                    <a:pt x="743" y="2667"/>
                  </a:cubicBezTo>
                  <a:cubicBezTo>
                    <a:pt x="766" y="2816"/>
                    <a:pt x="758" y="2970"/>
                    <a:pt x="770" y="3120"/>
                  </a:cubicBezTo>
                  <a:cubicBezTo>
                    <a:pt x="794" y="3439"/>
                    <a:pt x="880" y="3779"/>
                    <a:pt x="947" y="4090"/>
                  </a:cubicBezTo>
                  <a:cubicBezTo>
                    <a:pt x="967" y="4188"/>
                    <a:pt x="1132" y="5202"/>
                    <a:pt x="1152" y="5202"/>
                  </a:cubicBezTo>
                  <a:cubicBezTo>
                    <a:pt x="1188" y="5207"/>
                    <a:pt x="1239" y="5220"/>
                    <a:pt x="1286" y="5220"/>
                  </a:cubicBezTo>
                  <a:cubicBezTo>
                    <a:pt x="1316" y="5220"/>
                    <a:pt x="1344" y="5215"/>
                    <a:pt x="1365" y="5198"/>
                  </a:cubicBezTo>
                  <a:cubicBezTo>
                    <a:pt x="1416" y="5159"/>
                    <a:pt x="1405" y="5048"/>
                    <a:pt x="1400" y="4989"/>
                  </a:cubicBezTo>
                  <a:cubicBezTo>
                    <a:pt x="1389" y="4705"/>
                    <a:pt x="1302" y="4433"/>
                    <a:pt x="1278" y="4149"/>
                  </a:cubicBezTo>
                  <a:cubicBezTo>
                    <a:pt x="1267" y="4015"/>
                    <a:pt x="1287" y="3881"/>
                    <a:pt x="1287" y="3747"/>
                  </a:cubicBezTo>
                  <a:cubicBezTo>
                    <a:pt x="1287" y="3593"/>
                    <a:pt x="1274" y="3439"/>
                    <a:pt x="1251" y="3289"/>
                  </a:cubicBezTo>
                  <a:cubicBezTo>
                    <a:pt x="1235" y="3183"/>
                    <a:pt x="1203" y="3093"/>
                    <a:pt x="1196" y="2989"/>
                  </a:cubicBezTo>
                  <a:cubicBezTo>
                    <a:pt x="1192" y="2907"/>
                    <a:pt x="1160" y="2832"/>
                    <a:pt x="1149" y="2753"/>
                  </a:cubicBezTo>
                  <a:cubicBezTo>
                    <a:pt x="1140" y="2686"/>
                    <a:pt x="1140" y="2619"/>
                    <a:pt x="1129" y="2552"/>
                  </a:cubicBezTo>
                  <a:cubicBezTo>
                    <a:pt x="1113" y="2477"/>
                    <a:pt x="1081" y="2410"/>
                    <a:pt x="1054" y="2343"/>
                  </a:cubicBezTo>
                  <a:cubicBezTo>
                    <a:pt x="1014" y="2245"/>
                    <a:pt x="983" y="2138"/>
                    <a:pt x="943" y="2039"/>
                  </a:cubicBezTo>
                  <a:cubicBezTo>
                    <a:pt x="868" y="1870"/>
                    <a:pt x="774" y="1712"/>
                    <a:pt x="679" y="1550"/>
                  </a:cubicBezTo>
                  <a:cubicBezTo>
                    <a:pt x="572" y="1369"/>
                    <a:pt x="478" y="1184"/>
                    <a:pt x="399" y="987"/>
                  </a:cubicBezTo>
                  <a:cubicBezTo>
                    <a:pt x="355" y="880"/>
                    <a:pt x="320" y="769"/>
                    <a:pt x="277" y="667"/>
                  </a:cubicBezTo>
                  <a:cubicBezTo>
                    <a:pt x="261" y="627"/>
                    <a:pt x="230" y="585"/>
                    <a:pt x="222" y="545"/>
                  </a:cubicBezTo>
                  <a:cubicBezTo>
                    <a:pt x="217" y="521"/>
                    <a:pt x="217" y="502"/>
                    <a:pt x="214" y="482"/>
                  </a:cubicBezTo>
                  <a:cubicBezTo>
                    <a:pt x="202" y="427"/>
                    <a:pt x="159" y="379"/>
                    <a:pt x="146" y="320"/>
                  </a:cubicBezTo>
                  <a:cubicBezTo>
                    <a:pt x="143" y="296"/>
                    <a:pt x="143" y="269"/>
                    <a:pt x="139" y="245"/>
                  </a:cubicBezTo>
                  <a:cubicBezTo>
                    <a:pt x="139" y="174"/>
                    <a:pt x="111" y="99"/>
                    <a:pt x="119" y="28"/>
                  </a:cubicBezTo>
                  <a:cubicBezTo>
                    <a:pt x="119" y="25"/>
                    <a:pt x="115" y="1"/>
                    <a:pt x="115" y="1"/>
                  </a:cubicBez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4" name="Google Shape;1094;p35"/>
            <p:cNvSpPr/>
            <p:nvPr/>
          </p:nvSpPr>
          <p:spPr>
            <a:xfrm>
              <a:off x="5549351" y="6806196"/>
              <a:ext cx="619096" cy="2262722"/>
            </a:xfrm>
            <a:custGeom>
              <a:rect b="b" l="l" r="r" t="t"/>
              <a:pathLst>
                <a:path extrusionOk="0" h="5263" w="1440">
                  <a:moveTo>
                    <a:pt x="108" y="119"/>
                  </a:moveTo>
                  <a:cubicBezTo>
                    <a:pt x="110" y="139"/>
                    <a:pt x="114" y="158"/>
                    <a:pt x="119" y="176"/>
                  </a:cubicBezTo>
                  <a:cubicBezTo>
                    <a:pt x="122" y="208"/>
                    <a:pt x="130" y="240"/>
                    <a:pt x="130" y="267"/>
                  </a:cubicBezTo>
                  <a:cubicBezTo>
                    <a:pt x="130" y="291"/>
                    <a:pt x="130" y="318"/>
                    <a:pt x="138" y="350"/>
                  </a:cubicBezTo>
                  <a:cubicBezTo>
                    <a:pt x="146" y="382"/>
                    <a:pt x="157" y="409"/>
                    <a:pt x="173" y="433"/>
                  </a:cubicBezTo>
                  <a:cubicBezTo>
                    <a:pt x="186" y="460"/>
                    <a:pt x="197" y="484"/>
                    <a:pt x="205" y="507"/>
                  </a:cubicBezTo>
                  <a:cubicBezTo>
                    <a:pt x="205" y="524"/>
                    <a:pt x="205" y="547"/>
                    <a:pt x="209" y="571"/>
                  </a:cubicBezTo>
                  <a:cubicBezTo>
                    <a:pt x="217" y="594"/>
                    <a:pt x="225" y="614"/>
                    <a:pt x="237" y="638"/>
                  </a:cubicBezTo>
                  <a:cubicBezTo>
                    <a:pt x="248" y="658"/>
                    <a:pt x="260" y="678"/>
                    <a:pt x="268" y="697"/>
                  </a:cubicBezTo>
                  <a:cubicBezTo>
                    <a:pt x="312" y="800"/>
                    <a:pt x="347" y="910"/>
                    <a:pt x="390" y="1017"/>
                  </a:cubicBezTo>
                  <a:cubicBezTo>
                    <a:pt x="470" y="1213"/>
                    <a:pt x="564" y="1399"/>
                    <a:pt x="674" y="1584"/>
                  </a:cubicBezTo>
                  <a:cubicBezTo>
                    <a:pt x="769" y="1746"/>
                    <a:pt x="860" y="1900"/>
                    <a:pt x="934" y="2069"/>
                  </a:cubicBezTo>
                  <a:cubicBezTo>
                    <a:pt x="974" y="2168"/>
                    <a:pt x="1005" y="2270"/>
                    <a:pt x="1045" y="2373"/>
                  </a:cubicBezTo>
                  <a:cubicBezTo>
                    <a:pt x="1072" y="2444"/>
                    <a:pt x="1104" y="2507"/>
                    <a:pt x="1116" y="2578"/>
                  </a:cubicBezTo>
                  <a:cubicBezTo>
                    <a:pt x="1132" y="2641"/>
                    <a:pt x="1127" y="2708"/>
                    <a:pt x="1140" y="2779"/>
                  </a:cubicBezTo>
                  <a:cubicBezTo>
                    <a:pt x="1151" y="2862"/>
                    <a:pt x="1179" y="2937"/>
                    <a:pt x="1187" y="3011"/>
                  </a:cubicBezTo>
                  <a:cubicBezTo>
                    <a:pt x="1195" y="3122"/>
                    <a:pt x="1227" y="3213"/>
                    <a:pt x="1242" y="3315"/>
                  </a:cubicBezTo>
                  <a:cubicBezTo>
                    <a:pt x="1262" y="3461"/>
                    <a:pt x="1274" y="3615"/>
                    <a:pt x="1274" y="3765"/>
                  </a:cubicBezTo>
                  <a:lnTo>
                    <a:pt x="1274" y="3769"/>
                  </a:lnTo>
                  <a:cubicBezTo>
                    <a:pt x="1274" y="3872"/>
                    <a:pt x="1262" y="3974"/>
                    <a:pt x="1262" y="4080"/>
                  </a:cubicBezTo>
                  <a:cubicBezTo>
                    <a:pt x="1262" y="4112"/>
                    <a:pt x="1266" y="4140"/>
                    <a:pt x="1266" y="4175"/>
                  </a:cubicBezTo>
                  <a:cubicBezTo>
                    <a:pt x="1293" y="4458"/>
                    <a:pt x="1376" y="4731"/>
                    <a:pt x="1392" y="5011"/>
                  </a:cubicBezTo>
                  <a:cubicBezTo>
                    <a:pt x="1392" y="5035"/>
                    <a:pt x="1396" y="5062"/>
                    <a:pt x="1392" y="5086"/>
                  </a:cubicBezTo>
                  <a:cubicBezTo>
                    <a:pt x="1396" y="5113"/>
                    <a:pt x="1392" y="5137"/>
                    <a:pt x="1388" y="5157"/>
                  </a:cubicBezTo>
                  <a:cubicBezTo>
                    <a:pt x="1380" y="5181"/>
                    <a:pt x="1372" y="5197"/>
                    <a:pt x="1360" y="5204"/>
                  </a:cubicBezTo>
                  <a:cubicBezTo>
                    <a:pt x="1353" y="5208"/>
                    <a:pt x="1345" y="5212"/>
                    <a:pt x="1333" y="5216"/>
                  </a:cubicBezTo>
                  <a:cubicBezTo>
                    <a:pt x="1325" y="5220"/>
                    <a:pt x="1309" y="5220"/>
                    <a:pt x="1298" y="5220"/>
                  </a:cubicBezTo>
                  <a:cubicBezTo>
                    <a:pt x="1278" y="5220"/>
                    <a:pt x="1254" y="5216"/>
                    <a:pt x="1230" y="5216"/>
                  </a:cubicBezTo>
                  <a:cubicBezTo>
                    <a:pt x="1212" y="5213"/>
                    <a:pt x="1196" y="5207"/>
                    <a:pt x="1180" y="5205"/>
                  </a:cubicBezTo>
                  <a:lnTo>
                    <a:pt x="1180" y="5205"/>
                  </a:lnTo>
                  <a:cubicBezTo>
                    <a:pt x="1179" y="5202"/>
                    <a:pt x="1177" y="5197"/>
                    <a:pt x="1175" y="5192"/>
                  </a:cubicBezTo>
                  <a:cubicBezTo>
                    <a:pt x="1167" y="5153"/>
                    <a:pt x="1151" y="5070"/>
                    <a:pt x="1132" y="4971"/>
                  </a:cubicBezTo>
                  <a:cubicBezTo>
                    <a:pt x="1104" y="4818"/>
                    <a:pt x="1069" y="4616"/>
                    <a:pt x="1041" y="4451"/>
                  </a:cubicBezTo>
                  <a:cubicBezTo>
                    <a:pt x="1025" y="4364"/>
                    <a:pt x="1014" y="4289"/>
                    <a:pt x="1001" y="4230"/>
                  </a:cubicBezTo>
                  <a:cubicBezTo>
                    <a:pt x="990" y="4167"/>
                    <a:pt x="982" y="4123"/>
                    <a:pt x="978" y="4108"/>
                  </a:cubicBezTo>
                  <a:cubicBezTo>
                    <a:pt x="911" y="3796"/>
                    <a:pt x="825" y="3457"/>
                    <a:pt x="801" y="3138"/>
                  </a:cubicBezTo>
                  <a:cubicBezTo>
                    <a:pt x="789" y="2992"/>
                    <a:pt x="796" y="2838"/>
                    <a:pt x="772" y="2684"/>
                  </a:cubicBezTo>
                  <a:cubicBezTo>
                    <a:pt x="734" y="2444"/>
                    <a:pt x="619" y="2231"/>
                    <a:pt x="493" y="2026"/>
                  </a:cubicBezTo>
                  <a:cubicBezTo>
                    <a:pt x="370" y="1817"/>
                    <a:pt x="233" y="1616"/>
                    <a:pt x="150" y="1395"/>
                  </a:cubicBezTo>
                  <a:cubicBezTo>
                    <a:pt x="99" y="1261"/>
                    <a:pt x="71" y="1123"/>
                    <a:pt x="51" y="985"/>
                  </a:cubicBezTo>
                  <a:cubicBezTo>
                    <a:pt x="48" y="942"/>
                    <a:pt x="44" y="906"/>
                    <a:pt x="44" y="871"/>
                  </a:cubicBezTo>
                  <a:cubicBezTo>
                    <a:pt x="44" y="800"/>
                    <a:pt x="55" y="733"/>
                    <a:pt x="71" y="642"/>
                  </a:cubicBezTo>
                  <a:cubicBezTo>
                    <a:pt x="86" y="578"/>
                    <a:pt x="86" y="512"/>
                    <a:pt x="86" y="449"/>
                  </a:cubicBezTo>
                  <a:lnTo>
                    <a:pt x="86" y="374"/>
                  </a:lnTo>
                  <a:lnTo>
                    <a:pt x="86" y="347"/>
                  </a:lnTo>
                  <a:cubicBezTo>
                    <a:pt x="86" y="295"/>
                    <a:pt x="86" y="247"/>
                    <a:pt x="91" y="200"/>
                  </a:cubicBezTo>
                  <a:cubicBezTo>
                    <a:pt x="91" y="196"/>
                    <a:pt x="95" y="185"/>
                    <a:pt x="95" y="172"/>
                  </a:cubicBezTo>
                  <a:cubicBezTo>
                    <a:pt x="98" y="158"/>
                    <a:pt x="103" y="139"/>
                    <a:pt x="108" y="119"/>
                  </a:cubicBezTo>
                  <a:close/>
                  <a:moveTo>
                    <a:pt x="126" y="1"/>
                  </a:moveTo>
                  <a:cubicBezTo>
                    <a:pt x="122" y="1"/>
                    <a:pt x="118" y="1"/>
                    <a:pt x="115" y="3"/>
                  </a:cubicBezTo>
                  <a:cubicBezTo>
                    <a:pt x="110" y="7"/>
                    <a:pt x="106" y="10"/>
                    <a:pt x="106" y="15"/>
                  </a:cubicBezTo>
                  <a:lnTo>
                    <a:pt x="106" y="15"/>
                  </a:lnTo>
                  <a:cubicBezTo>
                    <a:pt x="97" y="27"/>
                    <a:pt x="90" y="41"/>
                    <a:pt x="83" y="58"/>
                  </a:cubicBezTo>
                  <a:cubicBezTo>
                    <a:pt x="71" y="86"/>
                    <a:pt x="63" y="118"/>
                    <a:pt x="59" y="141"/>
                  </a:cubicBezTo>
                  <a:cubicBezTo>
                    <a:pt x="55" y="153"/>
                    <a:pt x="55" y="165"/>
                    <a:pt x="51" y="172"/>
                  </a:cubicBezTo>
                  <a:cubicBezTo>
                    <a:pt x="51" y="185"/>
                    <a:pt x="48" y="192"/>
                    <a:pt x="48" y="196"/>
                  </a:cubicBezTo>
                  <a:cubicBezTo>
                    <a:pt x="44" y="247"/>
                    <a:pt x="44" y="299"/>
                    <a:pt x="44" y="347"/>
                  </a:cubicBezTo>
                  <a:lnTo>
                    <a:pt x="44" y="374"/>
                  </a:lnTo>
                  <a:lnTo>
                    <a:pt x="44" y="449"/>
                  </a:lnTo>
                  <a:cubicBezTo>
                    <a:pt x="44" y="512"/>
                    <a:pt x="44" y="575"/>
                    <a:pt x="28" y="634"/>
                  </a:cubicBezTo>
                  <a:cubicBezTo>
                    <a:pt x="12" y="720"/>
                    <a:pt x="0" y="791"/>
                    <a:pt x="0" y="871"/>
                  </a:cubicBezTo>
                  <a:cubicBezTo>
                    <a:pt x="0" y="910"/>
                    <a:pt x="0" y="946"/>
                    <a:pt x="8" y="989"/>
                  </a:cubicBezTo>
                  <a:cubicBezTo>
                    <a:pt x="28" y="1131"/>
                    <a:pt x="55" y="1273"/>
                    <a:pt x="110" y="1411"/>
                  </a:cubicBezTo>
                  <a:cubicBezTo>
                    <a:pt x="197" y="1635"/>
                    <a:pt x="331" y="1841"/>
                    <a:pt x="457" y="2045"/>
                  </a:cubicBezTo>
                  <a:cubicBezTo>
                    <a:pt x="583" y="2254"/>
                    <a:pt x="694" y="2460"/>
                    <a:pt x="730" y="2693"/>
                  </a:cubicBezTo>
                  <a:cubicBezTo>
                    <a:pt x="754" y="2838"/>
                    <a:pt x="745" y="2988"/>
                    <a:pt x="757" y="3142"/>
                  </a:cubicBezTo>
                  <a:cubicBezTo>
                    <a:pt x="781" y="3465"/>
                    <a:pt x="872" y="3805"/>
                    <a:pt x="938" y="4116"/>
                  </a:cubicBezTo>
                  <a:cubicBezTo>
                    <a:pt x="938" y="4127"/>
                    <a:pt x="947" y="4156"/>
                    <a:pt x="950" y="4191"/>
                  </a:cubicBezTo>
                  <a:cubicBezTo>
                    <a:pt x="974" y="4321"/>
                    <a:pt x="1018" y="4581"/>
                    <a:pt x="1056" y="4806"/>
                  </a:cubicBezTo>
                  <a:cubicBezTo>
                    <a:pt x="1076" y="4920"/>
                    <a:pt x="1096" y="5026"/>
                    <a:pt x="1112" y="5102"/>
                  </a:cubicBezTo>
                  <a:cubicBezTo>
                    <a:pt x="1120" y="5141"/>
                    <a:pt x="1127" y="5173"/>
                    <a:pt x="1132" y="5197"/>
                  </a:cubicBezTo>
                  <a:cubicBezTo>
                    <a:pt x="1136" y="5208"/>
                    <a:pt x="1136" y="5216"/>
                    <a:pt x="1140" y="5224"/>
                  </a:cubicBezTo>
                  <a:cubicBezTo>
                    <a:pt x="1140" y="5228"/>
                    <a:pt x="1143" y="5228"/>
                    <a:pt x="1143" y="5232"/>
                  </a:cubicBezTo>
                  <a:cubicBezTo>
                    <a:pt x="1143" y="5235"/>
                    <a:pt x="1143" y="5235"/>
                    <a:pt x="1147" y="5239"/>
                  </a:cubicBezTo>
                  <a:lnTo>
                    <a:pt x="1151" y="5244"/>
                  </a:lnTo>
                  <a:cubicBezTo>
                    <a:pt x="1156" y="5244"/>
                    <a:pt x="1156" y="5248"/>
                    <a:pt x="1163" y="5248"/>
                  </a:cubicBezTo>
                  <a:cubicBezTo>
                    <a:pt x="1179" y="5248"/>
                    <a:pt x="1198" y="5251"/>
                    <a:pt x="1222" y="5255"/>
                  </a:cubicBezTo>
                  <a:cubicBezTo>
                    <a:pt x="1246" y="5259"/>
                    <a:pt x="1274" y="5263"/>
                    <a:pt x="1298" y="5263"/>
                  </a:cubicBezTo>
                  <a:cubicBezTo>
                    <a:pt x="1313" y="5263"/>
                    <a:pt x="1329" y="5263"/>
                    <a:pt x="1345" y="5259"/>
                  </a:cubicBezTo>
                  <a:cubicBezTo>
                    <a:pt x="1360" y="5255"/>
                    <a:pt x="1376" y="5248"/>
                    <a:pt x="1388" y="5235"/>
                  </a:cubicBezTo>
                  <a:cubicBezTo>
                    <a:pt x="1411" y="5220"/>
                    <a:pt x="1424" y="5197"/>
                    <a:pt x="1427" y="5168"/>
                  </a:cubicBezTo>
                  <a:cubicBezTo>
                    <a:pt x="1435" y="5141"/>
                    <a:pt x="1440" y="5113"/>
                    <a:pt x="1440" y="5086"/>
                  </a:cubicBezTo>
                  <a:cubicBezTo>
                    <a:pt x="1440" y="5058"/>
                    <a:pt x="1435" y="5031"/>
                    <a:pt x="1435" y="5011"/>
                  </a:cubicBezTo>
                  <a:cubicBezTo>
                    <a:pt x="1420" y="4723"/>
                    <a:pt x="1333" y="4447"/>
                    <a:pt x="1309" y="4171"/>
                  </a:cubicBezTo>
                  <a:cubicBezTo>
                    <a:pt x="1309" y="4140"/>
                    <a:pt x="1305" y="4108"/>
                    <a:pt x="1305" y="4080"/>
                  </a:cubicBezTo>
                  <a:cubicBezTo>
                    <a:pt x="1305" y="3978"/>
                    <a:pt x="1317" y="3875"/>
                    <a:pt x="1317" y="3769"/>
                  </a:cubicBezTo>
                  <a:lnTo>
                    <a:pt x="1317" y="3765"/>
                  </a:lnTo>
                  <a:cubicBezTo>
                    <a:pt x="1317" y="3611"/>
                    <a:pt x="1305" y="3457"/>
                    <a:pt x="1285" y="3308"/>
                  </a:cubicBezTo>
                  <a:cubicBezTo>
                    <a:pt x="1269" y="3201"/>
                    <a:pt x="1238" y="3110"/>
                    <a:pt x="1230" y="3008"/>
                  </a:cubicBezTo>
                  <a:cubicBezTo>
                    <a:pt x="1222" y="2925"/>
                    <a:pt x="1195" y="2850"/>
                    <a:pt x="1183" y="2771"/>
                  </a:cubicBezTo>
                  <a:cubicBezTo>
                    <a:pt x="1171" y="2708"/>
                    <a:pt x="1175" y="2637"/>
                    <a:pt x="1160" y="2570"/>
                  </a:cubicBezTo>
                  <a:cubicBezTo>
                    <a:pt x="1143" y="2491"/>
                    <a:pt x="1112" y="2424"/>
                    <a:pt x="1085" y="2358"/>
                  </a:cubicBezTo>
                  <a:cubicBezTo>
                    <a:pt x="1045" y="2258"/>
                    <a:pt x="1018" y="2152"/>
                    <a:pt x="974" y="2054"/>
                  </a:cubicBezTo>
                  <a:cubicBezTo>
                    <a:pt x="899" y="1880"/>
                    <a:pt x="805" y="1723"/>
                    <a:pt x="710" y="1561"/>
                  </a:cubicBezTo>
                  <a:cubicBezTo>
                    <a:pt x="603" y="1379"/>
                    <a:pt x="508" y="1194"/>
                    <a:pt x="430" y="1000"/>
                  </a:cubicBezTo>
                  <a:cubicBezTo>
                    <a:pt x="386" y="894"/>
                    <a:pt x="351" y="788"/>
                    <a:pt x="308" y="682"/>
                  </a:cubicBezTo>
                  <a:cubicBezTo>
                    <a:pt x="299" y="658"/>
                    <a:pt x="288" y="638"/>
                    <a:pt x="276" y="618"/>
                  </a:cubicBezTo>
                  <a:cubicBezTo>
                    <a:pt x="264" y="594"/>
                    <a:pt x="257" y="575"/>
                    <a:pt x="252" y="563"/>
                  </a:cubicBezTo>
                  <a:cubicBezTo>
                    <a:pt x="248" y="543"/>
                    <a:pt x="248" y="524"/>
                    <a:pt x="244" y="500"/>
                  </a:cubicBezTo>
                  <a:cubicBezTo>
                    <a:pt x="241" y="469"/>
                    <a:pt x="225" y="441"/>
                    <a:pt x="213" y="413"/>
                  </a:cubicBezTo>
                  <a:cubicBezTo>
                    <a:pt x="197" y="385"/>
                    <a:pt x="186" y="362"/>
                    <a:pt x="177" y="338"/>
                  </a:cubicBezTo>
                  <a:cubicBezTo>
                    <a:pt x="173" y="318"/>
                    <a:pt x="173" y="291"/>
                    <a:pt x="173" y="267"/>
                  </a:cubicBezTo>
                  <a:cubicBezTo>
                    <a:pt x="173" y="232"/>
                    <a:pt x="166" y="200"/>
                    <a:pt x="162" y="169"/>
                  </a:cubicBezTo>
                  <a:cubicBezTo>
                    <a:pt x="154" y="137"/>
                    <a:pt x="150" y="105"/>
                    <a:pt x="150" y="78"/>
                  </a:cubicBezTo>
                  <a:lnTo>
                    <a:pt x="150" y="54"/>
                  </a:lnTo>
                  <a:lnTo>
                    <a:pt x="150" y="50"/>
                  </a:lnTo>
                  <a:lnTo>
                    <a:pt x="150" y="43"/>
                  </a:lnTo>
                  <a:lnTo>
                    <a:pt x="150" y="27"/>
                  </a:lnTo>
                  <a:lnTo>
                    <a:pt x="150" y="23"/>
                  </a:lnTo>
                  <a:lnTo>
                    <a:pt x="148" y="23"/>
                  </a:lnTo>
                  <a:cubicBezTo>
                    <a:pt x="148" y="17"/>
                    <a:pt x="147" y="12"/>
                    <a:pt x="142" y="7"/>
                  </a:cubicBezTo>
                  <a:cubicBezTo>
                    <a:pt x="137" y="2"/>
                    <a:pt x="131" y="1"/>
                    <a:pt x="126"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5" name="Google Shape;1095;p35"/>
            <p:cNvSpPr/>
            <p:nvPr/>
          </p:nvSpPr>
          <p:spPr>
            <a:xfrm>
              <a:off x="6322355" y="7230962"/>
              <a:ext cx="195187" cy="1843970"/>
            </a:xfrm>
            <a:custGeom>
              <a:rect b="b" l="l" r="r" t="t"/>
              <a:pathLst>
                <a:path extrusionOk="0" h="4289" w="454">
                  <a:moveTo>
                    <a:pt x="298" y="0"/>
                  </a:moveTo>
                  <a:cubicBezTo>
                    <a:pt x="296" y="0"/>
                    <a:pt x="294" y="0"/>
                    <a:pt x="292" y="1"/>
                  </a:cubicBezTo>
                  <a:cubicBezTo>
                    <a:pt x="280" y="1"/>
                    <a:pt x="272" y="12"/>
                    <a:pt x="272" y="25"/>
                  </a:cubicBezTo>
                  <a:cubicBezTo>
                    <a:pt x="343" y="347"/>
                    <a:pt x="410" y="742"/>
                    <a:pt x="410" y="1117"/>
                  </a:cubicBezTo>
                  <a:cubicBezTo>
                    <a:pt x="410" y="1341"/>
                    <a:pt x="386" y="1559"/>
                    <a:pt x="323" y="1743"/>
                  </a:cubicBezTo>
                  <a:cubicBezTo>
                    <a:pt x="272" y="1898"/>
                    <a:pt x="197" y="2043"/>
                    <a:pt x="170" y="2209"/>
                  </a:cubicBezTo>
                  <a:cubicBezTo>
                    <a:pt x="162" y="2264"/>
                    <a:pt x="157" y="2316"/>
                    <a:pt x="157" y="2367"/>
                  </a:cubicBezTo>
                  <a:cubicBezTo>
                    <a:pt x="157" y="2500"/>
                    <a:pt x="181" y="2635"/>
                    <a:pt x="205" y="2765"/>
                  </a:cubicBezTo>
                  <a:cubicBezTo>
                    <a:pt x="228" y="2899"/>
                    <a:pt x="257" y="3029"/>
                    <a:pt x="264" y="3159"/>
                  </a:cubicBezTo>
                  <a:cubicBezTo>
                    <a:pt x="264" y="3183"/>
                    <a:pt x="268" y="3210"/>
                    <a:pt x="268" y="3234"/>
                  </a:cubicBezTo>
                  <a:cubicBezTo>
                    <a:pt x="268" y="3585"/>
                    <a:pt x="134" y="3928"/>
                    <a:pt x="4" y="4260"/>
                  </a:cubicBezTo>
                  <a:cubicBezTo>
                    <a:pt x="0" y="4271"/>
                    <a:pt x="4" y="4283"/>
                    <a:pt x="15" y="4287"/>
                  </a:cubicBezTo>
                  <a:cubicBezTo>
                    <a:pt x="18" y="4288"/>
                    <a:pt x="21" y="4289"/>
                    <a:pt x="24" y="4289"/>
                  </a:cubicBezTo>
                  <a:cubicBezTo>
                    <a:pt x="33" y="4289"/>
                    <a:pt x="40" y="4284"/>
                    <a:pt x="44" y="4275"/>
                  </a:cubicBezTo>
                  <a:cubicBezTo>
                    <a:pt x="173" y="3944"/>
                    <a:pt x="312" y="3597"/>
                    <a:pt x="312" y="3234"/>
                  </a:cubicBezTo>
                  <a:cubicBezTo>
                    <a:pt x="312" y="3206"/>
                    <a:pt x="312" y="3183"/>
                    <a:pt x="308" y="3155"/>
                  </a:cubicBezTo>
                  <a:cubicBezTo>
                    <a:pt x="299" y="3021"/>
                    <a:pt x="272" y="2887"/>
                    <a:pt x="248" y="2757"/>
                  </a:cubicBezTo>
                  <a:cubicBezTo>
                    <a:pt x="221" y="2627"/>
                    <a:pt x="201" y="2497"/>
                    <a:pt x="201" y="2367"/>
                  </a:cubicBezTo>
                  <a:cubicBezTo>
                    <a:pt x="201" y="2320"/>
                    <a:pt x="205" y="2269"/>
                    <a:pt x="213" y="2217"/>
                  </a:cubicBezTo>
                  <a:cubicBezTo>
                    <a:pt x="237" y="2059"/>
                    <a:pt x="312" y="1914"/>
                    <a:pt x="363" y="1759"/>
                  </a:cubicBezTo>
                  <a:cubicBezTo>
                    <a:pt x="430" y="1563"/>
                    <a:pt x="454" y="1346"/>
                    <a:pt x="454" y="1117"/>
                  </a:cubicBezTo>
                  <a:cubicBezTo>
                    <a:pt x="454" y="738"/>
                    <a:pt x="383" y="340"/>
                    <a:pt x="315" y="16"/>
                  </a:cubicBezTo>
                  <a:cubicBezTo>
                    <a:pt x="312" y="7"/>
                    <a:pt x="307" y="0"/>
                    <a:pt x="298"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96" name="Google Shape;1096;p35"/>
          <p:cNvGrpSpPr/>
          <p:nvPr/>
        </p:nvGrpSpPr>
        <p:grpSpPr>
          <a:xfrm>
            <a:off x="2812204" y="8883415"/>
            <a:ext cx="426542" cy="360122"/>
            <a:chOff x="504187" y="9362100"/>
            <a:chExt cx="458303" cy="386937"/>
          </a:xfrm>
        </p:grpSpPr>
        <p:sp>
          <p:nvSpPr>
            <p:cNvPr id="1097" name="Google Shape;1097;p35"/>
            <p:cNvSpPr/>
            <p:nvPr/>
          </p:nvSpPr>
          <p:spPr>
            <a:xfrm>
              <a:off x="545030" y="9370698"/>
              <a:ext cx="383065" cy="368020"/>
            </a:xfrm>
            <a:custGeom>
              <a:rect b="b" l="l" r="r" t="t"/>
              <a:pathLst>
                <a:path extrusionOk="0" h="856" w="891">
                  <a:moveTo>
                    <a:pt x="446" y="0"/>
                  </a:moveTo>
                  <a:cubicBezTo>
                    <a:pt x="197" y="0"/>
                    <a:pt x="0" y="193"/>
                    <a:pt x="0" y="430"/>
                  </a:cubicBezTo>
                  <a:cubicBezTo>
                    <a:pt x="0" y="666"/>
                    <a:pt x="197" y="856"/>
                    <a:pt x="446" y="856"/>
                  </a:cubicBezTo>
                  <a:cubicBezTo>
                    <a:pt x="690" y="856"/>
                    <a:pt x="891" y="666"/>
                    <a:pt x="891" y="430"/>
                  </a:cubicBezTo>
                  <a:cubicBezTo>
                    <a:pt x="891" y="193"/>
                    <a:pt x="690" y="0"/>
                    <a:pt x="446" y="0"/>
                  </a:cubicBez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8" name="Google Shape;1098;p35"/>
            <p:cNvSpPr/>
            <p:nvPr/>
          </p:nvSpPr>
          <p:spPr>
            <a:xfrm>
              <a:off x="534711" y="9362100"/>
              <a:ext cx="401982" cy="386937"/>
            </a:xfrm>
            <a:custGeom>
              <a:rect b="b" l="l" r="r" t="t"/>
              <a:pathLst>
                <a:path extrusionOk="0" h="900" w="935">
                  <a:moveTo>
                    <a:pt x="470" y="44"/>
                  </a:moveTo>
                  <a:cubicBezTo>
                    <a:pt x="583" y="44"/>
                    <a:pt x="690" y="87"/>
                    <a:pt x="769" y="162"/>
                  </a:cubicBezTo>
                  <a:cubicBezTo>
                    <a:pt x="844" y="237"/>
                    <a:pt x="891" y="335"/>
                    <a:pt x="891" y="450"/>
                  </a:cubicBezTo>
                  <a:cubicBezTo>
                    <a:pt x="891" y="560"/>
                    <a:pt x="844" y="663"/>
                    <a:pt x="769" y="734"/>
                  </a:cubicBezTo>
                  <a:cubicBezTo>
                    <a:pt x="690" y="808"/>
                    <a:pt x="583" y="856"/>
                    <a:pt x="470" y="856"/>
                  </a:cubicBezTo>
                  <a:cubicBezTo>
                    <a:pt x="352" y="856"/>
                    <a:pt x="245" y="808"/>
                    <a:pt x="166" y="734"/>
                  </a:cubicBezTo>
                  <a:cubicBezTo>
                    <a:pt x="91" y="663"/>
                    <a:pt x="44" y="560"/>
                    <a:pt x="44" y="450"/>
                  </a:cubicBezTo>
                  <a:cubicBezTo>
                    <a:pt x="44" y="335"/>
                    <a:pt x="91" y="237"/>
                    <a:pt x="166" y="162"/>
                  </a:cubicBezTo>
                  <a:cubicBezTo>
                    <a:pt x="245" y="87"/>
                    <a:pt x="352" y="44"/>
                    <a:pt x="470" y="44"/>
                  </a:cubicBezTo>
                  <a:close/>
                  <a:moveTo>
                    <a:pt x="470" y="0"/>
                  </a:moveTo>
                  <a:cubicBezTo>
                    <a:pt x="339" y="0"/>
                    <a:pt x="221" y="47"/>
                    <a:pt x="139" y="131"/>
                  </a:cubicBezTo>
                  <a:cubicBezTo>
                    <a:pt x="52" y="213"/>
                    <a:pt x="1" y="324"/>
                    <a:pt x="1" y="450"/>
                  </a:cubicBezTo>
                  <a:cubicBezTo>
                    <a:pt x="1" y="572"/>
                    <a:pt x="52" y="686"/>
                    <a:pt x="139" y="766"/>
                  </a:cubicBezTo>
                  <a:cubicBezTo>
                    <a:pt x="221" y="848"/>
                    <a:pt x="339" y="899"/>
                    <a:pt x="470" y="899"/>
                  </a:cubicBezTo>
                  <a:cubicBezTo>
                    <a:pt x="596" y="899"/>
                    <a:pt x="714" y="848"/>
                    <a:pt x="801" y="766"/>
                  </a:cubicBezTo>
                  <a:cubicBezTo>
                    <a:pt x="883" y="686"/>
                    <a:pt x="935" y="572"/>
                    <a:pt x="935" y="450"/>
                  </a:cubicBezTo>
                  <a:cubicBezTo>
                    <a:pt x="935" y="324"/>
                    <a:pt x="883" y="213"/>
                    <a:pt x="801" y="131"/>
                  </a:cubicBezTo>
                  <a:cubicBezTo>
                    <a:pt x="714" y="47"/>
                    <a:pt x="596" y="0"/>
                    <a:pt x="470" y="0"/>
                  </a:cubicBezTo>
                  <a:close/>
                </a:path>
              </a:pathLst>
            </a:custGeom>
            <a:solidFill>
              <a:srgbClr val="000000"/>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9" name="Google Shape;1099;p35"/>
            <p:cNvSpPr/>
            <p:nvPr/>
          </p:nvSpPr>
          <p:spPr>
            <a:xfrm>
              <a:off x="504187" y="9454963"/>
              <a:ext cx="458303" cy="189169"/>
            </a:xfrm>
            <a:custGeom>
              <a:rect b="b" l="l" r="r" t="t"/>
              <a:pathLst>
                <a:path extrusionOk="0" h="440" w="1066">
                  <a:moveTo>
                    <a:pt x="556" y="1"/>
                  </a:moveTo>
                  <a:cubicBezTo>
                    <a:pt x="541" y="1"/>
                    <a:pt x="529" y="1"/>
                    <a:pt x="517" y="6"/>
                  </a:cubicBezTo>
                  <a:cubicBezTo>
                    <a:pt x="438" y="17"/>
                    <a:pt x="371" y="72"/>
                    <a:pt x="339" y="148"/>
                  </a:cubicBezTo>
                  <a:cubicBezTo>
                    <a:pt x="328" y="179"/>
                    <a:pt x="319" y="206"/>
                    <a:pt x="312" y="237"/>
                  </a:cubicBezTo>
                  <a:cubicBezTo>
                    <a:pt x="300" y="281"/>
                    <a:pt x="288" y="321"/>
                    <a:pt x="265" y="348"/>
                  </a:cubicBezTo>
                  <a:cubicBezTo>
                    <a:pt x="257" y="360"/>
                    <a:pt x="245" y="372"/>
                    <a:pt x="225" y="379"/>
                  </a:cubicBezTo>
                  <a:cubicBezTo>
                    <a:pt x="210" y="388"/>
                    <a:pt x="190" y="395"/>
                    <a:pt x="162" y="395"/>
                  </a:cubicBezTo>
                  <a:lnTo>
                    <a:pt x="150" y="395"/>
                  </a:lnTo>
                  <a:cubicBezTo>
                    <a:pt x="110" y="395"/>
                    <a:pt x="72" y="388"/>
                    <a:pt x="28" y="376"/>
                  </a:cubicBezTo>
                  <a:cubicBezTo>
                    <a:pt x="16" y="376"/>
                    <a:pt x="8" y="379"/>
                    <a:pt x="4" y="392"/>
                  </a:cubicBezTo>
                  <a:cubicBezTo>
                    <a:pt x="1" y="403"/>
                    <a:pt x="8" y="415"/>
                    <a:pt x="20" y="419"/>
                  </a:cubicBezTo>
                  <a:cubicBezTo>
                    <a:pt x="63" y="427"/>
                    <a:pt x="107" y="439"/>
                    <a:pt x="150" y="439"/>
                  </a:cubicBezTo>
                  <a:lnTo>
                    <a:pt x="166" y="439"/>
                  </a:lnTo>
                  <a:cubicBezTo>
                    <a:pt x="205" y="435"/>
                    <a:pt x="241" y="427"/>
                    <a:pt x="268" y="408"/>
                  </a:cubicBezTo>
                  <a:cubicBezTo>
                    <a:pt x="288" y="392"/>
                    <a:pt x="300" y="376"/>
                    <a:pt x="312" y="356"/>
                  </a:cubicBezTo>
                  <a:cubicBezTo>
                    <a:pt x="332" y="325"/>
                    <a:pt x="339" y="293"/>
                    <a:pt x="352" y="261"/>
                  </a:cubicBezTo>
                  <a:cubicBezTo>
                    <a:pt x="359" y="226"/>
                    <a:pt x="367" y="195"/>
                    <a:pt x="379" y="163"/>
                  </a:cubicBezTo>
                  <a:cubicBezTo>
                    <a:pt x="403" y="104"/>
                    <a:pt x="461" y="57"/>
                    <a:pt x="525" y="44"/>
                  </a:cubicBezTo>
                  <a:lnTo>
                    <a:pt x="556" y="44"/>
                  </a:lnTo>
                  <a:cubicBezTo>
                    <a:pt x="607" y="44"/>
                    <a:pt x="663" y="68"/>
                    <a:pt x="698" y="108"/>
                  </a:cubicBezTo>
                  <a:cubicBezTo>
                    <a:pt x="710" y="124"/>
                    <a:pt x="722" y="139"/>
                    <a:pt x="725" y="155"/>
                  </a:cubicBezTo>
                  <a:cubicBezTo>
                    <a:pt x="730" y="171"/>
                    <a:pt x="734" y="190"/>
                    <a:pt x="738" y="214"/>
                  </a:cubicBezTo>
                  <a:cubicBezTo>
                    <a:pt x="745" y="266"/>
                    <a:pt x="765" y="308"/>
                    <a:pt x="796" y="341"/>
                  </a:cubicBezTo>
                  <a:cubicBezTo>
                    <a:pt x="829" y="372"/>
                    <a:pt x="867" y="388"/>
                    <a:pt x="911" y="388"/>
                  </a:cubicBezTo>
                  <a:cubicBezTo>
                    <a:pt x="958" y="388"/>
                    <a:pt x="1006" y="368"/>
                    <a:pt x="1053" y="332"/>
                  </a:cubicBezTo>
                  <a:cubicBezTo>
                    <a:pt x="1061" y="325"/>
                    <a:pt x="1065" y="308"/>
                    <a:pt x="1057" y="301"/>
                  </a:cubicBezTo>
                  <a:cubicBezTo>
                    <a:pt x="1052" y="296"/>
                    <a:pt x="1044" y="293"/>
                    <a:pt x="1037" y="293"/>
                  </a:cubicBezTo>
                  <a:cubicBezTo>
                    <a:pt x="1032" y="293"/>
                    <a:pt x="1028" y="294"/>
                    <a:pt x="1025" y="297"/>
                  </a:cubicBezTo>
                  <a:cubicBezTo>
                    <a:pt x="986" y="328"/>
                    <a:pt x="947" y="344"/>
                    <a:pt x="911" y="344"/>
                  </a:cubicBezTo>
                  <a:cubicBezTo>
                    <a:pt x="880" y="344"/>
                    <a:pt x="852" y="332"/>
                    <a:pt x="829" y="308"/>
                  </a:cubicBezTo>
                  <a:cubicBezTo>
                    <a:pt x="805" y="285"/>
                    <a:pt x="785" y="254"/>
                    <a:pt x="778" y="206"/>
                  </a:cubicBezTo>
                  <a:cubicBezTo>
                    <a:pt x="778" y="186"/>
                    <a:pt x="778" y="166"/>
                    <a:pt x="769" y="143"/>
                  </a:cubicBezTo>
                  <a:cubicBezTo>
                    <a:pt x="761" y="115"/>
                    <a:pt x="745" y="96"/>
                    <a:pt x="734" y="80"/>
                  </a:cubicBezTo>
                  <a:cubicBezTo>
                    <a:pt x="687" y="29"/>
                    <a:pt x="623" y="1"/>
                    <a:pt x="556"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0" name="Google Shape;1100;p35"/>
            <p:cNvSpPr/>
            <p:nvPr/>
          </p:nvSpPr>
          <p:spPr>
            <a:xfrm>
              <a:off x="534711" y="9362100"/>
              <a:ext cx="401982" cy="386937"/>
            </a:xfrm>
            <a:custGeom>
              <a:rect b="b" l="l" r="r" t="t"/>
              <a:pathLst>
                <a:path extrusionOk="0" h="900" w="935">
                  <a:moveTo>
                    <a:pt x="470" y="44"/>
                  </a:moveTo>
                  <a:cubicBezTo>
                    <a:pt x="583" y="44"/>
                    <a:pt x="690" y="87"/>
                    <a:pt x="769" y="162"/>
                  </a:cubicBezTo>
                  <a:cubicBezTo>
                    <a:pt x="844" y="237"/>
                    <a:pt x="891" y="335"/>
                    <a:pt x="891" y="450"/>
                  </a:cubicBezTo>
                  <a:cubicBezTo>
                    <a:pt x="891" y="560"/>
                    <a:pt x="844" y="663"/>
                    <a:pt x="769" y="734"/>
                  </a:cubicBezTo>
                  <a:cubicBezTo>
                    <a:pt x="690" y="808"/>
                    <a:pt x="583" y="856"/>
                    <a:pt x="470" y="856"/>
                  </a:cubicBezTo>
                  <a:cubicBezTo>
                    <a:pt x="352" y="856"/>
                    <a:pt x="245" y="808"/>
                    <a:pt x="166" y="734"/>
                  </a:cubicBezTo>
                  <a:cubicBezTo>
                    <a:pt x="91" y="663"/>
                    <a:pt x="44" y="560"/>
                    <a:pt x="44" y="450"/>
                  </a:cubicBezTo>
                  <a:cubicBezTo>
                    <a:pt x="44" y="335"/>
                    <a:pt x="91" y="237"/>
                    <a:pt x="166" y="162"/>
                  </a:cubicBezTo>
                  <a:cubicBezTo>
                    <a:pt x="245" y="87"/>
                    <a:pt x="352" y="44"/>
                    <a:pt x="470" y="44"/>
                  </a:cubicBezTo>
                  <a:close/>
                  <a:moveTo>
                    <a:pt x="470" y="0"/>
                  </a:moveTo>
                  <a:cubicBezTo>
                    <a:pt x="339" y="0"/>
                    <a:pt x="221" y="47"/>
                    <a:pt x="139" y="131"/>
                  </a:cubicBezTo>
                  <a:cubicBezTo>
                    <a:pt x="52" y="213"/>
                    <a:pt x="1" y="324"/>
                    <a:pt x="1" y="450"/>
                  </a:cubicBezTo>
                  <a:cubicBezTo>
                    <a:pt x="1" y="572"/>
                    <a:pt x="52" y="686"/>
                    <a:pt x="139" y="766"/>
                  </a:cubicBezTo>
                  <a:cubicBezTo>
                    <a:pt x="221" y="848"/>
                    <a:pt x="339" y="899"/>
                    <a:pt x="470" y="899"/>
                  </a:cubicBezTo>
                  <a:cubicBezTo>
                    <a:pt x="596" y="899"/>
                    <a:pt x="714" y="848"/>
                    <a:pt x="801" y="766"/>
                  </a:cubicBezTo>
                  <a:cubicBezTo>
                    <a:pt x="883" y="686"/>
                    <a:pt x="935" y="572"/>
                    <a:pt x="935" y="450"/>
                  </a:cubicBezTo>
                  <a:cubicBezTo>
                    <a:pt x="935" y="324"/>
                    <a:pt x="883" y="213"/>
                    <a:pt x="801" y="131"/>
                  </a:cubicBezTo>
                  <a:cubicBezTo>
                    <a:pt x="714" y="47"/>
                    <a:pt x="596" y="0"/>
                    <a:pt x="470"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01" name="Google Shape;1101;p35"/>
          <p:cNvGrpSpPr/>
          <p:nvPr/>
        </p:nvGrpSpPr>
        <p:grpSpPr>
          <a:xfrm rot="-2102331">
            <a:off x="1967807" y="5670671"/>
            <a:ext cx="1068995" cy="1040933"/>
            <a:chOff x="485133" y="5354059"/>
            <a:chExt cx="1350075" cy="1314635"/>
          </a:xfrm>
        </p:grpSpPr>
        <p:sp>
          <p:nvSpPr>
            <p:cNvPr id="1102" name="Google Shape;1102;p35"/>
            <p:cNvSpPr/>
            <p:nvPr/>
          </p:nvSpPr>
          <p:spPr>
            <a:xfrm>
              <a:off x="485133" y="5354059"/>
              <a:ext cx="1350075" cy="1314635"/>
            </a:xfrm>
            <a:custGeom>
              <a:rect b="b" l="l" r="r" t="t"/>
              <a:pathLst>
                <a:path extrusionOk="0" h="1003" w="1030">
                  <a:moveTo>
                    <a:pt x="513" y="1"/>
                  </a:moveTo>
                  <a:cubicBezTo>
                    <a:pt x="230" y="1"/>
                    <a:pt x="1" y="225"/>
                    <a:pt x="1" y="502"/>
                  </a:cubicBezTo>
                  <a:cubicBezTo>
                    <a:pt x="1" y="667"/>
                    <a:pt x="83" y="813"/>
                    <a:pt x="210" y="904"/>
                  </a:cubicBezTo>
                  <a:cubicBezTo>
                    <a:pt x="230" y="920"/>
                    <a:pt x="248" y="931"/>
                    <a:pt x="272" y="944"/>
                  </a:cubicBezTo>
                  <a:cubicBezTo>
                    <a:pt x="288" y="955"/>
                    <a:pt x="308" y="962"/>
                    <a:pt x="328" y="971"/>
                  </a:cubicBezTo>
                  <a:cubicBezTo>
                    <a:pt x="387" y="991"/>
                    <a:pt x="450" y="1002"/>
                    <a:pt x="513" y="1002"/>
                  </a:cubicBezTo>
                  <a:cubicBezTo>
                    <a:pt x="797" y="1002"/>
                    <a:pt x="1029" y="778"/>
                    <a:pt x="1029" y="502"/>
                  </a:cubicBezTo>
                  <a:cubicBezTo>
                    <a:pt x="1029" y="225"/>
                    <a:pt x="797" y="1"/>
                    <a:pt x="513" y="1"/>
                  </a:cubicBezTo>
                  <a:close/>
                </a:path>
              </a:pathLst>
            </a:custGeom>
            <a:solidFill>
              <a:schemeClr val="dk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3" name="Google Shape;1103;p35"/>
            <p:cNvSpPr/>
            <p:nvPr/>
          </p:nvSpPr>
          <p:spPr>
            <a:xfrm>
              <a:off x="810199" y="5633240"/>
              <a:ext cx="110103" cy="110099"/>
            </a:xfrm>
            <a:custGeom>
              <a:rect b="b" l="l" r="r" t="t"/>
              <a:pathLst>
                <a:path extrusionOk="0" h="84" w="84">
                  <a:moveTo>
                    <a:pt x="40" y="1"/>
                  </a:moveTo>
                  <a:cubicBezTo>
                    <a:pt x="17" y="1"/>
                    <a:pt x="0" y="21"/>
                    <a:pt x="0" y="44"/>
                  </a:cubicBezTo>
                  <a:cubicBezTo>
                    <a:pt x="0" y="68"/>
                    <a:pt x="20" y="83"/>
                    <a:pt x="44" y="83"/>
                  </a:cubicBezTo>
                  <a:cubicBezTo>
                    <a:pt x="68" y="79"/>
                    <a:pt x="84" y="60"/>
                    <a:pt x="84" y="40"/>
                  </a:cubicBezTo>
                  <a:cubicBezTo>
                    <a:pt x="80" y="16"/>
                    <a:pt x="60" y="1"/>
                    <a:pt x="40" y="1"/>
                  </a:cubicBezTo>
                  <a:close/>
                </a:path>
              </a:pathLst>
            </a:custGeom>
            <a:solidFill>
              <a:schemeClr val="dk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4" name="Google Shape;1104;p35"/>
            <p:cNvSpPr/>
            <p:nvPr/>
          </p:nvSpPr>
          <p:spPr>
            <a:xfrm>
              <a:off x="1306974" y="5617511"/>
              <a:ext cx="110103" cy="110099"/>
            </a:xfrm>
            <a:custGeom>
              <a:rect b="b" l="l" r="r" t="t"/>
              <a:pathLst>
                <a:path extrusionOk="0" h="84" w="84">
                  <a:moveTo>
                    <a:pt x="40" y="1"/>
                  </a:moveTo>
                  <a:cubicBezTo>
                    <a:pt x="16" y="1"/>
                    <a:pt x="0" y="20"/>
                    <a:pt x="0" y="44"/>
                  </a:cubicBezTo>
                  <a:cubicBezTo>
                    <a:pt x="5" y="68"/>
                    <a:pt x="24" y="84"/>
                    <a:pt x="44" y="84"/>
                  </a:cubicBezTo>
                  <a:cubicBezTo>
                    <a:pt x="67" y="80"/>
                    <a:pt x="83" y="60"/>
                    <a:pt x="83" y="40"/>
                  </a:cubicBezTo>
                  <a:cubicBezTo>
                    <a:pt x="80" y="17"/>
                    <a:pt x="60" y="1"/>
                    <a:pt x="40" y="1"/>
                  </a:cubicBezTo>
                  <a:close/>
                </a:path>
              </a:pathLst>
            </a:custGeom>
            <a:solidFill>
              <a:schemeClr val="dk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5" name="Google Shape;1105;p35"/>
            <p:cNvSpPr/>
            <p:nvPr/>
          </p:nvSpPr>
          <p:spPr>
            <a:xfrm>
              <a:off x="816753" y="5913730"/>
              <a:ext cx="651444" cy="507242"/>
            </a:xfrm>
            <a:custGeom>
              <a:rect b="b" l="l" r="r" t="t"/>
              <a:pathLst>
                <a:path extrusionOk="0" h="387" w="497">
                  <a:moveTo>
                    <a:pt x="253" y="1"/>
                  </a:moveTo>
                  <a:cubicBezTo>
                    <a:pt x="238" y="1"/>
                    <a:pt x="222" y="3"/>
                    <a:pt x="205" y="7"/>
                  </a:cubicBezTo>
                  <a:cubicBezTo>
                    <a:pt x="0" y="59"/>
                    <a:pt x="31" y="382"/>
                    <a:pt x="244" y="386"/>
                  </a:cubicBezTo>
                  <a:cubicBezTo>
                    <a:pt x="247" y="386"/>
                    <a:pt x="249" y="386"/>
                    <a:pt x="251" y="386"/>
                  </a:cubicBezTo>
                  <a:cubicBezTo>
                    <a:pt x="497" y="386"/>
                    <a:pt x="455" y="1"/>
                    <a:pt x="253" y="1"/>
                  </a:cubicBezTo>
                  <a:close/>
                </a:path>
              </a:pathLst>
            </a:custGeom>
            <a:solidFill>
              <a:schemeClr val="dk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06" name="Google Shape;1106;p35"/>
          <p:cNvGrpSpPr/>
          <p:nvPr/>
        </p:nvGrpSpPr>
        <p:grpSpPr>
          <a:xfrm rot="1526140">
            <a:off x="1598803" y="4089202"/>
            <a:ext cx="1045193" cy="1019206"/>
            <a:chOff x="499551" y="3954227"/>
            <a:chExt cx="1319928" cy="1287110"/>
          </a:xfrm>
        </p:grpSpPr>
        <p:sp>
          <p:nvSpPr>
            <p:cNvPr id="1107" name="Google Shape;1107;p35"/>
            <p:cNvSpPr/>
            <p:nvPr/>
          </p:nvSpPr>
          <p:spPr>
            <a:xfrm>
              <a:off x="499551" y="3954227"/>
              <a:ext cx="1319928" cy="1287110"/>
            </a:xfrm>
            <a:custGeom>
              <a:rect b="b" l="l" r="r" t="t"/>
              <a:pathLst>
                <a:path extrusionOk="0" h="982" w="1007">
                  <a:moveTo>
                    <a:pt x="502" y="1"/>
                  </a:moveTo>
                  <a:cubicBezTo>
                    <a:pt x="226" y="1"/>
                    <a:pt x="1" y="221"/>
                    <a:pt x="1" y="493"/>
                  </a:cubicBezTo>
                  <a:cubicBezTo>
                    <a:pt x="1" y="765"/>
                    <a:pt x="226" y="982"/>
                    <a:pt x="502" y="982"/>
                  </a:cubicBezTo>
                  <a:cubicBezTo>
                    <a:pt x="782" y="982"/>
                    <a:pt x="1007" y="765"/>
                    <a:pt x="1007" y="493"/>
                  </a:cubicBezTo>
                  <a:cubicBezTo>
                    <a:pt x="1007" y="221"/>
                    <a:pt x="782" y="1"/>
                    <a:pt x="502" y="1"/>
                  </a:cubicBezTo>
                  <a:close/>
                </a:path>
              </a:pathLst>
            </a:custGeom>
            <a:solidFill>
              <a:schemeClr val="accent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8" name="Google Shape;1108;p35"/>
            <p:cNvSpPr/>
            <p:nvPr/>
          </p:nvSpPr>
          <p:spPr>
            <a:xfrm>
              <a:off x="810199" y="4310739"/>
              <a:ext cx="110103" cy="104856"/>
            </a:xfrm>
            <a:custGeom>
              <a:rect b="b" l="l" r="r" t="t"/>
              <a:pathLst>
                <a:path extrusionOk="0" h="80" w="84">
                  <a:moveTo>
                    <a:pt x="36" y="0"/>
                  </a:moveTo>
                  <a:cubicBezTo>
                    <a:pt x="17" y="4"/>
                    <a:pt x="0" y="24"/>
                    <a:pt x="0" y="44"/>
                  </a:cubicBezTo>
                  <a:cubicBezTo>
                    <a:pt x="5" y="65"/>
                    <a:pt x="17" y="80"/>
                    <a:pt x="36" y="80"/>
                  </a:cubicBezTo>
                  <a:cubicBezTo>
                    <a:pt x="39" y="80"/>
                    <a:pt x="41" y="79"/>
                    <a:pt x="44" y="79"/>
                  </a:cubicBezTo>
                  <a:cubicBezTo>
                    <a:pt x="68" y="79"/>
                    <a:pt x="84" y="60"/>
                    <a:pt x="80" y="40"/>
                  </a:cubicBezTo>
                  <a:cubicBezTo>
                    <a:pt x="80" y="16"/>
                    <a:pt x="60" y="0"/>
                    <a:pt x="36" y="0"/>
                  </a:cubicBezTo>
                  <a:close/>
                </a:path>
              </a:pathLst>
            </a:custGeom>
            <a:solidFill>
              <a:schemeClr val="dk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9" name="Google Shape;1109;p35"/>
            <p:cNvSpPr/>
            <p:nvPr/>
          </p:nvSpPr>
          <p:spPr>
            <a:xfrm>
              <a:off x="1352851" y="4288457"/>
              <a:ext cx="110103" cy="107478"/>
            </a:xfrm>
            <a:custGeom>
              <a:rect b="b" l="l" r="r" t="t"/>
              <a:pathLst>
                <a:path extrusionOk="0" h="82" w="84">
                  <a:moveTo>
                    <a:pt x="47" y="1"/>
                  </a:moveTo>
                  <a:cubicBezTo>
                    <a:pt x="45" y="1"/>
                    <a:pt x="43" y="1"/>
                    <a:pt x="41" y="1"/>
                  </a:cubicBezTo>
                  <a:cubicBezTo>
                    <a:pt x="21" y="1"/>
                    <a:pt x="1" y="21"/>
                    <a:pt x="5" y="45"/>
                  </a:cubicBezTo>
                  <a:cubicBezTo>
                    <a:pt x="5" y="63"/>
                    <a:pt x="21" y="81"/>
                    <a:pt x="42" y="81"/>
                  </a:cubicBezTo>
                  <a:cubicBezTo>
                    <a:pt x="44" y="81"/>
                    <a:pt x="46" y="81"/>
                    <a:pt x="48" y="81"/>
                  </a:cubicBezTo>
                  <a:cubicBezTo>
                    <a:pt x="68" y="81"/>
                    <a:pt x="83" y="61"/>
                    <a:pt x="83" y="37"/>
                  </a:cubicBezTo>
                  <a:cubicBezTo>
                    <a:pt x="83" y="19"/>
                    <a:pt x="67" y="1"/>
                    <a:pt x="47" y="1"/>
                  </a:cubicBezTo>
                  <a:close/>
                </a:path>
              </a:pathLst>
            </a:custGeom>
            <a:solidFill>
              <a:schemeClr val="dk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0" name="Google Shape;1110;p35"/>
            <p:cNvSpPr/>
            <p:nvPr/>
          </p:nvSpPr>
          <p:spPr>
            <a:xfrm>
              <a:off x="774809" y="4532248"/>
              <a:ext cx="698631" cy="359132"/>
            </a:xfrm>
            <a:custGeom>
              <a:rect b="b" l="l" r="r" t="t"/>
              <a:pathLst>
                <a:path extrusionOk="0" h="274" w="533">
                  <a:moveTo>
                    <a:pt x="509" y="1"/>
                  </a:moveTo>
                  <a:cubicBezTo>
                    <a:pt x="497" y="1"/>
                    <a:pt x="489" y="9"/>
                    <a:pt x="486" y="20"/>
                  </a:cubicBezTo>
                  <a:cubicBezTo>
                    <a:pt x="486" y="75"/>
                    <a:pt x="458" y="123"/>
                    <a:pt x="418" y="162"/>
                  </a:cubicBezTo>
                  <a:cubicBezTo>
                    <a:pt x="382" y="202"/>
                    <a:pt x="331" y="226"/>
                    <a:pt x="276" y="230"/>
                  </a:cubicBezTo>
                  <a:lnTo>
                    <a:pt x="264" y="230"/>
                  </a:lnTo>
                  <a:cubicBezTo>
                    <a:pt x="217" y="230"/>
                    <a:pt x="166" y="210"/>
                    <a:pt x="127" y="178"/>
                  </a:cubicBezTo>
                  <a:cubicBezTo>
                    <a:pt x="83" y="143"/>
                    <a:pt x="56" y="99"/>
                    <a:pt x="44" y="48"/>
                  </a:cubicBezTo>
                  <a:cubicBezTo>
                    <a:pt x="44" y="39"/>
                    <a:pt x="36" y="31"/>
                    <a:pt x="27" y="31"/>
                  </a:cubicBezTo>
                  <a:cubicBezTo>
                    <a:pt x="25" y="31"/>
                    <a:pt x="22" y="32"/>
                    <a:pt x="20" y="33"/>
                  </a:cubicBezTo>
                  <a:cubicBezTo>
                    <a:pt x="9" y="33"/>
                    <a:pt x="0" y="44"/>
                    <a:pt x="4" y="56"/>
                  </a:cubicBezTo>
                  <a:cubicBezTo>
                    <a:pt x="16" y="119"/>
                    <a:pt x="51" y="170"/>
                    <a:pt x="98" y="210"/>
                  </a:cubicBezTo>
                  <a:cubicBezTo>
                    <a:pt x="146" y="249"/>
                    <a:pt x="205" y="273"/>
                    <a:pt x="264" y="273"/>
                  </a:cubicBezTo>
                  <a:lnTo>
                    <a:pt x="280" y="273"/>
                  </a:lnTo>
                  <a:cubicBezTo>
                    <a:pt x="347" y="269"/>
                    <a:pt x="406" y="237"/>
                    <a:pt x="450" y="194"/>
                  </a:cubicBezTo>
                  <a:cubicBezTo>
                    <a:pt x="497" y="151"/>
                    <a:pt x="524" y="88"/>
                    <a:pt x="529" y="24"/>
                  </a:cubicBezTo>
                  <a:cubicBezTo>
                    <a:pt x="533" y="13"/>
                    <a:pt x="521" y="1"/>
                    <a:pt x="50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11" name="Google Shape;1111;p35"/>
          <p:cNvGrpSpPr/>
          <p:nvPr/>
        </p:nvGrpSpPr>
        <p:grpSpPr>
          <a:xfrm>
            <a:off x="8229013" y="4743269"/>
            <a:ext cx="1045119" cy="1019134"/>
            <a:chOff x="499551" y="6776174"/>
            <a:chExt cx="1319928" cy="1287110"/>
          </a:xfrm>
        </p:grpSpPr>
        <p:sp>
          <p:nvSpPr>
            <p:cNvPr id="1112" name="Google Shape;1112;p35"/>
            <p:cNvSpPr/>
            <p:nvPr/>
          </p:nvSpPr>
          <p:spPr>
            <a:xfrm>
              <a:off x="499551" y="6776174"/>
              <a:ext cx="1319928" cy="1287110"/>
            </a:xfrm>
            <a:custGeom>
              <a:rect b="b" l="l" r="r" t="t"/>
              <a:pathLst>
                <a:path extrusionOk="0" h="982" w="1007">
                  <a:moveTo>
                    <a:pt x="502" y="0"/>
                  </a:moveTo>
                  <a:cubicBezTo>
                    <a:pt x="226" y="0"/>
                    <a:pt x="1" y="221"/>
                    <a:pt x="1" y="493"/>
                  </a:cubicBezTo>
                  <a:cubicBezTo>
                    <a:pt x="1" y="765"/>
                    <a:pt x="226" y="982"/>
                    <a:pt x="502" y="982"/>
                  </a:cubicBezTo>
                  <a:cubicBezTo>
                    <a:pt x="782" y="982"/>
                    <a:pt x="1007" y="765"/>
                    <a:pt x="1007" y="493"/>
                  </a:cubicBezTo>
                  <a:cubicBezTo>
                    <a:pt x="1007" y="221"/>
                    <a:pt x="782" y="0"/>
                    <a:pt x="502" y="0"/>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3" name="Google Shape;1113;p35"/>
            <p:cNvSpPr/>
            <p:nvPr/>
          </p:nvSpPr>
          <p:spPr>
            <a:xfrm>
              <a:off x="939964" y="7136618"/>
              <a:ext cx="110103" cy="106167"/>
            </a:xfrm>
            <a:custGeom>
              <a:rect b="b" l="l" r="r" t="t"/>
              <a:pathLst>
                <a:path extrusionOk="0" h="81" w="84">
                  <a:moveTo>
                    <a:pt x="47" y="0"/>
                  </a:moveTo>
                  <a:cubicBezTo>
                    <a:pt x="44" y="0"/>
                    <a:pt x="42" y="1"/>
                    <a:pt x="40" y="1"/>
                  </a:cubicBezTo>
                  <a:cubicBezTo>
                    <a:pt x="20" y="1"/>
                    <a:pt x="1" y="21"/>
                    <a:pt x="5" y="41"/>
                  </a:cubicBezTo>
                  <a:cubicBezTo>
                    <a:pt x="5" y="64"/>
                    <a:pt x="25" y="80"/>
                    <a:pt x="48" y="80"/>
                  </a:cubicBezTo>
                  <a:cubicBezTo>
                    <a:pt x="67" y="76"/>
                    <a:pt x="83" y="57"/>
                    <a:pt x="83" y="37"/>
                  </a:cubicBezTo>
                  <a:cubicBezTo>
                    <a:pt x="83" y="16"/>
                    <a:pt x="67" y="0"/>
                    <a:pt x="47" y="0"/>
                  </a:cubicBezTo>
                  <a:close/>
                </a:path>
              </a:pathLst>
            </a:custGeom>
            <a:solidFill>
              <a:schemeClr val="dk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4" name="Google Shape;1114;p35"/>
            <p:cNvSpPr/>
            <p:nvPr/>
          </p:nvSpPr>
          <p:spPr>
            <a:xfrm>
              <a:off x="1224397" y="7136618"/>
              <a:ext cx="108792" cy="106167"/>
            </a:xfrm>
            <a:custGeom>
              <a:rect b="b" l="l" r="r" t="t"/>
              <a:pathLst>
                <a:path extrusionOk="0" h="81" w="83">
                  <a:moveTo>
                    <a:pt x="42" y="0"/>
                  </a:moveTo>
                  <a:cubicBezTo>
                    <a:pt x="40" y="0"/>
                    <a:pt x="38" y="1"/>
                    <a:pt x="36" y="1"/>
                  </a:cubicBezTo>
                  <a:cubicBezTo>
                    <a:pt x="16" y="1"/>
                    <a:pt x="1" y="21"/>
                    <a:pt x="1" y="41"/>
                  </a:cubicBezTo>
                  <a:cubicBezTo>
                    <a:pt x="4" y="64"/>
                    <a:pt x="20" y="80"/>
                    <a:pt x="44" y="80"/>
                  </a:cubicBezTo>
                  <a:cubicBezTo>
                    <a:pt x="68" y="76"/>
                    <a:pt x="83" y="57"/>
                    <a:pt x="79" y="37"/>
                  </a:cubicBezTo>
                  <a:cubicBezTo>
                    <a:pt x="79" y="16"/>
                    <a:pt x="63" y="0"/>
                    <a:pt x="42" y="0"/>
                  </a:cubicBezTo>
                  <a:close/>
                </a:path>
              </a:pathLst>
            </a:custGeom>
            <a:solidFill>
              <a:schemeClr val="dk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5" name="Google Shape;1115;p35"/>
            <p:cNvSpPr/>
            <p:nvPr/>
          </p:nvSpPr>
          <p:spPr>
            <a:xfrm>
              <a:off x="825928" y="7411865"/>
              <a:ext cx="637026" cy="296219"/>
            </a:xfrm>
            <a:custGeom>
              <a:rect b="b" l="l" r="r" t="t"/>
              <a:pathLst>
                <a:path extrusionOk="0" h="226" w="486">
                  <a:moveTo>
                    <a:pt x="485" y="0"/>
                  </a:moveTo>
                  <a:lnTo>
                    <a:pt x="1" y="27"/>
                  </a:lnTo>
                  <a:cubicBezTo>
                    <a:pt x="20" y="138"/>
                    <a:pt x="130" y="226"/>
                    <a:pt x="240" y="226"/>
                  </a:cubicBezTo>
                  <a:cubicBezTo>
                    <a:pt x="245" y="226"/>
                    <a:pt x="249" y="226"/>
                    <a:pt x="253" y="225"/>
                  </a:cubicBezTo>
                  <a:cubicBezTo>
                    <a:pt x="372" y="221"/>
                    <a:pt x="478" y="115"/>
                    <a:pt x="485" y="0"/>
                  </a:cubicBezTo>
                  <a:close/>
                </a:path>
              </a:pathLst>
            </a:custGeom>
            <a:solidFill>
              <a:schemeClr val="dk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16" name="Google Shape;1116;p35"/>
          <p:cNvSpPr/>
          <p:nvPr/>
        </p:nvSpPr>
        <p:spPr>
          <a:xfrm>
            <a:off x="3109178" y="5082889"/>
            <a:ext cx="969725" cy="970374"/>
          </a:xfrm>
          <a:custGeom>
            <a:rect b="b" l="l" r="r" t="t"/>
            <a:pathLst>
              <a:path extrusionOk="0" h="1461" w="1460">
                <a:moveTo>
                  <a:pt x="917" y="1"/>
                </a:moveTo>
                <a:cubicBezTo>
                  <a:pt x="900" y="1"/>
                  <a:pt x="881" y="12"/>
                  <a:pt x="868" y="29"/>
                </a:cubicBezTo>
                <a:cubicBezTo>
                  <a:pt x="852" y="45"/>
                  <a:pt x="845" y="69"/>
                  <a:pt x="841" y="88"/>
                </a:cubicBezTo>
                <a:cubicBezTo>
                  <a:pt x="828" y="135"/>
                  <a:pt x="817" y="179"/>
                  <a:pt x="805" y="226"/>
                </a:cubicBezTo>
                <a:lnTo>
                  <a:pt x="754" y="475"/>
                </a:lnTo>
                <a:cubicBezTo>
                  <a:pt x="750" y="490"/>
                  <a:pt x="739" y="561"/>
                  <a:pt x="719" y="561"/>
                </a:cubicBezTo>
                <a:cubicBezTo>
                  <a:pt x="718" y="561"/>
                  <a:pt x="717" y="561"/>
                  <a:pt x="716" y="561"/>
                </a:cubicBezTo>
                <a:cubicBezTo>
                  <a:pt x="702" y="561"/>
                  <a:pt x="699" y="529"/>
                  <a:pt x="695" y="518"/>
                </a:cubicBezTo>
                <a:cubicBezTo>
                  <a:pt x="687" y="479"/>
                  <a:pt x="687" y="439"/>
                  <a:pt x="683" y="395"/>
                </a:cubicBezTo>
                <a:cubicBezTo>
                  <a:pt x="683" y="337"/>
                  <a:pt x="679" y="277"/>
                  <a:pt x="671" y="215"/>
                </a:cubicBezTo>
                <a:cubicBezTo>
                  <a:pt x="668" y="167"/>
                  <a:pt x="671" y="100"/>
                  <a:pt x="648" y="57"/>
                </a:cubicBezTo>
                <a:cubicBezTo>
                  <a:pt x="639" y="37"/>
                  <a:pt x="624" y="22"/>
                  <a:pt x="604" y="22"/>
                </a:cubicBezTo>
                <a:cubicBezTo>
                  <a:pt x="601" y="21"/>
                  <a:pt x="598" y="21"/>
                  <a:pt x="595" y="21"/>
                </a:cubicBezTo>
                <a:cubicBezTo>
                  <a:pt x="544" y="21"/>
                  <a:pt x="537" y="90"/>
                  <a:pt x="537" y="124"/>
                </a:cubicBezTo>
                <a:cubicBezTo>
                  <a:pt x="533" y="238"/>
                  <a:pt x="529" y="353"/>
                  <a:pt x="526" y="466"/>
                </a:cubicBezTo>
                <a:cubicBezTo>
                  <a:pt x="521" y="573"/>
                  <a:pt x="537" y="688"/>
                  <a:pt x="493" y="786"/>
                </a:cubicBezTo>
                <a:cubicBezTo>
                  <a:pt x="486" y="802"/>
                  <a:pt x="478" y="821"/>
                  <a:pt x="462" y="830"/>
                </a:cubicBezTo>
                <a:cubicBezTo>
                  <a:pt x="448" y="840"/>
                  <a:pt x="433" y="844"/>
                  <a:pt x="418" y="844"/>
                </a:cubicBezTo>
                <a:cubicBezTo>
                  <a:pt x="333" y="844"/>
                  <a:pt x="248" y="701"/>
                  <a:pt x="198" y="660"/>
                </a:cubicBezTo>
                <a:cubicBezTo>
                  <a:pt x="166" y="637"/>
                  <a:pt x="131" y="608"/>
                  <a:pt x="91" y="601"/>
                </a:cubicBezTo>
                <a:cubicBezTo>
                  <a:pt x="86" y="599"/>
                  <a:pt x="79" y="598"/>
                  <a:pt x="72" y="598"/>
                </a:cubicBezTo>
                <a:cubicBezTo>
                  <a:pt x="65" y="598"/>
                  <a:pt x="58" y="599"/>
                  <a:pt x="52" y="601"/>
                </a:cubicBezTo>
                <a:cubicBezTo>
                  <a:pt x="33" y="604"/>
                  <a:pt x="17" y="613"/>
                  <a:pt x="9" y="632"/>
                </a:cubicBezTo>
                <a:cubicBezTo>
                  <a:pt x="5" y="640"/>
                  <a:pt x="0" y="652"/>
                  <a:pt x="5" y="660"/>
                </a:cubicBezTo>
                <a:cubicBezTo>
                  <a:pt x="5" y="699"/>
                  <a:pt x="29" y="731"/>
                  <a:pt x="56" y="759"/>
                </a:cubicBezTo>
                <a:cubicBezTo>
                  <a:pt x="123" y="817"/>
                  <a:pt x="162" y="888"/>
                  <a:pt x="198" y="968"/>
                </a:cubicBezTo>
                <a:cubicBezTo>
                  <a:pt x="269" y="1125"/>
                  <a:pt x="265" y="1236"/>
                  <a:pt x="423" y="1310"/>
                </a:cubicBezTo>
                <a:cubicBezTo>
                  <a:pt x="528" y="1364"/>
                  <a:pt x="704" y="1460"/>
                  <a:pt x="836" y="1460"/>
                </a:cubicBezTo>
                <a:cubicBezTo>
                  <a:pt x="852" y="1460"/>
                  <a:pt x="866" y="1459"/>
                  <a:pt x="881" y="1456"/>
                </a:cubicBezTo>
                <a:cubicBezTo>
                  <a:pt x="1125" y="1413"/>
                  <a:pt x="1077" y="1090"/>
                  <a:pt x="1212" y="932"/>
                </a:cubicBezTo>
                <a:cubicBezTo>
                  <a:pt x="1278" y="850"/>
                  <a:pt x="1369" y="794"/>
                  <a:pt x="1432" y="708"/>
                </a:cubicBezTo>
                <a:cubicBezTo>
                  <a:pt x="1444" y="688"/>
                  <a:pt x="1456" y="668"/>
                  <a:pt x="1460" y="644"/>
                </a:cubicBezTo>
                <a:cubicBezTo>
                  <a:pt x="1460" y="632"/>
                  <a:pt x="1460" y="617"/>
                  <a:pt x="1456" y="608"/>
                </a:cubicBezTo>
                <a:cubicBezTo>
                  <a:pt x="1445" y="590"/>
                  <a:pt x="1430" y="583"/>
                  <a:pt x="1413" y="583"/>
                </a:cubicBezTo>
                <a:cubicBezTo>
                  <a:pt x="1388" y="583"/>
                  <a:pt x="1360" y="599"/>
                  <a:pt x="1341" y="613"/>
                </a:cubicBezTo>
                <a:lnTo>
                  <a:pt x="1152" y="763"/>
                </a:lnTo>
                <a:cubicBezTo>
                  <a:pt x="1141" y="770"/>
                  <a:pt x="1128" y="779"/>
                  <a:pt x="1117" y="782"/>
                </a:cubicBezTo>
                <a:cubicBezTo>
                  <a:pt x="1111" y="785"/>
                  <a:pt x="1104" y="786"/>
                  <a:pt x="1098" y="786"/>
                </a:cubicBezTo>
                <a:cubicBezTo>
                  <a:pt x="1075" y="786"/>
                  <a:pt x="1053" y="771"/>
                  <a:pt x="1050" y="746"/>
                </a:cubicBezTo>
                <a:cubicBezTo>
                  <a:pt x="1046" y="711"/>
                  <a:pt x="1054" y="675"/>
                  <a:pt x="1070" y="640"/>
                </a:cubicBezTo>
                <a:cubicBezTo>
                  <a:pt x="1112" y="577"/>
                  <a:pt x="1160" y="514"/>
                  <a:pt x="1199" y="451"/>
                </a:cubicBezTo>
                <a:cubicBezTo>
                  <a:pt x="1227" y="408"/>
                  <a:pt x="1247" y="364"/>
                  <a:pt x="1263" y="313"/>
                </a:cubicBezTo>
                <a:cubicBezTo>
                  <a:pt x="1270" y="277"/>
                  <a:pt x="1287" y="226"/>
                  <a:pt x="1247" y="202"/>
                </a:cubicBezTo>
                <a:cubicBezTo>
                  <a:pt x="1236" y="195"/>
                  <a:pt x="1225" y="192"/>
                  <a:pt x="1214" y="192"/>
                </a:cubicBezTo>
                <a:cubicBezTo>
                  <a:pt x="1189" y="192"/>
                  <a:pt x="1166" y="208"/>
                  <a:pt x="1152" y="230"/>
                </a:cubicBezTo>
                <a:cubicBezTo>
                  <a:pt x="1121" y="273"/>
                  <a:pt x="1093" y="324"/>
                  <a:pt x="1065" y="372"/>
                </a:cubicBezTo>
                <a:cubicBezTo>
                  <a:pt x="1022" y="439"/>
                  <a:pt x="983" y="510"/>
                  <a:pt x="935" y="577"/>
                </a:cubicBezTo>
                <a:cubicBezTo>
                  <a:pt x="928" y="587"/>
                  <a:pt x="914" y="595"/>
                  <a:pt x="902" y="595"/>
                </a:cubicBezTo>
                <a:cubicBezTo>
                  <a:pt x="894" y="595"/>
                  <a:pt x="886" y="592"/>
                  <a:pt x="881" y="585"/>
                </a:cubicBezTo>
                <a:cubicBezTo>
                  <a:pt x="876" y="577"/>
                  <a:pt x="872" y="569"/>
                  <a:pt x="876" y="561"/>
                </a:cubicBezTo>
                <a:cubicBezTo>
                  <a:pt x="888" y="435"/>
                  <a:pt x="935" y="317"/>
                  <a:pt x="955" y="195"/>
                </a:cubicBezTo>
                <a:cubicBezTo>
                  <a:pt x="963" y="144"/>
                  <a:pt x="979" y="76"/>
                  <a:pt x="955" y="29"/>
                </a:cubicBezTo>
                <a:cubicBezTo>
                  <a:pt x="946" y="9"/>
                  <a:pt x="932" y="1"/>
                  <a:pt x="917" y="1"/>
                </a:cubicBezTo>
                <a:close/>
              </a:path>
            </a:pathLst>
          </a:cu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17" name="Google Shape;1117;p35"/>
          <p:cNvGrpSpPr/>
          <p:nvPr/>
        </p:nvGrpSpPr>
        <p:grpSpPr>
          <a:xfrm>
            <a:off x="7346905" y="3811577"/>
            <a:ext cx="661215" cy="1574439"/>
            <a:chOff x="6859525" y="5961639"/>
            <a:chExt cx="1224699" cy="2916168"/>
          </a:xfrm>
        </p:grpSpPr>
        <p:sp>
          <p:nvSpPr>
            <p:cNvPr id="1118" name="Google Shape;1118;p35"/>
            <p:cNvSpPr/>
            <p:nvPr/>
          </p:nvSpPr>
          <p:spPr>
            <a:xfrm>
              <a:off x="6859525" y="6186826"/>
              <a:ext cx="1164653" cy="2690976"/>
            </a:xfrm>
            <a:custGeom>
              <a:rect b="b" l="l" r="r" t="t"/>
              <a:pathLst>
                <a:path extrusionOk="0" h="2151" w="931">
                  <a:moveTo>
                    <a:pt x="596" y="1"/>
                  </a:moveTo>
                  <a:lnTo>
                    <a:pt x="387" y="84"/>
                  </a:lnTo>
                  <a:lnTo>
                    <a:pt x="1" y="1650"/>
                  </a:lnTo>
                  <a:lnTo>
                    <a:pt x="158" y="2150"/>
                  </a:lnTo>
                  <a:lnTo>
                    <a:pt x="548" y="1788"/>
                  </a:lnTo>
                  <a:lnTo>
                    <a:pt x="931" y="219"/>
                  </a:lnTo>
                  <a:lnTo>
                    <a:pt x="781" y="45"/>
                  </a:lnTo>
                  <a:lnTo>
                    <a:pt x="596" y="1"/>
                  </a:lnTo>
                  <a:close/>
                </a:path>
              </a:pathLst>
            </a:cu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9" name="Google Shape;1119;p35"/>
            <p:cNvSpPr/>
            <p:nvPr/>
          </p:nvSpPr>
          <p:spPr>
            <a:xfrm>
              <a:off x="6869533" y="8175976"/>
              <a:ext cx="646751" cy="701831"/>
            </a:xfrm>
            <a:custGeom>
              <a:rect b="b" l="l" r="r" t="t"/>
              <a:pathLst>
                <a:path extrusionOk="0" h="561" w="517">
                  <a:moveTo>
                    <a:pt x="186" y="1"/>
                  </a:moveTo>
                  <a:lnTo>
                    <a:pt x="0" y="91"/>
                  </a:lnTo>
                  <a:lnTo>
                    <a:pt x="150" y="560"/>
                  </a:lnTo>
                  <a:lnTo>
                    <a:pt x="517" y="218"/>
                  </a:lnTo>
                  <a:lnTo>
                    <a:pt x="395" y="48"/>
                  </a:lnTo>
                  <a:lnTo>
                    <a:pt x="273" y="95"/>
                  </a:lnTo>
                  <a:lnTo>
                    <a:pt x="186" y="1"/>
                  </a:lnTo>
                  <a:close/>
                </a:path>
              </a:pathLst>
            </a:custGeom>
            <a:solidFill>
              <a:schemeClr val="accent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0" name="Google Shape;1120;p35"/>
            <p:cNvSpPr/>
            <p:nvPr/>
          </p:nvSpPr>
          <p:spPr>
            <a:xfrm>
              <a:off x="6953348" y="8555040"/>
              <a:ext cx="351523" cy="322767"/>
            </a:xfrm>
            <a:custGeom>
              <a:rect b="b" l="l" r="r" t="t"/>
              <a:pathLst>
                <a:path extrusionOk="0" h="258" w="281">
                  <a:moveTo>
                    <a:pt x="0" y="1"/>
                  </a:moveTo>
                  <a:lnTo>
                    <a:pt x="83" y="257"/>
                  </a:lnTo>
                  <a:lnTo>
                    <a:pt x="280" y="72"/>
                  </a:lnTo>
                  <a:lnTo>
                    <a:pt x="0" y="1"/>
                  </a:lnTo>
                  <a:close/>
                </a:path>
              </a:pathLst>
            </a:custGeom>
            <a:solidFill>
              <a:schemeClr val="dk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1" name="Google Shape;1121;p35"/>
            <p:cNvSpPr/>
            <p:nvPr/>
          </p:nvSpPr>
          <p:spPr>
            <a:xfrm>
              <a:off x="7337395" y="6223106"/>
              <a:ext cx="525407" cy="2034183"/>
            </a:xfrm>
            <a:custGeom>
              <a:rect b="b" l="l" r="r" t="t"/>
              <a:pathLst>
                <a:path extrusionOk="0" h="1626" w="420">
                  <a:moveTo>
                    <a:pt x="403" y="0"/>
                  </a:moveTo>
                  <a:cubicBezTo>
                    <a:pt x="395" y="0"/>
                    <a:pt x="387" y="4"/>
                    <a:pt x="383" y="16"/>
                  </a:cubicBezTo>
                  <a:lnTo>
                    <a:pt x="5" y="1604"/>
                  </a:lnTo>
                  <a:cubicBezTo>
                    <a:pt x="1" y="1613"/>
                    <a:pt x="8" y="1621"/>
                    <a:pt x="17" y="1624"/>
                  </a:cubicBezTo>
                  <a:cubicBezTo>
                    <a:pt x="18" y="1625"/>
                    <a:pt x="20" y="1625"/>
                    <a:pt x="21" y="1625"/>
                  </a:cubicBezTo>
                  <a:cubicBezTo>
                    <a:pt x="27" y="1625"/>
                    <a:pt x="33" y="1619"/>
                    <a:pt x="36" y="1613"/>
                  </a:cubicBezTo>
                  <a:lnTo>
                    <a:pt x="414" y="19"/>
                  </a:lnTo>
                  <a:cubicBezTo>
                    <a:pt x="419" y="12"/>
                    <a:pt x="414" y="4"/>
                    <a:pt x="403" y="0"/>
                  </a:cubicBezTo>
                  <a:close/>
                </a:path>
              </a:pathLst>
            </a:custGeom>
            <a:solidFill>
              <a:schemeClr val="dk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2" name="Google Shape;1122;p35"/>
            <p:cNvSpPr/>
            <p:nvPr/>
          </p:nvSpPr>
          <p:spPr>
            <a:xfrm>
              <a:off x="7092205" y="6114266"/>
              <a:ext cx="547925" cy="2081722"/>
            </a:xfrm>
            <a:custGeom>
              <a:rect b="b" l="l" r="r" t="t"/>
              <a:pathLst>
                <a:path extrusionOk="0" h="1664" w="438">
                  <a:moveTo>
                    <a:pt x="421" y="0"/>
                  </a:moveTo>
                  <a:cubicBezTo>
                    <a:pt x="414" y="0"/>
                    <a:pt x="406" y="4"/>
                    <a:pt x="402" y="12"/>
                  </a:cubicBezTo>
                  <a:lnTo>
                    <a:pt x="4" y="1644"/>
                  </a:lnTo>
                  <a:cubicBezTo>
                    <a:pt x="0" y="1653"/>
                    <a:pt x="8" y="1660"/>
                    <a:pt x="15" y="1664"/>
                  </a:cubicBezTo>
                  <a:cubicBezTo>
                    <a:pt x="24" y="1664"/>
                    <a:pt x="31" y="1660"/>
                    <a:pt x="35" y="1653"/>
                  </a:cubicBezTo>
                  <a:lnTo>
                    <a:pt x="433" y="20"/>
                  </a:lnTo>
                  <a:cubicBezTo>
                    <a:pt x="437" y="12"/>
                    <a:pt x="430" y="4"/>
                    <a:pt x="421" y="0"/>
                  </a:cubicBezTo>
                  <a:close/>
                </a:path>
              </a:pathLst>
            </a:custGeom>
            <a:solidFill>
              <a:schemeClr val="dk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3" name="Google Shape;1123;p35"/>
            <p:cNvSpPr/>
            <p:nvPr/>
          </p:nvSpPr>
          <p:spPr>
            <a:xfrm>
              <a:off x="7333642" y="5961639"/>
              <a:ext cx="750582" cy="592991"/>
            </a:xfrm>
            <a:custGeom>
              <a:rect b="b" l="l" r="r" t="t"/>
              <a:pathLst>
                <a:path extrusionOk="0" h="474" w="600">
                  <a:moveTo>
                    <a:pt x="252" y="0"/>
                  </a:moveTo>
                  <a:lnTo>
                    <a:pt x="51" y="75"/>
                  </a:lnTo>
                  <a:lnTo>
                    <a:pt x="0" y="284"/>
                  </a:lnTo>
                  <a:cubicBezTo>
                    <a:pt x="59" y="261"/>
                    <a:pt x="121" y="246"/>
                    <a:pt x="183" y="246"/>
                  </a:cubicBezTo>
                  <a:cubicBezTo>
                    <a:pt x="196" y="246"/>
                    <a:pt x="208" y="247"/>
                    <a:pt x="221" y="248"/>
                  </a:cubicBezTo>
                  <a:cubicBezTo>
                    <a:pt x="260" y="252"/>
                    <a:pt x="295" y="264"/>
                    <a:pt x="331" y="276"/>
                  </a:cubicBezTo>
                  <a:cubicBezTo>
                    <a:pt x="370" y="295"/>
                    <a:pt x="398" y="323"/>
                    <a:pt x="430" y="351"/>
                  </a:cubicBezTo>
                  <a:cubicBezTo>
                    <a:pt x="465" y="390"/>
                    <a:pt x="497" y="434"/>
                    <a:pt x="536" y="473"/>
                  </a:cubicBezTo>
                  <a:lnTo>
                    <a:pt x="599" y="209"/>
                  </a:lnTo>
                  <a:lnTo>
                    <a:pt x="441" y="44"/>
                  </a:lnTo>
                  <a:lnTo>
                    <a:pt x="252" y="0"/>
                  </a:ln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24" name="Google Shape;1124;p35"/>
          <p:cNvSpPr txBox="1"/>
          <p:nvPr/>
        </p:nvSpPr>
        <p:spPr>
          <a:xfrm>
            <a:off x="2524425" y="9677250"/>
            <a:ext cx="5238300" cy="332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sz="1700">
                <a:solidFill>
                  <a:schemeClr val="dk1"/>
                </a:solidFill>
                <a:latin typeface="Grandstander"/>
                <a:ea typeface="Grandstander"/>
                <a:cs typeface="Grandstander"/>
                <a:sym typeface="Grandstander"/>
              </a:rPr>
              <a:t>This template has been created by </a:t>
            </a:r>
            <a:r>
              <a:rPr b="1" lang="en" sz="1700">
                <a:solidFill>
                  <a:schemeClr val="dk1"/>
                </a:solidFill>
                <a:uFill>
                  <a:noFill/>
                </a:uFill>
                <a:latin typeface="Grandstander"/>
                <a:ea typeface="Grandstander"/>
                <a:cs typeface="Grandstander"/>
                <a:sym typeface="Grandstander"/>
                <a:hlinkClick r:id="rId3">
                  <a:extLst>
                    <a:ext uri="{A12FA001-AC4F-418D-AE19-62706E023703}">
                      <ahyp:hlinkClr val="tx"/>
                    </a:ext>
                  </a:extLst>
                </a:hlinkClick>
              </a:rPr>
              <a:t>Slidesgo</a:t>
            </a:r>
            <a:endParaRPr sz="1700">
              <a:solidFill>
                <a:schemeClr val="dk1"/>
              </a:solidFill>
              <a:latin typeface="Grandstander"/>
              <a:ea typeface="Grandstander"/>
              <a:cs typeface="Grandstander"/>
              <a:sym typeface="Grandstander"/>
            </a:endParaRPr>
          </a:p>
        </p:txBody>
      </p:sp>
      <p:grpSp>
        <p:nvGrpSpPr>
          <p:cNvPr id="1125" name="Google Shape;1125;p35"/>
          <p:cNvGrpSpPr/>
          <p:nvPr/>
        </p:nvGrpSpPr>
        <p:grpSpPr>
          <a:xfrm>
            <a:off x="2889010" y="3885763"/>
            <a:ext cx="4457875" cy="5357771"/>
            <a:chOff x="2889010" y="3885763"/>
            <a:chExt cx="4457875" cy="5357771"/>
          </a:xfrm>
        </p:grpSpPr>
        <p:sp>
          <p:nvSpPr>
            <p:cNvPr id="1126" name="Google Shape;1126;p35"/>
            <p:cNvSpPr/>
            <p:nvPr/>
          </p:nvSpPr>
          <p:spPr>
            <a:xfrm>
              <a:off x="3798107" y="7622187"/>
              <a:ext cx="2690491" cy="1621347"/>
            </a:xfrm>
            <a:custGeom>
              <a:rect b="b" l="l" r="r" t="t"/>
              <a:pathLst>
                <a:path extrusionOk="0" h="4052" w="6724">
                  <a:moveTo>
                    <a:pt x="3624" y="1"/>
                  </a:moveTo>
                  <a:cubicBezTo>
                    <a:pt x="3616" y="1"/>
                    <a:pt x="3612" y="1"/>
                    <a:pt x="3609" y="4"/>
                  </a:cubicBezTo>
                  <a:lnTo>
                    <a:pt x="9" y="4014"/>
                  </a:lnTo>
                  <a:cubicBezTo>
                    <a:pt x="0" y="4023"/>
                    <a:pt x="0" y="4038"/>
                    <a:pt x="9" y="4046"/>
                  </a:cubicBezTo>
                  <a:cubicBezTo>
                    <a:pt x="12" y="4050"/>
                    <a:pt x="17" y="4051"/>
                    <a:pt x="23" y="4051"/>
                  </a:cubicBezTo>
                  <a:cubicBezTo>
                    <a:pt x="29" y="4051"/>
                    <a:pt x="36" y="4049"/>
                    <a:pt x="40" y="4042"/>
                  </a:cubicBezTo>
                  <a:lnTo>
                    <a:pt x="3620" y="55"/>
                  </a:lnTo>
                  <a:lnTo>
                    <a:pt x="6684" y="3975"/>
                  </a:lnTo>
                  <a:cubicBezTo>
                    <a:pt x="6688" y="3981"/>
                    <a:pt x="6694" y="3984"/>
                    <a:pt x="6700" y="3984"/>
                  </a:cubicBezTo>
                  <a:cubicBezTo>
                    <a:pt x="6705" y="3984"/>
                    <a:pt x="6710" y="3982"/>
                    <a:pt x="6715" y="3979"/>
                  </a:cubicBezTo>
                  <a:cubicBezTo>
                    <a:pt x="6723" y="3971"/>
                    <a:pt x="6723" y="3959"/>
                    <a:pt x="6719" y="3952"/>
                  </a:cubicBezTo>
                  <a:lnTo>
                    <a:pt x="3640" y="8"/>
                  </a:lnTo>
                  <a:cubicBezTo>
                    <a:pt x="3636" y="1"/>
                    <a:pt x="3628" y="1"/>
                    <a:pt x="362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7" name="Google Shape;1127;p35"/>
            <p:cNvSpPr/>
            <p:nvPr/>
          </p:nvSpPr>
          <p:spPr>
            <a:xfrm>
              <a:off x="4403905" y="7622187"/>
              <a:ext cx="1478490" cy="1621347"/>
            </a:xfrm>
            <a:custGeom>
              <a:rect b="b" l="l" r="r" t="t"/>
              <a:pathLst>
                <a:path extrusionOk="0" h="4052" w="3695">
                  <a:moveTo>
                    <a:pt x="1968" y="1"/>
                  </a:moveTo>
                  <a:cubicBezTo>
                    <a:pt x="1956" y="1"/>
                    <a:pt x="1949" y="4"/>
                    <a:pt x="1949" y="12"/>
                  </a:cubicBezTo>
                  <a:lnTo>
                    <a:pt x="9" y="4019"/>
                  </a:lnTo>
                  <a:cubicBezTo>
                    <a:pt x="0" y="4030"/>
                    <a:pt x="4" y="4042"/>
                    <a:pt x="16" y="4050"/>
                  </a:cubicBezTo>
                  <a:cubicBezTo>
                    <a:pt x="19" y="4051"/>
                    <a:pt x="22" y="4051"/>
                    <a:pt x="25" y="4051"/>
                  </a:cubicBezTo>
                  <a:cubicBezTo>
                    <a:pt x="34" y="4051"/>
                    <a:pt x="42" y="4047"/>
                    <a:pt x="48" y="4038"/>
                  </a:cubicBezTo>
                  <a:lnTo>
                    <a:pt x="1964" y="72"/>
                  </a:lnTo>
                  <a:lnTo>
                    <a:pt x="3648" y="3971"/>
                  </a:lnTo>
                  <a:cubicBezTo>
                    <a:pt x="3654" y="3980"/>
                    <a:pt x="3662" y="3984"/>
                    <a:pt x="3671" y="3984"/>
                  </a:cubicBezTo>
                  <a:cubicBezTo>
                    <a:pt x="3674" y="3984"/>
                    <a:pt x="3677" y="3984"/>
                    <a:pt x="3680" y="3983"/>
                  </a:cubicBezTo>
                  <a:cubicBezTo>
                    <a:pt x="3687" y="3979"/>
                    <a:pt x="3695" y="3967"/>
                    <a:pt x="3691" y="3955"/>
                  </a:cubicBezTo>
                  <a:lnTo>
                    <a:pt x="1988" y="12"/>
                  </a:lnTo>
                  <a:cubicBezTo>
                    <a:pt x="1984" y="4"/>
                    <a:pt x="1976" y="1"/>
                    <a:pt x="1968"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8" name="Google Shape;1128;p35"/>
            <p:cNvSpPr/>
            <p:nvPr/>
          </p:nvSpPr>
          <p:spPr>
            <a:xfrm>
              <a:off x="3170302" y="4738842"/>
              <a:ext cx="4176583" cy="3513185"/>
            </a:xfrm>
            <a:custGeom>
              <a:rect b="b" l="l" r="r" t="t"/>
              <a:pathLst>
                <a:path extrusionOk="0" h="8780" w="10438">
                  <a:moveTo>
                    <a:pt x="7225" y="1"/>
                  </a:moveTo>
                  <a:cubicBezTo>
                    <a:pt x="6924" y="1"/>
                    <a:pt x="6603" y="58"/>
                    <a:pt x="6262" y="184"/>
                  </a:cubicBezTo>
                  <a:cubicBezTo>
                    <a:pt x="5169" y="590"/>
                    <a:pt x="4779" y="1895"/>
                    <a:pt x="4124" y="2861"/>
                  </a:cubicBezTo>
                  <a:cubicBezTo>
                    <a:pt x="3627" y="3587"/>
                    <a:pt x="2922" y="4162"/>
                    <a:pt x="2113" y="4501"/>
                  </a:cubicBezTo>
                  <a:cubicBezTo>
                    <a:pt x="1601" y="4719"/>
                    <a:pt x="1037" y="4848"/>
                    <a:pt x="599" y="5196"/>
                  </a:cubicBezTo>
                  <a:cubicBezTo>
                    <a:pt x="308" y="5424"/>
                    <a:pt x="162" y="5696"/>
                    <a:pt x="122" y="5984"/>
                  </a:cubicBezTo>
                  <a:cubicBezTo>
                    <a:pt x="0" y="6796"/>
                    <a:pt x="741" y="7719"/>
                    <a:pt x="1443" y="8113"/>
                  </a:cubicBezTo>
                  <a:cubicBezTo>
                    <a:pt x="2441" y="8673"/>
                    <a:pt x="3675" y="8779"/>
                    <a:pt x="4799" y="8779"/>
                  </a:cubicBezTo>
                  <a:cubicBezTo>
                    <a:pt x="6494" y="8779"/>
                    <a:pt x="8699" y="8275"/>
                    <a:pt x="9641" y="6694"/>
                  </a:cubicBezTo>
                  <a:cubicBezTo>
                    <a:pt x="10012" y="6071"/>
                    <a:pt x="10170" y="5345"/>
                    <a:pt x="10244" y="4624"/>
                  </a:cubicBezTo>
                  <a:cubicBezTo>
                    <a:pt x="10437" y="2759"/>
                    <a:pt x="9314" y="1"/>
                    <a:pt x="7225" y="1"/>
                  </a:cubicBez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9" name="Google Shape;1129;p35"/>
            <p:cNvSpPr/>
            <p:nvPr/>
          </p:nvSpPr>
          <p:spPr>
            <a:xfrm>
              <a:off x="3205113" y="4730039"/>
              <a:ext cx="4081752" cy="3531592"/>
            </a:xfrm>
            <a:custGeom>
              <a:rect b="b" l="l" r="r" t="t"/>
              <a:pathLst>
                <a:path extrusionOk="0" h="8826" w="10201">
                  <a:moveTo>
                    <a:pt x="7137" y="44"/>
                  </a:moveTo>
                  <a:cubicBezTo>
                    <a:pt x="7618" y="44"/>
                    <a:pt x="8044" y="190"/>
                    <a:pt x="8418" y="438"/>
                  </a:cubicBezTo>
                  <a:cubicBezTo>
                    <a:pt x="8974" y="813"/>
                    <a:pt x="9412" y="1416"/>
                    <a:pt x="9704" y="2098"/>
                  </a:cubicBezTo>
                  <a:cubicBezTo>
                    <a:pt x="9999" y="2777"/>
                    <a:pt x="10157" y="3538"/>
                    <a:pt x="10157" y="4220"/>
                  </a:cubicBezTo>
                  <a:cubicBezTo>
                    <a:pt x="10157" y="4366"/>
                    <a:pt x="10150" y="4508"/>
                    <a:pt x="10134" y="4646"/>
                  </a:cubicBezTo>
                  <a:cubicBezTo>
                    <a:pt x="10059" y="5363"/>
                    <a:pt x="9901" y="6084"/>
                    <a:pt x="9535" y="6704"/>
                  </a:cubicBezTo>
                  <a:cubicBezTo>
                    <a:pt x="9065" y="7489"/>
                    <a:pt x="8285" y="8009"/>
                    <a:pt x="7409" y="8328"/>
                  </a:cubicBezTo>
                  <a:cubicBezTo>
                    <a:pt x="6530" y="8652"/>
                    <a:pt x="5560" y="8778"/>
                    <a:pt x="4712" y="8778"/>
                  </a:cubicBezTo>
                  <a:cubicBezTo>
                    <a:pt x="4694" y="8778"/>
                    <a:pt x="4676" y="8778"/>
                    <a:pt x="4657" y="8778"/>
                  </a:cubicBezTo>
                  <a:cubicBezTo>
                    <a:pt x="3551" y="8778"/>
                    <a:pt x="2341" y="8663"/>
                    <a:pt x="1368" y="8115"/>
                  </a:cubicBezTo>
                  <a:cubicBezTo>
                    <a:pt x="1045" y="7935"/>
                    <a:pt x="714" y="7642"/>
                    <a:pt x="461" y="7296"/>
                  </a:cubicBezTo>
                  <a:cubicBezTo>
                    <a:pt x="213" y="6952"/>
                    <a:pt x="43" y="6558"/>
                    <a:pt x="43" y="6184"/>
                  </a:cubicBezTo>
                  <a:cubicBezTo>
                    <a:pt x="43" y="6124"/>
                    <a:pt x="48" y="6065"/>
                    <a:pt x="55" y="6006"/>
                  </a:cubicBezTo>
                  <a:cubicBezTo>
                    <a:pt x="95" y="5726"/>
                    <a:pt x="241" y="5462"/>
                    <a:pt x="528" y="5233"/>
                  </a:cubicBezTo>
                  <a:cubicBezTo>
                    <a:pt x="741" y="5063"/>
                    <a:pt x="989" y="4945"/>
                    <a:pt x="1249" y="4843"/>
                  </a:cubicBezTo>
                  <a:cubicBezTo>
                    <a:pt x="1506" y="4741"/>
                    <a:pt x="1778" y="4654"/>
                    <a:pt x="2035" y="4547"/>
                  </a:cubicBezTo>
                  <a:cubicBezTo>
                    <a:pt x="2847" y="4204"/>
                    <a:pt x="3557" y="3624"/>
                    <a:pt x="4053" y="2895"/>
                  </a:cubicBezTo>
                  <a:cubicBezTo>
                    <a:pt x="4385" y="2410"/>
                    <a:pt x="4645" y="1842"/>
                    <a:pt x="4960" y="1345"/>
                  </a:cubicBezTo>
                  <a:cubicBezTo>
                    <a:pt x="5118" y="1097"/>
                    <a:pt x="5287" y="868"/>
                    <a:pt x="5489" y="675"/>
                  </a:cubicBezTo>
                  <a:cubicBezTo>
                    <a:pt x="5686" y="482"/>
                    <a:pt x="5915" y="328"/>
                    <a:pt x="6183" y="226"/>
                  </a:cubicBezTo>
                  <a:cubicBezTo>
                    <a:pt x="6521" y="103"/>
                    <a:pt x="6841" y="44"/>
                    <a:pt x="7137" y="44"/>
                  </a:cubicBezTo>
                  <a:close/>
                  <a:moveTo>
                    <a:pt x="7137" y="0"/>
                  </a:moveTo>
                  <a:cubicBezTo>
                    <a:pt x="6833" y="0"/>
                    <a:pt x="6510" y="60"/>
                    <a:pt x="6167" y="186"/>
                  </a:cubicBezTo>
                  <a:cubicBezTo>
                    <a:pt x="5891" y="288"/>
                    <a:pt x="5658" y="446"/>
                    <a:pt x="5457" y="643"/>
                  </a:cubicBezTo>
                  <a:cubicBezTo>
                    <a:pt x="5153" y="939"/>
                    <a:pt x="4916" y="1314"/>
                    <a:pt x="4696" y="1708"/>
                  </a:cubicBezTo>
                  <a:cubicBezTo>
                    <a:pt x="4472" y="2098"/>
                    <a:pt x="4263" y="2508"/>
                    <a:pt x="4017" y="2867"/>
                  </a:cubicBezTo>
                  <a:cubicBezTo>
                    <a:pt x="3529" y="3593"/>
                    <a:pt x="2823" y="4168"/>
                    <a:pt x="2019" y="4504"/>
                  </a:cubicBezTo>
                  <a:cubicBezTo>
                    <a:pt x="1762" y="4614"/>
                    <a:pt x="1494" y="4697"/>
                    <a:pt x="1234" y="4803"/>
                  </a:cubicBezTo>
                  <a:cubicBezTo>
                    <a:pt x="974" y="4906"/>
                    <a:pt x="721" y="5024"/>
                    <a:pt x="501" y="5198"/>
                  </a:cubicBezTo>
                  <a:cubicBezTo>
                    <a:pt x="205" y="5434"/>
                    <a:pt x="55" y="5711"/>
                    <a:pt x="12" y="6002"/>
                  </a:cubicBezTo>
                  <a:cubicBezTo>
                    <a:pt x="4" y="6061"/>
                    <a:pt x="0" y="6120"/>
                    <a:pt x="0" y="6184"/>
                  </a:cubicBezTo>
                  <a:cubicBezTo>
                    <a:pt x="0" y="6574"/>
                    <a:pt x="173" y="6972"/>
                    <a:pt x="426" y="7323"/>
                  </a:cubicBezTo>
                  <a:cubicBezTo>
                    <a:pt x="682" y="7670"/>
                    <a:pt x="1018" y="7970"/>
                    <a:pt x="1344" y="8155"/>
                  </a:cubicBezTo>
                  <a:cubicBezTo>
                    <a:pt x="2349" y="8715"/>
                    <a:pt x="3585" y="8825"/>
                    <a:pt x="4708" y="8825"/>
                  </a:cubicBezTo>
                  <a:lnTo>
                    <a:pt x="4708" y="8825"/>
                  </a:lnTo>
                  <a:lnTo>
                    <a:pt x="4708" y="8825"/>
                  </a:lnTo>
                  <a:lnTo>
                    <a:pt x="4712" y="8825"/>
                  </a:lnTo>
                  <a:cubicBezTo>
                    <a:pt x="5564" y="8825"/>
                    <a:pt x="6541" y="8695"/>
                    <a:pt x="7424" y="8372"/>
                  </a:cubicBezTo>
                  <a:cubicBezTo>
                    <a:pt x="8308" y="8044"/>
                    <a:pt x="9096" y="7520"/>
                    <a:pt x="9570" y="6723"/>
                  </a:cubicBezTo>
                  <a:cubicBezTo>
                    <a:pt x="9944" y="6100"/>
                    <a:pt x="10102" y="5371"/>
                    <a:pt x="10177" y="4650"/>
                  </a:cubicBezTo>
                  <a:cubicBezTo>
                    <a:pt x="10192" y="4512"/>
                    <a:pt x="10201" y="4370"/>
                    <a:pt x="10201" y="4220"/>
                  </a:cubicBezTo>
                  <a:cubicBezTo>
                    <a:pt x="10201" y="3301"/>
                    <a:pt x="9921" y="2248"/>
                    <a:pt x="9400" y="1424"/>
                  </a:cubicBezTo>
                  <a:cubicBezTo>
                    <a:pt x="9140" y="1010"/>
                    <a:pt x="8820" y="655"/>
                    <a:pt x="8442" y="403"/>
                  </a:cubicBezTo>
                  <a:cubicBezTo>
                    <a:pt x="8063" y="151"/>
                    <a:pt x="7626" y="0"/>
                    <a:pt x="7137"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0" name="Google Shape;1130;p35"/>
            <p:cNvSpPr/>
            <p:nvPr/>
          </p:nvSpPr>
          <p:spPr>
            <a:xfrm>
              <a:off x="3258330" y="6529829"/>
              <a:ext cx="2613265" cy="1045953"/>
            </a:xfrm>
            <a:custGeom>
              <a:rect b="b" l="l" r="r" t="t"/>
              <a:pathLst>
                <a:path extrusionOk="0" h="2614" w="6531">
                  <a:moveTo>
                    <a:pt x="736" y="0"/>
                  </a:moveTo>
                  <a:cubicBezTo>
                    <a:pt x="562" y="0"/>
                    <a:pt x="389" y="81"/>
                    <a:pt x="285" y="223"/>
                  </a:cubicBezTo>
                  <a:cubicBezTo>
                    <a:pt x="1" y="609"/>
                    <a:pt x="415" y="1027"/>
                    <a:pt x="695" y="1267"/>
                  </a:cubicBezTo>
                  <a:cubicBezTo>
                    <a:pt x="1329" y="1804"/>
                    <a:pt x="2063" y="2225"/>
                    <a:pt x="2860" y="2447"/>
                  </a:cubicBezTo>
                  <a:cubicBezTo>
                    <a:pt x="3254" y="2555"/>
                    <a:pt x="3663" y="2613"/>
                    <a:pt x="4070" y="2613"/>
                  </a:cubicBezTo>
                  <a:cubicBezTo>
                    <a:pt x="4491" y="2613"/>
                    <a:pt x="4910" y="2551"/>
                    <a:pt x="5309" y="2419"/>
                  </a:cubicBezTo>
                  <a:cubicBezTo>
                    <a:pt x="5766" y="2269"/>
                    <a:pt x="6215" y="2005"/>
                    <a:pt x="6421" y="1571"/>
                  </a:cubicBezTo>
                  <a:cubicBezTo>
                    <a:pt x="6492" y="1421"/>
                    <a:pt x="6530" y="1248"/>
                    <a:pt x="6487" y="1090"/>
                  </a:cubicBezTo>
                  <a:cubicBezTo>
                    <a:pt x="6452" y="967"/>
                    <a:pt x="6369" y="865"/>
                    <a:pt x="6274" y="782"/>
                  </a:cubicBezTo>
                  <a:cubicBezTo>
                    <a:pt x="6014" y="563"/>
                    <a:pt x="5673" y="514"/>
                    <a:pt x="5324" y="514"/>
                  </a:cubicBezTo>
                  <a:cubicBezTo>
                    <a:pt x="5159" y="514"/>
                    <a:pt x="4992" y="525"/>
                    <a:pt x="4831" y="534"/>
                  </a:cubicBezTo>
                  <a:cubicBezTo>
                    <a:pt x="4599" y="547"/>
                    <a:pt x="4367" y="554"/>
                    <a:pt x="4136" y="554"/>
                  </a:cubicBezTo>
                  <a:cubicBezTo>
                    <a:pt x="3611" y="554"/>
                    <a:pt x="3086" y="520"/>
                    <a:pt x="2564" y="451"/>
                  </a:cubicBezTo>
                  <a:cubicBezTo>
                    <a:pt x="2048" y="380"/>
                    <a:pt x="1606" y="254"/>
                    <a:pt x="1113" y="81"/>
                  </a:cubicBezTo>
                  <a:cubicBezTo>
                    <a:pt x="998" y="45"/>
                    <a:pt x="888" y="6"/>
                    <a:pt x="770" y="1"/>
                  </a:cubicBezTo>
                  <a:cubicBezTo>
                    <a:pt x="759" y="1"/>
                    <a:pt x="747" y="0"/>
                    <a:pt x="736" y="0"/>
                  </a:cubicBezTo>
                  <a:close/>
                </a:path>
              </a:pathLst>
            </a:custGeom>
            <a:solidFill>
              <a:schemeClr val="accen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1" name="Google Shape;1131;p35"/>
            <p:cNvSpPr/>
            <p:nvPr/>
          </p:nvSpPr>
          <p:spPr>
            <a:xfrm>
              <a:off x="3326353" y="6520626"/>
              <a:ext cx="2543642" cy="1063959"/>
            </a:xfrm>
            <a:custGeom>
              <a:rect b="b" l="l" r="r" t="t"/>
              <a:pathLst>
                <a:path extrusionOk="0" h="2659" w="6357">
                  <a:moveTo>
                    <a:pt x="596" y="44"/>
                  </a:moveTo>
                  <a:cubicBezTo>
                    <a:pt x="710" y="48"/>
                    <a:pt x="824" y="88"/>
                    <a:pt x="935" y="127"/>
                  </a:cubicBezTo>
                  <a:cubicBezTo>
                    <a:pt x="1432" y="297"/>
                    <a:pt x="1874" y="426"/>
                    <a:pt x="2390" y="494"/>
                  </a:cubicBezTo>
                  <a:cubicBezTo>
                    <a:pt x="2915" y="565"/>
                    <a:pt x="3439" y="601"/>
                    <a:pt x="3967" y="601"/>
                  </a:cubicBezTo>
                  <a:cubicBezTo>
                    <a:pt x="4200" y="601"/>
                    <a:pt x="4433" y="592"/>
                    <a:pt x="4666" y="581"/>
                  </a:cubicBezTo>
                  <a:cubicBezTo>
                    <a:pt x="4823" y="568"/>
                    <a:pt x="4988" y="557"/>
                    <a:pt x="5150" y="557"/>
                  </a:cubicBezTo>
                  <a:cubicBezTo>
                    <a:pt x="5323" y="557"/>
                    <a:pt x="5497" y="573"/>
                    <a:pt x="5654" y="612"/>
                  </a:cubicBezTo>
                  <a:cubicBezTo>
                    <a:pt x="5813" y="648"/>
                    <a:pt x="5962" y="715"/>
                    <a:pt x="6089" y="821"/>
                  </a:cubicBezTo>
                  <a:cubicBezTo>
                    <a:pt x="6183" y="900"/>
                    <a:pt x="6262" y="1003"/>
                    <a:pt x="6293" y="1117"/>
                  </a:cubicBezTo>
                  <a:cubicBezTo>
                    <a:pt x="6309" y="1165"/>
                    <a:pt x="6313" y="1212"/>
                    <a:pt x="6313" y="1259"/>
                  </a:cubicBezTo>
                  <a:cubicBezTo>
                    <a:pt x="6313" y="1369"/>
                    <a:pt x="6282" y="1484"/>
                    <a:pt x="6231" y="1586"/>
                  </a:cubicBezTo>
                  <a:cubicBezTo>
                    <a:pt x="6132" y="1799"/>
                    <a:pt x="5971" y="1969"/>
                    <a:pt x="5777" y="2106"/>
                  </a:cubicBezTo>
                  <a:cubicBezTo>
                    <a:pt x="5583" y="2244"/>
                    <a:pt x="5359" y="2348"/>
                    <a:pt x="5134" y="2422"/>
                  </a:cubicBezTo>
                  <a:cubicBezTo>
                    <a:pt x="4737" y="2552"/>
                    <a:pt x="4314" y="2615"/>
                    <a:pt x="3896" y="2615"/>
                  </a:cubicBezTo>
                  <a:cubicBezTo>
                    <a:pt x="3490" y="2615"/>
                    <a:pt x="3088" y="2556"/>
                    <a:pt x="2697" y="2450"/>
                  </a:cubicBezTo>
                  <a:cubicBezTo>
                    <a:pt x="1901" y="2229"/>
                    <a:pt x="1172" y="1807"/>
                    <a:pt x="540" y="1274"/>
                  </a:cubicBezTo>
                  <a:cubicBezTo>
                    <a:pt x="434" y="1184"/>
                    <a:pt x="308" y="1065"/>
                    <a:pt x="209" y="936"/>
                  </a:cubicBezTo>
                  <a:cubicBezTo>
                    <a:pt x="162" y="872"/>
                    <a:pt x="118" y="805"/>
                    <a:pt x="91" y="734"/>
                  </a:cubicBezTo>
                  <a:cubicBezTo>
                    <a:pt x="60" y="663"/>
                    <a:pt x="44" y="592"/>
                    <a:pt x="44" y="521"/>
                  </a:cubicBezTo>
                  <a:cubicBezTo>
                    <a:pt x="44" y="435"/>
                    <a:pt x="67" y="348"/>
                    <a:pt x="131" y="261"/>
                  </a:cubicBezTo>
                  <a:cubicBezTo>
                    <a:pt x="233" y="124"/>
                    <a:pt x="402" y="44"/>
                    <a:pt x="573" y="44"/>
                  </a:cubicBezTo>
                  <a:close/>
                  <a:moveTo>
                    <a:pt x="573" y="1"/>
                  </a:moveTo>
                  <a:cubicBezTo>
                    <a:pt x="391" y="1"/>
                    <a:pt x="205" y="84"/>
                    <a:pt x="99" y="233"/>
                  </a:cubicBezTo>
                  <a:cubicBezTo>
                    <a:pt x="28" y="328"/>
                    <a:pt x="0" y="426"/>
                    <a:pt x="0" y="521"/>
                  </a:cubicBezTo>
                  <a:cubicBezTo>
                    <a:pt x="0" y="601"/>
                    <a:pt x="16" y="679"/>
                    <a:pt x="47" y="750"/>
                  </a:cubicBezTo>
                  <a:cubicBezTo>
                    <a:pt x="95" y="861"/>
                    <a:pt x="174" y="967"/>
                    <a:pt x="257" y="1061"/>
                  </a:cubicBezTo>
                  <a:cubicBezTo>
                    <a:pt x="340" y="1152"/>
                    <a:pt x="431" y="1239"/>
                    <a:pt x="513" y="1307"/>
                  </a:cubicBezTo>
                  <a:cubicBezTo>
                    <a:pt x="1144" y="1842"/>
                    <a:pt x="1881" y="2272"/>
                    <a:pt x="2686" y="2493"/>
                  </a:cubicBezTo>
                  <a:cubicBezTo>
                    <a:pt x="3080" y="2599"/>
                    <a:pt x="3486" y="2659"/>
                    <a:pt x="3896" y="2659"/>
                  </a:cubicBezTo>
                  <a:cubicBezTo>
                    <a:pt x="4318" y="2659"/>
                    <a:pt x="4744" y="2595"/>
                    <a:pt x="5146" y="2461"/>
                  </a:cubicBezTo>
                  <a:cubicBezTo>
                    <a:pt x="5375" y="2386"/>
                    <a:pt x="5603" y="2284"/>
                    <a:pt x="5801" y="2142"/>
                  </a:cubicBezTo>
                  <a:cubicBezTo>
                    <a:pt x="5998" y="2000"/>
                    <a:pt x="6164" y="1827"/>
                    <a:pt x="6270" y="1606"/>
                  </a:cubicBezTo>
                  <a:cubicBezTo>
                    <a:pt x="6322" y="1500"/>
                    <a:pt x="6357" y="1378"/>
                    <a:pt x="6357" y="1259"/>
                  </a:cubicBezTo>
                  <a:cubicBezTo>
                    <a:pt x="6357" y="1207"/>
                    <a:pt x="6353" y="1156"/>
                    <a:pt x="6337" y="1105"/>
                  </a:cubicBezTo>
                  <a:cubicBezTo>
                    <a:pt x="6302" y="979"/>
                    <a:pt x="6215" y="872"/>
                    <a:pt x="6116" y="790"/>
                  </a:cubicBezTo>
                  <a:cubicBezTo>
                    <a:pt x="5982" y="675"/>
                    <a:pt x="5829" y="608"/>
                    <a:pt x="5667" y="568"/>
                  </a:cubicBezTo>
                  <a:cubicBezTo>
                    <a:pt x="5501" y="530"/>
                    <a:pt x="5328" y="514"/>
                    <a:pt x="5150" y="514"/>
                  </a:cubicBezTo>
                  <a:cubicBezTo>
                    <a:pt x="4984" y="514"/>
                    <a:pt x="4819" y="526"/>
                    <a:pt x="4661" y="537"/>
                  </a:cubicBezTo>
                  <a:cubicBezTo>
                    <a:pt x="4429" y="549"/>
                    <a:pt x="4200" y="557"/>
                    <a:pt x="3967" y="557"/>
                  </a:cubicBezTo>
                  <a:cubicBezTo>
                    <a:pt x="3443" y="557"/>
                    <a:pt x="2919" y="521"/>
                    <a:pt x="2398" y="450"/>
                  </a:cubicBezTo>
                  <a:cubicBezTo>
                    <a:pt x="1881" y="384"/>
                    <a:pt x="1443" y="253"/>
                    <a:pt x="946" y="84"/>
                  </a:cubicBezTo>
                  <a:cubicBezTo>
                    <a:pt x="837" y="44"/>
                    <a:pt x="722" y="5"/>
                    <a:pt x="600"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2" name="Google Shape;1132;p35"/>
            <p:cNvSpPr/>
            <p:nvPr/>
          </p:nvSpPr>
          <p:spPr>
            <a:xfrm>
              <a:off x="4345486" y="5364647"/>
              <a:ext cx="773856" cy="1292836"/>
            </a:xfrm>
            <a:custGeom>
              <a:rect b="b" l="l" r="r" t="t"/>
              <a:pathLst>
                <a:path extrusionOk="0" h="3231" w="1934">
                  <a:moveTo>
                    <a:pt x="1383" y="0"/>
                  </a:moveTo>
                  <a:cubicBezTo>
                    <a:pt x="1294" y="0"/>
                    <a:pt x="1201" y="18"/>
                    <a:pt x="1109" y="51"/>
                  </a:cubicBezTo>
                  <a:cubicBezTo>
                    <a:pt x="778" y="161"/>
                    <a:pt x="600" y="520"/>
                    <a:pt x="478" y="851"/>
                  </a:cubicBezTo>
                  <a:cubicBezTo>
                    <a:pt x="292" y="1344"/>
                    <a:pt x="150" y="1857"/>
                    <a:pt x="55" y="2378"/>
                  </a:cubicBezTo>
                  <a:cubicBezTo>
                    <a:pt x="13" y="2614"/>
                    <a:pt x="1" y="2866"/>
                    <a:pt x="186" y="3040"/>
                  </a:cubicBezTo>
                  <a:cubicBezTo>
                    <a:pt x="306" y="3146"/>
                    <a:pt x="495" y="3230"/>
                    <a:pt x="669" y="3230"/>
                  </a:cubicBezTo>
                  <a:cubicBezTo>
                    <a:pt x="741" y="3230"/>
                    <a:pt x="811" y="3216"/>
                    <a:pt x="872" y="3182"/>
                  </a:cubicBezTo>
                  <a:cubicBezTo>
                    <a:pt x="1034" y="3091"/>
                    <a:pt x="1120" y="2918"/>
                    <a:pt x="1196" y="2748"/>
                  </a:cubicBezTo>
                  <a:cubicBezTo>
                    <a:pt x="1404" y="2279"/>
                    <a:pt x="1629" y="1801"/>
                    <a:pt x="1712" y="1297"/>
                  </a:cubicBezTo>
                  <a:cubicBezTo>
                    <a:pt x="1764" y="962"/>
                    <a:pt x="1933" y="634"/>
                    <a:pt x="1815" y="296"/>
                  </a:cubicBezTo>
                  <a:cubicBezTo>
                    <a:pt x="1742" y="85"/>
                    <a:pt x="1574" y="0"/>
                    <a:pt x="1383" y="0"/>
                  </a:cubicBezTo>
                  <a:close/>
                </a:path>
              </a:pathLst>
            </a:custGeom>
            <a:solidFill>
              <a:schemeClr val="accent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3" name="Google Shape;1133;p35"/>
            <p:cNvSpPr/>
            <p:nvPr/>
          </p:nvSpPr>
          <p:spPr>
            <a:xfrm>
              <a:off x="4348687" y="5356244"/>
              <a:ext cx="748248" cy="1310042"/>
            </a:xfrm>
            <a:custGeom>
              <a:rect b="b" l="l" r="r" t="t"/>
              <a:pathLst>
                <a:path extrusionOk="0" h="3274" w="1870">
                  <a:moveTo>
                    <a:pt x="1377" y="44"/>
                  </a:moveTo>
                  <a:cubicBezTo>
                    <a:pt x="1467" y="44"/>
                    <a:pt x="1554" y="64"/>
                    <a:pt x="1625" y="108"/>
                  </a:cubicBezTo>
                  <a:cubicBezTo>
                    <a:pt x="1696" y="155"/>
                    <a:pt x="1751" y="222"/>
                    <a:pt x="1787" y="324"/>
                  </a:cubicBezTo>
                  <a:cubicBezTo>
                    <a:pt x="1814" y="403"/>
                    <a:pt x="1827" y="486"/>
                    <a:pt x="1827" y="565"/>
                  </a:cubicBezTo>
                  <a:cubicBezTo>
                    <a:pt x="1827" y="691"/>
                    <a:pt x="1798" y="813"/>
                    <a:pt x="1767" y="936"/>
                  </a:cubicBezTo>
                  <a:cubicBezTo>
                    <a:pt x="1740" y="1061"/>
                    <a:pt x="1700" y="1184"/>
                    <a:pt x="1680" y="1314"/>
                  </a:cubicBezTo>
                  <a:cubicBezTo>
                    <a:pt x="1601" y="1815"/>
                    <a:pt x="1377" y="2292"/>
                    <a:pt x="1168" y="2761"/>
                  </a:cubicBezTo>
                  <a:cubicBezTo>
                    <a:pt x="1132" y="2844"/>
                    <a:pt x="1088" y="2930"/>
                    <a:pt x="1041" y="3001"/>
                  </a:cubicBezTo>
                  <a:cubicBezTo>
                    <a:pt x="990" y="3076"/>
                    <a:pt x="931" y="3140"/>
                    <a:pt x="857" y="3183"/>
                  </a:cubicBezTo>
                  <a:cubicBezTo>
                    <a:pt x="797" y="3214"/>
                    <a:pt x="730" y="3230"/>
                    <a:pt x="659" y="3230"/>
                  </a:cubicBezTo>
                  <a:cubicBezTo>
                    <a:pt x="577" y="3230"/>
                    <a:pt x="489" y="3207"/>
                    <a:pt x="407" y="3176"/>
                  </a:cubicBezTo>
                  <a:cubicBezTo>
                    <a:pt x="324" y="3143"/>
                    <a:pt x="253" y="3096"/>
                    <a:pt x="194" y="3045"/>
                  </a:cubicBezTo>
                  <a:cubicBezTo>
                    <a:pt x="138" y="2990"/>
                    <a:pt x="100" y="2930"/>
                    <a:pt x="76" y="2863"/>
                  </a:cubicBezTo>
                  <a:cubicBezTo>
                    <a:pt x="52" y="2801"/>
                    <a:pt x="44" y="2730"/>
                    <a:pt x="44" y="2655"/>
                  </a:cubicBezTo>
                  <a:cubicBezTo>
                    <a:pt x="44" y="2572"/>
                    <a:pt x="56" y="2485"/>
                    <a:pt x="71" y="2402"/>
                  </a:cubicBezTo>
                  <a:cubicBezTo>
                    <a:pt x="166" y="1882"/>
                    <a:pt x="304" y="1373"/>
                    <a:pt x="489" y="881"/>
                  </a:cubicBezTo>
                  <a:cubicBezTo>
                    <a:pt x="549" y="715"/>
                    <a:pt x="624" y="545"/>
                    <a:pt x="722" y="403"/>
                  </a:cubicBezTo>
                  <a:cubicBezTo>
                    <a:pt x="824" y="261"/>
                    <a:pt x="947" y="147"/>
                    <a:pt x="1108" y="91"/>
                  </a:cubicBezTo>
                  <a:cubicBezTo>
                    <a:pt x="1199" y="60"/>
                    <a:pt x="1290" y="44"/>
                    <a:pt x="1377" y="44"/>
                  </a:cubicBezTo>
                  <a:close/>
                  <a:moveTo>
                    <a:pt x="1377" y="1"/>
                  </a:moveTo>
                  <a:cubicBezTo>
                    <a:pt x="1282" y="1"/>
                    <a:pt x="1188" y="17"/>
                    <a:pt x="1093" y="48"/>
                  </a:cubicBezTo>
                  <a:cubicBezTo>
                    <a:pt x="923" y="108"/>
                    <a:pt x="789" y="230"/>
                    <a:pt x="686" y="375"/>
                  </a:cubicBezTo>
                  <a:cubicBezTo>
                    <a:pt x="584" y="526"/>
                    <a:pt x="509" y="699"/>
                    <a:pt x="446" y="865"/>
                  </a:cubicBezTo>
                  <a:cubicBezTo>
                    <a:pt x="265" y="1361"/>
                    <a:pt x="123" y="1874"/>
                    <a:pt x="29" y="2395"/>
                  </a:cubicBezTo>
                  <a:cubicBezTo>
                    <a:pt x="12" y="2481"/>
                    <a:pt x="0" y="2568"/>
                    <a:pt x="0" y="2655"/>
                  </a:cubicBezTo>
                  <a:cubicBezTo>
                    <a:pt x="0" y="2734"/>
                    <a:pt x="9" y="2808"/>
                    <a:pt x="36" y="2879"/>
                  </a:cubicBezTo>
                  <a:cubicBezTo>
                    <a:pt x="60" y="2950"/>
                    <a:pt x="103" y="3018"/>
                    <a:pt x="166" y="3076"/>
                  </a:cubicBezTo>
                  <a:cubicBezTo>
                    <a:pt x="225" y="3132"/>
                    <a:pt x="304" y="3179"/>
                    <a:pt x="391" y="3214"/>
                  </a:cubicBezTo>
                  <a:cubicBezTo>
                    <a:pt x="478" y="3250"/>
                    <a:pt x="568" y="3274"/>
                    <a:pt x="659" y="3274"/>
                  </a:cubicBezTo>
                  <a:cubicBezTo>
                    <a:pt x="734" y="3274"/>
                    <a:pt x="809" y="3258"/>
                    <a:pt x="876" y="3223"/>
                  </a:cubicBezTo>
                  <a:cubicBezTo>
                    <a:pt x="959" y="3176"/>
                    <a:pt x="1026" y="3105"/>
                    <a:pt x="1077" y="3029"/>
                  </a:cubicBezTo>
                  <a:cubicBezTo>
                    <a:pt x="1128" y="2950"/>
                    <a:pt x="1172" y="2863"/>
                    <a:pt x="1207" y="2781"/>
                  </a:cubicBezTo>
                  <a:cubicBezTo>
                    <a:pt x="1416" y="2312"/>
                    <a:pt x="1645" y="1831"/>
                    <a:pt x="1723" y="1318"/>
                  </a:cubicBezTo>
                  <a:cubicBezTo>
                    <a:pt x="1743" y="1196"/>
                    <a:pt x="1779" y="1074"/>
                    <a:pt x="1811" y="947"/>
                  </a:cubicBezTo>
                  <a:cubicBezTo>
                    <a:pt x="1842" y="821"/>
                    <a:pt x="1869" y="695"/>
                    <a:pt x="1869" y="565"/>
                  </a:cubicBezTo>
                  <a:cubicBezTo>
                    <a:pt x="1869" y="482"/>
                    <a:pt x="1858" y="395"/>
                    <a:pt x="1827" y="308"/>
                  </a:cubicBezTo>
                  <a:cubicBezTo>
                    <a:pt x="1791" y="198"/>
                    <a:pt x="1727" y="124"/>
                    <a:pt x="1649" y="72"/>
                  </a:cubicBezTo>
                  <a:cubicBezTo>
                    <a:pt x="1566" y="20"/>
                    <a:pt x="1476" y="1"/>
                    <a:pt x="1377"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4" name="Google Shape;1134;p35"/>
            <p:cNvSpPr/>
            <p:nvPr/>
          </p:nvSpPr>
          <p:spPr>
            <a:xfrm>
              <a:off x="4564757" y="5095359"/>
              <a:ext cx="1831006" cy="1969064"/>
            </a:xfrm>
            <a:custGeom>
              <a:rect b="b" l="l" r="r" t="t"/>
              <a:pathLst>
                <a:path extrusionOk="0" h="4921" w="4576">
                  <a:moveTo>
                    <a:pt x="1299" y="0"/>
                  </a:moveTo>
                  <a:cubicBezTo>
                    <a:pt x="1248" y="0"/>
                    <a:pt x="1196" y="6"/>
                    <a:pt x="1145" y="19"/>
                  </a:cubicBezTo>
                  <a:cubicBezTo>
                    <a:pt x="1054" y="42"/>
                    <a:pt x="971" y="85"/>
                    <a:pt x="896" y="141"/>
                  </a:cubicBezTo>
                  <a:cubicBezTo>
                    <a:pt x="517" y="389"/>
                    <a:pt x="253" y="779"/>
                    <a:pt x="1" y="1158"/>
                  </a:cubicBezTo>
                  <a:cubicBezTo>
                    <a:pt x="3" y="1156"/>
                    <a:pt x="7" y="1156"/>
                    <a:pt x="12" y="1156"/>
                  </a:cubicBezTo>
                  <a:cubicBezTo>
                    <a:pt x="83" y="1156"/>
                    <a:pt x="343" y="1313"/>
                    <a:pt x="388" y="1335"/>
                  </a:cubicBezTo>
                  <a:cubicBezTo>
                    <a:pt x="466" y="1371"/>
                    <a:pt x="923" y="1453"/>
                    <a:pt x="939" y="1540"/>
                  </a:cubicBezTo>
                  <a:cubicBezTo>
                    <a:pt x="943" y="1580"/>
                    <a:pt x="861" y="1619"/>
                    <a:pt x="845" y="1655"/>
                  </a:cubicBezTo>
                  <a:cubicBezTo>
                    <a:pt x="794" y="1757"/>
                    <a:pt x="790" y="1906"/>
                    <a:pt x="766" y="2021"/>
                  </a:cubicBezTo>
                  <a:cubicBezTo>
                    <a:pt x="659" y="2494"/>
                    <a:pt x="541" y="2967"/>
                    <a:pt x="355" y="3417"/>
                  </a:cubicBezTo>
                  <a:cubicBezTo>
                    <a:pt x="288" y="3579"/>
                    <a:pt x="210" y="3744"/>
                    <a:pt x="206" y="3917"/>
                  </a:cubicBezTo>
                  <a:cubicBezTo>
                    <a:pt x="194" y="4221"/>
                    <a:pt x="506" y="4498"/>
                    <a:pt x="746" y="4632"/>
                  </a:cubicBezTo>
                  <a:cubicBezTo>
                    <a:pt x="1045" y="4801"/>
                    <a:pt x="1396" y="4876"/>
                    <a:pt x="1736" y="4911"/>
                  </a:cubicBezTo>
                  <a:cubicBezTo>
                    <a:pt x="1794" y="4917"/>
                    <a:pt x="1853" y="4920"/>
                    <a:pt x="1911" y="4920"/>
                  </a:cubicBezTo>
                  <a:cubicBezTo>
                    <a:pt x="2260" y="4920"/>
                    <a:pt x="2608" y="4814"/>
                    <a:pt x="2923" y="4659"/>
                  </a:cubicBezTo>
                  <a:cubicBezTo>
                    <a:pt x="3298" y="4478"/>
                    <a:pt x="3644" y="4221"/>
                    <a:pt x="3873" y="3875"/>
                  </a:cubicBezTo>
                  <a:cubicBezTo>
                    <a:pt x="4023" y="3642"/>
                    <a:pt x="4126" y="3389"/>
                    <a:pt x="4216" y="3129"/>
                  </a:cubicBezTo>
                  <a:cubicBezTo>
                    <a:pt x="4268" y="2991"/>
                    <a:pt x="4275" y="2692"/>
                    <a:pt x="4425" y="2625"/>
                  </a:cubicBezTo>
                  <a:cubicBezTo>
                    <a:pt x="4428" y="2625"/>
                    <a:pt x="4433" y="2621"/>
                    <a:pt x="4437" y="2621"/>
                  </a:cubicBezTo>
                  <a:cubicBezTo>
                    <a:pt x="4437" y="2423"/>
                    <a:pt x="4441" y="2226"/>
                    <a:pt x="4445" y="2025"/>
                  </a:cubicBezTo>
                  <a:cubicBezTo>
                    <a:pt x="4445" y="1504"/>
                    <a:pt x="4552" y="1016"/>
                    <a:pt x="4575" y="495"/>
                  </a:cubicBezTo>
                  <a:cubicBezTo>
                    <a:pt x="4449" y="462"/>
                    <a:pt x="4377" y="452"/>
                    <a:pt x="4328" y="452"/>
                  </a:cubicBezTo>
                  <a:cubicBezTo>
                    <a:pt x="4283" y="452"/>
                    <a:pt x="4258" y="460"/>
                    <a:pt x="4228" y="468"/>
                  </a:cubicBezTo>
                  <a:cubicBezTo>
                    <a:pt x="4066" y="511"/>
                    <a:pt x="3968" y="669"/>
                    <a:pt x="3849" y="787"/>
                  </a:cubicBezTo>
                  <a:cubicBezTo>
                    <a:pt x="3668" y="965"/>
                    <a:pt x="3431" y="1025"/>
                    <a:pt x="3189" y="1025"/>
                  </a:cubicBezTo>
                  <a:cubicBezTo>
                    <a:pt x="3109" y="1025"/>
                    <a:pt x="3029" y="1018"/>
                    <a:pt x="2950" y="1007"/>
                  </a:cubicBezTo>
                  <a:cubicBezTo>
                    <a:pt x="2686" y="969"/>
                    <a:pt x="2418" y="889"/>
                    <a:pt x="2193" y="740"/>
                  </a:cubicBezTo>
                  <a:cubicBezTo>
                    <a:pt x="1988" y="605"/>
                    <a:pt x="1767" y="369"/>
                    <a:pt x="1724" y="117"/>
                  </a:cubicBezTo>
                  <a:cubicBezTo>
                    <a:pt x="1720" y="101"/>
                    <a:pt x="1716" y="90"/>
                    <a:pt x="1708" y="77"/>
                  </a:cubicBezTo>
                  <a:cubicBezTo>
                    <a:pt x="1700" y="66"/>
                    <a:pt x="1684" y="61"/>
                    <a:pt x="1669" y="57"/>
                  </a:cubicBezTo>
                  <a:cubicBezTo>
                    <a:pt x="1546" y="30"/>
                    <a:pt x="1422" y="0"/>
                    <a:pt x="1299" y="0"/>
                  </a:cubicBez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5" name="Google Shape;1135;p35"/>
            <p:cNvSpPr/>
            <p:nvPr/>
          </p:nvSpPr>
          <p:spPr>
            <a:xfrm>
              <a:off x="4555154" y="5086556"/>
              <a:ext cx="1849813" cy="1987070"/>
            </a:xfrm>
            <a:custGeom>
              <a:rect b="b" l="l" r="r" t="t"/>
              <a:pathLst>
                <a:path extrusionOk="0" h="4966" w="4623">
                  <a:moveTo>
                    <a:pt x="1326" y="44"/>
                  </a:moveTo>
                  <a:cubicBezTo>
                    <a:pt x="1444" y="44"/>
                    <a:pt x="1566" y="72"/>
                    <a:pt x="1689" y="103"/>
                  </a:cubicBezTo>
                  <a:cubicBezTo>
                    <a:pt x="1697" y="103"/>
                    <a:pt x="1701" y="103"/>
                    <a:pt x="1704" y="107"/>
                  </a:cubicBezTo>
                  <a:cubicBezTo>
                    <a:pt x="1713" y="107"/>
                    <a:pt x="1713" y="112"/>
                    <a:pt x="1717" y="115"/>
                  </a:cubicBezTo>
                  <a:cubicBezTo>
                    <a:pt x="1717" y="115"/>
                    <a:pt x="1720" y="119"/>
                    <a:pt x="1720" y="123"/>
                  </a:cubicBezTo>
                  <a:cubicBezTo>
                    <a:pt x="1720" y="127"/>
                    <a:pt x="1724" y="135"/>
                    <a:pt x="1724" y="143"/>
                  </a:cubicBezTo>
                  <a:cubicBezTo>
                    <a:pt x="1748" y="272"/>
                    <a:pt x="1815" y="399"/>
                    <a:pt x="1906" y="505"/>
                  </a:cubicBezTo>
                  <a:cubicBezTo>
                    <a:pt x="1992" y="616"/>
                    <a:pt x="2103" y="711"/>
                    <a:pt x="2205" y="778"/>
                  </a:cubicBezTo>
                  <a:cubicBezTo>
                    <a:pt x="2434" y="931"/>
                    <a:pt x="2702" y="1011"/>
                    <a:pt x="2974" y="1049"/>
                  </a:cubicBezTo>
                  <a:cubicBezTo>
                    <a:pt x="3053" y="1062"/>
                    <a:pt x="3136" y="1069"/>
                    <a:pt x="3218" y="1069"/>
                  </a:cubicBezTo>
                  <a:cubicBezTo>
                    <a:pt x="3341" y="1069"/>
                    <a:pt x="3464" y="1053"/>
                    <a:pt x="3577" y="1014"/>
                  </a:cubicBezTo>
                  <a:cubicBezTo>
                    <a:pt x="3692" y="978"/>
                    <a:pt x="3799" y="916"/>
                    <a:pt x="3889" y="825"/>
                  </a:cubicBezTo>
                  <a:cubicBezTo>
                    <a:pt x="3948" y="765"/>
                    <a:pt x="4003" y="694"/>
                    <a:pt x="4063" y="636"/>
                  </a:cubicBezTo>
                  <a:cubicBezTo>
                    <a:pt x="4121" y="580"/>
                    <a:pt x="4185" y="533"/>
                    <a:pt x="4259" y="509"/>
                  </a:cubicBezTo>
                  <a:cubicBezTo>
                    <a:pt x="4292" y="501"/>
                    <a:pt x="4311" y="494"/>
                    <a:pt x="4354" y="494"/>
                  </a:cubicBezTo>
                  <a:cubicBezTo>
                    <a:pt x="4399" y="494"/>
                    <a:pt x="4461" y="504"/>
                    <a:pt x="4575" y="532"/>
                  </a:cubicBezTo>
                  <a:lnTo>
                    <a:pt x="4575" y="532"/>
                  </a:lnTo>
                  <a:cubicBezTo>
                    <a:pt x="4549" y="1046"/>
                    <a:pt x="4449" y="1529"/>
                    <a:pt x="4445" y="2047"/>
                  </a:cubicBezTo>
                  <a:cubicBezTo>
                    <a:pt x="4445" y="2243"/>
                    <a:pt x="4441" y="2436"/>
                    <a:pt x="4438" y="2629"/>
                  </a:cubicBezTo>
                  <a:lnTo>
                    <a:pt x="4438" y="2629"/>
                  </a:lnTo>
                  <a:cubicBezTo>
                    <a:pt x="4396" y="2649"/>
                    <a:pt x="4366" y="2683"/>
                    <a:pt x="4343" y="2722"/>
                  </a:cubicBezTo>
                  <a:cubicBezTo>
                    <a:pt x="4307" y="2789"/>
                    <a:pt x="4283" y="2867"/>
                    <a:pt x="4268" y="2942"/>
                  </a:cubicBezTo>
                  <a:cubicBezTo>
                    <a:pt x="4259" y="2982"/>
                    <a:pt x="4252" y="3022"/>
                    <a:pt x="4244" y="3053"/>
                  </a:cubicBezTo>
                  <a:cubicBezTo>
                    <a:pt x="4236" y="3088"/>
                    <a:pt x="4228" y="3120"/>
                    <a:pt x="4221" y="3144"/>
                  </a:cubicBezTo>
                  <a:cubicBezTo>
                    <a:pt x="4126" y="3404"/>
                    <a:pt x="4027" y="3652"/>
                    <a:pt x="3877" y="3885"/>
                  </a:cubicBezTo>
                  <a:cubicBezTo>
                    <a:pt x="3653" y="4228"/>
                    <a:pt x="3309" y="4480"/>
                    <a:pt x="2938" y="4662"/>
                  </a:cubicBezTo>
                  <a:cubicBezTo>
                    <a:pt x="2623" y="4815"/>
                    <a:pt x="2281" y="4922"/>
                    <a:pt x="1933" y="4922"/>
                  </a:cubicBezTo>
                  <a:cubicBezTo>
                    <a:pt x="1874" y="4922"/>
                    <a:pt x="1819" y="4918"/>
                    <a:pt x="1760" y="4914"/>
                  </a:cubicBezTo>
                  <a:cubicBezTo>
                    <a:pt x="1424" y="4878"/>
                    <a:pt x="1078" y="4803"/>
                    <a:pt x="782" y="4638"/>
                  </a:cubicBezTo>
                  <a:cubicBezTo>
                    <a:pt x="663" y="4571"/>
                    <a:pt x="530" y="4472"/>
                    <a:pt x="427" y="4350"/>
                  </a:cubicBezTo>
                  <a:cubicBezTo>
                    <a:pt x="376" y="4291"/>
                    <a:pt x="328" y="4228"/>
                    <a:pt x="301" y="4161"/>
                  </a:cubicBezTo>
                  <a:cubicBezTo>
                    <a:pt x="270" y="4094"/>
                    <a:pt x="250" y="4027"/>
                    <a:pt x="250" y="3956"/>
                  </a:cubicBezTo>
                  <a:lnTo>
                    <a:pt x="250" y="3944"/>
                  </a:lnTo>
                  <a:cubicBezTo>
                    <a:pt x="257" y="3770"/>
                    <a:pt x="332" y="3608"/>
                    <a:pt x="399" y="3447"/>
                  </a:cubicBezTo>
                  <a:cubicBezTo>
                    <a:pt x="585" y="2993"/>
                    <a:pt x="707" y="2520"/>
                    <a:pt x="809" y="2047"/>
                  </a:cubicBezTo>
                  <a:cubicBezTo>
                    <a:pt x="821" y="1988"/>
                    <a:pt x="829" y="1925"/>
                    <a:pt x="841" y="1862"/>
                  </a:cubicBezTo>
                  <a:cubicBezTo>
                    <a:pt x="853" y="1795"/>
                    <a:pt x="865" y="1735"/>
                    <a:pt x="889" y="1684"/>
                  </a:cubicBezTo>
                  <a:cubicBezTo>
                    <a:pt x="889" y="1681"/>
                    <a:pt x="896" y="1673"/>
                    <a:pt x="904" y="1664"/>
                  </a:cubicBezTo>
                  <a:cubicBezTo>
                    <a:pt x="920" y="1653"/>
                    <a:pt x="936" y="1637"/>
                    <a:pt x="951" y="1626"/>
                  </a:cubicBezTo>
                  <a:cubicBezTo>
                    <a:pt x="960" y="1617"/>
                    <a:pt x="967" y="1606"/>
                    <a:pt x="971" y="1597"/>
                  </a:cubicBezTo>
                  <a:cubicBezTo>
                    <a:pt x="979" y="1590"/>
                    <a:pt x="983" y="1578"/>
                    <a:pt x="983" y="1566"/>
                  </a:cubicBezTo>
                  <a:lnTo>
                    <a:pt x="983" y="1558"/>
                  </a:lnTo>
                  <a:cubicBezTo>
                    <a:pt x="983" y="1546"/>
                    <a:pt x="975" y="1539"/>
                    <a:pt x="971" y="1531"/>
                  </a:cubicBezTo>
                  <a:cubicBezTo>
                    <a:pt x="960" y="1519"/>
                    <a:pt x="943" y="1507"/>
                    <a:pt x="927" y="1495"/>
                  </a:cubicBezTo>
                  <a:cubicBezTo>
                    <a:pt x="892" y="1475"/>
                    <a:pt x="849" y="1460"/>
                    <a:pt x="801" y="1444"/>
                  </a:cubicBezTo>
                  <a:cubicBezTo>
                    <a:pt x="731" y="1420"/>
                    <a:pt x="643" y="1397"/>
                    <a:pt x="572" y="1381"/>
                  </a:cubicBezTo>
                  <a:cubicBezTo>
                    <a:pt x="537" y="1369"/>
                    <a:pt x="502" y="1361"/>
                    <a:pt x="478" y="1353"/>
                  </a:cubicBezTo>
                  <a:cubicBezTo>
                    <a:pt x="463" y="1349"/>
                    <a:pt x="450" y="1346"/>
                    <a:pt x="443" y="1346"/>
                  </a:cubicBezTo>
                  <a:cubicBezTo>
                    <a:pt x="431" y="1342"/>
                    <a:pt x="423" y="1337"/>
                    <a:pt x="419" y="1337"/>
                  </a:cubicBezTo>
                  <a:cubicBezTo>
                    <a:pt x="415" y="1333"/>
                    <a:pt x="407" y="1329"/>
                    <a:pt x="396" y="1322"/>
                  </a:cubicBezTo>
                  <a:cubicBezTo>
                    <a:pt x="356" y="1302"/>
                    <a:pt x="285" y="1258"/>
                    <a:pt x="214" y="1223"/>
                  </a:cubicBezTo>
                  <a:cubicBezTo>
                    <a:pt x="179" y="1207"/>
                    <a:pt x="147" y="1188"/>
                    <a:pt x="115" y="1176"/>
                  </a:cubicBezTo>
                  <a:cubicBezTo>
                    <a:pt x="99" y="1171"/>
                    <a:pt x="88" y="1164"/>
                    <a:pt x="72" y="1160"/>
                  </a:cubicBezTo>
                  <a:cubicBezTo>
                    <a:pt x="70" y="1160"/>
                    <a:pt x="68" y="1160"/>
                    <a:pt x="65" y="1160"/>
                  </a:cubicBezTo>
                  <a:lnTo>
                    <a:pt x="65" y="1160"/>
                  </a:lnTo>
                  <a:cubicBezTo>
                    <a:pt x="312" y="791"/>
                    <a:pt x="568" y="420"/>
                    <a:pt x="932" y="178"/>
                  </a:cubicBezTo>
                  <a:cubicBezTo>
                    <a:pt x="1007" y="127"/>
                    <a:pt x="1089" y="83"/>
                    <a:pt x="1172" y="59"/>
                  </a:cubicBezTo>
                  <a:cubicBezTo>
                    <a:pt x="1224" y="48"/>
                    <a:pt x="1275" y="44"/>
                    <a:pt x="1326" y="44"/>
                  </a:cubicBezTo>
                  <a:close/>
                  <a:moveTo>
                    <a:pt x="1326" y="1"/>
                  </a:moveTo>
                  <a:cubicBezTo>
                    <a:pt x="1271" y="1"/>
                    <a:pt x="1216" y="5"/>
                    <a:pt x="1164" y="21"/>
                  </a:cubicBezTo>
                  <a:cubicBezTo>
                    <a:pt x="1069" y="44"/>
                    <a:pt x="987" y="92"/>
                    <a:pt x="908" y="143"/>
                  </a:cubicBezTo>
                  <a:cubicBezTo>
                    <a:pt x="525" y="399"/>
                    <a:pt x="261" y="789"/>
                    <a:pt x="5" y="1168"/>
                  </a:cubicBezTo>
                  <a:cubicBezTo>
                    <a:pt x="1" y="1176"/>
                    <a:pt x="1" y="1188"/>
                    <a:pt x="9" y="1195"/>
                  </a:cubicBezTo>
                  <a:cubicBezTo>
                    <a:pt x="14" y="1200"/>
                    <a:pt x="18" y="1202"/>
                    <a:pt x="24" y="1202"/>
                  </a:cubicBezTo>
                  <a:cubicBezTo>
                    <a:pt x="28" y="1202"/>
                    <a:pt x="32" y="1201"/>
                    <a:pt x="37" y="1200"/>
                  </a:cubicBezTo>
                  <a:cubicBezTo>
                    <a:pt x="44" y="1200"/>
                    <a:pt x="52" y="1200"/>
                    <a:pt x="68" y="1204"/>
                  </a:cubicBezTo>
                  <a:cubicBezTo>
                    <a:pt x="88" y="1211"/>
                    <a:pt x="119" y="1223"/>
                    <a:pt x="151" y="1239"/>
                  </a:cubicBezTo>
                  <a:cubicBezTo>
                    <a:pt x="202" y="1262"/>
                    <a:pt x="254" y="1294"/>
                    <a:pt x="301" y="1322"/>
                  </a:cubicBezTo>
                  <a:cubicBezTo>
                    <a:pt x="325" y="1333"/>
                    <a:pt x="344" y="1346"/>
                    <a:pt x="364" y="1353"/>
                  </a:cubicBezTo>
                  <a:cubicBezTo>
                    <a:pt x="379" y="1365"/>
                    <a:pt x="392" y="1369"/>
                    <a:pt x="399" y="1377"/>
                  </a:cubicBezTo>
                  <a:cubicBezTo>
                    <a:pt x="412" y="1381"/>
                    <a:pt x="431" y="1384"/>
                    <a:pt x="450" y="1393"/>
                  </a:cubicBezTo>
                  <a:cubicBezTo>
                    <a:pt x="521" y="1413"/>
                    <a:pt x="643" y="1440"/>
                    <a:pt x="750" y="1475"/>
                  </a:cubicBezTo>
                  <a:cubicBezTo>
                    <a:pt x="801" y="1491"/>
                    <a:pt x="853" y="1507"/>
                    <a:pt x="889" y="1523"/>
                  </a:cubicBezTo>
                  <a:cubicBezTo>
                    <a:pt x="904" y="1535"/>
                    <a:pt x="920" y="1542"/>
                    <a:pt x="927" y="1550"/>
                  </a:cubicBezTo>
                  <a:cubicBezTo>
                    <a:pt x="932" y="1555"/>
                    <a:pt x="936" y="1555"/>
                    <a:pt x="936" y="1558"/>
                  </a:cubicBezTo>
                  <a:lnTo>
                    <a:pt x="940" y="1562"/>
                  </a:lnTo>
                  <a:lnTo>
                    <a:pt x="940" y="1566"/>
                  </a:lnTo>
                  <a:lnTo>
                    <a:pt x="940" y="1570"/>
                  </a:lnTo>
                  <a:cubicBezTo>
                    <a:pt x="936" y="1574"/>
                    <a:pt x="932" y="1582"/>
                    <a:pt x="924" y="1590"/>
                  </a:cubicBezTo>
                  <a:cubicBezTo>
                    <a:pt x="912" y="1602"/>
                    <a:pt x="900" y="1613"/>
                    <a:pt x="885" y="1626"/>
                  </a:cubicBezTo>
                  <a:cubicBezTo>
                    <a:pt x="876" y="1633"/>
                    <a:pt x="872" y="1637"/>
                    <a:pt x="865" y="1645"/>
                  </a:cubicBezTo>
                  <a:cubicBezTo>
                    <a:pt x="856" y="1653"/>
                    <a:pt x="853" y="1657"/>
                    <a:pt x="849" y="1668"/>
                  </a:cubicBezTo>
                  <a:cubicBezTo>
                    <a:pt x="821" y="1724"/>
                    <a:pt x="809" y="1787"/>
                    <a:pt x="798" y="1854"/>
                  </a:cubicBezTo>
                  <a:cubicBezTo>
                    <a:pt x="785" y="1917"/>
                    <a:pt x="778" y="1984"/>
                    <a:pt x="766" y="2039"/>
                  </a:cubicBezTo>
                  <a:cubicBezTo>
                    <a:pt x="663" y="2512"/>
                    <a:pt x="545" y="2982"/>
                    <a:pt x="360" y="3428"/>
                  </a:cubicBezTo>
                  <a:cubicBezTo>
                    <a:pt x="293" y="3593"/>
                    <a:pt x="214" y="3759"/>
                    <a:pt x="206" y="3939"/>
                  </a:cubicBezTo>
                  <a:lnTo>
                    <a:pt x="206" y="3956"/>
                  </a:lnTo>
                  <a:cubicBezTo>
                    <a:pt x="206" y="4034"/>
                    <a:pt x="226" y="4110"/>
                    <a:pt x="261" y="4181"/>
                  </a:cubicBezTo>
                  <a:cubicBezTo>
                    <a:pt x="308" y="4287"/>
                    <a:pt x="388" y="4385"/>
                    <a:pt x="478" y="4468"/>
                  </a:cubicBezTo>
                  <a:cubicBezTo>
                    <a:pt x="569" y="4551"/>
                    <a:pt x="667" y="4622"/>
                    <a:pt x="762" y="4673"/>
                  </a:cubicBezTo>
                  <a:cubicBezTo>
                    <a:pt x="1062" y="4843"/>
                    <a:pt x="1417" y="4922"/>
                    <a:pt x="1755" y="4957"/>
                  </a:cubicBezTo>
                  <a:cubicBezTo>
                    <a:pt x="1815" y="4962"/>
                    <a:pt x="1874" y="4965"/>
                    <a:pt x="1933" y="4965"/>
                  </a:cubicBezTo>
                  <a:cubicBezTo>
                    <a:pt x="2288" y="4965"/>
                    <a:pt x="2639" y="4858"/>
                    <a:pt x="2954" y="4701"/>
                  </a:cubicBezTo>
                  <a:cubicBezTo>
                    <a:pt x="3333" y="4520"/>
                    <a:pt x="3684" y="4259"/>
                    <a:pt x="3913" y="3908"/>
                  </a:cubicBezTo>
                  <a:cubicBezTo>
                    <a:pt x="4066" y="3672"/>
                    <a:pt x="4169" y="3419"/>
                    <a:pt x="4263" y="3155"/>
                  </a:cubicBezTo>
                  <a:cubicBezTo>
                    <a:pt x="4276" y="3120"/>
                    <a:pt x="4283" y="3076"/>
                    <a:pt x="4295" y="3029"/>
                  </a:cubicBezTo>
                  <a:cubicBezTo>
                    <a:pt x="4311" y="2954"/>
                    <a:pt x="4327" y="2875"/>
                    <a:pt x="4350" y="2809"/>
                  </a:cubicBezTo>
                  <a:cubicBezTo>
                    <a:pt x="4363" y="2773"/>
                    <a:pt x="4378" y="2741"/>
                    <a:pt x="4398" y="2718"/>
                  </a:cubicBezTo>
                  <a:cubicBezTo>
                    <a:pt x="4414" y="2694"/>
                    <a:pt x="4434" y="2678"/>
                    <a:pt x="4457" y="2667"/>
                  </a:cubicBezTo>
                  <a:cubicBezTo>
                    <a:pt x="4461" y="2667"/>
                    <a:pt x="4465" y="2667"/>
                    <a:pt x="4469" y="2662"/>
                  </a:cubicBezTo>
                  <a:cubicBezTo>
                    <a:pt x="4476" y="2662"/>
                    <a:pt x="4481" y="2651"/>
                    <a:pt x="4481" y="2643"/>
                  </a:cubicBezTo>
                  <a:cubicBezTo>
                    <a:pt x="4485" y="2445"/>
                    <a:pt x="4488" y="2248"/>
                    <a:pt x="4488" y="2052"/>
                  </a:cubicBezTo>
                  <a:cubicBezTo>
                    <a:pt x="4492" y="1531"/>
                    <a:pt x="4594" y="1042"/>
                    <a:pt x="4623" y="517"/>
                  </a:cubicBezTo>
                  <a:cubicBezTo>
                    <a:pt x="4623" y="505"/>
                    <a:pt x="4614" y="498"/>
                    <a:pt x="4603" y="494"/>
                  </a:cubicBezTo>
                  <a:cubicBezTo>
                    <a:pt x="4481" y="462"/>
                    <a:pt x="4405" y="450"/>
                    <a:pt x="4354" y="450"/>
                  </a:cubicBezTo>
                  <a:cubicBezTo>
                    <a:pt x="4307" y="450"/>
                    <a:pt x="4276" y="462"/>
                    <a:pt x="4248" y="470"/>
                  </a:cubicBezTo>
                  <a:cubicBezTo>
                    <a:pt x="4161" y="494"/>
                    <a:pt x="4094" y="545"/>
                    <a:pt x="4031" y="608"/>
                  </a:cubicBezTo>
                  <a:cubicBezTo>
                    <a:pt x="3972" y="667"/>
                    <a:pt x="3917" y="738"/>
                    <a:pt x="3857" y="793"/>
                  </a:cubicBezTo>
                  <a:cubicBezTo>
                    <a:pt x="3771" y="880"/>
                    <a:pt x="3672" y="940"/>
                    <a:pt x="3562" y="975"/>
                  </a:cubicBezTo>
                  <a:cubicBezTo>
                    <a:pt x="3455" y="1011"/>
                    <a:pt x="3337" y="1026"/>
                    <a:pt x="3218" y="1026"/>
                  </a:cubicBezTo>
                  <a:cubicBezTo>
                    <a:pt x="3140" y="1026"/>
                    <a:pt x="3057" y="1018"/>
                    <a:pt x="2978" y="1006"/>
                  </a:cubicBezTo>
                  <a:cubicBezTo>
                    <a:pt x="2714" y="971"/>
                    <a:pt x="2450" y="888"/>
                    <a:pt x="2229" y="742"/>
                  </a:cubicBezTo>
                  <a:cubicBezTo>
                    <a:pt x="2130" y="675"/>
                    <a:pt x="2024" y="585"/>
                    <a:pt x="1937" y="478"/>
                  </a:cubicBezTo>
                  <a:cubicBezTo>
                    <a:pt x="1855" y="376"/>
                    <a:pt x="1788" y="257"/>
                    <a:pt x="1768" y="135"/>
                  </a:cubicBezTo>
                  <a:cubicBezTo>
                    <a:pt x="1768" y="127"/>
                    <a:pt x="1764" y="119"/>
                    <a:pt x="1764" y="112"/>
                  </a:cubicBezTo>
                  <a:cubicBezTo>
                    <a:pt x="1760" y="103"/>
                    <a:pt x="1755" y="92"/>
                    <a:pt x="1748" y="83"/>
                  </a:cubicBezTo>
                  <a:cubicBezTo>
                    <a:pt x="1740" y="76"/>
                    <a:pt x="1732" y="72"/>
                    <a:pt x="1724" y="68"/>
                  </a:cubicBezTo>
                  <a:cubicBezTo>
                    <a:pt x="1713" y="64"/>
                    <a:pt x="1704" y="59"/>
                    <a:pt x="1697" y="59"/>
                  </a:cubicBezTo>
                  <a:cubicBezTo>
                    <a:pt x="1578" y="28"/>
                    <a:pt x="1453" y="1"/>
                    <a:pt x="1326"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6" name="Google Shape;1136;p35"/>
            <p:cNvSpPr/>
            <p:nvPr/>
          </p:nvSpPr>
          <p:spPr>
            <a:xfrm>
              <a:off x="5814366" y="5657143"/>
              <a:ext cx="973923" cy="1362460"/>
            </a:xfrm>
            <a:custGeom>
              <a:rect b="b" l="l" r="r" t="t"/>
              <a:pathLst>
                <a:path extrusionOk="0" h="3405" w="2434">
                  <a:moveTo>
                    <a:pt x="1791" y="0"/>
                  </a:moveTo>
                  <a:cubicBezTo>
                    <a:pt x="1382" y="0"/>
                    <a:pt x="1060" y="488"/>
                    <a:pt x="947" y="842"/>
                  </a:cubicBezTo>
                  <a:cubicBezTo>
                    <a:pt x="766" y="1383"/>
                    <a:pt x="588" y="1938"/>
                    <a:pt x="253" y="2400"/>
                  </a:cubicBezTo>
                  <a:cubicBezTo>
                    <a:pt x="146" y="2542"/>
                    <a:pt x="28" y="2688"/>
                    <a:pt x="13" y="2861"/>
                  </a:cubicBezTo>
                  <a:cubicBezTo>
                    <a:pt x="0" y="2983"/>
                    <a:pt x="48" y="3101"/>
                    <a:pt x="127" y="3192"/>
                  </a:cubicBezTo>
                  <a:cubicBezTo>
                    <a:pt x="202" y="3279"/>
                    <a:pt x="300" y="3346"/>
                    <a:pt x="411" y="3377"/>
                  </a:cubicBezTo>
                  <a:cubicBezTo>
                    <a:pt x="477" y="3396"/>
                    <a:pt x="545" y="3405"/>
                    <a:pt x="614" y="3405"/>
                  </a:cubicBezTo>
                  <a:cubicBezTo>
                    <a:pt x="777" y="3405"/>
                    <a:pt x="944" y="3357"/>
                    <a:pt x="1097" y="3290"/>
                  </a:cubicBezTo>
                  <a:cubicBezTo>
                    <a:pt x="1846" y="2959"/>
                    <a:pt x="2275" y="2175"/>
                    <a:pt x="2399" y="1394"/>
                  </a:cubicBezTo>
                  <a:cubicBezTo>
                    <a:pt x="2422" y="1232"/>
                    <a:pt x="2434" y="1067"/>
                    <a:pt x="2414" y="901"/>
                  </a:cubicBezTo>
                  <a:cubicBezTo>
                    <a:pt x="2382" y="590"/>
                    <a:pt x="2394" y="262"/>
                    <a:pt x="2079" y="81"/>
                  </a:cubicBezTo>
                  <a:cubicBezTo>
                    <a:pt x="1979" y="25"/>
                    <a:pt x="1883" y="0"/>
                    <a:pt x="1791" y="0"/>
                  </a:cubicBezTo>
                  <a:close/>
                </a:path>
              </a:pathLst>
            </a:custGeom>
            <a:solidFill>
              <a:schemeClr val="accent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7" name="Google Shape;1137;p35"/>
            <p:cNvSpPr/>
            <p:nvPr/>
          </p:nvSpPr>
          <p:spPr>
            <a:xfrm>
              <a:off x="5809964" y="5648340"/>
              <a:ext cx="983126" cy="1379265"/>
            </a:xfrm>
            <a:custGeom>
              <a:rect b="b" l="l" r="r" t="t"/>
              <a:pathLst>
                <a:path extrusionOk="0" h="3447" w="2457">
                  <a:moveTo>
                    <a:pt x="1802" y="44"/>
                  </a:moveTo>
                  <a:cubicBezTo>
                    <a:pt x="1889" y="44"/>
                    <a:pt x="1984" y="67"/>
                    <a:pt x="2078" y="122"/>
                  </a:cubicBezTo>
                  <a:cubicBezTo>
                    <a:pt x="2157" y="166"/>
                    <a:pt x="2212" y="217"/>
                    <a:pt x="2255" y="277"/>
                  </a:cubicBezTo>
                  <a:cubicBezTo>
                    <a:pt x="2319" y="364"/>
                    <a:pt x="2346" y="466"/>
                    <a:pt x="2366" y="580"/>
                  </a:cubicBezTo>
                  <a:cubicBezTo>
                    <a:pt x="2386" y="690"/>
                    <a:pt x="2393" y="808"/>
                    <a:pt x="2405" y="927"/>
                  </a:cubicBezTo>
                  <a:cubicBezTo>
                    <a:pt x="2413" y="983"/>
                    <a:pt x="2413" y="1037"/>
                    <a:pt x="2413" y="1092"/>
                  </a:cubicBezTo>
                  <a:cubicBezTo>
                    <a:pt x="2413" y="1199"/>
                    <a:pt x="2405" y="1305"/>
                    <a:pt x="2386" y="1412"/>
                  </a:cubicBezTo>
                  <a:cubicBezTo>
                    <a:pt x="2326" y="1798"/>
                    <a:pt x="2188" y="2189"/>
                    <a:pt x="1975" y="2520"/>
                  </a:cubicBezTo>
                  <a:cubicBezTo>
                    <a:pt x="1758" y="2855"/>
                    <a:pt x="1467" y="3132"/>
                    <a:pt x="1096" y="3293"/>
                  </a:cubicBezTo>
                  <a:cubicBezTo>
                    <a:pt x="950" y="3360"/>
                    <a:pt x="788" y="3403"/>
                    <a:pt x="630" y="3403"/>
                  </a:cubicBezTo>
                  <a:cubicBezTo>
                    <a:pt x="559" y="3403"/>
                    <a:pt x="493" y="3396"/>
                    <a:pt x="426" y="3376"/>
                  </a:cubicBezTo>
                  <a:cubicBezTo>
                    <a:pt x="323" y="3348"/>
                    <a:pt x="224" y="3281"/>
                    <a:pt x="153" y="3203"/>
                  </a:cubicBezTo>
                  <a:cubicBezTo>
                    <a:pt x="86" y="3119"/>
                    <a:pt x="44" y="3021"/>
                    <a:pt x="44" y="2919"/>
                  </a:cubicBezTo>
                  <a:lnTo>
                    <a:pt x="44" y="2887"/>
                  </a:lnTo>
                  <a:cubicBezTo>
                    <a:pt x="51" y="2804"/>
                    <a:pt x="82" y="2725"/>
                    <a:pt x="126" y="2650"/>
                  </a:cubicBezTo>
                  <a:cubicBezTo>
                    <a:pt x="173" y="2579"/>
                    <a:pt x="228" y="2508"/>
                    <a:pt x="280" y="2433"/>
                  </a:cubicBezTo>
                  <a:cubicBezTo>
                    <a:pt x="619" y="1968"/>
                    <a:pt x="801" y="1412"/>
                    <a:pt x="978" y="868"/>
                  </a:cubicBezTo>
                  <a:cubicBezTo>
                    <a:pt x="1033" y="695"/>
                    <a:pt x="1143" y="489"/>
                    <a:pt x="1285" y="324"/>
                  </a:cubicBezTo>
                  <a:cubicBezTo>
                    <a:pt x="1356" y="245"/>
                    <a:pt x="1440" y="174"/>
                    <a:pt x="1526" y="122"/>
                  </a:cubicBezTo>
                  <a:cubicBezTo>
                    <a:pt x="1613" y="75"/>
                    <a:pt x="1704" y="44"/>
                    <a:pt x="1802" y="44"/>
                  </a:cubicBezTo>
                  <a:close/>
                  <a:moveTo>
                    <a:pt x="1802" y="0"/>
                  </a:moveTo>
                  <a:cubicBezTo>
                    <a:pt x="1695" y="0"/>
                    <a:pt x="1597" y="32"/>
                    <a:pt x="1502" y="87"/>
                  </a:cubicBezTo>
                  <a:cubicBezTo>
                    <a:pt x="1364" y="166"/>
                    <a:pt x="1246" y="288"/>
                    <a:pt x="1147" y="430"/>
                  </a:cubicBezTo>
                  <a:cubicBezTo>
                    <a:pt x="1052" y="568"/>
                    <a:pt x="978" y="722"/>
                    <a:pt x="934" y="856"/>
                  </a:cubicBezTo>
                  <a:cubicBezTo>
                    <a:pt x="757" y="1400"/>
                    <a:pt x="579" y="1953"/>
                    <a:pt x="244" y="2410"/>
                  </a:cubicBezTo>
                  <a:cubicBezTo>
                    <a:pt x="193" y="2481"/>
                    <a:pt x="138" y="2552"/>
                    <a:pt x="91" y="2630"/>
                  </a:cubicBezTo>
                  <a:cubicBezTo>
                    <a:pt x="44" y="2706"/>
                    <a:pt x="8" y="2788"/>
                    <a:pt x="0" y="2883"/>
                  </a:cubicBezTo>
                  <a:lnTo>
                    <a:pt x="0" y="2919"/>
                  </a:lnTo>
                  <a:cubicBezTo>
                    <a:pt x="0" y="3032"/>
                    <a:pt x="47" y="3139"/>
                    <a:pt x="122" y="3230"/>
                  </a:cubicBezTo>
                  <a:cubicBezTo>
                    <a:pt x="197" y="3316"/>
                    <a:pt x="304" y="3387"/>
                    <a:pt x="414" y="3419"/>
                  </a:cubicBezTo>
                  <a:cubicBezTo>
                    <a:pt x="485" y="3439"/>
                    <a:pt x="556" y="3447"/>
                    <a:pt x="630" y="3447"/>
                  </a:cubicBezTo>
                  <a:cubicBezTo>
                    <a:pt x="796" y="3447"/>
                    <a:pt x="962" y="3399"/>
                    <a:pt x="1116" y="3332"/>
                  </a:cubicBezTo>
                  <a:cubicBezTo>
                    <a:pt x="1494" y="3167"/>
                    <a:pt x="1794" y="2883"/>
                    <a:pt x="2011" y="2544"/>
                  </a:cubicBezTo>
                  <a:cubicBezTo>
                    <a:pt x="2228" y="2209"/>
                    <a:pt x="2370" y="1814"/>
                    <a:pt x="2428" y="1420"/>
                  </a:cubicBezTo>
                  <a:cubicBezTo>
                    <a:pt x="2448" y="1310"/>
                    <a:pt x="2457" y="1203"/>
                    <a:pt x="2457" y="1092"/>
                  </a:cubicBezTo>
                  <a:cubicBezTo>
                    <a:pt x="2457" y="1034"/>
                    <a:pt x="2457" y="979"/>
                    <a:pt x="2448" y="923"/>
                  </a:cubicBezTo>
                  <a:cubicBezTo>
                    <a:pt x="2433" y="766"/>
                    <a:pt x="2425" y="604"/>
                    <a:pt x="2386" y="458"/>
                  </a:cubicBezTo>
                  <a:cubicBezTo>
                    <a:pt x="2366" y="387"/>
                    <a:pt x="2334" y="316"/>
                    <a:pt x="2291" y="253"/>
                  </a:cubicBezTo>
                  <a:cubicBezTo>
                    <a:pt x="2244" y="189"/>
                    <a:pt x="2184" y="131"/>
                    <a:pt x="2102" y="87"/>
                  </a:cubicBezTo>
                  <a:cubicBezTo>
                    <a:pt x="1999" y="28"/>
                    <a:pt x="1897" y="0"/>
                    <a:pt x="180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8" name="Google Shape;1138;p35"/>
            <p:cNvSpPr/>
            <p:nvPr/>
          </p:nvSpPr>
          <p:spPr>
            <a:xfrm>
              <a:off x="6136071" y="5280620"/>
              <a:ext cx="691429" cy="907106"/>
            </a:xfrm>
            <a:custGeom>
              <a:rect b="b" l="l" r="r" t="t"/>
              <a:pathLst>
                <a:path extrusionOk="0" h="2267" w="1728">
                  <a:moveTo>
                    <a:pt x="360" y="0"/>
                  </a:moveTo>
                  <a:cubicBezTo>
                    <a:pt x="332" y="0"/>
                    <a:pt x="301" y="0"/>
                    <a:pt x="277" y="20"/>
                  </a:cubicBezTo>
                  <a:cubicBezTo>
                    <a:pt x="250" y="40"/>
                    <a:pt x="246" y="76"/>
                    <a:pt x="237" y="111"/>
                  </a:cubicBezTo>
                  <a:lnTo>
                    <a:pt x="1" y="2095"/>
                  </a:lnTo>
                  <a:cubicBezTo>
                    <a:pt x="140" y="2164"/>
                    <a:pt x="1461" y="2266"/>
                    <a:pt x="1666" y="2266"/>
                  </a:cubicBezTo>
                  <a:cubicBezTo>
                    <a:pt x="1684" y="2266"/>
                    <a:pt x="1693" y="2266"/>
                    <a:pt x="1693" y="2264"/>
                  </a:cubicBezTo>
                  <a:cubicBezTo>
                    <a:pt x="1704" y="2134"/>
                    <a:pt x="1713" y="2008"/>
                    <a:pt x="1720" y="1878"/>
                  </a:cubicBezTo>
                  <a:cubicBezTo>
                    <a:pt x="1728" y="1618"/>
                    <a:pt x="1728" y="1349"/>
                    <a:pt x="1661" y="1093"/>
                  </a:cubicBezTo>
                  <a:cubicBezTo>
                    <a:pt x="1582" y="790"/>
                    <a:pt x="1500" y="446"/>
                    <a:pt x="1224" y="265"/>
                  </a:cubicBezTo>
                  <a:cubicBezTo>
                    <a:pt x="971" y="100"/>
                    <a:pt x="667" y="5"/>
                    <a:pt x="36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9" name="Google Shape;1139;p35"/>
            <p:cNvSpPr/>
            <p:nvPr/>
          </p:nvSpPr>
          <p:spPr>
            <a:xfrm>
              <a:off x="6126868" y="5271016"/>
              <a:ext cx="707434" cy="925112"/>
            </a:xfrm>
            <a:custGeom>
              <a:rect b="b" l="l" r="r" t="t"/>
              <a:pathLst>
                <a:path extrusionOk="0" h="2312" w="1768">
                  <a:moveTo>
                    <a:pt x="1696" y="2284"/>
                  </a:moveTo>
                  <a:lnTo>
                    <a:pt x="1696" y="2284"/>
                  </a:lnTo>
                  <a:lnTo>
                    <a:pt x="1696" y="2284"/>
                  </a:lnTo>
                  <a:cubicBezTo>
                    <a:pt x="1696" y="2285"/>
                    <a:pt x="1696" y="2287"/>
                    <a:pt x="1696" y="2288"/>
                  </a:cubicBezTo>
                  <a:lnTo>
                    <a:pt x="1696" y="2284"/>
                  </a:lnTo>
                  <a:close/>
                  <a:moveTo>
                    <a:pt x="375" y="1"/>
                  </a:moveTo>
                  <a:cubicBezTo>
                    <a:pt x="364" y="1"/>
                    <a:pt x="348" y="1"/>
                    <a:pt x="331" y="5"/>
                  </a:cubicBezTo>
                  <a:cubicBezTo>
                    <a:pt x="316" y="9"/>
                    <a:pt x="300" y="17"/>
                    <a:pt x="288" y="24"/>
                  </a:cubicBezTo>
                  <a:cubicBezTo>
                    <a:pt x="269" y="40"/>
                    <a:pt x="260" y="56"/>
                    <a:pt x="253" y="76"/>
                  </a:cubicBezTo>
                  <a:cubicBezTo>
                    <a:pt x="245" y="95"/>
                    <a:pt x="245" y="115"/>
                    <a:pt x="241" y="131"/>
                  </a:cubicBezTo>
                  <a:cubicBezTo>
                    <a:pt x="237" y="143"/>
                    <a:pt x="249" y="155"/>
                    <a:pt x="260" y="155"/>
                  </a:cubicBezTo>
                  <a:cubicBezTo>
                    <a:pt x="263" y="156"/>
                    <a:pt x="265" y="156"/>
                    <a:pt x="266" y="156"/>
                  </a:cubicBezTo>
                  <a:cubicBezTo>
                    <a:pt x="275" y="156"/>
                    <a:pt x="281" y="148"/>
                    <a:pt x="284" y="135"/>
                  </a:cubicBezTo>
                  <a:cubicBezTo>
                    <a:pt x="284" y="119"/>
                    <a:pt x="288" y="104"/>
                    <a:pt x="293" y="92"/>
                  </a:cubicBezTo>
                  <a:cubicBezTo>
                    <a:pt x="300" y="76"/>
                    <a:pt x="304" y="68"/>
                    <a:pt x="312" y="60"/>
                  </a:cubicBezTo>
                  <a:cubicBezTo>
                    <a:pt x="320" y="56"/>
                    <a:pt x="328" y="53"/>
                    <a:pt x="340" y="48"/>
                  </a:cubicBezTo>
                  <a:cubicBezTo>
                    <a:pt x="351" y="48"/>
                    <a:pt x="364" y="44"/>
                    <a:pt x="375" y="44"/>
                  </a:cubicBezTo>
                  <a:lnTo>
                    <a:pt x="383" y="44"/>
                  </a:lnTo>
                  <a:cubicBezTo>
                    <a:pt x="683" y="48"/>
                    <a:pt x="983" y="143"/>
                    <a:pt x="1234" y="308"/>
                  </a:cubicBezTo>
                  <a:cubicBezTo>
                    <a:pt x="1369" y="395"/>
                    <a:pt x="1456" y="521"/>
                    <a:pt x="1518" y="663"/>
                  </a:cubicBezTo>
                  <a:cubicBezTo>
                    <a:pt x="1585" y="810"/>
                    <a:pt x="1625" y="971"/>
                    <a:pt x="1665" y="1121"/>
                  </a:cubicBezTo>
                  <a:cubicBezTo>
                    <a:pt x="1712" y="1307"/>
                    <a:pt x="1724" y="1500"/>
                    <a:pt x="1724" y="1693"/>
                  </a:cubicBezTo>
                  <a:cubicBezTo>
                    <a:pt x="1724" y="1764"/>
                    <a:pt x="1724" y="1831"/>
                    <a:pt x="1720" y="1902"/>
                  </a:cubicBezTo>
                  <a:cubicBezTo>
                    <a:pt x="1716" y="2021"/>
                    <a:pt x="1708" y="2145"/>
                    <a:pt x="1698" y="2268"/>
                  </a:cubicBezTo>
                  <a:lnTo>
                    <a:pt x="1688" y="2268"/>
                  </a:lnTo>
                  <a:cubicBezTo>
                    <a:pt x="1636" y="2268"/>
                    <a:pt x="1514" y="2261"/>
                    <a:pt x="1361" y="2253"/>
                  </a:cubicBezTo>
                  <a:cubicBezTo>
                    <a:pt x="1128" y="2237"/>
                    <a:pt x="821" y="2209"/>
                    <a:pt x="557" y="2182"/>
                  </a:cubicBezTo>
                  <a:cubicBezTo>
                    <a:pt x="426" y="2170"/>
                    <a:pt x="308" y="2154"/>
                    <a:pt x="213" y="2138"/>
                  </a:cubicBezTo>
                  <a:cubicBezTo>
                    <a:pt x="166" y="2135"/>
                    <a:pt x="127" y="2126"/>
                    <a:pt x="95" y="2119"/>
                  </a:cubicBezTo>
                  <a:cubicBezTo>
                    <a:pt x="80" y="2115"/>
                    <a:pt x="67" y="2111"/>
                    <a:pt x="56" y="2111"/>
                  </a:cubicBezTo>
                  <a:cubicBezTo>
                    <a:pt x="48" y="2106"/>
                    <a:pt x="36" y="2102"/>
                    <a:pt x="32" y="2102"/>
                  </a:cubicBezTo>
                  <a:cubicBezTo>
                    <a:pt x="29" y="2100"/>
                    <a:pt x="26" y="2099"/>
                    <a:pt x="22" y="2099"/>
                  </a:cubicBezTo>
                  <a:cubicBezTo>
                    <a:pt x="15" y="2099"/>
                    <a:pt x="7" y="2103"/>
                    <a:pt x="4" y="2111"/>
                  </a:cubicBezTo>
                  <a:cubicBezTo>
                    <a:pt x="0" y="2122"/>
                    <a:pt x="4" y="2135"/>
                    <a:pt x="13" y="2138"/>
                  </a:cubicBezTo>
                  <a:cubicBezTo>
                    <a:pt x="24" y="2146"/>
                    <a:pt x="40" y="2150"/>
                    <a:pt x="56" y="2154"/>
                  </a:cubicBezTo>
                  <a:cubicBezTo>
                    <a:pt x="91" y="2162"/>
                    <a:pt x="138" y="2173"/>
                    <a:pt x="193" y="2182"/>
                  </a:cubicBezTo>
                  <a:cubicBezTo>
                    <a:pt x="399" y="2213"/>
                    <a:pt x="726" y="2244"/>
                    <a:pt x="1026" y="2268"/>
                  </a:cubicBezTo>
                  <a:cubicBezTo>
                    <a:pt x="1179" y="2284"/>
                    <a:pt x="1321" y="2292"/>
                    <a:pt x="1436" y="2300"/>
                  </a:cubicBezTo>
                  <a:cubicBezTo>
                    <a:pt x="1554" y="2308"/>
                    <a:pt x="1645" y="2312"/>
                    <a:pt x="1688" y="2312"/>
                  </a:cubicBezTo>
                  <a:lnTo>
                    <a:pt x="1720" y="2312"/>
                  </a:lnTo>
                  <a:cubicBezTo>
                    <a:pt x="1724" y="2312"/>
                    <a:pt x="1724" y="2308"/>
                    <a:pt x="1727" y="2308"/>
                  </a:cubicBezTo>
                  <a:lnTo>
                    <a:pt x="1731" y="2304"/>
                  </a:lnTo>
                  <a:cubicBezTo>
                    <a:pt x="1736" y="2300"/>
                    <a:pt x="1740" y="2296"/>
                    <a:pt x="1740" y="2288"/>
                  </a:cubicBezTo>
                  <a:cubicBezTo>
                    <a:pt x="1751" y="2162"/>
                    <a:pt x="1759" y="2032"/>
                    <a:pt x="1763" y="1902"/>
                  </a:cubicBezTo>
                  <a:cubicBezTo>
                    <a:pt x="1767" y="1835"/>
                    <a:pt x="1767" y="1764"/>
                    <a:pt x="1767" y="1693"/>
                  </a:cubicBezTo>
                  <a:cubicBezTo>
                    <a:pt x="1767" y="1496"/>
                    <a:pt x="1755" y="1302"/>
                    <a:pt x="1704" y="1113"/>
                  </a:cubicBezTo>
                  <a:cubicBezTo>
                    <a:pt x="1665" y="959"/>
                    <a:pt x="1625" y="797"/>
                    <a:pt x="1558" y="648"/>
                  </a:cubicBezTo>
                  <a:cubicBezTo>
                    <a:pt x="1494" y="497"/>
                    <a:pt x="1400" y="364"/>
                    <a:pt x="1258" y="273"/>
                  </a:cubicBezTo>
                  <a:cubicBezTo>
                    <a:pt x="1002" y="100"/>
                    <a:pt x="695" y="5"/>
                    <a:pt x="383"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0" name="Google Shape;1140;p35"/>
            <p:cNvSpPr/>
            <p:nvPr/>
          </p:nvSpPr>
          <p:spPr>
            <a:xfrm>
              <a:off x="4183032" y="7057202"/>
              <a:ext cx="1448880" cy="71624"/>
            </a:xfrm>
            <a:custGeom>
              <a:rect b="b" l="l" r="r" t="t"/>
              <a:pathLst>
                <a:path extrusionOk="0" h="179" w="3621">
                  <a:moveTo>
                    <a:pt x="1" y="1"/>
                  </a:moveTo>
                  <a:lnTo>
                    <a:pt x="36" y="79"/>
                  </a:lnTo>
                  <a:cubicBezTo>
                    <a:pt x="64" y="135"/>
                    <a:pt x="119" y="170"/>
                    <a:pt x="182" y="170"/>
                  </a:cubicBezTo>
                  <a:lnTo>
                    <a:pt x="3620" y="178"/>
                  </a:lnTo>
                  <a:lnTo>
                    <a:pt x="3620" y="1"/>
                  </a:lnTo>
                  <a:close/>
                </a:path>
              </a:pathLst>
            </a:custGeom>
            <a:solidFill>
              <a:schemeClr val="accent5"/>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1" name="Google Shape;1141;p35"/>
            <p:cNvSpPr/>
            <p:nvPr/>
          </p:nvSpPr>
          <p:spPr>
            <a:xfrm>
              <a:off x="4173429" y="7047598"/>
              <a:ext cx="1468086" cy="90831"/>
            </a:xfrm>
            <a:custGeom>
              <a:rect b="b" l="l" r="r" t="t"/>
              <a:pathLst>
                <a:path extrusionOk="0" h="227" w="3669">
                  <a:moveTo>
                    <a:pt x="3625" y="48"/>
                  </a:moveTo>
                  <a:lnTo>
                    <a:pt x="3625" y="183"/>
                  </a:lnTo>
                  <a:lnTo>
                    <a:pt x="3625" y="183"/>
                  </a:lnTo>
                  <a:lnTo>
                    <a:pt x="206" y="174"/>
                  </a:lnTo>
                  <a:cubicBezTo>
                    <a:pt x="150" y="174"/>
                    <a:pt x="103" y="143"/>
                    <a:pt x="80" y="96"/>
                  </a:cubicBezTo>
                  <a:lnTo>
                    <a:pt x="56" y="48"/>
                  </a:lnTo>
                  <a:close/>
                  <a:moveTo>
                    <a:pt x="25" y="1"/>
                  </a:moveTo>
                  <a:cubicBezTo>
                    <a:pt x="17" y="1"/>
                    <a:pt x="9" y="5"/>
                    <a:pt x="5" y="13"/>
                  </a:cubicBezTo>
                  <a:cubicBezTo>
                    <a:pt x="1" y="21"/>
                    <a:pt x="1" y="28"/>
                    <a:pt x="5" y="32"/>
                  </a:cubicBezTo>
                  <a:lnTo>
                    <a:pt x="41" y="112"/>
                  </a:lnTo>
                  <a:cubicBezTo>
                    <a:pt x="72" y="174"/>
                    <a:pt x="135" y="218"/>
                    <a:pt x="206" y="218"/>
                  </a:cubicBezTo>
                  <a:lnTo>
                    <a:pt x="3644" y="226"/>
                  </a:lnTo>
                  <a:cubicBezTo>
                    <a:pt x="3652" y="226"/>
                    <a:pt x="3656" y="221"/>
                    <a:pt x="3660" y="218"/>
                  </a:cubicBezTo>
                  <a:cubicBezTo>
                    <a:pt x="3664" y="214"/>
                    <a:pt x="3668" y="210"/>
                    <a:pt x="3668" y="202"/>
                  </a:cubicBezTo>
                  <a:lnTo>
                    <a:pt x="3668" y="25"/>
                  </a:lnTo>
                  <a:cubicBezTo>
                    <a:pt x="3668" y="21"/>
                    <a:pt x="3664" y="13"/>
                    <a:pt x="3660" y="8"/>
                  </a:cubicBezTo>
                  <a:cubicBezTo>
                    <a:pt x="3656" y="5"/>
                    <a:pt x="3652" y="1"/>
                    <a:pt x="364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2" name="Google Shape;1142;p35"/>
            <p:cNvSpPr/>
            <p:nvPr/>
          </p:nvSpPr>
          <p:spPr>
            <a:xfrm>
              <a:off x="5042913" y="6621459"/>
              <a:ext cx="1133175" cy="484163"/>
            </a:xfrm>
            <a:custGeom>
              <a:rect b="b" l="l" r="r" t="t"/>
              <a:pathLst>
                <a:path extrusionOk="0" h="1210" w="2832">
                  <a:moveTo>
                    <a:pt x="2114" y="0"/>
                  </a:moveTo>
                  <a:cubicBezTo>
                    <a:pt x="2016" y="0"/>
                    <a:pt x="1917" y="10"/>
                    <a:pt x="1822" y="25"/>
                  </a:cubicBezTo>
                  <a:cubicBezTo>
                    <a:pt x="1377" y="100"/>
                    <a:pt x="651" y="281"/>
                    <a:pt x="359" y="660"/>
                  </a:cubicBezTo>
                  <a:cubicBezTo>
                    <a:pt x="1" y="1126"/>
                    <a:pt x="1069" y="1197"/>
                    <a:pt x="1341" y="1208"/>
                  </a:cubicBezTo>
                  <a:cubicBezTo>
                    <a:pt x="1370" y="1209"/>
                    <a:pt x="1399" y="1210"/>
                    <a:pt x="1429" y="1210"/>
                  </a:cubicBezTo>
                  <a:cubicBezTo>
                    <a:pt x="1884" y="1210"/>
                    <a:pt x="2351" y="1064"/>
                    <a:pt x="2658" y="731"/>
                  </a:cubicBezTo>
                  <a:cubicBezTo>
                    <a:pt x="2749" y="632"/>
                    <a:pt x="2831" y="502"/>
                    <a:pt x="2804" y="372"/>
                  </a:cubicBezTo>
                  <a:cubicBezTo>
                    <a:pt x="2789" y="301"/>
                    <a:pt x="2741" y="238"/>
                    <a:pt x="2689" y="187"/>
                  </a:cubicBezTo>
                  <a:cubicBezTo>
                    <a:pt x="2536" y="46"/>
                    <a:pt x="2327" y="0"/>
                    <a:pt x="2114" y="0"/>
                  </a:cubicBezTo>
                  <a:close/>
                </a:path>
              </a:pathLst>
            </a:custGeom>
            <a:solidFill>
              <a:schemeClr val="accent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3" name="Google Shape;1143;p35"/>
            <p:cNvSpPr/>
            <p:nvPr/>
          </p:nvSpPr>
          <p:spPr>
            <a:xfrm>
              <a:off x="5148548" y="6612256"/>
              <a:ext cx="1027540" cy="502169"/>
            </a:xfrm>
            <a:custGeom>
              <a:rect b="b" l="l" r="r" t="t"/>
              <a:pathLst>
                <a:path extrusionOk="0" h="1255" w="2568">
                  <a:moveTo>
                    <a:pt x="1854" y="44"/>
                  </a:moveTo>
                  <a:cubicBezTo>
                    <a:pt x="1957" y="44"/>
                    <a:pt x="2059" y="56"/>
                    <a:pt x="2154" y="84"/>
                  </a:cubicBezTo>
                  <a:cubicBezTo>
                    <a:pt x="2248" y="115"/>
                    <a:pt x="2335" y="159"/>
                    <a:pt x="2410" y="226"/>
                  </a:cubicBezTo>
                  <a:cubicBezTo>
                    <a:pt x="2461" y="273"/>
                    <a:pt x="2505" y="332"/>
                    <a:pt x="2516" y="399"/>
                  </a:cubicBezTo>
                  <a:cubicBezTo>
                    <a:pt x="2520" y="415"/>
                    <a:pt x="2520" y="430"/>
                    <a:pt x="2520" y="446"/>
                  </a:cubicBezTo>
                  <a:cubicBezTo>
                    <a:pt x="2520" y="501"/>
                    <a:pt x="2505" y="552"/>
                    <a:pt x="2481" y="604"/>
                  </a:cubicBezTo>
                  <a:cubicBezTo>
                    <a:pt x="2454" y="652"/>
                    <a:pt x="2418" y="699"/>
                    <a:pt x="2378" y="742"/>
                  </a:cubicBezTo>
                  <a:cubicBezTo>
                    <a:pt x="2225" y="903"/>
                    <a:pt x="2035" y="1022"/>
                    <a:pt x="1826" y="1096"/>
                  </a:cubicBezTo>
                  <a:cubicBezTo>
                    <a:pt x="1617" y="1176"/>
                    <a:pt x="1389" y="1211"/>
                    <a:pt x="1164" y="1211"/>
                  </a:cubicBezTo>
                  <a:cubicBezTo>
                    <a:pt x="1133" y="1211"/>
                    <a:pt x="1105" y="1211"/>
                    <a:pt x="1077" y="1207"/>
                  </a:cubicBezTo>
                  <a:cubicBezTo>
                    <a:pt x="963" y="1203"/>
                    <a:pt x="698" y="1187"/>
                    <a:pt x="466" y="1136"/>
                  </a:cubicBezTo>
                  <a:cubicBezTo>
                    <a:pt x="352" y="1109"/>
                    <a:pt x="241" y="1073"/>
                    <a:pt x="166" y="1026"/>
                  </a:cubicBezTo>
                  <a:cubicBezTo>
                    <a:pt x="127" y="1002"/>
                    <a:pt x="95" y="974"/>
                    <a:pt x="76" y="947"/>
                  </a:cubicBezTo>
                  <a:cubicBezTo>
                    <a:pt x="56" y="920"/>
                    <a:pt x="44" y="892"/>
                    <a:pt x="44" y="856"/>
                  </a:cubicBezTo>
                  <a:cubicBezTo>
                    <a:pt x="44" y="813"/>
                    <a:pt x="64" y="758"/>
                    <a:pt x="112" y="694"/>
                  </a:cubicBezTo>
                  <a:cubicBezTo>
                    <a:pt x="183" y="604"/>
                    <a:pt x="281" y="521"/>
                    <a:pt x="395" y="450"/>
                  </a:cubicBezTo>
                  <a:cubicBezTo>
                    <a:pt x="738" y="241"/>
                    <a:pt x="1227" y="123"/>
                    <a:pt x="1558" y="72"/>
                  </a:cubicBezTo>
                  <a:cubicBezTo>
                    <a:pt x="1657" y="56"/>
                    <a:pt x="1755" y="44"/>
                    <a:pt x="1854" y="44"/>
                  </a:cubicBezTo>
                  <a:close/>
                  <a:moveTo>
                    <a:pt x="1854" y="1"/>
                  </a:moveTo>
                  <a:cubicBezTo>
                    <a:pt x="1752" y="1"/>
                    <a:pt x="1649" y="13"/>
                    <a:pt x="1555" y="28"/>
                  </a:cubicBezTo>
                  <a:cubicBezTo>
                    <a:pt x="1329" y="64"/>
                    <a:pt x="1034" y="126"/>
                    <a:pt x="762" y="230"/>
                  </a:cubicBezTo>
                  <a:cubicBezTo>
                    <a:pt x="624" y="281"/>
                    <a:pt x="490" y="344"/>
                    <a:pt x="372" y="415"/>
                  </a:cubicBezTo>
                  <a:cubicBezTo>
                    <a:pt x="253" y="486"/>
                    <a:pt x="154" y="572"/>
                    <a:pt x="76" y="667"/>
                  </a:cubicBezTo>
                  <a:cubicBezTo>
                    <a:pt x="24" y="738"/>
                    <a:pt x="1" y="797"/>
                    <a:pt x="1" y="856"/>
                  </a:cubicBezTo>
                  <a:cubicBezTo>
                    <a:pt x="1" y="900"/>
                    <a:pt x="17" y="939"/>
                    <a:pt x="41" y="974"/>
                  </a:cubicBezTo>
                  <a:cubicBezTo>
                    <a:pt x="83" y="1034"/>
                    <a:pt x="159" y="1078"/>
                    <a:pt x="249" y="1113"/>
                  </a:cubicBezTo>
                  <a:cubicBezTo>
                    <a:pt x="383" y="1167"/>
                    <a:pt x="549" y="1200"/>
                    <a:pt x="703" y="1220"/>
                  </a:cubicBezTo>
                  <a:cubicBezTo>
                    <a:pt x="856" y="1238"/>
                    <a:pt x="998" y="1247"/>
                    <a:pt x="1073" y="1251"/>
                  </a:cubicBezTo>
                  <a:cubicBezTo>
                    <a:pt x="1105" y="1255"/>
                    <a:pt x="1133" y="1255"/>
                    <a:pt x="1164" y="1255"/>
                  </a:cubicBezTo>
                  <a:cubicBezTo>
                    <a:pt x="1393" y="1255"/>
                    <a:pt x="1626" y="1215"/>
                    <a:pt x="1842" y="1140"/>
                  </a:cubicBezTo>
                  <a:cubicBezTo>
                    <a:pt x="2055" y="1061"/>
                    <a:pt x="2252" y="939"/>
                    <a:pt x="2410" y="770"/>
                  </a:cubicBezTo>
                  <a:cubicBezTo>
                    <a:pt x="2449" y="726"/>
                    <a:pt x="2489" y="675"/>
                    <a:pt x="2516" y="623"/>
                  </a:cubicBezTo>
                  <a:cubicBezTo>
                    <a:pt x="2548" y="568"/>
                    <a:pt x="2567" y="510"/>
                    <a:pt x="2567" y="446"/>
                  </a:cubicBezTo>
                  <a:cubicBezTo>
                    <a:pt x="2567" y="430"/>
                    <a:pt x="2564" y="410"/>
                    <a:pt x="2560" y="391"/>
                  </a:cubicBezTo>
                  <a:cubicBezTo>
                    <a:pt x="2544" y="312"/>
                    <a:pt x="2496" y="245"/>
                    <a:pt x="2438" y="194"/>
                  </a:cubicBezTo>
                  <a:cubicBezTo>
                    <a:pt x="2359" y="123"/>
                    <a:pt x="2268" y="72"/>
                    <a:pt x="2165" y="44"/>
                  </a:cubicBezTo>
                  <a:cubicBezTo>
                    <a:pt x="2067" y="13"/>
                    <a:pt x="1961" y="1"/>
                    <a:pt x="185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4" name="Google Shape;1144;p35"/>
            <p:cNvSpPr/>
            <p:nvPr/>
          </p:nvSpPr>
          <p:spPr>
            <a:xfrm>
              <a:off x="3856126" y="6317359"/>
              <a:ext cx="1625738" cy="740250"/>
            </a:xfrm>
            <a:custGeom>
              <a:rect b="b" l="l" r="r" t="t"/>
              <a:pathLst>
                <a:path extrusionOk="0" h="1850" w="4063">
                  <a:moveTo>
                    <a:pt x="167" y="0"/>
                  </a:moveTo>
                  <a:cubicBezTo>
                    <a:pt x="68" y="0"/>
                    <a:pt x="1" y="103"/>
                    <a:pt x="44" y="197"/>
                  </a:cubicBezTo>
                  <a:lnTo>
                    <a:pt x="818" y="1850"/>
                  </a:lnTo>
                  <a:lnTo>
                    <a:pt x="4063" y="1850"/>
                  </a:lnTo>
                  <a:lnTo>
                    <a:pt x="3235" y="79"/>
                  </a:lnTo>
                  <a:cubicBezTo>
                    <a:pt x="3211" y="32"/>
                    <a:pt x="3164" y="0"/>
                    <a:pt x="3109" y="0"/>
                  </a:cubicBezTo>
                  <a:close/>
                </a:path>
              </a:pathLst>
            </a:custGeom>
            <a:solidFill>
              <a:schemeClr val="accent5"/>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5" name="Google Shape;1145;p35"/>
            <p:cNvSpPr/>
            <p:nvPr/>
          </p:nvSpPr>
          <p:spPr>
            <a:xfrm>
              <a:off x="3859727" y="6307756"/>
              <a:ext cx="1631740" cy="759456"/>
            </a:xfrm>
            <a:custGeom>
              <a:rect b="b" l="l" r="r" t="t"/>
              <a:pathLst>
                <a:path extrusionOk="0" h="1898" w="4078">
                  <a:moveTo>
                    <a:pt x="3100" y="44"/>
                  </a:moveTo>
                  <a:cubicBezTo>
                    <a:pt x="3143" y="44"/>
                    <a:pt x="3186" y="72"/>
                    <a:pt x="3206" y="111"/>
                  </a:cubicBezTo>
                  <a:lnTo>
                    <a:pt x="4019" y="1850"/>
                  </a:lnTo>
                  <a:lnTo>
                    <a:pt x="821" y="1850"/>
                  </a:lnTo>
                  <a:lnTo>
                    <a:pt x="55" y="210"/>
                  </a:lnTo>
                  <a:cubicBezTo>
                    <a:pt x="48" y="194"/>
                    <a:pt x="44" y="178"/>
                    <a:pt x="44" y="163"/>
                  </a:cubicBezTo>
                  <a:cubicBezTo>
                    <a:pt x="44" y="130"/>
                    <a:pt x="55" y="103"/>
                    <a:pt x="75" y="79"/>
                  </a:cubicBezTo>
                  <a:cubicBezTo>
                    <a:pt x="95" y="59"/>
                    <a:pt x="126" y="44"/>
                    <a:pt x="158" y="44"/>
                  </a:cubicBezTo>
                  <a:close/>
                  <a:moveTo>
                    <a:pt x="158" y="1"/>
                  </a:moveTo>
                  <a:cubicBezTo>
                    <a:pt x="115" y="1"/>
                    <a:pt x="71" y="21"/>
                    <a:pt x="44" y="52"/>
                  </a:cubicBezTo>
                  <a:cubicBezTo>
                    <a:pt x="16" y="79"/>
                    <a:pt x="0" y="119"/>
                    <a:pt x="0" y="163"/>
                  </a:cubicBezTo>
                  <a:cubicBezTo>
                    <a:pt x="0" y="186"/>
                    <a:pt x="4" y="206"/>
                    <a:pt x="16" y="230"/>
                  </a:cubicBezTo>
                  <a:lnTo>
                    <a:pt x="789" y="1881"/>
                  </a:lnTo>
                  <a:cubicBezTo>
                    <a:pt x="793" y="1890"/>
                    <a:pt x="801" y="1897"/>
                    <a:pt x="809" y="1897"/>
                  </a:cubicBezTo>
                  <a:lnTo>
                    <a:pt x="4054" y="1897"/>
                  </a:lnTo>
                  <a:cubicBezTo>
                    <a:pt x="4061" y="1897"/>
                    <a:pt x="4066" y="1893"/>
                    <a:pt x="4070" y="1886"/>
                  </a:cubicBezTo>
                  <a:cubicBezTo>
                    <a:pt x="4074" y="1877"/>
                    <a:pt x="4077" y="1870"/>
                    <a:pt x="4074" y="1866"/>
                  </a:cubicBezTo>
                  <a:lnTo>
                    <a:pt x="3245" y="95"/>
                  </a:lnTo>
                  <a:cubicBezTo>
                    <a:pt x="3218" y="36"/>
                    <a:pt x="3162" y="1"/>
                    <a:pt x="3100"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6" name="Google Shape;1146;p35"/>
            <p:cNvSpPr/>
            <p:nvPr/>
          </p:nvSpPr>
          <p:spPr>
            <a:xfrm>
              <a:off x="4366683" y="6533430"/>
              <a:ext cx="2218735" cy="1406475"/>
            </a:xfrm>
            <a:custGeom>
              <a:rect b="b" l="l" r="r" t="t"/>
              <a:pathLst>
                <a:path extrusionOk="0" h="3515" w="5545">
                  <a:moveTo>
                    <a:pt x="4222" y="0"/>
                  </a:moveTo>
                  <a:cubicBezTo>
                    <a:pt x="4137" y="0"/>
                    <a:pt x="4052" y="13"/>
                    <a:pt x="3971" y="40"/>
                  </a:cubicBezTo>
                  <a:cubicBezTo>
                    <a:pt x="3809" y="95"/>
                    <a:pt x="3671" y="198"/>
                    <a:pt x="3537" y="300"/>
                  </a:cubicBezTo>
                  <a:cubicBezTo>
                    <a:pt x="3072" y="651"/>
                    <a:pt x="2654" y="1049"/>
                    <a:pt x="2185" y="1400"/>
                  </a:cubicBezTo>
                  <a:cubicBezTo>
                    <a:pt x="1909" y="1606"/>
                    <a:pt x="1496" y="1935"/>
                    <a:pt x="1113" y="1935"/>
                  </a:cubicBezTo>
                  <a:cubicBezTo>
                    <a:pt x="1069" y="1935"/>
                    <a:pt x="1025" y="1930"/>
                    <a:pt x="982" y="1921"/>
                  </a:cubicBezTo>
                  <a:cubicBezTo>
                    <a:pt x="905" y="1905"/>
                    <a:pt x="808" y="1894"/>
                    <a:pt x="707" y="1894"/>
                  </a:cubicBezTo>
                  <a:cubicBezTo>
                    <a:pt x="511" y="1894"/>
                    <a:pt x="300" y="1935"/>
                    <a:pt x="186" y="2063"/>
                  </a:cubicBezTo>
                  <a:cubicBezTo>
                    <a:pt x="0" y="2260"/>
                    <a:pt x="340" y="2560"/>
                    <a:pt x="434" y="2745"/>
                  </a:cubicBezTo>
                  <a:cubicBezTo>
                    <a:pt x="513" y="2891"/>
                    <a:pt x="580" y="3044"/>
                    <a:pt x="662" y="3186"/>
                  </a:cubicBezTo>
                  <a:cubicBezTo>
                    <a:pt x="726" y="3289"/>
                    <a:pt x="797" y="3384"/>
                    <a:pt x="892" y="3459"/>
                  </a:cubicBezTo>
                  <a:cubicBezTo>
                    <a:pt x="919" y="3482"/>
                    <a:pt x="946" y="3502"/>
                    <a:pt x="982" y="3510"/>
                  </a:cubicBezTo>
                  <a:cubicBezTo>
                    <a:pt x="997" y="3513"/>
                    <a:pt x="1012" y="3514"/>
                    <a:pt x="1027" y="3514"/>
                  </a:cubicBezTo>
                  <a:cubicBezTo>
                    <a:pt x="1048" y="3514"/>
                    <a:pt x="1068" y="3512"/>
                    <a:pt x="1088" y="3510"/>
                  </a:cubicBezTo>
                  <a:cubicBezTo>
                    <a:pt x="1361" y="3475"/>
                    <a:pt x="1632" y="3423"/>
                    <a:pt x="1901" y="3352"/>
                  </a:cubicBezTo>
                  <a:cubicBezTo>
                    <a:pt x="2133" y="3293"/>
                    <a:pt x="2362" y="3186"/>
                    <a:pt x="2599" y="3171"/>
                  </a:cubicBezTo>
                  <a:cubicBezTo>
                    <a:pt x="3127" y="3135"/>
                    <a:pt x="3647" y="2989"/>
                    <a:pt x="4168" y="2895"/>
                  </a:cubicBezTo>
                  <a:cubicBezTo>
                    <a:pt x="4369" y="2855"/>
                    <a:pt x="4570" y="2820"/>
                    <a:pt x="4759" y="2737"/>
                  </a:cubicBezTo>
                  <a:cubicBezTo>
                    <a:pt x="5048" y="2615"/>
                    <a:pt x="5288" y="2382"/>
                    <a:pt x="5426" y="2103"/>
                  </a:cubicBezTo>
                  <a:cubicBezTo>
                    <a:pt x="5545" y="1866"/>
                    <a:pt x="5501" y="1582"/>
                    <a:pt x="5438" y="1333"/>
                  </a:cubicBezTo>
                  <a:cubicBezTo>
                    <a:pt x="5355" y="998"/>
                    <a:pt x="5166" y="525"/>
                    <a:pt x="4913" y="285"/>
                  </a:cubicBezTo>
                  <a:cubicBezTo>
                    <a:pt x="4727" y="111"/>
                    <a:pt x="4473" y="0"/>
                    <a:pt x="4222" y="0"/>
                  </a:cubicBezTo>
                  <a:close/>
                </a:path>
              </a:pathLst>
            </a:cu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7" name="Google Shape;1147;p35"/>
            <p:cNvSpPr/>
            <p:nvPr/>
          </p:nvSpPr>
          <p:spPr>
            <a:xfrm>
              <a:off x="4400704" y="6525427"/>
              <a:ext cx="2166717" cy="1423680"/>
            </a:xfrm>
            <a:custGeom>
              <a:rect b="b" l="l" r="r" t="t"/>
              <a:pathLst>
                <a:path extrusionOk="0" h="3558" w="5415">
                  <a:moveTo>
                    <a:pt x="4114" y="44"/>
                  </a:moveTo>
                  <a:cubicBezTo>
                    <a:pt x="4358" y="44"/>
                    <a:pt x="4607" y="150"/>
                    <a:pt x="4787" y="320"/>
                  </a:cubicBezTo>
                  <a:cubicBezTo>
                    <a:pt x="4909" y="438"/>
                    <a:pt x="5020" y="616"/>
                    <a:pt x="5111" y="805"/>
                  </a:cubicBezTo>
                  <a:cubicBezTo>
                    <a:pt x="5198" y="991"/>
                    <a:pt x="5269" y="1191"/>
                    <a:pt x="5308" y="1357"/>
                  </a:cubicBezTo>
                  <a:cubicBezTo>
                    <a:pt x="5344" y="1495"/>
                    <a:pt x="5371" y="1637"/>
                    <a:pt x="5371" y="1775"/>
                  </a:cubicBezTo>
                  <a:cubicBezTo>
                    <a:pt x="5371" y="1894"/>
                    <a:pt x="5351" y="2008"/>
                    <a:pt x="5297" y="2114"/>
                  </a:cubicBezTo>
                  <a:cubicBezTo>
                    <a:pt x="5162" y="2390"/>
                    <a:pt x="4926" y="2615"/>
                    <a:pt x="4642" y="2738"/>
                  </a:cubicBezTo>
                  <a:cubicBezTo>
                    <a:pt x="4456" y="2816"/>
                    <a:pt x="4256" y="2856"/>
                    <a:pt x="4054" y="2891"/>
                  </a:cubicBezTo>
                  <a:cubicBezTo>
                    <a:pt x="3533" y="2986"/>
                    <a:pt x="3013" y="3131"/>
                    <a:pt x="2489" y="3167"/>
                  </a:cubicBezTo>
                  <a:cubicBezTo>
                    <a:pt x="2367" y="3175"/>
                    <a:pt x="2248" y="3206"/>
                    <a:pt x="2130" y="3246"/>
                  </a:cubicBezTo>
                  <a:cubicBezTo>
                    <a:pt x="2016" y="3282"/>
                    <a:pt x="1897" y="3321"/>
                    <a:pt x="1783" y="3353"/>
                  </a:cubicBezTo>
                  <a:cubicBezTo>
                    <a:pt x="1519" y="3419"/>
                    <a:pt x="1247" y="3475"/>
                    <a:pt x="975" y="3510"/>
                  </a:cubicBezTo>
                  <a:cubicBezTo>
                    <a:pt x="955" y="3510"/>
                    <a:pt x="935" y="3514"/>
                    <a:pt x="916" y="3514"/>
                  </a:cubicBezTo>
                  <a:cubicBezTo>
                    <a:pt x="904" y="3514"/>
                    <a:pt x="888" y="3514"/>
                    <a:pt x="876" y="3510"/>
                  </a:cubicBezTo>
                  <a:cubicBezTo>
                    <a:pt x="849" y="3502"/>
                    <a:pt x="821" y="3483"/>
                    <a:pt x="793" y="3463"/>
                  </a:cubicBezTo>
                  <a:cubicBezTo>
                    <a:pt x="703" y="3392"/>
                    <a:pt x="632" y="3297"/>
                    <a:pt x="572" y="3195"/>
                  </a:cubicBezTo>
                  <a:cubicBezTo>
                    <a:pt x="490" y="3057"/>
                    <a:pt x="423" y="2899"/>
                    <a:pt x="343" y="2753"/>
                  </a:cubicBezTo>
                  <a:cubicBezTo>
                    <a:pt x="324" y="2714"/>
                    <a:pt x="296" y="2674"/>
                    <a:pt x="265" y="2631"/>
                  </a:cubicBezTo>
                  <a:cubicBezTo>
                    <a:pt x="214" y="2564"/>
                    <a:pt x="159" y="2493"/>
                    <a:pt x="115" y="2422"/>
                  </a:cubicBezTo>
                  <a:cubicBezTo>
                    <a:pt x="72" y="2351"/>
                    <a:pt x="44" y="2280"/>
                    <a:pt x="44" y="2217"/>
                  </a:cubicBezTo>
                  <a:cubicBezTo>
                    <a:pt x="44" y="2174"/>
                    <a:pt x="56" y="2134"/>
                    <a:pt x="92" y="2099"/>
                  </a:cubicBezTo>
                  <a:cubicBezTo>
                    <a:pt x="143" y="2039"/>
                    <a:pt x="221" y="1996"/>
                    <a:pt x="308" y="1972"/>
                  </a:cubicBezTo>
                  <a:cubicBezTo>
                    <a:pt x="399" y="1945"/>
                    <a:pt x="498" y="1937"/>
                    <a:pt x="592" y="1937"/>
                  </a:cubicBezTo>
                  <a:cubicBezTo>
                    <a:pt x="694" y="1937"/>
                    <a:pt x="793" y="1948"/>
                    <a:pt x="869" y="1965"/>
                  </a:cubicBezTo>
                  <a:cubicBezTo>
                    <a:pt x="911" y="1972"/>
                    <a:pt x="958" y="1976"/>
                    <a:pt x="1002" y="1976"/>
                  </a:cubicBezTo>
                  <a:cubicBezTo>
                    <a:pt x="1200" y="1976"/>
                    <a:pt x="1404" y="1894"/>
                    <a:pt x="1590" y="1783"/>
                  </a:cubicBezTo>
                  <a:cubicBezTo>
                    <a:pt x="1775" y="1673"/>
                    <a:pt x="1948" y="1539"/>
                    <a:pt x="2087" y="1437"/>
                  </a:cubicBezTo>
                  <a:cubicBezTo>
                    <a:pt x="2556" y="1089"/>
                    <a:pt x="2974" y="687"/>
                    <a:pt x="3439" y="336"/>
                  </a:cubicBezTo>
                  <a:cubicBezTo>
                    <a:pt x="3573" y="234"/>
                    <a:pt x="3711" y="135"/>
                    <a:pt x="3868" y="83"/>
                  </a:cubicBezTo>
                  <a:cubicBezTo>
                    <a:pt x="3948" y="56"/>
                    <a:pt x="4030" y="44"/>
                    <a:pt x="4114" y="44"/>
                  </a:cubicBezTo>
                  <a:close/>
                  <a:moveTo>
                    <a:pt x="4114" y="1"/>
                  </a:moveTo>
                  <a:cubicBezTo>
                    <a:pt x="4027" y="1"/>
                    <a:pt x="3939" y="12"/>
                    <a:pt x="3857" y="41"/>
                  </a:cubicBezTo>
                  <a:cubicBezTo>
                    <a:pt x="3692" y="96"/>
                    <a:pt x="3550" y="202"/>
                    <a:pt x="3411" y="305"/>
                  </a:cubicBezTo>
                  <a:cubicBezTo>
                    <a:pt x="2946" y="656"/>
                    <a:pt x="2528" y="1053"/>
                    <a:pt x="2063" y="1401"/>
                  </a:cubicBezTo>
                  <a:cubicBezTo>
                    <a:pt x="1921" y="1507"/>
                    <a:pt x="1752" y="1637"/>
                    <a:pt x="1566" y="1748"/>
                  </a:cubicBezTo>
                  <a:cubicBezTo>
                    <a:pt x="1384" y="1854"/>
                    <a:pt x="1187" y="1933"/>
                    <a:pt x="1002" y="1933"/>
                  </a:cubicBezTo>
                  <a:cubicBezTo>
                    <a:pt x="963" y="1933"/>
                    <a:pt x="920" y="1929"/>
                    <a:pt x="880" y="1921"/>
                  </a:cubicBezTo>
                  <a:cubicBezTo>
                    <a:pt x="798" y="1905"/>
                    <a:pt x="698" y="1894"/>
                    <a:pt x="592" y="1894"/>
                  </a:cubicBezTo>
                  <a:cubicBezTo>
                    <a:pt x="494" y="1894"/>
                    <a:pt x="391" y="1901"/>
                    <a:pt x="296" y="1929"/>
                  </a:cubicBezTo>
                  <a:cubicBezTo>
                    <a:pt x="206" y="1957"/>
                    <a:pt x="119" y="2000"/>
                    <a:pt x="59" y="2067"/>
                  </a:cubicBezTo>
                  <a:cubicBezTo>
                    <a:pt x="17" y="2114"/>
                    <a:pt x="1" y="2165"/>
                    <a:pt x="1" y="2217"/>
                  </a:cubicBezTo>
                  <a:cubicBezTo>
                    <a:pt x="1" y="2268"/>
                    <a:pt x="17" y="2319"/>
                    <a:pt x="36" y="2367"/>
                  </a:cubicBezTo>
                  <a:cubicBezTo>
                    <a:pt x="72" y="2445"/>
                    <a:pt x="127" y="2516"/>
                    <a:pt x="178" y="2587"/>
                  </a:cubicBezTo>
                  <a:cubicBezTo>
                    <a:pt x="230" y="2658"/>
                    <a:pt x="281" y="2722"/>
                    <a:pt x="308" y="2773"/>
                  </a:cubicBezTo>
                  <a:cubicBezTo>
                    <a:pt x="383" y="2918"/>
                    <a:pt x="450" y="3077"/>
                    <a:pt x="533" y="3218"/>
                  </a:cubicBezTo>
                  <a:cubicBezTo>
                    <a:pt x="596" y="3321"/>
                    <a:pt x="671" y="3419"/>
                    <a:pt x="769" y="3499"/>
                  </a:cubicBezTo>
                  <a:cubicBezTo>
                    <a:pt x="798" y="3518"/>
                    <a:pt x="829" y="3542"/>
                    <a:pt x="864" y="3553"/>
                  </a:cubicBezTo>
                  <a:cubicBezTo>
                    <a:pt x="884" y="3557"/>
                    <a:pt x="900" y="3557"/>
                    <a:pt x="916" y="3557"/>
                  </a:cubicBezTo>
                  <a:cubicBezTo>
                    <a:pt x="940" y="3557"/>
                    <a:pt x="963" y="3553"/>
                    <a:pt x="982" y="3553"/>
                  </a:cubicBezTo>
                  <a:cubicBezTo>
                    <a:pt x="1255" y="3518"/>
                    <a:pt x="1526" y="3463"/>
                    <a:pt x="1795" y="3395"/>
                  </a:cubicBezTo>
                  <a:cubicBezTo>
                    <a:pt x="1913" y="3364"/>
                    <a:pt x="2028" y="3321"/>
                    <a:pt x="2141" y="3286"/>
                  </a:cubicBezTo>
                  <a:cubicBezTo>
                    <a:pt x="2260" y="3250"/>
                    <a:pt x="2374" y="3218"/>
                    <a:pt x="2489" y="3211"/>
                  </a:cubicBezTo>
                  <a:cubicBezTo>
                    <a:pt x="3022" y="3175"/>
                    <a:pt x="3542" y="3029"/>
                    <a:pt x="4062" y="2935"/>
                  </a:cubicBezTo>
                  <a:cubicBezTo>
                    <a:pt x="4263" y="2899"/>
                    <a:pt x="4468" y="2860"/>
                    <a:pt x="4658" y="2777"/>
                  </a:cubicBezTo>
                  <a:cubicBezTo>
                    <a:pt x="4949" y="2651"/>
                    <a:pt x="5198" y="2418"/>
                    <a:pt x="5335" y="2134"/>
                  </a:cubicBezTo>
                  <a:cubicBezTo>
                    <a:pt x="5391" y="2019"/>
                    <a:pt x="5415" y="1897"/>
                    <a:pt x="5415" y="1775"/>
                  </a:cubicBezTo>
                  <a:cubicBezTo>
                    <a:pt x="5415" y="1633"/>
                    <a:pt x="5383" y="1484"/>
                    <a:pt x="5351" y="1346"/>
                  </a:cubicBezTo>
                  <a:cubicBezTo>
                    <a:pt x="5308" y="1180"/>
                    <a:pt x="5241" y="975"/>
                    <a:pt x="5151" y="785"/>
                  </a:cubicBezTo>
                  <a:cubicBezTo>
                    <a:pt x="5060" y="592"/>
                    <a:pt x="4945" y="414"/>
                    <a:pt x="4815" y="289"/>
                  </a:cubicBezTo>
                  <a:cubicBezTo>
                    <a:pt x="4630" y="112"/>
                    <a:pt x="4370" y="1"/>
                    <a:pt x="411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8" name="Google Shape;1148;p35"/>
            <p:cNvSpPr/>
            <p:nvPr/>
          </p:nvSpPr>
          <p:spPr>
            <a:xfrm>
              <a:off x="5723136" y="7075608"/>
              <a:ext cx="509769" cy="466157"/>
            </a:xfrm>
            <a:custGeom>
              <a:rect b="b" l="l" r="r" t="t"/>
              <a:pathLst>
                <a:path extrusionOk="0" h="1165" w="1274">
                  <a:moveTo>
                    <a:pt x="1249" y="0"/>
                  </a:moveTo>
                  <a:cubicBezTo>
                    <a:pt x="1240" y="0"/>
                    <a:pt x="1232" y="5"/>
                    <a:pt x="1226" y="14"/>
                  </a:cubicBezTo>
                  <a:cubicBezTo>
                    <a:pt x="1175" y="140"/>
                    <a:pt x="1069" y="242"/>
                    <a:pt x="954" y="333"/>
                  </a:cubicBezTo>
                  <a:cubicBezTo>
                    <a:pt x="729" y="515"/>
                    <a:pt x="521" y="712"/>
                    <a:pt x="323" y="925"/>
                  </a:cubicBezTo>
                  <a:cubicBezTo>
                    <a:pt x="280" y="968"/>
                    <a:pt x="232" y="1019"/>
                    <a:pt x="181" y="1055"/>
                  </a:cubicBezTo>
                  <a:cubicBezTo>
                    <a:pt x="134" y="1090"/>
                    <a:pt x="79" y="1118"/>
                    <a:pt x="19" y="1121"/>
                  </a:cubicBezTo>
                  <a:cubicBezTo>
                    <a:pt x="8" y="1121"/>
                    <a:pt x="0" y="1130"/>
                    <a:pt x="0" y="1141"/>
                  </a:cubicBezTo>
                  <a:cubicBezTo>
                    <a:pt x="0" y="1154"/>
                    <a:pt x="12" y="1165"/>
                    <a:pt x="24" y="1165"/>
                  </a:cubicBezTo>
                  <a:cubicBezTo>
                    <a:pt x="95" y="1161"/>
                    <a:pt x="154" y="1130"/>
                    <a:pt x="209" y="1090"/>
                  </a:cubicBezTo>
                  <a:cubicBezTo>
                    <a:pt x="264" y="1050"/>
                    <a:pt x="312" y="999"/>
                    <a:pt x="355" y="952"/>
                  </a:cubicBezTo>
                  <a:cubicBezTo>
                    <a:pt x="548" y="743"/>
                    <a:pt x="761" y="546"/>
                    <a:pt x="982" y="364"/>
                  </a:cubicBezTo>
                  <a:cubicBezTo>
                    <a:pt x="1096" y="274"/>
                    <a:pt x="1211" y="168"/>
                    <a:pt x="1269" y="29"/>
                  </a:cubicBezTo>
                  <a:cubicBezTo>
                    <a:pt x="1273" y="18"/>
                    <a:pt x="1266" y="6"/>
                    <a:pt x="1258" y="2"/>
                  </a:cubicBezTo>
                  <a:cubicBezTo>
                    <a:pt x="1255" y="1"/>
                    <a:pt x="1252" y="0"/>
                    <a:pt x="124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9" name="Google Shape;1149;p35"/>
            <p:cNvSpPr/>
            <p:nvPr/>
          </p:nvSpPr>
          <p:spPr>
            <a:xfrm>
              <a:off x="4544351" y="7318487"/>
              <a:ext cx="1308433" cy="610206"/>
            </a:xfrm>
            <a:custGeom>
              <a:rect b="b" l="l" r="r" t="t"/>
              <a:pathLst>
                <a:path extrusionOk="0" h="1525" w="3270">
                  <a:moveTo>
                    <a:pt x="2947" y="0"/>
                  </a:moveTo>
                  <a:cubicBezTo>
                    <a:pt x="2920" y="0"/>
                    <a:pt x="2889" y="14"/>
                    <a:pt x="2867" y="30"/>
                  </a:cubicBezTo>
                  <a:cubicBezTo>
                    <a:pt x="2839" y="54"/>
                    <a:pt x="2820" y="81"/>
                    <a:pt x="2796" y="108"/>
                  </a:cubicBezTo>
                  <a:cubicBezTo>
                    <a:pt x="2745" y="172"/>
                    <a:pt x="2686" y="235"/>
                    <a:pt x="2619" y="283"/>
                  </a:cubicBezTo>
                  <a:cubicBezTo>
                    <a:pt x="2568" y="321"/>
                    <a:pt x="2504" y="354"/>
                    <a:pt x="2450" y="389"/>
                  </a:cubicBezTo>
                  <a:cubicBezTo>
                    <a:pt x="2197" y="566"/>
                    <a:pt x="1893" y="665"/>
                    <a:pt x="1586" y="672"/>
                  </a:cubicBezTo>
                  <a:cubicBezTo>
                    <a:pt x="1578" y="673"/>
                    <a:pt x="1571" y="673"/>
                    <a:pt x="1564" y="673"/>
                  </a:cubicBezTo>
                  <a:cubicBezTo>
                    <a:pt x="1269" y="673"/>
                    <a:pt x="995" y="520"/>
                    <a:pt x="726" y="412"/>
                  </a:cubicBezTo>
                  <a:cubicBezTo>
                    <a:pt x="656" y="383"/>
                    <a:pt x="580" y="363"/>
                    <a:pt x="507" y="363"/>
                  </a:cubicBezTo>
                  <a:cubicBezTo>
                    <a:pt x="469" y="363"/>
                    <a:pt x="431" y="369"/>
                    <a:pt x="395" y="381"/>
                  </a:cubicBezTo>
                  <a:cubicBezTo>
                    <a:pt x="142" y="460"/>
                    <a:pt x="0" y="905"/>
                    <a:pt x="142" y="1122"/>
                  </a:cubicBezTo>
                  <a:cubicBezTo>
                    <a:pt x="346" y="1434"/>
                    <a:pt x="880" y="1525"/>
                    <a:pt x="1255" y="1525"/>
                  </a:cubicBezTo>
                  <a:cubicBezTo>
                    <a:pt x="1302" y="1525"/>
                    <a:pt x="1347" y="1523"/>
                    <a:pt x="1389" y="1520"/>
                  </a:cubicBezTo>
                  <a:cubicBezTo>
                    <a:pt x="1424" y="1517"/>
                    <a:pt x="1460" y="1513"/>
                    <a:pt x="1495" y="1513"/>
                  </a:cubicBezTo>
                  <a:cubicBezTo>
                    <a:pt x="2059" y="1473"/>
                    <a:pt x="2634" y="1446"/>
                    <a:pt x="3136" y="1153"/>
                  </a:cubicBezTo>
                  <a:cubicBezTo>
                    <a:pt x="3183" y="1126"/>
                    <a:pt x="3230" y="1091"/>
                    <a:pt x="3226" y="1040"/>
                  </a:cubicBezTo>
                  <a:cubicBezTo>
                    <a:pt x="3226" y="996"/>
                    <a:pt x="3183" y="964"/>
                    <a:pt x="3139" y="956"/>
                  </a:cubicBezTo>
                  <a:cubicBezTo>
                    <a:pt x="3134" y="956"/>
                    <a:pt x="3128" y="956"/>
                    <a:pt x="3122" y="956"/>
                  </a:cubicBezTo>
                  <a:cubicBezTo>
                    <a:pt x="3084" y="956"/>
                    <a:pt x="3047" y="966"/>
                    <a:pt x="3009" y="976"/>
                  </a:cubicBezTo>
                  <a:cubicBezTo>
                    <a:pt x="3056" y="925"/>
                    <a:pt x="3131" y="901"/>
                    <a:pt x="3191" y="854"/>
                  </a:cubicBezTo>
                  <a:cubicBezTo>
                    <a:pt x="3245" y="807"/>
                    <a:pt x="3269" y="704"/>
                    <a:pt x="3207" y="665"/>
                  </a:cubicBezTo>
                  <a:cubicBezTo>
                    <a:pt x="3192" y="657"/>
                    <a:pt x="3178" y="653"/>
                    <a:pt x="3163" y="653"/>
                  </a:cubicBezTo>
                  <a:cubicBezTo>
                    <a:pt x="3102" y="653"/>
                    <a:pt x="3037" y="712"/>
                    <a:pt x="2975" y="712"/>
                  </a:cubicBezTo>
                  <a:cubicBezTo>
                    <a:pt x="2973" y="712"/>
                    <a:pt x="2972" y="712"/>
                    <a:pt x="2970" y="712"/>
                  </a:cubicBezTo>
                  <a:cubicBezTo>
                    <a:pt x="3045" y="676"/>
                    <a:pt x="3104" y="598"/>
                    <a:pt x="3131" y="519"/>
                  </a:cubicBezTo>
                  <a:cubicBezTo>
                    <a:pt x="3147" y="476"/>
                    <a:pt x="3143" y="416"/>
                    <a:pt x="3112" y="381"/>
                  </a:cubicBezTo>
                  <a:cubicBezTo>
                    <a:pt x="3104" y="372"/>
                    <a:pt x="3092" y="365"/>
                    <a:pt x="3084" y="361"/>
                  </a:cubicBezTo>
                  <a:cubicBezTo>
                    <a:pt x="3075" y="358"/>
                    <a:pt x="3065" y="357"/>
                    <a:pt x="3054" y="357"/>
                  </a:cubicBezTo>
                  <a:cubicBezTo>
                    <a:pt x="2997" y="357"/>
                    <a:pt x="2919" y="395"/>
                    <a:pt x="2871" y="413"/>
                  </a:cubicBezTo>
                  <a:lnTo>
                    <a:pt x="2871" y="413"/>
                  </a:lnTo>
                  <a:cubicBezTo>
                    <a:pt x="2917" y="393"/>
                    <a:pt x="2972" y="332"/>
                    <a:pt x="3005" y="298"/>
                  </a:cubicBezTo>
                  <a:cubicBezTo>
                    <a:pt x="3036" y="266"/>
                    <a:pt x="3084" y="203"/>
                    <a:pt x="3080" y="156"/>
                  </a:cubicBezTo>
                  <a:cubicBezTo>
                    <a:pt x="3080" y="141"/>
                    <a:pt x="3076" y="125"/>
                    <a:pt x="3068" y="108"/>
                  </a:cubicBezTo>
                  <a:cubicBezTo>
                    <a:pt x="3045" y="65"/>
                    <a:pt x="3017" y="14"/>
                    <a:pt x="2965" y="2"/>
                  </a:cubicBezTo>
                  <a:cubicBezTo>
                    <a:pt x="2959" y="1"/>
                    <a:pt x="2953" y="0"/>
                    <a:pt x="2947" y="0"/>
                  </a:cubicBezTo>
                  <a:close/>
                </a:path>
              </a:pathLst>
            </a:custGeom>
            <a:solidFill>
              <a:schemeClr val="accent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0" name="Google Shape;1150;p35"/>
            <p:cNvSpPr/>
            <p:nvPr/>
          </p:nvSpPr>
          <p:spPr>
            <a:xfrm>
              <a:off x="4569559" y="7309684"/>
              <a:ext cx="1281624" cy="627012"/>
            </a:xfrm>
            <a:custGeom>
              <a:rect b="b" l="l" r="r" t="t"/>
              <a:pathLst>
                <a:path extrusionOk="0" h="1567" w="3203">
                  <a:moveTo>
                    <a:pt x="2883" y="44"/>
                  </a:moveTo>
                  <a:cubicBezTo>
                    <a:pt x="2891" y="44"/>
                    <a:pt x="2895" y="44"/>
                    <a:pt x="2899" y="48"/>
                  </a:cubicBezTo>
                  <a:cubicBezTo>
                    <a:pt x="2918" y="52"/>
                    <a:pt x="2935" y="63"/>
                    <a:pt x="2950" y="79"/>
                  </a:cubicBezTo>
                  <a:cubicBezTo>
                    <a:pt x="2962" y="95"/>
                    <a:pt x="2973" y="119"/>
                    <a:pt x="2986" y="143"/>
                  </a:cubicBezTo>
                  <a:cubicBezTo>
                    <a:pt x="2989" y="154"/>
                    <a:pt x="2997" y="170"/>
                    <a:pt x="2997" y="178"/>
                  </a:cubicBezTo>
                  <a:lnTo>
                    <a:pt x="2997" y="182"/>
                  </a:lnTo>
                  <a:cubicBezTo>
                    <a:pt x="2997" y="190"/>
                    <a:pt x="2993" y="198"/>
                    <a:pt x="2989" y="210"/>
                  </a:cubicBezTo>
                  <a:cubicBezTo>
                    <a:pt x="2986" y="225"/>
                    <a:pt x="2973" y="245"/>
                    <a:pt x="2962" y="261"/>
                  </a:cubicBezTo>
                  <a:cubicBezTo>
                    <a:pt x="2950" y="276"/>
                    <a:pt x="2938" y="292"/>
                    <a:pt x="2926" y="305"/>
                  </a:cubicBezTo>
                  <a:cubicBezTo>
                    <a:pt x="2911" y="323"/>
                    <a:pt x="2887" y="347"/>
                    <a:pt x="2864" y="371"/>
                  </a:cubicBezTo>
                  <a:cubicBezTo>
                    <a:pt x="2851" y="383"/>
                    <a:pt x="2836" y="391"/>
                    <a:pt x="2824" y="403"/>
                  </a:cubicBezTo>
                  <a:cubicBezTo>
                    <a:pt x="2812" y="411"/>
                    <a:pt x="2804" y="414"/>
                    <a:pt x="2793" y="418"/>
                  </a:cubicBezTo>
                  <a:cubicBezTo>
                    <a:pt x="2787" y="420"/>
                    <a:pt x="2783" y="425"/>
                    <a:pt x="2781" y="430"/>
                  </a:cubicBezTo>
                  <a:lnTo>
                    <a:pt x="2781" y="430"/>
                  </a:lnTo>
                  <a:cubicBezTo>
                    <a:pt x="2781" y="430"/>
                    <a:pt x="2780" y="430"/>
                    <a:pt x="2780" y="430"/>
                  </a:cubicBezTo>
                  <a:lnTo>
                    <a:pt x="2780" y="431"/>
                  </a:lnTo>
                  <a:lnTo>
                    <a:pt x="2780" y="431"/>
                  </a:lnTo>
                  <a:cubicBezTo>
                    <a:pt x="2778" y="437"/>
                    <a:pt x="2778" y="442"/>
                    <a:pt x="2780" y="447"/>
                  </a:cubicBezTo>
                  <a:cubicBezTo>
                    <a:pt x="2782" y="452"/>
                    <a:pt x="2785" y="456"/>
                    <a:pt x="2790" y="459"/>
                  </a:cubicBezTo>
                  <a:lnTo>
                    <a:pt x="2790" y="459"/>
                  </a:lnTo>
                  <a:cubicBezTo>
                    <a:pt x="2791" y="460"/>
                    <a:pt x="2792" y="461"/>
                    <a:pt x="2793" y="462"/>
                  </a:cubicBezTo>
                  <a:lnTo>
                    <a:pt x="2795" y="462"/>
                  </a:lnTo>
                  <a:cubicBezTo>
                    <a:pt x="2797" y="462"/>
                    <a:pt x="2800" y="463"/>
                    <a:pt x="2802" y="463"/>
                  </a:cubicBezTo>
                  <a:cubicBezTo>
                    <a:pt x="2804" y="463"/>
                    <a:pt x="2806" y="462"/>
                    <a:pt x="2808" y="462"/>
                  </a:cubicBezTo>
                  <a:cubicBezTo>
                    <a:pt x="2809" y="461"/>
                    <a:pt x="2811" y="460"/>
                    <a:pt x="2812" y="460"/>
                  </a:cubicBezTo>
                  <a:lnTo>
                    <a:pt x="2812" y="460"/>
                  </a:lnTo>
                  <a:cubicBezTo>
                    <a:pt x="2835" y="448"/>
                    <a:pt x="2866" y="434"/>
                    <a:pt x="2899" y="423"/>
                  </a:cubicBezTo>
                  <a:cubicBezTo>
                    <a:pt x="2931" y="411"/>
                    <a:pt x="2966" y="399"/>
                    <a:pt x="2989" y="399"/>
                  </a:cubicBezTo>
                  <a:cubicBezTo>
                    <a:pt x="2997" y="399"/>
                    <a:pt x="3005" y="403"/>
                    <a:pt x="3013" y="403"/>
                  </a:cubicBezTo>
                  <a:cubicBezTo>
                    <a:pt x="3017" y="407"/>
                    <a:pt x="3025" y="411"/>
                    <a:pt x="3029" y="418"/>
                  </a:cubicBezTo>
                  <a:cubicBezTo>
                    <a:pt x="3049" y="434"/>
                    <a:pt x="3057" y="462"/>
                    <a:pt x="3057" y="485"/>
                  </a:cubicBezTo>
                  <a:cubicBezTo>
                    <a:pt x="3057" y="505"/>
                    <a:pt x="3053" y="521"/>
                    <a:pt x="3044" y="536"/>
                  </a:cubicBezTo>
                  <a:cubicBezTo>
                    <a:pt x="3033" y="572"/>
                    <a:pt x="3013" y="607"/>
                    <a:pt x="2989" y="640"/>
                  </a:cubicBezTo>
                  <a:cubicBezTo>
                    <a:pt x="2962" y="671"/>
                    <a:pt x="2931" y="698"/>
                    <a:pt x="2895" y="714"/>
                  </a:cubicBezTo>
                  <a:cubicBezTo>
                    <a:pt x="2887" y="718"/>
                    <a:pt x="2883" y="726"/>
                    <a:pt x="2883" y="738"/>
                  </a:cubicBezTo>
                  <a:cubicBezTo>
                    <a:pt x="2887" y="746"/>
                    <a:pt x="2895" y="754"/>
                    <a:pt x="2902" y="754"/>
                  </a:cubicBezTo>
                  <a:lnTo>
                    <a:pt x="2911" y="754"/>
                  </a:lnTo>
                  <a:cubicBezTo>
                    <a:pt x="2912" y="754"/>
                    <a:pt x="2913" y="754"/>
                    <a:pt x="2915" y="754"/>
                  </a:cubicBezTo>
                  <a:lnTo>
                    <a:pt x="2915" y="754"/>
                  </a:lnTo>
                  <a:lnTo>
                    <a:pt x="2915" y="754"/>
                  </a:lnTo>
                  <a:cubicBezTo>
                    <a:pt x="2915" y="754"/>
                    <a:pt x="2915" y="754"/>
                    <a:pt x="2915" y="754"/>
                  </a:cubicBezTo>
                  <a:lnTo>
                    <a:pt x="2915" y="754"/>
                  </a:lnTo>
                  <a:cubicBezTo>
                    <a:pt x="2933" y="753"/>
                    <a:pt x="2947" y="749"/>
                    <a:pt x="2966" y="746"/>
                  </a:cubicBezTo>
                  <a:cubicBezTo>
                    <a:pt x="2989" y="738"/>
                    <a:pt x="3013" y="722"/>
                    <a:pt x="3037" y="714"/>
                  </a:cubicBezTo>
                  <a:cubicBezTo>
                    <a:pt x="3060" y="707"/>
                    <a:pt x="3080" y="698"/>
                    <a:pt x="3100" y="698"/>
                  </a:cubicBezTo>
                  <a:cubicBezTo>
                    <a:pt x="3111" y="698"/>
                    <a:pt x="3120" y="702"/>
                    <a:pt x="3131" y="707"/>
                  </a:cubicBezTo>
                  <a:cubicBezTo>
                    <a:pt x="3144" y="714"/>
                    <a:pt x="3147" y="718"/>
                    <a:pt x="3151" y="730"/>
                  </a:cubicBezTo>
                  <a:cubicBezTo>
                    <a:pt x="3155" y="738"/>
                    <a:pt x="3159" y="746"/>
                    <a:pt x="3159" y="758"/>
                  </a:cubicBezTo>
                  <a:cubicBezTo>
                    <a:pt x="3159" y="778"/>
                    <a:pt x="3155" y="797"/>
                    <a:pt x="3147" y="813"/>
                  </a:cubicBezTo>
                  <a:cubicBezTo>
                    <a:pt x="3135" y="833"/>
                    <a:pt x="3124" y="849"/>
                    <a:pt x="3111" y="860"/>
                  </a:cubicBezTo>
                  <a:cubicBezTo>
                    <a:pt x="3088" y="880"/>
                    <a:pt x="3057" y="896"/>
                    <a:pt x="3021" y="915"/>
                  </a:cubicBezTo>
                  <a:cubicBezTo>
                    <a:pt x="2989" y="935"/>
                    <a:pt x="2958" y="955"/>
                    <a:pt x="2931" y="986"/>
                  </a:cubicBezTo>
                  <a:cubicBezTo>
                    <a:pt x="2922" y="994"/>
                    <a:pt x="2922" y="1002"/>
                    <a:pt x="2926" y="1014"/>
                  </a:cubicBezTo>
                  <a:cubicBezTo>
                    <a:pt x="2935" y="1022"/>
                    <a:pt x="2942" y="1022"/>
                    <a:pt x="2954" y="1022"/>
                  </a:cubicBezTo>
                  <a:cubicBezTo>
                    <a:pt x="2986" y="1010"/>
                    <a:pt x="3021" y="998"/>
                    <a:pt x="3053" y="998"/>
                  </a:cubicBezTo>
                  <a:cubicBezTo>
                    <a:pt x="3060" y="998"/>
                    <a:pt x="3064" y="998"/>
                    <a:pt x="3073" y="1002"/>
                  </a:cubicBezTo>
                  <a:cubicBezTo>
                    <a:pt x="3088" y="1002"/>
                    <a:pt x="3108" y="1010"/>
                    <a:pt x="3120" y="1022"/>
                  </a:cubicBezTo>
                  <a:cubicBezTo>
                    <a:pt x="3135" y="1033"/>
                    <a:pt x="3139" y="1049"/>
                    <a:pt x="3144" y="1065"/>
                  </a:cubicBezTo>
                  <a:cubicBezTo>
                    <a:pt x="3144" y="1073"/>
                    <a:pt x="3139" y="1081"/>
                    <a:pt x="3135" y="1093"/>
                  </a:cubicBezTo>
                  <a:cubicBezTo>
                    <a:pt x="3131" y="1104"/>
                    <a:pt x="3120" y="1117"/>
                    <a:pt x="3108" y="1124"/>
                  </a:cubicBezTo>
                  <a:cubicBezTo>
                    <a:pt x="3092" y="1136"/>
                    <a:pt x="3080" y="1148"/>
                    <a:pt x="3064" y="1156"/>
                  </a:cubicBezTo>
                  <a:cubicBezTo>
                    <a:pt x="2812" y="1298"/>
                    <a:pt x="2547" y="1381"/>
                    <a:pt x="2272" y="1428"/>
                  </a:cubicBezTo>
                  <a:cubicBezTo>
                    <a:pt x="1996" y="1475"/>
                    <a:pt x="1716" y="1491"/>
                    <a:pt x="1432" y="1511"/>
                  </a:cubicBezTo>
                  <a:cubicBezTo>
                    <a:pt x="1397" y="1515"/>
                    <a:pt x="1361" y="1515"/>
                    <a:pt x="1326" y="1519"/>
                  </a:cubicBezTo>
                  <a:cubicBezTo>
                    <a:pt x="1282" y="1523"/>
                    <a:pt x="1235" y="1523"/>
                    <a:pt x="1184" y="1523"/>
                  </a:cubicBezTo>
                  <a:cubicBezTo>
                    <a:pt x="998" y="1523"/>
                    <a:pt x="773" y="1499"/>
                    <a:pt x="572" y="1440"/>
                  </a:cubicBezTo>
                  <a:cubicBezTo>
                    <a:pt x="474" y="1408"/>
                    <a:pt x="379" y="1369"/>
                    <a:pt x="296" y="1317"/>
                  </a:cubicBezTo>
                  <a:cubicBezTo>
                    <a:pt x="214" y="1266"/>
                    <a:pt x="147" y="1207"/>
                    <a:pt x="99" y="1133"/>
                  </a:cubicBezTo>
                  <a:cubicBezTo>
                    <a:pt x="63" y="1077"/>
                    <a:pt x="44" y="1006"/>
                    <a:pt x="44" y="927"/>
                  </a:cubicBezTo>
                  <a:cubicBezTo>
                    <a:pt x="44" y="825"/>
                    <a:pt x="76" y="711"/>
                    <a:pt x="127" y="616"/>
                  </a:cubicBezTo>
                  <a:cubicBezTo>
                    <a:pt x="154" y="569"/>
                    <a:pt x="186" y="529"/>
                    <a:pt x="221" y="494"/>
                  </a:cubicBezTo>
                  <a:cubicBezTo>
                    <a:pt x="257" y="462"/>
                    <a:pt x="296" y="434"/>
                    <a:pt x="336" y="423"/>
                  </a:cubicBezTo>
                  <a:cubicBezTo>
                    <a:pt x="371" y="411"/>
                    <a:pt x="407" y="407"/>
                    <a:pt x="442" y="407"/>
                  </a:cubicBezTo>
                  <a:cubicBezTo>
                    <a:pt x="513" y="407"/>
                    <a:pt x="584" y="427"/>
                    <a:pt x="655" y="454"/>
                  </a:cubicBezTo>
                  <a:cubicBezTo>
                    <a:pt x="789" y="505"/>
                    <a:pt x="924" y="572"/>
                    <a:pt x="1062" y="623"/>
                  </a:cubicBezTo>
                  <a:cubicBezTo>
                    <a:pt x="1204" y="678"/>
                    <a:pt x="1346" y="718"/>
                    <a:pt x="1499" y="718"/>
                  </a:cubicBezTo>
                  <a:lnTo>
                    <a:pt x="1523" y="718"/>
                  </a:lnTo>
                  <a:cubicBezTo>
                    <a:pt x="1834" y="707"/>
                    <a:pt x="2145" y="607"/>
                    <a:pt x="2402" y="430"/>
                  </a:cubicBezTo>
                  <a:cubicBezTo>
                    <a:pt x="2453" y="394"/>
                    <a:pt x="2516" y="363"/>
                    <a:pt x="2567" y="323"/>
                  </a:cubicBezTo>
                  <a:cubicBezTo>
                    <a:pt x="2635" y="272"/>
                    <a:pt x="2698" y="210"/>
                    <a:pt x="2749" y="147"/>
                  </a:cubicBezTo>
                  <a:cubicBezTo>
                    <a:pt x="2773" y="115"/>
                    <a:pt x="2793" y="87"/>
                    <a:pt x="2820" y="72"/>
                  </a:cubicBezTo>
                  <a:cubicBezTo>
                    <a:pt x="2840" y="56"/>
                    <a:pt x="2864" y="44"/>
                    <a:pt x="2883" y="44"/>
                  </a:cubicBezTo>
                  <a:close/>
                  <a:moveTo>
                    <a:pt x="2883" y="1"/>
                  </a:moveTo>
                  <a:cubicBezTo>
                    <a:pt x="2847" y="1"/>
                    <a:pt x="2816" y="16"/>
                    <a:pt x="2793" y="36"/>
                  </a:cubicBezTo>
                  <a:cubicBezTo>
                    <a:pt x="2760" y="59"/>
                    <a:pt x="2737" y="92"/>
                    <a:pt x="2718" y="119"/>
                  </a:cubicBezTo>
                  <a:cubicBezTo>
                    <a:pt x="2666" y="182"/>
                    <a:pt x="2607" y="241"/>
                    <a:pt x="2544" y="288"/>
                  </a:cubicBezTo>
                  <a:cubicBezTo>
                    <a:pt x="2493" y="328"/>
                    <a:pt x="2434" y="356"/>
                    <a:pt x="2374" y="394"/>
                  </a:cubicBezTo>
                  <a:cubicBezTo>
                    <a:pt x="2126" y="569"/>
                    <a:pt x="1826" y="663"/>
                    <a:pt x="1523" y="671"/>
                  </a:cubicBezTo>
                  <a:cubicBezTo>
                    <a:pt x="1515" y="675"/>
                    <a:pt x="1506" y="675"/>
                    <a:pt x="1499" y="675"/>
                  </a:cubicBezTo>
                  <a:cubicBezTo>
                    <a:pt x="1353" y="675"/>
                    <a:pt x="1215" y="636"/>
                    <a:pt x="1077" y="584"/>
                  </a:cubicBezTo>
                  <a:cubicBezTo>
                    <a:pt x="943" y="533"/>
                    <a:pt x="805" y="465"/>
                    <a:pt x="671" y="411"/>
                  </a:cubicBezTo>
                  <a:cubicBezTo>
                    <a:pt x="600" y="383"/>
                    <a:pt x="521" y="363"/>
                    <a:pt x="442" y="363"/>
                  </a:cubicBezTo>
                  <a:cubicBezTo>
                    <a:pt x="403" y="363"/>
                    <a:pt x="363" y="367"/>
                    <a:pt x="324" y="379"/>
                  </a:cubicBezTo>
                  <a:cubicBezTo>
                    <a:pt x="272" y="394"/>
                    <a:pt x="229" y="427"/>
                    <a:pt x="190" y="462"/>
                  </a:cubicBezTo>
                  <a:cubicBezTo>
                    <a:pt x="130" y="517"/>
                    <a:pt x="83" y="592"/>
                    <a:pt x="52" y="675"/>
                  </a:cubicBezTo>
                  <a:cubicBezTo>
                    <a:pt x="21" y="754"/>
                    <a:pt x="1" y="844"/>
                    <a:pt x="1" y="927"/>
                  </a:cubicBezTo>
                  <a:cubicBezTo>
                    <a:pt x="1" y="1010"/>
                    <a:pt x="21" y="1093"/>
                    <a:pt x="60" y="1156"/>
                  </a:cubicBezTo>
                  <a:cubicBezTo>
                    <a:pt x="115" y="1235"/>
                    <a:pt x="186" y="1302"/>
                    <a:pt x="272" y="1357"/>
                  </a:cubicBezTo>
                  <a:cubicBezTo>
                    <a:pt x="403" y="1435"/>
                    <a:pt x="560" y="1488"/>
                    <a:pt x="718" y="1523"/>
                  </a:cubicBezTo>
                  <a:cubicBezTo>
                    <a:pt x="880" y="1554"/>
                    <a:pt x="1042" y="1566"/>
                    <a:pt x="1184" y="1566"/>
                  </a:cubicBezTo>
                  <a:cubicBezTo>
                    <a:pt x="1235" y="1566"/>
                    <a:pt x="1282" y="1566"/>
                    <a:pt x="1326" y="1562"/>
                  </a:cubicBezTo>
                  <a:cubicBezTo>
                    <a:pt x="1361" y="1558"/>
                    <a:pt x="1400" y="1558"/>
                    <a:pt x="1436" y="1554"/>
                  </a:cubicBezTo>
                  <a:cubicBezTo>
                    <a:pt x="1716" y="1535"/>
                    <a:pt x="2003" y="1519"/>
                    <a:pt x="2280" y="1471"/>
                  </a:cubicBezTo>
                  <a:cubicBezTo>
                    <a:pt x="2560" y="1420"/>
                    <a:pt x="2831" y="1341"/>
                    <a:pt x="3084" y="1195"/>
                  </a:cubicBezTo>
                  <a:cubicBezTo>
                    <a:pt x="3108" y="1180"/>
                    <a:pt x="3131" y="1164"/>
                    <a:pt x="3151" y="1144"/>
                  </a:cubicBezTo>
                  <a:cubicBezTo>
                    <a:pt x="3159" y="1136"/>
                    <a:pt x="3171" y="1124"/>
                    <a:pt x="3175" y="1109"/>
                  </a:cubicBezTo>
                  <a:cubicBezTo>
                    <a:pt x="3182" y="1097"/>
                    <a:pt x="3186" y="1081"/>
                    <a:pt x="3186" y="1065"/>
                  </a:cubicBezTo>
                  <a:lnTo>
                    <a:pt x="3186" y="1062"/>
                  </a:lnTo>
                  <a:cubicBezTo>
                    <a:pt x="3182" y="1033"/>
                    <a:pt x="3171" y="1006"/>
                    <a:pt x="3151" y="991"/>
                  </a:cubicBezTo>
                  <a:cubicBezTo>
                    <a:pt x="3128" y="975"/>
                    <a:pt x="3104" y="962"/>
                    <a:pt x="3076" y="958"/>
                  </a:cubicBezTo>
                  <a:cubicBezTo>
                    <a:pt x="3068" y="955"/>
                    <a:pt x="3060" y="955"/>
                    <a:pt x="3053" y="955"/>
                  </a:cubicBezTo>
                  <a:cubicBezTo>
                    <a:pt x="3050" y="955"/>
                    <a:pt x="3047" y="955"/>
                    <a:pt x="3044" y="955"/>
                  </a:cubicBezTo>
                  <a:lnTo>
                    <a:pt x="3044" y="955"/>
                  </a:lnTo>
                  <a:cubicBezTo>
                    <a:pt x="3044" y="955"/>
                    <a:pt x="3044" y="955"/>
                    <a:pt x="3044" y="955"/>
                  </a:cubicBezTo>
                  <a:cubicBezTo>
                    <a:pt x="3076" y="935"/>
                    <a:pt x="3108" y="920"/>
                    <a:pt x="3139" y="891"/>
                  </a:cubicBezTo>
                  <a:cubicBezTo>
                    <a:pt x="3159" y="876"/>
                    <a:pt x="3175" y="856"/>
                    <a:pt x="3186" y="833"/>
                  </a:cubicBezTo>
                  <a:cubicBezTo>
                    <a:pt x="3195" y="809"/>
                    <a:pt x="3202" y="785"/>
                    <a:pt x="3202" y="758"/>
                  </a:cubicBezTo>
                  <a:cubicBezTo>
                    <a:pt x="3202" y="742"/>
                    <a:pt x="3199" y="726"/>
                    <a:pt x="3191" y="711"/>
                  </a:cubicBezTo>
                  <a:cubicBezTo>
                    <a:pt x="3182" y="694"/>
                    <a:pt x="3171" y="678"/>
                    <a:pt x="3155" y="671"/>
                  </a:cubicBezTo>
                  <a:cubicBezTo>
                    <a:pt x="3135" y="659"/>
                    <a:pt x="3115" y="655"/>
                    <a:pt x="3100" y="655"/>
                  </a:cubicBezTo>
                  <a:cubicBezTo>
                    <a:pt x="3080" y="655"/>
                    <a:pt x="3060" y="659"/>
                    <a:pt x="3044" y="663"/>
                  </a:cubicBezTo>
                  <a:cubicBezTo>
                    <a:pt x="3034" y="668"/>
                    <a:pt x="3022" y="674"/>
                    <a:pt x="3011" y="679"/>
                  </a:cubicBezTo>
                  <a:lnTo>
                    <a:pt x="3011" y="679"/>
                  </a:lnTo>
                  <a:cubicBezTo>
                    <a:pt x="3014" y="675"/>
                    <a:pt x="3018" y="671"/>
                    <a:pt x="3021" y="667"/>
                  </a:cubicBezTo>
                  <a:cubicBezTo>
                    <a:pt x="3049" y="631"/>
                    <a:pt x="3073" y="592"/>
                    <a:pt x="3088" y="549"/>
                  </a:cubicBezTo>
                  <a:cubicBezTo>
                    <a:pt x="3096" y="529"/>
                    <a:pt x="3100" y="509"/>
                    <a:pt x="3100" y="485"/>
                  </a:cubicBezTo>
                  <a:cubicBezTo>
                    <a:pt x="3100" y="454"/>
                    <a:pt x="3088" y="418"/>
                    <a:pt x="3064" y="391"/>
                  </a:cubicBezTo>
                  <a:cubicBezTo>
                    <a:pt x="3053" y="379"/>
                    <a:pt x="3041" y="367"/>
                    <a:pt x="3029" y="363"/>
                  </a:cubicBezTo>
                  <a:cubicBezTo>
                    <a:pt x="3017" y="359"/>
                    <a:pt x="3002" y="356"/>
                    <a:pt x="2989" y="356"/>
                  </a:cubicBezTo>
                  <a:cubicBezTo>
                    <a:pt x="2971" y="356"/>
                    <a:pt x="2950" y="359"/>
                    <a:pt x="2931" y="364"/>
                  </a:cubicBezTo>
                  <a:lnTo>
                    <a:pt x="2931" y="364"/>
                  </a:lnTo>
                  <a:cubicBezTo>
                    <a:pt x="2941" y="354"/>
                    <a:pt x="2950" y="343"/>
                    <a:pt x="2958" y="336"/>
                  </a:cubicBezTo>
                  <a:cubicBezTo>
                    <a:pt x="2973" y="316"/>
                    <a:pt x="2993" y="292"/>
                    <a:pt x="3009" y="269"/>
                  </a:cubicBezTo>
                  <a:cubicBezTo>
                    <a:pt x="3017" y="253"/>
                    <a:pt x="3025" y="241"/>
                    <a:pt x="3033" y="225"/>
                  </a:cubicBezTo>
                  <a:cubicBezTo>
                    <a:pt x="3037" y="210"/>
                    <a:pt x="3041" y="198"/>
                    <a:pt x="3041" y="182"/>
                  </a:cubicBezTo>
                  <a:lnTo>
                    <a:pt x="3041" y="178"/>
                  </a:lnTo>
                  <a:cubicBezTo>
                    <a:pt x="3041" y="154"/>
                    <a:pt x="3033" y="139"/>
                    <a:pt x="3025" y="123"/>
                  </a:cubicBezTo>
                  <a:cubicBezTo>
                    <a:pt x="3013" y="99"/>
                    <a:pt x="3002" y="76"/>
                    <a:pt x="2982" y="52"/>
                  </a:cubicBezTo>
                  <a:cubicBezTo>
                    <a:pt x="2962" y="28"/>
                    <a:pt x="2938" y="12"/>
                    <a:pt x="2911" y="5"/>
                  </a:cubicBezTo>
                  <a:cubicBezTo>
                    <a:pt x="2902" y="1"/>
                    <a:pt x="2891" y="1"/>
                    <a:pt x="2883"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1" name="Google Shape;1151;p35"/>
            <p:cNvSpPr/>
            <p:nvPr/>
          </p:nvSpPr>
          <p:spPr>
            <a:xfrm>
              <a:off x="3744489" y="7466536"/>
              <a:ext cx="1089161" cy="489365"/>
            </a:xfrm>
            <a:custGeom>
              <a:rect b="b" l="l" r="r" t="t"/>
              <a:pathLst>
                <a:path extrusionOk="0" h="1223" w="2722">
                  <a:moveTo>
                    <a:pt x="210" y="1"/>
                  </a:moveTo>
                  <a:cubicBezTo>
                    <a:pt x="177" y="1"/>
                    <a:pt x="143" y="8"/>
                    <a:pt x="111" y="22"/>
                  </a:cubicBezTo>
                  <a:cubicBezTo>
                    <a:pt x="52" y="50"/>
                    <a:pt x="5" y="109"/>
                    <a:pt x="1" y="177"/>
                  </a:cubicBezTo>
                  <a:cubicBezTo>
                    <a:pt x="1" y="244"/>
                    <a:pt x="36" y="299"/>
                    <a:pt x="79" y="350"/>
                  </a:cubicBezTo>
                  <a:cubicBezTo>
                    <a:pt x="130" y="409"/>
                    <a:pt x="185" y="464"/>
                    <a:pt x="252" y="512"/>
                  </a:cubicBezTo>
                  <a:cubicBezTo>
                    <a:pt x="244" y="514"/>
                    <a:pt x="235" y="514"/>
                    <a:pt x="226" y="514"/>
                  </a:cubicBezTo>
                  <a:cubicBezTo>
                    <a:pt x="200" y="514"/>
                    <a:pt x="173" y="509"/>
                    <a:pt x="149" y="509"/>
                  </a:cubicBezTo>
                  <a:cubicBezTo>
                    <a:pt x="130" y="509"/>
                    <a:pt x="113" y="512"/>
                    <a:pt x="99" y="523"/>
                  </a:cubicBezTo>
                  <a:cubicBezTo>
                    <a:pt x="87" y="535"/>
                    <a:pt x="79" y="555"/>
                    <a:pt x="79" y="575"/>
                  </a:cubicBezTo>
                  <a:cubicBezTo>
                    <a:pt x="76" y="622"/>
                    <a:pt x="95" y="665"/>
                    <a:pt x="127" y="701"/>
                  </a:cubicBezTo>
                  <a:cubicBezTo>
                    <a:pt x="158" y="736"/>
                    <a:pt x="198" y="760"/>
                    <a:pt x="233" y="783"/>
                  </a:cubicBezTo>
                  <a:cubicBezTo>
                    <a:pt x="223" y="778"/>
                    <a:pt x="212" y="776"/>
                    <a:pt x="201" y="776"/>
                  </a:cubicBezTo>
                  <a:cubicBezTo>
                    <a:pt x="152" y="776"/>
                    <a:pt x="99" y="823"/>
                    <a:pt x="99" y="874"/>
                  </a:cubicBezTo>
                  <a:cubicBezTo>
                    <a:pt x="103" y="918"/>
                    <a:pt x="130" y="949"/>
                    <a:pt x="166" y="977"/>
                  </a:cubicBezTo>
                  <a:cubicBezTo>
                    <a:pt x="185" y="988"/>
                    <a:pt x="237" y="1036"/>
                    <a:pt x="266" y="1036"/>
                  </a:cubicBezTo>
                  <a:cubicBezTo>
                    <a:pt x="267" y="1036"/>
                    <a:pt x="268" y="1036"/>
                    <a:pt x="269" y="1036"/>
                  </a:cubicBezTo>
                  <a:lnTo>
                    <a:pt x="269" y="1036"/>
                  </a:lnTo>
                  <a:cubicBezTo>
                    <a:pt x="241" y="1040"/>
                    <a:pt x="214" y="1043"/>
                    <a:pt x="190" y="1056"/>
                  </a:cubicBezTo>
                  <a:cubicBezTo>
                    <a:pt x="162" y="1067"/>
                    <a:pt x="143" y="1096"/>
                    <a:pt x="146" y="1123"/>
                  </a:cubicBezTo>
                  <a:cubicBezTo>
                    <a:pt x="150" y="1147"/>
                    <a:pt x="174" y="1166"/>
                    <a:pt x="198" y="1178"/>
                  </a:cubicBezTo>
                  <a:cubicBezTo>
                    <a:pt x="249" y="1205"/>
                    <a:pt x="300" y="1209"/>
                    <a:pt x="356" y="1209"/>
                  </a:cubicBezTo>
                  <a:cubicBezTo>
                    <a:pt x="411" y="1209"/>
                    <a:pt x="465" y="1218"/>
                    <a:pt x="521" y="1221"/>
                  </a:cubicBezTo>
                  <a:cubicBezTo>
                    <a:pt x="537" y="1222"/>
                    <a:pt x="554" y="1222"/>
                    <a:pt x="570" y="1222"/>
                  </a:cubicBezTo>
                  <a:cubicBezTo>
                    <a:pt x="666" y="1222"/>
                    <a:pt x="761" y="1214"/>
                    <a:pt x="856" y="1214"/>
                  </a:cubicBezTo>
                  <a:cubicBezTo>
                    <a:pt x="1113" y="1205"/>
                    <a:pt x="1368" y="1182"/>
                    <a:pt x="1621" y="1131"/>
                  </a:cubicBezTo>
                  <a:cubicBezTo>
                    <a:pt x="1980" y="1056"/>
                    <a:pt x="2409" y="961"/>
                    <a:pt x="2603" y="626"/>
                  </a:cubicBezTo>
                  <a:cubicBezTo>
                    <a:pt x="2678" y="496"/>
                    <a:pt x="2722" y="342"/>
                    <a:pt x="2698" y="196"/>
                  </a:cubicBezTo>
                  <a:lnTo>
                    <a:pt x="2698" y="196"/>
                  </a:lnTo>
                  <a:cubicBezTo>
                    <a:pt x="2446" y="202"/>
                    <a:pt x="2266" y="311"/>
                    <a:pt x="2049" y="311"/>
                  </a:cubicBezTo>
                  <a:cubicBezTo>
                    <a:pt x="1987" y="311"/>
                    <a:pt x="1921" y="302"/>
                    <a:pt x="1850" y="279"/>
                  </a:cubicBezTo>
                  <a:cubicBezTo>
                    <a:pt x="1696" y="228"/>
                    <a:pt x="1541" y="217"/>
                    <a:pt x="1388" y="217"/>
                  </a:cubicBezTo>
                  <a:cubicBezTo>
                    <a:pt x="1262" y="217"/>
                    <a:pt x="1137" y="225"/>
                    <a:pt x="1013" y="225"/>
                  </a:cubicBezTo>
                  <a:cubicBezTo>
                    <a:pt x="946" y="225"/>
                    <a:pt x="879" y="223"/>
                    <a:pt x="813" y="215"/>
                  </a:cubicBezTo>
                  <a:cubicBezTo>
                    <a:pt x="655" y="200"/>
                    <a:pt x="498" y="153"/>
                    <a:pt x="347" y="46"/>
                  </a:cubicBezTo>
                  <a:cubicBezTo>
                    <a:pt x="305" y="16"/>
                    <a:pt x="258" y="1"/>
                    <a:pt x="210" y="1"/>
                  </a:cubicBezTo>
                  <a:close/>
                </a:path>
              </a:pathLst>
            </a:custGeom>
            <a:solidFill>
              <a:schemeClr val="accent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2" name="Google Shape;1152;p35"/>
            <p:cNvSpPr/>
            <p:nvPr/>
          </p:nvSpPr>
          <p:spPr>
            <a:xfrm>
              <a:off x="3736487" y="7457733"/>
              <a:ext cx="1098764" cy="507371"/>
            </a:xfrm>
            <a:custGeom>
              <a:rect b="b" l="l" r="r" t="t"/>
              <a:pathLst>
                <a:path extrusionOk="0" h="1268" w="2746">
                  <a:moveTo>
                    <a:pt x="229" y="44"/>
                  </a:moveTo>
                  <a:cubicBezTo>
                    <a:pt x="272" y="44"/>
                    <a:pt x="316" y="60"/>
                    <a:pt x="356" y="84"/>
                  </a:cubicBezTo>
                  <a:cubicBezTo>
                    <a:pt x="509" y="195"/>
                    <a:pt x="671" y="242"/>
                    <a:pt x="833" y="257"/>
                  </a:cubicBezTo>
                  <a:cubicBezTo>
                    <a:pt x="900" y="266"/>
                    <a:pt x="967" y="270"/>
                    <a:pt x="1033" y="270"/>
                  </a:cubicBezTo>
                  <a:cubicBezTo>
                    <a:pt x="1160" y="270"/>
                    <a:pt x="1286" y="261"/>
                    <a:pt x="1417" y="261"/>
                  </a:cubicBezTo>
                  <a:cubicBezTo>
                    <a:pt x="1566" y="261"/>
                    <a:pt x="1712" y="273"/>
                    <a:pt x="1861" y="321"/>
                  </a:cubicBezTo>
                  <a:cubicBezTo>
                    <a:pt x="1937" y="344"/>
                    <a:pt x="2003" y="352"/>
                    <a:pt x="2071" y="352"/>
                  </a:cubicBezTo>
                  <a:cubicBezTo>
                    <a:pt x="2181" y="352"/>
                    <a:pt x="2283" y="324"/>
                    <a:pt x="2387" y="297"/>
                  </a:cubicBezTo>
                  <a:cubicBezTo>
                    <a:pt x="2487" y="271"/>
                    <a:pt x="2585" y="245"/>
                    <a:pt x="2700" y="238"/>
                  </a:cubicBezTo>
                  <a:lnTo>
                    <a:pt x="2700" y="238"/>
                  </a:lnTo>
                  <a:cubicBezTo>
                    <a:pt x="2702" y="258"/>
                    <a:pt x="2702" y="279"/>
                    <a:pt x="2702" y="297"/>
                  </a:cubicBezTo>
                  <a:cubicBezTo>
                    <a:pt x="2702" y="415"/>
                    <a:pt x="2662" y="534"/>
                    <a:pt x="2603" y="636"/>
                  </a:cubicBezTo>
                  <a:cubicBezTo>
                    <a:pt x="2556" y="715"/>
                    <a:pt x="2496" y="782"/>
                    <a:pt x="2425" y="841"/>
                  </a:cubicBezTo>
                  <a:cubicBezTo>
                    <a:pt x="2319" y="924"/>
                    <a:pt x="2189" y="983"/>
                    <a:pt x="2051" y="1027"/>
                  </a:cubicBezTo>
                  <a:cubicBezTo>
                    <a:pt x="1913" y="1074"/>
                    <a:pt x="1771" y="1105"/>
                    <a:pt x="1637" y="1129"/>
                  </a:cubicBezTo>
                  <a:cubicBezTo>
                    <a:pt x="1384" y="1180"/>
                    <a:pt x="1133" y="1204"/>
                    <a:pt x="876" y="1216"/>
                  </a:cubicBezTo>
                  <a:cubicBezTo>
                    <a:pt x="785" y="1216"/>
                    <a:pt x="695" y="1223"/>
                    <a:pt x="604" y="1223"/>
                  </a:cubicBezTo>
                  <a:cubicBezTo>
                    <a:pt x="584" y="1223"/>
                    <a:pt x="565" y="1223"/>
                    <a:pt x="545" y="1220"/>
                  </a:cubicBezTo>
                  <a:cubicBezTo>
                    <a:pt x="489" y="1220"/>
                    <a:pt x="434" y="1207"/>
                    <a:pt x="376" y="1207"/>
                  </a:cubicBezTo>
                  <a:cubicBezTo>
                    <a:pt x="347" y="1207"/>
                    <a:pt x="320" y="1207"/>
                    <a:pt x="296" y="1204"/>
                  </a:cubicBezTo>
                  <a:cubicBezTo>
                    <a:pt x="272" y="1200"/>
                    <a:pt x="249" y="1192"/>
                    <a:pt x="225" y="1180"/>
                  </a:cubicBezTo>
                  <a:cubicBezTo>
                    <a:pt x="218" y="1176"/>
                    <a:pt x="205" y="1169"/>
                    <a:pt x="198" y="1160"/>
                  </a:cubicBezTo>
                  <a:cubicBezTo>
                    <a:pt x="194" y="1156"/>
                    <a:pt x="190" y="1149"/>
                    <a:pt x="186" y="1141"/>
                  </a:cubicBezTo>
                  <a:lnTo>
                    <a:pt x="186" y="1136"/>
                  </a:lnTo>
                  <a:cubicBezTo>
                    <a:pt x="186" y="1129"/>
                    <a:pt x="190" y="1121"/>
                    <a:pt x="194" y="1118"/>
                  </a:cubicBezTo>
                  <a:cubicBezTo>
                    <a:pt x="202" y="1109"/>
                    <a:pt x="210" y="1101"/>
                    <a:pt x="218" y="1098"/>
                  </a:cubicBezTo>
                  <a:cubicBezTo>
                    <a:pt x="229" y="1094"/>
                    <a:pt x="241" y="1089"/>
                    <a:pt x="253" y="1085"/>
                  </a:cubicBezTo>
                  <a:cubicBezTo>
                    <a:pt x="265" y="1082"/>
                    <a:pt x="281" y="1082"/>
                    <a:pt x="296" y="1078"/>
                  </a:cubicBezTo>
                  <a:cubicBezTo>
                    <a:pt x="299" y="1078"/>
                    <a:pt x="302" y="1076"/>
                    <a:pt x="305" y="1073"/>
                  </a:cubicBezTo>
                  <a:lnTo>
                    <a:pt x="305" y="1073"/>
                  </a:lnTo>
                  <a:cubicBezTo>
                    <a:pt x="306" y="1072"/>
                    <a:pt x="307" y="1071"/>
                    <a:pt x="308" y="1070"/>
                  </a:cubicBezTo>
                  <a:cubicBezTo>
                    <a:pt x="312" y="1065"/>
                    <a:pt x="312" y="1058"/>
                    <a:pt x="312" y="1054"/>
                  </a:cubicBezTo>
                  <a:lnTo>
                    <a:pt x="312" y="1054"/>
                  </a:lnTo>
                  <a:cubicBezTo>
                    <a:pt x="312" y="1054"/>
                    <a:pt x="312" y="1054"/>
                    <a:pt x="312" y="1054"/>
                  </a:cubicBezTo>
                  <a:cubicBezTo>
                    <a:pt x="312" y="1047"/>
                    <a:pt x="308" y="1042"/>
                    <a:pt x="300" y="1038"/>
                  </a:cubicBezTo>
                  <a:cubicBezTo>
                    <a:pt x="296" y="1034"/>
                    <a:pt x="292" y="1034"/>
                    <a:pt x="285" y="1034"/>
                  </a:cubicBezTo>
                  <a:cubicBezTo>
                    <a:pt x="285" y="1034"/>
                    <a:pt x="276" y="1034"/>
                    <a:pt x="269" y="1030"/>
                  </a:cubicBezTo>
                  <a:cubicBezTo>
                    <a:pt x="257" y="1027"/>
                    <a:pt x="245" y="1014"/>
                    <a:pt x="229" y="1007"/>
                  </a:cubicBezTo>
                  <a:cubicBezTo>
                    <a:pt x="218" y="994"/>
                    <a:pt x="205" y="987"/>
                    <a:pt x="198" y="979"/>
                  </a:cubicBezTo>
                  <a:cubicBezTo>
                    <a:pt x="182" y="967"/>
                    <a:pt x="170" y="956"/>
                    <a:pt x="158" y="940"/>
                  </a:cubicBezTo>
                  <a:cubicBezTo>
                    <a:pt x="150" y="928"/>
                    <a:pt x="143" y="912"/>
                    <a:pt x="143" y="896"/>
                  </a:cubicBezTo>
                  <a:lnTo>
                    <a:pt x="143" y="892"/>
                  </a:lnTo>
                  <a:cubicBezTo>
                    <a:pt x="143" y="872"/>
                    <a:pt x="150" y="857"/>
                    <a:pt x="166" y="841"/>
                  </a:cubicBezTo>
                  <a:cubicBezTo>
                    <a:pt x="182" y="829"/>
                    <a:pt x="202" y="821"/>
                    <a:pt x="221" y="821"/>
                  </a:cubicBezTo>
                  <a:cubicBezTo>
                    <a:pt x="229" y="821"/>
                    <a:pt x="237" y="821"/>
                    <a:pt x="245" y="825"/>
                  </a:cubicBezTo>
                  <a:cubicBezTo>
                    <a:pt x="248" y="826"/>
                    <a:pt x="252" y="827"/>
                    <a:pt x="255" y="827"/>
                  </a:cubicBezTo>
                  <a:cubicBezTo>
                    <a:pt x="263" y="827"/>
                    <a:pt x="270" y="823"/>
                    <a:pt x="272" y="818"/>
                  </a:cubicBezTo>
                  <a:cubicBezTo>
                    <a:pt x="281" y="805"/>
                    <a:pt x="276" y="794"/>
                    <a:pt x="265" y="786"/>
                  </a:cubicBezTo>
                  <a:cubicBezTo>
                    <a:pt x="229" y="763"/>
                    <a:pt x="190" y="739"/>
                    <a:pt x="163" y="707"/>
                  </a:cubicBezTo>
                  <a:cubicBezTo>
                    <a:pt x="150" y="695"/>
                    <a:pt x="139" y="679"/>
                    <a:pt x="131" y="659"/>
                  </a:cubicBezTo>
                  <a:cubicBezTo>
                    <a:pt x="123" y="644"/>
                    <a:pt x="119" y="628"/>
                    <a:pt x="119" y="608"/>
                  </a:cubicBezTo>
                  <a:lnTo>
                    <a:pt x="119" y="601"/>
                  </a:lnTo>
                  <a:cubicBezTo>
                    <a:pt x="119" y="592"/>
                    <a:pt x="123" y="585"/>
                    <a:pt x="123" y="577"/>
                  </a:cubicBezTo>
                  <a:cubicBezTo>
                    <a:pt x="127" y="573"/>
                    <a:pt x="131" y="565"/>
                    <a:pt x="134" y="561"/>
                  </a:cubicBezTo>
                  <a:cubicBezTo>
                    <a:pt x="139" y="557"/>
                    <a:pt x="143" y="557"/>
                    <a:pt x="150" y="553"/>
                  </a:cubicBezTo>
                  <a:lnTo>
                    <a:pt x="170" y="553"/>
                  </a:lnTo>
                  <a:cubicBezTo>
                    <a:pt x="182" y="553"/>
                    <a:pt x="194" y="553"/>
                    <a:pt x="205" y="557"/>
                  </a:cubicBezTo>
                  <a:lnTo>
                    <a:pt x="276" y="557"/>
                  </a:lnTo>
                  <a:cubicBezTo>
                    <a:pt x="285" y="553"/>
                    <a:pt x="292" y="545"/>
                    <a:pt x="292" y="537"/>
                  </a:cubicBezTo>
                  <a:cubicBezTo>
                    <a:pt x="292" y="530"/>
                    <a:pt x="292" y="521"/>
                    <a:pt x="285" y="518"/>
                  </a:cubicBezTo>
                  <a:cubicBezTo>
                    <a:pt x="221" y="470"/>
                    <a:pt x="163" y="419"/>
                    <a:pt x="115" y="356"/>
                  </a:cubicBezTo>
                  <a:cubicBezTo>
                    <a:pt x="96" y="332"/>
                    <a:pt x="76" y="308"/>
                    <a:pt x="63" y="285"/>
                  </a:cubicBezTo>
                  <a:cubicBezTo>
                    <a:pt x="52" y="257"/>
                    <a:pt x="44" y="230"/>
                    <a:pt x="44" y="206"/>
                  </a:cubicBezTo>
                  <a:lnTo>
                    <a:pt x="44" y="199"/>
                  </a:lnTo>
                  <a:cubicBezTo>
                    <a:pt x="44" y="171"/>
                    <a:pt x="56" y="143"/>
                    <a:pt x="72" y="119"/>
                  </a:cubicBezTo>
                  <a:cubicBezTo>
                    <a:pt x="87" y="95"/>
                    <a:pt x="115" y="77"/>
                    <a:pt x="139" y="64"/>
                  </a:cubicBezTo>
                  <a:cubicBezTo>
                    <a:pt x="170" y="53"/>
                    <a:pt x="198" y="44"/>
                    <a:pt x="229" y="44"/>
                  </a:cubicBezTo>
                  <a:close/>
                  <a:moveTo>
                    <a:pt x="229" y="1"/>
                  </a:moveTo>
                  <a:cubicBezTo>
                    <a:pt x="194" y="1"/>
                    <a:pt x="158" y="9"/>
                    <a:pt x="123" y="24"/>
                  </a:cubicBezTo>
                  <a:cubicBezTo>
                    <a:pt x="87" y="41"/>
                    <a:pt x="60" y="64"/>
                    <a:pt x="36" y="95"/>
                  </a:cubicBezTo>
                  <a:cubicBezTo>
                    <a:pt x="16" y="124"/>
                    <a:pt x="1" y="159"/>
                    <a:pt x="1" y="199"/>
                  </a:cubicBezTo>
                  <a:lnTo>
                    <a:pt x="1" y="206"/>
                  </a:lnTo>
                  <a:cubicBezTo>
                    <a:pt x="1" y="242"/>
                    <a:pt x="8" y="273"/>
                    <a:pt x="25" y="305"/>
                  </a:cubicBezTo>
                  <a:cubicBezTo>
                    <a:pt x="40" y="332"/>
                    <a:pt x="60" y="360"/>
                    <a:pt x="79" y="384"/>
                  </a:cubicBezTo>
                  <a:cubicBezTo>
                    <a:pt x="120" y="431"/>
                    <a:pt x="164" y="474"/>
                    <a:pt x="210" y="514"/>
                  </a:cubicBezTo>
                  <a:lnTo>
                    <a:pt x="210" y="514"/>
                  </a:lnTo>
                  <a:cubicBezTo>
                    <a:pt x="198" y="510"/>
                    <a:pt x="186" y="510"/>
                    <a:pt x="170" y="510"/>
                  </a:cubicBezTo>
                  <a:cubicBezTo>
                    <a:pt x="158" y="510"/>
                    <a:pt x="150" y="510"/>
                    <a:pt x="139" y="514"/>
                  </a:cubicBezTo>
                  <a:cubicBezTo>
                    <a:pt x="127" y="518"/>
                    <a:pt x="115" y="521"/>
                    <a:pt x="107" y="530"/>
                  </a:cubicBezTo>
                  <a:cubicBezTo>
                    <a:pt x="96" y="537"/>
                    <a:pt x="87" y="550"/>
                    <a:pt x="83" y="561"/>
                  </a:cubicBezTo>
                  <a:cubicBezTo>
                    <a:pt x="79" y="573"/>
                    <a:pt x="76" y="585"/>
                    <a:pt x="76" y="597"/>
                  </a:cubicBezTo>
                  <a:lnTo>
                    <a:pt x="76" y="608"/>
                  </a:lnTo>
                  <a:cubicBezTo>
                    <a:pt x="76" y="632"/>
                    <a:pt x="79" y="656"/>
                    <a:pt x="92" y="679"/>
                  </a:cubicBezTo>
                  <a:cubicBezTo>
                    <a:pt x="99" y="699"/>
                    <a:pt x="115" y="719"/>
                    <a:pt x="131" y="739"/>
                  </a:cubicBezTo>
                  <a:cubicBezTo>
                    <a:pt x="146" y="756"/>
                    <a:pt x="163" y="771"/>
                    <a:pt x="182" y="784"/>
                  </a:cubicBezTo>
                  <a:lnTo>
                    <a:pt x="182" y="784"/>
                  </a:lnTo>
                  <a:cubicBezTo>
                    <a:pt x="165" y="790"/>
                    <a:pt x="150" y="799"/>
                    <a:pt x="139" y="810"/>
                  </a:cubicBezTo>
                  <a:cubicBezTo>
                    <a:pt x="115" y="829"/>
                    <a:pt x="99" y="861"/>
                    <a:pt x="99" y="892"/>
                  </a:cubicBezTo>
                  <a:lnTo>
                    <a:pt x="99" y="896"/>
                  </a:lnTo>
                  <a:cubicBezTo>
                    <a:pt x="99" y="924"/>
                    <a:pt x="111" y="947"/>
                    <a:pt x="123" y="967"/>
                  </a:cubicBezTo>
                  <a:cubicBezTo>
                    <a:pt x="134" y="987"/>
                    <a:pt x="154" y="1003"/>
                    <a:pt x="174" y="1014"/>
                  </a:cubicBezTo>
                  <a:cubicBezTo>
                    <a:pt x="178" y="1018"/>
                    <a:pt x="182" y="1023"/>
                    <a:pt x="190" y="1030"/>
                  </a:cubicBezTo>
                  <a:cubicBezTo>
                    <a:pt x="200" y="1035"/>
                    <a:pt x="209" y="1042"/>
                    <a:pt x="218" y="1050"/>
                  </a:cubicBezTo>
                  <a:lnTo>
                    <a:pt x="218" y="1050"/>
                  </a:lnTo>
                  <a:cubicBezTo>
                    <a:pt x="211" y="1052"/>
                    <a:pt x="205" y="1055"/>
                    <a:pt x="198" y="1058"/>
                  </a:cubicBezTo>
                  <a:cubicBezTo>
                    <a:pt x="186" y="1065"/>
                    <a:pt x="170" y="1074"/>
                    <a:pt x="163" y="1089"/>
                  </a:cubicBezTo>
                  <a:cubicBezTo>
                    <a:pt x="150" y="1101"/>
                    <a:pt x="143" y="1118"/>
                    <a:pt x="143" y="1136"/>
                  </a:cubicBezTo>
                  <a:lnTo>
                    <a:pt x="143" y="1145"/>
                  </a:lnTo>
                  <a:cubicBezTo>
                    <a:pt x="147" y="1165"/>
                    <a:pt x="154" y="1180"/>
                    <a:pt x="166" y="1192"/>
                  </a:cubicBezTo>
                  <a:cubicBezTo>
                    <a:pt x="178" y="1204"/>
                    <a:pt x="194" y="1212"/>
                    <a:pt x="205" y="1220"/>
                  </a:cubicBezTo>
                  <a:cubicBezTo>
                    <a:pt x="234" y="1236"/>
                    <a:pt x="265" y="1243"/>
                    <a:pt x="292" y="1247"/>
                  </a:cubicBezTo>
                  <a:cubicBezTo>
                    <a:pt x="320" y="1251"/>
                    <a:pt x="347" y="1251"/>
                    <a:pt x="376" y="1251"/>
                  </a:cubicBezTo>
                  <a:cubicBezTo>
                    <a:pt x="427" y="1251"/>
                    <a:pt x="485" y="1263"/>
                    <a:pt x="541" y="1263"/>
                  </a:cubicBezTo>
                  <a:cubicBezTo>
                    <a:pt x="560" y="1267"/>
                    <a:pt x="584" y="1267"/>
                    <a:pt x="604" y="1267"/>
                  </a:cubicBezTo>
                  <a:cubicBezTo>
                    <a:pt x="695" y="1267"/>
                    <a:pt x="785" y="1259"/>
                    <a:pt x="876" y="1259"/>
                  </a:cubicBezTo>
                  <a:lnTo>
                    <a:pt x="880" y="1259"/>
                  </a:lnTo>
                  <a:cubicBezTo>
                    <a:pt x="1136" y="1247"/>
                    <a:pt x="1393" y="1223"/>
                    <a:pt x="1645" y="1172"/>
                  </a:cubicBezTo>
                  <a:cubicBezTo>
                    <a:pt x="1823" y="1136"/>
                    <a:pt x="2023" y="1094"/>
                    <a:pt x="2201" y="1018"/>
                  </a:cubicBezTo>
                  <a:cubicBezTo>
                    <a:pt x="2292" y="979"/>
                    <a:pt x="2378" y="932"/>
                    <a:pt x="2453" y="872"/>
                  </a:cubicBezTo>
                  <a:cubicBezTo>
                    <a:pt x="2529" y="814"/>
                    <a:pt x="2591" y="743"/>
                    <a:pt x="2642" y="656"/>
                  </a:cubicBezTo>
                  <a:cubicBezTo>
                    <a:pt x="2702" y="550"/>
                    <a:pt x="2745" y="423"/>
                    <a:pt x="2745" y="297"/>
                  </a:cubicBezTo>
                  <a:cubicBezTo>
                    <a:pt x="2745" y="270"/>
                    <a:pt x="2745" y="242"/>
                    <a:pt x="2742" y="214"/>
                  </a:cubicBezTo>
                  <a:cubicBezTo>
                    <a:pt x="2737" y="202"/>
                    <a:pt x="2729" y="195"/>
                    <a:pt x="2718" y="195"/>
                  </a:cubicBezTo>
                  <a:cubicBezTo>
                    <a:pt x="2591" y="199"/>
                    <a:pt x="2481" y="230"/>
                    <a:pt x="2374" y="257"/>
                  </a:cubicBezTo>
                  <a:cubicBezTo>
                    <a:pt x="2272" y="285"/>
                    <a:pt x="2174" y="308"/>
                    <a:pt x="2071" y="308"/>
                  </a:cubicBezTo>
                  <a:cubicBezTo>
                    <a:pt x="2008" y="308"/>
                    <a:pt x="1945" y="301"/>
                    <a:pt x="1874" y="277"/>
                  </a:cubicBezTo>
                  <a:cubicBezTo>
                    <a:pt x="1719" y="230"/>
                    <a:pt x="1566" y="218"/>
                    <a:pt x="1417" y="218"/>
                  </a:cubicBezTo>
                  <a:cubicBezTo>
                    <a:pt x="1286" y="218"/>
                    <a:pt x="1160" y="226"/>
                    <a:pt x="1033" y="226"/>
                  </a:cubicBezTo>
                  <a:cubicBezTo>
                    <a:pt x="967" y="226"/>
                    <a:pt x="900" y="222"/>
                    <a:pt x="837" y="214"/>
                  </a:cubicBezTo>
                  <a:cubicBezTo>
                    <a:pt x="678" y="199"/>
                    <a:pt x="529" y="155"/>
                    <a:pt x="379" y="48"/>
                  </a:cubicBezTo>
                  <a:cubicBezTo>
                    <a:pt x="336" y="17"/>
                    <a:pt x="285" y="1"/>
                    <a:pt x="22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3" name="Google Shape;1153;p35"/>
            <p:cNvSpPr/>
            <p:nvPr/>
          </p:nvSpPr>
          <p:spPr>
            <a:xfrm>
              <a:off x="2889010" y="6453404"/>
              <a:ext cx="2070686" cy="1610944"/>
            </a:xfrm>
            <a:custGeom>
              <a:rect b="b" l="l" r="r" t="t"/>
              <a:pathLst>
                <a:path extrusionOk="0" h="4026" w="5175">
                  <a:moveTo>
                    <a:pt x="1133" y="1"/>
                  </a:moveTo>
                  <a:cubicBezTo>
                    <a:pt x="1108" y="1"/>
                    <a:pt x="1083" y="1"/>
                    <a:pt x="1058" y="3"/>
                  </a:cubicBezTo>
                  <a:cubicBezTo>
                    <a:pt x="734" y="23"/>
                    <a:pt x="435" y="208"/>
                    <a:pt x="246" y="469"/>
                  </a:cubicBezTo>
                  <a:cubicBezTo>
                    <a:pt x="1" y="807"/>
                    <a:pt x="57" y="1100"/>
                    <a:pt x="238" y="1458"/>
                  </a:cubicBezTo>
                  <a:cubicBezTo>
                    <a:pt x="573" y="2128"/>
                    <a:pt x="1113" y="2487"/>
                    <a:pt x="1728" y="2889"/>
                  </a:cubicBezTo>
                  <a:cubicBezTo>
                    <a:pt x="2423" y="3344"/>
                    <a:pt x="3151" y="3753"/>
                    <a:pt x="3941" y="4021"/>
                  </a:cubicBezTo>
                  <a:cubicBezTo>
                    <a:pt x="3949" y="4024"/>
                    <a:pt x="3958" y="4026"/>
                    <a:pt x="3968" y="4026"/>
                  </a:cubicBezTo>
                  <a:cubicBezTo>
                    <a:pt x="4055" y="4026"/>
                    <a:pt x="4203" y="3900"/>
                    <a:pt x="4366" y="3726"/>
                  </a:cubicBezTo>
                  <a:cubicBezTo>
                    <a:pt x="4705" y="3355"/>
                    <a:pt x="5115" y="2760"/>
                    <a:pt x="5175" y="2629"/>
                  </a:cubicBezTo>
                  <a:cubicBezTo>
                    <a:pt x="4674" y="2460"/>
                    <a:pt x="4118" y="2128"/>
                    <a:pt x="3641" y="1884"/>
                  </a:cubicBezTo>
                  <a:cubicBezTo>
                    <a:pt x="3404" y="1762"/>
                    <a:pt x="3175" y="1628"/>
                    <a:pt x="2974" y="1458"/>
                  </a:cubicBezTo>
                  <a:lnTo>
                    <a:pt x="2678" y="563"/>
                  </a:lnTo>
                  <a:cubicBezTo>
                    <a:pt x="2663" y="543"/>
                    <a:pt x="2643" y="536"/>
                    <a:pt x="2620" y="523"/>
                  </a:cubicBezTo>
                  <a:cubicBezTo>
                    <a:pt x="2438" y="441"/>
                    <a:pt x="2261" y="363"/>
                    <a:pt x="2079" y="279"/>
                  </a:cubicBezTo>
                  <a:cubicBezTo>
                    <a:pt x="1778" y="140"/>
                    <a:pt x="1461" y="1"/>
                    <a:pt x="113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4" name="Google Shape;1154;p35"/>
            <p:cNvSpPr/>
            <p:nvPr/>
          </p:nvSpPr>
          <p:spPr>
            <a:xfrm>
              <a:off x="2913018" y="6445001"/>
              <a:ext cx="2056281" cy="1628549"/>
            </a:xfrm>
            <a:custGeom>
              <a:rect b="b" l="l" r="r" t="t"/>
              <a:pathLst>
                <a:path extrusionOk="0" h="4070" w="5139">
                  <a:moveTo>
                    <a:pt x="998" y="0"/>
                  </a:moveTo>
                  <a:cubicBezTo>
                    <a:pt x="667" y="24"/>
                    <a:pt x="359" y="213"/>
                    <a:pt x="166" y="478"/>
                  </a:cubicBezTo>
                  <a:cubicBezTo>
                    <a:pt x="52" y="644"/>
                    <a:pt x="1" y="797"/>
                    <a:pt x="1" y="955"/>
                  </a:cubicBezTo>
                  <a:cubicBezTo>
                    <a:pt x="1" y="1128"/>
                    <a:pt x="59" y="1302"/>
                    <a:pt x="158" y="1491"/>
                  </a:cubicBezTo>
                  <a:cubicBezTo>
                    <a:pt x="328" y="1827"/>
                    <a:pt x="549" y="2087"/>
                    <a:pt x="805" y="2311"/>
                  </a:cubicBezTo>
                  <a:cubicBezTo>
                    <a:pt x="1061" y="2537"/>
                    <a:pt x="1349" y="2730"/>
                    <a:pt x="1657" y="2926"/>
                  </a:cubicBezTo>
                  <a:cubicBezTo>
                    <a:pt x="2350" y="3380"/>
                    <a:pt x="3084" y="3794"/>
                    <a:pt x="3872" y="4066"/>
                  </a:cubicBezTo>
                  <a:cubicBezTo>
                    <a:pt x="3884" y="4066"/>
                    <a:pt x="3896" y="4070"/>
                    <a:pt x="3904" y="4070"/>
                  </a:cubicBezTo>
                  <a:cubicBezTo>
                    <a:pt x="3932" y="4070"/>
                    <a:pt x="3959" y="4062"/>
                    <a:pt x="3990" y="4046"/>
                  </a:cubicBezTo>
                  <a:cubicBezTo>
                    <a:pt x="4038" y="4022"/>
                    <a:pt x="4090" y="3984"/>
                    <a:pt x="4145" y="3936"/>
                  </a:cubicBezTo>
                  <a:cubicBezTo>
                    <a:pt x="4200" y="3889"/>
                    <a:pt x="4259" y="3829"/>
                    <a:pt x="4322" y="3762"/>
                  </a:cubicBezTo>
                  <a:cubicBezTo>
                    <a:pt x="4492" y="3573"/>
                    <a:pt x="4681" y="3332"/>
                    <a:pt x="4835" y="3119"/>
                  </a:cubicBezTo>
                  <a:cubicBezTo>
                    <a:pt x="4909" y="3014"/>
                    <a:pt x="4976" y="2915"/>
                    <a:pt x="5031" y="2836"/>
                  </a:cubicBezTo>
                  <a:cubicBezTo>
                    <a:pt x="5055" y="2797"/>
                    <a:pt x="5079" y="2761"/>
                    <a:pt x="5095" y="2730"/>
                  </a:cubicBezTo>
                  <a:cubicBezTo>
                    <a:pt x="5115" y="2702"/>
                    <a:pt x="5126" y="2674"/>
                    <a:pt x="5135" y="2659"/>
                  </a:cubicBezTo>
                  <a:cubicBezTo>
                    <a:pt x="5138" y="2655"/>
                    <a:pt x="5138" y="2646"/>
                    <a:pt x="5135" y="2639"/>
                  </a:cubicBezTo>
                  <a:cubicBezTo>
                    <a:pt x="5131" y="2635"/>
                    <a:pt x="5126" y="2631"/>
                    <a:pt x="5122" y="2626"/>
                  </a:cubicBezTo>
                  <a:cubicBezTo>
                    <a:pt x="4622" y="2466"/>
                    <a:pt x="4070" y="2130"/>
                    <a:pt x="3588" y="1885"/>
                  </a:cubicBezTo>
                  <a:cubicBezTo>
                    <a:pt x="3356" y="1763"/>
                    <a:pt x="3127" y="1629"/>
                    <a:pt x="2926" y="1463"/>
                  </a:cubicBezTo>
                  <a:cubicBezTo>
                    <a:pt x="2922" y="1460"/>
                    <a:pt x="2916" y="1458"/>
                    <a:pt x="2910" y="1458"/>
                  </a:cubicBezTo>
                  <a:cubicBezTo>
                    <a:pt x="2904" y="1458"/>
                    <a:pt x="2898" y="1460"/>
                    <a:pt x="2895" y="1463"/>
                  </a:cubicBezTo>
                  <a:cubicBezTo>
                    <a:pt x="2887" y="1476"/>
                    <a:pt x="2891" y="1487"/>
                    <a:pt x="2898" y="1496"/>
                  </a:cubicBezTo>
                  <a:cubicBezTo>
                    <a:pt x="3104" y="1669"/>
                    <a:pt x="3336" y="1803"/>
                    <a:pt x="3569" y="1925"/>
                  </a:cubicBezTo>
                  <a:cubicBezTo>
                    <a:pt x="4043" y="2166"/>
                    <a:pt x="4585" y="2490"/>
                    <a:pt x="5083" y="2662"/>
                  </a:cubicBezTo>
                  <a:lnTo>
                    <a:pt x="5083" y="2662"/>
                  </a:lnTo>
                  <a:cubicBezTo>
                    <a:pt x="5077" y="2675"/>
                    <a:pt x="5069" y="2691"/>
                    <a:pt x="5060" y="2710"/>
                  </a:cubicBezTo>
                  <a:cubicBezTo>
                    <a:pt x="4996" y="2808"/>
                    <a:pt x="4882" y="2986"/>
                    <a:pt x="4740" y="3175"/>
                  </a:cubicBezTo>
                  <a:cubicBezTo>
                    <a:pt x="4598" y="3365"/>
                    <a:pt x="4436" y="3569"/>
                    <a:pt x="4287" y="3731"/>
                  </a:cubicBezTo>
                  <a:cubicBezTo>
                    <a:pt x="4208" y="3818"/>
                    <a:pt x="4129" y="3893"/>
                    <a:pt x="4061" y="3948"/>
                  </a:cubicBezTo>
                  <a:cubicBezTo>
                    <a:pt x="4030" y="3971"/>
                    <a:pt x="3999" y="3991"/>
                    <a:pt x="3971" y="4007"/>
                  </a:cubicBezTo>
                  <a:cubicBezTo>
                    <a:pt x="3943" y="4019"/>
                    <a:pt x="3924" y="4027"/>
                    <a:pt x="3904" y="4027"/>
                  </a:cubicBezTo>
                  <a:cubicBezTo>
                    <a:pt x="3900" y="4027"/>
                    <a:pt x="3892" y="4027"/>
                    <a:pt x="3888" y="4022"/>
                  </a:cubicBezTo>
                  <a:cubicBezTo>
                    <a:pt x="3100" y="3754"/>
                    <a:pt x="2374" y="3345"/>
                    <a:pt x="1680" y="2891"/>
                  </a:cubicBezTo>
                  <a:cubicBezTo>
                    <a:pt x="1373" y="2690"/>
                    <a:pt x="1085" y="2501"/>
                    <a:pt x="832" y="2280"/>
                  </a:cubicBezTo>
                  <a:cubicBezTo>
                    <a:pt x="580" y="2059"/>
                    <a:pt x="363" y="1803"/>
                    <a:pt x="197" y="1472"/>
                  </a:cubicBezTo>
                  <a:cubicBezTo>
                    <a:pt x="103" y="1283"/>
                    <a:pt x="44" y="1117"/>
                    <a:pt x="44" y="955"/>
                  </a:cubicBezTo>
                  <a:cubicBezTo>
                    <a:pt x="44" y="805"/>
                    <a:pt x="91" y="663"/>
                    <a:pt x="201" y="506"/>
                  </a:cubicBezTo>
                  <a:cubicBezTo>
                    <a:pt x="387" y="245"/>
                    <a:pt x="683" y="64"/>
                    <a:pt x="1002" y="44"/>
                  </a:cubicBezTo>
                  <a:lnTo>
                    <a:pt x="1073" y="44"/>
                  </a:lnTo>
                  <a:cubicBezTo>
                    <a:pt x="1396" y="44"/>
                    <a:pt x="1708" y="182"/>
                    <a:pt x="2012" y="320"/>
                  </a:cubicBezTo>
                  <a:cubicBezTo>
                    <a:pt x="2189" y="403"/>
                    <a:pt x="2370" y="482"/>
                    <a:pt x="2552" y="564"/>
                  </a:cubicBezTo>
                  <a:cubicBezTo>
                    <a:pt x="2563" y="573"/>
                    <a:pt x="2571" y="577"/>
                    <a:pt x="2579" y="580"/>
                  </a:cubicBezTo>
                  <a:cubicBezTo>
                    <a:pt x="2591" y="584"/>
                    <a:pt x="2595" y="592"/>
                    <a:pt x="2603" y="600"/>
                  </a:cubicBezTo>
                  <a:cubicBezTo>
                    <a:pt x="2607" y="605"/>
                    <a:pt x="2614" y="607"/>
                    <a:pt x="2620" y="607"/>
                  </a:cubicBezTo>
                  <a:cubicBezTo>
                    <a:pt x="2625" y="607"/>
                    <a:pt x="2630" y="606"/>
                    <a:pt x="2634" y="604"/>
                  </a:cubicBezTo>
                  <a:cubicBezTo>
                    <a:pt x="2642" y="597"/>
                    <a:pt x="2642" y="580"/>
                    <a:pt x="2638" y="573"/>
                  </a:cubicBezTo>
                  <a:cubicBezTo>
                    <a:pt x="2627" y="561"/>
                    <a:pt x="2614" y="553"/>
                    <a:pt x="2603" y="544"/>
                  </a:cubicBezTo>
                  <a:cubicBezTo>
                    <a:pt x="2591" y="537"/>
                    <a:pt x="2579" y="533"/>
                    <a:pt x="2567" y="526"/>
                  </a:cubicBezTo>
                  <a:cubicBezTo>
                    <a:pt x="2390" y="442"/>
                    <a:pt x="2208" y="364"/>
                    <a:pt x="2027" y="280"/>
                  </a:cubicBezTo>
                  <a:cubicBezTo>
                    <a:pt x="1728" y="142"/>
                    <a:pt x="1408" y="0"/>
                    <a:pt x="107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5" name="Google Shape;1155;p35"/>
            <p:cNvSpPr/>
            <p:nvPr/>
          </p:nvSpPr>
          <p:spPr>
            <a:xfrm>
              <a:off x="4609172" y="6675476"/>
              <a:ext cx="104435" cy="91631"/>
            </a:xfrm>
            <a:custGeom>
              <a:rect b="b" l="l" r="r" t="t"/>
              <a:pathLst>
                <a:path extrusionOk="0" h="229" w="261">
                  <a:moveTo>
                    <a:pt x="115" y="1"/>
                  </a:moveTo>
                  <a:cubicBezTo>
                    <a:pt x="48" y="1"/>
                    <a:pt x="0" y="52"/>
                    <a:pt x="12" y="115"/>
                  </a:cubicBezTo>
                  <a:cubicBezTo>
                    <a:pt x="20" y="178"/>
                    <a:pt x="83" y="229"/>
                    <a:pt x="150" y="229"/>
                  </a:cubicBezTo>
                  <a:cubicBezTo>
                    <a:pt x="213" y="229"/>
                    <a:pt x="261" y="170"/>
                    <a:pt x="253" y="110"/>
                  </a:cubicBezTo>
                  <a:cubicBezTo>
                    <a:pt x="244" y="48"/>
                    <a:pt x="182" y="1"/>
                    <a:pt x="115" y="1"/>
                  </a:cubicBezTo>
                  <a:close/>
                </a:path>
              </a:pathLst>
            </a:cu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6" name="Google Shape;1156;p35"/>
            <p:cNvSpPr/>
            <p:nvPr/>
          </p:nvSpPr>
          <p:spPr>
            <a:xfrm>
              <a:off x="4603970" y="6666273"/>
              <a:ext cx="116038" cy="110437"/>
            </a:xfrm>
            <a:custGeom>
              <a:rect b="b" l="l" r="r" t="t"/>
              <a:pathLst>
                <a:path extrusionOk="0" h="276" w="290">
                  <a:moveTo>
                    <a:pt x="128" y="44"/>
                  </a:moveTo>
                  <a:cubicBezTo>
                    <a:pt x="155" y="44"/>
                    <a:pt x="183" y="55"/>
                    <a:pt x="206" y="71"/>
                  </a:cubicBezTo>
                  <a:cubicBezTo>
                    <a:pt x="226" y="86"/>
                    <a:pt x="242" y="110"/>
                    <a:pt x="242" y="133"/>
                  </a:cubicBezTo>
                  <a:cubicBezTo>
                    <a:pt x="246" y="142"/>
                    <a:pt x="246" y="146"/>
                    <a:pt x="246" y="146"/>
                  </a:cubicBezTo>
                  <a:cubicBezTo>
                    <a:pt x="246" y="169"/>
                    <a:pt x="234" y="189"/>
                    <a:pt x="222" y="204"/>
                  </a:cubicBezTo>
                  <a:cubicBezTo>
                    <a:pt x="206" y="220"/>
                    <a:pt x="186" y="233"/>
                    <a:pt x="163" y="233"/>
                  </a:cubicBezTo>
                  <a:cubicBezTo>
                    <a:pt x="132" y="233"/>
                    <a:pt x="108" y="220"/>
                    <a:pt x="84" y="201"/>
                  </a:cubicBezTo>
                  <a:cubicBezTo>
                    <a:pt x="64" y="185"/>
                    <a:pt x="48" y="162"/>
                    <a:pt x="44" y="133"/>
                  </a:cubicBezTo>
                  <a:lnTo>
                    <a:pt x="44" y="122"/>
                  </a:lnTo>
                  <a:cubicBezTo>
                    <a:pt x="44" y="98"/>
                    <a:pt x="53" y="79"/>
                    <a:pt x="68" y="67"/>
                  </a:cubicBezTo>
                  <a:cubicBezTo>
                    <a:pt x="84" y="51"/>
                    <a:pt x="104" y="44"/>
                    <a:pt x="128" y="44"/>
                  </a:cubicBezTo>
                  <a:close/>
                  <a:moveTo>
                    <a:pt x="128" y="0"/>
                  </a:moveTo>
                  <a:cubicBezTo>
                    <a:pt x="92" y="0"/>
                    <a:pt x="61" y="11"/>
                    <a:pt x="37" y="35"/>
                  </a:cubicBezTo>
                  <a:cubicBezTo>
                    <a:pt x="13" y="55"/>
                    <a:pt x="1" y="86"/>
                    <a:pt x="1" y="122"/>
                  </a:cubicBezTo>
                  <a:lnTo>
                    <a:pt x="1" y="142"/>
                  </a:lnTo>
                  <a:cubicBezTo>
                    <a:pt x="9" y="177"/>
                    <a:pt x="29" y="213"/>
                    <a:pt x="57" y="237"/>
                  </a:cubicBezTo>
                  <a:cubicBezTo>
                    <a:pt x="84" y="260"/>
                    <a:pt x="124" y="275"/>
                    <a:pt x="163" y="275"/>
                  </a:cubicBezTo>
                  <a:cubicBezTo>
                    <a:pt x="199" y="275"/>
                    <a:pt x="230" y="260"/>
                    <a:pt x="254" y="237"/>
                  </a:cubicBezTo>
                  <a:cubicBezTo>
                    <a:pt x="274" y="213"/>
                    <a:pt x="290" y="181"/>
                    <a:pt x="290" y="146"/>
                  </a:cubicBezTo>
                  <a:cubicBezTo>
                    <a:pt x="290" y="142"/>
                    <a:pt x="290" y="133"/>
                    <a:pt x="285" y="130"/>
                  </a:cubicBezTo>
                  <a:cubicBezTo>
                    <a:pt x="281" y="95"/>
                    <a:pt x="261" y="59"/>
                    <a:pt x="234" y="35"/>
                  </a:cubicBezTo>
                  <a:cubicBezTo>
                    <a:pt x="203" y="15"/>
                    <a:pt x="167" y="0"/>
                    <a:pt x="128"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7" name="Google Shape;1157;p35"/>
            <p:cNvSpPr/>
            <p:nvPr/>
          </p:nvSpPr>
          <p:spPr>
            <a:xfrm>
              <a:off x="5172156" y="4101033"/>
              <a:ext cx="1145979" cy="1474497"/>
            </a:xfrm>
            <a:custGeom>
              <a:rect b="b" l="l" r="r" t="t"/>
              <a:pathLst>
                <a:path extrusionOk="0" h="3685" w="2864">
                  <a:moveTo>
                    <a:pt x="1140" y="1"/>
                  </a:moveTo>
                  <a:cubicBezTo>
                    <a:pt x="936" y="1"/>
                    <a:pt x="720" y="45"/>
                    <a:pt x="541" y="67"/>
                  </a:cubicBezTo>
                  <a:cubicBezTo>
                    <a:pt x="494" y="370"/>
                    <a:pt x="466" y="673"/>
                    <a:pt x="462" y="981"/>
                  </a:cubicBezTo>
                  <a:cubicBezTo>
                    <a:pt x="462" y="1316"/>
                    <a:pt x="541" y="1576"/>
                    <a:pt x="797" y="1794"/>
                  </a:cubicBezTo>
                  <a:cubicBezTo>
                    <a:pt x="848" y="1836"/>
                    <a:pt x="845" y="1856"/>
                    <a:pt x="845" y="1927"/>
                  </a:cubicBezTo>
                  <a:cubicBezTo>
                    <a:pt x="845" y="2069"/>
                    <a:pt x="876" y="2223"/>
                    <a:pt x="821" y="2357"/>
                  </a:cubicBezTo>
                  <a:cubicBezTo>
                    <a:pt x="758" y="2531"/>
                    <a:pt x="537" y="2551"/>
                    <a:pt x="375" y="2551"/>
                  </a:cubicBezTo>
                  <a:cubicBezTo>
                    <a:pt x="249" y="2551"/>
                    <a:pt x="127" y="2527"/>
                    <a:pt x="0" y="2511"/>
                  </a:cubicBezTo>
                  <a:lnTo>
                    <a:pt x="0" y="2511"/>
                  </a:lnTo>
                  <a:cubicBezTo>
                    <a:pt x="44" y="2542"/>
                    <a:pt x="40" y="2657"/>
                    <a:pt x="53" y="2708"/>
                  </a:cubicBezTo>
                  <a:cubicBezTo>
                    <a:pt x="68" y="2779"/>
                    <a:pt x="91" y="2854"/>
                    <a:pt x="119" y="2925"/>
                  </a:cubicBezTo>
                  <a:cubicBezTo>
                    <a:pt x="182" y="3075"/>
                    <a:pt x="281" y="3201"/>
                    <a:pt x="407" y="3308"/>
                  </a:cubicBezTo>
                  <a:cubicBezTo>
                    <a:pt x="648" y="3509"/>
                    <a:pt x="959" y="3615"/>
                    <a:pt x="1270" y="3663"/>
                  </a:cubicBezTo>
                  <a:cubicBezTo>
                    <a:pt x="1366" y="3676"/>
                    <a:pt x="1463" y="3684"/>
                    <a:pt x="1560" y="3684"/>
                  </a:cubicBezTo>
                  <a:cubicBezTo>
                    <a:pt x="1745" y="3684"/>
                    <a:pt x="1929" y="3654"/>
                    <a:pt x="2095" y="3572"/>
                  </a:cubicBezTo>
                  <a:cubicBezTo>
                    <a:pt x="2386" y="3421"/>
                    <a:pt x="2608" y="3142"/>
                    <a:pt x="2863" y="2941"/>
                  </a:cubicBezTo>
                  <a:cubicBezTo>
                    <a:pt x="2666" y="2877"/>
                    <a:pt x="2434" y="2799"/>
                    <a:pt x="2276" y="2673"/>
                  </a:cubicBezTo>
                  <a:cubicBezTo>
                    <a:pt x="2158" y="2578"/>
                    <a:pt x="2067" y="2451"/>
                    <a:pt x="2024" y="2282"/>
                  </a:cubicBezTo>
                  <a:cubicBezTo>
                    <a:pt x="1953" y="1971"/>
                    <a:pt x="1957" y="1636"/>
                    <a:pt x="2020" y="1324"/>
                  </a:cubicBezTo>
                  <a:cubicBezTo>
                    <a:pt x="2079" y="1040"/>
                    <a:pt x="2142" y="1032"/>
                    <a:pt x="2040" y="757"/>
                  </a:cubicBezTo>
                  <a:cubicBezTo>
                    <a:pt x="1949" y="516"/>
                    <a:pt x="1799" y="295"/>
                    <a:pt x="1594" y="129"/>
                  </a:cubicBezTo>
                  <a:cubicBezTo>
                    <a:pt x="1469" y="31"/>
                    <a:pt x="1308" y="1"/>
                    <a:pt x="1140" y="1"/>
                  </a:cubicBezTo>
                  <a:close/>
                </a:path>
              </a:pathLst>
            </a:custGeom>
            <a:solidFill>
              <a:schemeClr val="accent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8" name="Google Shape;1158;p35"/>
            <p:cNvSpPr/>
            <p:nvPr/>
          </p:nvSpPr>
          <p:spPr>
            <a:xfrm>
              <a:off x="5162553" y="4092630"/>
              <a:ext cx="1164786" cy="1491303"/>
            </a:xfrm>
            <a:custGeom>
              <a:rect b="b" l="l" r="r" t="t"/>
              <a:pathLst>
                <a:path extrusionOk="0" h="3727" w="2911">
                  <a:moveTo>
                    <a:pt x="1165" y="44"/>
                  </a:moveTo>
                  <a:cubicBezTo>
                    <a:pt x="1247" y="44"/>
                    <a:pt x="1326" y="52"/>
                    <a:pt x="1401" y="72"/>
                  </a:cubicBezTo>
                  <a:cubicBezTo>
                    <a:pt x="1476" y="91"/>
                    <a:pt x="1543" y="123"/>
                    <a:pt x="1602" y="170"/>
                  </a:cubicBezTo>
                  <a:cubicBezTo>
                    <a:pt x="1804" y="328"/>
                    <a:pt x="1953" y="545"/>
                    <a:pt x="2044" y="785"/>
                  </a:cubicBezTo>
                  <a:cubicBezTo>
                    <a:pt x="2083" y="892"/>
                    <a:pt x="2095" y="955"/>
                    <a:pt x="2095" y="1010"/>
                  </a:cubicBezTo>
                  <a:cubicBezTo>
                    <a:pt x="2095" y="1053"/>
                    <a:pt x="2088" y="1093"/>
                    <a:pt x="2075" y="1144"/>
                  </a:cubicBezTo>
                  <a:cubicBezTo>
                    <a:pt x="2059" y="1191"/>
                    <a:pt x="2040" y="1255"/>
                    <a:pt x="2024" y="1342"/>
                  </a:cubicBezTo>
                  <a:cubicBezTo>
                    <a:pt x="1993" y="1499"/>
                    <a:pt x="1973" y="1661"/>
                    <a:pt x="1973" y="1826"/>
                  </a:cubicBezTo>
                  <a:cubicBezTo>
                    <a:pt x="1973" y="1988"/>
                    <a:pt x="1993" y="2150"/>
                    <a:pt x="2028" y="2307"/>
                  </a:cubicBezTo>
                  <a:cubicBezTo>
                    <a:pt x="2071" y="2485"/>
                    <a:pt x="2166" y="2614"/>
                    <a:pt x="2288" y="2709"/>
                  </a:cubicBezTo>
                  <a:cubicBezTo>
                    <a:pt x="2440" y="2832"/>
                    <a:pt x="2654" y="2908"/>
                    <a:pt x="2846" y="2970"/>
                  </a:cubicBezTo>
                  <a:lnTo>
                    <a:pt x="2846" y="2970"/>
                  </a:lnTo>
                  <a:cubicBezTo>
                    <a:pt x="2727" y="3067"/>
                    <a:pt x="2617" y="3176"/>
                    <a:pt x="2501" y="3282"/>
                  </a:cubicBezTo>
                  <a:cubicBezTo>
                    <a:pt x="2379" y="3395"/>
                    <a:pt x="2253" y="3502"/>
                    <a:pt x="2111" y="3573"/>
                  </a:cubicBezTo>
                  <a:cubicBezTo>
                    <a:pt x="1949" y="3652"/>
                    <a:pt x="1771" y="3684"/>
                    <a:pt x="1586" y="3684"/>
                  </a:cubicBezTo>
                  <a:cubicBezTo>
                    <a:pt x="1491" y="3684"/>
                    <a:pt x="1393" y="3675"/>
                    <a:pt x="1294" y="3660"/>
                  </a:cubicBezTo>
                  <a:cubicBezTo>
                    <a:pt x="987" y="3617"/>
                    <a:pt x="683" y="3510"/>
                    <a:pt x="443" y="3313"/>
                  </a:cubicBezTo>
                  <a:cubicBezTo>
                    <a:pt x="321" y="3211"/>
                    <a:pt x="226" y="3084"/>
                    <a:pt x="163" y="2934"/>
                  </a:cubicBezTo>
                  <a:cubicBezTo>
                    <a:pt x="135" y="2867"/>
                    <a:pt x="115" y="2796"/>
                    <a:pt x="95" y="2721"/>
                  </a:cubicBezTo>
                  <a:cubicBezTo>
                    <a:pt x="95" y="2714"/>
                    <a:pt x="92" y="2698"/>
                    <a:pt x="92" y="2678"/>
                  </a:cubicBezTo>
                  <a:cubicBezTo>
                    <a:pt x="88" y="2650"/>
                    <a:pt x="84" y="2619"/>
                    <a:pt x="77" y="2587"/>
                  </a:cubicBezTo>
                  <a:cubicBezTo>
                    <a:pt x="73" y="2579"/>
                    <a:pt x="70" y="2568"/>
                    <a:pt x="67" y="2558"/>
                  </a:cubicBezTo>
                  <a:lnTo>
                    <a:pt x="67" y="2558"/>
                  </a:lnTo>
                  <a:cubicBezTo>
                    <a:pt x="178" y="2573"/>
                    <a:pt x="285" y="2591"/>
                    <a:pt x="399" y="2591"/>
                  </a:cubicBezTo>
                  <a:lnTo>
                    <a:pt x="403" y="2591"/>
                  </a:lnTo>
                  <a:cubicBezTo>
                    <a:pt x="486" y="2591"/>
                    <a:pt x="581" y="2587"/>
                    <a:pt x="668" y="2560"/>
                  </a:cubicBezTo>
                  <a:cubicBezTo>
                    <a:pt x="711" y="2548"/>
                    <a:pt x="750" y="2528"/>
                    <a:pt x="786" y="2501"/>
                  </a:cubicBezTo>
                  <a:cubicBezTo>
                    <a:pt x="821" y="2469"/>
                    <a:pt x="849" y="2434"/>
                    <a:pt x="869" y="2386"/>
                  </a:cubicBezTo>
                  <a:cubicBezTo>
                    <a:pt x="892" y="2323"/>
                    <a:pt x="900" y="2252"/>
                    <a:pt x="900" y="2185"/>
                  </a:cubicBezTo>
                  <a:cubicBezTo>
                    <a:pt x="900" y="2106"/>
                    <a:pt x="892" y="2031"/>
                    <a:pt x="892" y="1961"/>
                  </a:cubicBezTo>
                  <a:lnTo>
                    <a:pt x="892" y="1948"/>
                  </a:lnTo>
                  <a:lnTo>
                    <a:pt x="892" y="1913"/>
                  </a:lnTo>
                  <a:cubicBezTo>
                    <a:pt x="892" y="1901"/>
                    <a:pt x="892" y="1893"/>
                    <a:pt x="888" y="1881"/>
                  </a:cubicBezTo>
                  <a:cubicBezTo>
                    <a:pt x="888" y="1866"/>
                    <a:pt x="885" y="1850"/>
                    <a:pt x="876" y="1838"/>
                  </a:cubicBezTo>
                  <a:cubicBezTo>
                    <a:pt x="865" y="1822"/>
                    <a:pt x="853" y="1810"/>
                    <a:pt x="837" y="1795"/>
                  </a:cubicBezTo>
                  <a:cubicBezTo>
                    <a:pt x="715" y="1692"/>
                    <a:pt x="632" y="1578"/>
                    <a:pt x="581" y="1451"/>
                  </a:cubicBezTo>
                  <a:cubicBezTo>
                    <a:pt x="530" y="1326"/>
                    <a:pt x="510" y="1184"/>
                    <a:pt x="510" y="1022"/>
                  </a:cubicBezTo>
                  <a:lnTo>
                    <a:pt x="510" y="1002"/>
                  </a:lnTo>
                  <a:cubicBezTo>
                    <a:pt x="514" y="703"/>
                    <a:pt x="537" y="400"/>
                    <a:pt x="583" y="105"/>
                  </a:cubicBezTo>
                  <a:lnTo>
                    <a:pt x="583" y="105"/>
                  </a:lnTo>
                  <a:cubicBezTo>
                    <a:pt x="758" y="85"/>
                    <a:pt x="968" y="44"/>
                    <a:pt x="1165" y="44"/>
                  </a:cubicBezTo>
                  <a:close/>
                  <a:moveTo>
                    <a:pt x="1165" y="1"/>
                  </a:moveTo>
                  <a:cubicBezTo>
                    <a:pt x="956" y="1"/>
                    <a:pt x="739" y="44"/>
                    <a:pt x="561" y="64"/>
                  </a:cubicBezTo>
                  <a:cubicBezTo>
                    <a:pt x="553" y="68"/>
                    <a:pt x="545" y="72"/>
                    <a:pt x="545" y="83"/>
                  </a:cubicBezTo>
                  <a:cubicBezTo>
                    <a:pt x="494" y="387"/>
                    <a:pt x="470" y="694"/>
                    <a:pt x="466" y="1002"/>
                  </a:cubicBezTo>
                  <a:lnTo>
                    <a:pt x="466" y="1022"/>
                  </a:lnTo>
                  <a:cubicBezTo>
                    <a:pt x="466" y="1187"/>
                    <a:pt x="486" y="1337"/>
                    <a:pt x="541" y="1467"/>
                  </a:cubicBezTo>
                  <a:cubicBezTo>
                    <a:pt x="592" y="1602"/>
                    <a:pt x="679" y="1720"/>
                    <a:pt x="810" y="1830"/>
                  </a:cubicBezTo>
                  <a:cubicBezTo>
                    <a:pt x="818" y="1838"/>
                    <a:pt x="825" y="1846"/>
                    <a:pt x="834" y="1850"/>
                  </a:cubicBezTo>
                  <a:cubicBezTo>
                    <a:pt x="841" y="1862"/>
                    <a:pt x="841" y="1870"/>
                    <a:pt x="845" y="1877"/>
                  </a:cubicBezTo>
                  <a:cubicBezTo>
                    <a:pt x="849" y="1886"/>
                    <a:pt x="849" y="1897"/>
                    <a:pt x="849" y="1913"/>
                  </a:cubicBezTo>
                  <a:lnTo>
                    <a:pt x="849" y="1948"/>
                  </a:lnTo>
                  <a:lnTo>
                    <a:pt x="849" y="1961"/>
                  </a:lnTo>
                  <a:cubicBezTo>
                    <a:pt x="849" y="2035"/>
                    <a:pt x="857" y="2110"/>
                    <a:pt x="857" y="2185"/>
                  </a:cubicBezTo>
                  <a:cubicBezTo>
                    <a:pt x="857" y="2248"/>
                    <a:pt x="849" y="2315"/>
                    <a:pt x="825" y="2370"/>
                  </a:cubicBezTo>
                  <a:cubicBezTo>
                    <a:pt x="814" y="2410"/>
                    <a:pt x="790" y="2441"/>
                    <a:pt x="758" y="2465"/>
                  </a:cubicBezTo>
                  <a:cubicBezTo>
                    <a:pt x="715" y="2501"/>
                    <a:pt x="656" y="2520"/>
                    <a:pt x="592" y="2532"/>
                  </a:cubicBezTo>
                  <a:cubicBezTo>
                    <a:pt x="530" y="2543"/>
                    <a:pt x="463" y="2548"/>
                    <a:pt x="403" y="2548"/>
                  </a:cubicBezTo>
                  <a:lnTo>
                    <a:pt x="399" y="2548"/>
                  </a:lnTo>
                  <a:cubicBezTo>
                    <a:pt x="277" y="2548"/>
                    <a:pt x="155" y="2525"/>
                    <a:pt x="29" y="2508"/>
                  </a:cubicBezTo>
                  <a:cubicBezTo>
                    <a:pt x="17" y="2508"/>
                    <a:pt x="9" y="2512"/>
                    <a:pt x="6" y="2525"/>
                  </a:cubicBezTo>
                  <a:cubicBezTo>
                    <a:pt x="1" y="2532"/>
                    <a:pt x="6" y="2543"/>
                    <a:pt x="13" y="2548"/>
                  </a:cubicBezTo>
                  <a:cubicBezTo>
                    <a:pt x="17" y="2552"/>
                    <a:pt x="24" y="2560"/>
                    <a:pt x="29" y="2576"/>
                  </a:cubicBezTo>
                  <a:cubicBezTo>
                    <a:pt x="37" y="2596"/>
                    <a:pt x="41" y="2627"/>
                    <a:pt x="44" y="2654"/>
                  </a:cubicBezTo>
                  <a:cubicBezTo>
                    <a:pt x="44" y="2670"/>
                    <a:pt x="48" y="2682"/>
                    <a:pt x="48" y="2698"/>
                  </a:cubicBezTo>
                  <a:cubicBezTo>
                    <a:pt x="48" y="2709"/>
                    <a:pt x="53" y="2721"/>
                    <a:pt x="53" y="2733"/>
                  </a:cubicBezTo>
                  <a:cubicBezTo>
                    <a:pt x="72" y="2808"/>
                    <a:pt x="92" y="2883"/>
                    <a:pt x="124" y="2954"/>
                  </a:cubicBezTo>
                  <a:cubicBezTo>
                    <a:pt x="186" y="3107"/>
                    <a:pt x="289" y="3238"/>
                    <a:pt x="415" y="3344"/>
                  </a:cubicBezTo>
                  <a:cubicBezTo>
                    <a:pt x="663" y="3549"/>
                    <a:pt x="976" y="3655"/>
                    <a:pt x="1291" y="3703"/>
                  </a:cubicBezTo>
                  <a:cubicBezTo>
                    <a:pt x="1389" y="3719"/>
                    <a:pt x="1488" y="3726"/>
                    <a:pt x="1586" y="3726"/>
                  </a:cubicBezTo>
                  <a:cubicBezTo>
                    <a:pt x="1775" y="3726"/>
                    <a:pt x="1961" y="3695"/>
                    <a:pt x="2130" y="3613"/>
                  </a:cubicBezTo>
                  <a:cubicBezTo>
                    <a:pt x="2277" y="3537"/>
                    <a:pt x="2406" y="3427"/>
                    <a:pt x="2532" y="3313"/>
                  </a:cubicBezTo>
                  <a:cubicBezTo>
                    <a:pt x="2655" y="3198"/>
                    <a:pt x="2774" y="3080"/>
                    <a:pt x="2903" y="2978"/>
                  </a:cubicBezTo>
                  <a:cubicBezTo>
                    <a:pt x="2907" y="2974"/>
                    <a:pt x="2911" y="2966"/>
                    <a:pt x="2911" y="2958"/>
                  </a:cubicBezTo>
                  <a:cubicBezTo>
                    <a:pt x="2907" y="2950"/>
                    <a:pt x="2903" y="2942"/>
                    <a:pt x="2896" y="2942"/>
                  </a:cubicBezTo>
                  <a:cubicBezTo>
                    <a:pt x="2698" y="2879"/>
                    <a:pt x="2466" y="2800"/>
                    <a:pt x="2316" y="2678"/>
                  </a:cubicBezTo>
                  <a:cubicBezTo>
                    <a:pt x="2197" y="2583"/>
                    <a:pt x="2111" y="2465"/>
                    <a:pt x="2071" y="2296"/>
                  </a:cubicBezTo>
                  <a:cubicBezTo>
                    <a:pt x="2035" y="2146"/>
                    <a:pt x="2017" y="1984"/>
                    <a:pt x="2017" y="1826"/>
                  </a:cubicBezTo>
                  <a:cubicBezTo>
                    <a:pt x="2017" y="1664"/>
                    <a:pt x="2035" y="1507"/>
                    <a:pt x="2068" y="1353"/>
                  </a:cubicBezTo>
                  <a:cubicBezTo>
                    <a:pt x="2083" y="1266"/>
                    <a:pt x="2103" y="1207"/>
                    <a:pt x="2115" y="1156"/>
                  </a:cubicBezTo>
                  <a:cubicBezTo>
                    <a:pt x="2130" y="1105"/>
                    <a:pt x="2139" y="1061"/>
                    <a:pt x="2139" y="1010"/>
                  </a:cubicBezTo>
                  <a:cubicBezTo>
                    <a:pt x="2139" y="947"/>
                    <a:pt x="2123" y="880"/>
                    <a:pt x="2083" y="769"/>
                  </a:cubicBezTo>
                  <a:cubicBezTo>
                    <a:pt x="1993" y="525"/>
                    <a:pt x="1839" y="301"/>
                    <a:pt x="1629" y="135"/>
                  </a:cubicBezTo>
                  <a:cubicBezTo>
                    <a:pt x="1567" y="83"/>
                    <a:pt x="1491" y="48"/>
                    <a:pt x="1413" y="28"/>
                  </a:cubicBezTo>
                  <a:cubicBezTo>
                    <a:pt x="1334" y="8"/>
                    <a:pt x="1247" y="1"/>
                    <a:pt x="116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9" name="Google Shape;1159;p35"/>
            <p:cNvSpPr/>
            <p:nvPr/>
          </p:nvSpPr>
          <p:spPr>
            <a:xfrm>
              <a:off x="5262185" y="3894165"/>
              <a:ext cx="1199597" cy="1067160"/>
            </a:xfrm>
            <a:custGeom>
              <a:rect b="b" l="l" r="r" t="t"/>
              <a:pathLst>
                <a:path extrusionOk="0" h="2667" w="2998">
                  <a:moveTo>
                    <a:pt x="667" y="1"/>
                  </a:moveTo>
                  <a:cubicBezTo>
                    <a:pt x="645" y="1"/>
                    <a:pt x="622" y="5"/>
                    <a:pt x="600" y="16"/>
                  </a:cubicBezTo>
                  <a:cubicBezTo>
                    <a:pt x="529" y="47"/>
                    <a:pt x="498" y="138"/>
                    <a:pt x="529" y="209"/>
                  </a:cubicBezTo>
                  <a:cubicBezTo>
                    <a:pt x="466" y="209"/>
                    <a:pt x="399" y="213"/>
                    <a:pt x="343" y="240"/>
                  </a:cubicBezTo>
                  <a:cubicBezTo>
                    <a:pt x="285" y="264"/>
                    <a:pt x="234" y="315"/>
                    <a:pt x="221" y="375"/>
                  </a:cubicBezTo>
                  <a:cubicBezTo>
                    <a:pt x="206" y="437"/>
                    <a:pt x="230" y="508"/>
                    <a:pt x="285" y="536"/>
                  </a:cubicBezTo>
                  <a:cubicBezTo>
                    <a:pt x="230" y="571"/>
                    <a:pt x="178" y="607"/>
                    <a:pt x="123" y="642"/>
                  </a:cubicBezTo>
                  <a:cubicBezTo>
                    <a:pt x="68" y="674"/>
                    <a:pt x="4" y="721"/>
                    <a:pt x="1" y="784"/>
                  </a:cubicBezTo>
                  <a:cubicBezTo>
                    <a:pt x="1" y="816"/>
                    <a:pt x="12" y="848"/>
                    <a:pt x="32" y="875"/>
                  </a:cubicBezTo>
                  <a:cubicBezTo>
                    <a:pt x="68" y="926"/>
                    <a:pt x="130" y="957"/>
                    <a:pt x="194" y="977"/>
                  </a:cubicBezTo>
                  <a:cubicBezTo>
                    <a:pt x="253" y="993"/>
                    <a:pt x="320" y="993"/>
                    <a:pt x="387" y="993"/>
                  </a:cubicBezTo>
                  <a:cubicBezTo>
                    <a:pt x="580" y="990"/>
                    <a:pt x="774" y="970"/>
                    <a:pt x="958" y="910"/>
                  </a:cubicBezTo>
                  <a:cubicBezTo>
                    <a:pt x="1062" y="877"/>
                    <a:pt x="1165" y="830"/>
                    <a:pt x="1270" y="830"/>
                  </a:cubicBezTo>
                  <a:cubicBezTo>
                    <a:pt x="1290" y="830"/>
                    <a:pt x="1310" y="832"/>
                    <a:pt x="1329" y="835"/>
                  </a:cubicBezTo>
                  <a:cubicBezTo>
                    <a:pt x="1365" y="844"/>
                    <a:pt x="1408" y="859"/>
                    <a:pt x="1424" y="895"/>
                  </a:cubicBezTo>
                  <a:cubicBezTo>
                    <a:pt x="1436" y="926"/>
                    <a:pt x="1428" y="962"/>
                    <a:pt x="1420" y="993"/>
                  </a:cubicBezTo>
                  <a:cubicBezTo>
                    <a:pt x="1416" y="1037"/>
                    <a:pt x="1413" y="1076"/>
                    <a:pt x="1420" y="1116"/>
                  </a:cubicBezTo>
                  <a:cubicBezTo>
                    <a:pt x="1432" y="1230"/>
                    <a:pt x="1491" y="1328"/>
                    <a:pt x="1574" y="1419"/>
                  </a:cubicBezTo>
                  <a:cubicBezTo>
                    <a:pt x="1661" y="1514"/>
                    <a:pt x="1629" y="1667"/>
                    <a:pt x="1593" y="1778"/>
                  </a:cubicBezTo>
                  <a:cubicBezTo>
                    <a:pt x="1542" y="1932"/>
                    <a:pt x="1546" y="2031"/>
                    <a:pt x="1621" y="2184"/>
                  </a:cubicBezTo>
                  <a:cubicBezTo>
                    <a:pt x="1653" y="2255"/>
                    <a:pt x="1688" y="2326"/>
                    <a:pt x="1724" y="2397"/>
                  </a:cubicBezTo>
                  <a:cubicBezTo>
                    <a:pt x="1739" y="2424"/>
                    <a:pt x="1751" y="2453"/>
                    <a:pt x="1775" y="2476"/>
                  </a:cubicBezTo>
                  <a:cubicBezTo>
                    <a:pt x="1806" y="2511"/>
                    <a:pt x="1846" y="2531"/>
                    <a:pt x="1890" y="2551"/>
                  </a:cubicBezTo>
                  <a:cubicBezTo>
                    <a:pt x="2042" y="2619"/>
                    <a:pt x="2210" y="2666"/>
                    <a:pt x="2376" y="2666"/>
                  </a:cubicBezTo>
                  <a:cubicBezTo>
                    <a:pt x="2442" y="2666"/>
                    <a:pt x="2508" y="2659"/>
                    <a:pt x="2572" y="2642"/>
                  </a:cubicBezTo>
                  <a:cubicBezTo>
                    <a:pt x="2800" y="2579"/>
                    <a:pt x="2998" y="2373"/>
                    <a:pt x="2993" y="2140"/>
                  </a:cubicBezTo>
                  <a:cubicBezTo>
                    <a:pt x="2985" y="1971"/>
                    <a:pt x="2883" y="1822"/>
                    <a:pt x="2749" y="1719"/>
                  </a:cubicBezTo>
                  <a:cubicBezTo>
                    <a:pt x="2615" y="1616"/>
                    <a:pt x="2457" y="1557"/>
                    <a:pt x="2303" y="1498"/>
                  </a:cubicBezTo>
                  <a:cubicBezTo>
                    <a:pt x="2268" y="1483"/>
                    <a:pt x="2232" y="1470"/>
                    <a:pt x="2209" y="1443"/>
                  </a:cubicBezTo>
                  <a:cubicBezTo>
                    <a:pt x="2170" y="1396"/>
                    <a:pt x="2170" y="1332"/>
                    <a:pt x="2177" y="1270"/>
                  </a:cubicBezTo>
                  <a:lnTo>
                    <a:pt x="2177" y="1238"/>
                  </a:lnTo>
                  <a:cubicBezTo>
                    <a:pt x="2193" y="1052"/>
                    <a:pt x="2189" y="824"/>
                    <a:pt x="2067" y="678"/>
                  </a:cubicBezTo>
                  <a:cubicBezTo>
                    <a:pt x="1948" y="540"/>
                    <a:pt x="1786" y="461"/>
                    <a:pt x="1626" y="386"/>
                  </a:cubicBezTo>
                  <a:cubicBezTo>
                    <a:pt x="1471" y="315"/>
                    <a:pt x="1318" y="248"/>
                    <a:pt x="1156" y="200"/>
                  </a:cubicBezTo>
                  <a:cubicBezTo>
                    <a:pt x="1085" y="177"/>
                    <a:pt x="1026" y="162"/>
                    <a:pt x="971" y="126"/>
                  </a:cubicBezTo>
                  <a:cubicBezTo>
                    <a:pt x="907" y="87"/>
                    <a:pt x="880" y="47"/>
                    <a:pt x="801" y="27"/>
                  </a:cubicBezTo>
                  <a:cubicBezTo>
                    <a:pt x="754" y="17"/>
                    <a:pt x="711" y="1"/>
                    <a:pt x="667"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0" name="Google Shape;1160;p35"/>
            <p:cNvSpPr/>
            <p:nvPr/>
          </p:nvSpPr>
          <p:spPr>
            <a:xfrm>
              <a:off x="5254182" y="3885763"/>
              <a:ext cx="1213602" cy="1084766"/>
            </a:xfrm>
            <a:custGeom>
              <a:rect b="b" l="l" r="r" t="t"/>
              <a:pathLst>
                <a:path extrusionOk="0" h="2711" w="3033">
                  <a:moveTo>
                    <a:pt x="687" y="44"/>
                  </a:moveTo>
                  <a:cubicBezTo>
                    <a:pt x="727" y="44"/>
                    <a:pt x="770" y="56"/>
                    <a:pt x="818" y="68"/>
                  </a:cubicBezTo>
                  <a:cubicBezTo>
                    <a:pt x="853" y="79"/>
                    <a:pt x="876" y="92"/>
                    <a:pt x="900" y="108"/>
                  </a:cubicBezTo>
                  <a:cubicBezTo>
                    <a:pt x="924" y="123"/>
                    <a:pt x="947" y="143"/>
                    <a:pt x="978" y="167"/>
                  </a:cubicBezTo>
                  <a:cubicBezTo>
                    <a:pt x="1038" y="206"/>
                    <a:pt x="1101" y="221"/>
                    <a:pt x="1172" y="241"/>
                  </a:cubicBezTo>
                  <a:cubicBezTo>
                    <a:pt x="1330" y="289"/>
                    <a:pt x="1484" y="356"/>
                    <a:pt x="1633" y="427"/>
                  </a:cubicBezTo>
                  <a:cubicBezTo>
                    <a:pt x="1795" y="502"/>
                    <a:pt x="1957" y="581"/>
                    <a:pt x="2067" y="714"/>
                  </a:cubicBezTo>
                  <a:cubicBezTo>
                    <a:pt x="2114" y="766"/>
                    <a:pt x="2142" y="829"/>
                    <a:pt x="2158" y="900"/>
                  </a:cubicBezTo>
                  <a:cubicBezTo>
                    <a:pt x="2177" y="971"/>
                    <a:pt x="2181" y="1046"/>
                    <a:pt x="2181" y="1117"/>
                  </a:cubicBezTo>
                  <a:cubicBezTo>
                    <a:pt x="2181" y="1168"/>
                    <a:pt x="2181" y="1215"/>
                    <a:pt x="2177" y="1259"/>
                  </a:cubicBezTo>
                  <a:cubicBezTo>
                    <a:pt x="2177" y="1267"/>
                    <a:pt x="2174" y="1278"/>
                    <a:pt x="2174" y="1286"/>
                  </a:cubicBezTo>
                  <a:cubicBezTo>
                    <a:pt x="2174" y="1306"/>
                    <a:pt x="2170" y="1322"/>
                    <a:pt x="2170" y="1342"/>
                  </a:cubicBezTo>
                  <a:cubicBezTo>
                    <a:pt x="2170" y="1366"/>
                    <a:pt x="2174" y="1389"/>
                    <a:pt x="2181" y="1413"/>
                  </a:cubicBezTo>
                  <a:cubicBezTo>
                    <a:pt x="2185" y="1437"/>
                    <a:pt x="2197" y="1460"/>
                    <a:pt x="2213" y="1480"/>
                  </a:cubicBezTo>
                  <a:cubicBezTo>
                    <a:pt x="2229" y="1495"/>
                    <a:pt x="2245" y="1507"/>
                    <a:pt x="2264" y="1515"/>
                  </a:cubicBezTo>
                  <a:cubicBezTo>
                    <a:pt x="2280" y="1523"/>
                    <a:pt x="2296" y="1531"/>
                    <a:pt x="2316" y="1539"/>
                  </a:cubicBezTo>
                  <a:cubicBezTo>
                    <a:pt x="2469" y="1598"/>
                    <a:pt x="2627" y="1657"/>
                    <a:pt x="2758" y="1755"/>
                  </a:cubicBezTo>
                  <a:cubicBezTo>
                    <a:pt x="2820" y="1807"/>
                    <a:pt x="2880" y="1870"/>
                    <a:pt x="2918" y="1937"/>
                  </a:cubicBezTo>
                  <a:cubicBezTo>
                    <a:pt x="2962" y="2004"/>
                    <a:pt x="2986" y="2083"/>
                    <a:pt x="2989" y="2161"/>
                  </a:cubicBezTo>
                  <a:lnTo>
                    <a:pt x="2989" y="2174"/>
                  </a:lnTo>
                  <a:cubicBezTo>
                    <a:pt x="2989" y="2280"/>
                    <a:pt x="2942" y="2383"/>
                    <a:pt x="2871" y="2465"/>
                  </a:cubicBezTo>
                  <a:cubicBezTo>
                    <a:pt x="2796" y="2548"/>
                    <a:pt x="2694" y="2611"/>
                    <a:pt x="2587" y="2639"/>
                  </a:cubicBezTo>
                  <a:cubicBezTo>
                    <a:pt x="2525" y="2658"/>
                    <a:pt x="2461" y="2667"/>
                    <a:pt x="2394" y="2667"/>
                  </a:cubicBezTo>
                  <a:cubicBezTo>
                    <a:pt x="2232" y="2667"/>
                    <a:pt x="2067" y="2619"/>
                    <a:pt x="1917" y="2552"/>
                  </a:cubicBezTo>
                  <a:cubicBezTo>
                    <a:pt x="1877" y="2532"/>
                    <a:pt x="1839" y="2513"/>
                    <a:pt x="1811" y="2485"/>
                  </a:cubicBezTo>
                  <a:cubicBezTo>
                    <a:pt x="1791" y="2461"/>
                    <a:pt x="1779" y="2438"/>
                    <a:pt x="1764" y="2407"/>
                  </a:cubicBezTo>
                  <a:cubicBezTo>
                    <a:pt x="1728" y="2336"/>
                    <a:pt x="1693" y="2265"/>
                    <a:pt x="1661" y="2194"/>
                  </a:cubicBezTo>
                  <a:cubicBezTo>
                    <a:pt x="1617" y="2110"/>
                    <a:pt x="1602" y="2048"/>
                    <a:pt x="1602" y="1981"/>
                  </a:cubicBezTo>
                  <a:cubicBezTo>
                    <a:pt x="1602" y="1930"/>
                    <a:pt x="1613" y="1874"/>
                    <a:pt x="1633" y="1807"/>
                  </a:cubicBezTo>
                  <a:cubicBezTo>
                    <a:pt x="1653" y="1748"/>
                    <a:pt x="1673" y="1673"/>
                    <a:pt x="1673" y="1602"/>
                  </a:cubicBezTo>
                  <a:cubicBezTo>
                    <a:pt x="1673" y="1570"/>
                    <a:pt x="1669" y="1539"/>
                    <a:pt x="1657" y="1507"/>
                  </a:cubicBezTo>
                  <a:cubicBezTo>
                    <a:pt x="1649" y="1480"/>
                    <a:pt x="1633" y="1448"/>
                    <a:pt x="1610" y="1424"/>
                  </a:cubicBezTo>
                  <a:cubicBezTo>
                    <a:pt x="1531" y="1338"/>
                    <a:pt x="1475" y="1243"/>
                    <a:pt x="1460" y="1137"/>
                  </a:cubicBezTo>
                  <a:cubicBezTo>
                    <a:pt x="1460" y="1117"/>
                    <a:pt x="1456" y="1102"/>
                    <a:pt x="1456" y="1085"/>
                  </a:cubicBezTo>
                  <a:cubicBezTo>
                    <a:pt x="1456" y="1066"/>
                    <a:pt x="1460" y="1042"/>
                    <a:pt x="1464" y="1018"/>
                  </a:cubicBezTo>
                  <a:cubicBezTo>
                    <a:pt x="1468" y="998"/>
                    <a:pt x="1471" y="978"/>
                    <a:pt x="1471" y="955"/>
                  </a:cubicBezTo>
                  <a:cubicBezTo>
                    <a:pt x="1471" y="940"/>
                    <a:pt x="1468" y="924"/>
                    <a:pt x="1464" y="908"/>
                  </a:cubicBezTo>
                  <a:cubicBezTo>
                    <a:pt x="1452" y="884"/>
                    <a:pt x="1436" y="869"/>
                    <a:pt x="1417" y="856"/>
                  </a:cubicBezTo>
                  <a:cubicBezTo>
                    <a:pt x="1397" y="845"/>
                    <a:pt x="1373" y="837"/>
                    <a:pt x="1353" y="833"/>
                  </a:cubicBezTo>
                  <a:cubicBezTo>
                    <a:pt x="1330" y="829"/>
                    <a:pt x="1310" y="829"/>
                    <a:pt x="1291" y="829"/>
                  </a:cubicBezTo>
                  <a:cubicBezTo>
                    <a:pt x="1235" y="829"/>
                    <a:pt x="1180" y="841"/>
                    <a:pt x="1125" y="856"/>
                  </a:cubicBezTo>
                  <a:cubicBezTo>
                    <a:pt x="1073" y="872"/>
                    <a:pt x="1022" y="892"/>
                    <a:pt x="971" y="912"/>
                  </a:cubicBezTo>
                  <a:cubicBezTo>
                    <a:pt x="789" y="971"/>
                    <a:pt x="596" y="987"/>
                    <a:pt x="403" y="991"/>
                  </a:cubicBezTo>
                  <a:lnTo>
                    <a:pt x="372" y="991"/>
                  </a:lnTo>
                  <a:cubicBezTo>
                    <a:pt x="321" y="991"/>
                    <a:pt x="265" y="987"/>
                    <a:pt x="218" y="975"/>
                  </a:cubicBezTo>
                  <a:cubicBezTo>
                    <a:pt x="159" y="960"/>
                    <a:pt x="103" y="927"/>
                    <a:pt x="68" y="880"/>
                  </a:cubicBezTo>
                  <a:cubicBezTo>
                    <a:pt x="52" y="860"/>
                    <a:pt x="44" y="837"/>
                    <a:pt x="44" y="813"/>
                  </a:cubicBezTo>
                  <a:lnTo>
                    <a:pt x="44" y="805"/>
                  </a:lnTo>
                  <a:cubicBezTo>
                    <a:pt x="44" y="794"/>
                    <a:pt x="48" y="782"/>
                    <a:pt x="52" y="770"/>
                  </a:cubicBezTo>
                  <a:cubicBezTo>
                    <a:pt x="64" y="754"/>
                    <a:pt x="76" y="738"/>
                    <a:pt x="95" y="723"/>
                  </a:cubicBezTo>
                  <a:cubicBezTo>
                    <a:pt x="112" y="707"/>
                    <a:pt x="131" y="695"/>
                    <a:pt x="155" y="679"/>
                  </a:cubicBezTo>
                  <a:cubicBezTo>
                    <a:pt x="206" y="643"/>
                    <a:pt x="261" y="612"/>
                    <a:pt x="316" y="576"/>
                  </a:cubicBezTo>
                  <a:cubicBezTo>
                    <a:pt x="324" y="572"/>
                    <a:pt x="328" y="565"/>
                    <a:pt x="328" y="557"/>
                  </a:cubicBezTo>
                  <a:cubicBezTo>
                    <a:pt x="328" y="549"/>
                    <a:pt x="324" y="541"/>
                    <a:pt x="316" y="537"/>
                  </a:cubicBezTo>
                  <a:cubicBezTo>
                    <a:pt x="297" y="529"/>
                    <a:pt x="281" y="514"/>
                    <a:pt x="273" y="494"/>
                  </a:cubicBezTo>
                  <a:cubicBezTo>
                    <a:pt x="261" y="478"/>
                    <a:pt x="257" y="454"/>
                    <a:pt x="257" y="431"/>
                  </a:cubicBezTo>
                  <a:cubicBezTo>
                    <a:pt x="257" y="423"/>
                    <a:pt x="257" y="411"/>
                    <a:pt x="261" y="403"/>
                  </a:cubicBezTo>
                  <a:cubicBezTo>
                    <a:pt x="269" y="376"/>
                    <a:pt x="281" y="352"/>
                    <a:pt x="301" y="328"/>
                  </a:cubicBezTo>
                  <a:cubicBezTo>
                    <a:pt x="321" y="308"/>
                    <a:pt x="344" y="292"/>
                    <a:pt x="372" y="281"/>
                  </a:cubicBezTo>
                  <a:cubicBezTo>
                    <a:pt x="423" y="257"/>
                    <a:pt x="482" y="250"/>
                    <a:pt x="541" y="250"/>
                  </a:cubicBezTo>
                  <a:lnTo>
                    <a:pt x="545" y="250"/>
                  </a:lnTo>
                  <a:cubicBezTo>
                    <a:pt x="553" y="250"/>
                    <a:pt x="561" y="250"/>
                    <a:pt x="565" y="241"/>
                  </a:cubicBezTo>
                  <a:cubicBezTo>
                    <a:pt x="569" y="234"/>
                    <a:pt x="569" y="226"/>
                    <a:pt x="569" y="221"/>
                  </a:cubicBezTo>
                  <a:cubicBezTo>
                    <a:pt x="561" y="206"/>
                    <a:pt x="557" y="190"/>
                    <a:pt x="557" y="174"/>
                  </a:cubicBezTo>
                  <a:cubicBezTo>
                    <a:pt x="557" y="150"/>
                    <a:pt x="565" y="123"/>
                    <a:pt x="576" y="103"/>
                  </a:cubicBezTo>
                  <a:cubicBezTo>
                    <a:pt x="589" y="84"/>
                    <a:pt x="608" y="64"/>
                    <a:pt x="628" y="56"/>
                  </a:cubicBezTo>
                  <a:cubicBezTo>
                    <a:pt x="647" y="48"/>
                    <a:pt x="667" y="44"/>
                    <a:pt x="687" y="44"/>
                  </a:cubicBezTo>
                  <a:close/>
                  <a:moveTo>
                    <a:pt x="687" y="1"/>
                  </a:moveTo>
                  <a:cubicBezTo>
                    <a:pt x="663" y="1"/>
                    <a:pt x="636" y="5"/>
                    <a:pt x="612" y="17"/>
                  </a:cubicBezTo>
                  <a:cubicBezTo>
                    <a:pt x="581" y="32"/>
                    <a:pt x="557" y="52"/>
                    <a:pt x="541" y="79"/>
                  </a:cubicBezTo>
                  <a:cubicBezTo>
                    <a:pt x="521" y="112"/>
                    <a:pt x="514" y="143"/>
                    <a:pt x="514" y="174"/>
                  </a:cubicBezTo>
                  <a:cubicBezTo>
                    <a:pt x="514" y="184"/>
                    <a:pt x="515" y="195"/>
                    <a:pt x="517" y="207"/>
                  </a:cubicBezTo>
                  <a:lnTo>
                    <a:pt x="517" y="207"/>
                  </a:lnTo>
                  <a:cubicBezTo>
                    <a:pt x="462" y="209"/>
                    <a:pt x="407" y="217"/>
                    <a:pt x="352" y="241"/>
                  </a:cubicBezTo>
                  <a:cubicBezTo>
                    <a:pt x="324" y="254"/>
                    <a:pt x="292" y="277"/>
                    <a:pt x="269" y="301"/>
                  </a:cubicBezTo>
                  <a:cubicBezTo>
                    <a:pt x="245" y="325"/>
                    <a:pt x="226" y="356"/>
                    <a:pt x="218" y="392"/>
                  </a:cubicBezTo>
                  <a:cubicBezTo>
                    <a:pt x="214" y="403"/>
                    <a:pt x="214" y="419"/>
                    <a:pt x="214" y="431"/>
                  </a:cubicBezTo>
                  <a:cubicBezTo>
                    <a:pt x="214" y="463"/>
                    <a:pt x="221" y="490"/>
                    <a:pt x="234" y="518"/>
                  </a:cubicBezTo>
                  <a:cubicBezTo>
                    <a:pt x="243" y="531"/>
                    <a:pt x="253" y="544"/>
                    <a:pt x="265" y="555"/>
                  </a:cubicBezTo>
                  <a:lnTo>
                    <a:pt x="265" y="555"/>
                  </a:lnTo>
                  <a:cubicBezTo>
                    <a:pt x="220" y="585"/>
                    <a:pt x="177" y="614"/>
                    <a:pt x="131" y="643"/>
                  </a:cubicBezTo>
                  <a:cubicBezTo>
                    <a:pt x="103" y="660"/>
                    <a:pt x="72" y="683"/>
                    <a:pt x="48" y="707"/>
                  </a:cubicBezTo>
                  <a:cubicBezTo>
                    <a:pt x="37" y="718"/>
                    <a:pt x="24" y="734"/>
                    <a:pt x="17" y="750"/>
                  </a:cubicBezTo>
                  <a:cubicBezTo>
                    <a:pt x="8" y="766"/>
                    <a:pt x="1" y="785"/>
                    <a:pt x="1" y="805"/>
                  </a:cubicBezTo>
                  <a:lnTo>
                    <a:pt x="1" y="813"/>
                  </a:lnTo>
                  <a:cubicBezTo>
                    <a:pt x="1" y="849"/>
                    <a:pt x="13" y="880"/>
                    <a:pt x="32" y="908"/>
                  </a:cubicBezTo>
                  <a:cubicBezTo>
                    <a:pt x="76" y="967"/>
                    <a:pt x="139" y="1002"/>
                    <a:pt x="206" y="1018"/>
                  </a:cubicBezTo>
                  <a:cubicBezTo>
                    <a:pt x="261" y="1031"/>
                    <a:pt x="316" y="1034"/>
                    <a:pt x="372" y="1034"/>
                  </a:cubicBezTo>
                  <a:lnTo>
                    <a:pt x="407" y="1034"/>
                  </a:lnTo>
                  <a:cubicBezTo>
                    <a:pt x="600" y="1031"/>
                    <a:pt x="798" y="1014"/>
                    <a:pt x="987" y="951"/>
                  </a:cubicBezTo>
                  <a:cubicBezTo>
                    <a:pt x="1038" y="936"/>
                    <a:pt x="1089" y="916"/>
                    <a:pt x="1140" y="900"/>
                  </a:cubicBezTo>
                  <a:cubicBezTo>
                    <a:pt x="1191" y="884"/>
                    <a:pt x="1239" y="872"/>
                    <a:pt x="1291" y="872"/>
                  </a:cubicBezTo>
                  <a:cubicBezTo>
                    <a:pt x="1306" y="872"/>
                    <a:pt x="1326" y="872"/>
                    <a:pt x="1342" y="876"/>
                  </a:cubicBezTo>
                  <a:cubicBezTo>
                    <a:pt x="1362" y="880"/>
                    <a:pt x="1377" y="884"/>
                    <a:pt x="1393" y="896"/>
                  </a:cubicBezTo>
                  <a:cubicBezTo>
                    <a:pt x="1409" y="904"/>
                    <a:pt x="1417" y="912"/>
                    <a:pt x="1420" y="927"/>
                  </a:cubicBezTo>
                  <a:cubicBezTo>
                    <a:pt x="1424" y="936"/>
                    <a:pt x="1428" y="943"/>
                    <a:pt x="1428" y="955"/>
                  </a:cubicBezTo>
                  <a:cubicBezTo>
                    <a:pt x="1428" y="971"/>
                    <a:pt x="1424" y="991"/>
                    <a:pt x="1420" y="1011"/>
                  </a:cubicBezTo>
                  <a:cubicBezTo>
                    <a:pt x="1417" y="1038"/>
                    <a:pt x="1413" y="1062"/>
                    <a:pt x="1413" y="1085"/>
                  </a:cubicBezTo>
                  <a:cubicBezTo>
                    <a:pt x="1413" y="1105"/>
                    <a:pt x="1417" y="1120"/>
                    <a:pt x="1417" y="1140"/>
                  </a:cubicBezTo>
                  <a:cubicBezTo>
                    <a:pt x="1433" y="1259"/>
                    <a:pt x="1495" y="1362"/>
                    <a:pt x="1578" y="1452"/>
                  </a:cubicBezTo>
                  <a:cubicBezTo>
                    <a:pt x="1598" y="1472"/>
                    <a:pt x="1610" y="1495"/>
                    <a:pt x="1617" y="1523"/>
                  </a:cubicBezTo>
                  <a:cubicBezTo>
                    <a:pt x="1626" y="1546"/>
                    <a:pt x="1629" y="1575"/>
                    <a:pt x="1629" y="1602"/>
                  </a:cubicBezTo>
                  <a:cubicBezTo>
                    <a:pt x="1629" y="1665"/>
                    <a:pt x="1610" y="1736"/>
                    <a:pt x="1594" y="1791"/>
                  </a:cubicBezTo>
                  <a:cubicBezTo>
                    <a:pt x="1570" y="1862"/>
                    <a:pt x="1559" y="1921"/>
                    <a:pt x="1559" y="1981"/>
                  </a:cubicBezTo>
                  <a:cubicBezTo>
                    <a:pt x="1559" y="2055"/>
                    <a:pt x="1578" y="2126"/>
                    <a:pt x="1622" y="2213"/>
                  </a:cubicBezTo>
                  <a:cubicBezTo>
                    <a:pt x="1657" y="2284"/>
                    <a:pt x="1688" y="2355"/>
                    <a:pt x="1724" y="2426"/>
                  </a:cubicBezTo>
                  <a:cubicBezTo>
                    <a:pt x="1740" y="2458"/>
                    <a:pt x="1755" y="2485"/>
                    <a:pt x="1779" y="2513"/>
                  </a:cubicBezTo>
                  <a:cubicBezTo>
                    <a:pt x="1811" y="2552"/>
                    <a:pt x="1859" y="2572"/>
                    <a:pt x="1897" y="2592"/>
                  </a:cubicBezTo>
                  <a:cubicBezTo>
                    <a:pt x="2055" y="2658"/>
                    <a:pt x="2225" y="2710"/>
                    <a:pt x="2394" y="2710"/>
                  </a:cubicBezTo>
                  <a:cubicBezTo>
                    <a:pt x="2465" y="2710"/>
                    <a:pt x="2532" y="2702"/>
                    <a:pt x="2600" y="2682"/>
                  </a:cubicBezTo>
                  <a:cubicBezTo>
                    <a:pt x="2714" y="2651"/>
                    <a:pt x="2824" y="2583"/>
                    <a:pt x="2903" y="2493"/>
                  </a:cubicBezTo>
                  <a:cubicBezTo>
                    <a:pt x="2982" y="2407"/>
                    <a:pt x="3033" y="2292"/>
                    <a:pt x="3033" y="2174"/>
                  </a:cubicBezTo>
                  <a:lnTo>
                    <a:pt x="3033" y="2158"/>
                  </a:lnTo>
                  <a:cubicBezTo>
                    <a:pt x="3029" y="2072"/>
                    <a:pt x="3002" y="1988"/>
                    <a:pt x="2958" y="1913"/>
                  </a:cubicBezTo>
                  <a:cubicBezTo>
                    <a:pt x="2911" y="1839"/>
                    <a:pt x="2852" y="1775"/>
                    <a:pt x="2781" y="1724"/>
                  </a:cubicBezTo>
                  <a:cubicBezTo>
                    <a:pt x="2647" y="1617"/>
                    <a:pt x="2485" y="1559"/>
                    <a:pt x="2332" y="1495"/>
                  </a:cubicBezTo>
                  <a:cubicBezTo>
                    <a:pt x="2316" y="1491"/>
                    <a:pt x="2296" y="1484"/>
                    <a:pt x="2284" y="1475"/>
                  </a:cubicBezTo>
                  <a:cubicBezTo>
                    <a:pt x="2268" y="1468"/>
                    <a:pt x="2256" y="1460"/>
                    <a:pt x="2245" y="1448"/>
                  </a:cubicBezTo>
                  <a:cubicBezTo>
                    <a:pt x="2232" y="1437"/>
                    <a:pt x="2225" y="1420"/>
                    <a:pt x="2221" y="1401"/>
                  </a:cubicBezTo>
                  <a:cubicBezTo>
                    <a:pt x="2217" y="1385"/>
                    <a:pt x="2213" y="1366"/>
                    <a:pt x="2213" y="1342"/>
                  </a:cubicBezTo>
                  <a:cubicBezTo>
                    <a:pt x="2213" y="1326"/>
                    <a:pt x="2217" y="1310"/>
                    <a:pt x="2217" y="1291"/>
                  </a:cubicBezTo>
                  <a:cubicBezTo>
                    <a:pt x="2217" y="1282"/>
                    <a:pt x="2221" y="1271"/>
                    <a:pt x="2221" y="1262"/>
                  </a:cubicBezTo>
                  <a:cubicBezTo>
                    <a:pt x="2225" y="1215"/>
                    <a:pt x="2225" y="1168"/>
                    <a:pt x="2225" y="1117"/>
                  </a:cubicBezTo>
                  <a:cubicBezTo>
                    <a:pt x="2225" y="1042"/>
                    <a:pt x="2221" y="963"/>
                    <a:pt x="2201" y="889"/>
                  </a:cubicBezTo>
                  <a:cubicBezTo>
                    <a:pt x="2181" y="813"/>
                    <a:pt x="2150" y="747"/>
                    <a:pt x="2103" y="687"/>
                  </a:cubicBezTo>
                  <a:cubicBezTo>
                    <a:pt x="1981" y="541"/>
                    <a:pt x="1815" y="463"/>
                    <a:pt x="1653" y="387"/>
                  </a:cubicBezTo>
                  <a:cubicBezTo>
                    <a:pt x="1504" y="316"/>
                    <a:pt x="1346" y="250"/>
                    <a:pt x="1184" y="198"/>
                  </a:cubicBezTo>
                  <a:cubicBezTo>
                    <a:pt x="1109" y="179"/>
                    <a:pt x="1054" y="163"/>
                    <a:pt x="1002" y="127"/>
                  </a:cubicBezTo>
                  <a:cubicBezTo>
                    <a:pt x="971" y="112"/>
                    <a:pt x="951" y="92"/>
                    <a:pt x="924" y="72"/>
                  </a:cubicBezTo>
                  <a:cubicBezTo>
                    <a:pt x="900" y="52"/>
                    <a:pt x="869" y="37"/>
                    <a:pt x="825" y="28"/>
                  </a:cubicBezTo>
                  <a:cubicBezTo>
                    <a:pt x="782" y="17"/>
                    <a:pt x="738" y="1"/>
                    <a:pt x="687"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1" name="Google Shape;1161;p35"/>
            <p:cNvSpPr/>
            <p:nvPr/>
          </p:nvSpPr>
          <p:spPr>
            <a:xfrm>
              <a:off x="5803562" y="4351115"/>
              <a:ext cx="228876" cy="226877"/>
            </a:xfrm>
            <a:custGeom>
              <a:rect b="b" l="l" r="r" t="t"/>
              <a:pathLst>
                <a:path extrusionOk="0" h="567" w="572">
                  <a:moveTo>
                    <a:pt x="264" y="1"/>
                  </a:moveTo>
                  <a:cubicBezTo>
                    <a:pt x="261" y="1"/>
                    <a:pt x="259" y="1"/>
                    <a:pt x="256" y="1"/>
                  </a:cubicBezTo>
                  <a:cubicBezTo>
                    <a:pt x="189" y="1"/>
                    <a:pt x="95" y="33"/>
                    <a:pt x="60" y="96"/>
                  </a:cubicBezTo>
                  <a:cubicBezTo>
                    <a:pt x="0" y="203"/>
                    <a:pt x="16" y="352"/>
                    <a:pt x="98" y="447"/>
                  </a:cubicBezTo>
                  <a:cubicBezTo>
                    <a:pt x="126" y="470"/>
                    <a:pt x="154" y="494"/>
                    <a:pt x="182" y="514"/>
                  </a:cubicBezTo>
                  <a:cubicBezTo>
                    <a:pt x="205" y="534"/>
                    <a:pt x="229" y="554"/>
                    <a:pt x="260" y="561"/>
                  </a:cubicBezTo>
                  <a:cubicBezTo>
                    <a:pt x="276" y="565"/>
                    <a:pt x="291" y="567"/>
                    <a:pt x="305" y="567"/>
                  </a:cubicBezTo>
                  <a:cubicBezTo>
                    <a:pt x="441" y="567"/>
                    <a:pt x="542" y="410"/>
                    <a:pt x="552" y="289"/>
                  </a:cubicBezTo>
                  <a:cubicBezTo>
                    <a:pt x="571" y="125"/>
                    <a:pt x="426" y="1"/>
                    <a:pt x="26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2" name="Google Shape;1162;p35"/>
            <p:cNvSpPr/>
            <p:nvPr/>
          </p:nvSpPr>
          <p:spPr>
            <a:xfrm>
              <a:off x="5896392" y="4414336"/>
              <a:ext cx="65222" cy="107636"/>
            </a:xfrm>
            <a:custGeom>
              <a:rect b="b" l="l" r="r" t="t"/>
              <a:pathLst>
                <a:path extrusionOk="0" h="269" w="163">
                  <a:moveTo>
                    <a:pt x="43" y="0"/>
                  </a:moveTo>
                  <a:cubicBezTo>
                    <a:pt x="28" y="0"/>
                    <a:pt x="13" y="4"/>
                    <a:pt x="1" y="12"/>
                  </a:cubicBezTo>
                  <a:lnTo>
                    <a:pt x="56" y="269"/>
                  </a:lnTo>
                  <a:cubicBezTo>
                    <a:pt x="103" y="249"/>
                    <a:pt x="139" y="206"/>
                    <a:pt x="150" y="159"/>
                  </a:cubicBezTo>
                  <a:cubicBezTo>
                    <a:pt x="163" y="112"/>
                    <a:pt x="150" y="64"/>
                    <a:pt x="115" y="32"/>
                  </a:cubicBezTo>
                  <a:cubicBezTo>
                    <a:pt x="98" y="12"/>
                    <a:pt x="70" y="0"/>
                    <a:pt x="43" y="0"/>
                  </a:cubicBezTo>
                  <a:close/>
                </a:path>
              </a:pathLst>
            </a:custGeom>
            <a:solidFill>
              <a:srgbClr val="000000"/>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3" name="Google Shape;1163;p35"/>
            <p:cNvSpPr/>
            <p:nvPr/>
          </p:nvSpPr>
          <p:spPr>
            <a:xfrm>
              <a:off x="5885589" y="4405133"/>
              <a:ext cx="82027" cy="125642"/>
            </a:xfrm>
            <a:custGeom>
              <a:rect b="b" l="l" r="r" t="t"/>
              <a:pathLst>
                <a:path extrusionOk="0" h="314" w="205">
                  <a:moveTo>
                    <a:pt x="71" y="0"/>
                  </a:moveTo>
                  <a:cubicBezTo>
                    <a:pt x="51" y="0"/>
                    <a:pt x="32" y="8"/>
                    <a:pt x="16" y="16"/>
                  </a:cubicBezTo>
                  <a:cubicBezTo>
                    <a:pt x="4" y="24"/>
                    <a:pt x="0" y="35"/>
                    <a:pt x="8" y="48"/>
                  </a:cubicBezTo>
                  <a:cubicBezTo>
                    <a:pt x="14" y="53"/>
                    <a:pt x="22" y="57"/>
                    <a:pt x="30" y="57"/>
                  </a:cubicBezTo>
                  <a:cubicBezTo>
                    <a:pt x="33" y="57"/>
                    <a:pt x="36" y="56"/>
                    <a:pt x="39" y="55"/>
                  </a:cubicBezTo>
                  <a:cubicBezTo>
                    <a:pt x="48" y="48"/>
                    <a:pt x="59" y="48"/>
                    <a:pt x="71" y="48"/>
                  </a:cubicBezTo>
                  <a:cubicBezTo>
                    <a:pt x="91" y="48"/>
                    <a:pt x="115" y="55"/>
                    <a:pt x="126" y="71"/>
                  </a:cubicBezTo>
                  <a:cubicBezTo>
                    <a:pt x="150" y="91"/>
                    <a:pt x="162" y="119"/>
                    <a:pt x="162" y="150"/>
                  </a:cubicBezTo>
                  <a:cubicBezTo>
                    <a:pt x="162" y="158"/>
                    <a:pt x="162" y="166"/>
                    <a:pt x="157" y="177"/>
                  </a:cubicBezTo>
                  <a:cubicBezTo>
                    <a:pt x="154" y="197"/>
                    <a:pt x="142" y="217"/>
                    <a:pt x="126" y="233"/>
                  </a:cubicBezTo>
                  <a:cubicBezTo>
                    <a:pt x="115" y="248"/>
                    <a:pt x="95" y="264"/>
                    <a:pt x="75" y="272"/>
                  </a:cubicBezTo>
                  <a:cubicBezTo>
                    <a:pt x="63" y="277"/>
                    <a:pt x="59" y="288"/>
                    <a:pt x="63" y="300"/>
                  </a:cubicBezTo>
                  <a:cubicBezTo>
                    <a:pt x="66" y="309"/>
                    <a:pt x="74" y="313"/>
                    <a:pt x="82" y="313"/>
                  </a:cubicBezTo>
                  <a:cubicBezTo>
                    <a:pt x="85" y="313"/>
                    <a:pt x="88" y="313"/>
                    <a:pt x="91" y="312"/>
                  </a:cubicBezTo>
                  <a:cubicBezTo>
                    <a:pt x="119" y="300"/>
                    <a:pt x="142" y="284"/>
                    <a:pt x="162" y="261"/>
                  </a:cubicBezTo>
                  <a:cubicBezTo>
                    <a:pt x="177" y="241"/>
                    <a:pt x="193" y="213"/>
                    <a:pt x="201" y="190"/>
                  </a:cubicBezTo>
                  <a:cubicBezTo>
                    <a:pt x="205" y="174"/>
                    <a:pt x="205" y="162"/>
                    <a:pt x="205" y="150"/>
                  </a:cubicBezTo>
                  <a:cubicBezTo>
                    <a:pt x="205" y="106"/>
                    <a:pt x="190" y="68"/>
                    <a:pt x="157" y="35"/>
                  </a:cubicBezTo>
                  <a:cubicBezTo>
                    <a:pt x="134" y="16"/>
                    <a:pt x="103" y="4"/>
                    <a:pt x="71" y="0"/>
                  </a:cubicBezTo>
                  <a:close/>
                </a:path>
              </a:pathLst>
            </a:custGeom>
            <a:solidFill>
              <a:srgbClr val="000000"/>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4" name="Google Shape;1164;p35"/>
            <p:cNvSpPr/>
            <p:nvPr/>
          </p:nvSpPr>
          <p:spPr>
            <a:xfrm>
              <a:off x="5613900" y="3913772"/>
              <a:ext cx="580992" cy="770660"/>
            </a:xfrm>
            <a:custGeom>
              <a:rect b="b" l="l" r="r" t="t"/>
              <a:pathLst>
                <a:path extrusionOk="0" h="1926" w="1452">
                  <a:moveTo>
                    <a:pt x="256" y="0"/>
                  </a:moveTo>
                  <a:cubicBezTo>
                    <a:pt x="209" y="0"/>
                    <a:pt x="162" y="2"/>
                    <a:pt x="115" y="6"/>
                  </a:cubicBezTo>
                  <a:cubicBezTo>
                    <a:pt x="92" y="9"/>
                    <a:pt x="64" y="9"/>
                    <a:pt x="44" y="26"/>
                  </a:cubicBezTo>
                  <a:cubicBezTo>
                    <a:pt x="1" y="57"/>
                    <a:pt x="13" y="113"/>
                    <a:pt x="64" y="124"/>
                  </a:cubicBezTo>
                  <a:cubicBezTo>
                    <a:pt x="336" y="187"/>
                    <a:pt x="600" y="215"/>
                    <a:pt x="782" y="455"/>
                  </a:cubicBezTo>
                  <a:cubicBezTo>
                    <a:pt x="920" y="644"/>
                    <a:pt x="943" y="854"/>
                    <a:pt x="924" y="1070"/>
                  </a:cubicBezTo>
                  <a:cubicBezTo>
                    <a:pt x="758" y="1121"/>
                    <a:pt x="632" y="1292"/>
                    <a:pt x="632" y="1489"/>
                  </a:cubicBezTo>
                  <a:cubicBezTo>
                    <a:pt x="632" y="1729"/>
                    <a:pt x="818" y="1926"/>
                    <a:pt x="1042" y="1926"/>
                  </a:cubicBezTo>
                  <a:cubicBezTo>
                    <a:pt x="1271" y="1926"/>
                    <a:pt x="1452" y="1729"/>
                    <a:pt x="1452" y="1489"/>
                  </a:cubicBezTo>
                  <a:cubicBezTo>
                    <a:pt x="1452" y="1296"/>
                    <a:pt x="1338" y="1134"/>
                    <a:pt x="1176" y="1074"/>
                  </a:cubicBezTo>
                  <a:cubicBezTo>
                    <a:pt x="1215" y="790"/>
                    <a:pt x="1180" y="515"/>
                    <a:pt x="983" y="270"/>
                  </a:cubicBezTo>
                  <a:cubicBezTo>
                    <a:pt x="900" y="167"/>
                    <a:pt x="809" y="89"/>
                    <a:pt x="676" y="53"/>
                  </a:cubicBezTo>
                  <a:cubicBezTo>
                    <a:pt x="539" y="17"/>
                    <a:pt x="398" y="0"/>
                    <a:pt x="256" y="0"/>
                  </a:cubicBez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5" name="Google Shape;1165;p35"/>
            <p:cNvSpPr/>
            <p:nvPr/>
          </p:nvSpPr>
          <p:spPr>
            <a:xfrm>
              <a:off x="5612700" y="3904969"/>
              <a:ext cx="591796" cy="787466"/>
            </a:xfrm>
            <a:custGeom>
              <a:rect b="b" l="l" r="r" t="t"/>
              <a:pathLst>
                <a:path extrusionOk="0" h="1968" w="1479">
                  <a:moveTo>
                    <a:pt x="260" y="44"/>
                  </a:moveTo>
                  <a:cubicBezTo>
                    <a:pt x="398" y="44"/>
                    <a:pt x="540" y="60"/>
                    <a:pt x="674" y="95"/>
                  </a:cubicBezTo>
                  <a:cubicBezTo>
                    <a:pt x="737" y="115"/>
                    <a:pt x="788" y="138"/>
                    <a:pt x="836" y="173"/>
                  </a:cubicBezTo>
                  <a:cubicBezTo>
                    <a:pt x="883" y="209"/>
                    <a:pt x="927" y="257"/>
                    <a:pt x="970" y="308"/>
                  </a:cubicBezTo>
                  <a:cubicBezTo>
                    <a:pt x="1116" y="489"/>
                    <a:pt x="1171" y="690"/>
                    <a:pt x="1171" y="903"/>
                  </a:cubicBezTo>
                  <a:cubicBezTo>
                    <a:pt x="1171" y="966"/>
                    <a:pt x="1167" y="1030"/>
                    <a:pt x="1156" y="1092"/>
                  </a:cubicBezTo>
                  <a:cubicBezTo>
                    <a:pt x="1156" y="1105"/>
                    <a:pt x="1159" y="1112"/>
                    <a:pt x="1171" y="1116"/>
                  </a:cubicBezTo>
                  <a:cubicBezTo>
                    <a:pt x="1321" y="1172"/>
                    <a:pt x="1436" y="1325"/>
                    <a:pt x="1436" y="1511"/>
                  </a:cubicBezTo>
                  <a:cubicBezTo>
                    <a:pt x="1436" y="1625"/>
                    <a:pt x="1388" y="1727"/>
                    <a:pt x="1321" y="1802"/>
                  </a:cubicBezTo>
                  <a:cubicBezTo>
                    <a:pt x="1250" y="1877"/>
                    <a:pt x="1152" y="1924"/>
                    <a:pt x="1045" y="1924"/>
                  </a:cubicBezTo>
                  <a:cubicBezTo>
                    <a:pt x="939" y="1924"/>
                    <a:pt x="844" y="1877"/>
                    <a:pt x="773" y="1802"/>
                  </a:cubicBezTo>
                  <a:cubicBezTo>
                    <a:pt x="702" y="1727"/>
                    <a:pt x="659" y="1625"/>
                    <a:pt x="659" y="1511"/>
                  </a:cubicBezTo>
                  <a:cubicBezTo>
                    <a:pt x="659" y="1321"/>
                    <a:pt x="777" y="1163"/>
                    <a:pt x="934" y="1112"/>
                  </a:cubicBezTo>
                  <a:cubicBezTo>
                    <a:pt x="943" y="1108"/>
                    <a:pt x="950" y="1101"/>
                    <a:pt x="950" y="1092"/>
                  </a:cubicBezTo>
                  <a:cubicBezTo>
                    <a:pt x="954" y="1054"/>
                    <a:pt x="954" y="1010"/>
                    <a:pt x="954" y="970"/>
                  </a:cubicBezTo>
                  <a:cubicBezTo>
                    <a:pt x="954" y="797"/>
                    <a:pt x="919" y="623"/>
                    <a:pt x="801" y="466"/>
                  </a:cubicBezTo>
                  <a:cubicBezTo>
                    <a:pt x="710" y="344"/>
                    <a:pt x="592" y="273"/>
                    <a:pt x="469" y="225"/>
                  </a:cubicBezTo>
                  <a:cubicBezTo>
                    <a:pt x="343" y="178"/>
                    <a:pt x="209" y="158"/>
                    <a:pt x="71" y="126"/>
                  </a:cubicBezTo>
                  <a:cubicBezTo>
                    <a:pt x="63" y="122"/>
                    <a:pt x="55" y="119"/>
                    <a:pt x="51" y="115"/>
                  </a:cubicBezTo>
                  <a:cubicBezTo>
                    <a:pt x="44" y="107"/>
                    <a:pt x="44" y="99"/>
                    <a:pt x="44" y="95"/>
                  </a:cubicBezTo>
                  <a:cubicBezTo>
                    <a:pt x="44" y="84"/>
                    <a:pt x="47" y="75"/>
                    <a:pt x="59" y="64"/>
                  </a:cubicBezTo>
                  <a:cubicBezTo>
                    <a:pt x="67" y="60"/>
                    <a:pt x="75" y="55"/>
                    <a:pt x="87" y="55"/>
                  </a:cubicBezTo>
                  <a:cubicBezTo>
                    <a:pt x="95" y="51"/>
                    <a:pt x="106" y="51"/>
                    <a:pt x="118" y="48"/>
                  </a:cubicBezTo>
                  <a:cubicBezTo>
                    <a:pt x="166" y="44"/>
                    <a:pt x="213" y="44"/>
                    <a:pt x="260" y="44"/>
                  </a:cubicBezTo>
                  <a:close/>
                  <a:moveTo>
                    <a:pt x="260" y="0"/>
                  </a:moveTo>
                  <a:cubicBezTo>
                    <a:pt x="213" y="0"/>
                    <a:pt x="166" y="0"/>
                    <a:pt x="118" y="4"/>
                  </a:cubicBezTo>
                  <a:cubicBezTo>
                    <a:pt x="102" y="8"/>
                    <a:pt x="91" y="8"/>
                    <a:pt x="75" y="13"/>
                  </a:cubicBezTo>
                  <a:cubicBezTo>
                    <a:pt x="63" y="16"/>
                    <a:pt x="47" y="20"/>
                    <a:pt x="35" y="28"/>
                  </a:cubicBezTo>
                  <a:cubicBezTo>
                    <a:pt x="11" y="44"/>
                    <a:pt x="0" y="71"/>
                    <a:pt x="0" y="95"/>
                  </a:cubicBezTo>
                  <a:cubicBezTo>
                    <a:pt x="0" y="111"/>
                    <a:pt x="4" y="126"/>
                    <a:pt x="16" y="142"/>
                  </a:cubicBezTo>
                  <a:cubicBezTo>
                    <a:pt x="28" y="154"/>
                    <a:pt x="44" y="166"/>
                    <a:pt x="63" y="170"/>
                  </a:cubicBezTo>
                  <a:cubicBezTo>
                    <a:pt x="201" y="197"/>
                    <a:pt x="331" y="221"/>
                    <a:pt x="453" y="264"/>
                  </a:cubicBezTo>
                  <a:cubicBezTo>
                    <a:pt x="572" y="312"/>
                    <a:pt x="679" y="375"/>
                    <a:pt x="765" y="493"/>
                  </a:cubicBezTo>
                  <a:cubicBezTo>
                    <a:pt x="875" y="639"/>
                    <a:pt x="910" y="801"/>
                    <a:pt x="910" y="970"/>
                  </a:cubicBezTo>
                  <a:cubicBezTo>
                    <a:pt x="910" y="1005"/>
                    <a:pt x="910" y="1039"/>
                    <a:pt x="908" y="1074"/>
                  </a:cubicBezTo>
                  <a:lnTo>
                    <a:pt x="908" y="1074"/>
                  </a:lnTo>
                  <a:cubicBezTo>
                    <a:pt x="734" y="1138"/>
                    <a:pt x="615" y="1307"/>
                    <a:pt x="615" y="1511"/>
                  </a:cubicBezTo>
                  <a:cubicBezTo>
                    <a:pt x="615" y="1636"/>
                    <a:pt x="663" y="1751"/>
                    <a:pt x="741" y="1834"/>
                  </a:cubicBezTo>
                  <a:cubicBezTo>
                    <a:pt x="816" y="1917"/>
                    <a:pt x="927" y="1968"/>
                    <a:pt x="1045" y="1968"/>
                  </a:cubicBezTo>
                  <a:cubicBezTo>
                    <a:pt x="1163" y="1968"/>
                    <a:pt x="1274" y="1917"/>
                    <a:pt x="1352" y="1834"/>
                  </a:cubicBezTo>
                  <a:cubicBezTo>
                    <a:pt x="1427" y="1751"/>
                    <a:pt x="1478" y="1636"/>
                    <a:pt x="1478" y="1511"/>
                  </a:cubicBezTo>
                  <a:cubicBezTo>
                    <a:pt x="1478" y="1315"/>
                    <a:pt x="1363" y="1150"/>
                    <a:pt x="1202" y="1083"/>
                  </a:cubicBezTo>
                  <a:lnTo>
                    <a:pt x="1202" y="1083"/>
                  </a:lnTo>
                  <a:cubicBezTo>
                    <a:pt x="1211" y="1022"/>
                    <a:pt x="1214" y="961"/>
                    <a:pt x="1214" y="903"/>
                  </a:cubicBezTo>
                  <a:cubicBezTo>
                    <a:pt x="1214" y="683"/>
                    <a:pt x="1156" y="470"/>
                    <a:pt x="1001" y="280"/>
                  </a:cubicBezTo>
                  <a:cubicBezTo>
                    <a:pt x="958" y="225"/>
                    <a:pt x="915" y="178"/>
                    <a:pt x="863" y="138"/>
                  </a:cubicBezTo>
                  <a:cubicBezTo>
                    <a:pt x="812" y="102"/>
                    <a:pt x="753" y="71"/>
                    <a:pt x="686" y="55"/>
                  </a:cubicBezTo>
                  <a:cubicBezTo>
                    <a:pt x="544" y="20"/>
                    <a:pt x="402" y="0"/>
                    <a:pt x="260"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6" name="Google Shape;1166;p35"/>
            <p:cNvSpPr/>
            <p:nvPr/>
          </p:nvSpPr>
          <p:spPr>
            <a:xfrm>
              <a:off x="5924802" y="4397130"/>
              <a:ext cx="211670" cy="224476"/>
            </a:xfrm>
            <a:custGeom>
              <a:rect b="b" l="l" r="r" t="t"/>
              <a:pathLst>
                <a:path extrusionOk="0" h="561" w="529">
                  <a:moveTo>
                    <a:pt x="265" y="0"/>
                  </a:moveTo>
                  <a:cubicBezTo>
                    <a:pt x="119" y="0"/>
                    <a:pt x="1" y="126"/>
                    <a:pt x="1" y="281"/>
                  </a:cubicBezTo>
                  <a:cubicBezTo>
                    <a:pt x="1" y="434"/>
                    <a:pt x="119" y="561"/>
                    <a:pt x="265" y="561"/>
                  </a:cubicBezTo>
                  <a:cubicBezTo>
                    <a:pt x="411" y="561"/>
                    <a:pt x="529" y="434"/>
                    <a:pt x="529" y="281"/>
                  </a:cubicBezTo>
                  <a:cubicBezTo>
                    <a:pt x="529" y="126"/>
                    <a:pt x="411" y="0"/>
                    <a:pt x="265" y="0"/>
                  </a:cubicBezTo>
                  <a:close/>
                </a:path>
              </a:pathLst>
            </a:cu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7" name="Google Shape;1167;p35"/>
            <p:cNvSpPr/>
            <p:nvPr/>
          </p:nvSpPr>
          <p:spPr>
            <a:xfrm>
              <a:off x="5916799" y="4387527"/>
              <a:ext cx="227675" cy="243682"/>
            </a:xfrm>
            <a:custGeom>
              <a:rect b="b" l="l" r="r" t="t"/>
              <a:pathLst>
                <a:path extrusionOk="0" h="609" w="569">
                  <a:moveTo>
                    <a:pt x="285" y="44"/>
                  </a:moveTo>
                  <a:cubicBezTo>
                    <a:pt x="352" y="44"/>
                    <a:pt x="411" y="72"/>
                    <a:pt x="454" y="119"/>
                  </a:cubicBezTo>
                  <a:cubicBezTo>
                    <a:pt x="498" y="166"/>
                    <a:pt x="525" y="234"/>
                    <a:pt x="525" y="305"/>
                  </a:cubicBezTo>
                  <a:cubicBezTo>
                    <a:pt x="525" y="376"/>
                    <a:pt x="498" y="443"/>
                    <a:pt x="454" y="486"/>
                  </a:cubicBezTo>
                  <a:cubicBezTo>
                    <a:pt x="411" y="534"/>
                    <a:pt x="352" y="561"/>
                    <a:pt x="285" y="561"/>
                  </a:cubicBezTo>
                  <a:cubicBezTo>
                    <a:pt x="218" y="561"/>
                    <a:pt x="159" y="534"/>
                    <a:pt x="115" y="486"/>
                  </a:cubicBezTo>
                  <a:cubicBezTo>
                    <a:pt x="72" y="443"/>
                    <a:pt x="44" y="376"/>
                    <a:pt x="44" y="305"/>
                  </a:cubicBezTo>
                  <a:cubicBezTo>
                    <a:pt x="44" y="234"/>
                    <a:pt x="72" y="166"/>
                    <a:pt x="115" y="119"/>
                  </a:cubicBezTo>
                  <a:cubicBezTo>
                    <a:pt x="159" y="72"/>
                    <a:pt x="218" y="44"/>
                    <a:pt x="285" y="44"/>
                  </a:cubicBezTo>
                  <a:close/>
                  <a:moveTo>
                    <a:pt x="285" y="1"/>
                  </a:moveTo>
                  <a:cubicBezTo>
                    <a:pt x="206" y="1"/>
                    <a:pt x="135" y="37"/>
                    <a:pt x="84" y="92"/>
                  </a:cubicBezTo>
                  <a:cubicBezTo>
                    <a:pt x="32" y="147"/>
                    <a:pt x="1" y="221"/>
                    <a:pt x="1" y="305"/>
                  </a:cubicBezTo>
                  <a:cubicBezTo>
                    <a:pt x="1" y="387"/>
                    <a:pt x="32" y="463"/>
                    <a:pt x="84" y="518"/>
                  </a:cubicBezTo>
                  <a:cubicBezTo>
                    <a:pt x="135" y="572"/>
                    <a:pt x="206" y="608"/>
                    <a:pt x="285" y="608"/>
                  </a:cubicBezTo>
                  <a:cubicBezTo>
                    <a:pt x="363" y="608"/>
                    <a:pt x="434" y="572"/>
                    <a:pt x="486" y="518"/>
                  </a:cubicBezTo>
                  <a:cubicBezTo>
                    <a:pt x="538" y="463"/>
                    <a:pt x="569" y="387"/>
                    <a:pt x="569" y="305"/>
                  </a:cubicBezTo>
                  <a:cubicBezTo>
                    <a:pt x="569" y="221"/>
                    <a:pt x="538" y="147"/>
                    <a:pt x="486" y="92"/>
                  </a:cubicBezTo>
                  <a:cubicBezTo>
                    <a:pt x="434" y="37"/>
                    <a:pt x="363" y="1"/>
                    <a:pt x="28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8" name="Google Shape;1168;p35"/>
            <p:cNvSpPr/>
            <p:nvPr/>
          </p:nvSpPr>
          <p:spPr>
            <a:xfrm>
              <a:off x="5550679" y="3914172"/>
              <a:ext cx="377725" cy="208870"/>
            </a:xfrm>
            <a:custGeom>
              <a:rect b="b" l="l" r="r" t="t"/>
              <a:pathLst>
                <a:path extrusionOk="0" h="522" w="944">
                  <a:moveTo>
                    <a:pt x="119" y="1"/>
                  </a:moveTo>
                  <a:cubicBezTo>
                    <a:pt x="60" y="131"/>
                    <a:pt x="33" y="273"/>
                    <a:pt x="1" y="411"/>
                  </a:cubicBezTo>
                  <a:lnTo>
                    <a:pt x="943" y="521"/>
                  </a:lnTo>
                  <a:cubicBezTo>
                    <a:pt x="936" y="470"/>
                    <a:pt x="900" y="427"/>
                    <a:pt x="861" y="392"/>
                  </a:cubicBezTo>
                  <a:cubicBezTo>
                    <a:pt x="656" y="194"/>
                    <a:pt x="395" y="41"/>
                    <a:pt x="11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9" name="Google Shape;1169;p35"/>
            <p:cNvSpPr/>
            <p:nvPr/>
          </p:nvSpPr>
          <p:spPr>
            <a:xfrm>
              <a:off x="5543077" y="3906169"/>
              <a:ext cx="393330" cy="224876"/>
            </a:xfrm>
            <a:custGeom>
              <a:rect b="b" l="l" r="r" t="t"/>
              <a:pathLst>
                <a:path extrusionOk="0" h="562" w="983">
                  <a:moveTo>
                    <a:pt x="150" y="47"/>
                  </a:moveTo>
                  <a:cubicBezTo>
                    <a:pt x="417" y="87"/>
                    <a:pt x="667" y="238"/>
                    <a:pt x="864" y="427"/>
                  </a:cubicBezTo>
                  <a:cubicBezTo>
                    <a:pt x="884" y="447"/>
                    <a:pt x="900" y="463"/>
                    <a:pt x="915" y="483"/>
                  </a:cubicBezTo>
                  <a:cubicBezTo>
                    <a:pt x="922" y="493"/>
                    <a:pt x="928" y="504"/>
                    <a:pt x="933" y="514"/>
                  </a:cubicBezTo>
                  <a:lnTo>
                    <a:pt x="933" y="514"/>
                  </a:lnTo>
                  <a:lnTo>
                    <a:pt x="49" y="410"/>
                  </a:lnTo>
                  <a:lnTo>
                    <a:pt x="49" y="410"/>
                  </a:lnTo>
                  <a:cubicBezTo>
                    <a:pt x="78" y="286"/>
                    <a:pt x="104" y="161"/>
                    <a:pt x="150" y="47"/>
                  </a:cubicBezTo>
                  <a:close/>
                  <a:moveTo>
                    <a:pt x="134" y="0"/>
                  </a:moveTo>
                  <a:cubicBezTo>
                    <a:pt x="128" y="0"/>
                    <a:pt x="122" y="6"/>
                    <a:pt x="119" y="13"/>
                  </a:cubicBezTo>
                  <a:cubicBezTo>
                    <a:pt x="60" y="147"/>
                    <a:pt x="32" y="289"/>
                    <a:pt x="1" y="427"/>
                  </a:cubicBezTo>
                  <a:cubicBezTo>
                    <a:pt x="1" y="431"/>
                    <a:pt x="1" y="439"/>
                    <a:pt x="5" y="443"/>
                  </a:cubicBezTo>
                  <a:cubicBezTo>
                    <a:pt x="8" y="447"/>
                    <a:pt x="12" y="451"/>
                    <a:pt x="20" y="451"/>
                  </a:cubicBezTo>
                  <a:lnTo>
                    <a:pt x="959" y="561"/>
                  </a:lnTo>
                  <a:cubicBezTo>
                    <a:pt x="966" y="561"/>
                    <a:pt x="971" y="561"/>
                    <a:pt x="978" y="557"/>
                  </a:cubicBezTo>
                  <a:cubicBezTo>
                    <a:pt x="982" y="549"/>
                    <a:pt x="982" y="545"/>
                    <a:pt x="982" y="538"/>
                  </a:cubicBezTo>
                  <a:cubicBezTo>
                    <a:pt x="978" y="506"/>
                    <a:pt x="966" y="483"/>
                    <a:pt x="951" y="459"/>
                  </a:cubicBezTo>
                  <a:cubicBezTo>
                    <a:pt x="935" y="435"/>
                    <a:pt x="915" y="416"/>
                    <a:pt x="895" y="396"/>
                  </a:cubicBezTo>
                  <a:cubicBezTo>
                    <a:pt x="687" y="199"/>
                    <a:pt x="427" y="41"/>
                    <a:pt x="138" y="1"/>
                  </a:cubicBezTo>
                  <a:cubicBezTo>
                    <a:pt x="137" y="0"/>
                    <a:pt x="135" y="0"/>
                    <a:pt x="13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0" name="Google Shape;1170;p35"/>
            <p:cNvSpPr/>
            <p:nvPr/>
          </p:nvSpPr>
          <p:spPr>
            <a:xfrm>
              <a:off x="6122066" y="5851607"/>
              <a:ext cx="91630" cy="276493"/>
            </a:xfrm>
            <a:custGeom>
              <a:rect b="b" l="l" r="r" t="t"/>
              <a:pathLst>
                <a:path extrusionOk="0" h="691" w="229">
                  <a:moveTo>
                    <a:pt x="204" y="0"/>
                  </a:moveTo>
                  <a:cubicBezTo>
                    <a:pt x="195" y="0"/>
                    <a:pt x="189" y="7"/>
                    <a:pt x="186" y="16"/>
                  </a:cubicBezTo>
                  <a:cubicBezTo>
                    <a:pt x="147" y="238"/>
                    <a:pt x="83" y="451"/>
                    <a:pt x="5" y="660"/>
                  </a:cubicBezTo>
                  <a:cubicBezTo>
                    <a:pt x="1" y="671"/>
                    <a:pt x="5" y="684"/>
                    <a:pt x="16" y="687"/>
                  </a:cubicBezTo>
                  <a:cubicBezTo>
                    <a:pt x="19" y="690"/>
                    <a:pt x="23" y="690"/>
                    <a:pt x="26" y="690"/>
                  </a:cubicBezTo>
                  <a:cubicBezTo>
                    <a:pt x="34" y="690"/>
                    <a:pt x="41" y="684"/>
                    <a:pt x="44" y="675"/>
                  </a:cubicBezTo>
                  <a:cubicBezTo>
                    <a:pt x="127" y="466"/>
                    <a:pt x="190" y="246"/>
                    <a:pt x="229" y="25"/>
                  </a:cubicBezTo>
                  <a:cubicBezTo>
                    <a:pt x="229" y="13"/>
                    <a:pt x="221" y="1"/>
                    <a:pt x="210" y="1"/>
                  </a:cubicBezTo>
                  <a:cubicBezTo>
                    <a:pt x="208" y="1"/>
                    <a:pt x="206" y="0"/>
                    <a:pt x="20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1" name="Google Shape;1171;p35"/>
            <p:cNvSpPr/>
            <p:nvPr/>
          </p:nvSpPr>
          <p:spPr>
            <a:xfrm>
              <a:off x="4900867" y="5517097"/>
              <a:ext cx="114038" cy="231278"/>
            </a:xfrm>
            <a:custGeom>
              <a:rect b="b" l="l" r="r" t="t"/>
              <a:pathLst>
                <a:path extrusionOk="0" h="578" w="285">
                  <a:moveTo>
                    <a:pt x="265" y="1"/>
                  </a:moveTo>
                  <a:cubicBezTo>
                    <a:pt x="253" y="1"/>
                    <a:pt x="241" y="6"/>
                    <a:pt x="237" y="17"/>
                  </a:cubicBezTo>
                  <a:cubicBezTo>
                    <a:pt x="182" y="202"/>
                    <a:pt x="103" y="379"/>
                    <a:pt x="8" y="541"/>
                  </a:cubicBezTo>
                  <a:cubicBezTo>
                    <a:pt x="1" y="553"/>
                    <a:pt x="5" y="565"/>
                    <a:pt x="16" y="573"/>
                  </a:cubicBezTo>
                  <a:cubicBezTo>
                    <a:pt x="19" y="576"/>
                    <a:pt x="23" y="577"/>
                    <a:pt x="27" y="577"/>
                  </a:cubicBezTo>
                  <a:cubicBezTo>
                    <a:pt x="34" y="577"/>
                    <a:pt x="41" y="573"/>
                    <a:pt x="44" y="565"/>
                  </a:cubicBezTo>
                  <a:cubicBezTo>
                    <a:pt x="143" y="395"/>
                    <a:pt x="221" y="218"/>
                    <a:pt x="281" y="29"/>
                  </a:cubicBezTo>
                  <a:cubicBezTo>
                    <a:pt x="285" y="17"/>
                    <a:pt x="276" y="6"/>
                    <a:pt x="26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2" name="Google Shape;1172;p35"/>
            <p:cNvSpPr/>
            <p:nvPr/>
          </p:nvSpPr>
          <p:spPr>
            <a:xfrm>
              <a:off x="4305866" y="7779838"/>
              <a:ext cx="84028" cy="65222"/>
            </a:xfrm>
            <a:custGeom>
              <a:rect b="b" l="l" r="r" t="t"/>
              <a:pathLst>
                <a:path extrusionOk="0" h="163" w="210">
                  <a:moveTo>
                    <a:pt x="103" y="0"/>
                  </a:moveTo>
                  <a:cubicBezTo>
                    <a:pt x="1" y="0"/>
                    <a:pt x="1" y="162"/>
                    <a:pt x="103" y="162"/>
                  </a:cubicBezTo>
                  <a:cubicBezTo>
                    <a:pt x="210" y="162"/>
                    <a:pt x="210" y="0"/>
                    <a:pt x="103" y="0"/>
                  </a:cubicBezTo>
                  <a:close/>
                </a:path>
              </a:pathLst>
            </a:custGeom>
            <a:solidFill>
              <a:schemeClr val="accent4"/>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3" name="Google Shape;1173;p35"/>
            <p:cNvSpPr/>
            <p:nvPr/>
          </p:nvSpPr>
          <p:spPr>
            <a:xfrm>
              <a:off x="3810504" y="7528956"/>
              <a:ext cx="68423" cy="65222"/>
            </a:xfrm>
            <a:custGeom>
              <a:rect b="b" l="l" r="r" t="t"/>
              <a:pathLst>
                <a:path extrusionOk="0" h="163" w="171">
                  <a:moveTo>
                    <a:pt x="79" y="1"/>
                  </a:moveTo>
                  <a:cubicBezTo>
                    <a:pt x="67" y="1"/>
                    <a:pt x="60" y="1"/>
                    <a:pt x="47" y="8"/>
                  </a:cubicBezTo>
                  <a:cubicBezTo>
                    <a:pt x="40" y="12"/>
                    <a:pt x="32" y="17"/>
                    <a:pt x="24" y="24"/>
                  </a:cubicBezTo>
                  <a:cubicBezTo>
                    <a:pt x="16" y="32"/>
                    <a:pt x="9" y="40"/>
                    <a:pt x="9" y="52"/>
                  </a:cubicBezTo>
                  <a:cubicBezTo>
                    <a:pt x="0" y="59"/>
                    <a:pt x="0" y="72"/>
                    <a:pt x="0" y="79"/>
                  </a:cubicBezTo>
                  <a:cubicBezTo>
                    <a:pt x="0" y="88"/>
                    <a:pt x="0" y="95"/>
                    <a:pt x="5" y="103"/>
                  </a:cubicBezTo>
                  <a:cubicBezTo>
                    <a:pt x="5" y="115"/>
                    <a:pt x="12" y="127"/>
                    <a:pt x="24" y="139"/>
                  </a:cubicBezTo>
                  <a:lnTo>
                    <a:pt x="40" y="150"/>
                  </a:lnTo>
                  <a:cubicBezTo>
                    <a:pt x="52" y="159"/>
                    <a:pt x="67" y="163"/>
                    <a:pt x="79" y="163"/>
                  </a:cubicBezTo>
                  <a:lnTo>
                    <a:pt x="91" y="163"/>
                  </a:lnTo>
                  <a:cubicBezTo>
                    <a:pt x="103" y="163"/>
                    <a:pt x="111" y="159"/>
                    <a:pt x="123" y="154"/>
                  </a:cubicBezTo>
                  <a:cubicBezTo>
                    <a:pt x="131" y="150"/>
                    <a:pt x="138" y="146"/>
                    <a:pt x="147" y="139"/>
                  </a:cubicBezTo>
                  <a:cubicBezTo>
                    <a:pt x="154" y="130"/>
                    <a:pt x="162" y="123"/>
                    <a:pt x="166" y="111"/>
                  </a:cubicBezTo>
                  <a:cubicBezTo>
                    <a:pt x="170" y="103"/>
                    <a:pt x="170" y="92"/>
                    <a:pt x="170" y="79"/>
                  </a:cubicBezTo>
                  <a:lnTo>
                    <a:pt x="170" y="59"/>
                  </a:lnTo>
                  <a:cubicBezTo>
                    <a:pt x="166" y="48"/>
                    <a:pt x="158" y="32"/>
                    <a:pt x="147" y="24"/>
                  </a:cubicBezTo>
                  <a:cubicBezTo>
                    <a:pt x="142" y="21"/>
                    <a:pt x="138" y="17"/>
                    <a:pt x="131" y="12"/>
                  </a:cubicBezTo>
                  <a:cubicBezTo>
                    <a:pt x="118" y="5"/>
                    <a:pt x="107" y="1"/>
                    <a:pt x="91" y="1"/>
                  </a:cubicBezTo>
                  <a:close/>
                </a:path>
              </a:pathLst>
            </a:custGeom>
            <a:solidFill>
              <a:schemeClr val="accent4"/>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4" name="Google Shape;1174;p35"/>
            <p:cNvSpPr/>
            <p:nvPr/>
          </p:nvSpPr>
          <p:spPr>
            <a:xfrm>
              <a:off x="4059785" y="7334892"/>
              <a:ext cx="82427" cy="65222"/>
            </a:xfrm>
            <a:custGeom>
              <a:rect b="b" l="l" r="r" t="t"/>
              <a:pathLst>
                <a:path extrusionOk="0" h="163" w="206">
                  <a:moveTo>
                    <a:pt x="103" y="0"/>
                  </a:moveTo>
                  <a:cubicBezTo>
                    <a:pt x="1" y="0"/>
                    <a:pt x="1" y="162"/>
                    <a:pt x="103" y="162"/>
                  </a:cubicBezTo>
                  <a:cubicBezTo>
                    <a:pt x="205" y="162"/>
                    <a:pt x="205" y="0"/>
                    <a:pt x="103" y="0"/>
                  </a:cubicBezTo>
                  <a:close/>
                </a:path>
              </a:pathLst>
            </a:custGeom>
            <a:solidFill>
              <a:schemeClr val="accent4"/>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5" name="Google Shape;1175;p35"/>
            <p:cNvSpPr/>
            <p:nvPr/>
          </p:nvSpPr>
          <p:spPr>
            <a:xfrm>
              <a:off x="4062986" y="7593777"/>
              <a:ext cx="84028" cy="65222"/>
            </a:xfrm>
            <a:custGeom>
              <a:rect b="b" l="l" r="r" t="t"/>
              <a:pathLst>
                <a:path extrusionOk="0" h="163" w="210">
                  <a:moveTo>
                    <a:pt x="107" y="1"/>
                  </a:moveTo>
                  <a:cubicBezTo>
                    <a:pt x="0" y="1"/>
                    <a:pt x="0" y="162"/>
                    <a:pt x="107" y="162"/>
                  </a:cubicBezTo>
                  <a:cubicBezTo>
                    <a:pt x="209" y="162"/>
                    <a:pt x="209" y="1"/>
                    <a:pt x="107" y="1"/>
                  </a:cubicBezTo>
                  <a:close/>
                </a:path>
              </a:pathLst>
            </a:custGeom>
            <a:solidFill>
              <a:schemeClr val="accent4"/>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6" name="Google Shape;1176;p35"/>
            <p:cNvSpPr/>
            <p:nvPr/>
          </p:nvSpPr>
          <p:spPr>
            <a:xfrm>
              <a:off x="4367486" y="7508549"/>
              <a:ext cx="72824" cy="65222"/>
            </a:xfrm>
            <a:custGeom>
              <a:rect b="b" l="l" r="r" t="t"/>
              <a:pathLst>
                <a:path extrusionOk="0" h="163" w="182">
                  <a:moveTo>
                    <a:pt x="83" y="1"/>
                  </a:moveTo>
                  <a:cubicBezTo>
                    <a:pt x="71" y="1"/>
                    <a:pt x="60" y="4"/>
                    <a:pt x="51" y="8"/>
                  </a:cubicBezTo>
                  <a:cubicBezTo>
                    <a:pt x="40" y="12"/>
                    <a:pt x="32" y="16"/>
                    <a:pt x="24" y="24"/>
                  </a:cubicBezTo>
                  <a:cubicBezTo>
                    <a:pt x="16" y="32"/>
                    <a:pt x="12" y="39"/>
                    <a:pt x="9" y="52"/>
                  </a:cubicBezTo>
                  <a:cubicBezTo>
                    <a:pt x="4" y="59"/>
                    <a:pt x="0" y="72"/>
                    <a:pt x="0" y="83"/>
                  </a:cubicBezTo>
                  <a:cubicBezTo>
                    <a:pt x="0" y="87"/>
                    <a:pt x="4" y="95"/>
                    <a:pt x="4" y="103"/>
                  </a:cubicBezTo>
                  <a:cubicBezTo>
                    <a:pt x="9" y="119"/>
                    <a:pt x="16" y="130"/>
                    <a:pt x="24" y="139"/>
                  </a:cubicBezTo>
                  <a:lnTo>
                    <a:pt x="40" y="150"/>
                  </a:lnTo>
                  <a:cubicBezTo>
                    <a:pt x="51" y="158"/>
                    <a:pt x="67" y="162"/>
                    <a:pt x="83" y="162"/>
                  </a:cubicBezTo>
                  <a:lnTo>
                    <a:pt x="103" y="162"/>
                  </a:lnTo>
                  <a:cubicBezTo>
                    <a:pt x="115" y="162"/>
                    <a:pt x="122" y="162"/>
                    <a:pt x="134" y="154"/>
                  </a:cubicBezTo>
                  <a:cubicBezTo>
                    <a:pt x="142" y="150"/>
                    <a:pt x="151" y="146"/>
                    <a:pt x="158" y="139"/>
                  </a:cubicBezTo>
                  <a:cubicBezTo>
                    <a:pt x="166" y="130"/>
                    <a:pt x="174" y="123"/>
                    <a:pt x="174" y="110"/>
                  </a:cubicBezTo>
                  <a:cubicBezTo>
                    <a:pt x="182" y="103"/>
                    <a:pt x="182" y="91"/>
                    <a:pt x="182" y="83"/>
                  </a:cubicBezTo>
                  <a:cubicBezTo>
                    <a:pt x="182" y="75"/>
                    <a:pt x="182" y="68"/>
                    <a:pt x="178" y="59"/>
                  </a:cubicBezTo>
                  <a:cubicBezTo>
                    <a:pt x="174" y="48"/>
                    <a:pt x="169" y="36"/>
                    <a:pt x="158" y="24"/>
                  </a:cubicBezTo>
                  <a:cubicBezTo>
                    <a:pt x="154" y="20"/>
                    <a:pt x="146" y="16"/>
                    <a:pt x="142" y="12"/>
                  </a:cubicBezTo>
                  <a:cubicBezTo>
                    <a:pt x="131" y="4"/>
                    <a:pt x="115" y="1"/>
                    <a:pt x="103" y="1"/>
                  </a:cubicBezTo>
                  <a:close/>
                </a:path>
              </a:pathLst>
            </a:custGeom>
            <a:solidFill>
              <a:schemeClr val="accent4"/>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7" name="Google Shape;1177;p35"/>
            <p:cNvSpPr/>
            <p:nvPr/>
          </p:nvSpPr>
          <p:spPr>
            <a:xfrm>
              <a:off x="4693992" y="7544961"/>
              <a:ext cx="82427" cy="64822"/>
            </a:xfrm>
            <a:custGeom>
              <a:rect b="b" l="l" r="r" t="t"/>
              <a:pathLst>
                <a:path extrusionOk="0" h="162" w="206">
                  <a:moveTo>
                    <a:pt x="103" y="0"/>
                  </a:moveTo>
                  <a:cubicBezTo>
                    <a:pt x="1" y="0"/>
                    <a:pt x="1" y="161"/>
                    <a:pt x="103" y="161"/>
                  </a:cubicBezTo>
                  <a:cubicBezTo>
                    <a:pt x="205" y="161"/>
                    <a:pt x="205" y="0"/>
                    <a:pt x="103" y="0"/>
                  </a:cubicBezTo>
                  <a:close/>
                </a:path>
              </a:pathLst>
            </a:custGeom>
            <a:solidFill>
              <a:schemeClr val="accent4"/>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8" name="Google Shape;1178;p35"/>
            <p:cNvSpPr/>
            <p:nvPr/>
          </p:nvSpPr>
          <p:spPr>
            <a:xfrm>
              <a:off x="4515934" y="7791042"/>
              <a:ext cx="84028" cy="64822"/>
            </a:xfrm>
            <a:custGeom>
              <a:rect b="b" l="l" r="r" t="t"/>
              <a:pathLst>
                <a:path extrusionOk="0" h="162" w="210">
                  <a:moveTo>
                    <a:pt x="102" y="1"/>
                  </a:moveTo>
                  <a:cubicBezTo>
                    <a:pt x="0" y="1"/>
                    <a:pt x="0" y="161"/>
                    <a:pt x="102" y="161"/>
                  </a:cubicBezTo>
                  <a:cubicBezTo>
                    <a:pt x="209" y="161"/>
                    <a:pt x="209" y="1"/>
                    <a:pt x="102" y="1"/>
                  </a:cubicBezTo>
                  <a:close/>
                </a:path>
              </a:pathLst>
            </a:custGeom>
            <a:solidFill>
              <a:schemeClr val="accent4"/>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9" name="Google Shape;1179;p35"/>
            <p:cNvSpPr/>
            <p:nvPr/>
          </p:nvSpPr>
          <p:spPr>
            <a:xfrm>
              <a:off x="4329473" y="7270471"/>
              <a:ext cx="84028" cy="64822"/>
            </a:xfrm>
            <a:custGeom>
              <a:rect b="b" l="l" r="r" t="t"/>
              <a:pathLst>
                <a:path extrusionOk="0" h="162" w="210">
                  <a:moveTo>
                    <a:pt x="107" y="0"/>
                  </a:moveTo>
                  <a:cubicBezTo>
                    <a:pt x="0" y="0"/>
                    <a:pt x="0" y="161"/>
                    <a:pt x="107" y="161"/>
                  </a:cubicBezTo>
                  <a:cubicBezTo>
                    <a:pt x="210" y="161"/>
                    <a:pt x="210" y="0"/>
                    <a:pt x="107" y="0"/>
                  </a:cubicBezTo>
                  <a:close/>
                </a:path>
              </a:pathLst>
            </a:custGeom>
            <a:solidFill>
              <a:schemeClr val="accent4"/>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0" name="Google Shape;1180;p35"/>
            <p:cNvSpPr/>
            <p:nvPr/>
          </p:nvSpPr>
          <p:spPr>
            <a:xfrm>
              <a:off x="3961753" y="7019189"/>
              <a:ext cx="84028" cy="65222"/>
            </a:xfrm>
            <a:custGeom>
              <a:rect b="b" l="l" r="r" t="t"/>
              <a:pathLst>
                <a:path extrusionOk="0" h="163" w="210">
                  <a:moveTo>
                    <a:pt x="107" y="1"/>
                  </a:moveTo>
                  <a:cubicBezTo>
                    <a:pt x="1" y="1"/>
                    <a:pt x="1" y="163"/>
                    <a:pt x="107" y="163"/>
                  </a:cubicBezTo>
                  <a:cubicBezTo>
                    <a:pt x="210" y="163"/>
                    <a:pt x="210" y="1"/>
                    <a:pt x="107" y="1"/>
                  </a:cubicBezTo>
                  <a:close/>
                </a:path>
              </a:pathLst>
            </a:custGeom>
            <a:solidFill>
              <a:schemeClr val="accent4"/>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1" name="Google Shape;1181;p35"/>
            <p:cNvSpPr/>
            <p:nvPr/>
          </p:nvSpPr>
          <p:spPr>
            <a:xfrm>
              <a:off x="3732878" y="7234059"/>
              <a:ext cx="81227" cy="80827"/>
            </a:xfrm>
            <a:custGeom>
              <a:rect b="b" l="l" r="r" t="t"/>
              <a:pathLst>
                <a:path extrusionOk="0" h="202" w="203">
                  <a:moveTo>
                    <a:pt x="123" y="1"/>
                  </a:moveTo>
                  <a:cubicBezTo>
                    <a:pt x="115" y="1"/>
                    <a:pt x="108" y="4"/>
                    <a:pt x="99" y="4"/>
                  </a:cubicBezTo>
                  <a:cubicBezTo>
                    <a:pt x="88" y="8"/>
                    <a:pt x="76" y="12"/>
                    <a:pt x="64" y="24"/>
                  </a:cubicBezTo>
                  <a:cubicBezTo>
                    <a:pt x="52" y="36"/>
                    <a:pt x="41" y="52"/>
                    <a:pt x="25" y="63"/>
                  </a:cubicBezTo>
                  <a:cubicBezTo>
                    <a:pt x="17" y="71"/>
                    <a:pt x="13" y="79"/>
                    <a:pt x="9" y="91"/>
                  </a:cubicBezTo>
                  <a:cubicBezTo>
                    <a:pt x="5" y="99"/>
                    <a:pt x="1" y="110"/>
                    <a:pt x="1" y="123"/>
                  </a:cubicBezTo>
                  <a:cubicBezTo>
                    <a:pt x="1" y="134"/>
                    <a:pt x="5" y="142"/>
                    <a:pt x="9" y="154"/>
                  </a:cubicBezTo>
                  <a:cubicBezTo>
                    <a:pt x="13" y="162"/>
                    <a:pt x="17" y="170"/>
                    <a:pt x="25" y="177"/>
                  </a:cubicBezTo>
                  <a:cubicBezTo>
                    <a:pt x="33" y="181"/>
                    <a:pt x="37" y="186"/>
                    <a:pt x="41" y="190"/>
                  </a:cubicBezTo>
                  <a:cubicBezTo>
                    <a:pt x="52" y="197"/>
                    <a:pt x="68" y="201"/>
                    <a:pt x="84" y="201"/>
                  </a:cubicBezTo>
                  <a:cubicBezTo>
                    <a:pt x="88" y="201"/>
                    <a:pt x="96" y="201"/>
                    <a:pt x="104" y="197"/>
                  </a:cubicBezTo>
                  <a:cubicBezTo>
                    <a:pt x="119" y="194"/>
                    <a:pt x="132" y="190"/>
                    <a:pt x="139" y="177"/>
                  </a:cubicBezTo>
                  <a:cubicBezTo>
                    <a:pt x="151" y="166"/>
                    <a:pt x="167" y="150"/>
                    <a:pt x="179" y="139"/>
                  </a:cubicBezTo>
                  <a:cubicBezTo>
                    <a:pt x="186" y="130"/>
                    <a:pt x="194" y="123"/>
                    <a:pt x="199" y="110"/>
                  </a:cubicBezTo>
                  <a:cubicBezTo>
                    <a:pt x="203" y="103"/>
                    <a:pt x="203" y="91"/>
                    <a:pt x="203" y="79"/>
                  </a:cubicBezTo>
                  <a:cubicBezTo>
                    <a:pt x="203" y="71"/>
                    <a:pt x="203" y="59"/>
                    <a:pt x="199" y="52"/>
                  </a:cubicBezTo>
                  <a:cubicBezTo>
                    <a:pt x="194" y="39"/>
                    <a:pt x="186" y="32"/>
                    <a:pt x="179" y="24"/>
                  </a:cubicBezTo>
                  <a:cubicBezTo>
                    <a:pt x="175" y="20"/>
                    <a:pt x="170" y="16"/>
                    <a:pt x="163" y="12"/>
                  </a:cubicBezTo>
                  <a:cubicBezTo>
                    <a:pt x="151" y="4"/>
                    <a:pt x="139" y="1"/>
                    <a:pt x="123" y="1"/>
                  </a:cubicBezTo>
                  <a:close/>
                </a:path>
              </a:pathLst>
            </a:custGeom>
            <a:solidFill>
              <a:schemeClr val="accent4"/>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2" name="Google Shape;1182;p35"/>
            <p:cNvSpPr/>
            <p:nvPr/>
          </p:nvSpPr>
          <p:spPr>
            <a:xfrm>
              <a:off x="3441183" y="7294079"/>
              <a:ext cx="84028" cy="64822"/>
            </a:xfrm>
            <a:custGeom>
              <a:rect b="b" l="l" r="r" t="t"/>
              <a:pathLst>
                <a:path extrusionOk="0" h="162" w="210">
                  <a:moveTo>
                    <a:pt x="103" y="0"/>
                  </a:moveTo>
                  <a:cubicBezTo>
                    <a:pt x="0" y="0"/>
                    <a:pt x="0" y="162"/>
                    <a:pt x="103" y="162"/>
                  </a:cubicBezTo>
                  <a:cubicBezTo>
                    <a:pt x="209" y="162"/>
                    <a:pt x="209" y="0"/>
                    <a:pt x="103" y="0"/>
                  </a:cubicBezTo>
                  <a:close/>
                </a:path>
              </a:pathLst>
            </a:custGeom>
            <a:solidFill>
              <a:schemeClr val="accent4"/>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3" name="Google Shape;1183;p35"/>
            <p:cNvSpPr/>
            <p:nvPr/>
          </p:nvSpPr>
          <p:spPr>
            <a:xfrm>
              <a:off x="3655653" y="6943564"/>
              <a:ext cx="70023" cy="65222"/>
            </a:xfrm>
            <a:custGeom>
              <a:rect b="b" l="l" r="r" t="t"/>
              <a:pathLst>
                <a:path extrusionOk="0" h="163" w="175">
                  <a:moveTo>
                    <a:pt x="84" y="1"/>
                  </a:moveTo>
                  <a:cubicBezTo>
                    <a:pt x="72" y="1"/>
                    <a:pt x="64" y="1"/>
                    <a:pt x="52" y="4"/>
                  </a:cubicBezTo>
                  <a:cubicBezTo>
                    <a:pt x="44" y="8"/>
                    <a:pt x="32" y="17"/>
                    <a:pt x="25" y="24"/>
                  </a:cubicBezTo>
                  <a:cubicBezTo>
                    <a:pt x="17" y="32"/>
                    <a:pt x="13" y="40"/>
                    <a:pt x="8" y="48"/>
                  </a:cubicBezTo>
                  <a:cubicBezTo>
                    <a:pt x="5" y="60"/>
                    <a:pt x="1" y="68"/>
                    <a:pt x="1" y="79"/>
                  </a:cubicBezTo>
                  <a:cubicBezTo>
                    <a:pt x="5" y="88"/>
                    <a:pt x="5" y="95"/>
                    <a:pt x="5" y="103"/>
                  </a:cubicBezTo>
                  <a:cubicBezTo>
                    <a:pt x="8" y="115"/>
                    <a:pt x="17" y="127"/>
                    <a:pt x="25" y="139"/>
                  </a:cubicBezTo>
                  <a:cubicBezTo>
                    <a:pt x="32" y="143"/>
                    <a:pt x="37" y="146"/>
                    <a:pt x="44" y="150"/>
                  </a:cubicBezTo>
                  <a:cubicBezTo>
                    <a:pt x="56" y="159"/>
                    <a:pt x="68" y="162"/>
                    <a:pt x="84" y="162"/>
                  </a:cubicBezTo>
                  <a:lnTo>
                    <a:pt x="96" y="162"/>
                  </a:lnTo>
                  <a:cubicBezTo>
                    <a:pt x="103" y="162"/>
                    <a:pt x="115" y="159"/>
                    <a:pt x="123" y="155"/>
                  </a:cubicBezTo>
                  <a:cubicBezTo>
                    <a:pt x="135" y="150"/>
                    <a:pt x="143" y="146"/>
                    <a:pt x="150" y="139"/>
                  </a:cubicBezTo>
                  <a:cubicBezTo>
                    <a:pt x="159" y="131"/>
                    <a:pt x="163" y="123"/>
                    <a:pt x="167" y="111"/>
                  </a:cubicBezTo>
                  <a:cubicBezTo>
                    <a:pt x="170" y="103"/>
                    <a:pt x="174" y="92"/>
                    <a:pt x="174" y="79"/>
                  </a:cubicBezTo>
                  <a:cubicBezTo>
                    <a:pt x="174" y="72"/>
                    <a:pt x="170" y="68"/>
                    <a:pt x="170" y="60"/>
                  </a:cubicBezTo>
                  <a:cubicBezTo>
                    <a:pt x="167" y="44"/>
                    <a:pt x="163" y="32"/>
                    <a:pt x="150" y="24"/>
                  </a:cubicBezTo>
                  <a:lnTo>
                    <a:pt x="135" y="8"/>
                  </a:lnTo>
                  <a:cubicBezTo>
                    <a:pt x="123" y="4"/>
                    <a:pt x="108" y="1"/>
                    <a:pt x="96" y="1"/>
                  </a:cubicBezTo>
                  <a:close/>
                </a:path>
              </a:pathLst>
            </a:custGeom>
            <a:solidFill>
              <a:schemeClr val="accent4"/>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4" name="Google Shape;1184;p35"/>
            <p:cNvSpPr/>
            <p:nvPr/>
          </p:nvSpPr>
          <p:spPr>
            <a:xfrm>
              <a:off x="3352754" y="6983177"/>
              <a:ext cx="82827" cy="64822"/>
            </a:xfrm>
            <a:custGeom>
              <a:rect b="b" l="l" r="r" t="t"/>
              <a:pathLst>
                <a:path extrusionOk="0" h="162" w="207">
                  <a:moveTo>
                    <a:pt x="103" y="0"/>
                  </a:moveTo>
                  <a:cubicBezTo>
                    <a:pt x="1" y="0"/>
                    <a:pt x="1" y="162"/>
                    <a:pt x="103" y="162"/>
                  </a:cubicBezTo>
                  <a:cubicBezTo>
                    <a:pt x="206" y="162"/>
                    <a:pt x="206" y="0"/>
                    <a:pt x="103" y="0"/>
                  </a:cubicBezTo>
                  <a:close/>
                </a:path>
              </a:pathLst>
            </a:custGeom>
            <a:solidFill>
              <a:schemeClr val="accent4"/>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5" name="Google Shape;1185;p35"/>
            <p:cNvSpPr/>
            <p:nvPr/>
          </p:nvSpPr>
          <p:spPr>
            <a:xfrm>
              <a:off x="3086267" y="6918356"/>
              <a:ext cx="82427" cy="65222"/>
            </a:xfrm>
            <a:custGeom>
              <a:rect b="b" l="l" r="r" t="t"/>
              <a:pathLst>
                <a:path extrusionOk="0" h="163" w="206">
                  <a:moveTo>
                    <a:pt x="103" y="0"/>
                  </a:moveTo>
                  <a:cubicBezTo>
                    <a:pt x="1" y="0"/>
                    <a:pt x="1" y="162"/>
                    <a:pt x="103" y="162"/>
                  </a:cubicBezTo>
                  <a:cubicBezTo>
                    <a:pt x="206" y="162"/>
                    <a:pt x="206" y="0"/>
                    <a:pt x="103" y="0"/>
                  </a:cubicBezTo>
                  <a:close/>
                </a:path>
              </a:pathLst>
            </a:custGeom>
            <a:solidFill>
              <a:schemeClr val="accent4"/>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6" name="Google Shape;1186;p35"/>
            <p:cNvSpPr/>
            <p:nvPr/>
          </p:nvSpPr>
          <p:spPr>
            <a:xfrm>
              <a:off x="3283532" y="6607854"/>
              <a:ext cx="84028" cy="64822"/>
            </a:xfrm>
            <a:custGeom>
              <a:rect b="b" l="l" r="r" t="t"/>
              <a:pathLst>
                <a:path extrusionOk="0" h="162" w="210">
                  <a:moveTo>
                    <a:pt x="107" y="0"/>
                  </a:moveTo>
                  <a:cubicBezTo>
                    <a:pt x="1" y="0"/>
                    <a:pt x="1" y="161"/>
                    <a:pt x="107" y="161"/>
                  </a:cubicBezTo>
                  <a:cubicBezTo>
                    <a:pt x="210" y="161"/>
                    <a:pt x="210" y="0"/>
                    <a:pt x="107" y="0"/>
                  </a:cubicBezTo>
                  <a:close/>
                </a:path>
              </a:pathLst>
            </a:custGeom>
            <a:solidFill>
              <a:schemeClr val="accent4"/>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7" name="Google Shape;1187;p35"/>
            <p:cNvSpPr/>
            <p:nvPr/>
          </p:nvSpPr>
          <p:spPr>
            <a:xfrm>
              <a:off x="3478795" y="6797917"/>
              <a:ext cx="81227" cy="64822"/>
            </a:xfrm>
            <a:custGeom>
              <a:rect b="b" l="l" r="r" t="t"/>
              <a:pathLst>
                <a:path extrusionOk="0" h="162" w="203">
                  <a:moveTo>
                    <a:pt x="71" y="1"/>
                  </a:moveTo>
                  <a:cubicBezTo>
                    <a:pt x="63" y="1"/>
                    <a:pt x="57" y="3"/>
                    <a:pt x="48" y="6"/>
                  </a:cubicBezTo>
                  <a:cubicBezTo>
                    <a:pt x="41" y="10"/>
                    <a:pt x="33" y="17"/>
                    <a:pt x="25" y="26"/>
                  </a:cubicBezTo>
                  <a:cubicBezTo>
                    <a:pt x="17" y="30"/>
                    <a:pt x="9" y="41"/>
                    <a:pt x="9" y="50"/>
                  </a:cubicBezTo>
                  <a:cubicBezTo>
                    <a:pt x="1" y="61"/>
                    <a:pt x="1" y="69"/>
                    <a:pt x="1" y="81"/>
                  </a:cubicBezTo>
                  <a:cubicBezTo>
                    <a:pt x="1" y="88"/>
                    <a:pt x="1" y="97"/>
                    <a:pt x="6" y="101"/>
                  </a:cubicBezTo>
                  <a:cubicBezTo>
                    <a:pt x="9" y="117"/>
                    <a:pt x="13" y="128"/>
                    <a:pt x="25" y="136"/>
                  </a:cubicBezTo>
                  <a:lnTo>
                    <a:pt x="41" y="152"/>
                  </a:lnTo>
                  <a:cubicBezTo>
                    <a:pt x="53" y="156"/>
                    <a:pt x="68" y="159"/>
                    <a:pt x="80" y="159"/>
                  </a:cubicBezTo>
                  <a:lnTo>
                    <a:pt x="124" y="159"/>
                  </a:lnTo>
                  <a:cubicBezTo>
                    <a:pt x="126" y="161"/>
                    <a:pt x="129" y="161"/>
                    <a:pt x="132" y="161"/>
                  </a:cubicBezTo>
                  <a:cubicBezTo>
                    <a:pt x="138" y="161"/>
                    <a:pt x="145" y="158"/>
                    <a:pt x="151" y="156"/>
                  </a:cubicBezTo>
                  <a:cubicBezTo>
                    <a:pt x="163" y="152"/>
                    <a:pt x="171" y="144"/>
                    <a:pt x="179" y="136"/>
                  </a:cubicBezTo>
                  <a:cubicBezTo>
                    <a:pt x="186" y="132"/>
                    <a:pt x="190" y="121"/>
                    <a:pt x="195" y="112"/>
                  </a:cubicBezTo>
                  <a:cubicBezTo>
                    <a:pt x="203" y="101"/>
                    <a:pt x="203" y="93"/>
                    <a:pt x="203" y="81"/>
                  </a:cubicBezTo>
                  <a:cubicBezTo>
                    <a:pt x="203" y="73"/>
                    <a:pt x="203" y="65"/>
                    <a:pt x="199" y="61"/>
                  </a:cubicBezTo>
                  <a:cubicBezTo>
                    <a:pt x="195" y="46"/>
                    <a:pt x="190" y="33"/>
                    <a:pt x="179" y="26"/>
                  </a:cubicBezTo>
                  <a:lnTo>
                    <a:pt x="163" y="10"/>
                  </a:lnTo>
                  <a:cubicBezTo>
                    <a:pt x="151" y="2"/>
                    <a:pt x="135" y="2"/>
                    <a:pt x="124" y="2"/>
                  </a:cubicBezTo>
                  <a:lnTo>
                    <a:pt x="80" y="2"/>
                  </a:lnTo>
                  <a:cubicBezTo>
                    <a:pt x="77" y="1"/>
                    <a:pt x="74" y="1"/>
                    <a:pt x="71" y="1"/>
                  </a:cubicBezTo>
                  <a:close/>
                </a:path>
              </a:pathLst>
            </a:custGeom>
            <a:solidFill>
              <a:schemeClr val="accent4"/>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8" name="Google Shape;1188;p35"/>
            <p:cNvSpPr/>
            <p:nvPr/>
          </p:nvSpPr>
          <p:spPr>
            <a:xfrm>
              <a:off x="3925741" y="6713489"/>
              <a:ext cx="83628" cy="65222"/>
            </a:xfrm>
            <a:custGeom>
              <a:rect b="b" l="l" r="r" t="t"/>
              <a:pathLst>
                <a:path extrusionOk="0" h="163" w="209">
                  <a:moveTo>
                    <a:pt x="107" y="0"/>
                  </a:moveTo>
                  <a:cubicBezTo>
                    <a:pt x="1" y="0"/>
                    <a:pt x="1" y="162"/>
                    <a:pt x="107" y="162"/>
                  </a:cubicBezTo>
                  <a:cubicBezTo>
                    <a:pt x="209" y="162"/>
                    <a:pt x="209" y="0"/>
                    <a:pt x="107" y="0"/>
                  </a:cubicBezTo>
                  <a:close/>
                </a:path>
              </a:pathLst>
            </a:custGeom>
            <a:solidFill>
              <a:schemeClr val="accent4"/>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9" name="Google Shape;1189;p35"/>
            <p:cNvSpPr/>
            <p:nvPr/>
          </p:nvSpPr>
          <p:spPr>
            <a:xfrm>
              <a:off x="4569559" y="7189645"/>
              <a:ext cx="84028" cy="65222"/>
            </a:xfrm>
            <a:custGeom>
              <a:rect b="b" l="l" r="r" t="t"/>
              <a:pathLst>
                <a:path extrusionOk="0" h="163" w="210">
                  <a:moveTo>
                    <a:pt x="103" y="1"/>
                  </a:moveTo>
                  <a:cubicBezTo>
                    <a:pt x="1" y="1"/>
                    <a:pt x="1" y="163"/>
                    <a:pt x="103" y="163"/>
                  </a:cubicBezTo>
                  <a:cubicBezTo>
                    <a:pt x="210" y="163"/>
                    <a:pt x="210" y="1"/>
                    <a:pt x="103" y="1"/>
                  </a:cubicBezTo>
                  <a:close/>
                </a:path>
              </a:pathLst>
            </a:custGeom>
            <a:solidFill>
              <a:schemeClr val="accent4"/>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0" name="Google Shape;1190;p35"/>
            <p:cNvSpPr/>
            <p:nvPr/>
          </p:nvSpPr>
          <p:spPr>
            <a:xfrm>
              <a:off x="4802835" y="7177241"/>
              <a:ext cx="84028" cy="65222"/>
            </a:xfrm>
            <a:custGeom>
              <a:rect b="b" l="l" r="r" t="t"/>
              <a:pathLst>
                <a:path extrusionOk="0" h="163" w="210">
                  <a:moveTo>
                    <a:pt x="108" y="1"/>
                  </a:moveTo>
                  <a:cubicBezTo>
                    <a:pt x="6" y="1"/>
                    <a:pt x="1" y="162"/>
                    <a:pt x="108" y="162"/>
                  </a:cubicBezTo>
                  <a:cubicBezTo>
                    <a:pt x="210" y="162"/>
                    <a:pt x="210" y="1"/>
                    <a:pt x="108" y="1"/>
                  </a:cubicBezTo>
                  <a:close/>
                </a:path>
              </a:pathLst>
            </a:custGeom>
            <a:solidFill>
              <a:schemeClr val="accent4"/>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1" name="Google Shape;1191;p35"/>
            <p:cNvSpPr/>
            <p:nvPr/>
          </p:nvSpPr>
          <p:spPr>
            <a:xfrm>
              <a:off x="5069722" y="7334892"/>
              <a:ext cx="84028" cy="65222"/>
            </a:xfrm>
            <a:custGeom>
              <a:rect b="b" l="l" r="r" t="t"/>
              <a:pathLst>
                <a:path extrusionOk="0" h="163" w="210">
                  <a:moveTo>
                    <a:pt x="107" y="0"/>
                  </a:moveTo>
                  <a:cubicBezTo>
                    <a:pt x="1" y="0"/>
                    <a:pt x="1" y="162"/>
                    <a:pt x="107" y="162"/>
                  </a:cubicBezTo>
                  <a:cubicBezTo>
                    <a:pt x="209" y="162"/>
                    <a:pt x="209" y="0"/>
                    <a:pt x="107" y="0"/>
                  </a:cubicBezTo>
                  <a:close/>
                </a:path>
              </a:pathLst>
            </a:custGeom>
            <a:solidFill>
              <a:schemeClr val="accent4"/>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2" name="Google Shape;1192;p35"/>
            <p:cNvSpPr/>
            <p:nvPr/>
          </p:nvSpPr>
          <p:spPr>
            <a:xfrm>
              <a:off x="5271788" y="7435726"/>
              <a:ext cx="84028" cy="65222"/>
            </a:xfrm>
            <a:custGeom>
              <a:rect b="b" l="l" r="r" t="t"/>
              <a:pathLst>
                <a:path extrusionOk="0" h="163" w="210">
                  <a:moveTo>
                    <a:pt x="106" y="1"/>
                  </a:moveTo>
                  <a:cubicBezTo>
                    <a:pt x="4" y="1"/>
                    <a:pt x="0" y="163"/>
                    <a:pt x="106" y="163"/>
                  </a:cubicBezTo>
                  <a:cubicBezTo>
                    <a:pt x="210" y="163"/>
                    <a:pt x="210" y="1"/>
                    <a:pt x="106" y="1"/>
                  </a:cubicBezTo>
                  <a:close/>
                </a:path>
              </a:pathLst>
            </a:custGeom>
            <a:solidFill>
              <a:schemeClr val="accent4"/>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3" name="Google Shape;1193;p35"/>
            <p:cNvSpPr/>
            <p:nvPr/>
          </p:nvSpPr>
          <p:spPr>
            <a:xfrm>
              <a:off x="5395419" y="7138028"/>
              <a:ext cx="84028" cy="64822"/>
            </a:xfrm>
            <a:custGeom>
              <a:rect b="b" l="l" r="r" t="t"/>
              <a:pathLst>
                <a:path extrusionOk="0" h="162" w="210">
                  <a:moveTo>
                    <a:pt x="106" y="0"/>
                  </a:moveTo>
                  <a:cubicBezTo>
                    <a:pt x="0" y="0"/>
                    <a:pt x="0" y="161"/>
                    <a:pt x="106" y="161"/>
                  </a:cubicBezTo>
                  <a:cubicBezTo>
                    <a:pt x="209" y="161"/>
                    <a:pt x="209" y="0"/>
                    <a:pt x="106" y="0"/>
                  </a:cubicBezTo>
                  <a:close/>
                </a:path>
              </a:pathLst>
            </a:custGeom>
            <a:solidFill>
              <a:schemeClr val="accent4"/>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4" name="Google Shape;1194;p35"/>
            <p:cNvSpPr/>
            <p:nvPr/>
          </p:nvSpPr>
          <p:spPr>
            <a:xfrm>
              <a:off x="5540266" y="7274873"/>
              <a:ext cx="84028" cy="65222"/>
            </a:xfrm>
            <a:custGeom>
              <a:rect b="b" l="l" r="r" t="t"/>
              <a:pathLst>
                <a:path extrusionOk="0" h="163" w="210">
                  <a:moveTo>
                    <a:pt x="108" y="1"/>
                  </a:moveTo>
                  <a:cubicBezTo>
                    <a:pt x="1" y="1"/>
                    <a:pt x="1" y="163"/>
                    <a:pt x="108" y="163"/>
                  </a:cubicBezTo>
                  <a:cubicBezTo>
                    <a:pt x="210" y="163"/>
                    <a:pt x="210" y="1"/>
                    <a:pt x="108" y="1"/>
                  </a:cubicBezTo>
                  <a:close/>
                </a:path>
              </a:pathLst>
            </a:custGeom>
            <a:solidFill>
              <a:schemeClr val="accent4"/>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5" name="Google Shape;1195;p35"/>
            <p:cNvSpPr/>
            <p:nvPr/>
          </p:nvSpPr>
          <p:spPr>
            <a:xfrm>
              <a:off x="5915599" y="7084010"/>
              <a:ext cx="82427" cy="65222"/>
            </a:xfrm>
            <a:custGeom>
              <a:rect b="b" l="l" r="r" t="t"/>
              <a:pathLst>
                <a:path extrusionOk="0" h="163" w="206">
                  <a:moveTo>
                    <a:pt x="102" y="1"/>
                  </a:moveTo>
                  <a:cubicBezTo>
                    <a:pt x="0" y="1"/>
                    <a:pt x="0" y="163"/>
                    <a:pt x="102" y="163"/>
                  </a:cubicBezTo>
                  <a:cubicBezTo>
                    <a:pt x="206" y="163"/>
                    <a:pt x="206" y="1"/>
                    <a:pt x="102" y="1"/>
                  </a:cubicBezTo>
                  <a:close/>
                </a:path>
              </a:pathLst>
            </a:custGeom>
            <a:solidFill>
              <a:schemeClr val="accent4"/>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6" name="Google Shape;1196;p35"/>
            <p:cNvSpPr/>
            <p:nvPr/>
          </p:nvSpPr>
          <p:spPr>
            <a:xfrm>
              <a:off x="5718724" y="7019189"/>
              <a:ext cx="84028" cy="65222"/>
            </a:xfrm>
            <a:custGeom>
              <a:rect b="b" l="l" r="r" t="t"/>
              <a:pathLst>
                <a:path extrusionOk="0" h="163" w="210">
                  <a:moveTo>
                    <a:pt x="103" y="1"/>
                  </a:moveTo>
                  <a:cubicBezTo>
                    <a:pt x="0" y="1"/>
                    <a:pt x="0" y="163"/>
                    <a:pt x="103" y="163"/>
                  </a:cubicBezTo>
                  <a:cubicBezTo>
                    <a:pt x="210" y="163"/>
                    <a:pt x="210" y="1"/>
                    <a:pt x="103" y="1"/>
                  </a:cubicBezTo>
                  <a:close/>
                </a:path>
              </a:pathLst>
            </a:custGeom>
            <a:solidFill>
              <a:schemeClr val="accent4"/>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7" name="Google Shape;1197;p35"/>
            <p:cNvSpPr/>
            <p:nvPr/>
          </p:nvSpPr>
          <p:spPr>
            <a:xfrm>
              <a:off x="5527862" y="6827126"/>
              <a:ext cx="68023" cy="65222"/>
            </a:xfrm>
            <a:custGeom>
              <a:rect b="b" l="l" r="r" t="t"/>
              <a:pathLst>
                <a:path extrusionOk="0" h="163" w="170">
                  <a:moveTo>
                    <a:pt x="99" y="0"/>
                  </a:moveTo>
                  <a:cubicBezTo>
                    <a:pt x="95" y="0"/>
                    <a:pt x="95" y="4"/>
                    <a:pt x="91" y="4"/>
                  </a:cubicBezTo>
                  <a:cubicBezTo>
                    <a:pt x="68" y="20"/>
                    <a:pt x="44" y="39"/>
                    <a:pt x="24" y="59"/>
                  </a:cubicBezTo>
                  <a:cubicBezTo>
                    <a:pt x="20" y="63"/>
                    <a:pt x="17" y="67"/>
                    <a:pt x="12" y="71"/>
                  </a:cubicBezTo>
                  <a:cubicBezTo>
                    <a:pt x="0" y="91"/>
                    <a:pt x="17" y="118"/>
                    <a:pt x="28" y="134"/>
                  </a:cubicBezTo>
                  <a:cubicBezTo>
                    <a:pt x="40" y="150"/>
                    <a:pt x="64" y="162"/>
                    <a:pt x="88" y="162"/>
                  </a:cubicBezTo>
                  <a:cubicBezTo>
                    <a:pt x="126" y="162"/>
                    <a:pt x="159" y="134"/>
                    <a:pt x="162" y="95"/>
                  </a:cubicBezTo>
                  <a:cubicBezTo>
                    <a:pt x="170" y="63"/>
                    <a:pt x="154" y="24"/>
                    <a:pt x="123" y="8"/>
                  </a:cubicBezTo>
                  <a:cubicBezTo>
                    <a:pt x="115" y="4"/>
                    <a:pt x="106" y="0"/>
                    <a:pt x="99" y="0"/>
                  </a:cubicBezTo>
                  <a:close/>
                </a:path>
              </a:pathLst>
            </a:custGeom>
            <a:solidFill>
              <a:schemeClr val="accent4"/>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8" name="Google Shape;1198;p35"/>
            <p:cNvSpPr/>
            <p:nvPr/>
          </p:nvSpPr>
          <p:spPr>
            <a:xfrm>
              <a:off x="5897993" y="6677077"/>
              <a:ext cx="84028" cy="65222"/>
            </a:xfrm>
            <a:custGeom>
              <a:rect b="b" l="l" r="r" t="t"/>
              <a:pathLst>
                <a:path extrusionOk="0" h="163" w="210">
                  <a:moveTo>
                    <a:pt x="108" y="0"/>
                  </a:moveTo>
                  <a:cubicBezTo>
                    <a:pt x="1" y="0"/>
                    <a:pt x="1" y="162"/>
                    <a:pt x="108" y="162"/>
                  </a:cubicBezTo>
                  <a:cubicBezTo>
                    <a:pt x="210" y="162"/>
                    <a:pt x="210" y="0"/>
                    <a:pt x="108" y="0"/>
                  </a:cubicBezTo>
                  <a:close/>
                </a:path>
              </a:pathLst>
            </a:custGeom>
            <a:solidFill>
              <a:schemeClr val="accent4"/>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9" name="Google Shape;1199;p35"/>
            <p:cNvSpPr/>
            <p:nvPr/>
          </p:nvSpPr>
          <p:spPr>
            <a:xfrm>
              <a:off x="6112863" y="6845932"/>
              <a:ext cx="84028" cy="65222"/>
            </a:xfrm>
            <a:custGeom>
              <a:rect b="b" l="l" r="r" t="t"/>
              <a:pathLst>
                <a:path extrusionOk="0" h="163" w="210">
                  <a:moveTo>
                    <a:pt x="102" y="1"/>
                  </a:moveTo>
                  <a:cubicBezTo>
                    <a:pt x="0" y="1"/>
                    <a:pt x="0" y="162"/>
                    <a:pt x="102" y="162"/>
                  </a:cubicBezTo>
                  <a:cubicBezTo>
                    <a:pt x="209" y="162"/>
                    <a:pt x="209" y="1"/>
                    <a:pt x="102" y="1"/>
                  </a:cubicBezTo>
                  <a:close/>
                </a:path>
              </a:pathLst>
            </a:custGeom>
            <a:solidFill>
              <a:schemeClr val="accent4"/>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0" name="Google Shape;1200;p35"/>
            <p:cNvSpPr/>
            <p:nvPr/>
          </p:nvSpPr>
          <p:spPr>
            <a:xfrm>
              <a:off x="6419357" y="7056896"/>
              <a:ext cx="84028" cy="65222"/>
            </a:xfrm>
            <a:custGeom>
              <a:rect b="b" l="l" r="r" t="t"/>
              <a:pathLst>
                <a:path extrusionOk="0" h="163" w="210">
                  <a:moveTo>
                    <a:pt x="102" y="0"/>
                  </a:moveTo>
                  <a:cubicBezTo>
                    <a:pt x="0" y="0"/>
                    <a:pt x="0" y="162"/>
                    <a:pt x="102" y="162"/>
                  </a:cubicBezTo>
                  <a:cubicBezTo>
                    <a:pt x="209" y="162"/>
                    <a:pt x="209" y="0"/>
                    <a:pt x="102" y="0"/>
                  </a:cubicBezTo>
                  <a:close/>
                </a:path>
              </a:pathLst>
            </a:custGeom>
            <a:solidFill>
              <a:schemeClr val="accent4"/>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1" name="Google Shape;1201;p35"/>
            <p:cNvSpPr/>
            <p:nvPr/>
          </p:nvSpPr>
          <p:spPr>
            <a:xfrm>
              <a:off x="6198091" y="6604253"/>
              <a:ext cx="74425" cy="65222"/>
            </a:xfrm>
            <a:custGeom>
              <a:rect b="b" l="l" r="r" t="t"/>
              <a:pathLst>
                <a:path extrusionOk="0" h="163" w="186">
                  <a:moveTo>
                    <a:pt x="82" y="1"/>
                  </a:moveTo>
                  <a:cubicBezTo>
                    <a:pt x="71" y="1"/>
                    <a:pt x="63" y="1"/>
                    <a:pt x="51" y="5"/>
                  </a:cubicBezTo>
                  <a:cubicBezTo>
                    <a:pt x="44" y="9"/>
                    <a:pt x="31" y="17"/>
                    <a:pt x="28" y="24"/>
                  </a:cubicBezTo>
                  <a:cubicBezTo>
                    <a:pt x="20" y="28"/>
                    <a:pt x="11" y="40"/>
                    <a:pt x="8" y="48"/>
                  </a:cubicBezTo>
                  <a:cubicBezTo>
                    <a:pt x="4" y="60"/>
                    <a:pt x="0" y="68"/>
                    <a:pt x="4" y="80"/>
                  </a:cubicBezTo>
                  <a:lnTo>
                    <a:pt x="4" y="104"/>
                  </a:lnTo>
                  <a:cubicBezTo>
                    <a:pt x="8" y="115"/>
                    <a:pt x="15" y="128"/>
                    <a:pt x="28" y="139"/>
                  </a:cubicBezTo>
                  <a:lnTo>
                    <a:pt x="44" y="151"/>
                  </a:lnTo>
                  <a:cubicBezTo>
                    <a:pt x="55" y="159"/>
                    <a:pt x="67" y="163"/>
                    <a:pt x="82" y="163"/>
                  </a:cubicBezTo>
                  <a:lnTo>
                    <a:pt x="102" y="163"/>
                  </a:lnTo>
                  <a:cubicBezTo>
                    <a:pt x="115" y="163"/>
                    <a:pt x="126" y="159"/>
                    <a:pt x="134" y="155"/>
                  </a:cubicBezTo>
                  <a:cubicBezTo>
                    <a:pt x="146" y="151"/>
                    <a:pt x="153" y="146"/>
                    <a:pt x="162" y="139"/>
                  </a:cubicBezTo>
                  <a:cubicBezTo>
                    <a:pt x="170" y="131"/>
                    <a:pt x="173" y="119"/>
                    <a:pt x="177" y="111"/>
                  </a:cubicBezTo>
                  <a:cubicBezTo>
                    <a:pt x="181" y="104"/>
                    <a:pt x="186" y="92"/>
                    <a:pt x="186" y="80"/>
                  </a:cubicBezTo>
                  <a:cubicBezTo>
                    <a:pt x="181" y="72"/>
                    <a:pt x="181" y="64"/>
                    <a:pt x="181" y="60"/>
                  </a:cubicBezTo>
                  <a:cubicBezTo>
                    <a:pt x="177" y="44"/>
                    <a:pt x="170" y="33"/>
                    <a:pt x="162" y="24"/>
                  </a:cubicBezTo>
                  <a:lnTo>
                    <a:pt x="146" y="9"/>
                  </a:lnTo>
                  <a:cubicBezTo>
                    <a:pt x="130" y="5"/>
                    <a:pt x="118" y="1"/>
                    <a:pt x="102" y="1"/>
                  </a:cubicBezTo>
                  <a:close/>
                </a:path>
              </a:pathLst>
            </a:custGeom>
            <a:solidFill>
              <a:schemeClr val="accent4"/>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2" name="Google Shape;1202;p35"/>
            <p:cNvSpPr/>
            <p:nvPr/>
          </p:nvSpPr>
          <p:spPr>
            <a:xfrm>
              <a:off x="6169682" y="7278074"/>
              <a:ext cx="84028" cy="65222"/>
            </a:xfrm>
            <a:custGeom>
              <a:rect b="b" l="l" r="r" t="t"/>
              <a:pathLst>
                <a:path extrusionOk="0" h="163" w="210">
                  <a:moveTo>
                    <a:pt x="102" y="0"/>
                  </a:moveTo>
                  <a:cubicBezTo>
                    <a:pt x="0" y="0"/>
                    <a:pt x="0" y="162"/>
                    <a:pt x="102" y="162"/>
                  </a:cubicBezTo>
                  <a:cubicBezTo>
                    <a:pt x="209" y="162"/>
                    <a:pt x="209" y="0"/>
                    <a:pt x="102" y="0"/>
                  </a:cubicBezTo>
                  <a:close/>
                </a:path>
              </a:pathLst>
            </a:custGeom>
            <a:solidFill>
              <a:schemeClr val="accent4"/>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3" name="Google Shape;1203;p35"/>
            <p:cNvSpPr/>
            <p:nvPr/>
          </p:nvSpPr>
          <p:spPr>
            <a:xfrm>
              <a:off x="6407759" y="7355699"/>
              <a:ext cx="84028" cy="64822"/>
            </a:xfrm>
            <a:custGeom>
              <a:rect b="b" l="l" r="r" t="t"/>
              <a:pathLst>
                <a:path extrusionOk="0" h="162" w="210">
                  <a:moveTo>
                    <a:pt x="103" y="0"/>
                  </a:moveTo>
                  <a:cubicBezTo>
                    <a:pt x="0" y="0"/>
                    <a:pt x="0" y="161"/>
                    <a:pt x="103" y="161"/>
                  </a:cubicBezTo>
                  <a:cubicBezTo>
                    <a:pt x="210" y="161"/>
                    <a:pt x="210" y="0"/>
                    <a:pt x="103" y="0"/>
                  </a:cubicBezTo>
                  <a:close/>
                </a:path>
              </a:pathLst>
            </a:custGeom>
            <a:solidFill>
              <a:schemeClr val="accent4"/>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4" name="Google Shape;1204;p35"/>
            <p:cNvSpPr/>
            <p:nvPr/>
          </p:nvSpPr>
          <p:spPr>
            <a:xfrm>
              <a:off x="6019633" y="7505348"/>
              <a:ext cx="84028" cy="64822"/>
            </a:xfrm>
            <a:custGeom>
              <a:rect b="b" l="l" r="r" t="t"/>
              <a:pathLst>
                <a:path extrusionOk="0" h="162" w="210">
                  <a:moveTo>
                    <a:pt x="106" y="0"/>
                  </a:moveTo>
                  <a:cubicBezTo>
                    <a:pt x="0" y="0"/>
                    <a:pt x="0" y="162"/>
                    <a:pt x="106" y="162"/>
                  </a:cubicBezTo>
                  <a:cubicBezTo>
                    <a:pt x="210" y="162"/>
                    <a:pt x="210" y="0"/>
                    <a:pt x="106" y="0"/>
                  </a:cubicBezTo>
                  <a:close/>
                </a:path>
              </a:pathLst>
            </a:custGeom>
            <a:solidFill>
              <a:schemeClr val="accent4"/>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5" name="Google Shape;1205;p35"/>
            <p:cNvSpPr/>
            <p:nvPr/>
          </p:nvSpPr>
          <p:spPr>
            <a:xfrm>
              <a:off x="5459850" y="4622804"/>
              <a:ext cx="250883" cy="120441"/>
            </a:xfrm>
            <a:custGeom>
              <a:rect b="b" l="l" r="r" t="t"/>
              <a:pathLst>
                <a:path extrusionOk="0" h="301" w="627">
                  <a:moveTo>
                    <a:pt x="595" y="1"/>
                  </a:moveTo>
                  <a:lnTo>
                    <a:pt x="23" y="36"/>
                  </a:lnTo>
                  <a:cubicBezTo>
                    <a:pt x="0" y="170"/>
                    <a:pt x="141" y="301"/>
                    <a:pt x="302" y="301"/>
                  </a:cubicBezTo>
                  <a:cubicBezTo>
                    <a:pt x="306" y="301"/>
                    <a:pt x="310" y="301"/>
                    <a:pt x="315" y="300"/>
                  </a:cubicBezTo>
                  <a:cubicBezTo>
                    <a:pt x="484" y="288"/>
                    <a:pt x="626" y="135"/>
                    <a:pt x="595" y="1"/>
                  </a:cubicBezTo>
                  <a:close/>
                </a:path>
              </a:pathLst>
            </a:custGeom>
            <a:solidFill>
              <a:srgbClr val="FFFFFF"/>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6" name="Google Shape;1206;p35"/>
            <p:cNvSpPr/>
            <p:nvPr/>
          </p:nvSpPr>
          <p:spPr>
            <a:xfrm>
              <a:off x="5459450" y="4613201"/>
              <a:ext cx="248082" cy="137646"/>
            </a:xfrm>
            <a:custGeom>
              <a:rect b="b" l="l" r="r" t="t"/>
              <a:pathLst>
                <a:path extrusionOk="0" h="344" w="620">
                  <a:moveTo>
                    <a:pt x="576" y="46"/>
                  </a:moveTo>
                  <a:cubicBezTo>
                    <a:pt x="576" y="52"/>
                    <a:pt x="576" y="58"/>
                    <a:pt x="576" y="64"/>
                  </a:cubicBezTo>
                  <a:cubicBezTo>
                    <a:pt x="576" y="92"/>
                    <a:pt x="569" y="119"/>
                    <a:pt x="556" y="147"/>
                  </a:cubicBezTo>
                  <a:cubicBezTo>
                    <a:pt x="536" y="186"/>
                    <a:pt x="505" y="225"/>
                    <a:pt x="462" y="254"/>
                  </a:cubicBezTo>
                  <a:cubicBezTo>
                    <a:pt x="418" y="281"/>
                    <a:pt x="367" y="296"/>
                    <a:pt x="316" y="301"/>
                  </a:cubicBezTo>
                  <a:lnTo>
                    <a:pt x="300" y="301"/>
                  </a:lnTo>
                  <a:cubicBezTo>
                    <a:pt x="229" y="301"/>
                    <a:pt x="166" y="277"/>
                    <a:pt x="119" y="237"/>
                  </a:cubicBezTo>
                  <a:cubicBezTo>
                    <a:pt x="95" y="218"/>
                    <a:pt x="76" y="194"/>
                    <a:pt x="63" y="170"/>
                  </a:cubicBezTo>
                  <a:cubicBezTo>
                    <a:pt x="52" y="143"/>
                    <a:pt x="44" y="119"/>
                    <a:pt x="44" y="92"/>
                  </a:cubicBezTo>
                  <a:lnTo>
                    <a:pt x="44" y="82"/>
                  </a:lnTo>
                  <a:lnTo>
                    <a:pt x="44" y="82"/>
                  </a:lnTo>
                  <a:lnTo>
                    <a:pt x="576" y="46"/>
                  </a:lnTo>
                  <a:close/>
                  <a:moveTo>
                    <a:pt x="592" y="1"/>
                  </a:moveTo>
                  <a:lnTo>
                    <a:pt x="24" y="41"/>
                  </a:lnTo>
                  <a:cubicBezTo>
                    <a:pt x="12" y="41"/>
                    <a:pt x="5" y="48"/>
                    <a:pt x="5" y="56"/>
                  </a:cubicBezTo>
                  <a:cubicBezTo>
                    <a:pt x="1" y="68"/>
                    <a:pt x="1" y="79"/>
                    <a:pt x="1" y="92"/>
                  </a:cubicBezTo>
                  <a:cubicBezTo>
                    <a:pt x="1" y="127"/>
                    <a:pt x="8" y="159"/>
                    <a:pt x="24" y="190"/>
                  </a:cubicBezTo>
                  <a:cubicBezTo>
                    <a:pt x="48" y="234"/>
                    <a:pt x="87" y="272"/>
                    <a:pt x="134" y="301"/>
                  </a:cubicBezTo>
                  <a:cubicBezTo>
                    <a:pt x="182" y="328"/>
                    <a:pt x="241" y="343"/>
                    <a:pt x="300" y="343"/>
                  </a:cubicBezTo>
                  <a:lnTo>
                    <a:pt x="320" y="343"/>
                  </a:lnTo>
                  <a:cubicBezTo>
                    <a:pt x="399" y="340"/>
                    <a:pt x="474" y="305"/>
                    <a:pt x="529" y="254"/>
                  </a:cubicBezTo>
                  <a:cubicBezTo>
                    <a:pt x="556" y="225"/>
                    <a:pt x="580" y="198"/>
                    <a:pt x="596" y="166"/>
                  </a:cubicBezTo>
                  <a:cubicBezTo>
                    <a:pt x="612" y="135"/>
                    <a:pt x="620" y="99"/>
                    <a:pt x="620" y="64"/>
                  </a:cubicBezTo>
                  <a:cubicBezTo>
                    <a:pt x="620" y="48"/>
                    <a:pt x="620" y="36"/>
                    <a:pt x="616" y="21"/>
                  </a:cubicBezTo>
                  <a:cubicBezTo>
                    <a:pt x="612" y="8"/>
                    <a:pt x="604" y="1"/>
                    <a:pt x="59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07" name="Google Shape;1207;p35"/>
          <p:cNvGrpSpPr/>
          <p:nvPr/>
        </p:nvGrpSpPr>
        <p:grpSpPr>
          <a:xfrm>
            <a:off x="1346525" y="7403316"/>
            <a:ext cx="1394861" cy="1840221"/>
            <a:chOff x="-1070627" y="7839736"/>
            <a:chExt cx="1498723" cy="1977245"/>
          </a:xfrm>
        </p:grpSpPr>
        <p:sp>
          <p:nvSpPr>
            <p:cNvPr id="1208" name="Google Shape;1208;p35"/>
            <p:cNvSpPr/>
            <p:nvPr/>
          </p:nvSpPr>
          <p:spPr>
            <a:xfrm>
              <a:off x="-1063748" y="8148422"/>
              <a:ext cx="1454875" cy="1659530"/>
            </a:xfrm>
            <a:custGeom>
              <a:rect b="b" l="l" r="r" t="t"/>
              <a:pathLst>
                <a:path extrusionOk="0" h="3860" w="3384">
                  <a:moveTo>
                    <a:pt x="2239" y="0"/>
                  </a:moveTo>
                  <a:cubicBezTo>
                    <a:pt x="2171" y="0"/>
                    <a:pt x="2104" y="2"/>
                    <a:pt x="2039" y="4"/>
                  </a:cubicBezTo>
                  <a:cubicBezTo>
                    <a:pt x="1779" y="16"/>
                    <a:pt x="1498" y="48"/>
                    <a:pt x="1293" y="213"/>
                  </a:cubicBezTo>
                  <a:cubicBezTo>
                    <a:pt x="1144" y="331"/>
                    <a:pt x="1053" y="508"/>
                    <a:pt x="1009" y="694"/>
                  </a:cubicBezTo>
                  <a:cubicBezTo>
                    <a:pt x="962" y="879"/>
                    <a:pt x="962" y="1072"/>
                    <a:pt x="966" y="1262"/>
                  </a:cubicBezTo>
                  <a:cubicBezTo>
                    <a:pt x="966" y="1289"/>
                    <a:pt x="816" y="1404"/>
                    <a:pt x="792" y="1427"/>
                  </a:cubicBezTo>
                  <a:cubicBezTo>
                    <a:pt x="729" y="1498"/>
                    <a:pt x="670" y="1569"/>
                    <a:pt x="615" y="1649"/>
                  </a:cubicBezTo>
                  <a:cubicBezTo>
                    <a:pt x="370" y="1988"/>
                    <a:pt x="142" y="2342"/>
                    <a:pt x="28" y="2752"/>
                  </a:cubicBezTo>
                  <a:cubicBezTo>
                    <a:pt x="4" y="2839"/>
                    <a:pt x="0" y="2934"/>
                    <a:pt x="15" y="3025"/>
                  </a:cubicBezTo>
                  <a:cubicBezTo>
                    <a:pt x="35" y="3182"/>
                    <a:pt x="103" y="3340"/>
                    <a:pt x="177" y="3466"/>
                  </a:cubicBezTo>
                  <a:cubicBezTo>
                    <a:pt x="241" y="3577"/>
                    <a:pt x="385" y="3860"/>
                    <a:pt x="541" y="3860"/>
                  </a:cubicBezTo>
                  <a:cubicBezTo>
                    <a:pt x="558" y="3860"/>
                    <a:pt x="575" y="3856"/>
                    <a:pt x="592" y="3849"/>
                  </a:cubicBezTo>
                  <a:cubicBezTo>
                    <a:pt x="650" y="3821"/>
                    <a:pt x="705" y="3797"/>
                    <a:pt x="757" y="3766"/>
                  </a:cubicBezTo>
                  <a:cubicBezTo>
                    <a:pt x="781" y="3750"/>
                    <a:pt x="809" y="3731"/>
                    <a:pt x="832" y="3711"/>
                  </a:cubicBezTo>
                  <a:cubicBezTo>
                    <a:pt x="852" y="3691"/>
                    <a:pt x="876" y="3671"/>
                    <a:pt x="891" y="3644"/>
                  </a:cubicBezTo>
                  <a:cubicBezTo>
                    <a:pt x="899" y="3624"/>
                    <a:pt x="899" y="3600"/>
                    <a:pt x="891" y="3580"/>
                  </a:cubicBezTo>
                  <a:cubicBezTo>
                    <a:pt x="879" y="3549"/>
                    <a:pt x="840" y="3513"/>
                    <a:pt x="805" y="3509"/>
                  </a:cubicBezTo>
                  <a:cubicBezTo>
                    <a:pt x="792" y="3509"/>
                    <a:pt x="785" y="3509"/>
                    <a:pt x="773" y="3513"/>
                  </a:cubicBezTo>
                  <a:cubicBezTo>
                    <a:pt x="765" y="3513"/>
                    <a:pt x="757" y="3513"/>
                    <a:pt x="753" y="3518"/>
                  </a:cubicBezTo>
                  <a:cubicBezTo>
                    <a:pt x="741" y="3470"/>
                    <a:pt x="734" y="3418"/>
                    <a:pt x="729" y="3367"/>
                  </a:cubicBezTo>
                  <a:cubicBezTo>
                    <a:pt x="729" y="3336"/>
                    <a:pt x="721" y="3273"/>
                    <a:pt x="749" y="3249"/>
                  </a:cubicBezTo>
                  <a:cubicBezTo>
                    <a:pt x="761" y="3238"/>
                    <a:pt x="781" y="3233"/>
                    <a:pt x="805" y="3233"/>
                  </a:cubicBezTo>
                  <a:cubicBezTo>
                    <a:pt x="871" y="3233"/>
                    <a:pt x="966" y="3267"/>
                    <a:pt x="1009" y="3273"/>
                  </a:cubicBezTo>
                  <a:cubicBezTo>
                    <a:pt x="1302" y="3316"/>
                    <a:pt x="1597" y="3344"/>
                    <a:pt x="1893" y="3356"/>
                  </a:cubicBezTo>
                  <a:cubicBezTo>
                    <a:pt x="1931" y="3357"/>
                    <a:pt x="1970" y="3357"/>
                    <a:pt x="2008" y="3357"/>
                  </a:cubicBezTo>
                  <a:cubicBezTo>
                    <a:pt x="2161" y="3357"/>
                    <a:pt x="2316" y="3348"/>
                    <a:pt x="2461" y="3300"/>
                  </a:cubicBezTo>
                  <a:cubicBezTo>
                    <a:pt x="2925" y="3143"/>
                    <a:pt x="2942" y="2646"/>
                    <a:pt x="2981" y="2228"/>
                  </a:cubicBezTo>
                  <a:cubicBezTo>
                    <a:pt x="2993" y="2094"/>
                    <a:pt x="2938" y="1668"/>
                    <a:pt x="3071" y="1613"/>
                  </a:cubicBezTo>
                  <a:cubicBezTo>
                    <a:pt x="3249" y="1538"/>
                    <a:pt x="3371" y="1360"/>
                    <a:pt x="3379" y="1171"/>
                  </a:cubicBezTo>
                  <a:cubicBezTo>
                    <a:pt x="3384" y="1072"/>
                    <a:pt x="3355" y="978"/>
                    <a:pt x="3308" y="895"/>
                  </a:cubicBezTo>
                  <a:cubicBezTo>
                    <a:pt x="3301" y="884"/>
                    <a:pt x="3183" y="747"/>
                    <a:pt x="3154" y="747"/>
                  </a:cubicBezTo>
                  <a:cubicBezTo>
                    <a:pt x="3150" y="747"/>
                    <a:pt x="3148" y="749"/>
                    <a:pt x="3147" y="753"/>
                  </a:cubicBezTo>
                  <a:cubicBezTo>
                    <a:pt x="3171" y="603"/>
                    <a:pt x="3178" y="446"/>
                    <a:pt x="3107" y="312"/>
                  </a:cubicBezTo>
                  <a:cubicBezTo>
                    <a:pt x="3040" y="193"/>
                    <a:pt x="2922" y="115"/>
                    <a:pt x="2796" y="71"/>
                  </a:cubicBezTo>
                  <a:cubicBezTo>
                    <a:pt x="2622" y="14"/>
                    <a:pt x="2427" y="0"/>
                    <a:pt x="2239" y="0"/>
                  </a:cubicBez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9" name="Google Shape;1209;p35"/>
            <p:cNvSpPr/>
            <p:nvPr/>
          </p:nvSpPr>
          <p:spPr>
            <a:xfrm>
              <a:off x="-1070627" y="8138103"/>
              <a:ext cx="1469922" cy="1678877"/>
            </a:xfrm>
            <a:custGeom>
              <a:rect b="b" l="l" r="r" t="t"/>
              <a:pathLst>
                <a:path extrusionOk="0" h="3905" w="3419">
                  <a:moveTo>
                    <a:pt x="2268" y="44"/>
                  </a:moveTo>
                  <a:cubicBezTo>
                    <a:pt x="2453" y="44"/>
                    <a:pt x="2638" y="59"/>
                    <a:pt x="2803" y="119"/>
                  </a:cubicBezTo>
                  <a:cubicBezTo>
                    <a:pt x="2867" y="139"/>
                    <a:pt x="2926" y="166"/>
                    <a:pt x="2977" y="206"/>
                  </a:cubicBezTo>
                  <a:cubicBezTo>
                    <a:pt x="3029" y="245"/>
                    <a:pt x="3072" y="292"/>
                    <a:pt x="3103" y="348"/>
                  </a:cubicBezTo>
                  <a:cubicBezTo>
                    <a:pt x="3143" y="423"/>
                    <a:pt x="3158" y="505"/>
                    <a:pt x="3158" y="592"/>
                  </a:cubicBezTo>
                  <a:cubicBezTo>
                    <a:pt x="3158" y="652"/>
                    <a:pt x="3151" y="709"/>
                    <a:pt x="3144" y="765"/>
                  </a:cubicBezTo>
                  <a:lnTo>
                    <a:pt x="3144" y="765"/>
                  </a:lnTo>
                  <a:cubicBezTo>
                    <a:pt x="3143" y="768"/>
                    <a:pt x="3143" y="771"/>
                    <a:pt x="3143" y="774"/>
                  </a:cubicBezTo>
                  <a:cubicBezTo>
                    <a:pt x="3143" y="774"/>
                    <a:pt x="3143" y="774"/>
                    <a:pt x="3143" y="774"/>
                  </a:cubicBezTo>
                  <a:lnTo>
                    <a:pt x="3143" y="774"/>
                  </a:lnTo>
                  <a:cubicBezTo>
                    <a:pt x="3141" y="776"/>
                    <a:pt x="3141" y="778"/>
                    <a:pt x="3142" y="781"/>
                  </a:cubicBezTo>
                  <a:lnTo>
                    <a:pt x="3142" y="781"/>
                  </a:lnTo>
                  <a:cubicBezTo>
                    <a:pt x="3143" y="790"/>
                    <a:pt x="3149" y="797"/>
                    <a:pt x="3158" y="797"/>
                  </a:cubicBezTo>
                  <a:cubicBezTo>
                    <a:pt x="3160" y="798"/>
                    <a:pt x="3162" y="798"/>
                    <a:pt x="3164" y="798"/>
                  </a:cubicBezTo>
                  <a:cubicBezTo>
                    <a:pt x="3168" y="798"/>
                    <a:pt x="3171" y="797"/>
                    <a:pt x="3175" y="795"/>
                  </a:cubicBezTo>
                  <a:lnTo>
                    <a:pt x="3175" y="795"/>
                  </a:lnTo>
                  <a:cubicBezTo>
                    <a:pt x="3176" y="796"/>
                    <a:pt x="3177" y="797"/>
                    <a:pt x="3178" y="797"/>
                  </a:cubicBezTo>
                  <a:cubicBezTo>
                    <a:pt x="3187" y="805"/>
                    <a:pt x="3198" y="816"/>
                    <a:pt x="3214" y="829"/>
                  </a:cubicBezTo>
                  <a:cubicBezTo>
                    <a:pt x="3234" y="848"/>
                    <a:pt x="3258" y="876"/>
                    <a:pt x="3273" y="896"/>
                  </a:cubicBezTo>
                  <a:cubicBezTo>
                    <a:pt x="3285" y="903"/>
                    <a:pt x="3293" y="911"/>
                    <a:pt x="3296" y="919"/>
                  </a:cubicBezTo>
                  <a:cubicBezTo>
                    <a:pt x="3300" y="923"/>
                    <a:pt x="3300" y="923"/>
                    <a:pt x="3305" y="927"/>
                  </a:cubicBezTo>
                  <a:lnTo>
                    <a:pt x="3305" y="931"/>
                  </a:lnTo>
                  <a:cubicBezTo>
                    <a:pt x="3347" y="1002"/>
                    <a:pt x="3376" y="1089"/>
                    <a:pt x="3376" y="1176"/>
                  </a:cubicBezTo>
                  <a:lnTo>
                    <a:pt x="3376" y="1191"/>
                  </a:lnTo>
                  <a:cubicBezTo>
                    <a:pt x="3371" y="1282"/>
                    <a:pt x="3340" y="1373"/>
                    <a:pt x="3289" y="1448"/>
                  </a:cubicBezTo>
                  <a:cubicBezTo>
                    <a:pt x="3234" y="1518"/>
                    <a:pt x="3163" y="1582"/>
                    <a:pt x="3080" y="1613"/>
                  </a:cubicBezTo>
                  <a:cubicBezTo>
                    <a:pt x="3052" y="1625"/>
                    <a:pt x="3036" y="1644"/>
                    <a:pt x="3021" y="1673"/>
                  </a:cubicBezTo>
                  <a:cubicBezTo>
                    <a:pt x="3001" y="1708"/>
                    <a:pt x="2989" y="1755"/>
                    <a:pt x="2981" y="1810"/>
                  </a:cubicBezTo>
                  <a:cubicBezTo>
                    <a:pt x="2977" y="1866"/>
                    <a:pt x="2974" y="1924"/>
                    <a:pt x="2974" y="1984"/>
                  </a:cubicBezTo>
                  <a:cubicBezTo>
                    <a:pt x="2974" y="2063"/>
                    <a:pt x="2977" y="2137"/>
                    <a:pt x="2977" y="2193"/>
                  </a:cubicBezTo>
                  <a:lnTo>
                    <a:pt x="2977" y="2248"/>
                  </a:lnTo>
                  <a:cubicBezTo>
                    <a:pt x="2958" y="2457"/>
                    <a:pt x="2941" y="2685"/>
                    <a:pt x="2874" y="2879"/>
                  </a:cubicBezTo>
                  <a:cubicBezTo>
                    <a:pt x="2843" y="2974"/>
                    <a:pt x="2796" y="3060"/>
                    <a:pt x="2732" y="3135"/>
                  </a:cubicBezTo>
                  <a:cubicBezTo>
                    <a:pt x="2666" y="3206"/>
                    <a:pt x="2583" y="3265"/>
                    <a:pt x="2468" y="3305"/>
                  </a:cubicBezTo>
                  <a:cubicBezTo>
                    <a:pt x="2335" y="3348"/>
                    <a:pt x="2193" y="3360"/>
                    <a:pt x="2051" y="3360"/>
                  </a:cubicBezTo>
                  <a:cubicBezTo>
                    <a:pt x="2004" y="3360"/>
                    <a:pt x="1956" y="3356"/>
                    <a:pt x="1909" y="3356"/>
                  </a:cubicBezTo>
                  <a:cubicBezTo>
                    <a:pt x="1613" y="3344"/>
                    <a:pt x="1321" y="3320"/>
                    <a:pt x="1029" y="3277"/>
                  </a:cubicBezTo>
                  <a:cubicBezTo>
                    <a:pt x="1018" y="3273"/>
                    <a:pt x="1005" y="3273"/>
                    <a:pt x="990" y="3269"/>
                  </a:cubicBezTo>
                  <a:cubicBezTo>
                    <a:pt x="966" y="3262"/>
                    <a:pt x="939" y="3253"/>
                    <a:pt x="907" y="3246"/>
                  </a:cubicBezTo>
                  <a:cubicBezTo>
                    <a:pt x="876" y="3242"/>
                    <a:pt x="848" y="3238"/>
                    <a:pt x="821" y="3238"/>
                  </a:cubicBezTo>
                  <a:cubicBezTo>
                    <a:pt x="808" y="3238"/>
                    <a:pt x="792" y="3238"/>
                    <a:pt x="781" y="3242"/>
                  </a:cubicBezTo>
                  <a:cubicBezTo>
                    <a:pt x="769" y="3242"/>
                    <a:pt x="761" y="3249"/>
                    <a:pt x="750" y="3258"/>
                  </a:cubicBezTo>
                  <a:cubicBezTo>
                    <a:pt x="737" y="3269"/>
                    <a:pt x="730" y="3282"/>
                    <a:pt x="726" y="3297"/>
                  </a:cubicBezTo>
                  <a:cubicBezTo>
                    <a:pt x="721" y="3313"/>
                    <a:pt x="721" y="3324"/>
                    <a:pt x="721" y="3340"/>
                  </a:cubicBezTo>
                  <a:cubicBezTo>
                    <a:pt x="721" y="3360"/>
                    <a:pt x="726" y="3380"/>
                    <a:pt x="726" y="3391"/>
                  </a:cubicBezTo>
                  <a:cubicBezTo>
                    <a:pt x="730" y="3442"/>
                    <a:pt x="737" y="3494"/>
                    <a:pt x="745" y="3546"/>
                  </a:cubicBezTo>
                  <a:cubicBezTo>
                    <a:pt x="750" y="3553"/>
                    <a:pt x="754" y="3561"/>
                    <a:pt x="761" y="3561"/>
                  </a:cubicBezTo>
                  <a:cubicBezTo>
                    <a:pt x="763" y="3563"/>
                    <a:pt x="766" y="3564"/>
                    <a:pt x="770" y="3564"/>
                  </a:cubicBezTo>
                  <a:cubicBezTo>
                    <a:pt x="773" y="3564"/>
                    <a:pt x="777" y="3563"/>
                    <a:pt x="781" y="3561"/>
                  </a:cubicBezTo>
                  <a:cubicBezTo>
                    <a:pt x="781" y="3561"/>
                    <a:pt x="785" y="3557"/>
                    <a:pt x="789" y="3557"/>
                  </a:cubicBezTo>
                  <a:lnTo>
                    <a:pt x="821" y="3557"/>
                  </a:lnTo>
                  <a:cubicBezTo>
                    <a:pt x="832" y="3557"/>
                    <a:pt x="848" y="3565"/>
                    <a:pt x="860" y="3577"/>
                  </a:cubicBezTo>
                  <a:cubicBezTo>
                    <a:pt x="872" y="3584"/>
                    <a:pt x="883" y="3600"/>
                    <a:pt x="887" y="3613"/>
                  </a:cubicBezTo>
                  <a:cubicBezTo>
                    <a:pt x="892" y="3620"/>
                    <a:pt x="892" y="3628"/>
                    <a:pt x="892" y="3636"/>
                  </a:cubicBezTo>
                  <a:cubicBezTo>
                    <a:pt x="892" y="3644"/>
                    <a:pt x="892" y="3652"/>
                    <a:pt x="887" y="3660"/>
                  </a:cubicBezTo>
                  <a:cubicBezTo>
                    <a:pt x="879" y="3668"/>
                    <a:pt x="872" y="3679"/>
                    <a:pt x="863" y="3691"/>
                  </a:cubicBezTo>
                  <a:cubicBezTo>
                    <a:pt x="852" y="3699"/>
                    <a:pt x="844" y="3711"/>
                    <a:pt x="832" y="3719"/>
                  </a:cubicBezTo>
                  <a:cubicBezTo>
                    <a:pt x="808" y="3739"/>
                    <a:pt x="785" y="3755"/>
                    <a:pt x="761" y="3770"/>
                  </a:cubicBezTo>
                  <a:cubicBezTo>
                    <a:pt x="710" y="3802"/>
                    <a:pt x="655" y="3826"/>
                    <a:pt x="599" y="3849"/>
                  </a:cubicBezTo>
                  <a:cubicBezTo>
                    <a:pt x="584" y="3857"/>
                    <a:pt x="572" y="3861"/>
                    <a:pt x="556" y="3861"/>
                  </a:cubicBezTo>
                  <a:cubicBezTo>
                    <a:pt x="541" y="3861"/>
                    <a:pt x="525" y="3857"/>
                    <a:pt x="505" y="3849"/>
                  </a:cubicBezTo>
                  <a:cubicBezTo>
                    <a:pt x="477" y="3837"/>
                    <a:pt x="446" y="3813"/>
                    <a:pt x="419" y="3786"/>
                  </a:cubicBezTo>
                  <a:cubicBezTo>
                    <a:pt x="375" y="3742"/>
                    <a:pt x="335" y="3684"/>
                    <a:pt x="300" y="3628"/>
                  </a:cubicBezTo>
                  <a:cubicBezTo>
                    <a:pt x="264" y="3569"/>
                    <a:pt x="233" y="3513"/>
                    <a:pt x="213" y="3478"/>
                  </a:cubicBezTo>
                  <a:cubicBezTo>
                    <a:pt x="138" y="3356"/>
                    <a:pt x="75" y="3198"/>
                    <a:pt x="51" y="3049"/>
                  </a:cubicBezTo>
                  <a:cubicBezTo>
                    <a:pt x="48" y="3009"/>
                    <a:pt x="44" y="2974"/>
                    <a:pt x="44" y="2938"/>
                  </a:cubicBezTo>
                  <a:cubicBezTo>
                    <a:pt x="44" y="2883"/>
                    <a:pt x="51" y="2832"/>
                    <a:pt x="64" y="2780"/>
                  </a:cubicBezTo>
                  <a:cubicBezTo>
                    <a:pt x="177" y="2378"/>
                    <a:pt x="406" y="2028"/>
                    <a:pt x="650" y="1684"/>
                  </a:cubicBezTo>
                  <a:cubicBezTo>
                    <a:pt x="702" y="1609"/>
                    <a:pt x="761" y="1535"/>
                    <a:pt x="825" y="1467"/>
                  </a:cubicBezTo>
                  <a:cubicBezTo>
                    <a:pt x="828" y="1464"/>
                    <a:pt x="832" y="1460"/>
                    <a:pt x="840" y="1455"/>
                  </a:cubicBezTo>
                  <a:cubicBezTo>
                    <a:pt x="860" y="1436"/>
                    <a:pt x="899" y="1404"/>
                    <a:pt x="934" y="1373"/>
                  </a:cubicBezTo>
                  <a:cubicBezTo>
                    <a:pt x="950" y="1357"/>
                    <a:pt x="966" y="1342"/>
                    <a:pt x="978" y="1329"/>
                  </a:cubicBezTo>
                  <a:cubicBezTo>
                    <a:pt x="986" y="1322"/>
                    <a:pt x="990" y="1313"/>
                    <a:pt x="994" y="1309"/>
                  </a:cubicBezTo>
                  <a:cubicBezTo>
                    <a:pt x="998" y="1306"/>
                    <a:pt x="998" y="1302"/>
                    <a:pt x="998" y="1298"/>
                  </a:cubicBezTo>
                  <a:cubicBezTo>
                    <a:pt x="1000" y="1295"/>
                    <a:pt x="1001" y="1292"/>
                    <a:pt x="1001" y="1289"/>
                  </a:cubicBezTo>
                  <a:lnTo>
                    <a:pt x="1001" y="1289"/>
                  </a:lnTo>
                  <a:lnTo>
                    <a:pt x="1001" y="1289"/>
                  </a:lnTo>
                  <a:lnTo>
                    <a:pt x="1001" y="1286"/>
                  </a:lnTo>
                  <a:lnTo>
                    <a:pt x="1001" y="1183"/>
                  </a:lnTo>
                  <a:cubicBezTo>
                    <a:pt x="1001" y="1025"/>
                    <a:pt x="1010" y="872"/>
                    <a:pt x="1045" y="722"/>
                  </a:cubicBezTo>
                  <a:cubicBezTo>
                    <a:pt x="1089" y="541"/>
                    <a:pt x="1179" y="367"/>
                    <a:pt x="1321" y="253"/>
                  </a:cubicBezTo>
                  <a:cubicBezTo>
                    <a:pt x="1420" y="174"/>
                    <a:pt x="1538" y="126"/>
                    <a:pt x="1664" y="95"/>
                  </a:cubicBezTo>
                  <a:cubicBezTo>
                    <a:pt x="1791" y="68"/>
                    <a:pt x="1924" y="55"/>
                    <a:pt x="2055" y="52"/>
                  </a:cubicBezTo>
                  <a:cubicBezTo>
                    <a:pt x="2126" y="48"/>
                    <a:pt x="2197" y="44"/>
                    <a:pt x="2268" y="44"/>
                  </a:cubicBezTo>
                  <a:close/>
                  <a:moveTo>
                    <a:pt x="2268" y="1"/>
                  </a:moveTo>
                  <a:cubicBezTo>
                    <a:pt x="2197" y="1"/>
                    <a:pt x="2122" y="4"/>
                    <a:pt x="2055" y="8"/>
                  </a:cubicBezTo>
                  <a:cubicBezTo>
                    <a:pt x="1920" y="12"/>
                    <a:pt x="1786" y="24"/>
                    <a:pt x="1656" y="52"/>
                  </a:cubicBezTo>
                  <a:cubicBezTo>
                    <a:pt x="1526" y="83"/>
                    <a:pt x="1400" y="135"/>
                    <a:pt x="1294" y="217"/>
                  </a:cubicBezTo>
                  <a:cubicBezTo>
                    <a:pt x="1143" y="343"/>
                    <a:pt x="1049" y="525"/>
                    <a:pt x="1005" y="714"/>
                  </a:cubicBezTo>
                  <a:cubicBezTo>
                    <a:pt x="966" y="868"/>
                    <a:pt x="958" y="1025"/>
                    <a:pt x="958" y="1183"/>
                  </a:cubicBezTo>
                  <a:lnTo>
                    <a:pt x="958" y="1282"/>
                  </a:lnTo>
                  <a:cubicBezTo>
                    <a:pt x="958" y="1282"/>
                    <a:pt x="958" y="1286"/>
                    <a:pt x="954" y="1289"/>
                  </a:cubicBezTo>
                  <a:cubicBezTo>
                    <a:pt x="947" y="1302"/>
                    <a:pt x="934" y="1313"/>
                    <a:pt x="919" y="1325"/>
                  </a:cubicBezTo>
                  <a:cubicBezTo>
                    <a:pt x="895" y="1349"/>
                    <a:pt x="868" y="1369"/>
                    <a:pt x="844" y="1393"/>
                  </a:cubicBezTo>
                  <a:cubicBezTo>
                    <a:pt x="832" y="1400"/>
                    <a:pt x="825" y="1408"/>
                    <a:pt x="812" y="1416"/>
                  </a:cubicBezTo>
                  <a:cubicBezTo>
                    <a:pt x="805" y="1424"/>
                    <a:pt x="797" y="1431"/>
                    <a:pt x="792" y="1436"/>
                  </a:cubicBezTo>
                  <a:cubicBezTo>
                    <a:pt x="730" y="1507"/>
                    <a:pt x="670" y="1582"/>
                    <a:pt x="615" y="1657"/>
                  </a:cubicBezTo>
                  <a:cubicBezTo>
                    <a:pt x="371" y="1999"/>
                    <a:pt x="138" y="2359"/>
                    <a:pt x="24" y="2769"/>
                  </a:cubicBezTo>
                  <a:cubicBezTo>
                    <a:pt x="8" y="2823"/>
                    <a:pt x="0" y="2879"/>
                    <a:pt x="0" y="2938"/>
                  </a:cubicBezTo>
                  <a:cubicBezTo>
                    <a:pt x="0" y="2978"/>
                    <a:pt x="4" y="3013"/>
                    <a:pt x="8" y="3053"/>
                  </a:cubicBezTo>
                  <a:cubicBezTo>
                    <a:pt x="31" y="3214"/>
                    <a:pt x="99" y="3371"/>
                    <a:pt x="173" y="3498"/>
                  </a:cubicBezTo>
                  <a:cubicBezTo>
                    <a:pt x="190" y="3526"/>
                    <a:pt x="213" y="3565"/>
                    <a:pt x="237" y="3608"/>
                  </a:cubicBezTo>
                  <a:cubicBezTo>
                    <a:pt x="277" y="3671"/>
                    <a:pt x="319" y="3746"/>
                    <a:pt x="375" y="3802"/>
                  </a:cubicBezTo>
                  <a:cubicBezTo>
                    <a:pt x="402" y="3829"/>
                    <a:pt x="430" y="3857"/>
                    <a:pt x="457" y="3873"/>
                  </a:cubicBezTo>
                  <a:cubicBezTo>
                    <a:pt x="490" y="3892"/>
                    <a:pt x="521" y="3904"/>
                    <a:pt x="556" y="3904"/>
                  </a:cubicBezTo>
                  <a:cubicBezTo>
                    <a:pt x="576" y="3904"/>
                    <a:pt x="596" y="3900"/>
                    <a:pt x="619" y="3892"/>
                  </a:cubicBezTo>
                  <a:cubicBezTo>
                    <a:pt x="674" y="3864"/>
                    <a:pt x="730" y="3841"/>
                    <a:pt x="785" y="3810"/>
                  </a:cubicBezTo>
                  <a:cubicBezTo>
                    <a:pt x="812" y="3790"/>
                    <a:pt x="836" y="3774"/>
                    <a:pt x="860" y="3750"/>
                  </a:cubicBezTo>
                  <a:cubicBezTo>
                    <a:pt x="872" y="3742"/>
                    <a:pt x="883" y="3731"/>
                    <a:pt x="895" y="3719"/>
                  </a:cubicBezTo>
                  <a:cubicBezTo>
                    <a:pt x="907" y="3707"/>
                    <a:pt x="915" y="3695"/>
                    <a:pt x="923" y="3679"/>
                  </a:cubicBezTo>
                  <a:cubicBezTo>
                    <a:pt x="931" y="3664"/>
                    <a:pt x="934" y="3652"/>
                    <a:pt x="934" y="3636"/>
                  </a:cubicBezTo>
                  <a:cubicBezTo>
                    <a:pt x="934" y="3624"/>
                    <a:pt x="934" y="3608"/>
                    <a:pt x="927" y="3597"/>
                  </a:cubicBezTo>
                  <a:cubicBezTo>
                    <a:pt x="919" y="3577"/>
                    <a:pt x="907" y="3557"/>
                    <a:pt x="887" y="3542"/>
                  </a:cubicBezTo>
                  <a:cubicBezTo>
                    <a:pt x="868" y="3526"/>
                    <a:pt x="848" y="3513"/>
                    <a:pt x="825" y="3513"/>
                  </a:cubicBezTo>
                  <a:lnTo>
                    <a:pt x="785" y="3513"/>
                  </a:lnTo>
                  <a:cubicBezTo>
                    <a:pt x="779" y="3473"/>
                    <a:pt x="773" y="3430"/>
                    <a:pt x="769" y="3388"/>
                  </a:cubicBezTo>
                  <a:cubicBezTo>
                    <a:pt x="769" y="3376"/>
                    <a:pt x="765" y="3356"/>
                    <a:pt x="765" y="3340"/>
                  </a:cubicBezTo>
                  <a:cubicBezTo>
                    <a:pt x="765" y="3329"/>
                    <a:pt x="765" y="3317"/>
                    <a:pt x="769" y="3309"/>
                  </a:cubicBezTo>
                  <a:cubicBezTo>
                    <a:pt x="773" y="3297"/>
                    <a:pt x="777" y="3293"/>
                    <a:pt x="777" y="3289"/>
                  </a:cubicBezTo>
                  <a:cubicBezTo>
                    <a:pt x="781" y="3285"/>
                    <a:pt x="785" y="3285"/>
                    <a:pt x="792" y="3282"/>
                  </a:cubicBezTo>
                  <a:lnTo>
                    <a:pt x="821" y="3282"/>
                  </a:lnTo>
                  <a:cubicBezTo>
                    <a:pt x="848" y="3282"/>
                    <a:pt x="887" y="3289"/>
                    <a:pt x="927" y="3297"/>
                  </a:cubicBezTo>
                  <a:cubicBezTo>
                    <a:pt x="943" y="3300"/>
                    <a:pt x="963" y="3305"/>
                    <a:pt x="978" y="3309"/>
                  </a:cubicBezTo>
                  <a:cubicBezTo>
                    <a:pt x="994" y="3313"/>
                    <a:pt x="1010" y="3317"/>
                    <a:pt x="1021" y="3320"/>
                  </a:cubicBezTo>
                  <a:cubicBezTo>
                    <a:pt x="1313" y="3364"/>
                    <a:pt x="1609" y="3388"/>
                    <a:pt x="1904" y="3400"/>
                  </a:cubicBezTo>
                  <a:cubicBezTo>
                    <a:pt x="1952" y="3404"/>
                    <a:pt x="1999" y="3404"/>
                    <a:pt x="2051" y="3404"/>
                  </a:cubicBezTo>
                  <a:cubicBezTo>
                    <a:pt x="2197" y="3404"/>
                    <a:pt x="2342" y="3391"/>
                    <a:pt x="2481" y="3344"/>
                  </a:cubicBezTo>
                  <a:cubicBezTo>
                    <a:pt x="2603" y="3305"/>
                    <a:pt x="2694" y="3242"/>
                    <a:pt x="2765" y="3163"/>
                  </a:cubicBezTo>
                  <a:cubicBezTo>
                    <a:pt x="2871" y="3049"/>
                    <a:pt x="2926" y="2898"/>
                    <a:pt x="2958" y="2737"/>
                  </a:cubicBezTo>
                  <a:cubicBezTo>
                    <a:pt x="2993" y="2579"/>
                    <a:pt x="3005" y="2410"/>
                    <a:pt x="3021" y="2252"/>
                  </a:cubicBezTo>
                  <a:lnTo>
                    <a:pt x="3021" y="2193"/>
                  </a:lnTo>
                  <a:cubicBezTo>
                    <a:pt x="3021" y="2137"/>
                    <a:pt x="3016" y="2059"/>
                    <a:pt x="3016" y="1984"/>
                  </a:cubicBezTo>
                  <a:cubicBezTo>
                    <a:pt x="3016" y="1905"/>
                    <a:pt x="3021" y="1830"/>
                    <a:pt x="3032" y="1767"/>
                  </a:cubicBezTo>
                  <a:cubicBezTo>
                    <a:pt x="3040" y="1735"/>
                    <a:pt x="3048" y="1712"/>
                    <a:pt x="3060" y="1692"/>
                  </a:cubicBezTo>
                  <a:cubicBezTo>
                    <a:pt x="3072" y="1673"/>
                    <a:pt x="3083" y="1660"/>
                    <a:pt x="3096" y="1657"/>
                  </a:cubicBezTo>
                  <a:cubicBezTo>
                    <a:pt x="3187" y="1617"/>
                    <a:pt x="3265" y="1550"/>
                    <a:pt x="3324" y="1471"/>
                  </a:cubicBezTo>
                  <a:cubicBezTo>
                    <a:pt x="3380" y="1389"/>
                    <a:pt x="3415" y="1294"/>
                    <a:pt x="3418" y="1195"/>
                  </a:cubicBezTo>
                  <a:lnTo>
                    <a:pt x="3418" y="1176"/>
                  </a:lnTo>
                  <a:cubicBezTo>
                    <a:pt x="3418" y="1081"/>
                    <a:pt x="3391" y="987"/>
                    <a:pt x="3344" y="907"/>
                  </a:cubicBezTo>
                  <a:lnTo>
                    <a:pt x="3340" y="903"/>
                  </a:lnTo>
                  <a:cubicBezTo>
                    <a:pt x="3332" y="896"/>
                    <a:pt x="3324" y="883"/>
                    <a:pt x="3309" y="868"/>
                  </a:cubicBezTo>
                  <a:cubicBezTo>
                    <a:pt x="3289" y="845"/>
                    <a:pt x="3265" y="816"/>
                    <a:pt x="3238" y="793"/>
                  </a:cubicBezTo>
                  <a:cubicBezTo>
                    <a:pt x="3225" y="781"/>
                    <a:pt x="3214" y="774"/>
                    <a:pt x="3206" y="765"/>
                  </a:cubicBezTo>
                  <a:cubicBezTo>
                    <a:pt x="3198" y="761"/>
                    <a:pt x="3194" y="758"/>
                    <a:pt x="3190" y="754"/>
                  </a:cubicBezTo>
                  <a:cubicBezTo>
                    <a:pt x="3190" y="754"/>
                    <a:pt x="3190" y="754"/>
                    <a:pt x="3190" y="754"/>
                  </a:cubicBezTo>
                  <a:lnTo>
                    <a:pt x="3190" y="754"/>
                  </a:lnTo>
                  <a:cubicBezTo>
                    <a:pt x="3196" y="700"/>
                    <a:pt x="3202" y="646"/>
                    <a:pt x="3202" y="592"/>
                  </a:cubicBezTo>
                  <a:cubicBezTo>
                    <a:pt x="3202" y="501"/>
                    <a:pt x="3187" y="407"/>
                    <a:pt x="3139" y="324"/>
                  </a:cubicBezTo>
                  <a:cubicBezTo>
                    <a:pt x="3107" y="265"/>
                    <a:pt x="3060" y="213"/>
                    <a:pt x="3005" y="170"/>
                  </a:cubicBezTo>
                  <a:cubicBezTo>
                    <a:pt x="2945" y="130"/>
                    <a:pt x="2883" y="99"/>
                    <a:pt x="2819" y="75"/>
                  </a:cubicBezTo>
                  <a:cubicBezTo>
                    <a:pt x="2646" y="17"/>
                    <a:pt x="2453" y="1"/>
                    <a:pt x="2268"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0" name="Google Shape;1210;p35"/>
            <p:cNvSpPr/>
            <p:nvPr/>
          </p:nvSpPr>
          <p:spPr>
            <a:xfrm>
              <a:off x="139611" y="8329850"/>
              <a:ext cx="61480" cy="46003"/>
            </a:xfrm>
            <a:custGeom>
              <a:rect b="b" l="l" r="r" t="t"/>
              <a:pathLst>
                <a:path extrusionOk="0" h="107" w="143">
                  <a:moveTo>
                    <a:pt x="72" y="0"/>
                  </a:moveTo>
                  <a:cubicBezTo>
                    <a:pt x="1" y="0"/>
                    <a:pt x="1" y="106"/>
                    <a:pt x="72" y="106"/>
                  </a:cubicBezTo>
                  <a:cubicBezTo>
                    <a:pt x="143" y="106"/>
                    <a:pt x="143" y="0"/>
                    <a:pt x="7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1" name="Google Shape;1211;p35"/>
            <p:cNvSpPr/>
            <p:nvPr/>
          </p:nvSpPr>
          <p:spPr>
            <a:xfrm>
              <a:off x="-245172" y="8329850"/>
              <a:ext cx="59760" cy="46003"/>
            </a:xfrm>
            <a:custGeom>
              <a:rect b="b" l="l" r="r" t="t"/>
              <a:pathLst>
                <a:path extrusionOk="0" h="107" w="139">
                  <a:moveTo>
                    <a:pt x="68" y="0"/>
                  </a:moveTo>
                  <a:cubicBezTo>
                    <a:pt x="0" y="0"/>
                    <a:pt x="0" y="106"/>
                    <a:pt x="68" y="106"/>
                  </a:cubicBezTo>
                  <a:cubicBezTo>
                    <a:pt x="139" y="106"/>
                    <a:pt x="139" y="0"/>
                    <a:pt x="68"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2" name="Google Shape;1212;p35"/>
            <p:cNvSpPr/>
            <p:nvPr/>
          </p:nvSpPr>
          <p:spPr>
            <a:xfrm>
              <a:off x="-494098" y="9208186"/>
              <a:ext cx="620815" cy="488400"/>
            </a:xfrm>
            <a:custGeom>
              <a:rect b="b" l="l" r="r" t="t"/>
              <a:pathLst>
                <a:path extrusionOk="0" h="1136" w="1444">
                  <a:moveTo>
                    <a:pt x="693" y="0"/>
                  </a:moveTo>
                  <a:cubicBezTo>
                    <a:pt x="589" y="0"/>
                    <a:pt x="487" y="11"/>
                    <a:pt x="386" y="43"/>
                  </a:cubicBezTo>
                  <a:cubicBezTo>
                    <a:pt x="256" y="87"/>
                    <a:pt x="134" y="173"/>
                    <a:pt x="66" y="296"/>
                  </a:cubicBezTo>
                  <a:cubicBezTo>
                    <a:pt x="4" y="414"/>
                    <a:pt x="0" y="556"/>
                    <a:pt x="15" y="693"/>
                  </a:cubicBezTo>
                  <a:cubicBezTo>
                    <a:pt x="24" y="745"/>
                    <a:pt x="31" y="800"/>
                    <a:pt x="63" y="844"/>
                  </a:cubicBezTo>
                  <a:cubicBezTo>
                    <a:pt x="102" y="902"/>
                    <a:pt x="244" y="966"/>
                    <a:pt x="312" y="993"/>
                  </a:cubicBezTo>
                  <a:cubicBezTo>
                    <a:pt x="414" y="1040"/>
                    <a:pt x="528" y="1060"/>
                    <a:pt x="639" y="1084"/>
                  </a:cubicBezTo>
                  <a:cubicBezTo>
                    <a:pt x="741" y="1108"/>
                    <a:pt x="843" y="1135"/>
                    <a:pt x="950" y="1135"/>
                  </a:cubicBezTo>
                  <a:cubicBezTo>
                    <a:pt x="1036" y="1135"/>
                    <a:pt x="1131" y="1124"/>
                    <a:pt x="1211" y="1095"/>
                  </a:cubicBezTo>
                  <a:cubicBezTo>
                    <a:pt x="1278" y="1076"/>
                    <a:pt x="1301" y="1033"/>
                    <a:pt x="1333" y="969"/>
                  </a:cubicBezTo>
                  <a:cubicBezTo>
                    <a:pt x="1400" y="824"/>
                    <a:pt x="1443" y="666"/>
                    <a:pt x="1424" y="504"/>
                  </a:cubicBezTo>
                  <a:cubicBezTo>
                    <a:pt x="1420" y="485"/>
                    <a:pt x="1415" y="465"/>
                    <a:pt x="1411" y="441"/>
                  </a:cubicBezTo>
                  <a:cubicBezTo>
                    <a:pt x="1380" y="303"/>
                    <a:pt x="1297" y="173"/>
                    <a:pt x="1175" y="94"/>
                  </a:cubicBezTo>
                  <a:cubicBezTo>
                    <a:pt x="1065" y="27"/>
                    <a:pt x="930" y="12"/>
                    <a:pt x="800" y="3"/>
                  </a:cubicBezTo>
                  <a:cubicBezTo>
                    <a:pt x="764" y="1"/>
                    <a:pt x="728" y="0"/>
                    <a:pt x="693" y="0"/>
                  </a:cubicBezTo>
                  <a:close/>
                </a:path>
              </a:pathLst>
            </a:custGeom>
            <a:solidFill>
              <a:schemeClr val="accent4"/>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3" name="Google Shape;1213;p35"/>
            <p:cNvSpPr/>
            <p:nvPr/>
          </p:nvSpPr>
          <p:spPr>
            <a:xfrm>
              <a:off x="-1070627" y="8138103"/>
              <a:ext cx="1469922" cy="1468211"/>
            </a:xfrm>
            <a:custGeom>
              <a:rect b="b" l="l" r="r" t="t"/>
              <a:pathLst>
                <a:path extrusionOk="0" h="3415" w="3419">
                  <a:moveTo>
                    <a:pt x="2268" y="1"/>
                  </a:moveTo>
                  <a:cubicBezTo>
                    <a:pt x="2197" y="1"/>
                    <a:pt x="2122" y="4"/>
                    <a:pt x="2055" y="8"/>
                  </a:cubicBezTo>
                  <a:cubicBezTo>
                    <a:pt x="1920" y="12"/>
                    <a:pt x="1786" y="24"/>
                    <a:pt x="1656" y="52"/>
                  </a:cubicBezTo>
                  <a:cubicBezTo>
                    <a:pt x="1526" y="83"/>
                    <a:pt x="1400" y="135"/>
                    <a:pt x="1294" y="217"/>
                  </a:cubicBezTo>
                  <a:cubicBezTo>
                    <a:pt x="1143" y="343"/>
                    <a:pt x="1049" y="525"/>
                    <a:pt x="1005" y="714"/>
                  </a:cubicBezTo>
                  <a:cubicBezTo>
                    <a:pt x="966" y="868"/>
                    <a:pt x="958" y="1025"/>
                    <a:pt x="958" y="1183"/>
                  </a:cubicBezTo>
                  <a:lnTo>
                    <a:pt x="958" y="1282"/>
                  </a:lnTo>
                  <a:cubicBezTo>
                    <a:pt x="958" y="1282"/>
                    <a:pt x="958" y="1286"/>
                    <a:pt x="954" y="1289"/>
                  </a:cubicBezTo>
                  <a:cubicBezTo>
                    <a:pt x="947" y="1302"/>
                    <a:pt x="934" y="1313"/>
                    <a:pt x="919" y="1325"/>
                  </a:cubicBezTo>
                  <a:cubicBezTo>
                    <a:pt x="895" y="1349"/>
                    <a:pt x="868" y="1369"/>
                    <a:pt x="844" y="1393"/>
                  </a:cubicBezTo>
                  <a:cubicBezTo>
                    <a:pt x="832" y="1400"/>
                    <a:pt x="825" y="1408"/>
                    <a:pt x="812" y="1416"/>
                  </a:cubicBezTo>
                  <a:cubicBezTo>
                    <a:pt x="805" y="1424"/>
                    <a:pt x="797" y="1431"/>
                    <a:pt x="792" y="1436"/>
                  </a:cubicBezTo>
                  <a:cubicBezTo>
                    <a:pt x="730" y="1507"/>
                    <a:pt x="670" y="1582"/>
                    <a:pt x="615" y="1657"/>
                  </a:cubicBezTo>
                  <a:cubicBezTo>
                    <a:pt x="485" y="1838"/>
                    <a:pt x="331" y="2039"/>
                    <a:pt x="213" y="2252"/>
                  </a:cubicBezTo>
                  <a:cubicBezTo>
                    <a:pt x="91" y="2469"/>
                    <a:pt x="0" y="2698"/>
                    <a:pt x="0" y="2930"/>
                  </a:cubicBezTo>
                  <a:lnTo>
                    <a:pt x="0" y="2982"/>
                  </a:lnTo>
                  <a:cubicBezTo>
                    <a:pt x="4" y="2993"/>
                    <a:pt x="12" y="3001"/>
                    <a:pt x="24" y="3001"/>
                  </a:cubicBezTo>
                  <a:cubicBezTo>
                    <a:pt x="35" y="3001"/>
                    <a:pt x="48" y="2989"/>
                    <a:pt x="44" y="2978"/>
                  </a:cubicBezTo>
                  <a:lnTo>
                    <a:pt x="44" y="2930"/>
                  </a:lnTo>
                  <a:cubicBezTo>
                    <a:pt x="44" y="2705"/>
                    <a:pt x="130" y="2485"/>
                    <a:pt x="248" y="2276"/>
                  </a:cubicBezTo>
                  <a:cubicBezTo>
                    <a:pt x="371" y="2063"/>
                    <a:pt x="521" y="1862"/>
                    <a:pt x="650" y="1684"/>
                  </a:cubicBezTo>
                  <a:cubicBezTo>
                    <a:pt x="702" y="1609"/>
                    <a:pt x="761" y="1535"/>
                    <a:pt x="825" y="1467"/>
                  </a:cubicBezTo>
                  <a:cubicBezTo>
                    <a:pt x="828" y="1464"/>
                    <a:pt x="832" y="1460"/>
                    <a:pt x="840" y="1455"/>
                  </a:cubicBezTo>
                  <a:cubicBezTo>
                    <a:pt x="860" y="1436"/>
                    <a:pt x="899" y="1404"/>
                    <a:pt x="934" y="1373"/>
                  </a:cubicBezTo>
                  <a:cubicBezTo>
                    <a:pt x="950" y="1357"/>
                    <a:pt x="966" y="1342"/>
                    <a:pt x="978" y="1329"/>
                  </a:cubicBezTo>
                  <a:cubicBezTo>
                    <a:pt x="986" y="1322"/>
                    <a:pt x="990" y="1313"/>
                    <a:pt x="994" y="1309"/>
                  </a:cubicBezTo>
                  <a:cubicBezTo>
                    <a:pt x="998" y="1306"/>
                    <a:pt x="998" y="1302"/>
                    <a:pt x="998" y="1298"/>
                  </a:cubicBezTo>
                  <a:cubicBezTo>
                    <a:pt x="1001" y="1294"/>
                    <a:pt x="1001" y="1289"/>
                    <a:pt x="1001" y="1286"/>
                  </a:cubicBezTo>
                  <a:lnTo>
                    <a:pt x="1001" y="1183"/>
                  </a:lnTo>
                  <a:cubicBezTo>
                    <a:pt x="1001" y="1025"/>
                    <a:pt x="1010" y="872"/>
                    <a:pt x="1045" y="722"/>
                  </a:cubicBezTo>
                  <a:cubicBezTo>
                    <a:pt x="1089" y="541"/>
                    <a:pt x="1179" y="367"/>
                    <a:pt x="1321" y="253"/>
                  </a:cubicBezTo>
                  <a:cubicBezTo>
                    <a:pt x="1420" y="174"/>
                    <a:pt x="1538" y="126"/>
                    <a:pt x="1664" y="95"/>
                  </a:cubicBezTo>
                  <a:cubicBezTo>
                    <a:pt x="1791" y="68"/>
                    <a:pt x="1924" y="55"/>
                    <a:pt x="2055" y="52"/>
                  </a:cubicBezTo>
                  <a:cubicBezTo>
                    <a:pt x="2126" y="48"/>
                    <a:pt x="2197" y="44"/>
                    <a:pt x="2268" y="44"/>
                  </a:cubicBezTo>
                  <a:cubicBezTo>
                    <a:pt x="2453" y="44"/>
                    <a:pt x="2638" y="59"/>
                    <a:pt x="2803" y="119"/>
                  </a:cubicBezTo>
                  <a:cubicBezTo>
                    <a:pt x="2867" y="139"/>
                    <a:pt x="2926" y="166"/>
                    <a:pt x="2977" y="206"/>
                  </a:cubicBezTo>
                  <a:cubicBezTo>
                    <a:pt x="3029" y="245"/>
                    <a:pt x="3072" y="292"/>
                    <a:pt x="3103" y="348"/>
                  </a:cubicBezTo>
                  <a:cubicBezTo>
                    <a:pt x="3143" y="423"/>
                    <a:pt x="3158" y="505"/>
                    <a:pt x="3158" y="592"/>
                  </a:cubicBezTo>
                  <a:cubicBezTo>
                    <a:pt x="3158" y="652"/>
                    <a:pt x="3151" y="709"/>
                    <a:pt x="3144" y="765"/>
                  </a:cubicBezTo>
                  <a:lnTo>
                    <a:pt x="3144" y="765"/>
                  </a:lnTo>
                  <a:cubicBezTo>
                    <a:pt x="3143" y="768"/>
                    <a:pt x="3143" y="771"/>
                    <a:pt x="3143" y="774"/>
                  </a:cubicBezTo>
                  <a:cubicBezTo>
                    <a:pt x="3143" y="774"/>
                    <a:pt x="3143" y="774"/>
                    <a:pt x="3143" y="774"/>
                  </a:cubicBezTo>
                  <a:lnTo>
                    <a:pt x="3143" y="774"/>
                  </a:lnTo>
                  <a:cubicBezTo>
                    <a:pt x="3141" y="776"/>
                    <a:pt x="3141" y="778"/>
                    <a:pt x="3142" y="781"/>
                  </a:cubicBezTo>
                  <a:lnTo>
                    <a:pt x="3142" y="781"/>
                  </a:lnTo>
                  <a:cubicBezTo>
                    <a:pt x="3143" y="790"/>
                    <a:pt x="3149" y="797"/>
                    <a:pt x="3158" y="797"/>
                  </a:cubicBezTo>
                  <a:cubicBezTo>
                    <a:pt x="3160" y="798"/>
                    <a:pt x="3162" y="798"/>
                    <a:pt x="3164" y="798"/>
                  </a:cubicBezTo>
                  <a:cubicBezTo>
                    <a:pt x="3168" y="798"/>
                    <a:pt x="3171" y="797"/>
                    <a:pt x="3175" y="795"/>
                  </a:cubicBezTo>
                  <a:lnTo>
                    <a:pt x="3175" y="795"/>
                  </a:lnTo>
                  <a:cubicBezTo>
                    <a:pt x="3176" y="796"/>
                    <a:pt x="3177" y="797"/>
                    <a:pt x="3178" y="797"/>
                  </a:cubicBezTo>
                  <a:cubicBezTo>
                    <a:pt x="3187" y="805"/>
                    <a:pt x="3198" y="816"/>
                    <a:pt x="3214" y="829"/>
                  </a:cubicBezTo>
                  <a:cubicBezTo>
                    <a:pt x="3234" y="848"/>
                    <a:pt x="3258" y="876"/>
                    <a:pt x="3273" y="896"/>
                  </a:cubicBezTo>
                  <a:cubicBezTo>
                    <a:pt x="3285" y="903"/>
                    <a:pt x="3293" y="911"/>
                    <a:pt x="3296" y="919"/>
                  </a:cubicBezTo>
                  <a:cubicBezTo>
                    <a:pt x="3300" y="923"/>
                    <a:pt x="3300" y="923"/>
                    <a:pt x="3305" y="927"/>
                  </a:cubicBezTo>
                  <a:lnTo>
                    <a:pt x="3305" y="931"/>
                  </a:lnTo>
                  <a:cubicBezTo>
                    <a:pt x="3347" y="1002"/>
                    <a:pt x="3376" y="1089"/>
                    <a:pt x="3376" y="1176"/>
                  </a:cubicBezTo>
                  <a:lnTo>
                    <a:pt x="3376" y="1191"/>
                  </a:lnTo>
                  <a:cubicBezTo>
                    <a:pt x="3371" y="1282"/>
                    <a:pt x="3340" y="1373"/>
                    <a:pt x="3289" y="1448"/>
                  </a:cubicBezTo>
                  <a:cubicBezTo>
                    <a:pt x="3234" y="1518"/>
                    <a:pt x="3163" y="1582"/>
                    <a:pt x="3080" y="1613"/>
                  </a:cubicBezTo>
                  <a:cubicBezTo>
                    <a:pt x="3052" y="1625"/>
                    <a:pt x="3036" y="1644"/>
                    <a:pt x="3021" y="1673"/>
                  </a:cubicBezTo>
                  <a:cubicBezTo>
                    <a:pt x="3001" y="1708"/>
                    <a:pt x="2989" y="1755"/>
                    <a:pt x="2981" y="1810"/>
                  </a:cubicBezTo>
                  <a:cubicBezTo>
                    <a:pt x="2977" y="1866"/>
                    <a:pt x="2974" y="1924"/>
                    <a:pt x="2974" y="1984"/>
                  </a:cubicBezTo>
                  <a:cubicBezTo>
                    <a:pt x="2974" y="2063"/>
                    <a:pt x="2977" y="2137"/>
                    <a:pt x="2977" y="2193"/>
                  </a:cubicBezTo>
                  <a:lnTo>
                    <a:pt x="2977" y="2248"/>
                  </a:lnTo>
                  <a:cubicBezTo>
                    <a:pt x="2950" y="2508"/>
                    <a:pt x="2906" y="2769"/>
                    <a:pt x="2847" y="3025"/>
                  </a:cubicBezTo>
                  <a:cubicBezTo>
                    <a:pt x="2827" y="3104"/>
                    <a:pt x="2808" y="3182"/>
                    <a:pt x="2765" y="3249"/>
                  </a:cubicBezTo>
                  <a:cubicBezTo>
                    <a:pt x="2737" y="3300"/>
                    <a:pt x="2709" y="3329"/>
                    <a:pt x="2677" y="3348"/>
                  </a:cubicBezTo>
                  <a:cubicBezTo>
                    <a:pt x="2650" y="3364"/>
                    <a:pt x="2623" y="3371"/>
                    <a:pt x="2587" y="3371"/>
                  </a:cubicBezTo>
                  <a:cubicBezTo>
                    <a:pt x="2543" y="3371"/>
                    <a:pt x="2496" y="3360"/>
                    <a:pt x="2433" y="3348"/>
                  </a:cubicBezTo>
                  <a:cubicBezTo>
                    <a:pt x="2394" y="3336"/>
                    <a:pt x="2354" y="3336"/>
                    <a:pt x="2315" y="3336"/>
                  </a:cubicBezTo>
                  <a:lnTo>
                    <a:pt x="2228" y="3336"/>
                  </a:lnTo>
                  <a:cubicBezTo>
                    <a:pt x="2102" y="3340"/>
                    <a:pt x="1956" y="3356"/>
                    <a:pt x="1822" y="3356"/>
                  </a:cubicBezTo>
                  <a:cubicBezTo>
                    <a:pt x="1755" y="3356"/>
                    <a:pt x="1696" y="3353"/>
                    <a:pt x="1636" y="3344"/>
                  </a:cubicBezTo>
                  <a:cubicBezTo>
                    <a:pt x="1589" y="3340"/>
                    <a:pt x="1554" y="3329"/>
                    <a:pt x="1514" y="3317"/>
                  </a:cubicBezTo>
                  <a:cubicBezTo>
                    <a:pt x="1475" y="3309"/>
                    <a:pt x="1431" y="3297"/>
                    <a:pt x="1384" y="3297"/>
                  </a:cubicBezTo>
                  <a:lnTo>
                    <a:pt x="1376" y="3297"/>
                  </a:lnTo>
                  <a:cubicBezTo>
                    <a:pt x="1365" y="3300"/>
                    <a:pt x="1353" y="3309"/>
                    <a:pt x="1353" y="3320"/>
                  </a:cubicBezTo>
                  <a:cubicBezTo>
                    <a:pt x="1353" y="3333"/>
                    <a:pt x="1365" y="3344"/>
                    <a:pt x="1376" y="3344"/>
                  </a:cubicBezTo>
                  <a:lnTo>
                    <a:pt x="1384" y="3344"/>
                  </a:lnTo>
                  <a:cubicBezTo>
                    <a:pt x="1427" y="3344"/>
                    <a:pt x="1463" y="3348"/>
                    <a:pt x="1502" y="3360"/>
                  </a:cubicBezTo>
                  <a:cubicBezTo>
                    <a:pt x="1542" y="3368"/>
                    <a:pt x="1582" y="3380"/>
                    <a:pt x="1629" y="3388"/>
                  </a:cubicBezTo>
                  <a:cubicBezTo>
                    <a:pt x="1691" y="3395"/>
                    <a:pt x="1755" y="3400"/>
                    <a:pt x="1822" y="3400"/>
                  </a:cubicBezTo>
                  <a:cubicBezTo>
                    <a:pt x="1960" y="3400"/>
                    <a:pt x="2102" y="3388"/>
                    <a:pt x="2228" y="3380"/>
                  </a:cubicBezTo>
                  <a:lnTo>
                    <a:pt x="2315" y="3380"/>
                  </a:lnTo>
                  <a:cubicBezTo>
                    <a:pt x="2350" y="3380"/>
                    <a:pt x="2390" y="3380"/>
                    <a:pt x="2425" y="3388"/>
                  </a:cubicBezTo>
                  <a:cubicBezTo>
                    <a:pt x="2484" y="3404"/>
                    <a:pt x="2536" y="3415"/>
                    <a:pt x="2587" y="3415"/>
                  </a:cubicBezTo>
                  <a:cubicBezTo>
                    <a:pt x="2626" y="3415"/>
                    <a:pt x="2666" y="3407"/>
                    <a:pt x="2701" y="3384"/>
                  </a:cubicBezTo>
                  <a:cubicBezTo>
                    <a:pt x="2737" y="3360"/>
                    <a:pt x="2772" y="3324"/>
                    <a:pt x="2803" y="3273"/>
                  </a:cubicBezTo>
                  <a:cubicBezTo>
                    <a:pt x="2847" y="3198"/>
                    <a:pt x="2871" y="3116"/>
                    <a:pt x="2890" y="3033"/>
                  </a:cubicBezTo>
                  <a:cubicBezTo>
                    <a:pt x="2950" y="2776"/>
                    <a:pt x="2993" y="2516"/>
                    <a:pt x="3021" y="2252"/>
                  </a:cubicBezTo>
                  <a:lnTo>
                    <a:pt x="3021" y="2193"/>
                  </a:lnTo>
                  <a:cubicBezTo>
                    <a:pt x="3021" y="2137"/>
                    <a:pt x="3016" y="2059"/>
                    <a:pt x="3016" y="1984"/>
                  </a:cubicBezTo>
                  <a:cubicBezTo>
                    <a:pt x="3016" y="1905"/>
                    <a:pt x="3021" y="1830"/>
                    <a:pt x="3032" y="1767"/>
                  </a:cubicBezTo>
                  <a:cubicBezTo>
                    <a:pt x="3040" y="1735"/>
                    <a:pt x="3048" y="1712"/>
                    <a:pt x="3060" y="1692"/>
                  </a:cubicBezTo>
                  <a:cubicBezTo>
                    <a:pt x="3072" y="1673"/>
                    <a:pt x="3083" y="1660"/>
                    <a:pt x="3096" y="1657"/>
                  </a:cubicBezTo>
                  <a:cubicBezTo>
                    <a:pt x="3187" y="1617"/>
                    <a:pt x="3265" y="1550"/>
                    <a:pt x="3324" y="1471"/>
                  </a:cubicBezTo>
                  <a:cubicBezTo>
                    <a:pt x="3380" y="1389"/>
                    <a:pt x="3415" y="1294"/>
                    <a:pt x="3418" y="1195"/>
                  </a:cubicBezTo>
                  <a:lnTo>
                    <a:pt x="3418" y="1176"/>
                  </a:lnTo>
                  <a:cubicBezTo>
                    <a:pt x="3418" y="1081"/>
                    <a:pt x="3391" y="987"/>
                    <a:pt x="3344" y="907"/>
                  </a:cubicBezTo>
                  <a:lnTo>
                    <a:pt x="3340" y="903"/>
                  </a:lnTo>
                  <a:cubicBezTo>
                    <a:pt x="3332" y="896"/>
                    <a:pt x="3324" y="883"/>
                    <a:pt x="3309" y="868"/>
                  </a:cubicBezTo>
                  <a:cubicBezTo>
                    <a:pt x="3289" y="845"/>
                    <a:pt x="3265" y="816"/>
                    <a:pt x="3238" y="793"/>
                  </a:cubicBezTo>
                  <a:cubicBezTo>
                    <a:pt x="3225" y="781"/>
                    <a:pt x="3214" y="774"/>
                    <a:pt x="3206" y="765"/>
                  </a:cubicBezTo>
                  <a:cubicBezTo>
                    <a:pt x="3198" y="761"/>
                    <a:pt x="3194" y="758"/>
                    <a:pt x="3190" y="754"/>
                  </a:cubicBezTo>
                  <a:cubicBezTo>
                    <a:pt x="3190" y="754"/>
                    <a:pt x="3190" y="754"/>
                    <a:pt x="3190" y="754"/>
                  </a:cubicBezTo>
                  <a:lnTo>
                    <a:pt x="3190" y="754"/>
                  </a:lnTo>
                  <a:cubicBezTo>
                    <a:pt x="3196" y="700"/>
                    <a:pt x="3202" y="646"/>
                    <a:pt x="3202" y="592"/>
                  </a:cubicBezTo>
                  <a:cubicBezTo>
                    <a:pt x="3202" y="501"/>
                    <a:pt x="3187" y="407"/>
                    <a:pt x="3139" y="324"/>
                  </a:cubicBezTo>
                  <a:cubicBezTo>
                    <a:pt x="3107" y="265"/>
                    <a:pt x="3060" y="213"/>
                    <a:pt x="3005" y="170"/>
                  </a:cubicBezTo>
                  <a:cubicBezTo>
                    <a:pt x="2945" y="130"/>
                    <a:pt x="2883" y="99"/>
                    <a:pt x="2819" y="75"/>
                  </a:cubicBezTo>
                  <a:cubicBezTo>
                    <a:pt x="2646" y="17"/>
                    <a:pt x="2453" y="1"/>
                    <a:pt x="2268"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4" name="Google Shape;1214;p35"/>
            <p:cNvSpPr/>
            <p:nvPr/>
          </p:nvSpPr>
          <p:spPr>
            <a:xfrm>
              <a:off x="-40098" y="7849624"/>
              <a:ext cx="280313" cy="463465"/>
            </a:xfrm>
            <a:custGeom>
              <a:rect b="b" l="l" r="r" t="t"/>
              <a:pathLst>
                <a:path extrusionOk="0" h="1078" w="652">
                  <a:moveTo>
                    <a:pt x="387" y="0"/>
                  </a:moveTo>
                  <a:cubicBezTo>
                    <a:pt x="378" y="0"/>
                    <a:pt x="369" y="2"/>
                    <a:pt x="359" y="5"/>
                  </a:cubicBezTo>
                  <a:cubicBezTo>
                    <a:pt x="324" y="17"/>
                    <a:pt x="300" y="49"/>
                    <a:pt x="280" y="76"/>
                  </a:cubicBezTo>
                  <a:cubicBezTo>
                    <a:pt x="91" y="372"/>
                    <a:pt x="0" y="577"/>
                    <a:pt x="60" y="919"/>
                  </a:cubicBezTo>
                  <a:lnTo>
                    <a:pt x="577" y="1078"/>
                  </a:lnTo>
                  <a:cubicBezTo>
                    <a:pt x="580" y="1074"/>
                    <a:pt x="584" y="1074"/>
                    <a:pt x="588" y="1074"/>
                  </a:cubicBezTo>
                  <a:cubicBezTo>
                    <a:pt x="651" y="770"/>
                    <a:pt x="635" y="451"/>
                    <a:pt x="537" y="155"/>
                  </a:cubicBezTo>
                  <a:cubicBezTo>
                    <a:pt x="513" y="82"/>
                    <a:pt x="455" y="0"/>
                    <a:pt x="38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5" name="Google Shape;1215;p35"/>
            <p:cNvSpPr/>
            <p:nvPr/>
          </p:nvSpPr>
          <p:spPr>
            <a:xfrm>
              <a:off x="-31499" y="7839736"/>
              <a:ext cx="269994" cy="482381"/>
            </a:xfrm>
            <a:custGeom>
              <a:rect b="b" l="l" r="r" t="t"/>
              <a:pathLst>
                <a:path extrusionOk="0" h="1122" w="628">
                  <a:moveTo>
                    <a:pt x="367" y="1"/>
                  </a:moveTo>
                  <a:cubicBezTo>
                    <a:pt x="355" y="1"/>
                    <a:pt x="344" y="1"/>
                    <a:pt x="331" y="8"/>
                  </a:cubicBezTo>
                  <a:cubicBezTo>
                    <a:pt x="312" y="12"/>
                    <a:pt x="292" y="28"/>
                    <a:pt x="280" y="40"/>
                  </a:cubicBezTo>
                  <a:cubicBezTo>
                    <a:pt x="264" y="56"/>
                    <a:pt x="253" y="72"/>
                    <a:pt x="244" y="87"/>
                  </a:cubicBezTo>
                  <a:cubicBezTo>
                    <a:pt x="166" y="205"/>
                    <a:pt x="107" y="312"/>
                    <a:pt x="64" y="418"/>
                  </a:cubicBezTo>
                  <a:cubicBezTo>
                    <a:pt x="24" y="525"/>
                    <a:pt x="0" y="631"/>
                    <a:pt x="0" y="753"/>
                  </a:cubicBezTo>
                  <a:cubicBezTo>
                    <a:pt x="0" y="813"/>
                    <a:pt x="4" y="880"/>
                    <a:pt x="16" y="947"/>
                  </a:cubicBezTo>
                  <a:cubicBezTo>
                    <a:pt x="20" y="959"/>
                    <a:pt x="31" y="966"/>
                    <a:pt x="44" y="966"/>
                  </a:cubicBezTo>
                  <a:cubicBezTo>
                    <a:pt x="55" y="962"/>
                    <a:pt x="64" y="951"/>
                    <a:pt x="60" y="939"/>
                  </a:cubicBezTo>
                  <a:cubicBezTo>
                    <a:pt x="48" y="872"/>
                    <a:pt x="44" y="813"/>
                    <a:pt x="44" y="753"/>
                  </a:cubicBezTo>
                  <a:cubicBezTo>
                    <a:pt x="44" y="635"/>
                    <a:pt x="64" y="536"/>
                    <a:pt x="107" y="434"/>
                  </a:cubicBezTo>
                  <a:cubicBezTo>
                    <a:pt x="146" y="332"/>
                    <a:pt x="206" y="229"/>
                    <a:pt x="280" y="111"/>
                  </a:cubicBezTo>
                  <a:cubicBezTo>
                    <a:pt x="288" y="99"/>
                    <a:pt x="300" y="83"/>
                    <a:pt x="312" y="72"/>
                  </a:cubicBezTo>
                  <a:cubicBezTo>
                    <a:pt x="320" y="60"/>
                    <a:pt x="331" y="52"/>
                    <a:pt x="348" y="48"/>
                  </a:cubicBezTo>
                  <a:cubicBezTo>
                    <a:pt x="355" y="43"/>
                    <a:pt x="359" y="43"/>
                    <a:pt x="367" y="43"/>
                  </a:cubicBezTo>
                  <a:cubicBezTo>
                    <a:pt x="379" y="43"/>
                    <a:pt x="391" y="48"/>
                    <a:pt x="406" y="56"/>
                  </a:cubicBezTo>
                  <a:cubicBezTo>
                    <a:pt x="422" y="67"/>
                    <a:pt x="442" y="83"/>
                    <a:pt x="457" y="107"/>
                  </a:cubicBezTo>
                  <a:cubicBezTo>
                    <a:pt x="473" y="131"/>
                    <a:pt x="486" y="158"/>
                    <a:pt x="493" y="185"/>
                  </a:cubicBezTo>
                  <a:cubicBezTo>
                    <a:pt x="552" y="360"/>
                    <a:pt x="584" y="545"/>
                    <a:pt x="584" y="730"/>
                  </a:cubicBezTo>
                  <a:cubicBezTo>
                    <a:pt x="584" y="848"/>
                    <a:pt x="573" y="965"/>
                    <a:pt x="548" y="1079"/>
                  </a:cubicBezTo>
                  <a:lnTo>
                    <a:pt x="548" y="1079"/>
                  </a:lnTo>
                  <a:cubicBezTo>
                    <a:pt x="539" y="1084"/>
                    <a:pt x="533" y="1094"/>
                    <a:pt x="533" y="1104"/>
                  </a:cubicBezTo>
                  <a:cubicBezTo>
                    <a:pt x="536" y="1114"/>
                    <a:pt x="544" y="1121"/>
                    <a:pt x="554" y="1121"/>
                  </a:cubicBezTo>
                  <a:cubicBezTo>
                    <a:pt x="556" y="1121"/>
                    <a:pt x="558" y="1121"/>
                    <a:pt x="560" y="1120"/>
                  </a:cubicBezTo>
                  <a:lnTo>
                    <a:pt x="568" y="1120"/>
                  </a:lnTo>
                  <a:cubicBezTo>
                    <a:pt x="576" y="1120"/>
                    <a:pt x="588" y="1113"/>
                    <a:pt x="588" y="1104"/>
                  </a:cubicBezTo>
                  <a:cubicBezTo>
                    <a:pt x="615" y="982"/>
                    <a:pt x="628" y="856"/>
                    <a:pt x="628" y="730"/>
                  </a:cubicBezTo>
                  <a:cubicBezTo>
                    <a:pt x="628" y="540"/>
                    <a:pt x="595" y="351"/>
                    <a:pt x="537" y="170"/>
                  </a:cubicBezTo>
                  <a:cubicBezTo>
                    <a:pt x="521" y="131"/>
                    <a:pt x="501" y="91"/>
                    <a:pt x="473" y="60"/>
                  </a:cubicBezTo>
                  <a:cubicBezTo>
                    <a:pt x="462" y="43"/>
                    <a:pt x="446" y="28"/>
                    <a:pt x="426" y="16"/>
                  </a:cubicBezTo>
                  <a:cubicBezTo>
                    <a:pt x="410" y="8"/>
                    <a:pt x="391" y="1"/>
                    <a:pt x="367"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6" name="Google Shape;1216;p35"/>
            <p:cNvSpPr/>
            <p:nvPr/>
          </p:nvSpPr>
          <p:spPr>
            <a:xfrm>
              <a:off x="-72342" y="8887033"/>
              <a:ext cx="369738" cy="848252"/>
            </a:xfrm>
            <a:custGeom>
              <a:rect b="b" l="l" r="r" t="t"/>
              <a:pathLst>
                <a:path extrusionOk="0" h="1973" w="860">
                  <a:moveTo>
                    <a:pt x="588" y="1"/>
                  </a:moveTo>
                  <a:cubicBezTo>
                    <a:pt x="503" y="1"/>
                    <a:pt x="417" y="18"/>
                    <a:pt x="339" y="57"/>
                  </a:cubicBezTo>
                  <a:cubicBezTo>
                    <a:pt x="162" y="147"/>
                    <a:pt x="99" y="286"/>
                    <a:pt x="68" y="463"/>
                  </a:cubicBezTo>
                  <a:cubicBezTo>
                    <a:pt x="1" y="841"/>
                    <a:pt x="13" y="1338"/>
                    <a:pt x="60" y="1716"/>
                  </a:cubicBezTo>
                  <a:cubicBezTo>
                    <a:pt x="64" y="1752"/>
                    <a:pt x="72" y="1823"/>
                    <a:pt x="88" y="1875"/>
                  </a:cubicBezTo>
                  <a:cubicBezTo>
                    <a:pt x="344" y="1918"/>
                    <a:pt x="600" y="1946"/>
                    <a:pt x="856" y="1973"/>
                  </a:cubicBezTo>
                  <a:cubicBezTo>
                    <a:pt x="856" y="1965"/>
                    <a:pt x="860" y="1961"/>
                    <a:pt x="856" y="1957"/>
                  </a:cubicBezTo>
                  <a:cubicBezTo>
                    <a:pt x="852" y="1929"/>
                    <a:pt x="821" y="1913"/>
                    <a:pt x="797" y="1902"/>
                  </a:cubicBezTo>
                  <a:cubicBezTo>
                    <a:pt x="758" y="1882"/>
                    <a:pt x="718" y="1866"/>
                    <a:pt x="683" y="1851"/>
                  </a:cubicBezTo>
                  <a:cubicBezTo>
                    <a:pt x="699" y="1807"/>
                    <a:pt x="694" y="1760"/>
                    <a:pt x="694" y="1716"/>
                  </a:cubicBezTo>
                  <a:cubicBezTo>
                    <a:pt x="694" y="1614"/>
                    <a:pt x="703" y="1516"/>
                    <a:pt x="699" y="1417"/>
                  </a:cubicBezTo>
                  <a:cubicBezTo>
                    <a:pt x="699" y="967"/>
                    <a:pt x="667" y="526"/>
                    <a:pt x="683" y="76"/>
                  </a:cubicBezTo>
                  <a:cubicBezTo>
                    <a:pt x="683" y="53"/>
                    <a:pt x="683" y="29"/>
                    <a:pt x="663" y="13"/>
                  </a:cubicBezTo>
                  <a:cubicBezTo>
                    <a:pt x="652" y="2"/>
                    <a:pt x="636" y="2"/>
                    <a:pt x="619" y="2"/>
                  </a:cubicBezTo>
                  <a:cubicBezTo>
                    <a:pt x="609" y="1"/>
                    <a:pt x="598" y="1"/>
                    <a:pt x="588" y="1"/>
                  </a:cubicBez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7" name="Google Shape;1217;p35"/>
            <p:cNvSpPr/>
            <p:nvPr/>
          </p:nvSpPr>
          <p:spPr>
            <a:xfrm>
              <a:off x="-72342" y="8877574"/>
              <a:ext cx="378336" cy="866739"/>
            </a:xfrm>
            <a:custGeom>
              <a:rect b="b" l="l" r="r" t="t"/>
              <a:pathLst>
                <a:path extrusionOk="0" h="2016" w="880">
                  <a:moveTo>
                    <a:pt x="619" y="43"/>
                  </a:moveTo>
                  <a:cubicBezTo>
                    <a:pt x="628" y="43"/>
                    <a:pt x="632" y="47"/>
                    <a:pt x="639" y="47"/>
                  </a:cubicBezTo>
                  <a:cubicBezTo>
                    <a:pt x="643" y="47"/>
                    <a:pt x="647" y="51"/>
                    <a:pt x="652" y="51"/>
                  </a:cubicBezTo>
                  <a:cubicBezTo>
                    <a:pt x="655" y="55"/>
                    <a:pt x="655" y="59"/>
                    <a:pt x="659" y="63"/>
                  </a:cubicBezTo>
                  <a:cubicBezTo>
                    <a:pt x="659" y="71"/>
                    <a:pt x="663" y="79"/>
                    <a:pt x="663" y="90"/>
                  </a:cubicBezTo>
                  <a:cubicBezTo>
                    <a:pt x="663" y="90"/>
                    <a:pt x="663" y="95"/>
                    <a:pt x="659" y="98"/>
                  </a:cubicBezTo>
                  <a:cubicBezTo>
                    <a:pt x="659" y="189"/>
                    <a:pt x="655" y="279"/>
                    <a:pt x="655" y="370"/>
                  </a:cubicBezTo>
                  <a:cubicBezTo>
                    <a:pt x="655" y="729"/>
                    <a:pt x="679" y="1080"/>
                    <a:pt x="679" y="1439"/>
                  </a:cubicBezTo>
                  <a:lnTo>
                    <a:pt x="679" y="1494"/>
                  </a:lnTo>
                  <a:cubicBezTo>
                    <a:pt x="679" y="1573"/>
                    <a:pt x="675" y="1656"/>
                    <a:pt x="671" y="1738"/>
                  </a:cubicBezTo>
                  <a:lnTo>
                    <a:pt x="671" y="1751"/>
                  </a:lnTo>
                  <a:lnTo>
                    <a:pt x="671" y="1786"/>
                  </a:lnTo>
                  <a:cubicBezTo>
                    <a:pt x="671" y="1813"/>
                    <a:pt x="671" y="1841"/>
                    <a:pt x="659" y="1864"/>
                  </a:cubicBezTo>
                  <a:cubicBezTo>
                    <a:pt x="655" y="1873"/>
                    <a:pt x="663" y="1888"/>
                    <a:pt x="671" y="1893"/>
                  </a:cubicBezTo>
                  <a:cubicBezTo>
                    <a:pt x="710" y="1908"/>
                    <a:pt x="750" y="1924"/>
                    <a:pt x="789" y="1944"/>
                  </a:cubicBezTo>
                  <a:cubicBezTo>
                    <a:pt x="801" y="1948"/>
                    <a:pt x="813" y="1955"/>
                    <a:pt x="821" y="1959"/>
                  </a:cubicBezTo>
                  <a:cubicBezTo>
                    <a:pt x="824" y="1963"/>
                    <a:pt x="827" y="1966"/>
                    <a:pt x="830" y="1969"/>
                  </a:cubicBezTo>
                  <a:lnTo>
                    <a:pt x="830" y="1969"/>
                  </a:lnTo>
                  <a:cubicBezTo>
                    <a:pt x="584" y="1946"/>
                    <a:pt x="343" y="1919"/>
                    <a:pt x="105" y="1879"/>
                  </a:cubicBezTo>
                  <a:lnTo>
                    <a:pt x="105" y="1879"/>
                  </a:lnTo>
                  <a:cubicBezTo>
                    <a:pt x="98" y="1857"/>
                    <a:pt x="95" y="1833"/>
                    <a:pt x="91" y="1809"/>
                  </a:cubicBezTo>
                  <a:cubicBezTo>
                    <a:pt x="88" y="1782"/>
                    <a:pt x="84" y="1755"/>
                    <a:pt x="84" y="1735"/>
                  </a:cubicBezTo>
                  <a:cubicBezTo>
                    <a:pt x="55" y="1545"/>
                    <a:pt x="44" y="1325"/>
                    <a:pt x="44" y="1107"/>
                  </a:cubicBezTo>
                  <a:cubicBezTo>
                    <a:pt x="44" y="891"/>
                    <a:pt x="55" y="674"/>
                    <a:pt x="88" y="488"/>
                  </a:cubicBezTo>
                  <a:cubicBezTo>
                    <a:pt x="103" y="402"/>
                    <a:pt x="126" y="323"/>
                    <a:pt x="166" y="260"/>
                  </a:cubicBezTo>
                  <a:cubicBezTo>
                    <a:pt x="210" y="197"/>
                    <a:pt x="265" y="142"/>
                    <a:pt x="352" y="98"/>
                  </a:cubicBezTo>
                  <a:cubicBezTo>
                    <a:pt x="426" y="59"/>
                    <a:pt x="514" y="43"/>
                    <a:pt x="600" y="43"/>
                  </a:cubicBezTo>
                  <a:close/>
                  <a:moveTo>
                    <a:pt x="600" y="0"/>
                  </a:moveTo>
                  <a:cubicBezTo>
                    <a:pt x="510" y="0"/>
                    <a:pt x="415" y="15"/>
                    <a:pt x="328" y="59"/>
                  </a:cubicBezTo>
                  <a:cubicBezTo>
                    <a:pt x="237" y="106"/>
                    <a:pt x="174" y="166"/>
                    <a:pt x="131" y="237"/>
                  </a:cubicBezTo>
                  <a:cubicBezTo>
                    <a:pt x="88" y="308"/>
                    <a:pt x="64" y="390"/>
                    <a:pt x="48" y="481"/>
                  </a:cubicBezTo>
                  <a:cubicBezTo>
                    <a:pt x="13" y="670"/>
                    <a:pt x="1" y="887"/>
                    <a:pt x="1" y="1107"/>
                  </a:cubicBezTo>
                  <a:cubicBezTo>
                    <a:pt x="1" y="1329"/>
                    <a:pt x="13" y="1549"/>
                    <a:pt x="40" y="1738"/>
                  </a:cubicBezTo>
                  <a:cubicBezTo>
                    <a:pt x="40" y="1758"/>
                    <a:pt x="44" y="1786"/>
                    <a:pt x="48" y="1813"/>
                  </a:cubicBezTo>
                  <a:cubicBezTo>
                    <a:pt x="52" y="1845"/>
                    <a:pt x="55" y="1877"/>
                    <a:pt x="68" y="1904"/>
                  </a:cubicBezTo>
                  <a:cubicBezTo>
                    <a:pt x="68" y="1912"/>
                    <a:pt x="75" y="1916"/>
                    <a:pt x="84" y="1920"/>
                  </a:cubicBezTo>
                  <a:cubicBezTo>
                    <a:pt x="339" y="1964"/>
                    <a:pt x="596" y="1991"/>
                    <a:pt x="856" y="2015"/>
                  </a:cubicBezTo>
                  <a:cubicBezTo>
                    <a:pt x="858" y="2015"/>
                    <a:pt x="860" y="2016"/>
                    <a:pt x="862" y="2016"/>
                  </a:cubicBezTo>
                  <a:cubicBezTo>
                    <a:pt x="871" y="2016"/>
                    <a:pt x="877" y="2009"/>
                    <a:pt x="880" y="1999"/>
                  </a:cubicBezTo>
                  <a:lnTo>
                    <a:pt x="880" y="1987"/>
                  </a:lnTo>
                  <a:lnTo>
                    <a:pt x="880" y="1971"/>
                  </a:lnTo>
                  <a:cubicBezTo>
                    <a:pt x="876" y="1964"/>
                    <a:pt x="872" y="1955"/>
                    <a:pt x="868" y="1948"/>
                  </a:cubicBezTo>
                  <a:cubicBezTo>
                    <a:pt x="856" y="1935"/>
                    <a:pt x="849" y="1928"/>
                    <a:pt x="836" y="1920"/>
                  </a:cubicBezTo>
                  <a:cubicBezTo>
                    <a:pt x="825" y="1912"/>
                    <a:pt x="817" y="1908"/>
                    <a:pt x="805" y="1904"/>
                  </a:cubicBezTo>
                  <a:cubicBezTo>
                    <a:pt x="771" y="1887"/>
                    <a:pt x="741" y="1874"/>
                    <a:pt x="709" y="1860"/>
                  </a:cubicBezTo>
                  <a:lnTo>
                    <a:pt x="709" y="1860"/>
                  </a:lnTo>
                  <a:cubicBezTo>
                    <a:pt x="714" y="1836"/>
                    <a:pt x="714" y="1810"/>
                    <a:pt x="714" y="1786"/>
                  </a:cubicBezTo>
                  <a:lnTo>
                    <a:pt x="714" y="1751"/>
                  </a:lnTo>
                  <a:lnTo>
                    <a:pt x="714" y="1738"/>
                  </a:lnTo>
                  <a:cubicBezTo>
                    <a:pt x="718" y="1656"/>
                    <a:pt x="723" y="1577"/>
                    <a:pt x="723" y="1494"/>
                  </a:cubicBezTo>
                  <a:lnTo>
                    <a:pt x="723" y="1439"/>
                  </a:lnTo>
                  <a:cubicBezTo>
                    <a:pt x="723" y="1080"/>
                    <a:pt x="699" y="725"/>
                    <a:pt x="699" y="370"/>
                  </a:cubicBezTo>
                  <a:cubicBezTo>
                    <a:pt x="699" y="279"/>
                    <a:pt x="703" y="193"/>
                    <a:pt x="707" y="102"/>
                  </a:cubicBezTo>
                  <a:lnTo>
                    <a:pt x="707" y="90"/>
                  </a:lnTo>
                  <a:cubicBezTo>
                    <a:pt x="707" y="79"/>
                    <a:pt x="703" y="66"/>
                    <a:pt x="703" y="51"/>
                  </a:cubicBezTo>
                  <a:cubicBezTo>
                    <a:pt x="699" y="39"/>
                    <a:pt x="690" y="27"/>
                    <a:pt x="679" y="15"/>
                  </a:cubicBezTo>
                  <a:cubicBezTo>
                    <a:pt x="667" y="8"/>
                    <a:pt x="659" y="4"/>
                    <a:pt x="647" y="4"/>
                  </a:cubicBezTo>
                  <a:cubicBezTo>
                    <a:pt x="636" y="0"/>
                    <a:pt x="628" y="0"/>
                    <a:pt x="61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8" name="Google Shape;1218;p35"/>
            <p:cNvSpPr/>
            <p:nvPr/>
          </p:nvSpPr>
          <p:spPr>
            <a:xfrm>
              <a:off x="-592551" y="8938624"/>
              <a:ext cx="444545" cy="776454"/>
            </a:xfrm>
            <a:custGeom>
              <a:rect b="b" l="l" r="r" t="t"/>
              <a:pathLst>
                <a:path extrusionOk="0" h="1806" w="1034">
                  <a:moveTo>
                    <a:pt x="634" y="0"/>
                  </a:moveTo>
                  <a:cubicBezTo>
                    <a:pt x="580" y="0"/>
                    <a:pt x="526" y="17"/>
                    <a:pt x="485" y="59"/>
                  </a:cubicBezTo>
                  <a:cubicBezTo>
                    <a:pt x="395" y="153"/>
                    <a:pt x="363" y="308"/>
                    <a:pt x="348" y="430"/>
                  </a:cubicBezTo>
                  <a:cubicBezTo>
                    <a:pt x="295" y="812"/>
                    <a:pt x="295" y="1269"/>
                    <a:pt x="257" y="1656"/>
                  </a:cubicBezTo>
                  <a:cubicBezTo>
                    <a:pt x="154" y="1664"/>
                    <a:pt x="55" y="1719"/>
                    <a:pt x="0" y="1806"/>
                  </a:cubicBezTo>
                  <a:lnTo>
                    <a:pt x="765" y="1806"/>
                  </a:lnTo>
                  <a:cubicBezTo>
                    <a:pt x="832" y="1533"/>
                    <a:pt x="895" y="1261"/>
                    <a:pt x="958" y="989"/>
                  </a:cubicBezTo>
                  <a:cubicBezTo>
                    <a:pt x="998" y="836"/>
                    <a:pt x="1034" y="681"/>
                    <a:pt x="1029" y="524"/>
                  </a:cubicBezTo>
                  <a:cubicBezTo>
                    <a:pt x="1025" y="366"/>
                    <a:pt x="978" y="204"/>
                    <a:pt x="863" y="95"/>
                  </a:cubicBezTo>
                  <a:cubicBezTo>
                    <a:pt x="808" y="42"/>
                    <a:pt x="720" y="0"/>
                    <a:pt x="634" y="0"/>
                  </a:cubicBez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9" name="Google Shape;1219;p35"/>
            <p:cNvSpPr/>
            <p:nvPr/>
          </p:nvSpPr>
          <p:spPr>
            <a:xfrm>
              <a:off x="-602869" y="8930025"/>
              <a:ext cx="463032" cy="795371"/>
            </a:xfrm>
            <a:custGeom>
              <a:rect b="b" l="l" r="r" t="t"/>
              <a:pathLst>
                <a:path extrusionOk="0" h="1850" w="1077">
                  <a:moveTo>
                    <a:pt x="659" y="44"/>
                  </a:moveTo>
                  <a:cubicBezTo>
                    <a:pt x="698" y="44"/>
                    <a:pt x="738" y="51"/>
                    <a:pt x="774" y="67"/>
                  </a:cubicBezTo>
                  <a:cubicBezTo>
                    <a:pt x="813" y="82"/>
                    <a:pt x="848" y="106"/>
                    <a:pt x="872" y="130"/>
                  </a:cubicBezTo>
                  <a:cubicBezTo>
                    <a:pt x="978" y="237"/>
                    <a:pt x="1029" y="390"/>
                    <a:pt x="1029" y="544"/>
                  </a:cubicBezTo>
                  <a:cubicBezTo>
                    <a:pt x="1034" y="552"/>
                    <a:pt x="1034" y="559"/>
                    <a:pt x="1034" y="568"/>
                  </a:cubicBezTo>
                  <a:cubicBezTo>
                    <a:pt x="1034" y="714"/>
                    <a:pt x="998" y="859"/>
                    <a:pt x="963" y="1005"/>
                  </a:cubicBezTo>
                  <a:cubicBezTo>
                    <a:pt x="901" y="1272"/>
                    <a:pt x="835" y="1539"/>
                    <a:pt x="773" y="1806"/>
                  </a:cubicBezTo>
                  <a:lnTo>
                    <a:pt x="68" y="1806"/>
                  </a:lnTo>
                  <a:cubicBezTo>
                    <a:pt x="120" y="1744"/>
                    <a:pt x="199" y="1702"/>
                    <a:pt x="281" y="1695"/>
                  </a:cubicBezTo>
                  <a:cubicBezTo>
                    <a:pt x="292" y="1695"/>
                    <a:pt x="301" y="1687"/>
                    <a:pt x="301" y="1680"/>
                  </a:cubicBezTo>
                  <a:cubicBezTo>
                    <a:pt x="343" y="1293"/>
                    <a:pt x="343" y="832"/>
                    <a:pt x="390" y="450"/>
                  </a:cubicBezTo>
                  <a:cubicBezTo>
                    <a:pt x="399" y="390"/>
                    <a:pt x="410" y="323"/>
                    <a:pt x="434" y="260"/>
                  </a:cubicBezTo>
                  <a:cubicBezTo>
                    <a:pt x="454" y="197"/>
                    <a:pt x="481" y="138"/>
                    <a:pt x="525" y="95"/>
                  </a:cubicBezTo>
                  <a:cubicBezTo>
                    <a:pt x="545" y="75"/>
                    <a:pt x="565" y="63"/>
                    <a:pt x="588" y="55"/>
                  </a:cubicBezTo>
                  <a:cubicBezTo>
                    <a:pt x="608" y="47"/>
                    <a:pt x="632" y="44"/>
                    <a:pt x="659" y="44"/>
                  </a:cubicBezTo>
                  <a:close/>
                  <a:moveTo>
                    <a:pt x="659" y="0"/>
                  </a:moveTo>
                  <a:cubicBezTo>
                    <a:pt x="627" y="0"/>
                    <a:pt x="600" y="4"/>
                    <a:pt x="572" y="11"/>
                  </a:cubicBezTo>
                  <a:cubicBezTo>
                    <a:pt x="545" y="24"/>
                    <a:pt x="517" y="39"/>
                    <a:pt x="494" y="63"/>
                  </a:cubicBezTo>
                  <a:cubicBezTo>
                    <a:pt x="446" y="115"/>
                    <a:pt x="414" y="177"/>
                    <a:pt x="390" y="244"/>
                  </a:cubicBezTo>
                  <a:cubicBezTo>
                    <a:pt x="367" y="315"/>
                    <a:pt x="355" y="382"/>
                    <a:pt x="348" y="446"/>
                  </a:cubicBezTo>
                  <a:cubicBezTo>
                    <a:pt x="301" y="826"/>
                    <a:pt x="301" y="1276"/>
                    <a:pt x="259" y="1655"/>
                  </a:cubicBezTo>
                  <a:lnTo>
                    <a:pt x="259" y="1655"/>
                  </a:lnTo>
                  <a:cubicBezTo>
                    <a:pt x="157" y="1669"/>
                    <a:pt x="64" y="1729"/>
                    <a:pt x="4" y="1813"/>
                  </a:cubicBezTo>
                  <a:cubicBezTo>
                    <a:pt x="1" y="1822"/>
                    <a:pt x="1" y="1829"/>
                    <a:pt x="4" y="1837"/>
                  </a:cubicBezTo>
                  <a:cubicBezTo>
                    <a:pt x="8" y="1846"/>
                    <a:pt x="17" y="1849"/>
                    <a:pt x="24" y="1849"/>
                  </a:cubicBezTo>
                  <a:lnTo>
                    <a:pt x="789" y="1849"/>
                  </a:lnTo>
                  <a:cubicBezTo>
                    <a:pt x="801" y="1849"/>
                    <a:pt x="809" y="1842"/>
                    <a:pt x="809" y="1833"/>
                  </a:cubicBezTo>
                  <a:cubicBezTo>
                    <a:pt x="876" y="1558"/>
                    <a:pt x="939" y="1285"/>
                    <a:pt x="1006" y="1014"/>
                  </a:cubicBezTo>
                  <a:cubicBezTo>
                    <a:pt x="1042" y="867"/>
                    <a:pt x="1077" y="721"/>
                    <a:pt x="1077" y="568"/>
                  </a:cubicBezTo>
                  <a:lnTo>
                    <a:pt x="1077" y="544"/>
                  </a:lnTo>
                  <a:cubicBezTo>
                    <a:pt x="1073" y="382"/>
                    <a:pt x="1022" y="217"/>
                    <a:pt x="903" y="102"/>
                  </a:cubicBezTo>
                  <a:cubicBezTo>
                    <a:pt x="872" y="71"/>
                    <a:pt x="832" y="47"/>
                    <a:pt x="793" y="28"/>
                  </a:cubicBezTo>
                  <a:cubicBezTo>
                    <a:pt x="750" y="8"/>
                    <a:pt x="703" y="0"/>
                    <a:pt x="65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0" name="Google Shape;1220;p35"/>
            <p:cNvSpPr/>
            <p:nvPr/>
          </p:nvSpPr>
          <p:spPr>
            <a:xfrm>
              <a:off x="-397795" y="8445070"/>
              <a:ext cx="825891" cy="412733"/>
            </a:xfrm>
            <a:custGeom>
              <a:rect b="b" l="l" r="r" t="t"/>
              <a:pathLst>
                <a:path extrusionOk="0" h="960" w="1921">
                  <a:moveTo>
                    <a:pt x="1070" y="1"/>
                  </a:moveTo>
                  <a:cubicBezTo>
                    <a:pt x="830" y="1"/>
                    <a:pt x="591" y="23"/>
                    <a:pt x="355" y="67"/>
                  </a:cubicBezTo>
                  <a:cubicBezTo>
                    <a:pt x="253" y="87"/>
                    <a:pt x="146" y="115"/>
                    <a:pt x="79" y="193"/>
                  </a:cubicBezTo>
                  <a:cubicBezTo>
                    <a:pt x="17" y="260"/>
                    <a:pt x="1" y="359"/>
                    <a:pt x="13" y="450"/>
                  </a:cubicBezTo>
                  <a:cubicBezTo>
                    <a:pt x="28" y="568"/>
                    <a:pt x="68" y="651"/>
                    <a:pt x="135" y="714"/>
                  </a:cubicBezTo>
                  <a:cubicBezTo>
                    <a:pt x="178" y="753"/>
                    <a:pt x="237" y="785"/>
                    <a:pt x="304" y="812"/>
                  </a:cubicBezTo>
                  <a:cubicBezTo>
                    <a:pt x="419" y="859"/>
                    <a:pt x="541" y="879"/>
                    <a:pt x="659" y="895"/>
                  </a:cubicBezTo>
                  <a:cubicBezTo>
                    <a:pt x="851" y="918"/>
                    <a:pt x="1048" y="960"/>
                    <a:pt x="1240" y="960"/>
                  </a:cubicBezTo>
                  <a:cubicBezTo>
                    <a:pt x="1313" y="960"/>
                    <a:pt x="1385" y="954"/>
                    <a:pt x="1456" y="939"/>
                  </a:cubicBezTo>
                  <a:cubicBezTo>
                    <a:pt x="1806" y="872"/>
                    <a:pt x="1921" y="509"/>
                    <a:pt x="1767" y="202"/>
                  </a:cubicBezTo>
                  <a:cubicBezTo>
                    <a:pt x="1735" y="142"/>
                    <a:pt x="1696" y="87"/>
                    <a:pt x="1633" y="60"/>
                  </a:cubicBezTo>
                  <a:cubicBezTo>
                    <a:pt x="1598" y="40"/>
                    <a:pt x="1554" y="36"/>
                    <a:pt x="1515" y="28"/>
                  </a:cubicBezTo>
                  <a:cubicBezTo>
                    <a:pt x="1367" y="9"/>
                    <a:pt x="1218" y="1"/>
                    <a:pt x="1070" y="1"/>
                  </a:cubicBezTo>
                  <a:close/>
                </a:path>
              </a:pathLst>
            </a:custGeom>
            <a:solidFill>
              <a:schemeClr val="accent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1" name="Google Shape;1221;p35"/>
            <p:cNvSpPr/>
            <p:nvPr/>
          </p:nvSpPr>
          <p:spPr>
            <a:xfrm>
              <a:off x="-402524" y="8436471"/>
              <a:ext cx="803964" cy="431220"/>
            </a:xfrm>
            <a:custGeom>
              <a:rect b="b" l="l" r="r" t="t"/>
              <a:pathLst>
                <a:path extrusionOk="0" h="1003" w="1870">
                  <a:moveTo>
                    <a:pt x="1069" y="44"/>
                  </a:moveTo>
                  <a:cubicBezTo>
                    <a:pt x="1222" y="44"/>
                    <a:pt x="1372" y="51"/>
                    <a:pt x="1522" y="71"/>
                  </a:cubicBezTo>
                  <a:cubicBezTo>
                    <a:pt x="1562" y="75"/>
                    <a:pt x="1604" y="80"/>
                    <a:pt x="1636" y="99"/>
                  </a:cubicBezTo>
                  <a:cubicBezTo>
                    <a:pt x="1664" y="111"/>
                    <a:pt x="1687" y="131"/>
                    <a:pt x="1707" y="154"/>
                  </a:cubicBezTo>
                  <a:cubicBezTo>
                    <a:pt x="1727" y="174"/>
                    <a:pt x="1742" y="202"/>
                    <a:pt x="1758" y="233"/>
                  </a:cubicBezTo>
                  <a:cubicBezTo>
                    <a:pt x="1802" y="320"/>
                    <a:pt x="1826" y="411"/>
                    <a:pt x="1826" y="497"/>
                  </a:cubicBezTo>
                  <a:cubicBezTo>
                    <a:pt x="1826" y="604"/>
                    <a:pt x="1793" y="702"/>
                    <a:pt x="1731" y="781"/>
                  </a:cubicBezTo>
                  <a:cubicBezTo>
                    <a:pt x="1671" y="856"/>
                    <a:pt x="1581" y="915"/>
                    <a:pt x="1462" y="939"/>
                  </a:cubicBezTo>
                  <a:cubicBezTo>
                    <a:pt x="1396" y="950"/>
                    <a:pt x="1329" y="959"/>
                    <a:pt x="1258" y="959"/>
                  </a:cubicBezTo>
                  <a:cubicBezTo>
                    <a:pt x="1065" y="959"/>
                    <a:pt x="867" y="915"/>
                    <a:pt x="674" y="892"/>
                  </a:cubicBezTo>
                  <a:cubicBezTo>
                    <a:pt x="552" y="876"/>
                    <a:pt x="434" y="860"/>
                    <a:pt x="327" y="813"/>
                  </a:cubicBezTo>
                  <a:cubicBezTo>
                    <a:pt x="256" y="785"/>
                    <a:pt x="201" y="754"/>
                    <a:pt x="161" y="718"/>
                  </a:cubicBezTo>
                  <a:cubicBezTo>
                    <a:pt x="126" y="686"/>
                    <a:pt x="102" y="655"/>
                    <a:pt x="82" y="612"/>
                  </a:cubicBezTo>
                  <a:cubicBezTo>
                    <a:pt x="63" y="572"/>
                    <a:pt x="51" y="524"/>
                    <a:pt x="43" y="470"/>
                  </a:cubicBezTo>
                  <a:lnTo>
                    <a:pt x="43" y="418"/>
                  </a:lnTo>
                  <a:cubicBezTo>
                    <a:pt x="43" y="348"/>
                    <a:pt x="63" y="277"/>
                    <a:pt x="106" y="225"/>
                  </a:cubicBezTo>
                  <a:cubicBezTo>
                    <a:pt x="137" y="189"/>
                    <a:pt x="177" y="166"/>
                    <a:pt x="224" y="146"/>
                  </a:cubicBezTo>
                  <a:cubicBezTo>
                    <a:pt x="268" y="131"/>
                    <a:pt x="319" y="119"/>
                    <a:pt x="370" y="107"/>
                  </a:cubicBezTo>
                  <a:cubicBezTo>
                    <a:pt x="599" y="64"/>
                    <a:pt x="836" y="44"/>
                    <a:pt x="1069" y="44"/>
                  </a:cubicBezTo>
                  <a:close/>
                  <a:moveTo>
                    <a:pt x="1069" y="0"/>
                  </a:moveTo>
                  <a:cubicBezTo>
                    <a:pt x="832" y="0"/>
                    <a:pt x="595" y="20"/>
                    <a:pt x="363" y="67"/>
                  </a:cubicBezTo>
                  <a:cubicBezTo>
                    <a:pt x="312" y="75"/>
                    <a:pt x="256" y="87"/>
                    <a:pt x="208" y="107"/>
                  </a:cubicBezTo>
                  <a:cubicBezTo>
                    <a:pt x="157" y="127"/>
                    <a:pt x="110" y="154"/>
                    <a:pt x="75" y="198"/>
                  </a:cubicBezTo>
                  <a:cubicBezTo>
                    <a:pt x="19" y="257"/>
                    <a:pt x="0" y="340"/>
                    <a:pt x="0" y="418"/>
                  </a:cubicBezTo>
                  <a:lnTo>
                    <a:pt x="0" y="473"/>
                  </a:lnTo>
                  <a:cubicBezTo>
                    <a:pt x="8" y="533"/>
                    <a:pt x="24" y="588"/>
                    <a:pt x="43" y="631"/>
                  </a:cubicBezTo>
                  <a:cubicBezTo>
                    <a:pt x="66" y="679"/>
                    <a:pt x="95" y="714"/>
                    <a:pt x="130" y="750"/>
                  </a:cubicBezTo>
                  <a:cubicBezTo>
                    <a:pt x="177" y="793"/>
                    <a:pt x="237" y="824"/>
                    <a:pt x="308" y="856"/>
                  </a:cubicBezTo>
                  <a:cubicBezTo>
                    <a:pt x="426" y="903"/>
                    <a:pt x="548" y="919"/>
                    <a:pt x="670" y="935"/>
                  </a:cubicBezTo>
                  <a:cubicBezTo>
                    <a:pt x="859" y="959"/>
                    <a:pt x="1060" y="1002"/>
                    <a:pt x="1258" y="1002"/>
                  </a:cubicBezTo>
                  <a:cubicBezTo>
                    <a:pt x="1329" y="1002"/>
                    <a:pt x="1400" y="994"/>
                    <a:pt x="1471" y="983"/>
                  </a:cubicBezTo>
                  <a:cubicBezTo>
                    <a:pt x="1600" y="959"/>
                    <a:pt x="1699" y="892"/>
                    <a:pt x="1766" y="805"/>
                  </a:cubicBezTo>
                  <a:cubicBezTo>
                    <a:pt x="1833" y="718"/>
                    <a:pt x="1869" y="612"/>
                    <a:pt x="1869" y="497"/>
                  </a:cubicBezTo>
                  <a:cubicBezTo>
                    <a:pt x="1869" y="402"/>
                    <a:pt x="1846" y="304"/>
                    <a:pt x="1798" y="213"/>
                  </a:cubicBezTo>
                  <a:cubicBezTo>
                    <a:pt x="1782" y="182"/>
                    <a:pt x="1762" y="151"/>
                    <a:pt x="1739" y="122"/>
                  </a:cubicBezTo>
                  <a:cubicBezTo>
                    <a:pt x="1715" y="99"/>
                    <a:pt x="1687" y="75"/>
                    <a:pt x="1656" y="60"/>
                  </a:cubicBezTo>
                  <a:cubicBezTo>
                    <a:pt x="1613" y="40"/>
                    <a:pt x="1569" y="32"/>
                    <a:pt x="1526" y="28"/>
                  </a:cubicBezTo>
                  <a:cubicBezTo>
                    <a:pt x="1376" y="9"/>
                    <a:pt x="1222" y="0"/>
                    <a:pt x="106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2" name="Google Shape;1222;p35"/>
            <p:cNvSpPr/>
            <p:nvPr/>
          </p:nvSpPr>
          <p:spPr>
            <a:xfrm>
              <a:off x="47177" y="8446360"/>
              <a:ext cx="147035" cy="92865"/>
            </a:xfrm>
            <a:custGeom>
              <a:rect b="b" l="l" r="r" t="t"/>
              <a:pathLst>
                <a:path extrusionOk="0" h="216" w="342">
                  <a:moveTo>
                    <a:pt x="150" y="1"/>
                  </a:moveTo>
                  <a:cubicBezTo>
                    <a:pt x="94" y="1"/>
                    <a:pt x="0" y="4"/>
                    <a:pt x="14" y="76"/>
                  </a:cubicBezTo>
                  <a:cubicBezTo>
                    <a:pt x="19" y="104"/>
                    <a:pt x="38" y="128"/>
                    <a:pt x="58" y="143"/>
                  </a:cubicBezTo>
                  <a:cubicBezTo>
                    <a:pt x="81" y="163"/>
                    <a:pt x="109" y="183"/>
                    <a:pt x="132" y="202"/>
                  </a:cubicBezTo>
                  <a:cubicBezTo>
                    <a:pt x="145" y="210"/>
                    <a:pt x="152" y="214"/>
                    <a:pt x="165" y="214"/>
                  </a:cubicBezTo>
                  <a:cubicBezTo>
                    <a:pt x="167" y="215"/>
                    <a:pt x="169" y="215"/>
                    <a:pt x="171" y="215"/>
                  </a:cubicBezTo>
                  <a:cubicBezTo>
                    <a:pt x="177" y="215"/>
                    <a:pt x="182" y="213"/>
                    <a:pt x="188" y="210"/>
                  </a:cubicBezTo>
                  <a:cubicBezTo>
                    <a:pt x="219" y="190"/>
                    <a:pt x="247" y="166"/>
                    <a:pt x="274" y="143"/>
                  </a:cubicBezTo>
                  <a:cubicBezTo>
                    <a:pt x="303" y="123"/>
                    <a:pt x="341" y="96"/>
                    <a:pt x="330" y="57"/>
                  </a:cubicBezTo>
                  <a:cubicBezTo>
                    <a:pt x="322" y="25"/>
                    <a:pt x="287" y="17"/>
                    <a:pt x="259" y="13"/>
                  </a:cubicBezTo>
                  <a:cubicBezTo>
                    <a:pt x="227" y="5"/>
                    <a:pt x="196" y="1"/>
                    <a:pt x="165" y="1"/>
                  </a:cubicBezTo>
                  <a:cubicBezTo>
                    <a:pt x="160" y="1"/>
                    <a:pt x="155" y="1"/>
                    <a:pt x="150"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3" name="Google Shape;1223;p35"/>
            <p:cNvSpPr/>
            <p:nvPr/>
          </p:nvSpPr>
          <p:spPr>
            <a:xfrm>
              <a:off x="42878" y="8436471"/>
              <a:ext cx="156494" cy="112212"/>
            </a:xfrm>
            <a:custGeom>
              <a:rect b="b" l="l" r="r" t="t"/>
              <a:pathLst>
                <a:path extrusionOk="0" h="261" w="364">
                  <a:moveTo>
                    <a:pt x="175" y="44"/>
                  </a:moveTo>
                  <a:cubicBezTo>
                    <a:pt x="206" y="48"/>
                    <a:pt x="233" y="51"/>
                    <a:pt x="265" y="56"/>
                  </a:cubicBezTo>
                  <a:cubicBezTo>
                    <a:pt x="281" y="60"/>
                    <a:pt x="293" y="64"/>
                    <a:pt x="304" y="67"/>
                  </a:cubicBezTo>
                  <a:cubicBezTo>
                    <a:pt x="308" y="67"/>
                    <a:pt x="313" y="71"/>
                    <a:pt x="316" y="75"/>
                  </a:cubicBezTo>
                  <a:cubicBezTo>
                    <a:pt x="316" y="75"/>
                    <a:pt x="320" y="80"/>
                    <a:pt x="320" y="83"/>
                  </a:cubicBezTo>
                  <a:lnTo>
                    <a:pt x="320" y="91"/>
                  </a:lnTo>
                  <a:cubicBezTo>
                    <a:pt x="320" y="95"/>
                    <a:pt x="320" y="99"/>
                    <a:pt x="316" y="103"/>
                  </a:cubicBezTo>
                  <a:cubicBezTo>
                    <a:pt x="316" y="111"/>
                    <a:pt x="308" y="119"/>
                    <a:pt x="300" y="127"/>
                  </a:cubicBezTo>
                  <a:cubicBezTo>
                    <a:pt x="293" y="135"/>
                    <a:pt x="281" y="142"/>
                    <a:pt x="273" y="151"/>
                  </a:cubicBezTo>
                  <a:cubicBezTo>
                    <a:pt x="246" y="174"/>
                    <a:pt x="213" y="193"/>
                    <a:pt x="186" y="217"/>
                  </a:cubicBezTo>
                  <a:lnTo>
                    <a:pt x="178" y="217"/>
                  </a:lnTo>
                  <a:cubicBezTo>
                    <a:pt x="178" y="213"/>
                    <a:pt x="178" y="213"/>
                    <a:pt x="175" y="213"/>
                  </a:cubicBezTo>
                  <a:cubicBezTo>
                    <a:pt x="171" y="213"/>
                    <a:pt x="162" y="213"/>
                    <a:pt x="155" y="206"/>
                  </a:cubicBezTo>
                  <a:cubicBezTo>
                    <a:pt x="131" y="189"/>
                    <a:pt x="107" y="170"/>
                    <a:pt x="84" y="151"/>
                  </a:cubicBezTo>
                  <a:cubicBezTo>
                    <a:pt x="71" y="142"/>
                    <a:pt x="64" y="135"/>
                    <a:pt x="56" y="122"/>
                  </a:cubicBezTo>
                  <a:cubicBezTo>
                    <a:pt x="52" y="115"/>
                    <a:pt x="44" y="107"/>
                    <a:pt x="44" y="95"/>
                  </a:cubicBezTo>
                  <a:lnTo>
                    <a:pt x="44" y="87"/>
                  </a:lnTo>
                  <a:cubicBezTo>
                    <a:pt x="44" y="75"/>
                    <a:pt x="44" y="71"/>
                    <a:pt x="48" y="67"/>
                  </a:cubicBezTo>
                  <a:cubicBezTo>
                    <a:pt x="52" y="64"/>
                    <a:pt x="60" y="60"/>
                    <a:pt x="64" y="56"/>
                  </a:cubicBezTo>
                  <a:cubicBezTo>
                    <a:pt x="76" y="51"/>
                    <a:pt x="87" y="48"/>
                    <a:pt x="104" y="48"/>
                  </a:cubicBezTo>
                  <a:cubicBezTo>
                    <a:pt x="119" y="44"/>
                    <a:pt x="135" y="44"/>
                    <a:pt x="147" y="44"/>
                  </a:cubicBezTo>
                  <a:close/>
                  <a:moveTo>
                    <a:pt x="147" y="0"/>
                  </a:moveTo>
                  <a:cubicBezTo>
                    <a:pt x="119" y="0"/>
                    <a:pt x="87" y="4"/>
                    <a:pt x="56" y="13"/>
                  </a:cubicBezTo>
                  <a:cubicBezTo>
                    <a:pt x="44" y="20"/>
                    <a:pt x="29" y="24"/>
                    <a:pt x="16" y="40"/>
                  </a:cubicBezTo>
                  <a:cubicBezTo>
                    <a:pt x="5" y="51"/>
                    <a:pt x="0" y="67"/>
                    <a:pt x="0" y="87"/>
                  </a:cubicBezTo>
                  <a:lnTo>
                    <a:pt x="0" y="103"/>
                  </a:lnTo>
                  <a:cubicBezTo>
                    <a:pt x="5" y="122"/>
                    <a:pt x="13" y="138"/>
                    <a:pt x="24" y="151"/>
                  </a:cubicBezTo>
                  <a:cubicBezTo>
                    <a:pt x="33" y="162"/>
                    <a:pt x="44" y="174"/>
                    <a:pt x="56" y="182"/>
                  </a:cubicBezTo>
                  <a:cubicBezTo>
                    <a:pt x="80" y="206"/>
                    <a:pt x="104" y="225"/>
                    <a:pt x="131" y="241"/>
                  </a:cubicBezTo>
                  <a:cubicBezTo>
                    <a:pt x="141" y="251"/>
                    <a:pt x="155" y="256"/>
                    <a:pt x="166" y="256"/>
                  </a:cubicBezTo>
                  <a:lnTo>
                    <a:pt x="166" y="256"/>
                  </a:lnTo>
                  <a:lnTo>
                    <a:pt x="166" y="257"/>
                  </a:lnTo>
                  <a:cubicBezTo>
                    <a:pt x="171" y="260"/>
                    <a:pt x="178" y="260"/>
                    <a:pt x="182" y="260"/>
                  </a:cubicBezTo>
                  <a:cubicBezTo>
                    <a:pt x="190" y="260"/>
                    <a:pt x="202" y="257"/>
                    <a:pt x="210" y="253"/>
                  </a:cubicBezTo>
                  <a:cubicBezTo>
                    <a:pt x="242" y="229"/>
                    <a:pt x="273" y="206"/>
                    <a:pt x="300" y="182"/>
                  </a:cubicBezTo>
                  <a:cubicBezTo>
                    <a:pt x="313" y="174"/>
                    <a:pt x="324" y="162"/>
                    <a:pt x="340" y="146"/>
                  </a:cubicBezTo>
                  <a:cubicBezTo>
                    <a:pt x="344" y="142"/>
                    <a:pt x="351" y="135"/>
                    <a:pt x="355" y="122"/>
                  </a:cubicBezTo>
                  <a:cubicBezTo>
                    <a:pt x="364" y="115"/>
                    <a:pt x="364" y="103"/>
                    <a:pt x="364" y="91"/>
                  </a:cubicBezTo>
                  <a:lnTo>
                    <a:pt x="364" y="75"/>
                  </a:lnTo>
                  <a:cubicBezTo>
                    <a:pt x="360" y="64"/>
                    <a:pt x="355" y="51"/>
                    <a:pt x="348" y="44"/>
                  </a:cubicBezTo>
                  <a:cubicBezTo>
                    <a:pt x="336" y="32"/>
                    <a:pt x="324" y="28"/>
                    <a:pt x="308" y="20"/>
                  </a:cubicBezTo>
                  <a:cubicBezTo>
                    <a:pt x="297" y="16"/>
                    <a:pt x="284" y="16"/>
                    <a:pt x="273" y="13"/>
                  </a:cubicBezTo>
                  <a:cubicBezTo>
                    <a:pt x="242" y="9"/>
                    <a:pt x="206" y="4"/>
                    <a:pt x="17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4" name="Google Shape;1224;p35"/>
            <p:cNvSpPr/>
            <p:nvPr/>
          </p:nvSpPr>
          <p:spPr>
            <a:xfrm>
              <a:off x="-616197" y="7865531"/>
              <a:ext cx="374467" cy="496999"/>
            </a:xfrm>
            <a:custGeom>
              <a:rect b="b" l="l" r="r" t="t"/>
              <a:pathLst>
                <a:path extrusionOk="0" h="1156" w="871">
                  <a:moveTo>
                    <a:pt x="155" y="1"/>
                  </a:moveTo>
                  <a:cubicBezTo>
                    <a:pt x="133" y="1"/>
                    <a:pt x="113" y="6"/>
                    <a:pt x="95" y="19"/>
                  </a:cubicBezTo>
                  <a:cubicBezTo>
                    <a:pt x="48" y="54"/>
                    <a:pt x="28" y="145"/>
                    <a:pt x="15" y="201"/>
                  </a:cubicBezTo>
                  <a:cubicBezTo>
                    <a:pt x="0" y="291"/>
                    <a:pt x="15" y="398"/>
                    <a:pt x="24" y="485"/>
                  </a:cubicBezTo>
                  <a:cubicBezTo>
                    <a:pt x="43" y="670"/>
                    <a:pt x="95" y="851"/>
                    <a:pt x="177" y="1021"/>
                  </a:cubicBezTo>
                  <a:cubicBezTo>
                    <a:pt x="201" y="1068"/>
                    <a:pt x="225" y="1119"/>
                    <a:pt x="264" y="1155"/>
                  </a:cubicBezTo>
                  <a:lnTo>
                    <a:pt x="871" y="871"/>
                  </a:lnTo>
                  <a:cubicBezTo>
                    <a:pt x="828" y="764"/>
                    <a:pt x="773" y="666"/>
                    <a:pt x="718" y="567"/>
                  </a:cubicBezTo>
                  <a:cubicBezTo>
                    <a:pt x="650" y="453"/>
                    <a:pt x="579" y="347"/>
                    <a:pt x="497" y="248"/>
                  </a:cubicBezTo>
                  <a:cubicBezTo>
                    <a:pt x="438" y="181"/>
                    <a:pt x="370" y="118"/>
                    <a:pt x="299" y="63"/>
                  </a:cubicBezTo>
                  <a:cubicBezTo>
                    <a:pt x="258" y="30"/>
                    <a:pt x="204" y="1"/>
                    <a:pt x="15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5" name="Google Shape;1225;p35"/>
            <p:cNvSpPr/>
            <p:nvPr/>
          </p:nvSpPr>
          <p:spPr>
            <a:xfrm>
              <a:off x="-621356" y="7856503"/>
              <a:ext cx="389944" cy="515056"/>
            </a:xfrm>
            <a:custGeom>
              <a:rect b="b" l="l" r="r" t="t"/>
              <a:pathLst>
                <a:path extrusionOk="0" h="1198" w="907">
                  <a:moveTo>
                    <a:pt x="166" y="1"/>
                  </a:moveTo>
                  <a:cubicBezTo>
                    <a:pt x="142" y="1"/>
                    <a:pt x="115" y="4"/>
                    <a:pt x="91" y="24"/>
                  </a:cubicBezTo>
                  <a:cubicBezTo>
                    <a:pt x="79" y="33"/>
                    <a:pt x="67" y="48"/>
                    <a:pt x="55" y="64"/>
                  </a:cubicBezTo>
                  <a:cubicBezTo>
                    <a:pt x="44" y="88"/>
                    <a:pt x="31" y="115"/>
                    <a:pt x="24" y="143"/>
                  </a:cubicBezTo>
                  <a:cubicBezTo>
                    <a:pt x="16" y="170"/>
                    <a:pt x="12" y="198"/>
                    <a:pt x="8" y="217"/>
                  </a:cubicBezTo>
                  <a:cubicBezTo>
                    <a:pt x="0" y="250"/>
                    <a:pt x="0" y="285"/>
                    <a:pt x="0" y="317"/>
                  </a:cubicBezTo>
                  <a:cubicBezTo>
                    <a:pt x="0" y="383"/>
                    <a:pt x="8" y="450"/>
                    <a:pt x="16" y="510"/>
                  </a:cubicBezTo>
                  <a:cubicBezTo>
                    <a:pt x="36" y="699"/>
                    <a:pt x="87" y="880"/>
                    <a:pt x="169" y="1054"/>
                  </a:cubicBezTo>
                  <a:cubicBezTo>
                    <a:pt x="193" y="1101"/>
                    <a:pt x="221" y="1152"/>
                    <a:pt x="260" y="1192"/>
                  </a:cubicBezTo>
                  <a:cubicBezTo>
                    <a:pt x="266" y="1196"/>
                    <a:pt x="272" y="1198"/>
                    <a:pt x="278" y="1198"/>
                  </a:cubicBezTo>
                  <a:cubicBezTo>
                    <a:pt x="283" y="1198"/>
                    <a:pt x="288" y="1196"/>
                    <a:pt x="291" y="1192"/>
                  </a:cubicBezTo>
                  <a:cubicBezTo>
                    <a:pt x="300" y="1180"/>
                    <a:pt x="300" y="1168"/>
                    <a:pt x="291" y="1160"/>
                  </a:cubicBezTo>
                  <a:cubicBezTo>
                    <a:pt x="256" y="1125"/>
                    <a:pt x="229" y="1081"/>
                    <a:pt x="209" y="1034"/>
                  </a:cubicBezTo>
                  <a:cubicBezTo>
                    <a:pt x="131" y="868"/>
                    <a:pt x="79" y="687"/>
                    <a:pt x="60" y="506"/>
                  </a:cubicBezTo>
                  <a:cubicBezTo>
                    <a:pt x="51" y="446"/>
                    <a:pt x="44" y="379"/>
                    <a:pt x="44" y="317"/>
                  </a:cubicBezTo>
                  <a:cubicBezTo>
                    <a:pt x="44" y="285"/>
                    <a:pt x="47" y="253"/>
                    <a:pt x="51" y="226"/>
                  </a:cubicBezTo>
                  <a:cubicBezTo>
                    <a:pt x="55" y="198"/>
                    <a:pt x="63" y="162"/>
                    <a:pt x="75" y="131"/>
                  </a:cubicBezTo>
                  <a:cubicBezTo>
                    <a:pt x="79" y="115"/>
                    <a:pt x="87" y="99"/>
                    <a:pt x="95" y="88"/>
                  </a:cubicBezTo>
                  <a:cubicBezTo>
                    <a:pt x="102" y="75"/>
                    <a:pt x="111" y="64"/>
                    <a:pt x="118" y="60"/>
                  </a:cubicBezTo>
                  <a:cubicBezTo>
                    <a:pt x="134" y="48"/>
                    <a:pt x="150" y="44"/>
                    <a:pt x="166" y="44"/>
                  </a:cubicBezTo>
                  <a:cubicBezTo>
                    <a:pt x="186" y="44"/>
                    <a:pt x="209" y="48"/>
                    <a:pt x="233" y="60"/>
                  </a:cubicBezTo>
                  <a:cubicBezTo>
                    <a:pt x="256" y="68"/>
                    <a:pt x="280" y="84"/>
                    <a:pt x="300" y="99"/>
                  </a:cubicBezTo>
                  <a:cubicBezTo>
                    <a:pt x="371" y="155"/>
                    <a:pt x="433" y="217"/>
                    <a:pt x="489" y="285"/>
                  </a:cubicBezTo>
                  <a:cubicBezTo>
                    <a:pt x="575" y="379"/>
                    <a:pt x="646" y="486"/>
                    <a:pt x="710" y="601"/>
                  </a:cubicBezTo>
                  <a:cubicBezTo>
                    <a:pt x="765" y="695"/>
                    <a:pt x="821" y="797"/>
                    <a:pt x="859" y="900"/>
                  </a:cubicBezTo>
                  <a:cubicBezTo>
                    <a:pt x="863" y="909"/>
                    <a:pt x="872" y="913"/>
                    <a:pt x="882" y="913"/>
                  </a:cubicBezTo>
                  <a:cubicBezTo>
                    <a:pt x="885" y="913"/>
                    <a:pt x="888" y="913"/>
                    <a:pt x="891" y="912"/>
                  </a:cubicBezTo>
                  <a:cubicBezTo>
                    <a:pt x="899" y="908"/>
                    <a:pt x="907" y="896"/>
                    <a:pt x="903" y="885"/>
                  </a:cubicBezTo>
                  <a:cubicBezTo>
                    <a:pt x="859" y="778"/>
                    <a:pt x="801" y="675"/>
                    <a:pt x="746" y="577"/>
                  </a:cubicBezTo>
                  <a:cubicBezTo>
                    <a:pt x="682" y="462"/>
                    <a:pt x="608" y="356"/>
                    <a:pt x="524" y="253"/>
                  </a:cubicBezTo>
                  <a:cubicBezTo>
                    <a:pt x="466" y="186"/>
                    <a:pt x="398" y="123"/>
                    <a:pt x="324" y="64"/>
                  </a:cubicBezTo>
                  <a:cubicBezTo>
                    <a:pt x="304" y="48"/>
                    <a:pt x="280" y="33"/>
                    <a:pt x="253" y="21"/>
                  </a:cubicBezTo>
                  <a:cubicBezTo>
                    <a:pt x="225" y="9"/>
                    <a:pt x="197" y="1"/>
                    <a:pt x="166"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6" name="Google Shape;1226;p35"/>
            <p:cNvSpPr/>
            <p:nvPr/>
          </p:nvSpPr>
          <p:spPr>
            <a:xfrm>
              <a:off x="-548698" y="7963554"/>
              <a:ext cx="159933" cy="257958"/>
            </a:xfrm>
            <a:custGeom>
              <a:rect b="b" l="l" r="r" t="t"/>
              <a:pathLst>
                <a:path extrusionOk="0" h="600" w="372">
                  <a:moveTo>
                    <a:pt x="44" y="1"/>
                  </a:moveTo>
                  <a:cubicBezTo>
                    <a:pt x="28" y="1"/>
                    <a:pt x="17" y="20"/>
                    <a:pt x="13" y="36"/>
                  </a:cubicBezTo>
                  <a:cubicBezTo>
                    <a:pt x="0" y="83"/>
                    <a:pt x="9" y="134"/>
                    <a:pt x="17" y="181"/>
                  </a:cubicBezTo>
                  <a:cubicBezTo>
                    <a:pt x="48" y="323"/>
                    <a:pt x="91" y="465"/>
                    <a:pt x="146" y="600"/>
                  </a:cubicBezTo>
                  <a:cubicBezTo>
                    <a:pt x="182" y="576"/>
                    <a:pt x="217" y="560"/>
                    <a:pt x="257" y="545"/>
                  </a:cubicBezTo>
                  <a:cubicBezTo>
                    <a:pt x="293" y="529"/>
                    <a:pt x="332" y="517"/>
                    <a:pt x="371" y="509"/>
                  </a:cubicBezTo>
                  <a:cubicBezTo>
                    <a:pt x="297" y="328"/>
                    <a:pt x="213" y="143"/>
                    <a:pt x="75" y="12"/>
                  </a:cubicBezTo>
                  <a:cubicBezTo>
                    <a:pt x="64" y="8"/>
                    <a:pt x="56" y="1"/>
                    <a:pt x="44" y="1"/>
                  </a:cubicBezTo>
                  <a:close/>
                </a:path>
              </a:pathLst>
            </a:custGeom>
            <a:solidFill>
              <a:schemeClr val="accent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7" name="Google Shape;1227;p35"/>
            <p:cNvSpPr/>
            <p:nvPr/>
          </p:nvSpPr>
          <p:spPr>
            <a:xfrm>
              <a:off x="-555147" y="7953236"/>
              <a:ext cx="174980" cy="277735"/>
            </a:xfrm>
            <a:custGeom>
              <a:rect b="b" l="l" r="r" t="t"/>
              <a:pathLst>
                <a:path extrusionOk="0" h="646" w="407">
                  <a:moveTo>
                    <a:pt x="59" y="44"/>
                  </a:moveTo>
                  <a:cubicBezTo>
                    <a:pt x="59" y="44"/>
                    <a:pt x="63" y="44"/>
                    <a:pt x="63" y="48"/>
                  </a:cubicBezTo>
                  <a:cubicBezTo>
                    <a:pt x="67" y="48"/>
                    <a:pt x="71" y="52"/>
                    <a:pt x="75" y="56"/>
                  </a:cubicBezTo>
                  <a:cubicBezTo>
                    <a:pt x="203" y="173"/>
                    <a:pt x="281" y="344"/>
                    <a:pt x="356" y="518"/>
                  </a:cubicBezTo>
                  <a:lnTo>
                    <a:pt x="356" y="518"/>
                  </a:lnTo>
                  <a:cubicBezTo>
                    <a:pt x="324" y="526"/>
                    <a:pt x="293" y="536"/>
                    <a:pt x="264" y="549"/>
                  </a:cubicBezTo>
                  <a:cubicBezTo>
                    <a:pt x="232" y="562"/>
                    <a:pt x="200" y="574"/>
                    <a:pt x="171" y="591"/>
                  </a:cubicBezTo>
                  <a:lnTo>
                    <a:pt x="171" y="591"/>
                  </a:lnTo>
                  <a:cubicBezTo>
                    <a:pt x="121" y="464"/>
                    <a:pt x="84" y="334"/>
                    <a:pt x="55" y="198"/>
                  </a:cubicBezTo>
                  <a:cubicBezTo>
                    <a:pt x="48" y="170"/>
                    <a:pt x="43" y="139"/>
                    <a:pt x="43" y="111"/>
                  </a:cubicBezTo>
                  <a:cubicBezTo>
                    <a:pt x="43" y="96"/>
                    <a:pt x="43" y="79"/>
                    <a:pt x="48" y="68"/>
                  </a:cubicBezTo>
                  <a:cubicBezTo>
                    <a:pt x="51" y="60"/>
                    <a:pt x="51" y="52"/>
                    <a:pt x="55" y="48"/>
                  </a:cubicBezTo>
                  <a:cubicBezTo>
                    <a:pt x="59" y="48"/>
                    <a:pt x="59" y="44"/>
                    <a:pt x="59" y="44"/>
                  </a:cubicBezTo>
                  <a:close/>
                  <a:moveTo>
                    <a:pt x="59" y="1"/>
                  </a:moveTo>
                  <a:cubicBezTo>
                    <a:pt x="51" y="1"/>
                    <a:pt x="43" y="5"/>
                    <a:pt x="35" y="8"/>
                  </a:cubicBezTo>
                  <a:cubicBezTo>
                    <a:pt x="28" y="12"/>
                    <a:pt x="19" y="21"/>
                    <a:pt x="15" y="28"/>
                  </a:cubicBezTo>
                  <a:cubicBezTo>
                    <a:pt x="12" y="36"/>
                    <a:pt x="8" y="48"/>
                    <a:pt x="4" y="56"/>
                  </a:cubicBezTo>
                  <a:cubicBezTo>
                    <a:pt x="0" y="72"/>
                    <a:pt x="0" y="92"/>
                    <a:pt x="0" y="111"/>
                  </a:cubicBezTo>
                  <a:cubicBezTo>
                    <a:pt x="0" y="147"/>
                    <a:pt x="4" y="178"/>
                    <a:pt x="12" y="210"/>
                  </a:cubicBezTo>
                  <a:cubicBezTo>
                    <a:pt x="43" y="352"/>
                    <a:pt x="86" y="494"/>
                    <a:pt x="142" y="631"/>
                  </a:cubicBezTo>
                  <a:cubicBezTo>
                    <a:pt x="146" y="636"/>
                    <a:pt x="150" y="643"/>
                    <a:pt x="154" y="643"/>
                  </a:cubicBezTo>
                  <a:cubicBezTo>
                    <a:pt x="156" y="645"/>
                    <a:pt x="158" y="645"/>
                    <a:pt x="160" y="645"/>
                  </a:cubicBezTo>
                  <a:cubicBezTo>
                    <a:pt x="166" y="645"/>
                    <a:pt x="171" y="642"/>
                    <a:pt x="173" y="640"/>
                  </a:cubicBezTo>
                  <a:cubicBezTo>
                    <a:pt x="205" y="620"/>
                    <a:pt x="244" y="604"/>
                    <a:pt x="279" y="589"/>
                  </a:cubicBezTo>
                  <a:cubicBezTo>
                    <a:pt x="315" y="576"/>
                    <a:pt x="350" y="565"/>
                    <a:pt x="390" y="553"/>
                  </a:cubicBezTo>
                  <a:cubicBezTo>
                    <a:pt x="398" y="553"/>
                    <a:pt x="402" y="549"/>
                    <a:pt x="406" y="541"/>
                  </a:cubicBezTo>
                  <a:lnTo>
                    <a:pt x="406" y="525"/>
                  </a:lnTo>
                  <a:cubicBezTo>
                    <a:pt x="331" y="343"/>
                    <a:pt x="248" y="158"/>
                    <a:pt x="102" y="21"/>
                  </a:cubicBezTo>
                  <a:cubicBezTo>
                    <a:pt x="99" y="16"/>
                    <a:pt x="95" y="12"/>
                    <a:pt x="86" y="8"/>
                  </a:cubicBezTo>
                  <a:cubicBezTo>
                    <a:pt x="79" y="5"/>
                    <a:pt x="71" y="1"/>
                    <a:pt x="5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8" name="Google Shape;1228;p35"/>
            <p:cNvSpPr/>
            <p:nvPr/>
          </p:nvSpPr>
          <p:spPr>
            <a:xfrm>
              <a:off x="69963" y="7963124"/>
              <a:ext cx="102323" cy="231302"/>
            </a:xfrm>
            <a:custGeom>
              <a:rect b="b" l="l" r="r" t="t"/>
              <a:pathLst>
                <a:path extrusionOk="0" h="538" w="238">
                  <a:moveTo>
                    <a:pt x="133" y="0"/>
                  </a:moveTo>
                  <a:cubicBezTo>
                    <a:pt x="127" y="0"/>
                    <a:pt x="121" y="4"/>
                    <a:pt x="115" y="9"/>
                  </a:cubicBezTo>
                  <a:cubicBezTo>
                    <a:pt x="108" y="13"/>
                    <a:pt x="99" y="25"/>
                    <a:pt x="95" y="33"/>
                  </a:cubicBezTo>
                  <a:cubicBezTo>
                    <a:pt x="41" y="131"/>
                    <a:pt x="28" y="249"/>
                    <a:pt x="21" y="356"/>
                  </a:cubicBezTo>
                  <a:cubicBezTo>
                    <a:pt x="17" y="411"/>
                    <a:pt x="1" y="459"/>
                    <a:pt x="44" y="486"/>
                  </a:cubicBezTo>
                  <a:cubicBezTo>
                    <a:pt x="56" y="498"/>
                    <a:pt x="214" y="522"/>
                    <a:pt x="214" y="537"/>
                  </a:cubicBezTo>
                  <a:lnTo>
                    <a:pt x="214" y="537"/>
                  </a:lnTo>
                  <a:cubicBezTo>
                    <a:pt x="226" y="451"/>
                    <a:pt x="237" y="360"/>
                    <a:pt x="234" y="273"/>
                  </a:cubicBezTo>
                  <a:cubicBezTo>
                    <a:pt x="226" y="187"/>
                    <a:pt x="206" y="96"/>
                    <a:pt x="159" y="21"/>
                  </a:cubicBezTo>
                  <a:cubicBezTo>
                    <a:pt x="155" y="13"/>
                    <a:pt x="147" y="5"/>
                    <a:pt x="139" y="2"/>
                  </a:cubicBezTo>
                  <a:cubicBezTo>
                    <a:pt x="137" y="1"/>
                    <a:pt x="135" y="0"/>
                    <a:pt x="133" y="0"/>
                  </a:cubicBezTo>
                  <a:close/>
                  <a:moveTo>
                    <a:pt x="214" y="537"/>
                  </a:moveTo>
                  <a:cubicBezTo>
                    <a:pt x="214" y="537"/>
                    <a:pt x="214" y="537"/>
                    <a:pt x="214" y="537"/>
                  </a:cubicBezTo>
                  <a:cubicBezTo>
                    <a:pt x="214" y="537"/>
                    <a:pt x="214" y="537"/>
                    <a:pt x="214" y="537"/>
                  </a:cubicBezTo>
                  <a:close/>
                </a:path>
              </a:pathLst>
            </a:custGeom>
            <a:solidFill>
              <a:schemeClr val="accent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9" name="Google Shape;1229;p35"/>
            <p:cNvSpPr/>
            <p:nvPr/>
          </p:nvSpPr>
          <p:spPr>
            <a:xfrm>
              <a:off x="66953" y="7953236"/>
              <a:ext cx="112211" cy="249789"/>
            </a:xfrm>
            <a:custGeom>
              <a:rect b="b" l="l" r="r" t="t"/>
              <a:pathLst>
                <a:path extrusionOk="0" h="581" w="261">
                  <a:moveTo>
                    <a:pt x="142" y="48"/>
                  </a:moveTo>
                  <a:cubicBezTo>
                    <a:pt x="142" y="48"/>
                    <a:pt x="146" y="52"/>
                    <a:pt x="146" y="56"/>
                  </a:cubicBezTo>
                  <a:cubicBezTo>
                    <a:pt x="190" y="127"/>
                    <a:pt x="213" y="214"/>
                    <a:pt x="217" y="296"/>
                  </a:cubicBezTo>
                  <a:lnTo>
                    <a:pt x="217" y="347"/>
                  </a:lnTo>
                  <a:cubicBezTo>
                    <a:pt x="217" y="405"/>
                    <a:pt x="211" y="465"/>
                    <a:pt x="204" y="526"/>
                  </a:cubicBezTo>
                  <a:lnTo>
                    <a:pt x="204" y="526"/>
                  </a:lnTo>
                  <a:cubicBezTo>
                    <a:pt x="194" y="523"/>
                    <a:pt x="182" y="521"/>
                    <a:pt x="170" y="518"/>
                  </a:cubicBezTo>
                  <a:cubicBezTo>
                    <a:pt x="146" y="513"/>
                    <a:pt x="119" y="505"/>
                    <a:pt x="99" y="502"/>
                  </a:cubicBezTo>
                  <a:cubicBezTo>
                    <a:pt x="86" y="498"/>
                    <a:pt x="79" y="498"/>
                    <a:pt x="71" y="494"/>
                  </a:cubicBezTo>
                  <a:cubicBezTo>
                    <a:pt x="67" y="494"/>
                    <a:pt x="67" y="494"/>
                    <a:pt x="63" y="489"/>
                  </a:cubicBezTo>
                  <a:lnTo>
                    <a:pt x="61" y="492"/>
                  </a:lnTo>
                  <a:lnTo>
                    <a:pt x="61" y="492"/>
                  </a:lnTo>
                  <a:cubicBezTo>
                    <a:pt x="55" y="485"/>
                    <a:pt x="51" y="481"/>
                    <a:pt x="48" y="474"/>
                  </a:cubicBezTo>
                  <a:cubicBezTo>
                    <a:pt x="48" y="470"/>
                    <a:pt x="44" y="462"/>
                    <a:pt x="44" y="450"/>
                  </a:cubicBezTo>
                  <a:cubicBezTo>
                    <a:pt x="44" y="431"/>
                    <a:pt x="48" y="411"/>
                    <a:pt x="51" y="383"/>
                  </a:cubicBezTo>
                  <a:cubicBezTo>
                    <a:pt x="59" y="272"/>
                    <a:pt x="71" y="158"/>
                    <a:pt x="119" y="68"/>
                  </a:cubicBezTo>
                  <a:cubicBezTo>
                    <a:pt x="122" y="60"/>
                    <a:pt x="130" y="52"/>
                    <a:pt x="134" y="48"/>
                  </a:cubicBezTo>
                  <a:close/>
                  <a:moveTo>
                    <a:pt x="138" y="1"/>
                  </a:moveTo>
                  <a:cubicBezTo>
                    <a:pt x="126" y="1"/>
                    <a:pt x="115" y="8"/>
                    <a:pt x="106" y="12"/>
                  </a:cubicBezTo>
                  <a:cubicBezTo>
                    <a:pt x="95" y="25"/>
                    <a:pt x="86" y="36"/>
                    <a:pt x="83" y="44"/>
                  </a:cubicBezTo>
                  <a:cubicBezTo>
                    <a:pt x="28" y="150"/>
                    <a:pt x="15" y="269"/>
                    <a:pt x="8" y="379"/>
                  </a:cubicBezTo>
                  <a:cubicBezTo>
                    <a:pt x="4" y="403"/>
                    <a:pt x="0" y="427"/>
                    <a:pt x="0" y="450"/>
                  </a:cubicBezTo>
                  <a:cubicBezTo>
                    <a:pt x="0" y="462"/>
                    <a:pt x="4" y="478"/>
                    <a:pt x="8" y="489"/>
                  </a:cubicBezTo>
                  <a:cubicBezTo>
                    <a:pt x="15" y="505"/>
                    <a:pt x="24" y="518"/>
                    <a:pt x="39" y="529"/>
                  </a:cubicBezTo>
                  <a:cubicBezTo>
                    <a:pt x="44" y="529"/>
                    <a:pt x="44" y="529"/>
                    <a:pt x="48" y="533"/>
                  </a:cubicBezTo>
                  <a:cubicBezTo>
                    <a:pt x="51" y="533"/>
                    <a:pt x="59" y="537"/>
                    <a:pt x="63" y="537"/>
                  </a:cubicBezTo>
                  <a:cubicBezTo>
                    <a:pt x="86" y="545"/>
                    <a:pt x="126" y="553"/>
                    <a:pt x="157" y="560"/>
                  </a:cubicBezTo>
                  <a:cubicBezTo>
                    <a:pt x="173" y="565"/>
                    <a:pt x="190" y="569"/>
                    <a:pt x="197" y="569"/>
                  </a:cubicBezTo>
                  <a:cubicBezTo>
                    <a:pt x="201" y="572"/>
                    <a:pt x="205" y="572"/>
                    <a:pt x="205" y="572"/>
                  </a:cubicBezTo>
                  <a:lnTo>
                    <a:pt x="205" y="572"/>
                  </a:lnTo>
                  <a:cubicBezTo>
                    <a:pt x="209" y="577"/>
                    <a:pt x="215" y="580"/>
                    <a:pt x="221" y="580"/>
                  </a:cubicBezTo>
                  <a:cubicBezTo>
                    <a:pt x="222" y="581"/>
                    <a:pt x="224" y="581"/>
                    <a:pt x="225" y="581"/>
                  </a:cubicBezTo>
                  <a:cubicBezTo>
                    <a:pt x="235" y="581"/>
                    <a:pt x="241" y="571"/>
                    <a:pt x="244" y="560"/>
                  </a:cubicBezTo>
                  <a:cubicBezTo>
                    <a:pt x="252" y="489"/>
                    <a:pt x="260" y="418"/>
                    <a:pt x="260" y="347"/>
                  </a:cubicBezTo>
                  <a:lnTo>
                    <a:pt x="260" y="296"/>
                  </a:lnTo>
                  <a:cubicBezTo>
                    <a:pt x="257" y="205"/>
                    <a:pt x="233" y="111"/>
                    <a:pt x="186" y="32"/>
                  </a:cubicBezTo>
                  <a:cubicBezTo>
                    <a:pt x="181" y="28"/>
                    <a:pt x="177" y="25"/>
                    <a:pt x="173" y="21"/>
                  </a:cubicBezTo>
                  <a:cubicBezTo>
                    <a:pt x="170" y="12"/>
                    <a:pt x="162" y="8"/>
                    <a:pt x="154" y="5"/>
                  </a:cubicBezTo>
                  <a:cubicBezTo>
                    <a:pt x="150" y="5"/>
                    <a:pt x="142" y="1"/>
                    <a:pt x="138"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0" name="Google Shape;1230;p35"/>
            <p:cNvSpPr/>
            <p:nvPr/>
          </p:nvSpPr>
          <p:spPr>
            <a:xfrm>
              <a:off x="-552138" y="7958395"/>
              <a:ext cx="82116" cy="263547"/>
            </a:xfrm>
            <a:custGeom>
              <a:rect b="b" l="l" r="r" t="t"/>
              <a:pathLst>
                <a:path extrusionOk="0" h="613" w="191">
                  <a:moveTo>
                    <a:pt x="25" y="0"/>
                  </a:moveTo>
                  <a:cubicBezTo>
                    <a:pt x="12" y="0"/>
                    <a:pt x="1" y="13"/>
                    <a:pt x="5" y="24"/>
                  </a:cubicBezTo>
                  <a:cubicBezTo>
                    <a:pt x="25" y="241"/>
                    <a:pt x="52" y="402"/>
                    <a:pt x="147" y="600"/>
                  </a:cubicBezTo>
                  <a:cubicBezTo>
                    <a:pt x="149" y="609"/>
                    <a:pt x="157" y="613"/>
                    <a:pt x="165" y="613"/>
                  </a:cubicBezTo>
                  <a:cubicBezTo>
                    <a:pt x="168" y="613"/>
                    <a:pt x="171" y="613"/>
                    <a:pt x="174" y="612"/>
                  </a:cubicBezTo>
                  <a:cubicBezTo>
                    <a:pt x="186" y="604"/>
                    <a:pt x="190" y="592"/>
                    <a:pt x="186" y="580"/>
                  </a:cubicBezTo>
                  <a:cubicBezTo>
                    <a:pt x="95" y="387"/>
                    <a:pt x="68" y="233"/>
                    <a:pt x="48" y="20"/>
                  </a:cubicBezTo>
                  <a:cubicBezTo>
                    <a:pt x="44" y="9"/>
                    <a:pt x="36" y="0"/>
                    <a:pt x="2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1" name="Google Shape;1231;p35"/>
            <p:cNvSpPr/>
            <p:nvPr/>
          </p:nvSpPr>
          <p:spPr>
            <a:xfrm>
              <a:off x="75552" y="7947647"/>
              <a:ext cx="54171" cy="230013"/>
            </a:xfrm>
            <a:custGeom>
              <a:rect b="b" l="l" r="r" t="t"/>
              <a:pathLst>
                <a:path extrusionOk="0" h="535" w="126">
                  <a:moveTo>
                    <a:pt x="104" y="1"/>
                  </a:moveTo>
                  <a:cubicBezTo>
                    <a:pt x="94" y="1"/>
                    <a:pt x="86" y="7"/>
                    <a:pt x="82" y="14"/>
                  </a:cubicBezTo>
                  <a:cubicBezTo>
                    <a:pt x="28" y="144"/>
                    <a:pt x="0" y="285"/>
                    <a:pt x="0" y="427"/>
                  </a:cubicBezTo>
                  <a:cubicBezTo>
                    <a:pt x="0" y="455"/>
                    <a:pt x="0" y="483"/>
                    <a:pt x="4" y="515"/>
                  </a:cubicBezTo>
                  <a:cubicBezTo>
                    <a:pt x="4" y="526"/>
                    <a:pt x="15" y="534"/>
                    <a:pt x="28" y="534"/>
                  </a:cubicBezTo>
                  <a:cubicBezTo>
                    <a:pt x="39" y="534"/>
                    <a:pt x="47" y="522"/>
                    <a:pt x="47" y="511"/>
                  </a:cubicBezTo>
                  <a:cubicBezTo>
                    <a:pt x="43" y="483"/>
                    <a:pt x="43" y="455"/>
                    <a:pt x="43" y="427"/>
                  </a:cubicBezTo>
                  <a:cubicBezTo>
                    <a:pt x="43" y="294"/>
                    <a:pt x="71" y="156"/>
                    <a:pt x="122" y="34"/>
                  </a:cubicBezTo>
                  <a:cubicBezTo>
                    <a:pt x="126" y="21"/>
                    <a:pt x="122" y="10"/>
                    <a:pt x="110" y="2"/>
                  </a:cubicBezTo>
                  <a:cubicBezTo>
                    <a:pt x="108" y="1"/>
                    <a:pt x="106" y="1"/>
                    <a:pt x="10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2" name="Google Shape;1232;p35"/>
            <p:cNvSpPr/>
            <p:nvPr/>
          </p:nvSpPr>
          <p:spPr>
            <a:xfrm>
              <a:off x="-655320" y="8686258"/>
              <a:ext cx="139297" cy="72658"/>
            </a:xfrm>
            <a:custGeom>
              <a:rect b="b" l="l" r="r" t="t"/>
              <a:pathLst>
                <a:path extrusionOk="0" h="169" w="324">
                  <a:moveTo>
                    <a:pt x="27" y="1"/>
                  </a:moveTo>
                  <a:cubicBezTo>
                    <a:pt x="20" y="1"/>
                    <a:pt x="13" y="3"/>
                    <a:pt x="8" y="11"/>
                  </a:cubicBezTo>
                  <a:cubicBezTo>
                    <a:pt x="0" y="19"/>
                    <a:pt x="4" y="34"/>
                    <a:pt x="12" y="38"/>
                  </a:cubicBezTo>
                  <a:cubicBezTo>
                    <a:pt x="99" y="98"/>
                    <a:pt x="194" y="141"/>
                    <a:pt x="296" y="169"/>
                  </a:cubicBezTo>
                  <a:cubicBezTo>
                    <a:pt x="304" y="169"/>
                    <a:pt x="316" y="161"/>
                    <a:pt x="319" y="149"/>
                  </a:cubicBezTo>
                  <a:cubicBezTo>
                    <a:pt x="323" y="141"/>
                    <a:pt x="316" y="129"/>
                    <a:pt x="304" y="125"/>
                  </a:cubicBezTo>
                  <a:cubicBezTo>
                    <a:pt x="210" y="102"/>
                    <a:pt x="119" y="62"/>
                    <a:pt x="39" y="3"/>
                  </a:cubicBezTo>
                  <a:cubicBezTo>
                    <a:pt x="35" y="2"/>
                    <a:pt x="31" y="1"/>
                    <a:pt x="27"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3" name="Google Shape;1233;p35"/>
            <p:cNvSpPr/>
            <p:nvPr/>
          </p:nvSpPr>
          <p:spPr>
            <a:xfrm>
              <a:off x="-419721" y="8568458"/>
              <a:ext cx="780318" cy="168533"/>
            </a:xfrm>
            <a:custGeom>
              <a:rect b="b" l="l" r="r" t="t"/>
              <a:pathLst>
                <a:path extrusionOk="0" h="392" w="1815">
                  <a:moveTo>
                    <a:pt x="1231" y="1"/>
                  </a:moveTo>
                  <a:cubicBezTo>
                    <a:pt x="1218" y="1"/>
                    <a:pt x="1207" y="1"/>
                    <a:pt x="1199" y="5"/>
                  </a:cubicBezTo>
                  <a:cubicBezTo>
                    <a:pt x="1147" y="13"/>
                    <a:pt x="1105" y="37"/>
                    <a:pt x="1069" y="68"/>
                  </a:cubicBezTo>
                  <a:cubicBezTo>
                    <a:pt x="1029" y="99"/>
                    <a:pt x="998" y="135"/>
                    <a:pt x="963" y="166"/>
                  </a:cubicBezTo>
                  <a:cubicBezTo>
                    <a:pt x="845" y="277"/>
                    <a:pt x="683" y="348"/>
                    <a:pt x="521" y="348"/>
                  </a:cubicBezTo>
                  <a:cubicBezTo>
                    <a:pt x="501" y="348"/>
                    <a:pt x="485" y="344"/>
                    <a:pt x="470" y="344"/>
                  </a:cubicBezTo>
                  <a:cubicBezTo>
                    <a:pt x="379" y="336"/>
                    <a:pt x="292" y="305"/>
                    <a:pt x="217" y="253"/>
                  </a:cubicBezTo>
                  <a:cubicBezTo>
                    <a:pt x="142" y="202"/>
                    <a:pt x="83" y="135"/>
                    <a:pt x="48" y="57"/>
                  </a:cubicBezTo>
                  <a:cubicBezTo>
                    <a:pt x="42" y="48"/>
                    <a:pt x="34" y="41"/>
                    <a:pt x="26" y="41"/>
                  </a:cubicBezTo>
                  <a:cubicBezTo>
                    <a:pt x="23" y="41"/>
                    <a:pt x="20" y="42"/>
                    <a:pt x="16" y="44"/>
                  </a:cubicBezTo>
                  <a:cubicBezTo>
                    <a:pt x="8" y="48"/>
                    <a:pt x="0" y="60"/>
                    <a:pt x="8" y="72"/>
                  </a:cubicBezTo>
                  <a:cubicBezTo>
                    <a:pt x="48" y="163"/>
                    <a:pt x="115" y="237"/>
                    <a:pt x="193" y="288"/>
                  </a:cubicBezTo>
                  <a:cubicBezTo>
                    <a:pt x="272" y="344"/>
                    <a:pt x="367" y="379"/>
                    <a:pt x="466" y="388"/>
                  </a:cubicBezTo>
                  <a:cubicBezTo>
                    <a:pt x="481" y="388"/>
                    <a:pt x="501" y="392"/>
                    <a:pt x="521" y="392"/>
                  </a:cubicBezTo>
                  <a:cubicBezTo>
                    <a:pt x="694" y="392"/>
                    <a:pt x="863" y="317"/>
                    <a:pt x="994" y="199"/>
                  </a:cubicBezTo>
                  <a:cubicBezTo>
                    <a:pt x="1029" y="166"/>
                    <a:pt x="1061" y="131"/>
                    <a:pt x="1096" y="104"/>
                  </a:cubicBezTo>
                  <a:cubicBezTo>
                    <a:pt x="1128" y="72"/>
                    <a:pt x="1163" y="52"/>
                    <a:pt x="1207" y="44"/>
                  </a:cubicBezTo>
                  <a:lnTo>
                    <a:pt x="1231" y="44"/>
                  </a:lnTo>
                  <a:cubicBezTo>
                    <a:pt x="1270" y="44"/>
                    <a:pt x="1313" y="60"/>
                    <a:pt x="1345" y="92"/>
                  </a:cubicBezTo>
                  <a:cubicBezTo>
                    <a:pt x="1353" y="99"/>
                    <a:pt x="1357" y="108"/>
                    <a:pt x="1360" y="115"/>
                  </a:cubicBezTo>
                  <a:cubicBezTo>
                    <a:pt x="1369" y="131"/>
                    <a:pt x="1373" y="147"/>
                    <a:pt x="1376" y="166"/>
                  </a:cubicBezTo>
                  <a:cubicBezTo>
                    <a:pt x="1380" y="182"/>
                    <a:pt x="1384" y="202"/>
                    <a:pt x="1392" y="226"/>
                  </a:cubicBezTo>
                  <a:cubicBezTo>
                    <a:pt x="1400" y="250"/>
                    <a:pt x="1408" y="270"/>
                    <a:pt x="1416" y="288"/>
                  </a:cubicBezTo>
                  <a:cubicBezTo>
                    <a:pt x="1431" y="317"/>
                    <a:pt x="1455" y="336"/>
                    <a:pt x="1483" y="352"/>
                  </a:cubicBezTo>
                  <a:cubicBezTo>
                    <a:pt x="1511" y="364"/>
                    <a:pt x="1542" y="372"/>
                    <a:pt x="1582" y="372"/>
                  </a:cubicBezTo>
                  <a:cubicBezTo>
                    <a:pt x="1660" y="372"/>
                    <a:pt x="1739" y="344"/>
                    <a:pt x="1802" y="301"/>
                  </a:cubicBezTo>
                  <a:cubicBezTo>
                    <a:pt x="1815" y="293"/>
                    <a:pt x="1815" y="281"/>
                    <a:pt x="1810" y="270"/>
                  </a:cubicBezTo>
                  <a:cubicBezTo>
                    <a:pt x="1805" y="264"/>
                    <a:pt x="1797" y="261"/>
                    <a:pt x="1790" y="261"/>
                  </a:cubicBezTo>
                  <a:cubicBezTo>
                    <a:pt x="1785" y="261"/>
                    <a:pt x="1781" y="262"/>
                    <a:pt x="1779" y="265"/>
                  </a:cubicBezTo>
                  <a:cubicBezTo>
                    <a:pt x="1720" y="305"/>
                    <a:pt x="1653" y="328"/>
                    <a:pt x="1582" y="328"/>
                  </a:cubicBezTo>
                  <a:cubicBezTo>
                    <a:pt x="1558" y="328"/>
                    <a:pt x="1538" y="324"/>
                    <a:pt x="1522" y="321"/>
                  </a:cubicBezTo>
                  <a:cubicBezTo>
                    <a:pt x="1498" y="312"/>
                    <a:pt x="1483" y="305"/>
                    <a:pt x="1467" y="285"/>
                  </a:cubicBezTo>
                  <a:cubicBezTo>
                    <a:pt x="1455" y="270"/>
                    <a:pt x="1444" y="241"/>
                    <a:pt x="1431" y="210"/>
                  </a:cubicBezTo>
                  <a:cubicBezTo>
                    <a:pt x="1424" y="186"/>
                    <a:pt x="1420" y="163"/>
                    <a:pt x="1416" y="135"/>
                  </a:cubicBezTo>
                  <a:cubicBezTo>
                    <a:pt x="1412" y="123"/>
                    <a:pt x="1408" y="111"/>
                    <a:pt x="1400" y="95"/>
                  </a:cubicBezTo>
                  <a:cubicBezTo>
                    <a:pt x="1396" y="84"/>
                    <a:pt x="1384" y="72"/>
                    <a:pt x="1373" y="60"/>
                  </a:cubicBezTo>
                  <a:cubicBezTo>
                    <a:pt x="1337" y="21"/>
                    <a:pt x="1282" y="1"/>
                    <a:pt x="1231"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4" name="Google Shape;1234;p35"/>
            <p:cNvSpPr/>
            <p:nvPr/>
          </p:nvSpPr>
          <p:spPr>
            <a:xfrm>
              <a:off x="102207" y="8508699"/>
              <a:ext cx="24506" cy="76098"/>
            </a:xfrm>
            <a:custGeom>
              <a:rect b="b" l="l" r="r" t="t"/>
              <a:pathLst>
                <a:path extrusionOk="0" h="177" w="57">
                  <a:moveTo>
                    <a:pt x="34" y="1"/>
                  </a:moveTo>
                  <a:cubicBezTo>
                    <a:pt x="32" y="1"/>
                    <a:pt x="30" y="1"/>
                    <a:pt x="28" y="2"/>
                  </a:cubicBezTo>
                  <a:cubicBezTo>
                    <a:pt x="17" y="2"/>
                    <a:pt x="9" y="14"/>
                    <a:pt x="9" y="25"/>
                  </a:cubicBezTo>
                  <a:cubicBezTo>
                    <a:pt x="13" y="41"/>
                    <a:pt x="13" y="57"/>
                    <a:pt x="13" y="69"/>
                  </a:cubicBezTo>
                  <a:cubicBezTo>
                    <a:pt x="13" y="96"/>
                    <a:pt x="9" y="120"/>
                    <a:pt x="1" y="148"/>
                  </a:cubicBezTo>
                  <a:cubicBezTo>
                    <a:pt x="1" y="160"/>
                    <a:pt x="4" y="172"/>
                    <a:pt x="17" y="176"/>
                  </a:cubicBezTo>
                  <a:cubicBezTo>
                    <a:pt x="19" y="176"/>
                    <a:pt x="21" y="177"/>
                    <a:pt x="23" y="177"/>
                  </a:cubicBezTo>
                  <a:cubicBezTo>
                    <a:pt x="32" y="177"/>
                    <a:pt x="41" y="170"/>
                    <a:pt x="44" y="160"/>
                  </a:cubicBezTo>
                  <a:cubicBezTo>
                    <a:pt x="52" y="132"/>
                    <a:pt x="56" y="101"/>
                    <a:pt x="56" y="69"/>
                  </a:cubicBezTo>
                  <a:cubicBezTo>
                    <a:pt x="56" y="54"/>
                    <a:pt x="56" y="38"/>
                    <a:pt x="52" y="18"/>
                  </a:cubicBezTo>
                  <a:cubicBezTo>
                    <a:pt x="52" y="8"/>
                    <a:pt x="44" y="1"/>
                    <a:pt x="3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5" name="Google Shape;1235;p35"/>
            <p:cNvSpPr/>
            <p:nvPr/>
          </p:nvSpPr>
          <p:spPr>
            <a:xfrm>
              <a:off x="-936920" y="9258488"/>
              <a:ext cx="185299" cy="297082"/>
            </a:xfrm>
            <a:custGeom>
              <a:rect b="b" l="l" r="r" t="t"/>
              <a:pathLst>
                <a:path extrusionOk="0" h="691" w="431">
                  <a:moveTo>
                    <a:pt x="20" y="1"/>
                  </a:moveTo>
                  <a:cubicBezTo>
                    <a:pt x="8" y="1"/>
                    <a:pt x="1" y="8"/>
                    <a:pt x="1" y="21"/>
                  </a:cubicBezTo>
                  <a:cubicBezTo>
                    <a:pt x="1" y="37"/>
                    <a:pt x="13" y="44"/>
                    <a:pt x="24" y="44"/>
                  </a:cubicBezTo>
                  <a:cubicBezTo>
                    <a:pt x="52" y="44"/>
                    <a:pt x="75" y="52"/>
                    <a:pt x="99" y="64"/>
                  </a:cubicBezTo>
                  <a:cubicBezTo>
                    <a:pt x="123" y="76"/>
                    <a:pt x="143" y="92"/>
                    <a:pt x="162" y="112"/>
                  </a:cubicBezTo>
                  <a:cubicBezTo>
                    <a:pt x="304" y="237"/>
                    <a:pt x="387" y="427"/>
                    <a:pt x="387" y="616"/>
                  </a:cubicBezTo>
                  <a:lnTo>
                    <a:pt x="387" y="667"/>
                  </a:lnTo>
                  <a:cubicBezTo>
                    <a:pt x="387" y="679"/>
                    <a:pt x="395" y="691"/>
                    <a:pt x="407" y="691"/>
                  </a:cubicBezTo>
                  <a:cubicBezTo>
                    <a:pt x="419" y="691"/>
                    <a:pt x="430" y="683"/>
                    <a:pt x="430" y="671"/>
                  </a:cubicBezTo>
                  <a:lnTo>
                    <a:pt x="430" y="616"/>
                  </a:lnTo>
                  <a:cubicBezTo>
                    <a:pt x="430" y="415"/>
                    <a:pt x="344" y="214"/>
                    <a:pt x="194" y="79"/>
                  </a:cubicBezTo>
                  <a:cubicBezTo>
                    <a:pt x="170" y="60"/>
                    <a:pt x="146" y="41"/>
                    <a:pt x="119" y="24"/>
                  </a:cubicBezTo>
                  <a:cubicBezTo>
                    <a:pt x="91" y="8"/>
                    <a:pt x="60" y="1"/>
                    <a:pt x="2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36" name="Google Shape;1236;p35"/>
          <p:cNvGrpSpPr/>
          <p:nvPr/>
        </p:nvGrpSpPr>
        <p:grpSpPr>
          <a:xfrm>
            <a:off x="809964" y="1065405"/>
            <a:ext cx="2563220" cy="2386649"/>
            <a:chOff x="-1538849" y="5276824"/>
            <a:chExt cx="1138501" cy="1060073"/>
          </a:xfrm>
        </p:grpSpPr>
        <p:sp>
          <p:nvSpPr>
            <p:cNvPr id="1237" name="Google Shape;1237;p35"/>
            <p:cNvSpPr/>
            <p:nvPr/>
          </p:nvSpPr>
          <p:spPr>
            <a:xfrm>
              <a:off x="-1453388" y="5309018"/>
              <a:ext cx="1053040" cy="1027879"/>
            </a:xfrm>
            <a:custGeom>
              <a:rect b="b" l="l" r="r" t="t"/>
              <a:pathLst>
                <a:path extrusionOk="0" h="1756" w="1799">
                  <a:moveTo>
                    <a:pt x="899" y="1"/>
                  </a:moveTo>
                  <a:cubicBezTo>
                    <a:pt x="403" y="1"/>
                    <a:pt x="0" y="395"/>
                    <a:pt x="0" y="880"/>
                  </a:cubicBezTo>
                  <a:cubicBezTo>
                    <a:pt x="0" y="1365"/>
                    <a:pt x="403" y="1755"/>
                    <a:pt x="899" y="1755"/>
                  </a:cubicBezTo>
                  <a:cubicBezTo>
                    <a:pt x="1396" y="1755"/>
                    <a:pt x="1799" y="1365"/>
                    <a:pt x="1799" y="880"/>
                  </a:cubicBezTo>
                  <a:cubicBezTo>
                    <a:pt x="1799" y="395"/>
                    <a:pt x="1396" y="1"/>
                    <a:pt x="899" y="1"/>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8" name="Google Shape;1238;p35"/>
            <p:cNvSpPr/>
            <p:nvPr/>
          </p:nvSpPr>
          <p:spPr>
            <a:xfrm>
              <a:off x="-1538849" y="5276824"/>
              <a:ext cx="1053040" cy="1027879"/>
            </a:xfrm>
            <a:custGeom>
              <a:rect b="b" l="l" r="r" t="t"/>
              <a:pathLst>
                <a:path extrusionOk="0" h="1756" w="1799">
                  <a:moveTo>
                    <a:pt x="900" y="1"/>
                  </a:moveTo>
                  <a:cubicBezTo>
                    <a:pt x="403" y="1"/>
                    <a:pt x="1" y="391"/>
                    <a:pt x="1" y="876"/>
                  </a:cubicBezTo>
                  <a:cubicBezTo>
                    <a:pt x="1" y="1361"/>
                    <a:pt x="403" y="1755"/>
                    <a:pt x="900" y="1755"/>
                  </a:cubicBezTo>
                  <a:cubicBezTo>
                    <a:pt x="1397" y="1755"/>
                    <a:pt x="1799" y="1361"/>
                    <a:pt x="1799" y="876"/>
                  </a:cubicBezTo>
                  <a:cubicBezTo>
                    <a:pt x="1799" y="391"/>
                    <a:pt x="1397" y="1"/>
                    <a:pt x="900" y="1"/>
                  </a:cubicBezTo>
                  <a:close/>
                </a:path>
              </a:pathLst>
            </a:custGeom>
            <a:solidFill>
              <a:schemeClr val="accent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39" name="Google Shape;1239;p35"/>
          <p:cNvSpPr txBox="1"/>
          <p:nvPr>
            <p:ph idx="2" type="title"/>
          </p:nvPr>
        </p:nvSpPr>
        <p:spPr>
          <a:xfrm>
            <a:off x="714725" y="1375682"/>
            <a:ext cx="2563200" cy="183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01</a:t>
            </a:r>
            <a:endParaRPr/>
          </a:p>
        </p:txBody>
      </p:sp>
      <p:sp>
        <p:nvSpPr>
          <p:cNvPr id="1240" name="Google Shape;1240;p35"/>
          <p:cNvSpPr txBox="1"/>
          <p:nvPr/>
        </p:nvSpPr>
        <p:spPr>
          <a:xfrm>
            <a:off x="10397625" y="82950"/>
            <a:ext cx="3484200" cy="3166200"/>
          </a:xfrm>
          <a:prstGeom prst="rect">
            <a:avLst/>
          </a:prstGeom>
          <a:solidFill>
            <a:srgbClr val="00C5FF">
              <a:alpha val="51270"/>
            </a:srgbClr>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Grandstander"/>
                <a:ea typeface="Grandstander"/>
                <a:cs typeface="Grandstander"/>
                <a:sym typeface="Grandstander"/>
              </a:rPr>
              <a:t>Instructions</a:t>
            </a:r>
            <a:endParaRPr>
              <a:latin typeface="Grandstander"/>
              <a:ea typeface="Grandstander"/>
              <a:cs typeface="Grandstander"/>
              <a:sym typeface="Grandstander"/>
            </a:endParaRPr>
          </a:p>
          <a:p>
            <a:pPr indent="0" lvl="0" marL="0" rtl="0" algn="l">
              <a:spcBef>
                <a:spcPts val="0"/>
              </a:spcBef>
              <a:spcAft>
                <a:spcPts val="0"/>
              </a:spcAft>
              <a:buNone/>
            </a:pPr>
            <a:r>
              <a:t/>
            </a:r>
            <a:endParaRPr>
              <a:latin typeface="Grandstander"/>
              <a:ea typeface="Grandstander"/>
              <a:cs typeface="Grandstander"/>
              <a:sym typeface="Grandstander"/>
            </a:endParaRPr>
          </a:p>
          <a:p>
            <a:pPr indent="-317500" lvl="0" marL="457200" rtl="0" algn="l">
              <a:spcBef>
                <a:spcPts val="0"/>
              </a:spcBef>
              <a:spcAft>
                <a:spcPts val="0"/>
              </a:spcAft>
              <a:buSzPts val="1400"/>
              <a:buFont typeface="Grandstander"/>
              <a:buChar char="●"/>
            </a:pPr>
            <a:r>
              <a:rPr lang="en">
                <a:latin typeface="Grandstander"/>
                <a:ea typeface="Grandstander"/>
                <a:cs typeface="Grandstander"/>
                <a:sym typeface="Grandstander"/>
              </a:rPr>
              <a:t>Replace the central image with a picture representative of yourself</a:t>
            </a:r>
            <a:endParaRPr>
              <a:latin typeface="Grandstander"/>
              <a:ea typeface="Grandstander"/>
              <a:cs typeface="Grandstander"/>
              <a:sym typeface="Grandstander"/>
            </a:endParaRPr>
          </a:p>
          <a:p>
            <a:pPr indent="-317500" lvl="0" marL="457200" rtl="0" algn="l">
              <a:spcBef>
                <a:spcPts val="0"/>
              </a:spcBef>
              <a:spcAft>
                <a:spcPts val="0"/>
              </a:spcAft>
              <a:buSzPts val="1400"/>
              <a:buFont typeface="Grandstander"/>
              <a:buChar char="●"/>
            </a:pPr>
            <a:r>
              <a:rPr lang="en">
                <a:latin typeface="Grandstander"/>
                <a:ea typeface="Grandstander"/>
                <a:cs typeface="Grandstander"/>
                <a:sym typeface="Grandstander"/>
              </a:rPr>
              <a:t>Optionally, replace the other images as well</a:t>
            </a:r>
            <a:endParaRPr>
              <a:latin typeface="Grandstander"/>
              <a:ea typeface="Grandstander"/>
              <a:cs typeface="Grandstander"/>
              <a:sym typeface="Grandstande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4" name="Shape 1244"/>
        <p:cNvGrpSpPr/>
        <p:nvPr/>
      </p:nvGrpSpPr>
      <p:grpSpPr>
        <a:xfrm>
          <a:off x="0" y="0"/>
          <a:ext cx="0" cy="0"/>
          <a:chOff x="0" y="0"/>
          <a:chExt cx="0" cy="0"/>
        </a:xfrm>
      </p:grpSpPr>
      <p:sp>
        <p:nvSpPr>
          <p:cNvPr id="1245" name="Google Shape;1245;p36"/>
          <p:cNvSpPr txBox="1"/>
          <p:nvPr>
            <p:ph type="title"/>
          </p:nvPr>
        </p:nvSpPr>
        <p:spPr>
          <a:xfrm>
            <a:off x="3429475" y="1023752"/>
            <a:ext cx="3760800" cy="1866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70%</a:t>
            </a:r>
            <a:endParaRPr/>
          </a:p>
        </p:txBody>
      </p:sp>
      <p:sp>
        <p:nvSpPr>
          <p:cNvPr id="1246" name="Google Shape;1246;p36"/>
          <p:cNvSpPr txBox="1"/>
          <p:nvPr>
            <p:ph idx="3" type="title"/>
          </p:nvPr>
        </p:nvSpPr>
        <p:spPr>
          <a:xfrm>
            <a:off x="3429463" y="4601985"/>
            <a:ext cx="3760800" cy="2225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30%</a:t>
            </a:r>
            <a:endParaRPr/>
          </a:p>
        </p:txBody>
      </p:sp>
      <p:sp>
        <p:nvSpPr>
          <p:cNvPr id="1247" name="Google Shape;1247;p36"/>
          <p:cNvSpPr/>
          <p:nvPr/>
        </p:nvSpPr>
        <p:spPr>
          <a:xfrm>
            <a:off x="3290263" y="3552397"/>
            <a:ext cx="4039200" cy="959100"/>
          </a:xfrm>
          <a:prstGeom prst="rect">
            <a:avLst/>
          </a:prstGeom>
          <a:solidFill>
            <a:schemeClr val="accen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8" name="Google Shape;1248;p36"/>
          <p:cNvSpPr/>
          <p:nvPr/>
        </p:nvSpPr>
        <p:spPr>
          <a:xfrm>
            <a:off x="3290263" y="3552397"/>
            <a:ext cx="2827500" cy="959100"/>
          </a:xfrm>
          <a:prstGeom prst="rect">
            <a:avLst/>
          </a:pr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9" name="Google Shape;1249;p36"/>
          <p:cNvSpPr/>
          <p:nvPr/>
        </p:nvSpPr>
        <p:spPr>
          <a:xfrm>
            <a:off x="3290263" y="7708247"/>
            <a:ext cx="4039200" cy="959100"/>
          </a:xfrm>
          <a:prstGeom prst="rect">
            <a:avLst/>
          </a:pr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0" name="Google Shape;1250;p36"/>
          <p:cNvSpPr/>
          <p:nvPr/>
        </p:nvSpPr>
        <p:spPr>
          <a:xfrm>
            <a:off x="3290279" y="7708250"/>
            <a:ext cx="1140000" cy="959100"/>
          </a:xfrm>
          <a:prstGeom prst="rect">
            <a:avLst/>
          </a:prstGeom>
          <a:solidFill>
            <a:schemeClr val="accent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1" name="Google Shape;1251;p36"/>
          <p:cNvSpPr/>
          <p:nvPr/>
        </p:nvSpPr>
        <p:spPr>
          <a:xfrm rot="10800000">
            <a:off x="8399674" y="8075973"/>
            <a:ext cx="233400" cy="233400"/>
          </a:xfrm>
          <a:prstGeom prst="ellipse">
            <a:avLst/>
          </a:pr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2" name="Google Shape;1252;p36"/>
          <p:cNvSpPr/>
          <p:nvPr/>
        </p:nvSpPr>
        <p:spPr>
          <a:xfrm rot="10800000">
            <a:off x="2425186" y="2563420"/>
            <a:ext cx="233400" cy="233400"/>
          </a:xfrm>
          <a:prstGeom prst="ellipse">
            <a:avLst/>
          </a:pr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3" name="Google Shape;1253;p36"/>
          <p:cNvSpPr txBox="1"/>
          <p:nvPr/>
        </p:nvSpPr>
        <p:spPr>
          <a:xfrm>
            <a:off x="2524425" y="9677250"/>
            <a:ext cx="5238300" cy="332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sz="1700">
                <a:solidFill>
                  <a:schemeClr val="dk1"/>
                </a:solidFill>
                <a:latin typeface="Grandstander"/>
                <a:ea typeface="Grandstander"/>
                <a:cs typeface="Grandstander"/>
                <a:sym typeface="Grandstander"/>
              </a:rPr>
              <a:t>This template has been created by </a:t>
            </a:r>
            <a:r>
              <a:rPr b="1" lang="en" sz="1700">
                <a:solidFill>
                  <a:schemeClr val="dk1"/>
                </a:solidFill>
                <a:uFill>
                  <a:noFill/>
                </a:uFill>
                <a:latin typeface="Grandstander"/>
                <a:ea typeface="Grandstander"/>
                <a:cs typeface="Grandstander"/>
                <a:sym typeface="Grandstander"/>
                <a:hlinkClick r:id="rId3">
                  <a:extLst>
                    <a:ext uri="{A12FA001-AC4F-418D-AE19-62706E023703}">
                      <ahyp:hlinkClr val="tx"/>
                    </a:ext>
                  </a:extLst>
                </a:hlinkClick>
              </a:rPr>
              <a:t>Slidesgo</a:t>
            </a:r>
            <a:endParaRPr sz="1700">
              <a:solidFill>
                <a:schemeClr val="dk1"/>
              </a:solidFill>
              <a:latin typeface="Grandstander"/>
              <a:ea typeface="Grandstander"/>
              <a:cs typeface="Grandstander"/>
              <a:sym typeface="Grandstander"/>
            </a:endParaRPr>
          </a:p>
        </p:txBody>
      </p:sp>
      <p:sp>
        <p:nvSpPr>
          <p:cNvPr id="1254" name="Google Shape;1254;p36"/>
          <p:cNvSpPr txBox="1"/>
          <p:nvPr/>
        </p:nvSpPr>
        <p:spPr>
          <a:xfrm>
            <a:off x="10397625" y="82950"/>
            <a:ext cx="3484200" cy="3166200"/>
          </a:xfrm>
          <a:prstGeom prst="rect">
            <a:avLst/>
          </a:prstGeom>
          <a:solidFill>
            <a:srgbClr val="00C5FF">
              <a:alpha val="51270"/>
            </a:srgbClr>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Grandstander"/>
                <a:ea typeface="Grandstander"/>
                <a:cs typeface="Grandstander"/>
                <a:sym typeface="Grandstander"/>
              </a:rPr>
              <a:t>Instructions</a:t>
            </a:r>
            <a:endParaRPr>
              <a:latin typeface="Grandstander"/>
              <a:ea typeface="Grandstander"/>
              <a:cs typeface="Grandstander"/>
              <a:sym typeface="Grandstander"/>
            </a:endParaRPr>
          </a:p>
          <a:p>
            <a:pPr indent="0" lvl="0" marL="0" rtl="0" algn="l">
              <a:spcBef>
                <a:spcPts val="0"/>
              </a:spcBef>
              <a:spcAft>
                <a:spcPts val="0"/>
              </a:spcAft>
              <a:buNone/>
            </a:pPr>
            <a:r>
              <a:t/>
            </a:r>
            <a:endParaRPr>
              <a:latin typeface="Grandstander"/>
              <a:ea typeface="Grandstander"/>
              <a:cs typeface="Grandstander"/>
              <a:sym typeface="Grandstander"/>
            </a:endParaRPr>
          </a:p>
          <a:p>
            <a:pPr indent="-317500" lvl="0" marL="457200" rtl="0" algn="l">
              <a:spcBef>
                <a:spcPts val="0"/>
              </a:spcBef>
              <a:spcAft>
                <a:spcPts val="0"/>
              </a:spcAft>
              <a:buSzPts val="1400"/>
              <a:buFont typeface="Grandstander"/>
              <a:buChar char="●"/>
            </a:pPr>
            <a:r>
              <a:rPr lang="en">
                <a:latin typeface="Grandstander"/>
                <a:ea typeface="Grandstander"/>
                <a:cs typeface="Grandstander"/>
                <a:sym typeface="Grandstander"/>
              </a:rPr>
              <a:t>Replace “characteristic” with a characteristic relevant to the story</a:t>
            </a:r>
            <a:endParaRPr>
              <a:latin typeface="Grandstander"/>
              <a:ea typeface="Grandstander"/>
              <a:cs typeface="Grandstander"/>
              <a:sym typeface="Grandstander"/>
            </a:endParaRPr>
          </a:p>
          <a:p>
            <a:pPr indent="-317500" lvl="0" marL="457200" rtl="0" algn="l">
              <a:spcBef>
                <a:spcPts val="0"/>
              </a:spcBef>
              <a:spcAft>
                <a:spcPts val="0"/>
              </a:spcAft>
              <a:buSzPts val="1400"/>
              <a:buFont typeface="Grandstander"/>
              <a:buChar char="●"/>
            </a:pPr>
            <a:r>
              <a:rPr lang="en">
                <a:latin typeface="Grandstander"/>
                <a:ea typeface="Grandstander"/>
                <a:cs typeface="Grandstander"/>
                <a:sym typeface="Grandstander"/>
              </a:rPr>
              <a:t>Replace “characteristic” with the opposite characteristic </a:t>
            </a:r>
            <a:endParaRPr>
              <a:latin typeface="Grandstander"/>
              <a:ea typeface="Grandstander"/>
              <a:cs typeface="Grandstander"/>
              <a:sym typeface="Grandstander"/>
            </a:endParaRPr>
          </a:p>
        </p:txBody>
      </p:sp>
      <p:sp>
        <p:nvSpPr>
          <p:cNvPr id="1255" name="Google Shape;1255;p36"/>
          <p:cNvSpPr txBox="1"/>
          <p:nvPr>
            <p:ph idx="1" type="subTitle"/>
          </p:nvPr>
        </p:nvSpPr>
        <p:spPr>
          <a:xfrm>
            <a:off x="3429463" y="2796823"/>
            <a:ext cx="3760800" cy="665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Characteristic</a:t>
            </a:r>
            <a:endParaRPr/>
          </a:p>
        </p:txBody>
      </p:sp>
      <p:sp>
        <p:nvSpPr>
          <p:cNvPr id="1256" name="Google Shape;1256;p36"/>
          <p:cNvSpPr txBox="1"/>
          <p:nvPr>
            <p:ph idx="2" type="subTitle"/>
          </p:nvPr>
        </p:nvSpPr>
        <p:spPr>
          <a:xfrm>
            <a:off x="3429463" y="6609272"/>
            <a:ext cx="3760800" cy="665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Opposing Characteristic</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0" name="Shape 1260"/>
        <p:cNvGrpSpPr/>
        <p:nvPr/>
      </p:nvGrpSpPr>
      <p:grpSpPr>
        <a:xfrm>
          <a:off x="0" y="0"/>
          <a:ext cx="0" cy="0"/>
          <a:chOff x="0" y="0"/>
          <a:chExt cx="0" cy="0"/>
        </a:xfrm>
      </p:grpSpPr>
      <p:sp>
        <p:nvSpPr>
          <p:cNvPr id="1261" name="Google Shape;1261;p37"/>
          <p:cNvSpPr txBox="1"/>
          <p:nvPr>
            <p:ph type="title"/>
          </p:nvPr>
        </p:nvSpPr>
        <p:spPr>
          <a:xfrm>
            <a:off x="914400" y="888750"/>
            <a:ext cx="8458200" cy="956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ABOUT  ME   (Before)</a:t>
            </a:r>
            <a:endParaRPr sz="6400"/>
          </a:p>
        </p:txBody>
      </p:sp>
      <p:sp>
        <p:nvSpPr>
          <p:cNvPr id="1262" name="Google Shape;1262;p37"/>
          <p:cNvSpPr txBox="1"/>
          <p:nvPr>
            <p:ph idx="2" type="subTitle"/>
          </p:nvPr>
        </p:nvSpPr>
        <p:spPr>
          <a:xfrm>
            <a:off x="914450" y="2271975"/>
            <a:ext cx="3647700" cy="1567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MY TRAITS</a:t>
            </a:r>
            <a:endParaRPr/>
          </a:p>
        </p:txBody>
      </p:sp>
      <p:grpSp>
        <p:nvGrpSpPr>
          <p:cNvPr id="1263" name="Google Shape;1263;p37"/>
          <p:cNvGrpSpPr/>
          <p:nvPr/>
        </p:nvGrpSpPr>
        <p:grpSpPr>
          <a:xfrm flipH="1">
            <a:off x="5742627" y="7316925"/>
            <a:ext cx="6460459" cy="2037251"/>
            <a:chOff x="-997150" y="7164525"/>
            <a:chExt cx="6460459" cy="2037251"/>
          </a:xfrm>
        </p:grpSpPr>
        <p:sp>
          <p:nvSpPr>
            <p:cNvPr id="1264" name="Google Shape;1264;p37"/>
            <p:cNvSpPr/>
            <p:nvPr/>
          </p:nvSpPr>
          <p:spPr>
            <a:xfrm>
              <a:off x="-64463" y="7164525"/>
              <a:ext cx="4712613" cy="677364"/>
            </a:xfrm>
            <a:custGeom>
              <a:rect b="b" l="l" r="r" t="t"/>
              <a:pathLst>
                <a:path extrusionOk="0" h="2127" w="22409">
                  <a:moveTo>
                    <a:pt x="0" y="1"/>
                  </a:moveTo>
                  <a:lnTo>
                    <a:pt x="0" y="2126"/>
                  </a:lnTo>
                  <a:lnTo>
                    <a:pt x="22409" y="2126"/>
                  </a:lnTo>
                  <a:lnTo>
                    <a:pt x="22409" y="1"/>
                  </a:lnTo>
                  <a:close/>
                </a:path>
              </a:pathLst>
            </a:custGeom>
            <a:solidFill>
              <a:schemeClr val="dk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5" name="Google Shape;1265;p37"/>
            <p:cNvSpPr/>
            <p:nvPr/>
          </p:nvSpPr>
          <p:spPr>
            <a:xfrm>
              <a:off x="-532026" y="7844478"/>
              <a:ext cx="5530261" cy="677348"/>
            </a:xfrm>
            <a:custGeom>
              <a:rect b="b" l="l" r="r" t="t"/>
              <a:pathLst>
                <a:path extrusionOk="0" h="2127" w="22409">
                  <a:moveTo>
                    <a:pt x="0" y="1"/>
                  </a:moveTo>
                  <a:lnTo>
                    <a:pt x="0" y="2126"/>
                  </a:lnTo>
                  <a:lnTo>
                    <a:pt x="22409" y="2126"/>
                  </a:lnTo>
                  <a:lnTo>
                    <a:pt x="22409" y="1"/>
                  </a:lnTo>
                  <a:close/>
                </a:path>
              </a:pathLst>
            </a:custGeom>
            <a:solidFill>
              <a:schemeClr val="dk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6" name="Google Shape;1266;p37"/>
            <p:cNvSpPr/>
            <p:nvPr/>
          </p:nvSpPr>
          <p:spPr>
            <a:xfrm>
              <a:off x="-997150" y="8524427"/>
              <a:ext cx="6460459" cy="677348"/>
            </a:xfrm>
            <a:custGeom>
              <a:rect b="b" l="l" r="r" t="t"/>
              <a:pathLst>
                <a:path extrusionOk="0" h="2127" w="22409">
                  <a:moveTo>
                    <a:pt x="0" y="1"/>
                  </a:moveTo>
                  <a:lnTo>
                    <a:pt x="0" y="2126"/>
                  </a:lnTo>
                  <a:lnTo>
                    <a:pt x="22409" y="2126"/>
                  </a:lnTo>
                  <a:lnTo>
                    <a:pt x="22409" y="1"/>
                  </a:lnTo>
                  <a:close/>
                </a:path>
              </a:pathLst>
            </a:custGeom>
            <a:solidFill>
              <a:schemeClr val="dk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67" name="Google Shape;1267;p37"/>
          <p:cNvGrpSpPr/>
          <p:nvPr/>
        </p:nvGrpSpPr>
        <p:grpSpPr>
          <a:xfrm flipH="1">
            <a:off x="4950797" y="6764796"/>
            <a:ext cx="1877323" cy="2589383"/>
            <a:chOff x="8353765" y="6630796"/>
            <a:chExt cx="1877323" cy="2589383"/>
          </a:xfrm>
        </p:grpSpPr>
        <p:sp>
          <p:nvSpPr>
            <p:cNvPr id="1268" name="Google Shape;1268;p37"/>
            <p:cNvSpPr/>
            <p:nvPr/>
          </p:nvSpPr>
          <p:spPr>
            <a:xfrm>
              <a:off x="8355995" y="7119628"/>
              <a:ext cx="729916" cy="1561728"/>
            </a:xfrm>
            <a:custGeom>
              <a:rect b="b" l="l" r="r" t="t"/>
              <a:pathLst>
                <a:path extrusionOk="0" h="4904" w="2292">
                  <a:moveTo>
                    <a:pt x="248" y="0"/>
                  </a:moveTo>
                  <a:cubicBezTo>
                    <a:pt x="216" y="0"/>
                    <a:pt x="185" y="5"/>
                    <a:pt x="155" y="18"/>
                  </a:cubicBezTo>
                  <a:cubicBezTo>
                    <a:pt x="1" y="89"/>
                    <a:pt x="1" y="307"/>
                    <a:pt x="24" y="476"/>
                  </a:cubicBezTo>
                  <a:cubicBezTo>
                    <a:pt x="119" y="1091"/>
                    <a:pt x="217" y="1726"/>
                    <a:pt x="530" y="2266"/>
                  </a:cubicBezTo>
                  <a:cubicBezTo>
                    <a:pt x="656" y="2487"/>
                    <a:pt x="817" y="2688"/>
                    <a:pt x="979" y="2885"/>
                  </a:cubicBezTo>
                  <a:cubicBezTo>
                    <a:pt x="1235" y="3193"/>
                    <a:pt x="1602" y="3492"/>
                    <a:pt x="1811" y="3827"/>
                  </a:cubicBezTo>
                  <a:cubicBezTo>
                    <a:pt x="1984" y="4116"/>
                    <a:pt x="2075" y="4569"/>
                    <a:pt x="2091" y="4904"/>
                  </a:cubicBezTo>
                  <a:cubicBezTo>
                    <a:pt x="2075" y="4506"/>
                    <a:pt x="2201" y="4116"/>
                    <a:pt x="2244" y="3717"/>
                  </a:cubicBezTo>
                  <a:cubicBezTo>
                    <a:pt x="2292" y="3295"/>
                    <a:pt x="2190" y="2901"/>
                    <a:pt x="2142" y="2483"/>
                  </a:cubicBezTo>
                  <a:cubicBezTo>
                    <a:pt x="2102" y="2132"/>
                    <a:pt x="2051" y="1805"/>
                    <a:pt x="1902" y="1477"/>
                  </a:cubicBezTo>
                  <a:cubicBezTo>
                    <a:pt x="1767" y="1177"/>
                    <a:pt x="1582" y="902"/>
                    <a:pt x="1353" y="665"/>
                  </a:cubicBezTo>
                  <a:cubicBezTo>
                    <a:pt x="1097" y="401"/>
                    <a:pt x="790" y="188"/>
                    <a:pt x="446" y="46"/>
                  </a:cubicBezTo>
                  <a:cubicBezTo>
                    <a:pt x="383" y="22"/>
                    <a:pt x="314" y="0"/>
                    <a:pt x="248" y="0"/>
                  </a:cubicBez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9" name="Google Shape;1269;p37"/>
            <p:cNvSpPr/>
            <p:nvPr/>
          </p:nvSpPr>
          <p:spPr>
            <a:xfrm>
              <a:off x="8353765" y="7112940"/>
              <a:ext cx="727050" cy="1574785"/>
            </a:xfrm>
            <a:custGeom>
              <a:rect b="b" l="l" r="r" t="t"/>
              <a:pathLst>
                <a:path extrusionOk="0" h="4945" w="2283">
                  <a:moveTo>
                    <a:pt x="257" y="44"/>
                  </a:moveTo>
                  <a:cubicBezTo>
                    <a:pt x="319" y="44"/>
                    <a:pt x="386" y="63"/>
                    <a:pt x="446" y="91"/>
                  </a:cubicBezTo>
                  <a:cubicBezTo>
                    <a:pt x="785" y="224"/>
                    <a:pt x="1092" y="437"/>
                    <a:pt x="1345" y="701"/>
                  </a:cubicBezTo>
                  <a:cubicBezTo>
                    <a:pt x="1569" y="934"/>
                    <a:pt x="1758" y="1211"/>
                    <a:pt x="1889" y="1506"/>
                  </a:cubicBezTo>
                  <a:cubicBezTo>
                    <a:pt x="2039" y="1829"/>
                    <a:pt x="2086" y="2153"/>
                    <a:pt x="2126" y="2508"/>
                  </a:cubicBezTo>
                  <a:cubicBezTo>
                    <a:pt x="2164" y="2851"/>
                    <a:pt x="2240" y="3178"/>
                    <a:pt x="2240" y="3513"/>
                  </a:cubicBezTo>
                  <a:cubicBezTo>
                    <a:pt x="2240" y="3588"/>
                    <a:pt x="2235" y="3659"/>
                    <a:pt x="2228" y="3734"/>
                  </a:cubicBezTo>
                  <a:cubicBezTo>
                    <a:pt x="2197" y="4026"/>
                    <a:pt x="2120" y="4317"/>
                    <a:pt x="2088" y="4613"/>
                  </a:cubicBezTo>
                  <a:lnTo>
                    <a:pt x="2088" y="4613"/>
                  </a:lnTo>
                  <a:cubicBezTo>
                    <a:pt x="2075" y="4531"/>
                    <a:pt x="2059" y="4448"/>
                    <a:pt x="2039" y="4365"/>
                  </a:cubicBezTo>
                  <a:cubicBezTo>
                    <a:pt x="1991" y="4172"/>
                    <a:pt x="1924" y="3982"/>
                    <a:pt x="1833" y="3837"/>
                  </a:cubicBezTo>
                  <a:cubicBezTo>
                    <a:pt x="1731" y="3667"/>
                    <a:pt x="1585" y="3505"/>
                    <a:pt x="1436" y="3351"/>
                  </a:cubicBezTo>
                  <a:cubicBezTo>
                    <a:pt x="1285" y="3194"/>
                    <a:pt x="1132" y="3044"/>
                    <a:pt x="1005" y="2890"/>
                  </a:cubicBezTo>
                  <a:cubicBezTo>
                    <a:pt x="840" y="2693"/>
                    <a:pt x="682" y="2496"/>
                    <a:pt x="552" y="2275"/>
                  </a:cubicBezTo>
                  <a:cubicBezTo>
                    <a:pt x="244" y="1739"/>
                    <a:pt x="146" y="1112"/>
                    <a:pt x="55" y="493"/>
                  </a:cubicBezTo>
                  <a:cubicBezTo>
                    <a:pt x="47" y="446"/>
                    <a:pt x="44" y="394"/>
                    <a:pt x="44" y="343"/>
                  </a:cubicBezTo>
                  <a:cubicBezTo>
                    <a:pt x="44" y="280"/>
                    <a:pt x="51" y="221"/>
                    <a:pt x="71" y="170"/>
                  </a:cubicBezTo>
                  <a:cubicBezTo>
                    <a:pt x="91" y="122"/>
                    <a:pt x="122" y="83"/>
                    <a:pt x="169" y="59"/>
                  </a:cubicBezTo>
                  <a:cubicBezTo>
                    <a:pt x="197" y="47"/>
                    <a:pt x="229" y="44"/>
                    <a:pt x="257" y="44"/>
                  </a:cubicBezTo>
                  <a:close/>
                  <a:moveTo>
                    <a:pt x="257" y="0"/>
                  </a:moveTo>
                  <a:cubicBezTo>
                    <a:pt x="221" y="0"/>
                    <a:pt x="186" y="4"/>
                    <a:pt x="153" y="20"/>
                  </a:cubicBezTo>
                  <a:cubicBezTo>
                    <a:pt x="91" y="47"/>
                    <a:pt x="51" y="99"/>
                    <a:pt x="31" y="153"/>
                  </a:cubicBezTo>
                  <a:cubicBezTo>
                    <a:pt x="8" y="213"/>
                    <a:pt x="0" y="276"/>
                    <a:pt x="0" y="343"/>
                  </a:cubicBezTo>
                  <a:cubicBezTo>
                    <a:pt x="0" y="399"/>
                    <a:pt x="4" y="450"/>
                    <a:pt x="11" y="501"/>
                  </a:cubicBezTo>
                  <a:cubicBezTo>
                    <a:pt x="106" y="1116"/>
                    <a:pt x="201" y="1751"/>
                    <a:pt x="517" y="2295"/>
                  </a:cubicBezTo>
                  <a:cubicBezTo>
                    <a:pt x="646" y="2519"/>
                    <a:pt x="808" y="2721"/>
                    <a:pt x="970" y="2922"/>
                  </a:cubicBezTo>
                  <a:cubicBezTo>
                    <a:pt x="1100" y="3076"/>
                    <a:pt x="1254" y="3225"/>
                    <a:pt x="1404" y="3380"/>
                  </a:cubicBezTo>
                  <a:cubicBezTo>
                    <a:pt x="1554" y="3537"/>
                    <a:pt x="1696" y="3695"/>
                    <a:pt x="1798" y="3860"/>
                  </a:cubicBezTo>
                  <a:cubicBezTo>
                    <a:pt x="1880" y="4002"/>
                    <a:pt x="1948" y="4184"/>
                    <a:pt x="1995" y="4373"/>
                  </a:cubicBezTo>
                  <a:cubicBezTo>
                    <a:pt x="2042" y="4563"/>
                    <a:pt x="2070" y="4759"/>
                    <a:pt x="2074" y="4925"/>
                  </a:cubicBezTo>
                  <a:cubicBezTo>
                    <a:pt x="2074" y="4929"/>
                    <a:pt x="2078" y="4936"/>
                    <a:pt x="2082" y="4941"/>
                  </a:cubicBezTo>
                  <a:cubicBezTo>
                    <a:pt x="2086" y="4945"/>
                    <a:pt x="2093" y="4945"/>
                    <a:pt x="2098" y="4945"/>
                  </a:cubicBezTo>
                  <a:cubicBezTo>
                    <a:pt x="2106" y="4945"/>
                    <a:pt x="2109" y="4941"/>
                    <a:pt x="2113" y="4936"/>
                  </a:cubicBezTo>
                  <a:cubicBezTo>
                    <a:pt x="2117" y="4933"/>
                    <a:pt x="2117" y="4929"/>
                    <a:pt x="2117" y="4921"/>
                  </a:cubicBezTo>
                  <a:lnTo>
                    <a:pt x="2117" y="4854"/>
                  </a:lnTo>
                  <a:cubicBezTo>
                    <a:pt x="2117" y="4483"/>
                    <a:pt x="2232" y="4117"/>
                    <a:pt x="2271" y="3742"/>
                  </a:cubicBezTo>
                  <a:cubicBezTo>
                    <a:pt x="2279" y="3663"/>
                    <a:pt x="2283" y="3588"/>
                    <a:pt x="2283" y="3513"/>
                  </a:cubicBezTo>
                  <a:cubicBezTo>
                    <a:pt x="2283" y="3170"/>
                    <a:pt x="2208" y="2843"/>
                    <a:pt x="2169" y="2504"/>
                  </a:cubicBezTo>
                  <a:cubicBezTo>
                    <a:pt x="2129" y="2149"/>
                    <a:pt x="2082" y="1822"/>
                    <a:pt x="1933" y="1487"/>
                  </a:cubicBezTo>
                  <a:cubicBezTo>
                    <a:pt x="1794" y="1187"/>
                    <a:pt x="1605" y="911"/>
                    <a:pt x="1376" y="670"/>
                  </a:cubicBezTo>
                  <a:cubicBezTo>
                    <a:pt x="1120" y="406"/>
                    <a:pt x="808" y="189"/>
                    <a:pt x="461" y="47"/>
                  </a:cubicBezTo>
                  <a:cubicBezTo>
                    <a:pt x="399" y="24"/>
                    <a:pt x="328" y="0"/>
                    <a:pt x="257"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0" name="Google Shape;1270;p37"/>
            <p:cNvSpPr/>
            <p:nvPr/>
          </p:nvSpPr>
          <p:spPr>
            <a:xfrm>
              <a:off x="8770309" y="7617059"/>
              <a:ext cx="263050" cy="1492622"/>
            </a:xfrm>
            <a:custGeom>
              <a:rect b="b" l="l" r="r" t="t"/>
              <a:pathLst>
                <a:path extrusionOk="0" h="4687" w="826">
                  <a:moveTo>
                    <a:pt x="26" y="1"/>
                  </a:moveTo>
                  <a:cubicBezTo>
                    <a:pt x="23" y="1"/>
                    <a:pt x="20" y="1"/>
                    <a:pt x="17" y="2"/>
                  </a:cubicBezTo>
                  <a:cubicBezTo>
                    <a:pt x="5" y="6"/>
                    <a:pt x="1" y="17"/>
                    <a:pt x="5" y="30"/>
                  </a:cubicBezTo>
                  <a:cubicBezTo>
                    <a:pt x="147" y="321"/>
                    <a:pt x="325" y="581"/>
                    <a:pt x="435" y="881"/>
                  </a:cubicBezTo>
                  <a:cubicBezTo>
                    <a:pt x="663" y="1481"/>
                    <a:pt x="727" y="2112"/>
                    <a:pt x="747" y="2751"/>
                  </a:cubicBezTo>
                  <a:cubicBezTo>
                    <a:pt x="770" y="3389"/>
                    <a:pt x="743" y="4036"/>
                    <a:pt x="782" y="4667"/>
                  </a:cubicBezTo>
                  <a:cubicBezTo>
                    <a:pt x="782" y="4678"/>
                    <a:pt x="794" y="4687"/>
                    <a:pt x="805" y="4687"/>
                  </a:cubicBezTo>
                  <a:cubicBezTo>
                    <a:pt x="818" y="4687"/>
                    <a:pt x="825" y="4674"/>
                    <a:pt x="825" y="4663"/>
                  </a:cubicBezTo>
                  <a:cubicBezTo>
                    <a:pt x="785" y="4036"/>
                    <a:pt x="814" y="3389"/>
                    <a:pt x="790" y="2751"/>
                  </a:cubicBezTo>
                  <a:cubicBezTo>
                    <a:pt x="770" y="2108"/>
                    <a:pt x="707" y="1473"/>
                    <a:pt x="478" y="865"/>
                  </a:cubicBezTo>
                  <a:cubicBezTo>
                    <a:pt x="364" y="562"/>
                    <a:pt x="183" y="298"/>
                    <a:pt x="44" y="10"/>
                  </a:cubicBezTo>
                  <a:cubicBezTo>
                    <a:pt x="42" y="4"/>
                    <a:pt x="34" y="1"/>
                    <a:pt x="26"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1" name="Google Shape;1271;p37"/>
            <p:cNvSpPr/>
            <p:nvPr/>
          </p:nvSpPr>
          <p:spPr>
            <a:xfrm>
              <a:off x="9120932" y="6637165"/>
              <a:ext cx="594251" cy="2036870"/>
            </a:xfrm>
            <a:custGeom>
              <a:rect b="b" l="l" r="r" t="t"/>
              <a:pathLst>
                <a:path extrusionOk="0" h="6396" w="1866">
                  <a:moveTo>
                    <a:pt x="1253" y="1"/>
                  </a:moveTo>
                  <a:cubicBezTo>
                    <a:pt x="1250" y="1"/>
                    <a:pt x="1248" y="2"/>
                    <a:pt x="1246" y="4"/>
                  </a:cubicBezTo>
                  <a:cubicBezTo>
                    <a:pt x="565" y="591"/>
                    <a:pt x="126" y="1451"/>
                    <a:pt x="52" y="2346"/>
                  </a:cubicBezTo>
                  <a:cubicBezTo>
                    <a:pt x="0" y="3000"/>
                    <a:pt x="99" y="3678"/>
                    <a:pt x="134" y="4333"/>
                  </a:cubicBezTo>
                  <a:cubicBezTo>
                    <a:pt x="174" y="5016"/>
                    <a:pt x="162" y="5705"/>
                    <a:pt x="210" y="6395"/>
                  </a:cubicBezTo>
                  <a:cubicBezTo>
                    <a:pt x="410" y="5776"/>
                    <a:pt x="494" y="5153"/>
                    <a:pt x="773" y="4566"/>
                  </a:cubicBezTo>
                  <a:cubicBezTo>
                    <a:pt x="1132" y="3824"/>
                    <a:pt x="1641" y="2988"/>
                    <a:pt x="1795" y="2172"/>
                  </a:cubicBezTo>
                  <a:cubicBezTo>
                    <a:pt x="1802" y="2133"/>
                    <a:pt x="1810" y="2089"/>
                    <a:pt x="1814" y="2050"/>
                  </a:cubicBezTo>
                  <a:cubicBezTo>
                    <a:pt x="1866" y="1687"/>
                    <a:pt x="1842" y="1312"/>
                    <a:pt x="1747" y="961"/>
                  </a:cubicBezTo>
                  <a:cubicBezTo>
                    <a:pt x="1725" y="878"/>
                    <a:pt x="1338" y="1"/>
                    <a:pt x="1253" y="1"/>
                  </a:cubicBez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2" name="Google Shape;1272;p37"/>
            <p:cNvSpPr/>
            <p:nvPr/>
          </p:nvSpPr>
          <p:spPr>
            <a:xfrm>
              <a:off x="9125709" y="6630796"/>
              <a:ext cx="587882" cy="2049609"/>
            </a:xfrm>
            <a:custGeom>
              <a:rect b="b" l="l" r="r" t="t"/>
              <a:pathLst>
                <a:path extrusionOk="0" h="6436" w="1846">
                  <a:moveTo>
                    <a:pt x="1237" y="44"/>
                  </a:moveTo>
                  <a:lnTo>
                    <a:pt x="1237" y="44"/>
                  </a:lnTo>
                  <a:cubicBezTo>
                    <a:pt x="1239" y="45"/>
                    <a:pt x="1244" y="48"/>
                    <a:pt x="1247" y="51"/>
                  </a:cubicBezTo>
                  <a:cubicBezTo>
                    <a:pt x="1263" y="67"/>
                    <a:pt x="1278" y="91"/>
                    <a:pt x="1298" y="122"/>
                  </a:cubicBezTo>
                  <a:cubicBezTo>
                    <a:pt x="1334" y="177"/>
                    <a:pt x="1378" y="252"/>
                    <a:pt x="1420" y="339"/>
                  </a:cubicBezTo>
                  <a:cubicBezTo>
                    <a:pt x="1487" y="469"/>
                    <a:pt x="1555" y="619"/>
                    <a:pt x="1609" y="745"/>
                  </a:cubicBezTo>
                  <a:cubicBezTo>
                    <a:pt x="1638" y="804"/>
                    <a:pt x="1661" y="859"/>
                    <a:pt x="1680" y="903"/>
                  </a:cubicBezTo>
                  <a:cubicBezTo>
                    <a:pt x="1689" y="926"/>
                    <a:pt x="1696" y="943"/>
                    <a:pt x="1700" y="958"/>
                  </a:cubicBezTo>
                  <a:cubicBezTo>
                    <a:pt x="1704" y="970"/>
                    <a:pt x="1709" y="981"/>
                    <a:pt x="1713" y="985"/>
                  </a:cubicBezTo>
                  <a:cubicBezTo>
                    <a:pt x="1771" y="1214"/>
                    <a:pt x="1803" y="1455"/>
                    <a:pt x="1803" y="1691"/>
                  </a:cubicBezTo>
                  <a:cubicBezTo>
                    <a:pt x="1803" y="1818"/>
                    <a:pt x="1795" y="1944"/>
                    <a:pt x="1780" y="2066"/>
                  </a:cubicBezTo>
                  <a:cubicBezTo>
                    <a:pt x="1771" y="2109"/>
                    <a:pt x="1767" y="2149"/>
                    <a:pt x="1760" y="2188"/>
                  </a:cubicBezTo>
                  <a:cubicBezTo>
                    <a:pt x="1680" y="2594"/>
                    <a:pt x="1520" y="3005"/>
                    <a:pt x="1326" y="3407"/>
                  </a:cubicBezTo>
                  <a:cubicBezTo>
                    <a:pt x="1136" y="3813"/>
                    <a:pt x="920" y="4207"/>
                    <a:pt x="743" y="4578"/>
                  </a:cubicBezTo>
                  <a:cubicBezTo>
                    <a:pt x="473" y="5132"/>
                    <a:pt x="383" y="5716"/>
                    <a:pt x="210" y="6294"/>
                  </a:cubicBezTo>
                  <a:lnTo>
                    <a:pt x="210" y="6294"/>
                  </a:lnTo>
                  <a:cubicBezTo>
                    <a:pt x="168" y="5646"/>
                    <a:pt x="180" y="4996"/>
                    <a:pt x="143" y="4349"/>
                  </a:cubicBezTo>
                  <a:cubicBezTo>
                    <a:pt x="111" y="3833"/>
                    <a:pt x="44" y="3300"/>
                    <a:pt x="44" y="2776"/>
                  </a:cubicBezTo>
                  <a:cubicBezTo>
                    <a:pt x="44" y="2637"/>
                    <a:pt x="48" y="2504"/>
                    <a:pt x="60" y="2366"/>
                  </a:cubicBezTo>
                  <a:cubicBezTo>
                    <a:pt x="135" y="1481"/>
                    <a:pt x="566" y="628"/>
                    <a:pt x="1237" y="44"/>
                  </a:cubicBezTo>
                  <a:close/>
                  <a:moveTo>
                    <a:pt x="1239" y="0"/>
                  </a:moveTo>
                  <a:cubicBezTo>
                    <a:pt x="1231" y="0"/>
                    <a:pt x="1223" y="0"/>
                    <a:pt x="1216" y="8"/>
                  </a:cubicBezTo>
                  <a:cubicBezTo>
                    <a:pt x="530" y="595"/>
                    <a:pt x="91" y="1463"/>
                    <a:pt x="17" y="2362"/>
                  </a:cubicBezTo>
                  <a:cubicBezTo>
                    <a:pt x="5" y="2499"/>
                    <a:pt x="1" y="2637"/>
                    <a:pt x="1" y="2776"/>
                  </a:cubicBezTo>
                  <a:cubicBezTo>
                    <a:pt x="1" y="3304"/>
                    <a:pt x="68" y="3837"/>
                    <a:pt x="100" y="4353"/>
                  </a:cubicBezTo>
                  <a:cubicBezTo>
                    <a:pt x="135" y="5039"/>
                    <a:pt x="124" y="5729"/>
                    <a:pt x="175" y="6415"/>
                  </a:cubicBezTo>
                  <a:cubicBezTo>
                    <a:pt x="175" y="6427"/>
                    <a:pt x="182" y="6435"/>
                    <a:pt x="195" y="6435"/>
                  </a:cubicBezTo>
                  <a:cubicBezTo>
                    <a:pt x="202" y="6435"/>
                    <a:pt x="214" y="6431"/>
                    <a:pt x="218" y="6419"/>
                  </a:cubicBezTo>
                  <a:cubicBezTo>
                    <a:pt x="415" y="5800"/>
                    <a:pt x="497" y="5181"/>
                    <a:pt x="778" y="4597"/>
                  </a:cubicBezTo>
                  <a:cubicBezTo>
                    <a:pt x="959" y="4226"/>
                    <a:pt x="1176" y="3833"/>
                    <a:pt x="1365" y="3427"/>
                  </a:cubicBezTo>
                  <a:cubicBezTo>
                    <a:pt x="1558" y="3020"/>
                    <a:pt x="1724" y="2606"/>
                    <a:pt x="1799" y="2196"/>
                  </a:cubicBezTo>
                  <a:cubicBezTo>
                    <a:pt x="1807" y="2157"/>
                    <a:pt x="1815" y="2113"/>
                    <a:pt x="1822" y="2073"/>
                  </a:cubicBezTo>
                  <a:cubicBezTo>
                    <a:pt x="1838" y="1948"/>
                    <a:pt x="1846" y="1818"/>
                    <a:pt x="1846" y="1691"/>
                  </a:cubicBezTo>
                  <a:cubicBezTo>
                    <a:pt x="1846" y="1451"/>
                    <a:pt x="1815" y="1207"/>
                    <a:pt x="1751" y="974"/>
                  </a:cubicBezTo>
                  <a:cubicBezTo>
                    <a:pt x="1751" y="970"/>
                    <a:pt x="1748" y="962"/>
                    <a:pt x="1744" y="950"/>
                  </a:cubicBezTo>
                  <a:cubicBezTo>
                    <a:pt x="1728" y="907"/>
                    <a:pt x="1696" y="828"/>
                    <a:pt x="1653" y="733"/>
                  </a:cubicBezTo>
                  <a:cubicBezTo>
                    <a:pt x="1590" y="588"/>
                    <a:pt x="1507" y="410"/>
                    <a:pt x="1429" y="264"/>
                  </a:cubicBezTo>
                  <a:cubicBezTo>
                    <a:pt x="1393" y="189"/>
                    <a:pt x="1358" y="126"/>
                    <a:pt x="1326" y="82"/>
                  </a:cubicBezTo>
                  <a:cubicBezTo>
                    <a:pt x="1310" y="59"/>
                    <a:pt x="1294" y="39"/>
                    <a:pt x="1283" y="24"/>
                  </a:cubicBezTo>
                  <a:cubicBezTo>
                    <a:pt x="1274" y="20"/>
                    <a:pt x="1271" y="11"/>
                    <a:pt x="1263" y="8"/>
                  </a:cubicBezTo>
                  <a:cubicBezTo>
                    <a:pt x="1255" y="4"/>
                    <a:pt x="1247" y="0"/>
                    <a:pt x="123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3" name="Google Shape;1273;p37"/>
            <p:cNvSpPr/>
            <p:nvPr/>
          </p:nvSpPr>
          <p:spPr>
            <a:xfrm>
              <a:off x="9178573" y="7357197"/>
              <a:ext cx="287890" cy="1584020"/>
            </a:xfrm>
            <a:custGeom>
              <a:rect b="b" l="l" r="r" t="t"/>
              <a:pathLst>
                <a:path extrusionOk="0" h="4974" w="904">
                  <a:moveTo>
                    <a:pt x="877" y="0"/>
                  </a:moveTo>
                  <a:cubicBezTo>
                    <a:pt x="869" y="0"/>
                    <a:pt x="860" y="5"/>
                    <a:pt x="857" y="14"/>
                  </a:cubicBezTo>
                  <a:cubicBezTo>
                    <a:pt x="293" y="1397"/>
                    <a:pt x="0" y="2888"/>
                    <a:pt x="0" y="4382"/>
                  </a:cubicBezTo>
                  <a:cubicBezTo>
                    <a:pt x="0" y="4572"/>
                    <a:pt x="9" y="4761"/>
                    <a:pt x="16" y="4950"/>
                  </a:cubicBezTo>
                  <a:cubicBezTo>
                    <a:pt x="16" y="4966"/>
                    <a:pt x="29" y="4974"/>
                    <a:pt x="40" y="4974"/>
                  </a:cubicBezTo>
                  <a:cubicBezTo>
                    <a:pt x="52" y="4974"/>
                    <a:pt x="60" y="4962"/>
                    <a:pt x="60" y="4950"/>
                  </a:cubicBezTo>
                  <a:cubicBezTo>
                    <a:pt x="52" y="4761"/>
                    <a:pt x="44" y="4572"/>
                    <a:pt x="44" y="4382"/>
                  </a:cubicBezTo>
                  <a:cubicBezTo>
                    <a:pt x="44" y="2896"/>
                    <a:pt x="336" y="1410"/>
                    <a:pt x="895" y="29"/>
                  </a:cubicBezTo>
                  <a:cubicBezTo>
                    <a:pt x="904" y="21"/>
                    <a:pt x="895" y="5"/>
                    <a:pt x="884" y="2"/>
                  </a:cubicBezTo>
                  <a:cubicBezTo>
                    <a:pt x="882" y="1"/>
                    <a:pt x="880" y="0"/>
                    <a:pt x="877"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4" name="Google Shape;1274;p37"/>
            <p:cNvSpPr/>
            <p:nvPr/>
          </p:nvSpPr>
          <p:spPr>
            <a:xfrm>
              <a:off x="9458817" y="7533941"/>
              <a:ext cx="765902" cy="771947"/>
            </a:xfrm>
            <a:custGeom>
              <a:rect b="b" l="l" r="r" t="t"/>
              <a:pathLst>
                <a:path extrusionOk="0" h="2424" w="2405">
                  <a:moveTo>
                    <a:pt x="2277" y="1"/>
                  </a:moveTo>
                  <a:cubicBezTo>
                    <a:pt x="2261" y="1"/>
                    <a:pt x="2245" y="4"/>
                    <a:pt x="2228" y="11"/>
                  </a:cubicBezTo>
                  <a:cubicBezTo>
                    <a:pt x="1731" y="227"/>
                    <a:pt x="1155" y="278"/>
                    <a:pt x="721" y="610"/>
                  </a:cubicBezTo>
                  <a:cubicBezTo>
                    <a:pt x="568" y="733"/>
                    <a:pt x="323" y="906"/>
                    <a:pt x="248" y="1088"/>
                  </a:cubicBezTo>
                  <a:cubicBezTo>
                    <a:pt x="197" y="1210"/>
                    <a:pt x="154" y="1336"/>
                    <a:pt x="119" y="1466"/>
                  </a:cubicBezTo>
                  <a:cubicBezTo>
                    <a:pt x="39" y="1745"/>
                    <a:pt x="0" y="2038"/>
                    <a:pt x="0" y="2329"/>
                  </a:cubicBezTo>
                  <a:cubicBezTo>
                    <a:pt x="0" y="2360"/>
                    <a:pt x="4" y="2400"/>
                    <a:pt x="32" y="2424"/>
                  </a:cubicBezTo>
                  <a:cubicBezTo>
                    <a:pt x="154" y="2400"/>
                    <a:pt x="288" y="2389"/>
                    <a:pt x="414" y="2360"/>
                  </a:cubicBezTo>
                  <a:cubicBezTo>
                    <a:pt x="505" y="2341"/>
                    <a:pt x="592" y="2318"/>
                    <a:pt x="670" y="2282"/>
                  </a:cubicBezTo>
                  <a:cubicBezTo>
                    <a:pt x="860" y="2195"/>
                    <a:pt x="1045" y="2073"/>
                    <a:pt x="1231" y="1974"/>
                  </a:cubicBezTo>
                  <a:cubicBezTo>
                    <a:pt x="1684" y="1750"/>
                    <a:pt x="2177" y="1461"/>
                    <a:pt x="2326" y="977"/>
                  </a:cubicBezTo>
                  <a:cubicBezTo>
                    <a:pt x="2381" y="811"/>
                    <a:pt x="2385" y="633"/>
                    <a:pt x="2394" y="456"/>
                  </a:cubicBezTo>
                  <a:lnTo>
                    <a:pt x="2405" y="133"/>
                  </a:lnTo>
                  <a:cubicBezTo>
                    <a:pt x="2405" y="56"/>
                    <a:pt x="2346" y="1"/>
                    <a:pt x="2277" y="1"/>
                  </a:cubicBez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5" name="Google Shape;1275;p37"/>
            <p:cNvSpPr/>
            <p:nvPr/>
          </p:nvSpPr>
          <p:spPr>
            <a:xfrm>
              <a:off x="9452448" y="7527254"/>
              <a:ext cx="778641" cy="785004"/>
            </a:xfrm>
            <a:custGeom>
              <a:rect b="b" l="l" r="r" t="t"/>
              <a:pathLst>
                <a:path extrusionOk="0" h="2465" w="2445">
                  <a:moveTo>
                    <a:pt x="2299" y="44"/>
                  </a:moveTo>
                  <a:cubicBezTo>
                    <a:pt x="2327" y="44"/>
                    <a:pt x="2350" y="55"/>
                    <a:pt x="2370" y="75"/>
                  </a:cubicBezTo>
                  <a:cubicBezTo>
                    <a:pt x="2390" y="91"/>
                    <a:pt x="2401" y="119"/>
                    <a:pt x="2401" y="146"/>
                  </a:cubicBezTo>
                  <a:lnTo>
                    <a:pt x="2401" y="150"/>
                  </a:lnTo>
                  <a:lnTo>
                    <a:pt x="2390" y="477"/>
                  </a:lnTo>
                  <a:cubicBezTo>
                    <a:pt x="2386" y="651"/>
                    <a:pt x="2378" y="828"/>
                    <a:pt x="2327" y="994"/>
                  </a:cubicBezTo>
                  <a:cubicBezTo>
                    <a:pt x="2252" y="1231"/>
                    <a:pt x="2094" y="1420"/>
                    <a:pt x="1897" y="1577"/>
                  </a:cubicBezTo>
                  <a:cubicBezTo>
                    <a:pt x="1704" y="1735"/>
                    <a:pt x="1467" y="1866"/>
                    <a:pt x="1238" y="1975"/>
                  </a:cubicBezTo>
                  <a:cubicBezTo>
                    <a:pt x="1053" y="2074"/>
                    <a:pt x="867" y="2197"/>
                    <a:pt x="683" y="2283"/>
                  </a:cubicBezTo>
                  <a:cubicBezTo>
                    <a:pt x="603" y="2319"/>
                    <a:pt x="521" y="2343"/>
                    <a:pt x="430" y="2362"/>
                  </a:cubicBezTo>
                  <a:cubicBezTo>
                    <a:pt x="307" y="2386"/>
                    <a:pt x="180" y="2401"/>
                    <a:pt x="57" y="2420"/>
                  </a:cubicBezTo>
                  <a:lnTo>
                    <a:pt x="57" y="2420"/>
                  </a:lnTo>
                  <a:cubicBezTo>
                    <a:pt x="53" y="2414"/>
                    <a:pt x="50" y="2406"/>
                    <a:pt x="48" y="2398"/>
                  </a:cubicBezTo>
                  <a:cubicBezTo>
                    <a:pt x="44" y="2381"/>
                    <a:pt x="44" y="2366"/>
                    <a:pt x="44" y="2350"/>
                  </a:cubicBezTo>
                  <a:lnTo>
                    <a:pt x="44" y="2330"/>
                  </a:lnTo>
                  <a:cubicBezTo>
                    <a:pt x="44" y="2046"/>
                    <a:pt x="83" y="1763"/>
                    <a:pt x="158" y="1491"/>
                  </a:cubicBezTo>
                  <a:cubicBezTo>
                    <a:pt x="194" y="1364"/>
                    <a:pt x="237" y="1238"/>
                    <a:pt x="288" y="1116"/>
                  </a:cubicBezTo>
                  <a:cubicBezTo>
                    <a:pt x="323" y="1033"/>
                    <a:pt x="403" y="943"/>
                    <a:pt x="489" y="863"/>
                  </a:cubicBezTo>
                  <a:cubicBezTo>
                    <a:pt x="580" y="781"/>
                    <a:pt x="678" y="710"/>
                    <a:pt x="758" y="647"/>
                  </a:cubicBezTo>
                  <a:cubicBezTo>
                    <a:pt x="970" y="485"/>
                    <a:pt x="1218" y="390"/>
                    <a:pt x="1479" y="312"/>
                  </a:cubicBezTo>
                  <a:cubicBezTo>
                    <a:pt x="1739" y="228"/>
                    <a:pt x="2008" y="162"/>
                    <a:pt x="2259" y="52"/>
                  </a:cubicBezTo>
                  <a:cubicBezTo>
                    <a:pt x="2272" y="48"/>
                    <a:pt x="2287" y="44"/>
                    <a:pt x="2299" y="44"/>
                  </a:cubicBezTo>
                  <a:close/>
                  <a:moveTo>
                    <a:pt x="2299" y="0"/>
                  </a:moveTo>
                  <a:cubicBezTo>
                    <a:pt x="2279" y="0"/>
                    <a:pt x="2259" y="4"/>
                    <a:pt x="2240" y="12"/>
                  </a:cubicBezTo>
                  <a:cubicBezTo>
                    <a:pt x="1995" y="122"/>
                    <a:pt x="1728" y="190"/>
                    <a:pt x="1464" y="268"/>
                  </a:cubicBezTo>
                  <a:cubicBezTo>
                    <a:pt x="1203" y="351"/>
                    <a:pt x="951" y="446"/>
                    <a:pt x="730" y="616"/>
                  </a:cubicBezTo>
                  <a:cubicBezTo>
                    <a:pt x="651" y="674"/>
                    <a:pt x="552" y="749"/>
                    <a:pt x="461" y="832"/>
                  </a:cubicBezTo>
                  <a:cubicBezTo>
                    <a:pt x="370" y="915"/>
                    <a:pt x="288" y="1005"/>
                    <a:pt x="248" y="1100"/>
                  </a:cubicBezTo>
                  <a:cubicBezTo>
                    <a:pt x="197" y="1222"/>
                    <a:pt x="154" y="1349"/>
                    <a:pt x="115" y="1479"/>
                  </a:cubicBezTo>
                  <a:cubicBezTo>
                    <a:pt x="39" y="1755"/>
                    <a:pt x="0" y="2043"/>
                    <a:pt x="0" y="2330"/>
                  </a:cubicBezTo>
                  <a:lnTo>
                    <a:pt x="0" y="2350"/>
                  </a:lnTo>
                  <a:cubicBezTo>
                    <a:pt x="0" y="2366"/>
                    <a:pt x="0" y="2386"/>
                    <a:pt x="4" y="2405"/>
                  </a:cubicBezTo>
                  <a:cubicBezTo>
                    <a:pt x="8" y="2425"/>
                    <a:pt x="20" y="2445"/>
                    <a:pt x="35" y="2461"/>
                  </a:cubicBezTo>
                  <a:cubicBezTo>
                    <a:pt x="39" y="2465"/>
                    <a:pt x="48" y="2465"/>
                    <a:pt x="55" y="2465"/>
                  </a:cubicBezTo>
                  <a:cubicBezTo>
                    <a:pt x="177" y="2445"/>
                    <a:pt x="312" y="2429"/>
                    <a:pt x="438" y="2401"/>
                  </a:cubicBezTo>
                  <a:cubicBezTo>
                    <a:pt x="529" y="2386"/>
                    <a:pt x="619" y="2358"/>
                    <a:pt x="702" y="2323"/>
                  </a:cubicBezTo>
                  <a:cubicBezTo>
                    <a:pt x="891" y="2232"/>
                    <a:pt x="1076" y="2114"/>
                    <a:pt x="1258" y="2015"/>
                  </a:cubicBezTo>
                  <a:cubicBezTo>
                    <a:pt x="1487" y="1901"/>
                    <a:pt x="1724" y="1775"/>
                    <a:pt x="1924" y="1613"/>
                  </a:cubicBezTo>
                  <a:cubicBezTo>
                    <a:pt x="2126" y="1451"/>
                    <a:pt x="2292" y="1254"/>
                    <a:pt x="2370" y="1005"/>
                  </a:cubicBezTo>
                  <a:cubicBezTo>
                    <a:pt x="2421" y="836"/>
                    <a:pt x="2429" y="654"/>
                    <a:pt x="2434" y="477"/>
                  </a:cubicBezTo>
                  <a:lnTo>
                    <a:pt x="2445" y="154"/>
                  </a:lnTo>
                  <a:lnTo>
                    <a:pt x="2445" y="146"/>
                  </a:lnTo>
                  <a:cubicBezTo>
                    <a:pt x="2445" y="106"/>
                    <a:pt x="2429" y="68"/>
                    <a:pt x="2401" y="44"/>
                  </a:cubicBezTo>
                  <a:cubicBezTo>
                    <a:pt x="2374" y="16"/>
                    <a:pt x="2339" y="0"/>
                    <a:pt x="229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6" name="Google Shape;1276;p37"/>
            <p:cNvSpPr/>
            <p:nvPr/>
          </p:nvSpPr>
          <p:spPr>
            <a:xfrm>
              <a:off x="9256596" y="7959401"/>
              <a:ext cx="437249" cy="944234"/>
            </a:xfrm>
            <a:custGeom>
              <a:rect b="b" l="l" r="r" t="t"/>
              <a:pathLst>
                <a:path extrusionOk="0" h="2965" w="1373">
                  <a:moveTo>
                    <a:pt x="1348" y="1"/>
                  </a:moveTo>
                  <a:cubicBezTo>
                    <a:pt x="1341" y="1"/>
                    <a:pt x="1333" y="3"/>
                    <a:pt x="1329" y="7"/>
                  </a:cubicBezTo>
                  <a:cubicBezTo>
                    <a:pt x="1065" y="354"/>
                    <a:pt x="820" y="717"/>
                    <a:pt x="599" y="1092"/>
                  </a:cubicBezTo>
                  <a:cubicBezTo>
                    <a:pt x="485" y="1281"/>
                    <a:pt x="379" y="1474"/>
                    <a:pt x="292" y="1676"/>
                  </a:cubicBezTo>
                  <a:cubicBezTo>
                    <a:pt x="115" y="2074"/>
                    <a:pt x="15" y="2507"/>
                    <a:pt x="0" y="2946"/>
                  </a:cubicBezTo>
                  <a:cubicBezTo>
                    <a:pt x="0" y="2957"/>
                    <a:pt x="8" y="2964"/>
                    <a:pt x="24" y="2964"/>
                  </a:cubicBezTo>
                  <a:cubicBezTo>
                    <a:pt x="35" y="2964"/>
                    <a:pt x="44" y="2957"/>
                    <a:pt x="44" y="2946"/>
                  </a:cubicBezTo>
                  <a:cubicBezTo>
                    <a:pt x="59" y="2515"/>
                    <a:pt x="157" y="2085"/>
                    <a:pt x="332" y="1692"/>
                  </a:cubicBezTo>
                  <a:cubicBezTo>
                    <a:pt x="418" y="1494"/>
                    <a:pt x="525" y="1301"/>
                    <a:pt x="635" y="1111"/>
                  </a:cubicBezTo>
                  <a:cubicBezTo>
                    <a:pt x="860" y="741"/>
                    <a:pt x="1100" y="378"/>
                    <a:pt x="1364" y="35"/>
                  </a:cubicBezTo>
                  <a:cubicBezTo>
                    <a:pt x="1373" y="27"/>
                    <a:pt x="1373" y="12"/>
                    <a:pt x="1360" y="3"/>
                  </a:cubicBezTo>
                  <a:cubicBezTo>
                    <a:pt x="1357" y="2"/>
                    <a:pt x="1353" y="1"/>
                    <a:pt x="1348"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7" name="Google Shape;1277;p37"/>
            <p:cNvSpPr/>
            <p:nvPr/>
          </p:nvSpPr>
          <p:spPr>
            <a:xfrm>
              <a:off x="8842281" y="8695038"/>
              <a:ext cx="748387" cy="519090"/>
            </a:xfrm>
            <a:custGeom>
              <a:rect b="b" l="l" r="r" t="t"/>
              <a:pathLst>
                <a:path extrusionOk="0" h="1630" w="2350">
                  <a:moveTo>
                    <a:pt x="0" y="1"/>
                  </a:moveTo>
                  <a:lnTo>
                    <a:pt x="197" y="1629"/>
                  </a:lnTo>
                  <a:lnTo>
                    <a:pt x="2157" y="1629"/>
                  </a:lnTo>
                  <a:lnTo>
                    <a:pt x="2350" y="1"/>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8" name="Google Shape;1278;p37"/>
            <p:cNvSpPr/>
            <p:nvPr/>
          </p:nvSpPr>
          <p:spPr>
            <a:xfrm>
              <a:off x="8834638" y="8687395"/>
              <a:ext cx="763673" cy="532784"/>
            </a:xfrm>
            <a:custGeom>
              <a:rect b="b" l="l" r="r" t="t"/>
              <a:pathLst>
                <a:path extrusionOk="0" h="1673" w="2398">
                  <a:moveTo>
                    <a:pt x="2350" y="44"/>
                  </a:moveTo>
                  <a:lnTo>
                    <a:pt x="2161" y="1630"/>
                  </a:lnTo>
                  <a:lnTo>
                    <a:pt x="239" y="1630"/>
                  </a:lnTo>
                  <a:lnTo>
                    <a:pt x="48" y="44"/>
                  </a:lnTo>
                  <a:close/>
                  <a:moveTo>
                    <a:pt x="24" y="1"/>
                  </a:moveTo>
                  <a:cubicBezTo>
                    <a:pt x="16" y="1"/>
                    <a:pt x="12" y="5"/>
                    <a:pt x="8" y="8"/>
                  </a:cubicBezTo>
                  <a:cubicBezTo>
                    <a:pt x="4" y="12"/>
                    <a:pt x="0" y="21"/>
                    <a:pt x="0" y="25"/>
                  </a:cubicBezTo>
                  <a:lnTo>
                    <a:pt x="197" y="1653"/>
                  </a:lnTo>
                  <a:cubicBezTo>
                    <a:pt x="201" y="1665"/>
                    <a:pt x="210" y="1672"/>
                    <a:pt x="221" y="1672"/>
                  </a:cubicBezTo>
                  <a:lnTo>
                    <a:pt x="2181" y="1672"/>
                  </a:lnTo>
                  <a:cubicBezTo>
                    <a:pt x="2192" y="1672"/>
                    <a:pt x="2201" y="1665"/>
                    <a:pt x="2204" y="1653"/>
                  </a:cubicBezTo>
                  <a:lnTo>
                    <a:pt x="2398" y="25"/>
                  </a:lnTo>
                  <a:cubicBezTo>
                    <a:pt x="2398" y="21"/>
                    <a:pt x="2394" y="12"/>
                    <a:pt x="2390" y="8"/>
                  </a:cubicBezTo>
                  <a:cubicBezTo>
                    <a:pt x="2386" y="5"/>
                    <a:pt x="2381" y="1"/>
                    <a:pt x="237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79" name="Google Shape;1279;p37"/>
          <p:cNvGrpSpPr/>
          <p:nvPr/>
        </p:nvGrpSpPr>
        <p:grpSpPr>
          <a:xfrm flipH="1">
            <a:off x="5119457" y="2205210"/>
            <a:ext cx="4479428" cy="5225255"/>
            <a:chOff x="375000" y="2356635"/>
            <a:chExt cx="4479428" cy="5225255"/>
          </a:xfrm>
        </p:grpSpPr>
        <p:sp>
          <p:nvSpPr>
            <p:cNvPr id="1280" name="Google Shape;1280;p37"/>
            <p:cNvSpPr/>
            <p:nvPr/>
          </p:nvSpPr>
          <p:spPr>
            <a:xfrm>
              <a:off x="1166687" y="2399970"/>
              <a:ext cx="662084" cy="775769"/>
            </a:xfrm>
            <a:custGeom>
              <a:rect b="b" l="l" r="r" t="t"/>
              <a:pathLst>
                <a:path extrusionOk="0" h="2436" w="2079">
                  <a:moveTo>
                    <a:pt x="894" y="0"/>
                  </a:moveTo>
                  <a:cubicBezTo>
                    <a:pt x="850" y="0"/>
                    <a:pt x="805" y="3"/>
                    <a:pt x="757" y="6"/>
                  </a:cubicBezTo>
                  <a:cubicBezTo>
                    <a:pt x="659" y="17"/>
                    <a:pt x="568" y="30"/>
                    <a:pt x="493" y="77"/>
                  </a:cubicBezTo>
                  <a:cubicBezTo>
                    <a:pt x="446" y="104"/>
                    <a:pt x="407" y="148"/>
                    <a:pt x="379" y="211"/>
                  </a:cubicBezTo>
                  <a:cubicBezTo>
                    <a:pt x="336" y="297"/>
                    <a:pt x="328" y="396"/>
                    <a:pt x="293" y="487"/>
                  </a:cubicBezTo>
                  <a:cubicBezTo>
                    <a:pt x="260" y="561"/>
                    <a:pt x="209" y="629"/>
                    <a:pt x="174" y="703"/>
                  </a:cubicBezTo>
                  <a:cubicBezTo>
                    <a:pt x="83" y="916"/>
                    <a:pt x="162" y="1161"/>
                    <a:pt x="118" y="1390"/>
                  </a:cubicBezTo>
                  <a:cubicBezTo>
                    <a:pt x="100" y="1504"/>
                    <a:pt x="52" y="1607"/>
                    <a:pt x="24" y="1721"/>
                  </a:cubicBezTo>
                  <a:cubicBezTo>
                    <a:pt x="0" y="1831"/>
                    <a:pt x="0" y="1962"/>
                    <a:pt x="76" y="2048"/>
                  </a:cubicBezTo>
                  <a:cubicBezTo>
                    <a:pt x="154" y="2147"/>
                    <a:pt x="296" y="2170"/>
                    <a:pt x="422" y="2183"/>
                  </a:cubicBezTo>
                  <a:cubicBezTo>
                    <a:pt x="789" y="2222"/>
                    <a:pt x="1136" y="2308"/>
                    <a:pt x="1499" y="2396"/>
                  </a:cubicBezTo>
                  <a:cubicBezTo>
                    <a:pt x="1583" y="2417"/>
                    <a:pt x="1665" y="2436"/>
                    <a:pt x="1751" y="2436"/>
                  </a:cubicBezTo>
                  <a:cubicBezTo>
                    <a:pt x="1759" y="2436"/>
                    <a:pt x="1767" y="2436"/>
                    <a:pt x="1775" y="2435"/>
                  </a:cubicBezTo>
                  <a:cubicBezTo>
                    <a:pt x="1869" y="2431"/>
                    <a:pt x="1964" y="2392"/>
                    <a:pt x="2016" y="2317"/>
                  </a:cubicBezTo>
                  <a:cubicBezTo>
                    <a:pt x="2078" y="2226"/>
                    <a:pt x="2071" y="2108"/>
                    <a:pt x="2055" y="2001"/>
                  </a:cubicBezTo>
                  <a:cubicBezTo>
                    <a:pt x="2020" y="1773"/>
                    <a:pt x="1960" y="1548"/>
                    <a:pt x="1874" y="1335"/>
                  </a:cubicBezTo>
                  <a:cubicBezTo>
                    <a:pt x="1743" y="1000"/>
                    <a:pt x="1704" y="621"/>
                    <a:pt x="1503" y="317"/>
                  </a:cubicBezTo>
                  <a:cubicBezTo>
                    <a:pt x="1342" y="69"/>
                    <a:pt x="1148" y="0"/>
                    <a:pt x="89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1" name="Google Shape;1281;p37"/>
            <p:cNvSpPr/>
            <p:nvPr/>
          </p:nvSpPr>
          <p:spPr>
            <a:xfrm>
              <a:off x="1823031" y="6510596"/>
              <a:ext cx="441071" cy="904426"/>
            </a:xfrm>
            <a:custGeom>
              <a:rect b="b" l="l" r="r" t="t"/>
              <a:pathLst>
                <a:path extrusionOk="0" h="2840" w="1385">
                  <a:moveTo>
                    <a:pt x="442" y="0"/>
                  </a:moveTo>
                  <a:cubicBezTo>
                    <a:pt x="300" y="0"/>
                    <a:pt x="165" y="28"/>
                    <a:pt x="90" y="99"/>
                  </a:cubicBezTo>
                  <a:cubicBezTo>
                    <a:pt x="4" y="185"/>
                    <a:pt x="1" y="327"/>
                    <a:pt x="4" y="450"/>
                  </a:cubicBezTo>
                  <a:cubicBezTo>
                    <a:pt x="16" y="1167"/>
                    <a:pt x="28" y="1885"/>
                    <a:pt x="43" y="2603"/>
                  </a:cubicBezTo>
                  <a:cubicBezTo>
                    <a:pt x="43" y="2650"/>
                    <a:pt x="48" y="2705"/>
                    <a:pt x="87" y="2733"/>
                  </a:cubicBezTo>
                  <a:cubicBezTo>
                    <a:pt x="107" y="2745"/>
                    <a:pt x="134" y="2749"/>
                    <a:pt x="161" y="2749"/>
                  </a:cubicBezTo>
                  <a:cubicBezTo>
                    <a:pt x="197" y="2752"/>
                    <a:pt x="387" y="2756"/>
                    <a:pt x="607" y="2760"/>
                  </a:cubicBezTo>
                  <a:cubicBezTo>
                    <a:pt x="949" y="2772"/>
                    <a:pt x="1356" y="2796"/>
                    <a:pt x="1364" y="2839"/>
                  </a:cubicBezTo>
                  <a:lnTo>
                    <a:pt x="1364" y="2839"/>
                  </a:lnTo>
                  <a:cubicBezTo>
                    <a:pt x="1266" y="2106"/>
                    <a:pt x="1384" y="1329"/>
                    <a:pt x="1187" y="607"/>
                  </a:cubicBezTo>
                  <a:cubicBezTo>
                    <a:pt x="1131" y="410"/>
                    <a:pt x="1073" y="185"/>
                    <a:pt x="880" y="87"/>
                  </a:cubicBezTo>
                  <a:cubicBezTo>
                    <a:pt x="782" y="38"/>
                    <a:pt x="607" y="0"/>
                    <a:pt x="442" y="0"/>
                  </a:cubicBezTo>
                  <a:close/>
                  <a:moveTo>
                    <a:pt x="1364" y="2839"/>
                  </a:moveTo>
                  <a:cubicBezTo>
                    <a:pt x="1364" y="2839"/>
                    <a:pt x="1364" y="2839"/>
                    <a:pt x="1364" y="2840"/>
                  </a:cubicBezTo>
                  <a:cubicBezTo>
                    <a:pt x="1364" y="2839"/>
                    <a:pt x="1364" y="2839"/>
                    <a:pt x="1364" y="2839"/>
                  </a:cubicBezTo>
                  <a:close/>
                </a:path>
              </a:pathLst>
            </a:custGeom>
            <a:solidFill>
              <a:schemeClr val="accent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2" name="Google Shape;1282;p37"/>
            <p:cNvSpPr/>
            <p:nvPr/>
          </p:nvSpPr>
          <p:spPr>
            <a:xfrm>
              <a:off x="1816662" y="6502953"/>
              <a:ext cx="448395" cy="919712"/>
            </a:xfrm>
            <a:custGeom>
              <a:rect b="b" l="l" r="r" t="t"/>
              <a:pathLst>
                <a:path extrusionOk="0" h="2888" w="1408">
                  <a:moveTo>
                    <a:pt x="462" y="48"/>
                  </a:moveTo>
                  <a:cubicBezTo>
                    <a:pt x="545" y="48"/>
                    <a:pt x="627" y="56"/>
                    <a:pt x="702" y="72"/>
                  </a:cubicBezTo>
                  <a:cubicBezTo>
                    <a:pt x="778" y="87"/>
                    <a:pt x="844" y="107"/>
                    <a:pt x="891" y="131"/>
                  </a:cubicBezTo>
                  <a:cubicBezTo>
                    <a:pt x="982" y="178"/>
                    <a:pt x="1042" y="253"/>
                    <a:pt x="1085" y="343"/>
                  </a:cubicBezTo>
                  <a:cubicBezTo>
                    <a:pt x="1133" y="434"/>
                    <a:pt x="1160" y="536"/>
                    <a:pt x="1187" y="635"/>
                  </a:cubicBezTo>
                  <a:cubicBezTo>
                    <a:pt x="1282" y="995"/>
                    <a:pt x="1306" y="1365"/>
                    <a:pt x="1310" y="1743"/>
                  </a:cubicBezTo>
                  <a:cubicBezTo>
                    <a:pt x="1317" y="2103"/>
                    <a:pt x="1314" y="2467"/>
                    <a:pt x="1359" y="2825"/>
                  </a:cubicBezTo>
                  <a:lnTo>
                    <a:pt x="1359" y="2825"/>
                  </a:lnTo>
                  <a:cubicBezTo>
                    <a:pt x="1353" y="2823"/>
                    <a:pt x="1347" y="2821"/>
                    <a:pt x="1341" y="2820"/>
                  </a:cubicBezTo>
                  <a:cubicBezTo>
                    <a:pt x="1310" y="2812"/>
                    <a:pt x="1266" y="2804"/>
                    <a:pt x="1215" y="2800"/>
                  </a:cubicBezTo>
                  <a:cubicBezTo>
                    <a:pt x="1062" y="2780"/>
                    <a:pt x="833" y="2773"/>
                    <a:pt x="627" y="2764"/>
                  </a:cubicBezTo>
                  <a:cubicBezTo>
                    <a:pt x="517" y="2760"/>
                    <a:pt x="414" y="2757"/>
                    <a:pt x="336" y="2757"/>
                  </a:cubicBezTo>
                  <a:cubicBezTo>
                    <a:pt x="296" y="2757"/>
                    <a:pt x="261" y="2753"/>
                    <a:pt x="234" y="2753"/>
                  </a:cubicBezTo>
                  <a:lnTo>
                    <a:pt x="181" y="2753"/>
                  </a:lnTo>
                  <a:cubicBezTo>
                    <a:pt x="170" y="2749"/>
                    <a:pt x="158" y="2749"/>
                    <a:pt x="146" y="2749"/>
                  </a:cubicBezTo>
                  <a:cubicBezTo>
                    <a:pt x="134" y="2745"/>
                    <a:pt x="127" y="2741"/>
                    <a:pt x="119" y="2737"/>
                  </a:cubicBezTo>
                  <a:cubicBezTo>
                    <a:pt x="110" y="2733"/>
                    <a:pt x="107" y="2725"/>
                    <a:pt x="103" y="2717"/>
                  </a:cubicBezTo>
                  <a:cubicBezTo>
                    <a:pt x="95" y="2709"/>
                    <a:pt x="92" y="2693"/>
                    <a:pt x="87" y="2678"/>
                  </a:cubicBezTo>
                  <a:cubicBezTo>
                    <a:pt x="83" y="2662"/>
                    <a:pt x="83" y="2642"/>
                    <a:pt x="83" y="2627"/>
                  </a:cubicBezTo>
                  <a:cubicBezTo>
                    <a:pt x="72" y="1909"/>
                    <a:pt x="59" y="1191"/>
                    <a:pt x="44" y="474"/>
                  </a:cubicBezTo>
                  <a:lnTo>
                    <a:pt x="44" y="430"/>
                  </a:lnTo>
                  <a:cubicBezTo>
                    <a:pt x="44" y="375"/>
                    <a:pt x="48" y="320"/>
                    <a:pt x="59" y="269"/>
                  </a:cubicBezTo>
                  <a:cubicBezTo>
                    <a:pt x="72" y="221"/>
                    <a:pt x="92" y="174"/>
                    <a:pt x="127" y="138"/>
                  </a:cubicBezTo>
                  <a:cubicBezTo>
                    <a:pt x="163" y="107"/>
                    <a:pt x="210" y="83"/>
                    <a:pt x="269" y="67"/>
                  </a:cubicBezTo>
                  <a:cubicBezTo>
                    <a:pt x="323" y="52"/>
                    <a:pt x="394" y="48"/>
                    <a:pt x="462" y="48"/>
                  </a:cubicBezTo>
                  <a:close/>
                  <a:moveTo>
                    <a:pt x="462" y="1"/>
                  </a:moveTo>
                  <a:cubicBezTo>
                    <a:pt x="391" y="1"/>
                    <a:pt x="320" y="8"/>
                    <a:pt x="257" y="25"/>
                  </a:cubicBezTo>
                  <a:cubicBezTo>
                    <a:pt x="194" y="43"/>
                    <a:pt x="139" y="67"/>
                    <a:pt x="99" y="111"/>
                  </a:cubicBezTo>
                  <a:cubicBezTo>
                    <a:pt x="56" y="150"/>
                    <a:pt x="32" y="205"/>
                    <a:pt x="16" y="261"/>
                  </a:cubicBezTo>
                  <a:cubicBezTo>
                    <a:pt x="4" y="316"/>
                    <a:pt x="1" y="375"/>
                    <a:pt x="1" y="430"/>
                  </a:cubicBezTo>
                  <a:lnTo>
                    <a:pt x="1" y="474"/>
                  </a:lnTo>
                  <a:cubicBezTo>
                    <a:pt x="16" y="1191"/>
                    <a:pt x="28" y="1909"/>
                    <a:pt x="40" y="2627"/>
                  </a:cubicBezTo>
                  <a:cubicBezTo>
                    <a:pt x="40" y="2651"/>
                    <a:pt x="44" y="2678"/>
                    <a:pt x="48" y="2706"/>
                  </a:cubicBezTo>
                  <a:cubicBezTo>
                    <a:pt x="52" y="2717"/>
                    <a:pt x="59" y="2729"/>
                    <a:pt x="63" y="2741"/>
                  </a:cubicBezTo>
                  <a:cubicBezTo>
                    <a:pt x="72" y="2753"/>
                    <a:pt x="83" y="2764"/>
                    <a:pt x="95" y="2773"/>
                  </a:cubicBezTo>
                  <a:cubicBezTo>
                    <a:pt x="110" y="2780"/>
                    <a:pt x="123" y="2788"/>
                    <a:pt x="139" y="2788"/>
                  </a:cubicBezTo>
                  <a:cubicBezTo>
                    <a:pt x="150" y="2793"/>
                    <a:pt x="166" y="2793"/>
                    <a:pt x="178" y="2796"/>
                  </a:cubicBezTo>
                  <a:lnTo>
                    <a:pt x="234" y="2796"/>
                  </a:lnTo>
                  <a:cubicBezTo>
                    <a:pt x="312" y="2800"/>
                    <a:pt x="462" y="2804"/>
                    <a:pt x="627" y="2808"/>
                  </a:cubicBezTo>
                  <a:cubicBezTo>
                    <a:pt x="797" y="2812"/>
                    <a:pt x="986" y="2820"/>
                    <a:pt x="1128" y="2835"/>
                  </a:cubicBezTo>
                  <a:cubicBezTo>
                    <a:pt x="1204" y="2840"/>
                    <a:pt x="1266" y="2847"/>
                    <a:pt x="1310" y="2855"/>
                  </a:cubicBezTo>
                  <a:cubicBezTo>
                    <a:pt x="1329" y="2859"/>
                    <a:pt x="1345" y="2864"/>
                    <a:pt x="1357" y="2867"/>
                  </a:cubicBezTo>
                  <a:cubicBezTo>
                    <a:pt x="1361" y="2871"/>
                    <a:pt x="1364" y="2871"/>
                    <a:pt x="1364" y="2875"/>
                  </a:cubicBezTo>
                  <a:lnTo>
                    <a:pt x="1366" y="2874"/>
                  </a:lnTo>
                  <a:lnTo>
                    <a:pt x="1366" y="2874"/>
                  </a:lnTo>
                  <a:cubicBezTo>
                    <a:pt x="1366" y="2874"/>
                    <a:pt x="1366" y="2874"/>
                    <a:pt x="1366" y="2874"/>
                  </a:cubicBezTo>
                  <a:lnTo>
                    <a:pt x="1366" y="2874"/>
                  </a:lnTo>
                  <a:cubicBezTo>
                    <a:pt x="1367" y="2877"/>
                    <a:pt x="1369" y="2879"/>
                    <a:pt x="1372" y="2881"/>
                  </a:cubicBezTo>
                  <a:lnTo>
                    <a:pt x="1372" y="2881"/>
                  </a:lnTo>
                  <a:cubicBezTo>
                    <a:pt x="1372" y="2882"/>
                    <a:pt x="1373" y="2882"/>
                    <a:pt x="1373" y="2882"/>
                  </a:cubicBezTo>
                  <a:cubicBezTo>
                    <a:pt x="1377" y="2887"/>
                    <a:pt x="1380" y="2887"/>
                    <a:pt x="1388" y="2887"/>
                  </a:cubicBezTo>
                  <a:cubicBezTo>
                    <a:pt x="1394" y="2887"/>
                    <a:pt x="1398" y="2885"/>
                    <a:pt x="1401" y="2881"/>
                  </a:cubicBezTo>
                  <a:lnTo>
                    <a:pt x="1401" y="2881"/>
                  </a:lnTo>
                  <a:cubicBezTo>
                    <a:pt x="1402" y="2880"/>
                    <a:pt x="1403" y="2879"/>
                    <a:pt x="1404" y="2879"/>
                  </a:cubicBezTo>
                  <a:cubicBezTo>
                    <a:pt x="1404" y="2878"/>
                    <a:pt x="1404" y="2878"/>
                    <a:pt x="1404" y="2877"/>
                  </a:cubicBezTo>
                  <a:lnTo>
                    <a:pt x="1404" y="2877"/>
                  </a:lnTo>
                  <a:cubicBezTo>
                    <a:pt x="1407" y="2873"/>
                    <a:pt x="1408" y="2868"/>
                    <a:pt x="1408" y="2864"/>
                  </a:cubicBezTo>
                  <a:cubicBezTo>
                    <a:pt x="1357" y="2496"/>
                    <a:pt x="1361" y="2118"/>
                    <a:pt x="1353" y="1743"/>
                  </a:cubicBezTo>
                  <a:cubicBezTo>
                    <a:pt x="1349" y="1365"/>
                    <a:pt x="1329" y="986"/>
                    <a:pt x="1227" y="624"/>
                  </a:cubicBezTo>
                  <a:cubicBezTo>
                    <a:pt x="1199" y="525"/>
                    <a:pt x="1171" y="418"/>
                    <a:pt x="1124" y="324"/>
                  </a:cubicBezTo>
                  <a:cubicBezTo>
                    <a:pt x="1077" y="229"/>
                    <a:pt x="1014" y="143"/>
                    <a:pt x="911" y="91"/>
                  </a:cubicBezTo>
                  <a:cubicBezTo>
                    <a:pt x="856" y="67"/>
                    <a:pt x="789" y="43"/>
                    <a:pt x="710" y="28"/>
                  </a:cubicBezTo>
                  <a:cubicBezTo>
                    <a:pt x="631" y="12"/>
                    <a:pt x="545" y="1"/>
                    <a:pt x="46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3" name="Google Shape;1283;p37"/>
            <p:cNvSpPr/>
            <p:nvPr/>
          </p:nvSpPr>
          <p:spPr>
            <a:xfrm>
              <a:off x="1817936" y="7304192"/>
              <a:ext cx="872906" cy="277060"/>
            </a:xfrm>
            <a:custGeom>
              <a:rect b="b" l="l" r="r" t="t"/>
              <a:pathLst>
                <a:path extrusionOk="0" h="870" w="2741">
                  <a:moveTo>
                    <a:pt x="1297" y="1"/>
                  </a:moveTo>
                  <a:cubicBezTo>
                    <a:pt x="1281" y="1"/>
                    <a:pt x="1264" y="2"/>
                    <a:pt x="1247" y="4"/>
                  </a:cubicBezTo>
                  <a:cubicBezTo>
                    <a:pt x="1022" y="28"/>
                    <a:pt x="793" y="44"/>
                    <a:pt x="565" y="51"/>
                  </a:cubicBezTo>
                  <a:cubicBezTo>
                    <a:pt x="436" y="54"/>
                    <a:pt x="310" y="57"/>
                    <a:pt x="183" y="57"/>
                  </a:cubicBezTo>
                  <a:cubicBezTo>
                    <a:pt x="130" y="57"/>
                    <a:pt x="77" y="56"/>
                    <a:pt x="24" y="55"/>
                  </a:cubicBezTo>
                  <a:lnTo>
                    <a:pt x="24" y="55"/>
                  </a:lnTo>
                  <a:cubicBezTo>
                    <a:pt x="0" y="257"/>
                    <a:pt x="4" y="457"/>
                    <a:pt x="36" y="655"/>
                  </a:cubicBezTo>
                  <a:cubicBezTo>
                    <a:pt x="40" y="683"/>
                    <a:pt x="48" y="714"/>
                    <a:pt x="68" y="734"/>
                  </a:cubicBezTo>
                  <a:cubicBezTo>
                    <a:pt x="88" y="750"/>
                    <a:pt x="119" y="754"/>
                    <a:pt x="146" y="754"/>
                  </a:cubicBezTo>
                  <a:cubicBezTo>
                    <a:pt x="623" y="781"/>
                    <a:pt x="1073" y="836"/>
                    <a:pt x="1554" y="836"/>
                  </a:cubicBezTo>
                  <a:cubicBezTo>
                    <a:pt x="1782" y="840"/>
                    <a:pt x="2011" y="860"/>
                    <a:pt x="2240" y="863"/>
                  </a:cubicBezTo>
                  <a:cubicBezTo>
                    <a:pt x="2272" y="863"/>
                    <a:pt x="2351" y="870"/>
                    <a:pt x="2436" y="870"/>
                  </a:cubicBezTo>
                  <a:cubicBezTo>
                    <a:pt x="2580" y="870"/>
                    <a:pt x="2740" y="851"/>
                    <a:pt x="2714" y="750"/>
                  </a:cubicBezTo>
                  <a:cubicBezTo>
                    <a:pt x="2701" y="714"/>
                    <a:pt x="2670" y="686"/>
                    <a:pt x="2634" y="663"/>
                  </a:cubicBezTo>
                  <a:cubicBezTo>
                    <a:pt x="2496" y="568"/>
                    <a:pt x="2335" y="501"/>
                    <a:pt x="2177" y="437"/>
                  </a:cubicBezTo>
                  <a:cubicBezTo>
                    <a:pt x="2019" y="375"/>
                    <a:pt x="1853" y="315"/>
                    <a:pt x="1696" y="244"/>
                  </a:cubicBezTo>
                  <a:cubicBezTo>
                    <a:pt x="1570" y="186"/>
                    <a:pt x="1475" y="55"/>
                    <a:pt x="1357" y="12"/>
                  </a:cubicBezTo>
                  <a:cubicBezTo>
                    <a:pt x="1337" y="3"/>
                    <a:pt x="1318" y="1"/>
                    <a:pt x="1297"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4" name="Google Shape;1284;p37"/>
            <p:cNvSpPr/>
            <p:nvPr/>
          </p:nvSpPr>
          <p:spPr>
            <a:xfrm>
              <a:off x="804282" y="6478750"/>
              <a:ext cx="487885" cy="935317"/>
            </a:xfrm>
            <a:custGeom>
              <a:rect b="b" l="l" r="r" t="t"/>
              <a:pathLst>
                <a:path extrusionOk="0" h="2937" w="1532">
                  <a:moveTo>
                    <a:pt x="798" y="0"/>
                  </a:moveTo>
                  <a:cubicBezTo>
                    <a:pt x="740" y="0"/>
                    <a:pt x="683" y="8"/>
                    <a:pt x="628" y="25"/>
                  </a:cubicBezTo>
                  <a:cubicBezTo>
                    <a:pt x="348" y="108"/>
                    <a:pt x="155" y="372"/>
                    <a:pt x="80" y="648"/>
                  </a:cubicBezTo>
                  <a:cubicBezTo>
                    <a:pt x="1" y="929"/>
                    <a:pt x="25" y="1224"/>
                    <a:pt x="57" y="1512"/>
                  </a:cubicBezTo>
                  <a:cubicBezTo>
                    <a:pt x="68" y="1615"/>
                    <a:pt x="96" y="1713"/>
                    <a:pt x="104" y="1812"/>
                  </a:cubicBezTo>
                  <a:cubicBezTo>
                    <a:pt x="108" y="1831"/>
                    <a:pt x="108" y="1851"/>
                    <a:pt x="108" y="1870"/>
                  </a:cubicBezTo>
                  <a:cubicBezTo>
                    <a:pt x="112" y="2044"/>
                    <a:pt x="100" y="2214"/>
                    <a:pt x="92" y="2383"/>
                  </a:cubicBezTo>
                  <a:cubicBezTo>
                    <a:pt x="88" y="2533"/>
                    <a:pt x="84" y="2687"/>
                    <a:pt x="112" y="2833"/>
                  </a:cubicBezTo>
                  <a:cubicBezTo>
                    <a:pt x="115" y="2845"/>
                    <a:pt x="115" y="2856"/>
                    <a:pt x="124" y="2860"/>
                  </a:cubicBezTo>
                  <a:cubicBezTo>
                    <a:pt x="132" y="2864"/>
                    <a:pt x="139" y="2869"/>
                    <a:pt x="148" y="2869"/>
                  </a:cubicBezTo>
                  <a:cubicBezTo>
                    <a:pt x="502" y="2907"/>
                    <a:pt x="853" y="2884"/>
                    <a:pt x="1212" y="2931"/>
                  </a:cubicBezTo>
                  <a:cubicBezTo>
                    <a:pt x="1230" y="2934"/>
                    <a:pt x="1249" y="2937"/>
                    <a:pt x="1267" y="2937"/>
                  </a:cubicBezTo>
                  <a:cubicBezTo>
                    <a:pt x="1298" y="2937"/>
                    <a:pt x="1326" y="2930"/>
                    <a:pt x="1346" y="2907"/>
                  </a:cubicBezTo>
                  <a:cubicBezTo>
                    <a:pt x="1351" y="2902"/>
                    <a:pt x="1358" y="2900"/>
                    <a:pt x="1366" y="2900"/>
                  </a:cubicBezTo>
                  <a:cubicBezTo>
                    <a:pt x="1385" y="2900"/>
                    <a:pt x="1408" y="2909"/>
                    <a:pt x="1423" y="2909"/>
                  </a:cubicBezTo>
                  <a:cubicBezTo>
                    <a:pt x="1433" y="2909"/>
                    <a:pt x="1439" y="2906"/>
                    <a:pt x="1440" y="2896"/>
                  </a:cubicBezTo>
                  <a:cubicBezTo>
                    <a:pt x="1491" y="2383"/>
                    <a:pt x="1531" y="1847"/>
                    <a:pt x="1484" y="1279"/>
                  </a:cubicBezTo>
                  <a:cubicBezTo>
                    <a:pt x="1464" y="983"/>
                    <a:pt x="1531" y="589"/>
                    <a:pt x="1378" y="321"/>
                  </a:cubicBezTo>
                  <a:cubicBezTo>
                    <a:pt x="1265" y="123"/>
                    <a:pt x="1026" y="0"/>
                    <a:pt x="798" y="0"/>
                  </a:cubicBezTo>
                  <a:close/>
                </a:path>
              </a:pathLst>
            </a:custGeom>
            <a:solidFill>
              <a:schemeClr val="accent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5" name="Google Shape;1285;p37"/>
            <p:cNvSpPr/>
            <p:nvPr/>
          </p:nvSpPr>
          <p:spPr>
            <a:xfrm>
              <a:off x="805875" y="6471426"/>
              <a:ext cx="485018" cy="949648"/>
            </a:xfrm>
            <a:custGeom>
              <a:rect b="b" l="l" r="r" t="t"/>
              <a:pathLst>
                <a:path extrusionOk="0" h="2982" w="1523">
                  <a:moveTo>
                    <a:pt x="789" y="44"/>
                  </a:moveTo>
                  <a:cubicBezTo>
                    <a:pt x="903" y="44"/>
                    <a:pt x="1018" y="76"/>
                    <a:pt x="1116" y="131"/>
                  </a:cubicBezTo>
                  <a:cubicBezTo>
                    <a:pt x="1215" y="182"/>
                    <a:pt x="1302" y="261"/>
                    <a:pt x="1353" y="355"/>
                  </a:cubicBezTo>
                  <a:cubicBezTo>
                    <a:pt x="1400" y="435"/>
                    <a:pt x="1424" y="521"/>
                    <a:pt x="1439" y="616"/>
                  </a:cubicBezTo>
                  <a:cubicBezTo>
                    <a:pt x="1451" y="710"/>
                    <a:pt x="1455" y="813"/>
                    <a:pt x="1455" y="912"/>
                  </a:cubicBezTo>
                  <a:lnTo>
                    <a:pt x="1455" y="1132"/>
                  </a:lnTo>
                  <a:cubicBezTo>
                    <a:pt x="1455" y="1192"/>
                    <a:pt x="1455" y="1251"/>
                    <a:pt x="1459" y="1306"/>
                  </a:cubicBezTo>
                  <a:cubicBezTo>
                    <a:pt x="1471" y="1480"/>
                    <a:pt x="1479" y="1653"/>
                    <a:pt x="1479" y="1822"/>
                  </a:cubicBezTo>
                  <a:cubicBezTo>
                    <a:pt x="1479" y="2198"/>
                    <a:pt x="1452" y="2558"/>
                    <a:pt x="1413" y="2910"/>
                  </a:cubicBezTo>
                  <a:lnTo>
                    <a:pt x="1413" y="2910"/>
                  </a:lnTo>
                  <a:cubicBezTo>
                    <a:pt x="1408" y="2910"/>
                    <a:pt x="1403" y="2909"/>
                    <a:pt x="1397" y="2907"/>
                  </a:cubicBezTo>
                  <a:cubicBezTo>
                    <a:pt x="1388" y="2907"/>
                    <a:pt x="1377" y="2903"/>
                    <a:pt x="1364" y="2903"/>
                  </a:cubicBezTo>
                  <a:cubicBezTo>
                    <a:pt x="1357" y="2903"/>
                    <a:pt x="1353" y="2903"/>
                    <a:pt x="1344" y="2907"/>
                  </a:cubicBezTo>
                  <a:cubicBezTo>
                    <a:pt x="1337" y="2907"/>
                    <a:pt x="1333" y="2911"/>
                    <a:pt x="1326" y="2919"/>
                  </a:cubicBezTo>
                  <a:cubicBezTo>
                    <a:pt x="1317" y="2927"/>
                    <a:pt x="1309" y="2930"/>
                    <a:pt x="1297" y="2934"/>
                  </a:cubicBezTo>
                  <a:cubicBezTo>
                    <a:pt x="1286" y="2939"/>
                    <a:pt x="1273" y="2939"/>
                    <a:pt x="1262" y="2939"/>
                  </a:cubicBezTo>
                  <a:cubicBezTo>
                    <a:pt x="1242" y="2939"/>
                    <a:pt x="1226" y="2934"/>
                    <a:pt x="1207" y="2934"/>
                  </a:cubicBezTo>
                  <a:cubicBezTo>
                    <a:pt x="848" y="2883"/>
                    <a:pt x="497" y="2911"/>
                    <a:pt x="143" y="2868"/>
                  </a:cubicBezTo>
                  <a:lnTo>
                    <a:pt x="134" y="2868"/>
                  </a:lnTo>
                  <a:cubicBezTo>
                    <a:pt x="130" y="2863"/>
                    <a:pt x="130" y="2859"/>
                    <a:pt x="130" y="2852"/>
                  </a:cubicBezTo>
                  <a:cubicBezTo>
                    <a:pt x="110" y="2761"/>
                    <a:pt x="107" y="2670"/>
                    <a:pt x="107" y="2576"/>
                  </a:cubicBezTo>
                  <a:cubicBezTo>
                    <a:pt x="107" y="2521"/>
                    <a:pt x="107" y="2466"/>
                    <a:pt x="110" y="2410"/>
                  </a:cubicBezTo>
                  <a:cubicBezTo>
                    <a:pt x="114" y="2248"/>
                    <a:pt x="127" y="2091"/>
                    <a:pt x="127" y="1929"/>
                  </a:cubicBezTo>
                  <a:lnTo>
                    <a:pt x="127" y="1893"/>
                  </a:lnTo>
                  <a:cubicBezTo>
                    <a:pt x="127" y="1874"/>
                    <a:pt x="123" y="1854"/>
                    <a:pt x="123" y="1835"/>
                  </a:cubicBezTo>
                  <a:cubicBezTo>
                    <a:pt x="110" y="1728"/>
                    <a:pt x="87" y="1633"/>
                    <a:pt x="75" y="1531"/>
                  </a:cubicBezTo>
                  <a:cubicBezTo>
                    <a:pt x="59" y="1389"/>
                    <a:pt x="43" y="1243"/>
                    <a:pt x="43" y="1097"/>
                  </a:cubicBezTo>
                  <a:cubicBezTo>
                    <a:pt x="43" y="955"/>
                    <a:pt x="59" y="813"/>
                    <a:pt x="95" y="679"/>
                  </a:cubicBezTo>
                  <a:cubicBezTo>
                    <a:pt x="134" y="541"/>
                    <a:pt x="198" y="407"/>
                    <a:pt x="288" y="300"/>
                  </a:cubicBezTo>
                  <a:cubicBezTo>
                    <a:pt x="379" y="194"/>
                    <a:pt x="493" y="107"/>
                    <a:pt x="627" y="68"/>
                  </a:cubicBezTo>
                  <a:cubicBezTo>
                    <a:pt x="678" y="53"/>
                    <a:pt x="734" y="44"/>
                    <a:pt x="789" y="44"/>
                  </a:cubicBezTo>
                  <a:close/>
                  <a:moveTo>
                    <a:pt x="789" y="0"/>
                  </a:moveTo>
                  <a:cubicBezTo>
                    <a:pt x="729" y="0"/>
                    <a:pt x="671" y="9"/>
                    <a:pt x="616" y="29"/>
                  </a:cubicBezTo>
                  <a:cubicBezTo>
                    <a:pt x="474" y="68"/>
                    <a:pt x="351" y="159"/>
                    <a:pt x="256" y="273"/>
                  </a:cubicBezTo>
                  <a:cubicBezTo>
                    <a:pt x="162" y="388"/>
                    <a:pt x="91" y="526"/>
                    <a:pt x="52" y="668"/>
                  </a:cubicBezTo>
                  <a:cubicBezTo>
                    <a:pt x="16" y="810"/>
                    <a:pt x="1" y="955"/>
                    <a:pt x="1" y="1097"/>
                  </a:cubicBezTo>
                  <a:cubicBezTo>
                    <a:pt x="1" y="1247"/>
                    <a:pt x="16" y="1393"/>
                    <a:pt x="32" y="1538"/>
                  </a:cubicBezTo>
                  <a:cubicBezTo>
                    <a:pt x="43" y="1641"/>
                    <a:pt x="72" y="1740"/>
                    <a:pt x="79" y="1838"/>
                  </a:cubicBezTo>
                  <a:cubicBezTo>
                    <a:pt x="79" y="1858"/>
                    <a:pt x="83" y="1874"/>
                    <a:pt x="83" y="1893"/>
                  </a:cubicBezTo>
                  <a:lnTo>
                    <a:pt x="83" y="1929"/>
                  </a:lnTo>
                  <a:cubicBezTo>
                    <a:pt x="83" y="2087"/>
                    <a:pt x="72" y="2248"/>
                    <a:pt x="67" y="2406"/>
                  </a:cubicBezTo>
                  <a:cubicBezTo>
                    <a:pt x="63" y="2461"/>
                    <a:pt x="63" y="2517"/>
                    <a:pt x="63" y="2576"/>
                  </a:cubicBezTo>
                  <a:cubicBezTo>
                    <a:pt x="63" y="2670"/>
                    <a:pt x="67" y="2765"/>
                    <a:pt x="87" y="2859"/>
                  </a:cubicBezTo>
                  <a:cubicBezTo>
                    <a:pt x="87" y="2868"/>
                    <a:pt x="87" y="2872"/>
                    <a:pt x="91" y="2879"/>
                  </a:cubicBezTo>
                  <a:cubicBezTo>
                    <a:pt x="95" y="2887"/>
                    <a:pt x="99" y="2895"/>
                    <a:pt x="107" y="2903"/>
                  </a:cubicBezTo>
                  <a:cubicBezTo>
                    <a:pt x="110" y="2907"/>
                    <a:pt x="119" y="2907"/>
                    <a:pt x="123" y="2911"/>
                  </a:cubicBezTo>
                  <a:lnTo>
                    <a:pt x="138" y="2911"/>
                  </a:lnTo>
                  <a:cubicBezTo>
                    <a:pt x="497" y="2954"/>
                    <a:pt x="848" y="2930"/>
                    <a:pt x="1203" y="2978"/>
                  </a:cubicBezTo>
                  <a:cubicBezTo>
                    <a:pt x="1219" y="2978"/>
                    <a:pt x="1238" y="2981"/>
                    <a:pt x="1262" y="2981"/>
                  </a:cubicBezTo>
                  <a:cubicBezTo>
                    <a:pt x="1278" y="2981"/>
                    <a:pt x="1293" y="2981"/>
                    <a:pt x="1309" y="2974"/>
                  </a:cubicBezTo>
                  <a:cubicBezTo>
                    <a:pt x="1329" y="2970"/>
                    <a:pt x="1344" y="2963"/>
                    <a:pt x="1357" y="2946"/>
                  </a:cubicBezTo>
                  <a:lnTo>
                    <a:pt x="1364" y="2946"/>
                  </a:lnTo>
                  <a:cubicBezTo>
                    <a:pt x="1368" y="2946"/>
                    <a:pt x="1377" y="2946"/>
                    <a:pt x="1388" y="2950"/>
                  </a:cubicBezTo>
                  <a:cubicBezTo>
                    <a:pt x="1397" y="2954"/>
                    <a:pt x="1408" y="2954"/>
                    <a:pt x="1420" y="2954"/>
                  </a:cubicBezTo>
                  <a:cubicBezTo>
                    <a:pt x="1424" y="2954"/>
                    <a:pt x="1435" y="2954"/>
                    <a:pt x="1444" y="2950"/>
                  </a:cubicBezTo>
                  <a:cubicBezTo>
                    <a:pt x="1448" y="2946"/>
                    <a:pt x="1451" y="2943"/>
                    <a:pt x="1451" y="2939"/>
                  </a:cubicBezTo>
                  <a:cubicBezTo>
                    <a:pt x="1455" y="2930"/>
                    <a:pt x="1455" y="2927"/>
                    <a:pt x="1455" y="2923"/>
                  </a:cubicBezTo>
                  <a:cubicBezTo>
                    <a:pt x="1495" y="2568"/>
                    <a:pt x="1522" y="2205"/>
                    <a:pt x="1522" y="1822"/>
                  </a:cubicBezTo>
                  <a:cubicBezTo>
                    <a:pt x="1522" y="1653"/>
                    <a:pt x="1515" y="1480"/>
                    <a:pt x="1503" y="1302"/>
                  </a:cubicBezTo>
                  <a:cubicBezTo>
                    <a:pt x="1499" y="1247"/>
                    <a:pt x="1499" y="1192"/>
                    <a:pt x="1499" y="1132"/>
                  </a:cubicBezTo>
                  <a:lnTo>
                    <a:pt x="1499" y="912"/>
                  </a:lnTo>
                  <a:cubicBezTo>
                    <a:pt x="1499" y="810"/>
                    <a:pt x="1495" y="706"/>
                    <a:pt x="1483" y="608"/>
                  </a:cubicBezTo>
                  <a:cubicBezTo>
                    <a:pt x="1468" y="510"/>
                    <a:pt x="1439" y="419"/>
                    <a:pt x="1392" y="336"/>
                  </a:cubicBezTo>
                  <a:cubicBezTo>
                    <a:pt x="1333" y="230"/>
                    <a:pt x="1242" y="147"/>
                    <a:pt x="1136" y="91"/>
                  </a:cubicBezTo>
                  <a:cubicBezTo>
                    <a:pt x="1029" y="33"/>
                    <a:pt x="911" y="0"/>
                    <a:pt x="78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6" name="Google Shape;1286;p37"/>
            <p:cNvSpPr/>
            <p:nvPr/>
          </p:nvSpPr>
          <p:spPr>
            <a:xfrm>
              <a:off x="573718" y="3695749"/>
              <a:ext cx="1778295" cy="3478220"/>
            </a:xfrm>
            <a:custGeom>
              <a:rect b="b" l="l" r="r" t="t"/>
              <a:pathLst>
                <a:path extrusionOk="0" h="10922" w="5584">
                  <a:moveTo>
                    <a:pt x="2188" y="1"/>
                  </a:moveTo>
                  <a:cubicBezTo>
                    <a:pt x="2020" y="1"/>
                    <a:pt x="1854" y="17"/>
                    <a:pt x="1691" y="57"/>
                  </a:cubicBezTo>
                  <a:cubicBezTo>
                    <a:pt x="1562" y="90"/>
                    <a:pt x="1431" y="141"/>
                    <a:pt x="1336" y="232"/>
                  </a:cubicBezTo>
                  <a:cubicBezTo>
                    <a:pt x="1198" y="361"/>
                    <a:pt x="1143" y="559"/>
                    <a:pt x="1100" y="748"/>
                  </a:cubicBezTo>
                  <a:cubicBezTo>
                    <a:pt x="997" y="1158"/>
                    <a:pt x="859" y="1556"/>
                    <a:pt x="765" y="1970"/>
                  </a:cubicBezTo>
                  <a:cubicBezTo>
                    <a:pt x="536" y="2991"/>
                    <a:pt x="299" y="4044"/>
                    <a:pt x="169" y="5093"/>
                  </a:cubicBezTo>
                  <a:cubicBezTo>
                    <a:pt x="126" y="5428"/>
                    <a:pt x="95" y="5768"/>
                    <a:pt x="79" y="6103"/>
                  </a:cubicBezTo>
                  <a:cubicBezTo>
                    <a:pt x="0" y="7605"/>
                    <a:pt x="102" y="9111"/>
                    <a:pt x="201" y="10609"/>
                  </a:cubicBezTo>
                  <a:cubicBezTo>
                    <a:pt x="204" y="10669"/>
                    <a:pt x="209" y="10727"/>
                    <a:pt x="240" y="10775"/>
                  </a:cubicBezTo>
                  <a:cubicBezTo>
                    <a:pt x="295" y="10854"/>
                    <a:pt x="406" y="10866"/>
                    <a:pt x="504" y="10869"/>
                  </a:cubicBezTo>
                  <a:cubicBezTo>
                    <a:pt x="1014" y="10893"/>
                    <a:pt x="1522" y="10909"/>
                    <a:pt x="2031" y="10921"/>
                  </a:cubicBezTo>
                  <a:cubicBezTo>
                    <a:pt x="2141" y="10921"/>
                    <a:pt x="2271" y="10917"/>
                    <a:pt x="2346" y="10834"/>
                  </a:cubicBezTo>
                  <a:cubicBezTo>
                    <a:pt x="2409" y="10760"/>
                    <a:pt x="2409" y="10657"/>
                    <a:pt x="2409" y="10562"/>
                  </a:cubicBezTo>
                  <a:cubicBezTo>
                    <a:pt x="2397" y="8871"/>
                    <a:pt x="2326" y="7179"/>
                    <a:pt x="2428" y="5491"/>
                  </a:cubicBezTo>
                  <a:cubicBezTo>
                    <a:pt x="2480" y="4691"/>
                    <a:pt x="2539" y="3981"/>
                    <a:pt x="2728" y="3196"/>
                  </a:cubicBezTo>
                  <a:lnTo>
                    <a:pt x="2728" y="3196"/>
                  </a:lnTo>
                  <a:cubicBezTo>
                    <a:pt x="2670" y="3441"/>
                    <a:pt x="2850" y="3922"/>
                    <a:pt x="2867" y="4190"/>
                  </a:cubicBezTo>
                  <a:cubicBezTo>
                    <a:pt x="2883" y="4525"/>
                    <a:pt x="2867" y="4841"/>
                    <a:pt x="2918" y="5164"/>
                  </a:cubicBezTo>
                  <a:cubicBezTo>
                    <a:pt x="3043" y="5917"/>
                    <a:pt x="3025" y="6667"/>
                    <a:pt x="2996" y="7431"/>
                  </a:cubicBezTo>
                  <a:cubicBezTo>
                    <a:pt x="2961" y="8516"/>
                    <a:pt x="2957" y="9600"/>
                    <a:pt x="2985" y="10685"/>
                  </a:cubicBezTo>
                  <a:cubicBezTo>
                    <a:pt x="2985" y="10682"/>
                    <a:pt x="2997" y="10681"/>
                    <a:pt x="3020" y="10681"/>
                  </a:cubicBezTo>
                  <a:cubicBezTo>
                    <a:pt x="3158" y="10681"/>
                    <a:pt x="3678" y="10723"/>
                    <a:pt x="4213" y="10723"/>
                  </a:cubicBezTo>
                  <a:cubicBezTo>
                    <a:pt x="4887" y="10723"/>
                    <a:pt x="5584" y="10656"/>
                    <a:pt x="5567" y="10354"/>
                  </a:cubicBezTo>
                  <a:cubicBezTo>
                    <a:pt x="5477" y="8796"/>
                    <a:pt x="5347" y="7238"/>
                    <a:pt x="5173" y="5684"/>
                  </a:cubicBezTo>
                  <a:cubicBezTo>
                    <a:pt x="5063" y="4691"/>
                    <a:pt x="4936" y="3697"/>
                    <a:pt x="4696" y="2727"/>
                  </a:cubicBezTo>
                  <a:cubicBezTo>
                    <a:pt x="4534" y="2068"/>
                    <a:pt x="4310" y="783"/>
                    <a:pt x="3753" y="341"/>
                  </a:cubicBezTo>
                  <a:cubicBezTo>
                    <a:pt x="3553" y="184"/>
                    <a:pt x="3292" y="137"/>
                    <a:pt x="3040" y="93"/>
                  </a:cubicBezTo>
                  <a:cubicBezTo>
                    <a:pt x="2759" y="46"/>
                    <a:pt x="2472" y="1"/>
                    <a:pt x="2188" y="1"/>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7" name="Google Shape;1287;p37"/>
            <p:cNvSpPr/>
            <p:nvPr/>
          </p:nvSpPr>
          <p:spPr>
            <a:xfrm>
              <a:off x="582317" y="3688743"/>
              <a:ext cx="1770970" cy="3491277"/>
            </a:xfrm>
            <a:custGeom>
              <a:rect b="b" l="l" r="r" t="t"/>
              <a:pathLst>
                <a:path extrusionOk="0" h="10963" w="5561">
                  <a:moveTo>
                    <a:pt x="2153" y="44"/>
                  </a:moveTo>
                  <a:cubicBezTo>
                    <a:pt x="2437" y="44"/>
                    <a:pt x="2725" y="92"/>
                    <a:pt x="3009" y="139"/>
                  </a:cubicBezTo>
                  <a:cubicBezTo>
                    <a:pt x="3135" y="159"/>
                    <a:pt x="3262" y="183"/>
                    <a:pt x="3384" y="218"/>
                  </a:cubicBezTo>
                  <a:cubicBezTo>
                    <a:pt x="3502" y="254"/>
                    <a:pt x="3616" y="305"/>
                    <a:pt x="3711" y="379"/>
                  </a:cubicBezTo>
                  <a:cubicBezTo>
                    <a:pt x="3849" y="486"/>
                    <a:pt x="3963" y="647"/>
                    <a:pt x="4066" y="841"/>
                  </a:cubicBezTo>
                  <a:cubicBezTo>
                    <a:pt x="4219" y="1125"/>
                    <a:pt x="4334" y="1480"/>
                    <a:pt x="4425" y="1826"/>
                  </a:cubicBezTo>
                  <a:cubicBezTo>
                    <a:pt x="4519" y="2174"/>
                    <a:pt x="4586" y="2505"/>
                    <a:pt x="4649" y="2758"/>
                  </a:cubicBezTo>
                  <a:cubicBezTo>
                    <a:pt x="4886" y="3723"/>
                    <a:pt x="5016" y="4717"/>
                    <a:pt x="5127" y="5706"/>
                  </a:cubicBezTo>
                  <a:cubicBezTo>
                    <a:pt x="5300" y="7260"/>
                    <a:pt x="5430" y="8818"/>
                    <a:pt x="5517" y="10376"/>
                  </a:cubicBezTo>
                  <a:lnTo>
                    <a:pt x="5517" y="10387"/>
                  </a:lnTo>
                  <a:cubicBezTo>
                    <a:pt x="5517" y="10418"/>
                    <a:pt x="5509" y="10447"/>
                    <a:pt x="5489" y="10474"/>
                  </a:cubicBezTo>
                  <a:cubicBezTo>
                    <a:pt x="5462" y="10521"/>
                    <a:pt x="5398" y="10560"/>
                    <a:pt x="5316" y="10596"/>
                  </a:cubicBezTo>
                  <a:cubicBezTo>
                    <a:pt x="5193" y="10643"/>
                    <a:pt x="5020" y="10679"/>
                    <a:pt x="4823" y="10698"/>
                  </a:cubicBezTo>
                  <a:cubicBezTo>
                    <a:pt x="4625" y="10718"/>
                    <a:pt x="4405" y="10722"/>
                    <a:pt x="4184" y="10722"/>
                  </a:cubicBezTo>
                  <a:cubicBezTo>
                    <a:pt x="3920" y="10722"/>
                    <a:pt x="3660" y="10714"/>
                    <a:pt x="3447" y="10702"/>
                  </a:cubicBezTo>
                  <a:cubicBezTo>
                    <a:pt x="3340" y="10698"/>
                    <a:pt x="3245" y="10691"/>
                    <a:pt x="3167" y="10687"/>
                  </a:cubicBezTo>
                  <a:cubicBezTo>
                    <a:pt x="3092" y="10687"/>
                    <a:pt x="3033" y="10683"/>
                    <a:pt x="2998" y="10683"/>
                  </a:cubicBezTo>
                  <a:lnTo>
                    <a:pt x="2981" y="10683"/>
                  </a:lnTo>
                  <a:cubicBezTo>
                    <a:pt x="2965" y="10209"/>
                    <a:pt x="2962" y="9733"/>
                    <a:pt x="2962" y="9259"/>
                  </a:cubicBezTo>
                  <a:cubicBezTo>
                    <a:pt x="2962" y="8656"/>
                    <a:pt x="2969" y="8052"/>
                    <a:pt x="2993" y="7453"/>
                  </a:cubicBezTo>
                  <a:cubicBezTo>
                    <a:pt x="3001" y="7150"/>
                    <a:pt x="3013" y="6851"/>
                    <a:pt x="3013" y="6551"/>
                  </a:cubicBezTo>
                  <a:cubicBezTo>
                    <a:pt x="3013" y="6093"/>
                    <a:pt x="2989" y="5639"/>
                    <a:pt x="2914" y="5182"/>
                  </a:cubicBezTo>
                  <a:cubicBezTo>
                    <a:pt x="2859" y="4863"/>
                    <a:pt x="2879" y="4547"/>
                    <a:pt x="2859" y="4212"/>
                  </a:cubicBezTo>
                  <a:cubicBezTo>
                    <a:pt x="2851" y="4094"/>
                    <a:pt x="2816" y="3936"/>
                    <a:pt x="2780" y="3779"/>
                  </a:cubicBezTo>
                  <a:cubicBezTo>
                    <a:pt x="2745" y="3621"/>
                    <a:pt x="2709" y="3459"/>
                    <a:pt x="2709" y="3333"/>
                  </a:cubicBezTo>
                  <a:cubicBezTo>
                    <a:pt x="2709" y="3289"/>
                    <a:pt x="2714" y="3254"/>
                    <a:pt x="2721" y="3222"/>
                  </a:cubicBezTo>
                  <a:lnTo>
                    <a:pt x="2721" y="3222"/>
                  </a:lnTo>
                  <a:cubicBezTo>
                    <a:pt x="2721" y="3222"/>
                    <a:pt x="2721" y="3222"/>
                    <a:pt x="2721" y="3222"/>
                  </a:cubicBezTo>
                  <a:cubicBezTo>
                    <a:pt x="2725" y="3211"/>
                    <a:pt x="2717" y="3199"/>
                    <a:pt x="2705" y="3195"/>
                  </a:cubicBezTo>
                  <a:cubicBezTo>
                    <a:pt x="2703" y="3194"/>
                    <a:pt x="2701" y="3194"/>
                    <a:pt x="2699" y="3194"/>
                  </a:cubicBezTo>
                  <a:cubicBezTo>
                    <a:pt x="2692" y="3194"/>
                    <a:pt x="2684" y="3198"/>
                    <a:pt x="2680" y="3205"/>
                  </a:cubicBezTo>
                  <a:lnTo>
                    <a:pt x="2680" y="3205"/>
                  </a:lnTo>
                  <a:cubicBezTo>
                    <a:pt x="2679" y="3207"/>
                    <a:pt x="2678" y="3209"/>
                    <a:pt x="2678" y="3211"/>
                  </a:cubicBezTo>
                  <a:cubicBezTo>
                    <a:pt x="2488" y="4003"/>
                    <a:pt x="2430" y="4713"/>
                    <a:pt x="2382" y="5510"/>
                  </a:cubicBezTo>
                  <a:cubicBezTo>
                    <a:pt x="2339" y="6203"/>
                    <a:pt x="2327" y="6898"/>
                    <a:pt x="2327" y="7588"/>
                  </a:cubicBezTo>
                  <a:cubicBezTo>
                    <a:pt x="2327" y="8589"/>
                    <a:pt x="2354" y="9586"/>
                    <a:pt x="2363" y="10584"/>
                  </a:cubicBezTo>
                  <a:lnTo>
                    <a:pt x="2363" y="10604"/>
                  </a:lnTo>
                  <a:cubicBezTo>
                    <a:pt x="2363" y="10647"/>
                    <a:pt x="2359" y="10695"/>
                    <a:pt x="2350" y="10734"/>
                  </a:cubicBezTo>
                  <a:cubicBezTo>
                    <a:pt x="2343" y="10773"/>
                    <a:pt x="2327" y="10809"/>
                    <a:pt x="2303" y="10840"/>
                  </a:cubicBezTo>
                  <a:cubicBezTo>
                    <a:pt x="2272" y="10873"/>
                    <a:pt x="2232" y="10891"/>
                    <a:pt x="2188" y="10904"/>
                  </a:cubicBezTo>
                  <a:cubicBezTo>
                    <a:pt x="2141" y="10915"/>
                    <a:pt x="2090" y="10920"/>
                    <a:pt x="2039" y="10920"/>
                  </a:cubicBezTo>
                  <a:lnTo>
                    <a:pt x="2004" y="10920"/>
                  </a:lnTo>
                  <a:cubicBezTo>
                    <a:pt x="1495" y="10908"/>
                    <a:pt x="987" y="10891"/>
                    <a:pt x="477" y="10868"/>
                  </a:cubicBezTo>
                  <a:cubicBezTo>
                    <a:pt x="430" y="10868"/>
                    <a:pt x="379" y="10864"/>
                    <a:pt x="335" y="10853"/>
                  </a:cubicBezTo>
                  <a:cubicBezTo>
                    <a:pt x="316" y="10844"/>
                    <a:pt x="296" y="10837"/>
                    <a:pt x="277" y="10825"/>
                  </a:cubicBezTo>
                  <a:cubicBezTo>
                    <a:pt x="261" y="10813"/>
                    <a:pt x="245" y="10802"/>
                    <a:pt x="233" y="10782"/>
                  </a:cubicBezTo>
                  <a:cubicBezTo>
                    <a:pt x="217" y="10762"/>
                    <a:pt x="210" y="10738"/>
                    <a:pt x="206" y="10714"/>
                  </a:cubicBezTo>
                  <a:cubicBezTo>
                    <a:pt x="201" y="10687"/>
                    <a:pt x="197" y="10660"/>
                    <a:pt x="194" y="10631"/>
                  </a:cubicBezTo>
                  <a:cubicBezTo>
                    <a:pt x="119" y="9500"/>
                    <a:pt x="44" y="8365"/>
                    <a:pt x="44" y="7229"/>
                  </a:cubicBezTo>
                  <a:cubicBezTo>
                    <a:pt x="44" y="6862"/>
                    <a:pt x="52" y="6496"/>
                    <a:pt x="71" y="6125"/>
                  </a:cubicBezTo>
                  <a:cubicBezTo>
                    <a:pt x="88" y="5790"/>
                    <a:pt x="119" y="5455"/>
                    <a:pt x="162" y="5115"/>
                  </a:cubicBezTo>
                  <a:cubicBezTo>
                    <a:pt x="292" y="4070"/>
                    <a:pt x="529" y="3022"/>
                    <a:pt x="761" y="1996"/>
                  </a:cubicBezTo>
                  <a:cubicBezTo>
                    <a:pt x="852" y="1582"/>
                    <a:pt x="990" y="1188"/>
                    <a:pt x="1093" y="774"/>
                  </a:cubicBezTo>
                  <a:cubicBezTo>
                    <a:pt x="1116" y="679"/>
                    <a:pt x="1140" y="585"/>
                    <a:pt x="1176" y="498"/>
                  </a:cubicBezTo>
                  <a:cubicBezTo>
                    <a:pt x="1211" y="411"/>
                    <a:pt x="1258" y="332"/>
                    <a:pt x="1325" y="269"/>
                  </a:cubicBezTo>
                  <a:cubicBezTo>
                    <a:pt x="1416" y="183"/>
                    <a:pt x="1542" y="131"/>
                    <a:pt x="1668" y="99"/>
                  </a:cubicBezTo>
                  <a:cubicBezTo>
                    <a:pt x="1826" y="60"/>
                    <a:pt x="1992" y="44"/>
                    <a:pt x="2153" y="44"/>
                  </a:cubicBezTo>
                  <a:close/>
                  <a:moveTo>
                    <a:pt x="2153" y="1"/>
                  </a:moveTo>
                  <a:cubicBezTo>
                    <a:pt x="1988" y="1"/>
                    <a:pt x="1822" y="17"/>
                    <a:pt x="1657" y="56"/>
                  </a:cubicBezTo>
                  <a:cubicBezTo>
                    <a:pt x="1526" y="92"/>
                    <a:pt x="1396" y="143"/>
                    <a:pt x="1294" y="237"/>
                  </a:cubicBezTo>
                  <a:cubicBezTo>
                    <a:pt x="1223" y="305"/>
                    <a:pt x="1171" y="392"/>
                    <a:pt x="1136" y="482"/>
                  </a:cubicBezTo>
                  <a:cubicBezTo>
                    <a:pt x="1096" y="572"/>
                    <a:pt x="1073" y="671"/>
                    <a:pt x="1049" y="762"/>
                  </a:cubicBezTo>
                  <a:cubicBezTo>
                    <a:pt x="951" y="1172"/>
                    <a:pt x="812" y="1570"/>
                    <a:pt x="718" y="1988"/>
                  </a:cubicBezTo>
                  <a:cubicBezTo>
                    <a:pt x="485" y="3009"/>
                    <a:pt x="248" y="4059"/>
                    <a:pt x="119" y="5111"/>
                  </a:cubicBezTo>
                  <a:cubicBezTo>
                    <a:pt x="75" y="5450"/>
                    <a:pt x="44" y="5786"/>
                    <a:pt x="28" y="6125"/>
                  </a:cubicBezTo>
                  <a:cubicBezTo>
                    <a:pt x="8" y="6491"/>
                    <a:pt x="0" y="6862"/>
                    <a:pt x="0" y="7229"/>
                  </a:cubicBezTo>
                  <a:cubicBezTo>
                    <a:pt x="0" y="8365"/>
                    <a:pt x="75" y="9500"/>
                    <a:pt x="150" y="10636"/>
                  </a:cubicBezTo>
                  <a:cubicBezTo>
                    <a:pt x="154" y="10663"/>
                    <a:pt x="154" y="10691"/>
                    <a:pt x="162" y="10722"/>
                  </a:cubicBezTo>
                  <a:cubicBezTo>
                    <a:pt x="170" y="10754"/>
                    <a:pt x="177" y="10782"/>
                    <a:pt x="197" y="10809"/>
                  </a:cubicBezTo>
                  <a:cubicBezTo>
                    <a:pt x="213" y="10829"/>
                    <a:pt x="233" y="10849"/>
                    <a:pt x="253" y="10860"/>
                  </a:cubicBezTo>
                  <a:cubicBezTo>
                    <a:pt x="288" y="10884"/>
                    <a:pt x="324" y="10896"/>
                    <a:pt x="363" y="10904"/>
                  </a:cubicBezTo>
                  <a:cubicBezTo>
                    <a:pt x="403" y="10908"/>
                    <a:pt x="438" y="10911"/>
                    <a:pt x="477" y="10911"/>
                  </a:cubicBezTo>
                  <a:cubicBezTo>
                    <a:pt x="987" y="10935"/>
                    <a:pt x="1495" y="10951"/>
                    <a:pt x="2004" y="10962"/>
                  </a:cubicBezTo>
                  <a:lnTo>
                    <a:pt x="2039" y="10962"/>
                  </a:lnTo>
                  <a:cubicBezTo>
                    <a:pt x="2094" y="10962"/>
                    <a:pt x="2146" y="10959"/>
                    <a:pt x="2197" y="10947"/>
                  </a:cubicBezTo>
                  <a:cubicBezTo>
                    <a:pt x="2248" y="10935"/>
                    <a:pt x="2299" y="10911"/>
                    <a:pt x="2335" y="10868"/>
                  </a:cubicBezTo>
                  <a:cubicBezTo>
                    <a:pt x="2366" y="10833"/>
                    <a:pt x="2386" y="10789"/>
                    <a:pt x="2394" y="10742"/>
                  </a:cubicBezTo>
                  <a:cubicBezTo>
                    <a:pt x="2401" y="10695"/>
                    <a:pt x="2406" y="10647"/>
                    <a:pt x="2406" y="10604"/>
                  </a:cubicBezTo>
                  <a:lnTo>
                    <a:pt x="2406" y="10584"/>
                  </a:lnTo>
                  <a:cubicBezTo>
                    <a:pt x="2398" y="9586"/>
                    <a:pt x="2370" y="8585"/>
                    <a:pt x="2370" y="7588"/>
                  </a:cubicBezTo>
                  <a:cubicBezTo>
                    <a:pt x="2370" y="6898"/>
                    <a:pt x="2382" y="6203"/>
                    <a:pt x="2425" y="5513"/>
                  </a:cubicBezTo>
                  <a:cubicBezTo>
                    <a:pt x="2468" y="4790"/>
                    <a:pt x="2521" y="4138"/>
                    <a:pt x="2672" y="3437"/>
                  </a:cubicBezTo>
                  <a:lnTo>
                    <a:pt x="2672" y="3437"/>
                  </a:lnTo>
                  <a:cubicBezTo>
                    <a:pt x="2684" y="3547"/>
                    <a:pt x="2710" y="3667"/>
                    <a:pt x="2737" y="3786"/>
                  </a:cubicBezTo>
                  <a:cubicBezTo>
                    <a:pt x="2772" y="3948"/>
                    <a:pt x="2812" y="4101"/>
                    <a:pt x="2816" y="4216"/>
                  </a:cubicBezTo>
                  <a:cubicBezTo>
                    <a:pt x="2836" y="4547"/>
                    <a:pt x="2816" y="4863"/>
                    <a:pt x="2871" y="5190"/>
                  </a:cubicBezTo>
                  <a:cubicBezTo>
                    <a:pt x="2946" y="5644"/>
                    <a:pt x="2969" y="6093"/>
                    <a:pt x="2969" y="6551"/>
                  </a:cubicBezTo>
                  <a:cubicBezTo>
                    <a:pt x="2969" y="6846"/>
                    <a:pt x="2958" y="7146"/>
                    <a:pt x="2950" y="7450"/>
                  </a:cubicBezTo>
                  <a:cubicBezTo>
                    <a:pt x="2927" y="8052"/>
                    <a:pt x="2918" y="8656"/>
                    <a:pt x="2918" y="9259"/>
                  </a:cubicBezTo>
                  <a:cubicBezTo>
                    <a:pt x="2918" y="9744"/>
                    <a:pt x="2922" y="10225"/>
                    <a:pt x="2938" y="10711"/>
                  </a:cubicBezTo>
                  <a:cubicBezTo>
                    <a:pt x="2938" y="10722"/>
                    <a:pt x="2946" y="10731"/>
                    <a:pt x="2958" y="10731"/>
                  </a:cubicBezTo>
                  <a:cubicBezTo>
                    <a:pt x="2962" y="10731"/>
                    <a:pt x="2967" y="10729"/>
                    <a:pt x="2971" y="10726"/>
                  </a:cubicBezTo>
                  <a:lnTo>
                    <a:pt x="2998" y="10726"/>
                  </a:lnTo>
                  <a:cubicBezTo>
                    <a:pt x="3033" y="10726"/>
                    <a:pt x="3092" y="10731"/>
                    <a:pt x="3167" y="10734"/>
                  </a:cubicBezTo>
                  <a:cubicBezTo>
                    <a:pt x="3395" y="10742"/>
                    <a:pt x="3786" y="10766"/>
                    <a:pt x="4184" y="10766"/>
                  </a:cubicBezTo>
                  <a:cubicBezTo>
                    <a:pt x="4519" y="10766"/>
                    <a:pt x="4858" y="10749"/>
                    <a:pt x="5118" y="10698"/>
                  </a:cubicBezTo>
                  <a:cubicBezTo>
                    <a:pt x="5245" y="10671"/>
                    <a:pt x="5355" y="10636"/>
                    <a:pt x="5434" y="10584"/>
                  </a:cubicBezTo>
                  <a:cubicBezTo>
                    <a:pt x="5473" y="10560"/>
                    <a:pt x="5505" y="10533"/>
                    <a:pt x="5529" y="10498"/>
                  </a:cubicBezTo>
                  <a:cubicBezTo>
                    <a:pt x="5548" y="10466"/>
                    <a:pt x="5560" y="10427"/>
                    <a:pt x="5560" y="10387"/>
                  </a:cubicBezTo>
                  <a:lnTo>
                    <a:pt x="5560" y="10376"/>
                  </a:lnTo>
                  <a:cubicBezTo>
                    <a:pt x="5473" y="8814"/>
                    <a:pt x="5344" y="7257"/>
                    <a:pt x="5169" y="5703"/>
                  </a:cubicBezTo>
                  <a:cubicBezTo>
                    <a:pt x="5060" y="4713"/>
                    <a:pt x="4929" y="3715"/>
                    <a:pt x="4689" y="2745"/>
                  </a:cubicBezTo>
                  <a:cubicBezTo>
                    <a:pt x="4610" y="2414"/>
                    <a:pt x="4512" y="1930"/>
                    <a:pt x="4365" y="1468"/>
                  </a:cubicBezTo>
                  <a:cubicBezTo>
                    <a:pt x="4294" y="1239"/>
                    <a:pt x="4208" y="1014"/>
                    <a:pt x="4105" y="821"/>
                  </a:cubicBezTo>
                  <a:cubicBezTo>
                    <a:pt x="4003" y="624"/>
                    <a:pt x="3880" y="458"/>
                    <a:pt x="3739" y="344"/>
                  </a:cubicBezTo>
                  <a:cubicBezTo>
                    <a:pt x="3636" y="265"/>
                    <a:pt x="3518" y="214"/>
                    <a:pt x="3395" y="174"/>
                  </a:cubicBezTo>
                  <a:cubicBezTo>
                    <a:pt x="3273" y="139"/>
                    <a:pt x="3143" y="115"/>
                    <a:pt x="3016" y="95"/>
                  </a:cubicBezTo>
                  <a:cubicBezTo>
                    <a:pt x="2733" y="48"/>
                    <a:pt x="2441" y="1"/>
                    <a:pt x="2153"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8" name="Google Shape;1288;p37"/>
            <p:cNvSpPr/>
            <p:nvPr/>
          </p:nvSpPr>
          <p:spPr>
            <a:xfrm>
              <a:off x="375000" y="7308014"/>
              <a:ext cx="922267" cy="273876"/>
            </a:xfrm>
            <a:custGeom>
              <a:rect b="b" l="l" r="r" t="t"/>
              <a:pathLst>
                <a:path extrusionOk="0" h="860" w="2896">
                  <a:moveTo>
                    <a:pt x="1410" y="1"/>
                  </a:moveTo>
                  <a:cubicBezTo>
                    <a:pt x="1405" y="1"/>
                    <a:pt x="1399" y="2"/>
                    <a:pt x="1392" y="4"/>
                  </a:cubicBezTo>
                  <a:cubicBezTo>
                    <a:pt x="1377" y="12"/>
                    <a:pt x="1365" y="28"/>
                    <a:pt x="1354" y="43"/>
                  </a:cubicBezTo>
                  <a:cubicBezTo>
                    <a:pt x="1227" y="229"/>
                    <a:pt x="1010" y="323"/>
                    <a:pt x="793" y="378"/>
                  </a:cubicBezTo>
                  <a:cubicBezTo>
                    <a:pt x="581" y="434"/>
                    <a:pt x="355" y="461"/>
                    <a:pt x="151" y="552"/>
                  </a:cubicBezTo>
                  <a:cubicBezTo>
                    <a:pt x="80" y="584"/>
                    <a:pt x="0" y="647"/>
                    <a:pt x="20" y="722"/>
                  </a:cubicBezTo>
                  <a:cubicBezTo>
                    <a:pt x="39" y="776"/>
                    <a:pt x="105" y="801"/>
                    <a:pt x="165" y="801"/>
                  </a:cubicBezTo>
                  <a:cubicBezTo>
                    <a:pt x="170" y="801"/>
                    <a:pt x="174" y="800"/>
                    <a:pt x="178" y="800"/>
                  </a:cubicBezTo>
                  <a:cubicBezTo>
                    <a:pt x="204" y="798"/>
                    <a:pt x="230" y="797"/>
                    <a:pt x="255" y="797"/>
                  </a:cubicBezTo>
                  <a:cubicBezTo>
                    <a:pt x="464" y="797"/>
                    <a:pt x="672" y="860"/>
                    <a:pt x="891" y="860"/>
                  </a:cubicBezTo>
                  <a:cubicBezTo>
                    <a:pt x="897" y="860"/>
                    <a:pt x="902" y="860"/>
                    <a:pt x="908" y="860"/>
                  </a:cubicBezTo>
                  <a:cubicBezTo>
                    <a:pt x="1215" y="851"/>
                    <a:pt x="1519" y="840"/>
                    <a:pt x="1827" y="828"/>
                  </a:cubicBezTo>
                  <a:cubicBezTo>
                    <a:pt x="2044" y="820"/>
                    <a:pt x="2276" y="780"/>
                    <a:pt x="2497" y="780"/>
                  </a:cubicBezTo>
                  <a:cubicBezTo>
                    <a:pt x="2540" y="780"/>
                    <a:pt x="2584" y="785"/>
                    <a:pt x="2623" y="789"/>
                  </a:cubicBezTo>
                  <a:cubicBezTo>
                    <a:pt x="2646" y="790"/>
                    <a:pt x="2671" y="791"/>
                    <a:pt x="2695" y="791"/>
                  </a:cubicBezTo>
                  <a:cubicBezTo>
                    <a:pt x="2771" y="791"/>
                    <a:pt x="2846" y="780"/>
                    <a:pt x="2879" y="718"/>
                  </a:cubicBezTo>
                  <a:cubicBezTo>
                    <a:pt x="2895" y="682"/>
                    <a:pt x="2895" y="643"/>
                    <a:pt x="2895" y="607"/>
                  </a:cubicBezTo>
                  <a:cubicBezTo>
                    <a:pt x="2887" y="434"/>
                    <a:pt x="2879" y="260"/>
                    <a:pt x="2816" y="99"/>
                  </a:cubicBezTo>
                  <a:cubicBezTo>
                    <a:pt x="2798" y="51"/>
                    <a:pt x="2655" y="40"/>
                    <a:pt x="2519" y="40"/>
                  </a:cubicBezTo>
                  <a:cubicBezTo>
                    <a:pt x="2410" y="40"/>
                    <a:pt x="2306" y="47"/>
                    <a:pt x="2276" y="47"/>
                  </a:cubicBezTo>
                  <a:cubicBezTo>
                    <a:pt x="2141" y="47"/>
                    <a:pt x="2009" y="54"/>
                    <a:pt x="1878" y="54"/>
                  </a:cubicBezTo>
                  <a:cubicBezTo>
                    <a:pt x="1733" y="54"/>
                    <a:pt x="1591" y="45"/>
                    <a:pt x="1448" y="8"/>
                  </a:cubicBezTo>
                  <a:cubicBezTo>
                    <a:pt x="1435" y="6"/>
                    <a:pt x="1423" y="1"/>
                    <a:pt x="1410"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9" name="Google Shape;1289;p37"/>
            <p:cNvSpPr/>
            <p:nvPr/>
          </p:nvSpPr>
          <p:spPr>
            <a:xfrm>
              <a:off x="1428461" y="4231395"/>
              <a:ext cx="74520" cy="514950"/>
            </a:xfrm>
            <a:custGeom>
              <a:rect b="b" l="l" r="r" t="t"/>
              <a:pathLst>
                <a:path extrusionOk="0" h="1617" w="234">
                  <a:moveTo>
                    <a:pt x="214" y="0"/>
                  </a:moveTo>
                  <a:cubicBezTo>
                    <a:pt x="202" y="0"/>
                    <a:pt x="190" y="8"/>
                    <a:pt x="190" y="20"/>
                  </a:cubicBezTo>
                  <a:cubicBezTo>
                    <a:pt x="131" y="544"/>
                    <a:pt x="72" y="1069"/>
                    <a:pt x="1" y="1589"/>
                  </a:cubicBezTo>
                  <a:cubicBezTo>
                    <a:pt x="1" y="1601"/>
                    <a:pt x="9" y="1613"/>
                    <a:pt x="21" y="1617"/>
                  </a:cubicBezTo>
                  <a:cubicBezTo>
                    <a:pt x="33" y="1617"/>
                    <a:pt x="44" y="1609"/>
                    <a:pt x="44" y="1598"/>
                  </a:cubicBezTo>
                  <a:cubicBezTo>
                    <a:pt x="115" y="1072"/>
                    <a:pt x="175" y="548"/>
                    <a:pt x="234" y="24"/>
                  </a:cubicBezTo>
                  <a:cubicBezTo>
                    <a:pt x="234" y="13"/>
                    <a:pt x="226" y="4"/>
                    <a:pt x="21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0" name="Google Shape;1290;p37"/>
            <p:cNvSpPr/>
            <p:nvPr/>
          </p:nvSpPr>
          <p:spPr>
            <a:xfrm>
              <a:off x="1314453" y="2362685"/>
              <a:ext cx="392027" cy="435016"/>
            </a:xfrm>
            <a:custGeom>
              <a:rect b="b" l="l" r="r" t="t"/>
              <a:pathLst>
                <a:path extrusionOk="0" h="1366" w="1231">
                  <a:moveTo>
                    <a:pt x="565" y="0"/>
                  </a:moveTo>
                  <a:cubicBezTo>
                    <a:pt x="537" y="0"/>
                    <a:pt x="510" y="7"/>
                    <a:pt x="486" y="17"/>
                  </a:cubicBezTo>
                  <a:cubicBezTo>
                    <a:pt x="359" y="76"/>
                    <a:pt x="308" y="221"/>
                    <a:pt x="268" y="356"/>
                  </a:cubicBezTo>
                  <a:cubicBezTo>
                    <a:pt x="243" y="314"/>
                    <a:pt x="193" y="289"/>
                    <a:pt x="144" y="289"/>
                  </a:cubicBezTo>
                  <a:cubicBezTo>
                    <a:pt x="112" y="289"/>
                    <a:pt x="79" y="300"/>
                    <a:pt x="55" y="325"/>
                  </a:cubicBezTo>
                  <a:cubicBezTo>
                    <a:pt x="0" y="376"/>
                    <a:pt x="0" y="467"/>
                    <a:pt x="8" y="549"/>
                  </a:cubicBezTo>
                  <a:cubicBezTo>
                    <a:pt x="31" y="802"/>
                    <a:pt x="12" y="1349"/>
                    <a:pt x="367" y="1366"/>
                  </a:cubicBezTo>
                  <a:cubicBezTo>
                    <a:pt x="426" y="1366"/>
                    <a:pt x="489" y="1362"/>
                    <a:pt x="544" y="1333"/>
                  </a:cubicBezTo>
                  <a:cubicBezTo>
                    <a:pt x="608" y="1302"/>
                    <a:pt x="663" y="1251"/>
                    <a:pt x="717" y="1208"/>
                  </a:cubicBezTo>
                  <a:cubicBezTo>
                    <a:pt x="781" y="1160"/>
                    <a:pt x="859" y="1140"/>
                    <a:pt x="927" y="1097"/>
                  </a:cubicBezTo>
                  <a:cubicBezTo>
                    <a:pt x="1041" y="1026"/>
                    <a:pt x="1148" y="1014"/>
                    <a:pt x="1199" y="865"/>
                  </a:cubicBezTo>
                  <a:cubicBezTo>
                    <a:pt x="1227" y="782"/>
                    <a:pt x="1227" y="691"/>
                    <a:pt x="1230" y="600"/>
                  </a:cubicBezTo>
                  <a:cubicBezTo>
                    <a:pt x="1230" y="505"/>
                    <a:pt x="1230" y="407"/>
                    <a:pt x="1227" y="308"/>
                  </a:cubicBezTo>
                  <a:lnTo>
                    <a:pt x="1227" y="297"/>
                  </a:lnTo>
                  <a:cubicBezTo>
                    <a:pt x="1219" y="148"/>
                    <a:pt x="1132" y="101"/>
                    <a:pt x="1026" y="101"/>
                  </a:cubicBezTo>
                  <a:cubicBezTo>
                    <a:pt x="917" y="101"/>
                    <a:pt x="786" y="150"/>
                    <a:pt x="699" y="186"/>
                  </a:cubicBezTo>
                  <a:cubicBezTo>
                    <a:pt x="726" y="119"/>
                    <a:pt x="686" y="32"/>
                    <a:pt x="615" y="8"/>
                  </a:cubicBezTo>
                  <a:cubicBezTo>
                    <a:pt x="599" y="3"/>
                    <a:pt x="582" y="0"/>
                    <a:pt x="56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1" name="Google Shape;1291;p37"/>
            <p:cNvSpPr/>
            <p:nvPr/>
          </p:nvSpPr>
          <p:spPr>
            <a:xfrm>
              <a:off x="1725265" y="3079852"/>
              <a:ext cx="1407604" cy="533102"/>
            </a:xfrm>
            <a:custGeom>
              <a:rect b="b" l="l" r="r" t="t"/>
              <a:pathLst>
                <a:path extrusionOk="0" h="1674" w="4420">
                  <a:moveTo>
                    <a:pt x="496" y="0"/>
                  </a:moveTo>
                  <a:cubicBezTo>
                    <a:pt x="492" y="0"/>
                    <a:pt x="488" y="0"/>
                    <a:pt x="485" y="0"/>
                  </a:cubicBezTo>
                  <a:cubicBezTo>
                    <a:pt x="228" y="9"/>
                    <a:pt x="0" y="249"/>
                    <a:pt x="24" y="506"/>
                  </a:cubicBezTo>
                  <a:cubicBezTo>
                    <a:pt x="71" y="1026"/>
                    <a:pt x="587" y="1361"/>
                    <a:pt x="1041" y="1499"/>
                  </a:cubicBezTo>
                  <a:cubicBezTo>
                    <a:pt x="1281" y="1574"/>
                    <a:pt x="1522" y="1621"/>
                    <a:pt x="1762" y="1653"/>
                  </a:cubicBezTo>
                  <a:cubicBezTo>
                    <a:pt x="1887" y="1667"/>
                    <a:pt x="2013" y="1674"/>
                    <a:pt x="2138" y="1674"/>
                  </a:cubicBezTo>
                  <a:cubicBezTo>
                    <a:pt x="2873" y="1674"/>
                    <a:pt x="3605" y="1436"/>
                    <a:pt x="4239" y="1065"/>
                  </a:cubicBezTo>
                  <a:cubicBezTo>
                    <a:pt x="4341" y="1006"/>
                    <a:pt x="4341" y="974"/>
                    <a:pt x="4377" y="864"/>
                  </a:cubicBezTo>
                  <a:cubicBezTo>
                    <a:pt x="4419" y="746"/>
                    <a:pt x="4419" y="600"/>
                    <a:pt x="4341" y="497"/>
                  </a:cubicBezTo>
                  <a:cubicBezTo>
                    <a:pt x="4270" y="402"/>
                    <a:pt x="4148" y="355"/>
                    <a:pt x="4026" y="351"/>
                  </a:cubicBezTo>
                  <a:cubicBezTo>
                    <a:pt x="4019" y="351"/>
                    <a:pt x="4013" y="351"/>
                    <a:pt x="4006" y="351"/>
                  </a:cubicBezTo>
                  <a:cubicBezTo>
                    <a:pt x="3894" y="351"/>
                    <a:pt x="3783" y="380"/>
                    <a:pt x="3675" y="402"/>
                  </a:cubicBezTo>
                  <a:cubicBezTo>
                    <a:pt x="3274" y="496"/>
                    <a:pt x="2863" y="549"/>
                    <a:pt x="2449" y="549"/>
                  </a:cubicBezTo>
                  <a:cubicBezTo>
                    <a:pt x="2354" y="549"/>
                    <a:pt x="2259" y="546"/>
                    <a:pt x="2164" y="541"/>
                  </a:cubicBezTo>
                  <a:cubicBezTo>
                    <a:pt x="1932" y="529"/>
                    <a:pt x="1707" y="486"/>
                    <a:pt x="1478" y="430"/>
                  </a:cubicBezTo>
                  <a:cubicBezTo>
                    <a:pt x="1230" y="367"/>
                    <a:pt x="1013" y="226"/>
                    <a:pt x="792" y="103"/>
                  </a:cubicBezTo>
                  <a:cubicBezTo>
                    <a:pt x="701" y="50"/>
                    <a:pt x="599" y="0"/>
                    <a:pt x="496" y="0"/>
                  </a:cubicBezTo>
                  <a:close/>
                </a:path>
              </a:pathLst>
            </a:custGeom>
            <a:solidFill>
              <a:schemeClr val="accent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2" name="Google Shape;1292;p37"/>
            <p:cNvSpPr/>
            <p:nvPr/>
          </p:nvSpPr>
          <p:spPr>
            <a:xfrm>
              <a:off x="1725265" y="3073483"/>
              <a:ext cx="1410152" cy="546796"/>
            </a:xfrm>
            <a:custGeom>
              <a:rect b="b" l="l" r="r" t="t"/>
              <a:pathLst>
                <a:path extrusionOk="0" h="1717" w="4428">
                  <a:moveTo>
                    <a:pt x="492" y="44"/>
                  </a:moveTo>
                  <a:cubicBezTo>
                    <a:pt x="544" y="44"/>
                    <a:pt x="591" y="56"/>
                    <a:pt x="639" y="71"/>
                  </a:cubicBezTo>
                  <a:cubicBezTo>
                    <a:pt x="686" y="91"/>
                    <a:pt x="733" y="115"/>
                    <a:pt x="781" y="142"/>
                  </a:cubicBezTo>
                  <a:cubicBezTo>
                    <a:pt x="1001" y="261"/>
                    <a:pt x="1218" y="407"/>
                    <a:pt x="1474" y="470"/>
                  </a:cubicBezTo>
                  <a:cubicBezTo>
                    <a:pt x="1699" y="529"/>
                    <a:pt x="1928" y="568"/>
                    <a:pt x="2164" y="584"/>
                  </a:cubicBezTo>
                  <a:cubicBezTo>
                    <a:pt x="2259" y="588"/>
                    <a:pt x="2354" y="592"/>
                    <a:pt x="2444" y="592"/>
                  </a:cubicBezTo>
                  <a:cubicBezTo>
                    <a:pt x="2863" y="592"/>
                    <a:pt x="3276" y="537"/>
                    <a:pt x="3678" y="446"/>
                  </a:cubicBezTo>
                  <a:cubicBezTo>
                    <a:pt x="3785" y="419"/>
                    <a:pt x="3895" y="395"/>
                    <a:pt x="4002" y="395"/>
                  </a:cubicBezTo>
                  <a:lnTo>
                    <a:pt x="4026" y="395"/>
                  </a:lnTo>
                  <a:cubicBezTo>
                    <a:pt x="4084" y="395"/>
                    <a:pt x="4144" y="407"/>
                    <a:pt x="4195" y="431"/>
                  </a:cubicBezTo>
                  <a:cubicBezTo>
                    <a:pt x="4246" y="455"/>
                    <a:pt x="4294" y="486"/>
                    <a:pt x="4325" y="529"/>
                  </a:cubicBezTo>
                  <a:cubicBezTo>
                    <a:pt x="4365" y="584"/>
                    <a:pt x="4384" y="655"/>
                    <a:pt x="4384" y="726"/>
                  </a:cubicBezTo>
                  <a:cubicBezTo>
                    <a:pt x="4384" y="777"/>
                    <a:pt x="4372" y="828"/>
                    <a:pt x="4357" y="876"/>
                  </a:cubicBezTo>
                  <a:cubicBezTo>
                    <a:pt x="4348" y="904"/>
                    <a:pt x="4341" y="928"/>
                    <a:pt x="4333" y="947"/>
                  </a:cubicBezTo>
                  <a:cubicBezTo>
                    <a:pt x="4325" y="975"/>
                    <a:pt x="4317" y="994"/>
                    <a:pt x="4301" y="1010"/>
                  </a:cubicBezTo>
                  <a:cubicBezTo>
                    <a:pt x="4286" y="1026"/>
                    <a:pt x="4266" y="1046"/>
                    <a:pt x="4230" y="1065"/>
                  </a:cubicBezTo>
                  <a:cubicBezTo>
                    <a:pt x="3596" y="1436"/>
                    <a:pt x="2870" y="1669"/>
                    <a:pt x="2141" y="1669"/>
                  </a:cubicBezTo>
                  <a:cubicBezTo>
                    <a:pt x="2015" y="1669"/>
                    <a:pt x="1888" y="1665"/>
                    <a:pt x="1762" y="1649"/>
                  </a:cubicBezTo>
                  <a:cubicBezTo>
                    <a:pt x="1526" y="1621"/>
                    <a:pt x="1285" y="1574"/>
                    <a:pt x="1049" y="1499"/>
                  </a:cubicBezTo>
                  <a:cubicBezTo>
                    <a:pt x="823" y="1432"/>
                    <a:pt x="583" y="1314"/>
                    <a:pt x="394" y="1148"/>
                  </a:cubicBezTo>
                  <a:cubicBezTo>
                    <a:pt x="299" y="1070"/>
                    <a:pt x="217" y="975"/>
                    <a:pt x="157" y="868"/>
                  </a:cubicBezTo>
                  <a:cubicBezTo>
                    <a:pt x="98" y="766"/>
                    <a:pt x="55" y="651"/>
                    <a:pt x="43" y="521"/>
                  </a:cubicBezTo>
                  <a:lnTo>
                    <a:pt x="43" y="490"/>
                  </a:lnTo>
                  <a:cubicBezTo>
                    <a:pt x="43" y="375"/>
                    <a:pt x="95" y="265"/>
                    <a:pt x="177" y="182"/>
                  </a:cubicBezTo>
                  <a:cubicBezTo>
                    <a:pt x="260" y="100"/>
                    <a:pt x="370" y="44"/>
                    <a:pt x="485" y="44"/>
                  </a:cubicBezTo>
                  <a:close/>
                  <a:moveTo>
                    <a:pt x="481" y="0"/>
                  </a:moveTo>
                  <a:cubicBezTo>
                    <a:pt x="355" y="5"/>
                    <a:pt x="237" y="64"/>
                    <a:pt x="146" y="151"/>
                  </a:cubicBezTo>
                  <a:cubicBezTo>
                    <a:pt x="59" y="242"/>
                    <a:pt x="0" y="364"/>
                    <a:pt x="0" y="490"/>
                  </a:cubicBezTo>
                  <a:lnTo>
                    <a:pt x="0" y="526"/>
                  </a:lnTo>
                  <a:cubicBezTo>
                    <a:pt x="15" y="659"/>
                    <a:pt x="55" y="781"/>
                    <a:pt x="118" y="892"/>
                  </a:cubicBezTo>
                  <a:cubicBezTo>
                    <a:pt x="217" y="1057"/>
                    <a:pt x="359" y="1192"/>
                    <a:pt x="521" y="1298"/>
                  </a:cubicBezTo>
                  <a:cubicBezTo>
                    <a:pt x="681" y="1409"/>
                    <a:pt x="863" y="1487"/>
                    <a:pt x="1036" y="1543"/>
                  </a:cubicBezTo>
                  <a:cubicBezTo>
                    <a:pt x="1278" y="1614"/>
                    <a:pt x="1518" y="1665"/>
                    <a:pt x="1758" y="1692"/>
                  </a:cubicBezTo>
                  <a:cubicBezTo>
                    <a:pt x="1888" y="1709"/>
                    <a:pt x="2015" y="1716"/>
                    <a:pt x="2141" y="1716"/>
                  </a:cubicBezTo>
                  <a:cubicBezTo>
                    <a:pt x="2882" y="1712"/>
                    <a:pt x="3611" y="1476"/>
                    <a:pt x="4250" y="1105"/>
                  </a:cubicBezTo>
                  <a:cubicBezTo>
                    <a:pt x="4278" y="1089"/>
                    <a:pt x="4297" y="1074"/>
                    <a:pt x="4313" y="1061"/>
                  </a:cubicBezTo>
                  <a:cubicBezTo>
                    <a:pt x="4337" y="1038"/>
                    <a:pt x="4353" y="1014"/>
                    <a:pt x="4365" y="990"/>
                  </a:cubicBezTo>
                  <a:cubicBezTo>
                    <a:pt x="4377" y="963"/>
                    <a:pt x="4384" y="932"/>
                    <a:pt x="4401" y="892"/>
                  </a:cubicBezTo>
                  <a:cubicBezTo>
                    <a:pt x="4416" y="841"/>
                    <a:pt x="4428" y="781"/>
                    <a:pt x="4428" y="726"/>
                  </a:cubicBezTo>
                  <a:cubicBezTo>
                    <a:pt x="4428" y="648"/>
                    <a:pt x="4408" y="568"/>
                    <a:pt x="4361" y="506"/>
                  </a:cubicBezTo>
                  <a:cubicBezTo>
                    <a:pt x="4321" y="455"/>
                    <a:pt x="4270" y="415"/>
                    <a:pt x="4211" y="391"/>
                  </a:cubicBezTo>
                  <a:cubicBezTo>
                    <a:pt x="4155" y="364"/>
                    <a:pt x="4088" y="351"/>
                    <a:pt x="4030" y="351"/>
                  </a:cubicBezTo>
                  <a:cubicBezTo>
                    <a:pt x="4017" y="351"/>
                    <a:pt x="4010" y="348"/>
                    <a:pt x="4002" y="348"/>
                  </a:cubicBezTo>
                  <a:cubicBezTo>
                    <a:pt x="3888" y="351"/>
                    <a:pt x="3777" y="379"/>
                    <a:pt x="3667" y="403"/>
                  </a:cubicBezTo>
                  <a:cubicBezTo>
                    <a:pt x="3269" y="493"/>
                    <a:pt x="2858" y="549"/>
                    <a:pt x="2444" y="549"/>
                  </a:cubicBezTo>
                  <a:cubicBezTo>
                    <a:pt x="2354" y="549"/>
                    <a:pt x="2259" y="545"/>
                    <a:pt x="2168" y="541"/>
                  </a:cubicBezTo>
                  <a:cubicBezTo>
                    <a:pt x="1932" y="526"/>
                    <a:pt x="1711" y="486"/>
                    <a:pt x="1482" y="431"/>
                  </a:cubicBezTo>
                  <a:cubicBezTo>
                    <a:pt x="1242" y="368"/>
                    <a:pt x="1025" y="226"/>
                    <a:pt x="804" y="104"/>
                  </a:cubicBezTo>
                  <a:cubicBezTo>
                    <a:pt x="757" y="76"/>
                    <a:pt x="705" y="52"/>
                    <a:pt x="654" y="33"/>
                  </a:cubicBezTo>
                  <a:cubicBezTo>
                    <a:pt x="603" y="13"/>
                    <a:pt x="548" y="0"/>
                    <a:pt x="49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3" name="Google Shape;1293;p37"/>
            <p:cNvSpPr/>
            <p:nvPr/>
          </p:nvSpPr>
          <p:spPr>
            <a:xfrm>
              <a:off x="1559348" y="2921579"/>
              <a:ext cx="5095" cy="6688"/>
            </a:xfrm>
            <a:custGeom>
              <a:rect b="b" l="l" r="r" t="t"/>
              <a:pathLst>
                <a:path extrusionOk="0" h="21" w="16">
                  <a:moveTo>
                    <a:pt x="4" y="0"/>
                  </a:moveTo>
                  <a:cubicBezTo>
                    <a:pt x="1" y="9"/>
                    <a:pt x="1" y="13"/>
                    <a:pt x="1" y="20"/>
                  </a:cubicBezTo>
                  <a:lnTo>
                    <a:pt x="16" y="20"/>
                  </a:lnTo>
                  <a:lnTo>
                    <a:pt x="4" y="0"/>
                  </a:lnTo>
                  <a:close/>
                </a:path>
              </a:pathLst>
            </a:custGeom>
            <a:solidFill>
              <a:srgbClr val="5C2A9A"/>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4" name="Google Shape;1294;p37"/>
            <p:cNvSpPr/>
            <p:nvPr/>
          </p:nvSpPr>
          <p:spPr>
            <a:xfrm>
              <a:off x="1551705" y="2913936"/>
              <a:ext cx="19108" cy="21655"/>
            </a:xfrm>
            <a:custGeom>
              <a:rect b="b" l="l" r="r" t="t"/>
              <a:pathLst>
                <a:path extrusionOk="0" h="68" w="60">
                  <a:moveTo>
                    <a:pt x="25" y="1"/>
                  </a:moveTo>
                  <a:cubicBezTo>
                    <a:pt x="16" y="5"/>
                    <a:pt x="8" y="9"/>
                    <a:pt x="5" y="17"/>
                  </a:cubicBezTo>
                  <a:cubicBezTo>
                    <a:pt x="5" y="24"/>
                    <a:pt x="1" y="33"/>
                    <a:pt x="1" y="41"/>
                  </a:cubicBezTo>
                  <a:cubicBezTo>
                    <a:pt x="1" y="41"/>
                    <a:pt x="1" y="44"/>
                    <a:pt x="5" y="48"/>
                  </a:cubicBezTo>
                  <a:cubicBezTo>
                    <a:pt x="5" y="52"/>
                    <a:pt x="8" y="60"/>
                    <a:pt x="12" y="64"/>
                  </a:cubicBezTo>
                  <a:cubicBezTo>
                    <a:pt x="16" y="68"/>
                    <a:pt x="25" y="68"/>
                    <a:pt x="28" y="68"/>
                  </a:cubicBezTo>
                  <a:cubicBezTo>
                    <a:pt x="32" y="64"/>
                    <a:pt x="36" y="64"/>
                    <a:pt x="43" y="64"/>
                  </a:cubicBezTo>
                  <a:cubicBezTo>
                    <a:pt x="48" y="64"/>
                    <a:pt x="56" y="57"/>
                    <a:pt x="60" y="52"/>
                  </a:cubicBezTo>
                  <a:cubicBezTo>
                    <a:pt x="60" y="44"/>
                    <a:pt x="60" y="37"/>
                    <a:pt x="56" y="33"/>
                  </a:cubicBezTo>
                  <a:lnTo>
                    <a:pt x="43" y="13"/>
                  </a:lnTo>
                  <a:cubicBezTo>
                    <a:pt x="40" y="5"/>
                    <a:pt x="32" y="1"/>
                    <a:pt x="25" y="1"/>
                  </a:cubicBezTo>
                  <a:close/>
                </a:path>
              </a:pathLst>
            </a:custGeom>
            <a:solidFill>
              <a:srgbClr val="000000"/>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5" name="Google Shape;1295;p37"/>
            <p:cNvSpPr/>
            <p:nvPr/>
          </p:nvSpPr>
          <p:spPr>
            <a:xfrm>
              <a:off x="2095825" y="2411550"/>
              <a:ext cx="2758603" cy="2589372"/>
            </a:xfrm>
            <a:custGeom>
              <a:rect b="b" l="l" r="r" t="t"/>
              <a:pathLst>
                <a:path extrusionOk="0" h="2887" w="3826">
                  <a:moveTo>
                    <a:pt x="4" y="0"/>
                  </a:moveTo>
                  <a:lnTo>
                    <a:pt x="0" y="4"/>
                  </a:lnTo>
                  <a:lnTo>
                    <a:pt x="4" y="2886"/>
                  </a:lnTo>
                  <a:lnTo>
                    <a:pt x="3826" y="2886"/>
                  </a:lnTo>
                  <a:lnTo>
                    <a:pt x="3826" y="4"/>
                  </a:lnTo>
                  <a:lnTo>
                    <a:pt x="3821" y="0"/>
                  </a:lnTo>
                  <a:lnTo>
                    <a:pt x="3466" y="0"/>
                  </a:lnTo>
                  <a:cubicBezTo>
                    <a:pt x="3462" y="0"/>
                    <a:pt x="3458" y="4"/>
                    <a:pt x="3458" y="8"/>
                  </a:cubicBezTo>
                  <a:cubicBezTo>
                    <a:pt x="3478" y="71"/>
                    <a:pt x="3478" y="142"/>
                    <a:pt x="3404" y="228"/>
                  </a:cubicBezTo>
                  <a:cubicBezTo>
                    <a:pt x="3353" y="289"/>
                    <a:pt x="3283" y="326"/>
                    <a:pt x="3207" y="326"/>
                  </a:cubicBezTo>
                  <a:cubicBezTo>
                    <a:pt x="3194" y="326"/>
                    <a:pt x="3180" y="325"/>
                    <a:pt x="3167" y="323"/>
                  </a:cubicBezTo>
                  <a:cubicBezTo>
                    <a:pt x="3052" y="299"/>
                    <a:pt x="2962" y="197"/>
                    <a:pt x="2962" y="71"/>
                  </a:cubicBezTo>
                  <a:cubicBezTo>
                    <a:pt x="2962" y="51"/>
                    <a:pt x="2965" y="28"/>
                    <a:pt x="2974" y="8"/>
                  </a:cubicBezTo>
                  <a:cubicBezTo>
                    <a:pt x="2974" y="4"/>
                    <a:pt x="2974" y="0"/>
                    <a:pt x="2969" y="0"/>
                  </a:cubicBezTo>
                  <a:lnTo>
                    <a:pt x="2595" y="0"/>
                  </a:lnTo>
                  <a:cubicBezTo>
                    <a:pt x="2591" y="0"/>
                    <a:pt x="2591" y="4"/>
                    <a:pt x="2591" y="8"/>
                  </a:cubicBezTo>
                  <a:cubicBezTo>
                    <a:pt x="2610" y="71"/>
                    <a:pt x="2610" y="142"/>
                    <a:pt x="2532" y="228"/>
                  </a:cubicBezTo>
                  <a:cubicBezTo>
                    <a:pt x="2485" y="289"/>
                    <a:pt x="2412" y="326"/>
                    <a:pt x="2338" y="326"/>
                  </a:cubicBezTo>
                  <a:cubicBezTo>
                    <a:pt x="2325" y="326"/>
                    <a:pt x="2312" y="325"/>
                    <a:pt x="2299" y="323"/>
                  </a:cubicBezTo>
                  <a:cubicBezTo>
                    <a:pt x="2181" y="299"/>
                    <a:pt x="2094" y="197"/>
                    <a:pt x="2094" y="71"/>
                  </a:cubicBezTo>
                  <a:cubicBezTo>
                    <a:pt x="2094" y="51"/>
                    <a:pt x="2098" y="28"/>
                    <a:pt x="2102" y="8"/>
                  </a:cubicBezTo>
                  <a:cubicBezTo>
                    <a:pt x="2106" y="4"/>
                    <a:pt x="2102" y="0"/>
                    <a:pt x="2098" y="0"/>
                  </a:cubicBezTo>
                  <a:lnTo>
                    <a:pt x="1728" y="0"/>
                  </a:lnTo>
                  <a:cubicBezTo>
                    <a:pt x="1724" y="0"/>
                    <a:pt x="1720" y="4"/>
                    <a:pt x="1720" y="8"/>
                  </a:cubicBezTo>
                  <a:cubicBezTo>
                    <a:pt x="1739" y="71"/>
                    <a:pt x="1739" y="142"/>
                    <a:pt x="1664" y="228"/>
                  </a:cubicBezTo>
                  <a:cubicBezTo>
                    <a:pt x="1614" y="289"/>
                    <a:pt x="1541" y="326"/>
                    <a:pt x="1467" y="326"/>
                  </a:cubicBezTo>
                  <a:cubicBezTo>
                    <a:pt x="1454" y="326"/>
                    <a:pt x="1441" y="325"/>
                    <a:pt x="1428" y="323"/>
                  </a:cubicBezTo>
                  <a:cubicBezTo>
                    <a:pt x="1313" y="299"/>
                    <a:pt x="1223" y="197"/>
                    <a:pt x="1223" y="71"/>
                  </a:cubicBezTo>
                  <a:cubicBezTo>
                    <a:pt x="1223" y="51"/>
                    <a:pt x="1227" y="28"/>
                    <a:pt x="1234" y="8"/>
                  </a:cubicBezTo>
                  <a:cubicBezTo>
                    <a:pt x="1234" y="4"/>
                    <a:pt x="1234" y="0"/>
                    <a:pt x="1231" y="0"/>
                  </a:cubicBezTo>
                  <a:lnTo>
                    <a:pt x="856" y="0"/>
                  </a:lnTo>
                  <a:cubicBezTo>
                    <a:pt x="852" y="0"/>
                    <a:pt x="852" y="4"/>
                    <a:pt x="852" y="8"/>
                  </a:cubicBezTo>
                  <a:cubicBezTo>
                    <a:pt x="868" y="71"/>
                    <a:pt x="872" y="142"/>
                    <a:pt x="793" y="228"/>
                  </a:cubicBezTo>
                  <a:cubicBezTo>
                    <a:pt x="746" y="289"/>
                    <a:pt x="673" y="326"/>
                    <a:pt x="599" y="326"/>
                  </a:cubicBezTo>
                  <a:cubicBezTo>
                    <a:pt x="586" y="326"/>
                    <a:pt x="574" y="325"/>
                    <a:pt x="561" y="323"/>
                  </a:cubicBezTo>
                  <a:cubicBezTo>
                    <a:pt x="442" y="299"/>
                    <a:pt x="355" y="197"/>
                    <a:pt x="355" y="71"/>
                  </a:cubicBezTo>
                  <a:cubicBezTo>
                    <a:pt x="355" y="51"/>
                    <a:pt x="359" y="28"/>
                    <a:pt x="363" y="8"/>
                  </a:cubicBezTo>
                  <a:cubicBezTo>
                    <a:pt x="367" y="4"/>
                    <a:pt x="363" y="0"/>
                    <a:pt x="359" y="0"/>
                  </a:cubicBezTo>
                  <a:close/>
                </a:path>
              </a:pathLst>
            </a:custGeom>
            <a:solidFill>
              <a:schemeClr val="accent5"/>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6" name="Google Shape;1296;p37"/>
            <p:cNvSpPr/>
            <p:nvPr/>
          </p:nvSpPr>
          <p:spPr>
            <a:xfrm>
              <a:off x="887400" y="2885911"/>
              <a:ext cx="1247418" cy="1165882"/>
            </a:xfrm>
            <a:custGeom>
              <a:rect b="b" l="l" r="r" t="t"/>
              <a:pathLst>
                <a:path extrusionOk="0" h="3661" w="3917">
                  <a:moveTo>
                    <a:pt x="1448" y="1"/>
                  </a:moveTo>
                  <a:cubicBezTo>
                    <a:pt x="1420" y="1"/>
                    <a:pt x="1392" y="1"/>
                    <a:pt x="1365" y="3"/>
                  </a:cubicBezTo>
                  <a:cubicBezTo>
                    <a:pt x="651" y="34"/>
                    <a:pt x="529" y="625"/>
                    <a:pt x="407" y="1193"/>
                  </a:cubicBezTo>
                  <a:cubicBezTo>
                    <a:pt x="364" y="1399"/>
                    <a:pt x="324" y="1603"/>
                    <a:pt x="280" y="1808"/>
                  </a:cubicBezTo>
                  <a:cubicBezTo>
                    <a:pt x="222" y="2096"/>
                    <a:pt x="166" y="2384"/>
                    <a:pt x="107" y="2676"/>
                  </a:cubicBezTo>
                  <a:cubicBezTo>
                    <a:pt x="100" y="2711"/>
                    <a:pt x="52" y="3015"/>
                    <a:pt x="0" y="3149"/>
                  </a:cubicBezTo>
                  <a:cubicBezTo>
                    <a:pt x="142" y="3200"/>
                    <a:pt x="280" y="3244"/>
                    <a:pt x="426" y="3283"/>
                  </a:cubicBezTo>
                  <a:cubicBezTo>
                    <a:pt x="742" y="3366"/>
                    <a:pt x="1061" y="3421"/>
                    <a:pt x="1385" y="3481"/>
                  </a:cubicBezTo>
                  <a:cubicBezTo>
                    <a:pt x="1605" y="3519"/>
                    <a:pt x="1830" y="3567"/>
                    <a:pt x="2055" y="3606"/>
                  </a:cubicBezTo>
                  <a:cubicBezTo>
                    <a:pt x="2241" y="3637"/>
                    <a:pt x="2470" y="3661"/>
                    <a:pt x="2697" y="3661"/>
                  </a:cubicBezTo>
                  <a:cubicBezTo>
                    <a:pt x="2903" y="3661"/>
                    <a:pt x="3106" y="3641"/>
                    <a:pt x="3274" y="3590"/>
                  </a:cubicBezTo>
                  <a:cubicBezTo>
                    <a:pt x="3246" y="3035"/>
                    <a:pt x="3104" y="2562"/>
                    <a:pt x="3076" y="2005"/>
                  </a:cubicBezTo>
                  <a:lnTo>
                    <a:pt x="3076" y="2005"/>
                  </a:lnTo>
                  <a:cubicBezTo>
                    <a:pt x="3092" y="2025"/>
                    <a:pt x="3345" y="2123"/>
                    <a:pt x="3443" y="2167"/>
                  </a:cubicBezTo>
                  <a:cubicBezTo>
                    <a:pt x="3448" y="2170"/>
                    <a:pt x="3454" y="2172"/>
                    <a:pt x="3459" y="2172"/>
                  </a:cubicBezTo>
                  <a:cubicBezTo>
                    <a:pt x="3474" y="2172"/>
                    <a:pt x="3489" y="2161"/>
                    <a:pt x="3494" y="2143"/>
                  </a:cubicBezTo>
                  <a:cubicBezTo>
                    <a:pt x="3569" y="1903"/>
                    <a:pt x="3916" y="755"/>
                    <a:pt x="3822" y="704"/>
                  </a:cubicBezTo>
                  <a:cubicBezTo>
                    <a:pt x="3770" y="680"/>
                    <a:pt x="3723" y="649"/>
                    <a:pt x="3672" y="622"/>
                  </a:cubicBezTo>
                  <a:cubicBezTo>
                    <a:pt x="3321" y="412"/>
                    <a:pt x="2934" y="258"/>
                    <a:pt x="2532" y="168"/>
                  </a:cubicBezTo>
                  <a:cubicBezTo>
                    <a:pt x="2192" y="91"/>
                    <a:pt x="1802" y="1"/>
                    <a:pt x="1448" y="1"/>
                  </a:cubicBezTo>
                  <a:close/>
                </a:path>
              </a:pathLst>
            </a:custGeom>
            <a:solidFill>
              <a:schemeClr val="accen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7" name="Google Shape;1297;p37"/>
            <p:cNvSpPr/>
            <p:nvPr/>
          </p:nvSpPr>
          <p:spPr>
            <a:xfrm>
              <a:off x="879757" y="2879224"/>
              <a:ext cx="1235953" cy="1179257"/>
            </a:xfrm>
            <a:custGeom>
              <a:rect b="b" l="l" r="r" t="t"/>
              <a:pathLst>
                <a:path extrusionOk="0" h="3703" w="3881">
                  <a:moveTo>
                    <a:pt x="1467" y="43"/>
                  </a:moveTo>
                  <a:cubicBezTo>
                    <a:pt x="1818" y="43"/>
                    <a:pt x="2213" y="133"/>
                    <a:pt x="2552" y="213"/>
                  </a:cubicBezTo>
                  <a:cubicBezTo>
                    <a:pt x="2950" y="299"/>
                    <a:pt x="3336" y="453"/>
                    <a:pt x="3684" y="658"/>
                  </a:cubicBezTo>
                  <a:cubicBezTo>
                    <a:pt x="3735" y="690"/>
                    <a:pt x="3782" y="717"/>
                    <a:pt x="3833" y="745"/>
                  </a:cubicBezTo>
                  <a:cubicBezTo>
                    <a:pt x="3833" y="745"/>
                    <a:pt x="3833" y="749"/>
                    <a:pt x="3838" y="757"/>
                  </a:cubicBezTo>
                  <a:lnTo>
                    <a:pt x="3838" y="788"/>
                  </a:lnTo>
                  <a:cubicBezTo>
                    <a:pt x="3838" y="816"/>
                    <a:pt x="3833" y="859"/>
                    <a:pt x="3826" y="907"/>
                  </a:cubicBezTo>
                  <a:cubicBezTo>
                    <a:pt x="3802" y="1076"/>
                    <a:pt x="3731" y="1344"/>
                    <a:pt x="3664" y="1593"/>
                  </a:cubicBezTo>
                  <a:cubicBezTo>
                    <a:pt x="3597" y="1837"/>
                    <a:pt x="3526" y="2066"/>
                    <a:pt x="3498" y="2157"/>
                  </a:cubicBezTo>
                  <a:cubicBezTo>
                    <a:pt x="3498" y="2161"/>
                    <a:pt x="3494" y="2164"/>
                    <a:pt x="3491" y="2168"/>
                  </a:cubicBezTo>
                  <a:lnTo>
                    <a:pt x="3475" y="2168"/>
                  </a:lnTo>
                  <a:cubicBezTo>
                    <a:pt x="3423" y="2148"/>
                    <a:pt x="3336" y="2113"/>
                    <a:pt x="3262" y="2077"/>
                  </a:cubicBezTo>
                  <a:cubicBezTo>
                    <a:pt x="3223" y="2062"/>
                    <a:pt x="3187" y="2046"/>
                    <a:pt x="3159" y="2035"/>
                  </a:cubicBezTo>
                  <a:cubicBezTo>
                    <a:pt x="3147" y="2030"/>
                    <a:pt x="3136" y="2022"/>
                    <a:pt x="3128" y="2019"/>
                  </a:cubicBezTo>
                  <a:cubicBezTo>
                    <a:pt x="3123" y="2015"/>
                    <a:pt x="3120" y="2015"/>
                    <a:pt x="3116" y="2015"/>
                  </a:cubicBezTo>
                  <a:lnTo>
                    <a:pt x="3116" y="2011"/>
                  </a:lnTo>
                  <a:cubicBezTo>
                    <a:pt x="3110" y="2008"/>
                    <a:pt x="3105" y="2005"/>
                    <a:pt x="3099" y="2005"/>
                  </a:cubicBezTo>
                  <a:cubicBezTo>
                    <a:pt x="3097" y="2005"/>
                    <a:pt x="3094" y="2005"/>
                    <a:pt x="3092" y="2006"/>
                  </a:cubicBezTo>
                  <a:cubicBezTo>
                    <a:pt x="3085" y="2011"/>
                    <a:pt x="3076" y="2019"/>
                    <a:pt x="3076" y="2026"/>
                  </a:cubicBezTo>
                  <a:cubicBezTo>
                    <a:pt x="3092" y="2306"/>
                    <a:pt x="3136" y="2567"/>
                    <a:pt x="3179" y="2823"/>
                  </a:cubicBezTo>
                  <a:cubicBezTo>
                    <a:pt x="3217" y="3074"/>
                    <a:pt x="3260" y="3324"/>
                    <a:pt x="3277" y="3593"/>
                  </a:cubicBezTo>
                  <a:lnTo>
                    <a:pt x="3277" y="3593"/>
                  </a:lnTo>
                  <a:cubicBezTo>
                    <a:pt x="3110" y="3640"/>
                    <a:pt x="2912" y="3659"/>
                    <a:pt x="2710" y="3659"/>
                  </a:cubicBezTo>
                  <a:cubicBezTo>
                    <a:pt x="2489" y="3659"/>
                    <a:pt x="2264" y="3635"/>
                    <a:pt x="2082" y="3607"/>
                  </a:cubicBezTo>
                  <a:cubicBezTo>
                    <a:pt x="1858" y="3568"/>
                    <a:pt x="1638" y="3520"/>
                    <a:pt x="1412" y="3478"/>
                  </a:cubicBezTo>
                  <a:cubicBezTo>
                    <a:pt x="1089" y="3418"/>
                    <a:pt x="770" y="3363"/>
                    <a:pt x="455" y="3280"/>
                  </a:cubicBezTo>
                  <a:cubicBezTo>
                    <a:pt x="320" y="3247"/>
                    <a:pt x="186" y="3203"/>
                    <a:pt x="51" y="3158"/>
                  </a:cubicBezTo>
                  <a:lnTo>
                    <a:pt x="51" y="3158"/>
                  </a:lnTo>
                  <a:cubicBezTo>
                    <a:pt x="62" y="3126"/>
                    <a:pt x="74" y="3091"/>
                    <a:pt x="84" y="3052"/>
                  </a:cubicBezTo>
                  <a:cubicBezTo>
                    <a:pt x="100" y="2976"/>
                    <a:pt x="115" y="2894"/>
                    <a:pt x="131" y="2831"/>
                  </a:cubicBezTo>
                  <a:cubicBezTo>
                    <a:pt x="135" y="2796"/>
                    <a:pt x="139" y="2768"/>
                    <a:pt x="142" y="2744"/>
                  </a:cubicBezTo>
                  <a:cubicBezTo>
                    <a:pt x="147" y="2725"/>
                    <a:pt x="151" y="2705"/>
                    <a:pt x="151" y="2701"/>
                  </a:cubicBezTo>
                  <a:cubicBezTo>
                    <a:pt x="210" y="2413"/>
                    <a:pt x="269" y="2121"/>
                    <a:pt x="328" y="1833"/>
                  </a:cubicBezTo>
                  <a:cubicBezTo>
                    <a:pt x="368" y="1628"/>
                    <a:pt x="411" y="1423"/>
                    <a:pt x="455" y="1218"/>
                  </a:cubicBezTo>
                  <a:cubicBezTo>
                    <a:pt x="513" y="934"/>
                    <a:pt x="573" y="646"/>
                    <a:pt x="706" y="430"/>
                  </a:cubicBezTo>
                  <a:cubicBezTo>
                    <a:pt x="774" y="319"/>
                    <a:pt x="857" y="228"/>
                    <a:pt x="967" y="161"/>
                  </a:cubicBezTo>
                  <a:cubicBezTo>
                    <a:pt x="1077" y="95"/>
                    <a:pt x="1212" y="55"/>
                    <a:pt x="1389" y="47"/>
                  </a:cubicBezTo>
                  <a:cubicBezTo>
                    <a:pt x="1412" y="47"/>
                    <a:pt x="1440" y="43"/>
                    <a:pt x="1467" y="43"/>
                  </a:cubicBezTo>
                  <a:close/>
                  <a:moveTo>
                    <a:pt x="1467" y="0"/>
                  </a:moveTo>
                  <a:cubicBezTo>
                    <a:pt x="1440" y="0"/>
                    <a:pt x="1412" y="0"/>
                    <a:pt x="1385" y="4"/>
                  </a:cubicBezTo>
                  <a:cubicBezTo>
                    <a:pt x="1207" y="11"/>
                    <a:pt x="1061" y="55"/>
                    <a:pt x="943" y="122"/>
                  </a:cubicBezTo>
                  <a:cubicBezTo>
                    <a:pt x="857" y="177"/>
                    <a:pt x="786" y="244"/>
                    <a:pt x="723" y="323"/>
                  </a:cubicBezTo>
                  <a:cubicBezTo>
                    <a:pt x="636" y="441"/>
                    <a:pt x="573" y="583"/>
                    <a:pt x="526" y="737"/>
                  </a:cubicBezTo>
                  <a:cubicBezTo>
                    <a:pt x="478" y="887"/>
                    <a:pt x="446" y="1049"/>
                    <a:pt x="411" y="1210"/>
                  </a:cubicBezTo>
                  <a:cubicBezTo>
                    <a:pt x="368" y="1415"/>
                    <a:pt x="324" y="1620"/>
                    <a:pt x="284" y="1822"/>
                  </a:cubicBezTo>
                  <a:cubicBezTo>
                    <a:pt x="226" y="2113"/>
                    <a:pt x="166" y="2401"/>
                    <a:pt x="111" y="2692"/>
                  </a:cubicBezTo>
                  <a:cubicBezTo>
                    <a:pt x="107" y="2697"/>
                    <a:pt x="107" y="2705"/>
                    <a:pt x="104" y="2716"/>
                  </a:cubicBezTo>
                  <a:cubicBezTo>
                    <a:pt x="100" y="2760"/>
                    <a:pt x="84" y="2843"/>
                    <a:pt x="64" y="2929"/>
                  </a:cubicBezTo>
                  <a:cubicBezTo>
                    <a:pt x="48" y="3016"/>
                    <a:pt x="24" y="3107"/>
                    <a:pt x="5" y="3162"/>
                  </a:cubicBezTo>
                  <a:cubicBezTo>
                    <a:pt x="1" y="3170"/>
                    <a:pt x="1" y="3174"/>
                    <a:pt x="5" y="3182"/>
                  </a:cubicBezTo>
                  <a:cubicBezTo>
                    <a:pt x="5" y="3185"/>
                    <a:pt x="9" y="3189"/>
                    <a:pt x="17" y="3194"/>
                  </a:cubicBezTo>
                  <a:cubicBezTo>
                    <a:pt x="159" y="3241"/>
                    <a:pt x="297" y="3284"/>
                    <a:pt x="442" y="3324"/>
                  </a:cubicBezTo>
                  <a:cubicBezTo>
                    <a:pt x="762" y="3407"/>
                    <a:pt x="1081" y="3462"/>
                    <a:pt x="1405" y="3520"/>
                  </a:cubicBezTo>
                  <a:cubicBezTo>
                    <a:pt x="1625" y="3560"/>
                    <a:pt x="1851" y="3611"/>
                    <a:pt x="2075" y="3651"/>
                  </a:cubicBezTo>
                  <a:cubicBezTo>
                    <a:pt x="2260" y="3678"/>
                    <a:pt x="2485" y="3702"/>
                    <a:pt x="2710" y="3702"/>
                  </a:cubicBezTo>
                  <a:cubicBezTo>
                    <a:pt x="2923" y="3702"/>
                    <a:pt x="3132" y="3682"/>
                    <a:pt x="3305" y="3631"/>
                  </a:cubicBezTo>
                  <a:cubicBezTo>
                    <a:pt x="3313" y="3627"/>
                    <a:pt x="3321" y="3620"/>
                    <a:pt x="3321" y="3607"/>
                  </a:cubicBezTo>
                  <a:cubicBezTo>
                    <a:pt x="3305" y="3331"/>
                    <a:pt x="3262" y="3071"/>
                    <a:pt x="3218" y="2815"/>
                  </a:cubicBezTo>
                  <a:cubicBezTo>
                    <a:pt x="3181" y="2572"/>
                    <a:pt x="3140" y="2328"/>
                    <a:pt x="3122" y="2067"/>
                  </a:cubicBezTo>
                  <a:lnTo>
                    <a:pt x="3122" y="2067"/>
                  </a:lnTo>
                  <a:cubicBezTo>
                    <a:pt x="3159" y="2083"/>
                    <a:pt x="3224" y="2110"/>
                    <a:pt x="3285" y="2137"/>
                  </a:cubicBezTo>
                  <a:cubicBezTo>
                    <a:pt x="3352" y="2164"/>
                    <a:pt x="3416" y="2192"/>
                    <a:pt x="3455" y="2208"/>
                  </a:cubicBezTo>
                  <a:cubicBezTo>
                    <a:pt x="3463" y="2212"/>
                    <a:pt x="3475" y="2215"/>
                    <a:pt x="3483" y="2215"/>
                  </a:cubicBezTo>
                  <a:cubicBezTo>
                    <a:pt x="3494" y="2215"/>
                    <a:pt x="3507" y="2212"/>
                    <a:pt x="3518" y="2204"/>
                  </a:cubicBezTo>
                  <a:cubicBezTo>
                    <a:pt x="3526" y="2196"/>
                    <a:pt x="3534" y="2184"/>
                    <a:pt x="3538" y="2172"/>
                  </a:cubicBezTo>
                  <a:cubicBezTo>
                    <a:pt x="3573" y="2066"/>
                    <a:pt x="3656" y="1782"/>
                    <a:pt x="3735" y="1498"/>
                  </a:cubicBezTo>
                  <a:cubicBezTo>
                    <a:pt x="3775" y="1352"/>
                    <a:pt x="3810" y="1207"/>
                    <a:pt x="3838" y="1084"/>
                  </a:cubicBezTo>
                  <a:cubicBezTo>
                    <a:pt x="3849" y="1021"/>
                    <a:pt x="3862" y="961"/>
                    <a:pt x="3869" y="914"/>
                  </a:cubicBezTo>
                  <a:cubicBezTo>
                    <a:pt x="3877" y="863"/>
                    <a:pt x="3881" y="820"/>
                    <a:pt x="3881" y="788"/>
                  </a:cubicBezTo>
                  <a:cubicBezTo>
                    <a:pt x="3881" y="768"/>
                    <a:pt x="3881" y="752"/>
                    <a:pt x="3877" y="741"/>
                  </a:cubicBezTo>
                  <a:cubicBezTo>
                    <a:pt x="3877" y="733"/>
                    <a:pt x="3873" y="729"/>
                    <a:pt x="3869" y="721"/>
                  </a:cubicBezTo>
                  <a:cubicBezTo>
                    <a:pt x="3865" y="717"/>
                    <a:pt x="3862" y="710"/>
                    <a:pt x="3853" y="705"/>
                  </a:cubicBezTo>
                  <a:cubicBezTo>
                    <a:pt x="3806" y="681"/>
                    <a:pt x="3755" y="650"/>
                    <a:pt x="3707" y="623"/>
                  </a:cubicBezTo>
                  <a:cubicBezTo>
                    <a:pt x="3352" y="414"/>
                    <a:pt x="2966" y="260"/>
                    <a:pt x="2564" y="169"/>
                  </a:cubicBezTo>
                  <a:cubicBezTo>
                    <a:pt x="2221" y="90"/>
                    <a:pt x="1827" y="0"/>
                    <a:pt x="1467"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8" name="Google Shape;1298;p37"/>
            <p:cNvSpPr/>
            <p:nvPr/>
          </p:nvSpPr>
          <p:spPr>
            <a:xfrm>
              <a:off x="1350757" y="2425740"/>
              <a:ext cx="354449" cy="648066"/>
            </a:xfrm>
            <a:custGeom>
              <a:rect b="b" l="l" r="r" t="t"/>
              <a:pathLst>
                <a:path extrusionOk="0" h="2035" w="1113">
                  <a:moveTo>
                    <a:pt x="797" y="1"/>
                  </a:moveTo>
                  <a:cubicBezTo>
                    <a:pt x="723" y="1"/>
                    <a:pt x="646" y="16"/>
                    <a:pt x="585" y="32"/>
                  </a:cubicBezTo>
                  <a:cubicBezTo>
                    <a:pt x="514" y="52"/>
                    <a:pt x="450" y="91"/>
                    <a:pt x="395" y="138"/>
                  </a:cubicBezTo>
                  <a:cubicBezTo>
                    <a:pt x="336" y="194"/>
                    <a:pt x="245" y="284"/>
                    <a:pt x="221" y="363"/>
                  </a:cubicBezTo>
                  <a:cubicBezTo>
                    <a:pt x="206" y="422"/>
                    <a:pt x="190" y="478"/>
                    <a:pt x="174" y="536"/>
                  </a:cubicBezTo>
                  <a:cubicBezTo>
                    <a:pt x="139" y="686"/>
                    <a:pt x="166" y="840"/>
                    <a:pt x="146" y="993"/>
                  </a:cubicBezTo>
                  <a:cubicBezTo>
                    <a:pt x="135" y="1128"/>
                    <a:pt x="99" y="1277"/>
                    <a:pt x="52" y="1404"/>
                  </a:cubicBezTo>
                  <a:cubicBezTo>
                    <a:pt x="44" y="1432"/>
                    <a:pt x="24" y="1451"/>
                    <a:pt x="1" y="1463"/>
                  </a:cubicBezTo>
                  <a:cubicBezTo>
                    <a:pt x="36" y="1538"/>
                    <a:pt x="75" y="1617"/>
                    <a:pt x="115" y="1696"/>
                  </a:cubicBezTo>
                  <a:cubicBezTo>
                    <a:pt x="170" y="1810"/>
                    <a:pt x="249" y="1952"/>
                    <a:pt x="367" y="2011"/>
                  </a:cubicBezTo>
                  <a:cubicBezTo>
                    <a:pt x="399" y="2027"/>
                    <a:pt x="432" y="2035"/>
                    <a:pt x="463" y="2035"/>
                  </a:cubicBezTo>
                  <a:cubicBezTo>
                    <a:pt x="544" y="2035"/>
                    <a:pt x="617" y="1984"/>
                    <a:pt x="663" y="1912"/>
                  </a:cubicBezTo>
                  <a:cubicBezTo>
                    <a:pt x="758" y="1759"/>
                    <a:pt x="734" y="1566"/>
                    <a:pt x="742" y="1392"/>
                  </a:cubicBezTo>
                  <a:cubicBezTo>
                    <a:pt x="742" y="1368"/>
                    <a:pt x="745" y="1348"/>
                    <a:pt x="745" y="1325"/>
                  </a:cubicBezTo>
                  <a:cubicBezTo>
                    <a:pt x="750" y="1293"/>
                    <a:pt x="758" y="1258"/>
                    <a:pt x="781" y="1235"/>
                  </a:cubicBezTo>
                  <a:cubicBezTo>
                    <a:pt x="805" y="1206"/>
                    <a:pt x="840" y="1195"/>
                    <a:pt x="876" y="1183"/>
                  </a:cubicBezTo>
                  <a:cubicBezTo>
                    <a:pt x="991" y="1128"/>
                    <a:pt x="1029" y="1010"/>
                    <a:pt x="1065" y="899"/>
                  </a:cubicBezTo>
                  <a:cubicBezTo>
                    <a:pt x="1100" y="777"/>
                    <a:pt x="1113" y="643"/>
                    <a:pt x="1097" y="516"/>
                  </a:cubicBezTo>
                  <a:cubicBezTo>
                    <a:pt x="1081" y="375"/>
                    <a:pt x="1093" y="162"/>
                    <a:pt x="987" y="59"/>
                  </a:cubicBezTo>
                  <a:cubicBezTo>
                    <a:pt x="941" y="16"/>
                    <a:pt x="871" y="1"/>
                    <a:pt x="797" y="1"/>
                  </a:cubicBezTo>
                  <a:close/>
                </a:path>
              </a:pathLst>
            </a:custGeom>
            <a:solidFill>
              <a:schemeClr val="accent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9" name="Google Shape;1299;p37"/>
            <p:cNvSpPr/>
            <p:nvPr/>
          </p:nvSpPr>
          <p:spPr>
            <a:xfrm>
              <a:off x="1343114" y="2419371"/>
              <a:ext cx="365595" cy="662078"/>
            </a:xfrm>
            <a:custGeom>
              <a:rect b="b" l="l" r="r" t="t"/>
              <a:pathLst>
                <a:path extrusionOk="0" h="2079" w="1148">
                  <a:moveTo>
                    <a:pt x="821" y="43"/>
                  </a:moveTo>
                  <a:cubicBezTo>
                    <a:pt x="856" y="43"/>
                    <a:pt x="892" y="48"/>
                    <a:pt x="920" y="56"/>
                  </a:cubicBezTo>
                  <a:cubicBezTo>
                    <a:pt x="951" y="63"/>
                    <a:pt x="975" y="76"/>
                    <a:pt x="995" y="95"/>
                  </a:cubicBezTo>
                  <a:cubicBezTo>
                    <a:pt x="1018" y="119"/>
                    <a:pt x="1034" y="147"/>
                    <a:pt x="1050" y="182"/>
                  </a:cubicBezTo>
                  <a:cubicBezTo>
                    <a:pt x="1069" y="233"/>
                    <a:pt x="1077" y="296"/>
                    <a:pt x="1086" y="359"/>
                  </a:cubicBezTo>
                  <a:cubicBezTo>
                    <a:pt x="1089" y="422"/>
                    <a:pt x="1093" y="485"/>
                    <a:pt x="1101" y="540"/>
                  </a:cubicBezTo>
                  <a:cubicBezTo>
                    <a:pt x="1105" y="576"/>
                    <a:pt x="1105" y="611"/>
                    <a:pt x="1105" y="651"/>
                  </a:cubicBezTo>
                  <a:cubicBezTo>
                    <a:pt x="1105" y="738"/>
                    <a:pt x="1093" y="829"/>
                    <a:pt x="1069" y="915"/>
                  </a:cubicBezTo>
                  <a:cubicBezTo>
                    <a:pt x="1050" y="966"/>
                    <a:pt x="1034" y="1022"/>
                    <a:pt x="1006" y="1069"/>
                  </a:cubicBezTo>
                  <a:cubicBezTo>
                    <a:pt x="979" y="1117"/>
                    <a:pt x="944" y="1155"/>
                    <a:pt x="888" y="1184"/>
                  </a:cubicBezTo>
                  <a:cubicBezTo>
                    <a:pt x="873" y="1188"/>
                    <a:pt x="856" y="1195"/>
                    <a:pt x="837" y="1203"/>
                  </a:cubicBezTo>
                  <a:cubicBezTo>
                    <a:pt x="821" y="1211"/>
                    <a:pt x="802" y="1223"/>
                    <a:pt x="786" y="1239"/>
                  </a:cubicBezTo>
                  <a:cubicBezTo>
                    <a:pt x="774" y="1255"/>
                    <a:pt x="766" y="1274"/>
                    <a:pt x="758" y="1290"/>
                  </a:cubicBezTo>
                  <a:cubicBezTo>
                    <a:pt x="754" y="1310"/>
                    <a:pt x="754" y="1329"/>
                    <a:pt x="751" y="1345"/>
                  </a:cubicBezTo>
                  <a:cubicBezTo>
                    <a:pt x="746" y="1365"/>
                    <a:pt x="746" y="1388"/>
                    <a:pt x="746" y="1412"/>
                  </a:cubicBezTo>
                  <a:cubicBezTo>
                    <a:pt x="738" y="1499"/>
                    <a:pt x="742" y="1590"/>
                    <a:pt x="738" y="1681"/>
                  </a:cubicBezTo>
                  <a:cubicBezTo>
                    <a:pt x="731" y="1767"/>
                    <a:pt x="715" y="1850"/>
                    <a:pt x="667" y="1921"/>
                  </a:cubicBezTo>
                  <a:cubicBezTo>
                    <a:pt x="647" y="1952"/>
                    <a:pt x="620" y="1983"/>
                    <a:pt x="589" y="2003"/>
                  </a:cubicBezTo>
                  <a:cubicBezTo>
                    <a:pt x="557" y="2023"/>
                    <a:pt x="521" y="2035"/>
                    <a:pt x="486" y="2035"/>
                  </a:cubicBezTo>
                  <a:cubicBezTo>
                    <a:pt x="458" y="2035"/>
                    <a:pt x="431" y="2027"/>
                    <a:pt x="399" y="2012"/>
                  </a:cubicBezTo>
                  <a:cubicBezTo>
                    <a:pt x="344" y="1983"/>
                    <a:pt x="296" y="1936"/>
                    <a:pt x="257" y="1881"/>
                  </a:cubicBezTo>
                  <a:cubicBezTo>
                    <a:pt x="218" y="1826"/>
                    <a:pt x="186" y="1763"/>
                    <a:pt x="159" y="1704"/>
                  </a:cubicBezTo>
                  <a:cubicBezTo>
                    <a:pt x="123" y="1635"/>
                    <a:pt x="86" y="1564"/>
                    <a:pt x="54" y="1492"/>
                  </a:cubicBezTo>
                  <a:lnTo>
                    <a:pt x="54" y="1492"/>
                  </a:lnTo>
                  <a:cubicBezTo>
                    <a:pt x="75" y="1478"/>
                    <a:pt x="91" y="1455"/>
                    <a:pt x="99" y="1432"/>
                  </a:cubicBezTo>
                  <a:cubicBezTo>
                    <a:pt x="143" y="1302"/>
                    <a:pt x="178" y="1152"/>
                    <a:pt x="194" y="1018"/>
                  </a:cubicBezTo>
                  <a:cubicBezTo>
                    <a:pt x="198" y="966"/>
                    <a:pt x="202" y="915"/>
                    <a:pt x="202" y="864"/>
                  </a:cubicBezTo>
                  <a:cubicBezTo>
                    <a:pt x="202" y="840"/>
                    <a:pt x="198" y="813"/>
                    <a:pt x="198" y="785"/>
                  </a:cubicBezTo>
                  <a:cubicBezTo>
                    <a:pt x="198" y="711"/>
                    <a:pt x="202" y="631"/>
                    <a:pt x="221" y="560"/>
                  </a:cubicBezTo>
                  <a:cubicBezTo>
                    <a:pt x="234" y="505"/>
                    <a:pt x="249" y="446"/>
                    <a:pt x="265" y="391"/>
                  </a:cubicBezTo>
                  <a:cubicBezTo>
                    <a:pt x="277" y="356"/>
                    <a:pt x="305" y="312"/>
                    <a:pt x="336" y="276"/>
                  </a:cubicBezTo>
                  <a:cubicBezTo>
                    <a:pt x="367" y="237"/>
                    <a:pt x="403" y="201"/>
                    <a:pt x="434" y="174"/>
                  </a:cubicBezTo>
                  <a:cubicBezTo>
                    <a:pt x="486" y="127"/>
                    <a:pt x="545" y="91"/>
                    <a:pt x="612" y="72"/>
                  </a:cubicBezTo>
                  <a:cubicBezTo>
                    <a:pt x="671" y="56"/>
                    <a:pt x="751" y="43"/>
                    <a:pt x="821" y="43"/>
                  </a:cubicBezTo>
                  <a:close/>
                  <a:moveTo>
                    <a:pt x="821" y="1"/>
                  </a:moveTo>
                  <a:cubicBezTo>
                    <a:pt x="746" y="1"/>
                    <a:pt x="663" y="16"/>
                    <a:pt x="600" y="32"/>
                  </a:cubicBezTo>
                  <a:cubicBezTo>
                    <a:pt x="525" y="52"/>
                    <a:pt x="462" y="91"/>
                    <a:pt x="407" y="143"/>
                  </a:cubicBezTo>
                  <a:cubicBezTo>
                    <a:pt x="376" y="170"/>
                    <a:pt x="336" y="205"/>
                    <a:pt x="301" y="249"/>
                  </a:cubicBezTo>
                  <a:cubicBezTo>
                    <a:pt x="269" y="289"/>
                    <a:pt x="238" y="332"/>
                    <a:pt x="225" y="379"/>
                  </a:cubicBezTo>
                  <a:cubicBezTo>
                    <a:pt x="206" y="434"/>
                    <a:pt x="194" y="493"/>
                    <a:pt x="178" y="553"/>
                  </a:cubicBezTo>
                  <a:cubicBezTo>
                    <a:pt x="159" y="627"/>
                    <a:pt x="154" y="706"/>
                    <a:pt x="154" y="785"/>
                  </a:cubicBezTo>
                  <a:cubicBezTo>
                    <a:pt x="154" y="813"/>
                    <a:pt x="159" y="840"/>
                    <a:pt x="159" y="864"/>
                  </a:cubicBezTo>
                  <a:cubicBezTo>
                    <a:pt x="159" y="915"/>
                    <a:pt x="154" y="962"/>
                    <a:pt x="151" y="1010"/>
                  </a:cubicBezTo>
                  <a:cubicBezTo>
                    <a:pt x="135" y="1144"/>
                    <a:pt x="103" y="1290"/>
                    <a:pt x="56" y="1416"/>
                  </a:cubicBezTo>
                  <a:cubicBezTo>
                    <a:pt x="48" y="1435"/>
                    <a:pt x="32" y="1455"/>
                    <a:pt x="17" y="1459"/>
                  </a:cubicBezTo>
                  <a:cubicBezTo>
                    <a:pt x="9" y="1463"/>
                    <a:pt x="5" y="1468"/>
                    <a:pt x="1" y="1475"/>
                  </a:cubicBezTo>
                  <a:cubicBezTo>
                    <a:pt x="1" y="1479"/>
                    <a:pt x="1" y="1487"/>
                    <a:pt x="5" y="1491"/>
                  </a:cubicBezTo>
                  <a:cubicBezTo>
                    <a:pt x="41" y="1570"/>
                    <a:pt x="80" y="1648"/>
                    <a:pt x="119" y="1723"/>
                  </a:cubicBezTo>
                  <a:cubicBezTo>
                    <a:pt x="147" y="1783"/>
                    <a:pt x="183" y="1846"/>
                    <a:pt x="221" y="1905"/>
                  </a:cubicBezTo>
                  <a:cubicBezTo>
                    <a:pt x="265" y="1964"/>
                    <a:pt x="316" y="2019"/>
                    <a:pt x="380" y="2051"/>
                  </a:cubicBezTo>
                  <a:cubicBezTo>
                    <a:pt x="415" y="2067"/>
                    <a:pt x="451" y="2078"/>
                    <a:pt x="486" y="2078"/>
                  </a:cubicBezTo>
                  <a:cubicBezTo>
                    <a:pt x="533" y="2078"/>
                    <a:pt x="576" y="2063"/>
                    <a:pt x="612" y="2039"/>
                  </a:cubicBezTo>
                  <a:cubicBezTo>
                    <a:pt x="651" y="2016"/>
                    <a:pt x="683" y="1983"/>
                    <a:pt x="707" y="1945"/>
                  </a:cubicBezTo>
                  <a:cubicBezTo>
                    <a:pt x="754" y="1861"/>
                    <a:pt x="774" y="1770"/>
                    <a:pt x="782" y="1681"/>
                  </a:cubicBezTo>
                  <a:cubicBezTo>
                    <a:pt x="786" y="1590"/>
                    <a:pt x="782" y="1499"/>
                    <a:pt x="789" y="1412"/>
                  </a:cubicBezTo>
                  <a:cubicBezTo>
                    <a:pt x="789" y="1392"/>
                    <a:pt x="789" y="1368"/>
                    <a:pt x="793" y="1349"/>
                  </a:cubicBezTo>
                  <a:cubicBezTo>
                    <a:pt x="793" y="1333"/>
                    <a:pt x="798" y="1317"/>
                    <a:pt x="802" y="1302"/>
                  </a:cubicBezTo>
                  <a:cubicBezTo>
                    <a:pt x="805" y="1290"/>
                    <a:pt x="813" y="1278"/>
                    <a:pt x="821" y="1270"/>
                  </a:cubicBezTo>
                  <a:cubicBezTo>
                    <a:pt x="829" y="1259"/>
                    <a:pt x="840" y="1250"/>
                    <a:pt x="856" y="1242"/>
                  </a:cubicBezTo>
                  <a:cubicBezTo>
                    <a:pt x="873" y="1235"/>
                    <a:pt x="892" y="1231"/>
                    <a:pt x="908" y="1223"/>
                  </a:cubicBezTo>
                  <a:cubicBezTo>
                    <a:pt x="971" y="1191"/>
                    <a:pt x="1015" y="1144"/>
                    <a:pt x="1042" y="1093"/>
                  </a:cubicBezTo>
                  <a:cubicBezTo>
                    <a:pt x="1073" y="1042"/>
                    <a:pt x="1093" y="982"/>
                    <a:pt x="1109" y="927"/>
                  </a:cubicBezTo>
                  <a:cubicBezTo>
                    <a:pt x="1137" y="836"/>
                    <a:pt x="1148" y="742"/>
                    <a:pt x="1148" y="651"/>
                  </a:cubicBezTo>
                  <a:cubicBezTo>
                    <a:pt x="1148" y="611"/>
                    <a:pt x="1148" y="572"/>
                    <a:pt x="1144" y="533"/>
                  </a:cubicBezTo>
                  <a:cubicBezTo>
                    <a:pt x="1137" y="465"/>
                    <a:pt x="1133" y="375"/>
                    <a:pt x="1121" y="289"/>
                  </a:cubicBezTo>
                  <a:cubicBezTo>
                    <a:pt x="1113" y="249"/>
                    <a:pt x="1105" y="205"/>
                    <a:pt x="1089" y="166"/>
                  </a:cubicBezTo>
                  <a:cubicBezTo>
                    <a:pt x="1073" y="127"/>
                    <a:pt x="1053" y="91"/>
                    <a:pt x="1022" y="63"/>
                  </a:cubicBezTo>
                  <a:cubicBezTo>
                    <a:pt x="998" y="40"/>
                    <a:pt x="967" y="24"/>
                    <a:pt x="931" y="12"/>
                  </a:cubicBezTo>
                  <a:cubicBezTo>
                    <a:pt x="896" y="5"/>
                    <a:pt x="860" y="1"/>
                    <a:pt x="821"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0" name="Google Shape;1300;p37"/>
            <p:cNvSpPr/>
            <p:nvPr/>
          </p:nvSpPr>
          <p:spPr>
            <a:xfrm>
              <a:off x="1320822" y="2356635"/>
              <a:ext cx="463363" cy="279926"/>
            </a:xfrm>
            <a:custGeom>
              <a:rect b="b" l="l" r="r" t="t"/>
              <a:pathLst>
                <a:path extrusionOk="0" h="879" w="1455">
                  <a:moveTo>
                    <a:pt x="915" y="0"/>
                  </a:moveTo>
                  <a:cubicBezTo>
                    <a:pt x="792" y="4"/>
                    <a:pt x="674" y="71"/>
                    <a:pt x="608" y="174"/>
                  </a:cubicBezTo>
                  <a:cubicBezTo>
                    <a:pt x="578" y="142"/>
                    <a:pt x="533" y="125"/>
                    <a:pt x="489" y="125"/>
                  </a:cubicBezTo>
                  <a:cubicBezTo>
                    <a:pt x="475" y="125"/>
                    <a:pt x="460" y="127"/>
                    <a:pt x="446" y="131"/>
                  </a:cubicBezTo>
                  <a:cubicBezTo>
                    <a:pt x="386" y="151"/>
                    <a:pt x="343" y="202"/>
                    <a:pt x="335" y="260"/>
                  </a:cubicBezTo>
                  <a:cubicBezTo>
                    <a:pt x="327" y="331"/>
                    <a:pt x="359" y="422"/>
                    <a:pt x="304" y="469"/>
                  </a:cubicBezTo>
                  <a:cubicBezTo>
                    <a:pt x="288" y="486"/>
                    <a:pt x="264" y="489"/>
                    <a:pt x="240" y="497"/>
                  </a:cubicBezTo>
                  <a:cubicBezTo>
                    <a:pt x="126" y="533"/>
                    <a:pt x="0" y="639"/>
                    <a:pt x="95" y="757"/>
                  </a:cubicBezTo>
                  <a:cubicBezTo>
                    <a:pt x="130" y="804"/>
                    <a:pt x="197" y="864"/>
                    <a:pt x="256" y="875"/>
                  </a:cubicBezTo>
                  <a:cubicBezTo>
                    <a:pt x="264" y="877"/>
                    <a:pt x="270" y="878"/>
                    <a:pt x="276" y="878"/>
                  </a:cubicBezTo>
                  <a:cubicBezTo>
                    <a:pt x="304" y="878"/>
                    <a:pt x="315" y="855"/>
                    <a:pt x="335" y="828"/>
                  </a:cubicBezTo>
                  <a:cubicBezTo>
                    <a:pt x="359" y="797"/>
                    <a:pt x="390" y="781"/>
                    <a:pt x="430" y="781"/>
                  </a:cubicBezTo>
                  <a:cubicBezTo>
                    <a:pt x="469" y="777"/>
                    <a:pt x="508" y="773"/>
                    <a:pt x="532" y="746"/>
                  </a:cubicBezTo>
                  <a:cubicBezTo>
                    <a:pt x="544" y="730"/>
                    <a:pt x="548" y="710"/>
                    <a:pt x="552" y="690"/>
                  </a:cubicBezTo>
                  <a:cubicBezTo>
                    <a:pt x="564" y="568"/>
                    <a:pt x="579" y="458"/>
                    <a:pt x="721" y="426"/>
                  </a:cubicBezTo>
                  <a:cubicBezTo>
                    <a:pt x="741" y="422"/>
                    <a:pt x="760" y="421"/>
                    <a:pt x="780" y="421"/>
                  </a:cubicBezTo>
                  <a:cubicBezTo>
                    <a:pt x="841" y="421"/>
                    <a:pt x="902" y="437"/>
                    <a:pt x="962" y="458"/>
                  </a:cubicBezTo>
                  <a:cubicBezTo>
                    <a:pt x="999" y="472"/>
                    <a:pt x="1036" y="478"/>
                    <a:pt x="1072" y="478"/>
                  </a:cubicBezTo>
                  <a:cubicBezTo>
                    <a:pt x="1201" y="478"/>
                    <a:pt x="1324" y="398"/>
                    <a:pt x="1403" y="288"/>
                  </a:cubicBezTo>
                  <a:cubicBezTo>
                    <a:pt x="1431" y="253"/>
                    <a:pt x="1455" y="205"/>
                    <a:pt x="1447" y="158"/>
                  </a:cubicBezTo>
                  <a:cubicBezTo>
                    <a:pt x="1432" y="91"/>
                    <a:pt x="1358" y="55"/>
                    <a:pt x="1290" y="55"/>
                  </a:cubicBezTo>
                  <a:cubicBezTo>
                    <a:pt x="1286" y="55"/>
                    <a:pt x="1282" y="56"/>
                    <a:pt x="1278" y="56"/>
                  </a:cubicBezTo>
                  <a:cubicBezTo>
                    <a:pt x="1218" y="63"/>
                    <a:pt x="1167" y="87"/>
                    <a:pt x="1116" y="103"/>
                  </a:cubicBezTo>
                  <a:cubicBezTo>
                    <a:pt x="1096" y="111"/>
                    <a:pt x="1076" y="118"/>
                    <a:pt x="1057" y="118"/>
                  </a:cubicBezTo>
                  <a:cubicBezTo>
                    <a:pt x="1052" y="36"/>
                    <a:pt x="1005" y="0"/>
                    <a:pt x="91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1" name="Google Shape;1301;p37"/>
            <p:cNvSpPr/>
            <p:nvPr/>
          </p:nvSpPr>
          <p:spPr>
            <a:xfrm>
              <a:off x="1360630" y="2557582"/>
              <a:ext cx="127385" cy="134709"/>
            </a:xfrm>
            <a:custGeom>
              <a:rect b="b" l="l" r="r" t="t"/>
              <a:pathLst>
                <a:path extrusionOk="0" h="423" w="400">
                  <a:moveTo>
                    <a:pt x="242" y="1"/>
                  </a:moveTo>
                  <a:cubicBezTo>
                    <a:pt x="225" y="1"/>
                    <a:pt x="208" y="4"/>
                    <a:pt x="190" y="8"/>
                  </a:cubicBezTo>
                  <a:cubicBezTo>
                    <a:pt x="68" y="48"/>
                    <a:pt x="1" y="173"/>
                    <a:pt x="37" y="300"/>
                  </a:cubicBezTo>
                  <a:cubicBezTo>
                    <a:pt x="48" y="348"/>
                    <a:pt x="92" y="386"/>
                    <a:pt x="135" y="402"/>
                  </a:cubicBezTo>
                  <a:cubicBezTo>
                    <a:pt x="166" y="414"/>
                    <a:pt x="202" y="419"/>
                    <a:pt x="241" y="422"/>
                  </a:cubicBezTo>
                  <a:lnTo>
                    <a:pt x="399" y="206"/>
                  </a:lnTo>
                  <a:cubicBezTo>
                    <a:pt x="399" y="166"/>
                    <a:pt x="392" y="122"/>
                    <a:pt x="372" y="87"/>
                  </a:cubicBezTo>
                  <a:cubicBezTo>
                    <a:pt x="356" y="48"/>
                    <a:pt x="325" y="20"/>
                    <a:pt x="285" y="8"/>
                  </a:cubicBezTo>
                  <a:cubicBezTo>
                    <a:pt x="271" y="3"/>
                    <a:pt x="257" y="1"/>
                    <a:pt x="24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2" name="Google Shape;1302;p37"/>
            <p:cNvSpPr/>
            <p:nvPr/>
          </p:nvSpPr>
          <p:spPr>
            <a:xfrm>
              <a:off x="1361903" y="2551212"/>
              <a:ext cx="133436" cy="148402"/>
            </a:xfrm>
            <a:custGeom>
              <a:rect b="b" l="l" r="r" t="t"/>
              <a:pathLst>
                <a:path extrusionOk="0" h="466" w="419">
                  <a:moveTo>
                    <a:pt x="242" y="0"/>
                  </a:moveTo>
                  <a:cubicBezTo>
                    <a:pt x="222" y="0"/>
                    <a:pt x="198" y="4"/>
                    <a:pt x="179" y="8"/>
                  </a:cubicBezTo>
                  <a:cubicBezTo>
                    <a:pt x="124" y="24"/>
                    <a:pt x="80" y="60"/>
                    <a:pt x="48" y="103"/>
                  </a:cubicBezTo>
                  <a:cubicBezTo>
                    <a:pt x="17" y="146"/>
                    <a:pt x="1" y="197"/>
                    <a:pt x="1" y="253"/>
                  </a:cubicBezTo>
                  <a:cubicBezTo>
                    <a:pt x="1" y="277"/>
                    <a:pt x="5" y="300"/>
                    <a:pt x="13" y="328"/>
                  </a:cubicBezTo>
                  <a:cubicBezTo>
                    <a:pt x="21" y="355"/>
                    <a:pt x="33" y="379"/>
                    <a:pt x="53" y="399"/>
                  </a:cubicBezTo>
                  <a:cubicBezTo>
                    <a:pt x="72" y="419"/>
                    <a:pt x="95" y="434"/>
                    <a:pt x="124" y="442"/>
                  </a:cubicBezTo>
                  <a:cubicBezTo>
                    <a:pt x="159" y="457"/>
                    <a:pt x="198" y="462"/>
                    <a:pt x="233" y="466"/>
                  </a:cubicBezTo>
                  <a:cubicBezTo>
                    <a:pt x="246" y="466"/>
                    <a:pt x="257" y="457"/>
                    <a:pt x="257" y="442"/>
                  </a:cubicBezTo>
                  <a:cubicBezTo>
                    <a:pt x="257" y="430"/>
                    <a:pt x="250" y="422"/>
                    <a:pt x="237" y="419"/>
                  </a:cubicBezTo>
                  <a:cubicBezTo>
                    <a:pt x="202" y="419"/>
                    <a:pt x="166" y="415"/>
                    <a:pt x="139" y="403"/>
                  </a:cubicBezTo>
                  <a:cubicBezTo>
                    <a:pt x="119" y="395"/>
                    <a:pt x="100" y="383"/>
                    <a:pt x="84" y="368"/>
                  </a:cubicBezTo>
                  <a:cubicBezTo>
                    <a:pt x="68" y="351"/>
                    <a:pt x="60" y="332"/>
                    <a:pt x="53" y="316"/>
                  </a:cubicBezTo>
                  <a:cubicBezTo>
                    <a:pt x="48" y="292"/>
                    <a:pt x="44" y="273"/>
                    <a:pt x="44" y="253"/>
                  </a:cubicBezTo>
                  <a:cubicBezTo>
                    <a:pt x="44" y="206"/>
                    <a:pt x="60" y="162"/>
                    <a:pt x="84" y="126"/>
                  </a:cubicBezTo>
                  <a:cubicBezTo>
                    <a:pt x="111" y="91"/>
                    <a:pt x="147" y="64"/>
                    <a:pt x="195" y="51"/>
                  </a:cubicBezTo>
                  <a:cubicBezTo>
                    <a:pt x="210" y="44"/>
                    <a:pt x="226" y="44"/>
                    <a:pt x="242" y="44"/>
                  </a:cubicBezTo>
                  <a:cubicBezTo>
                    <a:pt x="253" y="44"/>
                    <a:pt x="266" y="44"/>
                    <a:pt x="277" y="48"/>
                  </a:cubicBezTo>
                  <a:cubicBezTo>
                    <a:pt x="293" y="51"/>
                    <a:pt x="304" y="60"/>
                    <a:pt x="317" y="71"/>
                  </a:cubicBezTo>
                  <a:cubicBezTo>
                    <a:pt x="332" y="84"/>
                    <a:pt x="340" y="99"/>
                    <a:pt x="348" y="115"/>
                  </a:cubicBezTo>
                  <a:cubicBezTo>
                    <a:pt x="368" y="150"/>
                    <a:pt x="372" y="186"/>
                    <a:pt x="372" y="229"/>
                  </a:cubicBezTo>
                  <a:cubicBezTo>
                    <a:pt x="372" y="241"/>
                    <a:pt x="384" y="249"/>
                    <a:pt x="395" y="249"/>
                  </a:cubicBezTo>
                  <a:cubicBezTo>
                    <a:pt x="408" y="249"/>
                    <a:pt x="419" y="237"/>
                    <a:pt x="415" y="226"/>
                  </a:cubicBezTo>
                  <a:cubicBezTo>
                    <a:pt x="415" y="182"/>
                    <a:pt x="411" y="139"/>
                    <a:pt x="388" y="95"/>
                  </a:cubicBezTo>
                  <a:cubicBezTo>
                    <a:pt x="379" y="75"/>
                    <a:pt x="364" y="55"/>
                    <a:pt x="348" y="40"/>
                  </a:cubicBezTo>
                  <a:cubicBezTo>
                    <a:pt x="332" y="24"/>
                    <a:pt x="313" y="13"/>
                    <a:pt x="289" y="4"/>
                  </a:cubicBezTo>
                  <a:cubicBezTo>
                    <a:pt x="273" y="0"/>
                    <a:pt x="257" y="0"/>
                    <a:pt x="24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3" name="Google Shape;1303;p37"/>
            <p:cNvSpPr/>
            <p:nvPr/>
          </p:nvSpPr>
          <p:spPr>
            <a:xfrm>
              <a:off x="1064463" y="2557900"/>
              <a:ext cx="1447094" cy="1009837"/>
            </a:xfrm>
            <a:custGeom>
              <a:rect b="b" l="l" r="r" t="t"/>
              <a:pathLst>
                <a:path extrusionOk="0" h="3171" w="4544">
                  <a:moveTo>
                    <a:pt x="4269" y="0"/>
                  </a:moveTo>
                  <a:cubicBezTo>
                    <a:pt x="4223" y="0"/>
                    <a:pt x="4178" y="7"/>
                    <a:pt x="4141" y="15"/>
                  </a:cubicBezTo>
                  <a:cubicBezTo>
                    <a:pt x="3995" y="47"/>
                    <a:pt x="3849" y="129"/>
                    <a:pt x="3731" y="216"/>
                  </a:cubicBezTo>
                  <a:cubicBezTo>
                    <a:pt x="3589" y="327"/>
                    <a:pt x="3486" y="456"/>
                    <a:pt x="3368" y="591"/>
                  </a:cubicBezTo>
                  <a:cubicBezTo>
                    <a:pt x="3175" y="807"/>
                    <a:pt x="2985" y="1028"/>
                    <a:pt x="2792" y="1246"/>
                  </a:cubicBezTo>
                  <a:cubicBezTo>
                    <a:pt x="2607" y="1454"/>
                    <a:pt x="2418" y="1690"/>
                    <a:pt x="2181" y="1848"/>
                  </a:cubicBezTo>
                  <a:cubicBezTo>
                    <a:pt x="2046" y="1941"/>
                    <a:pt x="1881" y="2006"/>
                    <a:pt x="1713" y="2006"/>
                  </a:cubicBezTo>
                  <a:cubicBezTo>
                    <a:pt x="1679" y="2006"/>
                    <a:pt x="1646" y="2003"/>
                    <a:pt x="1613" y="1998"/>
                  </a:cubicBezTo>
                  <a:cubicBezTo>
                    <a:pt x="1440" y="1974"/>
                    <a:pt x="1286" y="1876"/>
                    <a:pt x="1140" y="1785"/>
                  </a:cubicBezTo>
                  <a:cubicBezTo>
                    <a:pt x="955" y="1665"/>
                    <a:pt x="797" y="1561"/>
                    <a:pt x="621" y="1561"/>
                  </a:cubicBezTo>
                  <a:cubicBezTo>
                    <a:pt x="519" y="1561"/>
                    <a:pt x="411" y="1596"/>
                    <a:pt x="288" y="1683"/>
                  </a:cubicBezTo>
                  <a:cubicBezTo>
                    <a:pt x="154" y="1777"/>
                    <a:pt x="72" y="1923"/>
                    <a:pt x="40" y="2081"/>
                  </a:cubicBezTo>
                  <a:cubicBezTo>
                    <a:pt x="1" y="2282"/>
                    <a:pt x="48" y="2503"/>
                    <a:pt x="186" y="2660"/>
                  </a:cubicBezTo>
                  <a:cubicBezTo>
                    <a:pt x="336" y="2831"/>
                    <a:pt x="556" y="2913"/>
                    <a:pt x="774" y="2984"/>
                  </a:cubicBezTo>
                  <a:cubicBezTo>
                    <a:pt x="1075" y="3084"/>
                    <a:pt x="1397" y="3170"/>
                    <a:pt x="1712" y="3170"/>
                  </a:cubicBezTo>
                  <a:cubicBezTo>
                    <a:pt x="1867" y="3170"/>
                    <a:pt x="2021" y="3149"/>
                    <a:pt x="2170" y="3099"/>
                  </a:cubicBezTo>
                  <a:cubicBezTo>
                    <a:pt x="2402" y="3020"/>
                    <a:pt x="2607" y="2873"/>
                    <a:pt x="2789" y="2704"/>
                  </a:cubicBezTo>
                  <a:cubicBezTo>
                    <a:pt x="3218" y="2310"/>
                    <a:pt x="3486" y="1809"/>
                    <a:pt x="3715" y="1281"/>
                  </a:cubicBezTo>
                  <a:cubicBezTo>
                    <a:pt x="3770" y="1151"/>
                    <a:pt x="3817" y="997"/>
                    <a:pt x="3892" y="878"/>
                  </a:cubicBezTo>
                  <a:cubicBezTo>
                    <a:pt x="3959" y="780"/>
                    <a:pt x="4062" y="709"/>
                    <a:pt x="4161" y="646"/>
                  </a:cubicBezTo>
                  <a:cubicBezTo>
                    <a:pt x="4255" y="583"/>
                    <a:pt x="4354" y="524"/>
                    <a:pt x="4425" y="433"/>
                  </a:cubicBezTo>
                  <a:cubicBezTo>
                    <a:pt x="4492" y="347"/>
                    <a:pt x="4543" y="189"/>
                    <a:pt x="4476" y="86"/>
                  </a:cubicBezTo>
                  <a:cubicBezTo>
                    <a:pt x="4433" y="21"/>
                    <a:pt x="4350" y="0"/>
                    <a:pt x="4269" y="0"/>
                  </a:cubicBezTo>
                  <a:close/>
                </a:path>
              </a:pathLst>
            </a:custGeom>
            <a:solidFill>
              <a:schemeClr val="accent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4" name="Google Shape;1304;p37"/>
            <p:cNvSpPr/>
            <p:nvPr/>
          </p:nvSpPr>
          <p:spPr>
            <a:xfrm>
              <a:off x="1065737" y="2551212"/>
              <a:ext cx="1441680" cy="1023849"/>
            </a:xfrm>
            <a:custGeom>
              <a:rect b="b" l="l" r="r" t="t"/>
              <a:pathLst>
                <a:path extrusionOk="0" h="3215" w="4527">
                  <a:moveTo>
                    <a:pt x="4263" y="44"/>
                  </a:moveTo>
                  <a:cubicBezTo>
                    <a:pt x="4303" y="44"/>
                    <a:pt x="4342" y="48"/>
                    <a:pt x="4377" y="60"/>
                  </a:cubicBezTo>
                  <a:cubicBezTo>
                    <a:pt x="4408" y="71"/>
                    <a:pt x="4437" y="91"/>
                    <a:pt x="4456" y="119"/>
                  </a:cubicBezTo>
                  <a:cubicBezTo>
                    <a:pt x="4476" y="146"/>
                    <a:pt x="4484" y="182"/>
                    <a:pt x="4484" y="221"/>
                  </a:cubicBezTo>
                  <a:cubicBezTo>
                    <a:pt x="4484" y="257"/>
                    <a:pt x="4472" y="300"/>
                    <a:pt x="4461" y="339"/>
                  </a:cubicBezTo>
                  <a:cubicBezTo>
                    <a:pt x="4444" y="379"/>
                    <a:pt x="4425" y="415"/>
                    <a:pt x="4401" y="442"/>
                  </a:cubicBezTo>
                  <a:cubicBezTo>
                    <a:pt x="4334" y="525"/>
                    <a:pt x="4239" y="588"/>
                    <a:pt x="4144" y="647"/>
                  </a:cubicBezTo>
                  <a:cubicBezTo>
                    <a:pt x="4046" y="710"/>
                    <a:pt x="3940" y="781"/>
                    <a:pt x="3873" y="888"/>
                  </a:cubicBezTo>
                  <a:cubicBezTo>
                    <a:pt x="3793" y="1010"/>
                    <a:pt x="3746" y="1163"/>
                    <a:pt x="3691" y="1294"/>
                  </a:cubicBezTo>
                  <a:cubicBezTo>
                    <a:pt x="3462" y="1822"/>
                    <a:pt x="3198" y="2319"/>
                    <a:pt x="2768" y="2710"/>
                  </a:cubicBezTo>
                  <a:cubicBezTo>
                    <a:pt x="2592" y="2875"/>
                    <a:pt x="2390" y="3021"/>
                    <a:pt x="2161" y="3100"/>
                  </a:cubicBezTo>
                  <a:cubicBezTo>
                    <a:pt x="2015" y="3147"/>
                    <a:pt x="1862" y="3171"/>
                    <a:pt x="1708" y="3171"/>
                  </a:cubicBezTo>
                  <a:cubicBezTo>
                    <a:pt x="1396" y="3171"/>
                    <a:pt x="1077" y="3084"/>
                    <a:pt x="774" y="2985"/>
                  </a:cubicBezTo>
                  <a:cubicBezTo>
                    <a:pt x="667" y="2950"/>
                    <a:pt x="561" y="2910"/>
                    <a:pt x="462" y="2859"/>
                  </a:cubicBezTo>
                  <a:cubicBezTo>
                    <a:pt x="359" y="2812"/>
                    <a:pt x="268" y="2749"/>
                    <a:pt x="197" y="2666"/>
                  </a:cubicBezTo>
                  <a:cubicBezTo>
                    <a:pt x="95" y="2548"/>
                    <a:pt x="44" y="2394"/>
                    <a:pt x="44" y="2237"/>
                  </a:cubicBezTo>
                  <a:cubicBezTo>
                    <a:pt x="44" y="2193"/>
                    <a:pt x="48" y="2150"/>
                    <a:pt x="55" y="2106"/>
                  </a:cubicBezTo>
                  <a:cubicBezTo>
                    <a:pt x="87" y="1953"/>
                    <a:pt x="166" y="1811"/>
                    <a:pt x="297" y="1720"/>
                  </a:cubicBezTo>
                  <a:cubicBezTo>
                    <a:pt x="419" y="1637"/>
                    <a:pt x="521" y="1605"/>
                    <a:pt x="616" y="1605"/>
                  </a:cubicBezTo>
                  <a:cubicBezTo>
                    <a:pt x="699" y="1605"/>
                    <a:pt x="781" y="1629"/>
                    <a:pt x="864" y="1669"/>
                  </a:cubicBezTo>
                  <a:cubicBezTo>
                    <a:pt x="947" y="1708"/>
                    <a:pt x="1034" y="1763"/>
                    <a:pt x="1125" y="1822"/>
                  </a:cubicBezTo>
                  <a:cubicBezTo>
                    <a:pt x="1270" y="1917"/>
                    <a:pt x="1428" y="2015"/>
                    <a:pt x="1605" y="2039"/>
                  </a:cubicBezTo>
                  <a:cubicBezTo>
                    <a:pt x="1640" y="2047"/>
                    <a:pt x="1673" y="2047"/>
                    <a:pt x="1704" y="2047"/>
                  </a:cubicBezTo>
                  <a:cubicBezTo>
                    <a:pt x="1877" y="2047"/>
                    <a:pt x="2051" y="1984"/>
                    <a:pt x="2189" y="1889"/>
                  </a:cubicBezTo>
                  <a:cubicBezTo>
                    <a:pt x="2430" y="1727"/>
                    <a:pt x="2619" y="1487"/>
                    <a:pt x="2804" y="1278"/>
                  </a:cubicBezTo>
                  <a:cubicBezTo>
                    <a:pt x="2997" y="1061"/>
                    <a:pt x="3187" y="845"/>
                    <a:pt x="3380" y="628"/>
                  </a:cubicBezTo>
                  <a:cubicBezTo>
                    <a:pt x="3502" y="493"/>
                    <a:pt x="3600" y="363"/>
                    <a:pt x="3742" y="257"/>
                  </a:cubicBezTo>
                  <a:cubicBezTo>
                    <a:pt x="3857" y="170"/>
                    <a:pt x="3999" y="87"/>
                    <a:pt x="4141" y="55"/>
                  </a:cubicBezTo>
                  <a:cubicBezTo>
                    <a:pt x="4177" y="48"/>
                    <a:pt x="4219" y="44"/>
                    <a:pt x="4263" y="44"/>
                  </a:cubicBezTo>
                  <a:close/>
                  <a:moveTo>
                    <a:pt x="4263" y="0"/>
                  </a:moveTo>
                  <a:cubicBezTo>
                    <a:pt x="4215" y="0"/>
                    <a:pt x="4168" y="4"/>
                    <a:pt x="4133" y="13"/>
                  </a:cubicBezTo>
                  <a:cubicBezTo>
                    <a:pt x="3979" y="48"/>
                    <a:pt x="3833" y="131"/>
                    <a:pt x="3715" y="221"/>
                  </a:cubicBezTo>
                  <a:cubicBezTo>
                    <a:pt x="3565" y="332"/>
                    <a:pt x="3467" y="466"/>
                    <a:pt x="3349" y="599"/>
                  </a:cubicBezTo>
                  <a:cubicBezTo>
                    <a:pt x="3155" y="817"/>
                    <a:pt x="2965" y="1034"/>
                    <a:pt x="2772" y="1251"/>
                  </a:cubicBezTo>
                  <a:cubicBezTo>
                    <a:pt x="2587" y="1460"/>
                    <a:pt x="2398" y="1696"/>
                    <a:pt x="2166" y="1850"/>
                  </a:cubicBezTo>
                  <a:cubicBezTo>
                    <a:pt x="2031" y="1940"/>
                    <a:pt x="1869" y="2004"/>
                    <a:pt x="1704" y="2004"/>
                  </a:cubicBezTo>
                  <a:cubicBezTo>
                    <a:pt x="1673" y="2004"/>
                    <a:pt x="1645" y="2004"/>
                    <a:pt x="1613" y="2000"/>
                  </a:cubicBezTo>
                  <a:cubicBezTo>
                    <a:pt x="1447" y="1972"/>
                    <a:pt x="1294" y="1882"/>
                    <a:pt x="1148" y="1787"/>
                  </a:cubicBezTo>
                  <a:cubicBezTo>
                    <a:pt x="1057" y="1727"/>
                    <a:pt x="970" y="1673"/>
                    <a:pt x="883" y="1629"/>
                  </a:cubicBezTo>
                  <a:cubicBezTo>
                    <a:pt x="797" y="1589"/>
                    <a:pt x="710" y="1562"/>
                    <a:pt x="616" y="1562"/>
                  </a:cubicBezTo>
                  <a:cubicBezTo>
                    <a:pt x="510" y="1562"/>
                    <a:pt x="399" y="1598"/>
                    <a:pt x="273" y="1684"/>
                  </a:cubicBezTo>
                  <a:cubicBezTo>
                    <a:pt x="131" y="1782"/>
                    <a:pt x="44" y="1933"/>
                    <a:pt x="13" y="2098"/>
                  </a:cubicBezTo>
                  <a:cubicBezTo>
                    <a:pt x="4" y="2142"/>
                    <a:pt x="0" y="2189"/>
                    <a:pt x="0" y="2237"/>
                  </a:cubicBezTo>
                  <a:cubicBezTo>
                    <a:pt x="0" y="2402"/>
                    <a:pt x="55" y="2568"/>
                    <a:pt x="166" y="2694"/>
                  </a:cubicBezTo>
                  <a:cubicBezTo>
                    <a:pt x="241" y="2785"/>
                    <a:pt x="335" y="2847"/>
                    <a:pt x="442" y="2899"/>
                  </a:cubicBezTo>
                  <a:cubicBezTo>
                    <a:pt x="545" y="2950"/>
                    <a:pt x="655" y="2989"/>
                    <a:pt x="761" y="3025"/>
                  </a:cubicBezTo>
                  <a:cubicBezTo>
                    <a:pt x="1065" y="3127"/>
                    <a:pt x="1389" y="3214"/>
                    <a:pt x="1708" y="3214"/>
                  </a:cubicBezTo>
                  <a:cubicBezTo>
                    <a:pt x="1866" y="3214"/>
                    <a:pt x="2024" y="3191"/>
                    <a:pt x="2173" y="3139"/>
                  </a:cubicBezTo>
                  <a:cubicBezTo>
                    <a:pt x="2410" y="3060"/>
                    <a:pt x="2619" y="2910"/>
                    <a:pt x="2800" y="2741"/>
                  </a:cubicBezTo>
                  <a:cubicBezTo>
                    <a:pt x="3234" y="2346"/>
                    <a:pt x="3502" y="1842"/>
                    <a:pt x="3731" y="1309"/>
                  </a:cubicBezTo>
                  <a:cubicBezTo>
                    <a:pt x="3790" y="1180"/>
                    <a:pt x="3833" y="1025"/>
                    <a:pt x="3908" y="912"/>
                  </a:cubicBezTo>
                  <a:cubicBezTo>
                    <a:pt x="3967" y="817"/>
                    <a:pt x="4070" y="746"/>
                    <a:pt x="4168" y="683"/>
                  </a:cubicBezTo>
                  <a:cubicBezTo>
                    <a:pt x="4263" y="623"/>
                    <a:pt x="4361" y="561"/>
                    <a:pt x="4437" y="470"/>
                  </a:cubicBezTo>
                  <a:cubicBezTo>
                    <a:pt x="4461" y="439"/>
                    <a:pt x="4484" y="399"/>
                    <a:pt x="4499" y="355"/>
                  </a:cubicBezTo>
                  <a:cubicBezTo>
                    <a:pt x="4515" y="312"/>
                    <a:pt x="4527" y="264"/>
                    <a:pt x="4527" y="221"/>
                  </a:cubicBezTo>
                  <a:cubicBezTo>
                    <a:pt x="4527" y="178"/>
                    <a:pt x="4515" y="135"/>
                    <a:pt x="4492" y="95"/>
                  </a:cubicBezTo>
                  <a:cubicBezTo>
                    <a:pt x="4468" y="60"/>
                    <a:pt x="4432" y="32"/>
                    <a:pt x="4390" y="20"/>
                  </a:cubicBezTo>
                  <a:cubicBezTo>
                    <a:pt x="4350" y="4"/>
                    <a:pt x="4306" y="0"/>
                    <a:pt x="426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5" name="Google Shape;1305;p37"/>
            <p:cNvSpPr/>
            <p:nvPr/>
          </p:nvSpPr>
          <p:spPr>
            <a:xfrm>
              <a:off x="868611" y="2889096"/>
              <a:ext cx="619410" cy="680867"/>
            </a:xfrm>
            <a:custGeom>
              <a:rect b="b" l="l" r="r" t="t"/>
              <a:pathLst>
                <a:path extrusionOk="0" h="2138" w="1945">
                  <a:moveTo>
                    <a:pt x="1329" y="0"/>
                  </a:moveTo>
                  <a:cubicBezTo>
                    <a:pt x="572" y="12"/>
                    <a:pt x="1" y="457"/>
                    <a:pt x="40" y="1108"/>
                  </a:cubicBezTo>
                  <a:cubicBezTo>
                    <a:pt x="68" y="1511"/>
                    <a:pt x="281" y="1873"/>
                    <a:pt x="592" y="2137"/>
                  </a:cubicBezTo>
                  <a:cubicBezTo>
                    <a:pt x="592" y="2137"/>
                    <a:pt x="593" y="2138"/>
                    <a:pt x="594" y="2138"/>
                  </a:cubicBezTo>
                  <a:cubicBezTo>
                    <a:pt x="641" y="2138"/>
                    <a:pt x="1290" y="1454"/>
                    <a:pt x="1353" y="1389"/>
                  </a:cubicBezTo>
                  <a:cubicBezTo>
                    <a:pt x="1393" y="1341"/>
                    <a:pt x="1944" y="679"/>
                    <a:pt x="1944" y="679"/>
                  </a:cubicBezTo>
                  <a:cubicBezTo>
                    <a:pt x="1944" y="679"/>
                    <a:pt x="1830" y="615"/>
                    <a:pt x="1775" y="579"/>
                  </a:cubicBezTo>
                  <a:cubicBezTo>
                    <a:pt x="1629" y="481"/>
                    <a:pt x="1531" y="351"/>
                    <a:pt x="1408" y="229"/>
                  </a:cubicBezTo>
                  <a:lnTo>
                    <a:pt x="1329"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6" name="Google Shape;1306;p37"/>
            <p:cNvSpPr/>
            <p:nvPr/>
          </p:nvSpPr>
          <p:spPr>
            <a:xfrm>
              <a:off x="873706" y="2881453"/>
              <a:ext cx="621639" cy="695835"/>
            </a:xfrm>
            <a:custGeom>
              <a:rect b="b" l="l" r="r" t="t"/>
              <a:pathLst>
                <a:path extrusionOk="0" h="2185" w="1952">
                  <a:moveTo>
                    <a:pt x="584" y="2141"/>
                  </a:moveTo>
                  <a:lnTo>
                    <a:pt x="583" y="2142"/>
                  </a:lnTo>
                  <a:lnTo>
                    <a:pt x="583" y="2142"/>
                  </a:lnTo>
                  <a:cubicBezTo>
                    <a:pt x="583" y="2142"/>
                    <a:pt x="583" y="2142"/>
                    <a:pt x="583" y="2142"/>
                  </a:cubicBezTo>
                  <a:lnTo>
                    <a:pt x="583" y="2142"/>
                  </a:lnTo>
                  <a:lnTo>
                    <a:pt x="584" y="2141"/>
                  </a:lnTo>
                  <a:close/>
                  <a:moveTo>
                    <a:pt x="1313" y="1"/>
                  </a:moveTo>
                  <a:cubicBezTo>
                    <a:pt x="942" y="8"/>
                    <a:pt x="616" y="115"/>
                    <a:pt x="379" y="304"/>
                  </a:cubicBezTo>
                  <a:cubicBezTo>
                    <a:pt x="261" y="395"/>
                    <a:pt x="166" y="509"/>
                    <a:pt x="103" y="639"/>
                  </a:cubicBezTo>
                  <a:cubicBezTo>
                    <a:pt x="36" y="765"/>
                    <a:pt x="1" y="911"/>
                    <a:pt x="1" y="1069"/>
                  </a:cubicBezTo>
                  <a:cubicBezTo>
                    <a:pt x="1" y="1089"/>
                    <a:pt x="4" y="1113"/>
                    <a:pt x="4" y="1132"/>
                  </a:cubicBezTo>
                  <a:cubicBezTo>
                    <a:pt x="28" y="1542"/>
                    <a:pt x="245" y="1909"/>
                    <a:pt x="560" y="2177"/>
                  </a:cubicBezTo>
                  <a:cubicBezTo>
                    <a:pt x="564" y="2181"/>
                    <a:pt x="568" y="2181"/>
                    <a:pt x="568" y="2181"/>
                  </a:cubicBezTo>
                  <a:cubicBezTo>
                    <a:pt x="572" y="2185"/>
                    <a:pt x="576" y="2185"/>
                    <a:pt x="576" y="2185"/>
                  </a:cubicBezTo>
                  <a:cubicBezTo>
                    <a:pt x="580" y="2185"/>
                    <a:pt x="584" y="2185"/>
                    <a:pt x="587" y="2181"/>
                  </a:cubicBezTo>
                  <a:cubicBezTo>
                    <a:pt x="592" y="2181"/>
                    <a:pt x="596" y="2177"/>
                    <a:pt x="600" y="2177"/>
                  </a:cubicBezTo>
                  <a:cubicBezTo>
                    <a:pt x="607" y="2173"/>
                    <a:pt x="616" y="2165"/>
                    <a:pt x="623" y="2157"/>
                  </a:cubicBezTo>
                  <a:cubicBezTo>
                    <a:pt x="663" y="2126"/>
                    <a:pt x="722" y="2070"/>
                    <a:pt x="793" y="1999"/>
                  </a:cubicBezTo>
                  <a:cubicBezTo>
                    <a:pt x="900" y="1897"/>
                    <a:pt x="1029" y="1763"/>
                    <a:pt x="1136" y="1653"/>
                  </a:cubicBezTo>
                  <a:cubicBezTo>
                    <a:pt x="1191" y="1597"/>
                    <a:pt x="1238" y="1546"/>
                    <a:pt x="1278" y="1507"/>
                  </a:cubicBezTo>
                  <a:cubicBezTo>
                    <a:pt x="1317" y="1467"/>
                    <a:pt x="1341" y="1436"/>
                    <a:pt x="1353" y="1424"/>
                  </a:cubicBezTo>
                  <a:cubicBezTo>
                    <a:pt x="1357" y="1420"/>
                    <a:pt x="1373" y="1404"/>
                    <a:pt x="1388" y="1380"/>
                  </a:cubicBezTo>
                  <a:cubicBezTo>
                    <a:pt x="1522" y="1223"/>
                    <a:pt x="1944" y="718"/>
                    <a:pt x="1944" y="718"/>
                  </a:cubicBezTo>
                  <a:cubicBezTo>
                    <a:pt x="1948" y="710"/>
                    <a:pt x="1952" y="707"/>
                    <a:pt x="1952" y="698"/>
                  </a:cubicBezTo>
                  <a:cubicBezTo>
                    <a:pt x="1948" y="694"/>
                    <a:pt x="1944" y="687"/>
                    <a:pt x="1941" y="683"/>
                  </a:cubicBezTo>
                  <a:cubicBezTo>
                    <a:pt x="1941" y="683"/>
                    <a:pt x="1932" y="679"/>
                    <a:pt x="1921" y="674"/>
                  </a:cubicBezTo>
                  <a:cubicBezTo>
                    <a:pt x="1885" y="655"/>
                    <a:pt x="1810" y="612"/>
                    <a:pt x="1770" y="584"/>
                  </a:cubicBezTo>
                  <a:cubicBezTo>
                    <a:pt x="1628" y="490"/>
                    <a:pt x="1530" y="363"/>
                    <a:pt x="1408" y="237"/>
                  </a:cubicBezTo>
                  <a:cubicBezTo>
                    <a:pt x="1404" y="233"/>
                    <a:pt x="1398" y="230"/>
                    <a:pt x="1392" y="230"/>
                  </a:cubicBezTo>
                  <a:cubicBezTo>
                    <a:pt x="1388" y="230"/>
                    <a:pt x="1384" y="232"/>
                    <a:pt x="1380" y="237"/>
                  </a:cubicBezTo>
                  <a:cubicBezTo>
                    <a:pt x="1368" y="245"/>
                    <a:pt x="1368" y="257"/>
                    <a:pt x="1377" y="265"/>
                  </a:cubicBezTo>
                  <a:cubicBezTo>
                    <a:pt x="1499" y="390"/>
                    <a:pt x="1597" y="521"/>
                    <a:pt x="1743" y="619"/>
                  </a:cubicBezTo>
                  <a:cubicBezTo>
                    <a:pt x="1775" y="639"/>
                    <a:pt x="1818" y="667"/>
                    <a:pt x="1854" y="687"/>
                  </a:cubicBezTo>
                  <a:cubicBezTo>
                    <a:pt x="1869" y="696"/>
                    <a:pt x="1884" y="704"/>
                    <a:pt x="1895" y="710"/>
                  </a:cubicBezTo>
                  <a:lnTo>
                    <a:pt x="1895" y="710"/>
                  </a:lnTo>
                  <a:cubicBezTo>
                    <a:pt x="1893" y="712"/>
                    <a:pt x="1891" y="715"/>
                    <a:pt x="1889" y="718"/>
                  </a:cubicBezTo>
                  <a:cubicBezTo>
                    <a:pt x="1834" y="781"/>
                    <a:pt x="1699" y="943"/>
                    <a:pt x="1577" y="1089"/>
                  </a:cubicBezTo>
                  <a:cubicBezTo>
                    <a:pt x="1515" y="1164"/>
                    <a:pt x="1455" y="1235"/>
                    <a:pt x="1408" y="1290"/>
                  </a:cubicBezTo>
                  <a:cubicBezTo>
                    <a:pt x="1384" y="1322"/>
                    <a:pt x="1364" y="1345"/>
                    <a:pt x="1349" y="1360"/>
                  </a:cubicBezTo>
                  <a:cubicBezTo>
                    <a:pt x="1333" y="1380"/>
                    <a:pt x="1325" y="1393"/>
                    <a:pt x="1321" y="1396"/>
                  </a:cubicBezTo>
                  <a:cubicBezTo>
                    <a:pt x="1313" y="1404"/>
                    <a:pt x="1297" y="1424"/>
                    <a:pt x="1273" y="1448"/>
                  </a:cubicBezTo>
                  <a:cubicBezTo>
                    <a:pt x="1191" y="1535"/>
                    <a:pt x="1022" y="1712"/>
                    <a:pt x="871" y="1862"/>
                  </a:cubicBezTo>
                  <a:cubicBezTo>
                    <a:pt x="796" y="1941"/>
                    <a:pt x="722" y="2012"/>
                    <a:pt x="667" y="2063"/>
                  </a:cubicBezTo>
                  <a:cubicBezTo>
                    <a:pt x="639" y="2086"/>
                    <a:pt x="616" y="2110"/>
                    <a:pt x="600" y="2122"/>
                  </a:cubicBezTo>
                  <a:cubicBezTo>
                    <a:pt x="592" y="2130"/>
                    <a:pt x="584" y="2134"/>
                    <a:pt x="580" y="2137"/>
                  </a:cubicBezTo>
                  <a:cubicBezTo>
                    <a:pt x="579" y="2137"/>
                    <a:pt x="578" y="2138"/>
                    <a:pt x="578" y="2138"/>
                  </a:cubicBezTo>
                  <a:lnTo>
                    <a:pt x="578" y="2138"/>
                  </a:lnTo>
                  <a:cubicBezTo>
                    <a:pt x="276" y="1874"/>
                    <a:pt x="71" y="1522"/>
                    <a:pt x="48" y="1132"/>
                  </a:cubicBezTo>
                  <a:cubicBezTo>
                    <a:pt x="48" y="1109"/>
                    <a:pt x="43" y="1089"/>
                    <a:pt x="43" y="1069"/>
                  </a:cubicBezTo>
                  <a:cubicBezTo>
                    <a:pt x="43" y="919"/>
                    <a:pt x="79" y="781"/>
                    <a:pt x="143" y="659"/>
                  </a:cubicBezTo>
                  <a:cubicBezTo>
                    <a:pt x="232" y="474"/>
                    <a:pt x="390" y="324"/>
                    <a:pt x="592" y="217"/>
                  </a:cubicBezTo>
                  <a:cubicBezTo>
                    <a:pt x="796" y="111"/>
                    <a:pt x="1042" y="48"/>
                    <a:pt x="1317" y="44"/>
                  </a:cubicBezTo>
                  <a:cubicBezTo>
                    <a:pt x="1329" y="44"/>
                    <a:pt x="1337" y="32"/>
                    <a:pt x="1337" y="20"/>
                  </a:cubicBezTo>
                  <a:cubicBezTo>
                    <a:pt x="1337" y="8"/>
                    <a:pt x="1325" y="1"/>
                    <a:pt x="1313"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7" name="Google Shape;1307;p37"/>
            <p:cNvSpPr/>
            <p:nvPr/>
          </p:nvSpPr>
          <p:spPr>
            <a:xfrm>
              <a:off x="1423684" y="2583377"/>
              <a:ext cx="48088" cy="64966"/>
            </a:xfrm>
            <a:custGeom>
              <a:rect b="b" l="l" r="r" t="t"/>
              <a:pathLst>
                <a:path extrusionOk="0" h="204" w="151">
                  <a:moveTo>
                    <a:pt x="26" y="1"/>
                  </a:moveTo>
                  <a:cubicBezTo>
                    <a:pt x="16" y="1"/>
                    <a:pt x="8" y="8"/>
                    <a:pt x="4" y="18"/>
                  </a:cubicBezTo>
                  <a:cubicBezTo>
                    <a:pt x="1" y="30"/>
                    <a:pt x="8" y="41"/>
                    <a:pt x="20" y="45"/>
                  </a:cubicBezTo>
                  <a:cubicBezTo>
                    <a:pt x="36" y="49"/>
                    <a:pt x="52" y="54"/>
                    <a:pt x="63" y="61"/>
                  </a:cubicBezTo>
                  <a:cubicBezTo>
                    <a:pt x="75" y="69"/>
                    <a:pt x="87" y="77"/>
                    <a:pt x="91" y="85"/>
                  </a:cubicBezTo>
                  <a:cubicBezTo>
                    <a:pt x="99" y="89"/>
                    <a:pt x="99" y="96"/>
                    <a:pt x="103" y="105"/>
                  </a:cubicBezTo>
                  <a:cubicBezTo>
                    <a:pt x="103" y="112"/>
                    <a:pt x="107" y="125"/>
                    <a:pt x="107" y="132"/>
                  </a:cubicBezTo>
                  <a:cubicBezTo>
                    <a:pt x="107" y="148"/>
                    <a:pt x="103" y="160"/>
                    <a:pt x="99" y="176"/>
                  </a:cubicBezTo>
                  <a:cubicBezTo>
                    <a:pt x="99" y="187"/>
                    <a:pt x="107" y="199"/>
                    <a:pt x="119" y="203"/>
                  </a:cubicBezTo>
                  <a:cubicBezTo>
                    <a:pt x="130" y="203"/>
                    <a:pt x="143" y="196"/>
                    <a:pt x="143" y="183"/>
                  </a:cubicBezTo>
                  <a:cubicBezTo>
                    <a:pt x="146" y="167"/>
                    <a:pt x="150" y="152"/>
                    <a:pt x="150" y="132"/>
                  </a:cubicBezTo>
                  <a:cubicBezTo>
                    <a:pt x="150" y="120"/>
                    <a:pt x="146" y="109"/>
                    <a:pt x="146" y="92"/>
                  </a:cubicBezTo>
                  <a:cubicBezTo>
                    <a:pt x="143" y="81"/>
                    <a:pt x="134" y="69"/>
                    <a:pt x="127" y="57"/>
                  </a:cubicBezTo>
                  <a:cubicBezTo>
                    <a:pt x="114" y="41"/>
                    <a:pt x="99" y="30"/>
                    <a:pt x="83" y="21"/>
                  </a:cubicBezTo>
                  <a:cubicBezTo>
                    <a:pt x="67" y="14"/>
                    <a:pt x="48" y="10"/>
                    <a:pt x="32" y="2"/>
                  </a:cubicBezTo>
                  <a:cubicBezTo>
                    <a:pt x="30" y="1"/>
                    <a:pt x="28" y="1"/>
                    <a:pt x="26"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8" name="Google Shape;1308;p37"/>
            <p:cNvSpPr/>
            <p:nvPr/>
          </p:nvSpPr>
          <p:spPr>
            <a:xfrm>
              <a:off x="1670808" y="3476332"/>
              <a:ext cx="150951" cy="60189"/>
            </a:xfrm>
            <a:custGeom>
              <a:rect b="b" l="l" r="r" t="t"/>
              <a:pathLst>
                <a:path extrusionOk="0" h="189" w="474">
                  <a:moveTo>
                    <a:pt x="448" y="0"/>
                  </a:moveTo>
                  <a:cubicBezTo>
                    <a:pt x="445" y="0"/>
                    <a:pt x="442" y="1"/>
                    <a:pt x="439" y="2"/>
                  </a:cubicBezTo>
                  <a:cubicBezTo>
                    <a:pt x="308" y="69"/>
                    <a:pt x="166" y="116"/>
                    <a:pt x="21" y="144"/>
                  </a:cubicBezTo>
                  <a:cubicBezTo>
                    <a:pt x="9" y="147"/>
                    <a:pt x="1" y="160"/>
                    <a:pt x="5" y="171"/>
                  </a:cubicBezTo>
                  <a:cubicBezTo>
                    <a:pt x="5" y="181"/>
                    <a:pt x="13" y="188"/>
                    <a:pt x="23" y="188"/>
                  </a:cubicBezTo>
                  <a:cubicBezTo>
                    <a:pt x="25" y="188"/>
                    <a:pt x="27" y="188"/>
                    <a:pt x="29" y="187"/>
                  </a:cubicBezTo>
                  <a:cubicBezTo>
                    <a:pt x="179" y="160"/>
                    <a:pt x="324" y="108"/>
                    <a:pt x="459" y="41"/>
                  </a:cubicBezTo>
                  <a:cubicBezTo>
                    <a:pt x="470" y="33"/>
                    <a:pt x="474" y="21"/>
                    <a:pt x="470" y="9"/>
                  </a:cubicBezTo>
                  <a:cubicBezTo>
                    <a:pt x="465" y="4"/>
                    <a:pt x="456" y="0"/>
                    <a:pt x="448"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9" name="Google Shape;1309;p37"/>
            <p:cNvSpPr/>
            <p:nvPr/>
          </p:nvSpPr>
          <p:spPr>
            <a:xfrm>
              <a:off x="2312821" y="2556308"/>
              <a:ext cx="155728" cy="85666"/>
            </a:xfrm>
            <a:custGeom>
              <a:rect b="b" l="l" r="r" t="t"/>
              <a:pathLst>
                <a:path extrusionOk="0" h="269" w="489">
                  <a:moveTo>
                    <a:pt x="457" y="0"/>
                  </a:moveTo>
                  <a:cubicBezTo>
                    <a:pt x="296" y="48"/>
                    <a:pt x="150" y="139"/>
                    <a:pt x="12" y="229"/>
                  </a:cubicBezTo>
                  <a:cubicBezTo>
                    <a:pt x="4" y="237"/>
                    <a:pt x="0" y="248"/>
                    <a:pt x="4" y="261"/>
                  </a:cubicBezTo>
                  <a:cubicBezTo>
                    <a:pt x="9" y="265"/>
                    <a:pt x="17" y="269"/>
                    <a:pt x="24" y="269"/>
                  </a:cubicBezTo>
                  <a:cubicBezTo>
                    <a:pt x="28" y="269"/>
                    <a:pt x="33" y="267"/>
                    <a:pt x="35" y="264"/>
                  </a:cubicBezTo>
                  <a:cubicBezTo>
                    <a:pt x="174" y="177"/>
                    <a:pt x="316" y="87"/>
                    <a:pt x="469" y="44"/>
                  </a:cubicBezTo>
                  <a:cubicBezTo>
                    <a:pt x="481" y="39"/>
                    <a:pt x="489" y="28"/>
                    <a:pt x="485" y="16"/>
                  </a:cubicBezTo>
                  <a:cubicBezTo>
                    <a:pt x="481" y="4"/>
                    <a:pt x="469" y="0"/>
                    <a:pt x="457"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0" name="Google Shape;1310;p37"/>
            <p:cNvSpPr/>
            <p:nvPr/>
          </p:nvSpPr>
          <p:spPr>
            <a:xfrm>
              <a:off x="2337661" y="2579237"/>
              <a:ext cx="157320" cy="93309"/>
            </a:xfrm>
            <a:custGeom>
              <a:rect b="b" l="l" r="r" t="t"/>
              <a:pathLst>
                <a:path extrusionOk="0" h="293" w="494">
                  <a:moveTo>
                    <a:pt x="471" y="1"/>
                  </a:moveTo>
                  <a:cubicBezTo>
                    <a:pt x="467" y="1"/>
                    <a:pt x="463" y="2"/>
                    <a:pt x="458" y="3"/>
                  </a:cubicBezTo>
                  <a:cubicBezTo>
                    <a:pt x="316" y="98"/>
                    <a:pt x="170" y="180"/>
                    <a:pt x="17" y="251"/>
                  </a:cubicBezTo>
                  <a:cubicBezTo>
                    <a:pt x="5" y="256"/>
                    <a:pt x="1" y="267"/>
                    <a:pt x="5" y="280"/>
                  </a:cubicBezTo>
                  <a:cubicBezTo>
                    <a:pt x="10" y="288"/>
                    <a:pt x="19" y="292"/>
                    <a:pt x="27" y="292"/>
                  </a:cubicBezTo>
                  <a:cubicBezTo>
                    <a:pt x="30" y="292"/>
                    <a:pt x="33" y="292"/>
                    <a:pt x="36" y="291"/>
                  </a:cubicBezTo>
                  <a:cubicBezTo>
                    <a:pt x="190" y="216"/>
                    <a:pt x="340" y="133"/>
                    <a:pt x="482" y="43"/>
                  </a:cubicBezTo>
                  <a:cubicBezTo>
                    <a:pt x="494" y="34"/>
                    <a:pt x="494" y="19"/>
                    <a:pt x="490" y="11"/>
                  </a:cubicBezTo>
                  <a:cubicBezTo>
                    <a:pt x="485" y="4"/>
                    <a:pt x="478" y="1"/>
                    <a:pt x="471"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1" name="Google Shape;1311;p37"/>
            <p:cNvSpPr/>
            <p:nvPr/>
          </p:nvSpPr>
          <p:spPr>
            <a:xfrm>
              <a:off x="2364093" y="2617133"/>
              <a:ext cx="143308" cy="104455"/>
            </a:xfrm>
            <a:custGeom>
              <a:rect b="b" l="l" r="r" t="t"/>
              <a:pathLst>
                <a:path extrusionOk="0" h="328" w="450">
                  <a:moveTo>
                    <a:pt x="427" y="1"/>
                  </a:moveTo>
                  <a:cubicBezTo>
                    <a:pt x="421" y="1"/>
                    <a:pt x="415" y="3"/>
                    <a:pt x="411" y="6"/>
                  </a:cubicBezTo>
                  <a:cubicBezTo>
                    <a:pt x="296" y="121"/>
                    <a:pt x="162" y="215"/>
                    <a:pt x="16" y="286"/>
                  </a:cubicBezTo>
                  <a:cubicBezTo>
                    <a:pt x="5" y="290"/>
                    <a:pt x="0" y="306"/>
                    <a:pt x="9" y="314"/>
                  </a:cubicBezTo>
                  <a:cubicBezTo>
                    <a:pt x="12" y="323"/>
                    <a:pt x="19" y="328"/>
                    <a:pt x="27" y="328"/>
                  </a:cubicBezTo>
                  <a:cubicBezTo>
                    <a:pt x="30" y="328"/>
                    <a:pt x="33" y="327"/>
                    <a:pt x="36" y="326"/>
                  </a:cubicBezTo>
                  <a:cubicBezTo>
                    <a:pt x="186" y="255"/>
                    <a:pt x="324" y="156"/>
                    <a:pt x="442" y="38"/>
                  </a:cubicBezTo>
                  <a:cubicBezTo>
                    <a:pt x="450" y="26"/>
                    <a:pt x="450" y="14"/>
                    <a:pt x="442" y="6"/>
                  </a:cubicBezTo>
                  <a:cubicBezTo>
                    <a:pt x="438" y="3"/>
                    <a:pt x="433" y="1"/>
                    <a:pt x="427"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2" name="Google Shape;1312;p37"/>
            <p:cNvSpPr/>
            <p:nvPr/>
          </p:nvSpPr>
          <p:spPr>
            <a:xfrm>
              <a:off x="1490242" y="2695474"/>
              <a:ext cx="163371" cy="78660"/>
            </a:xfrm>
            <a:custGeom>
              <a:rect b="b" l="l" r="r" t="t"/>
              <a:pathLst>
                <a:path extrusionOk="0" h="247" w="513">
                  <a:moveTo>
                    <a:pt x="485" y="1"/>
                  </a:moveTo>
                  <a:lnTo>
                    <a:pt x="20" y="33"/>
                  </a:lnTo>
                  <a:cubicBezTo>
                    <a:pt x="1" y="139"/>
                    <a:pt x="115" y="246"/>
                    <a:pt x="247" y="246"/>
                  </a:cubicBezTo>
                  <a:cubicBezTo>
                    <a:pt x="251" y="246"/>
                    <a:pt x="256" y="246"/>
                    <a:pt x="260" y="246"/>
                  </a:cubicBezTo>
                  <a:cubicBezTo>
                    <a:pt x="398" y="237"/>
                    <a:pt x="513" y="111"/>
                    <a:pt x="485" y="1"/>
                  </a:cubicBez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3" name="Google Shape;1313;p37"/>
            <p:cNvSpPr/>
            <p:nvPr/>
          </p:nvSpPr>
          <p:spPr>
            <a:xfrm>
              <a:off x="1488968" y="2689105"/>
              <a:ext cx="164645" cy="92353"/>
            </a:xfrm>
            <a:custGeom>
              <a:rect b="b" l="l" r="r" t="t"/>
              <a:pathLst>
                <a:path extrusionOk="0" h="290" w="517">
                  <a:moveTo>
                    <a:pt x="472" y="46"/>
                  </a:moveTo>
                  <a:cubicBezTo>
                    <a:pt x="473" y="49"/>
                    <a:pt x="473" y="52"/>
                    <a:pt x="473" y="57"/>
                  </a:cubicBezTo>
                  <a:cubicBezTo>
                    <a:pt x="473" y="77"/>
                    <a:pt x="466" y="100"/>
                    <a:pt x="458" y="119"/>
                  </a:cubicBezTo>
                  <a:cubicBezTo>
                    <a:pt x="442" y="151"/>
                    <a:pt x="415" y="183"/>
                    <a:pt x="379" y="202"/>
                  </a:cubicBezTo>
                  <a:cubicBezTo>
                    <a:pt x="347" y="226"/>
                    <a:pt x="304" y="242"/>
                    <a:pt x="264" y="246"/>
                  </a:cubicBezTo>
                  <a:lnTo>
                    <a:pt x="249" y="246"/>
                  </a:lnTo>
                  <a:cubicBezTo>
                    <a:pt x="193" y="246"/>
                    <a:pt x="142" y="222"/>
                    <a:pt x="107" y="190"/>
                  </a:cubicBezTo>
                  <a:cubicBezTo>
                    <a:pt x="87" y="175"/>
                    <a:pt x="71" y="159"/>
                    <a:pt x="60" y="139"/>
                  </a:cubicBezTo>
                  <a:cubicBezTo>
                    <a:pt x="51" y="119"/>
                    <a:pt x="44" y="95"/>
                    <a:pt x="44" y="77"/>
                  </a:cubicBezTo>
                  <a:cubicBezTo>
                    <a:pt x="44" y="74"/>
                    <a:pt x="44" y="72"/>
                    <a:pt x="44" y="71"/>
                  </a:cubicBezTo>
                  <a:lnTo>
                    <a:pt x="44" y="71"/>
                  </a:lnTo>
                  <a:lnTo>
                    <a:pt x="472" y="46"/>
                  </a:lnTo>
                  <a:close/>
                  <a:moveTo>
                    <a:pt x="489" y="1"/>
                  </a:moveTo>
                  <a:lnTo>
                    <a:pt x="24" y="29"/>
                  </a:lnTo>
                  <a:cubicBezTo>
                    <a:pt x="16" y="29"/>
                    <a:pt x="4" y="37"/>
                    <a:pt x="4" y="48"/>
                  </a:cubicBezTo>
                  <a:cubicBezTo>
                    <a:pt x="4" y="57"/>
                    <a:pt x="0" y="68"/>
                    <a:pt x="0" y="77"/>
                  </a:cubicBezTo>
                  <a:cubicBezTo>
                    <a:pt x="0" y="104"/>
                    <a:pt x="9" y="131"/>
                    <a:pt x="24" y="159"/>
                  </a:cubicBezTo>
                  <a:cubicBezTo>
                    <a:pt x="44" y="195"/>
                    <a:pt x="75" y="230"/>
                    <a:pt x="115" y="250"/>
                  </a:cubicBezTo>
                  <a:cubicBezTo>
                    <a:pt x="154" y="273"/>
                    <a:pt x="202" y="289"/>
                    <a:pt x="249" y="289"/>
                  </a:cubicBezTo>
                  <a:lnTo>
                    <a:pt x="264" y="289"/>
                  </a:lnTo>
                  <a:cubicBezTo>
                    <a:pt x="335" y="281"/>
                    <a:pt x="395" y="253"/>
                    <a:pt x="442" y="210"/>
                  </a:cubicBezTo>
                  <a:cubicBezTo>
                    <a:pt x="462" y="190"/>
                    <a:pt x="482" y="166"/>
                    <a:pt x="497" y="139"/>
                  </a:cubicBezTo>
                  <a:cubicBezTo>
                    <a:pt x="509" y="112"/>
                    <a:pt x="517" y="84"/>
                    <a:pt x="517" y="57"/>
                  </a:cubicBezTo>
                  <a:cubicBezTo>
                    <a:pt x="517" y="41"/>
                    <a:pt x="513" y="29"/>
                    <a:pt x="513" y="17"/>
                  </a:cubicBezTo>
                  <a:cubicBezTo>
                    <a:pt x="509" y="6"/>
                    <a:pt x="501" y="1"/>
                    <a:pt x="48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14" name="Google Shape;1314;p37"/>
          <p:cNvGrpSpPr/>
          <p:nvPr/>
        </p:nvGrpSpPr>
        <p:grpSpPr>
          <a:xfrm flipH="1">
            <a:off x="8757879" y="6431610"/>
            <a:ext cx="2043559" cy="2263282"/>
            <a:chOff x="-885778" y="6935560"/>
            <a:chExt cx="2043559" cy="2263282"/>
          </a:xfrm>
        </p:grpSpPr>
        <p:sp>
          <p:nvSpPr>
            <p:cNvPr id="1315" name="Google Shape;1315;p37"/>
            <p:cNvSpPr/>
            <p:nvPr/>
          </p:nvSpPr>
          <p:spPr>
            <a:xfrm>
              <a:off x="307168" y="7441907"/>
              <a:ext cx="849339" cy="1239446"/>
            </a:xfrm>
            <a:custGeom>
              <a:rect b="b" l="l" r="r" t="t"/>
              <a:pathLst>
                <a:path extrusionOk="0" h="3892" w="2667">
                  <a:moveTo>
                    <a:pt x="1843" y="0"/>
                  </a:moveTo>
                  <a:cubicBezTo>
                    <a:pt x="1612" y="0"/>
                    <a:pt x="1380" y="48"/>
                    <a:pt x="1168" y="138"/>
                  </a:cubicBezTo>
                  <a:cubicBezTo>
                    <a:pt x="923" y="245"/>
                    <a:pt x="703" y="407"/>
                    <a:pt x="545" y="615"/>
                  </a:cubicBezTo>
                  <a:cubicBezTo>
                    <a:pt x="139" y="1148"/>
                    <a:pt x="0" y="2054"/>
                    <a:pt x="71" y="2705"/>
                  </a:cubicBezTo>
                  <a:cubicBezTo>
                    <a:pt x="119" y="3104"/>
                    <a:pt x="242" y="3494"/>
                    <a:pt x="226" y="3892"/>
                  </a:cubicBezTo>
                  <a:cubicBezTo>
                    <a:pt x="246" y="3462"/>
                    <a:pt x="415" y="3060"/>
                    <a:pt x="581" y="2669"/>
                  </a:cubicBezTo>
                  <a:cubicBezTo>
                    <a:pt x="723" y="2334"/>
                    <a:pt x="786" y="2074"/>
                    <a:pt x="1129" y="1869"/>
                  </a:cubicBezTo>
                  <a:cubicBezTo>
                    <a:pt x="1396" y="1708"/>
                    <a:pt x="1605" y="1570"/>
                    <a:pt x="1842" y="1348"/>
                  </a:cubicBezTo>
                  <a:cubicBezTo>
                    <a:pt x="2095" y="1112"/>
                    <a:pt x="2331" y="860"/>
                    <a:pt x="2548" y="587"/>
                  </a:cubicBezTo>
                  <a:cubicBezTo>
                    <a:pt x="2592" y="532"/>
                    <a:pt x="2635" y="473"/>
                    <a:pt x="2646" y="407"/>
                  </a:cubicBezTo>
                  <a:cubicBezTo>
                    <a:pt x="2666" y="249"/>
                    <a:pt x="2497" y="134"/>
                    <a:pt x="2347" y="83"/>
                  </a:cubicBezTo>
                  <a:cubicBezTo>
                    <a:pt x="2187" y="27"/>
                    <a:pt x="2016" y="0"/>
                    <a:pt x="1843" y="0"/>
                  </a:cubicBezTo>
                  <a:close/>
                </a:path>
              </a:pathLst>
            </a:cu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6" name="Google Shape;1316;p37"/>
            <p:cNvSpPr/>
            <p:nvPr/>
          </p:nvSpPr>
          <p:spPr>
            <a:xfrm>
              <a:off x="317359" y="7435538"/>
              <a:ext cx="840423" cy="1252185"/>
            </a:xfrm>
            <a:custGeom>
              <a:rect b="b" l="l" r="r" t="t"/>
              <a:pathLst>
                <a:path extrusionOk="0" h="3932" w="2639">
                  <a:moveTo>
                    <a:pt x="1814" y="43"/>
                  </a:moveTo>
                  <a:cubicBezTo>
                    <a:pt x="1984" y="43"/>
                    <a:pt x="2154" y="67"/>
                    <a:pt x="2307" y="123"/>
                  </a:cubicBezTo>
                  <a:cubicBezTo>
                    <a:pt x="2378" y="146"/>
                    <a:pt x="2449" y="181"/>
                    <a:pt x="2505" y="229"/>
                  </a:cubicBezTo>
                  <a:cubicBezTo>
                    <a:pt x="2532" y="252"/>
                    <a:pt x="2556" y="280"/>
                    <a:pt x="2567" y="308"/>
                  </a:cubicBezTo>
                  <a:cubicBezTo>
                    <a:pt x="2583" y="336"/>
                    <a:pt x="2595" y="367"/>
                    <a:pt x="2595" y="398"/>
                  </a:cubicBezTo>
                  <a:cubicBezTo>
                    <a:pt x="2595" y="407"/>
                    <a:pt x="2591" y="414"/>
                    <a:pt x="2591" y="422"/>
                  </a:cubicBezTo>
                  <a:cubicBezTo>
                    <a:pt x="2587" y="454"/>
                    <a:pt x="2576" y="481"/>
                    <a:pt x="2560" y="513"/>
                  </a:cubicBezTo>
                  <a:cubicBezTo>
                    <a:pt x="2543" y="540"/>
                    <a:pt x="2520" y="569"/>
                    <a:pt x="2496" y="596"/>
                  </a:cubicBezTo>
                  <a:cubicBezTo>
                    <a:pt x="2283" y="864"/>
                    <a:pt x="2047" y="1116"/>
                    <a:pt x="1795" y="1353"/>
                  </a:cubicBezTo>
                  <a:cubicBezTo>
                    <a:pt x="1562" y="1574"/>
                    <a:pt x="1357" y="1708"/>
                    <a:pt x="1085" y="1870"/>
                  </a:cubicBezTo>
                  <a:cubicBezTo>
                    <a:pt x="911" y="1976"/>
                    <a:pt x="805" y="2094"/>
                    <a:pt x="726" y="2228"/>
                  </a:cubicBezTo>
                  <a:cubicBezTo>
                    <a:pt x="651" y="2367"/>
                    <a:pt x="600" y="2516"/>
                    <a:pt x="529" y="2682"/>
                  </a:cubicBezTo>
                  <a:cubicBezTo>
                    <a:pt x="400" y="2985"/>
                    <a:pt x="266" y="3296"/>
                    <a:pt x="206" y="3623"/>
                  </a:cubicBezTo>
                  <a:lnTo>
                    <a:pt x="206" y="3623"/>
                  </a:lnTo>
                  <a:cubicBezTo>
                    <a:pt x="176" y="3320"/>
                    <a:pt x="95" y="3020"/>
                    <a:pt x="63" y="2721"/>
                  </a:cubicBezTo>
                  <a:cubicBezTo>
                    <a:pt x="52" y="2615"/>
                    <a:pt x="44" y="2500"/>
                    <a:pt x="44" y="2378"/>
                  </a:cubicBezTo>
                  <a:cubicBezTo>
                    <a:pt x="44" y="2083"/>
                    <a:pt x="83" y="1759"/>
                    <a:pt x="162" y="1455"/>
                  </a:cubicBezTo>
                  <a:cubicBezTo>
                    <a:pt x="241" y="1151"/>
                    <a:pt x="363" y="868"/>
                    <a:pt x="529" y="647"/>
                  </a:cubicBezTo>
                  <a:cubicBezTo>
                    <a:pt x="687" y="442"/>
                    <a:pt x="903" y="285"/>
                    <a:pt x="1144" y="178"/>
                  </a:cubicBezTo>
                  <a:cubicBezTo>
                    <a:pt x="1357" y="91"/>
                    <a:pt x="1586" y="43"/>
                    <a:pt x="1814" y="43"/>
                  </a:cubicBezTo>
                  <a:close/>
                  <a:moveTo>
                    <a:pt x="1814" y="1"/>
                  </a:moveTo>
                  <a:cubicBezTo>
                    <a:pt x="1582" y="1"/>
                    <a:pt x="1345" y="48"/>
                    <a:pt x="1128" y="138"/>
                  </a:cubicBezTo>
                  <a:cubicBezTo>
                    <a:pt x="880" y="245"/>
                    <a:pt x="655" y="407"/>
                    <a:pt x="494" y="623"/>
                  </a:cubicBezTo>
                  <a:cubicBezTo>
                    <a:pt x="323" y="848"/>
                    <a:pt x="201" y="1136"/>
                    <a:pt x="119" y="1444"/>
                  </a:cubicBezTo>
                  <a:cubicBezTo>
                    <a:pt x="39" y="1751"/>
                    <a:pt x="1" y="2078"/>
                    <a:pt x="1" y="2378"/>
                  </a:cubicBezTo>
                  <a:cubicBezTo>
                    <a:pt x="1" y="2500"/>
                    <a:pt x="8" y="2618"/>
                    <a:pt x="21" y="2729"/>
                  </a:cubicBezTo>
                  <a:cubicBezTo>
                    <a:pt x="63" y="3104"/>
                    <a:pt x="174" y="3470"/>
                    <a:pt x="174" y="3841"/>
                  </a:cubicBezTo>
                  <a:lnTo>
                    <a:pt x="174" y="3908"/>
                  </a:lnTo>
                  <a:cubicBezTo>
                    <a:pt x="174" y="3908"/>
                    <a:pt x="174" y="3908"/>
                    <a:pt x="174" y="3908"/>
                  </a:cubicBezTo>
                  <a:lnTo>
                    <a:pt x="174" y="3908"/>
                  </a:lnTo>
                  <a:cubicBezTo>
                    <a:pt x="174" y="3916"/>
                    <a:pt x="174" y="3920"/>
                    <a:pt x="178" y="3923"/>
                  </a:cubicBezTo>
                  <a:cubicBezTo>
                    <a:pt x="179" y="3925"/>
                    <a:pt x="180" y="3926"/>
                    <a:pt x="181" y="3927"/>
                  </a:cubicBezTo>
                  <a:lnTo>
                    <a:pt x="181" y="3927"/>
                  </a:lnTo>
                  <a:cubicBezTo>
                    <a:pt x="185" y="3930"/>
                    <a:pt x="189" y="3932"/>
                    <a:pt x="194" y="3932"/>
                  </a:cubicBezTo>
                  <a:cubicBezTo>
                    <a:pt x="201" y="3932"/>
                    <a:pt x="205" y="3932"/>
                    <a:pt x="210" y="3928"/>
                  </a:cubicBezTo>
                  <a:cubicBezTo>
                    <a:pt x="211" y="3926"/>
                    <a:pt x="212" y="3924"/>
                    <a:pt x="214" y="3922"/>
                  </a:cubicBezTo>
                  <a:lnTo>
                    <a:pt x="214" y="3922"/>
                  </a:lnTo>
                  <a:cubicBezTo>
                    <a:pt x="216" y="3919"/>
                    <a:pt x="217" y="3916"/>
                    <a:pt x="217" y="3912"/>
                  </a:cubicBezTo>
                  <a:cubicBezTo>
                    <a:pt x="233" y="3486"/>
                    <a:pt x="403" y="3088"/>
                    <a:pt x="568" y="2698"/>
                  </a:cubicBezTo>
                  <a:cubicBezTo>
                    <a:pt x="639" y="2532"/>
                    <a:pt x="691" y="2382"/>
                    <a:pt x="765" y="2252"/>
                  </a:cubicBezTo>
                  <a:cubicBezTo>
                    <a:pt x="840" y="2121"/>
                    <a:pt x="938" y="2007"/>
                    <a:pt x="1104" y="1909"/>
                  </a:cubicBezTo>
                  <a:cubicBezTo>
                    <a:pt x="1377" y="1747"/>
                    <a:pt x="1590" y="1610"/>
                    <a:pt x="1826" y="1384"/>
                  </a:cubicBezTo>
                  <a:cubicBezTo>
                    <a:pt x="2079" y="1148"/>
                    <a:pt x="2315" y="891"/>
                    <a:pt x="2532" y="623"/>
                  </a:cubicBezTo>
                  <a:cubicBezTo>
                    <a:pt x="2556" y="596"/>
                    <a:pt x="2579" y="564"/>
                    <a:pt x="2595" y="533"/>
                  </a:cubicBezTo>
                  <a:cubicBezTo>
                    <a:pt x="2614" y="501"/>
                    <a:pt x="2631" y="465"/>
                    <a:pt x="2634" y="427"/>
                  </a:cubicBezTo>
                  <a:cubicBezTo>
                    <a:pt x="2634" y="418"/>
                    <a:pt x="2638" y="410"/>
                    <a:pt x="2638" y="398"/>
                  </a:cubicBezTo>
                  <a:cubicBezTo>
                    <a:pt x="2638" y="359"/>
                    <a:pt x="2627" y="320"/>
                    <a:pt x="2607" y="288"/>
                  </a:cubicBezTo>
                  <a:cubicBezTo>
                    <a:pt x="2579" y="237"/>
                    <a:pt x="2536" y="194"/>
                    <a:pt x="2485" y="162"/>
                  </a:cubicBezTo>
                  <a:cubicBezTo>
                    <a:pt x="2434" y="127"/>
                    <a:pt x="2378" y="99"/>
                    <a:pt x="2323" y="79"/>
                  </a:cubicBezTo>
                  <a:cubicBezTo>
                    <a:pt x="2161" y="24"/>
                    <a:pt x="1988" y="1"/>
                    <a:pt x="181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7" name="Google Shape;1317;p37"/>
            <p:cNvSpPr/>
            <p:nvPr/>
          </p:nvSpPr>
          <p:spPr>
            <a:xfrm>
              <a:off x="367357" y="7957490"/>
              <a:ext cx="172607" cy="1152188"/>
            </a:xfrm>
            <a:custGeom>
              <a:rect b="b" l="l" r="r" t="t"/>
              <a:pathLst>
                <a:path extrusionOk="0" h="3618" w="542">
                  <a:moveTo>
                    <a:pt x="513" y="0"/>
                  </a:moveTo>
                  <a:cubicBezTo>
                    <a:pt x="504" y="0"/>
                    <a:pt x="497" y="5"/>
                    <a:pt x="494" y="13"/>
                  </a:cubicBezTo>
                  <a:cubicBezTo>
                    <a:pt x="269" y="621"/>
                    <a:pt x="163" y="1201"/>
                    <a:pt x="108" y="1787"/>
                  </a:cubicBezTo>
                  <a:cubicBezTo>
                    <a:pt x="53" y="2375"/>
                    <a:pt x="40" y="2967"/>
                    <a:pt x="1" y="3594"/>
                  </a:cubicBezTo>
                  <a:cubicBezTo>
                    <a:pt x="1" y="3605"/>
                    <a:pt x="9" y="3618"/>
                    <a:pt x="21" y="3618"/>
                  </a:cubicBezTo>
                  <a:cubicBezTo>
                    <a:pt x="33" y="3618"/>
                    <a:pt x="44" y="3609"/>
                    <a:pt x="44" y="3598"/>
                  </a:cubicBezTo>
                  <a:cubicBezTo>
                    <a:pt x="84" y="2967"/>
                    <a:pt x="95" y="2375"/>
                    <a:pt x="151" y="1792"/>
                  </a:cubicBezTo>
                  <a:cubicBezTo>
                    <a:pt x="206" y="1208"/>
                    <a:pt x="308" y="633"/>
                    <a:pt x="537" y="29"/>
                  </a:cubicBezTo>
                  <a:cubicBezTo>
                    <a:pt x="541" y="18"/>
                    <a:pt x="534" y="6"/>
                    <a:pt x="521" y="2"/>
                  </a:cubicBezTo>
                  <a:cubicBezTo>
                    <a:pt x="518" y="1"/>
                    <a:pt x="515" y="0"/>
                    <a:pt x="51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8" name="Google Shape;1318;p37"/>
            <p:cNvSpPr/>
            <p:nvPr/>
          </p:nvSpPr>
          <p:spPr>
            <a:xfrm>
              <a:off x="-256503" y="6941610"/>
              <a:ext cx="559220" cy="1732422"/>
            </a:xfrm>
            <a:custGeom>
              <a:rect b="b" l="l" r="r" t="t"/>
              <a:pathLst>
                <a:path extrusionOk="0" h="5440" w="1756">
                  <a:moveTo>
                    <a:pt x="410" y="0"/>
                  </a:moveTo>
                  <a:cubicBezTo>
                    <a:pt x="380" y="0"/>
                    <a:pt x="350" y="6"/>
                    <a:pt x="324" y="21"/>
                  </a:cubicBezTo>
                  <a:cubicBezTo>
                    <a:pt x="276" y="45"/>
                    <a:pt x="249" y="92"/>
                    <a:pt x="225" y="136"/>
                  </a:cubicBezTo>
                  <a:cubicBezTo>
                    <a:pt x="63" y="440"/>
                    <a:pt x="1" y="755"/>
                    <a:pt x="8" y="1074"/>
                  </a:cubicBezTo>
                  <a:cubicBezTo>
                    <a:pt x="20" y="1954"/>
                    <a:pt x="549" y="2861"/>
                    <a:pt x="911" y="3610"/>
                  </a:cubicBezTo>
                  <a:cubicBezTo>
                    <a:pt x="1194" y="4194"/>
                    <a:pt x="1278" y="4815"/>
                    <a:pt x="1473" y="5431"/>
                  </a:cubicBezTo>
                  <a:lnTo>
                    <a:pt x="1473" y="5431"/>
                  </a:lnTo>
                  <a:cubicBezTo>
                    <a:pt x="1418" y="5248"/>
                    <a:pt x="1487" y="4814"/>
                    <a:pt x="1519" y="4627"/>
                  </a:cubicBezTo>
                  <a:cubicBezTo>
                    <a:pt x="1558" y="4378"/>
                    <a:pt x="1645" y="4138"/>
                    <a:pt x="1681" y="3882"/>
                  </a:cubicBezTo>
                  <a:cubicBezTo>
                    <a:pt x="1755" y="3290"/>
                    <a:pt x="1728" y="2691"/>
                    <a:pt x="1672" y="2100"/>
                  </a:cubicBezTo>
                  <a:cubicBezTo>
                    <a:pt x="1629" y="1685"/>
                    <a:pt x="1574" y="1263"/>
                    <a:pt x="1400" y="881"/>
                  </a:cubicBezTo>
                  <a:cubicBezTo>
                    <a:pt x="1231" y="502"/>
                    <a:pt x="927" y="160"/>
                    <a:pt x="533" y="25"/>
                  </a:cubicBezTo>
                  <a:cubicBezTo>
                    <a:pt x="494" y="12"/>
                    <a:pt x="451" y="0"/>
                    <a:pt x="410" y="0"/>
                  </a:cubicBezTo>
                  <a:close/>
                  <a:moveTo>
                    <a:pt x="1473" y="5431"/>
                  </a:moveTo>
                  <a:cubicBezTo>
                    <a:pt x="1473" y="5434"/>
                    <a:pt x="1474" y="5437"/>
                    <a:pt x="1475" y="5439"/>
                  </a:cubicBezTo>
                  <a:cubicBezTo>
                    <a:pt x="1474" y="5437"/>
                    <a:pt x="1473" y="5434"/>
                    <a:pt x="1473" y="5431"/>
                  </a:cubicBezTo>
                  <a:close/>
                </a:path>
              </a:pathLst>
            </a:cu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9" name="Google Shape;1319;p37"/>
            <p:cNvSpPr/>
            <p:nvPr/>
          </p:nvSpPr>
          <p:spPr>
            <a:xfrm>
              <a:off x="-261599" y="6935560"/>
              <a:ext cx="561449" cy="1744842"/>
            </a:xfrm>
            <a:custGeom>
              <a:rect b="b" l="l" r="r" t="t"/>
              <a:pathLst>
                <a:path extrusionOk="0" h="5479" w="1763">
                  <a:moveTo>
                    <a:pt x="423" y="44"/>
                  </a:moveTo>
                  <a:cubicBezTo>
                    <a:pt x="462" y="44"/>
                    <a:pt x="501" y="52"/>
                    <a:pt x="541" y="64"/>
                  </a:cubicBezTo>
                  <a:cubicBezTo>
                    <a:pt x="738" y="131"/>
                    <a:pt x="907" y="250"/>
                    <a:pt x="1049" y="395"/>
                  </a:cubicBezTo>
                  <a:cubicBezTo>
                    <a:pt x="1195" y="541"/>
                    <a:pt x="1313" y="723"/>
                    <a:pt x="1397" y="912"/>
                  </a:cubicBezTo>
                  <a:cubicBezTo>
                    <a:pt x="1566" y="1287"/>
                    <a:pt x="1626" y="1708"/>
                    <a:pt x="1664" y="2122"/>
                  </a:cubicBezTo>
                  <a:cubicBezTo>
                    <a:pt x="1697" y="2454"/>
                    <a:pt x="1720" y="2789"/>
                    <a:pt x="1720" y="3120"/>
                  </a:cubicBezTo>
                  <a:cubicBezTo>
                    <a:pt x="1720" y="3380"/>
                    <a:pt x="1704" y="3640"/>
                    <a:pt x="1673" y="3901"/>
                  </a:cubicBezTo>
                  <a:cubicBezTo>
                    <a:pt x="1641" y="4150"/>
                    <a:pt x="1555" y="4394"/>
                    <a:pt x="1511" y="4642"/>
                  </a:cubicBezTo>
                  <a:cubicBezTo>
                    <a:pt x="1488" y="4776"/>
                    <a:pt x="1450" y="5035"/>
                    <a:pt x="1448" y="5241"/>
                  </a:cubicBezTo>
                  <a:lnTo>
                    <a:pt x="1448" y="5241"/>
                  </a:lnTo>
                  <a:cubicBezTo>
                    <a:pt x="1292" y="4694"/>
                    <a:pt x="1199" y="4145"/>
                    <a:pt x="947" y="3621"/>
                  </a:cubicBezTo>
                  <a:cubicBezTo>
                    <a:pt x="765" y="3246"/>
                    <a:pt x="541" y="2832"/>
                    <a:pt x="363" y="2403"/>
                  </a:cubicBezTo>
                  <a:cubicBezTo>
                    <a:pt x="186" y="1973"/>
                    <a:pt x="52" y="1527"/>
                    <a:pt x="44" y="1093"/>
                  </a:cubicBezTo>
                  <a:lnTo>
                    <a:pt x="44" y="1054"/>
                  </a:lnTo>
                  <a:cubicBezTo>
                    <a:pt x="44" y="750"/>
                    <a:pt x="107" y="454"/>
                    <a:pt x="261" y="166"/>
                  </a:cubicBezTo>
                  <a:cubicBezTo>
                    <a:pt x="272" y="143"/>
                    <a:pt x="285" y="123"/>
                    <a:pt x="301" y="104"/>
                  </a:cubicBezTo>
                  <a:cubicBezTo>
                    <a:pt x="312" y="84"/>
                    <a:pt x="332" y="72"/>
                    <a:pt x="348" y="60"/>
                  </a:cubicBezTo>
                  <a:cubicBezTo>
                    <a:pt x="372" y="48"/>
                    <a:pt x="395" y="44"/>
                    <a:pt x="423" y="44"/>
                  </a:cubicBezTo>
                  <a:close/>
                  <a:moveTo>
                    <a:pt x="423" y="1"/>
                  </a:moveTo>
                  <a:cubicBezTo>
                    <a:pt x="391" y="1"/>
                    <a:pt x="359" y="5"/>
                    <a:pt x="328" y="21"/>
                  </a:cubicBezTo>
                  <a:cubicBezTo>
                    <a:pt x="304" y="37"/>
                    <a:pt x="281" y="57"/>
                    <a:pt x="265" y="75"/>
                  </a:cubicBezTo>
                  <a:cubicBezTo>
                    <a:pt x="249" y="99"/>
                    <a:pt x="234" y="123"/>
                    <a:pt x="221" y="143"/>
                  </a:cubicBezTo>
                  <a:cubicBezTo>
                    <a:pt x="64" y="439"/>
                    <a:pt x="1" y="746"/>
                    <a:pt x="1" y="1054"/>
                  </a:cubicBezTo>
                  <a:lnTo>
                    <a:pt x="1" y="1093"/>
                  </a:lnTo>
                  <a:cubicBezTo>
                    <a:pt x="8" y="1539"/>
                    <a:pt x="146" y="1988"/>
                    <a:pt x="324" y="2418"/>
                  </a:cubicBezTo>
                  <a:cubicBezTo>
                    <a:pt x="505" y="2852"/>
                    <a:pt x="727" y="3266"/>
                    <a:pt x="907" y="3640"/>
                  </a:cubicBezTo>
                  <a:cubicBezTo>
                    <a:pt x="1187" y="4224"/>
                    <a:pt x="1271" y="4843"/>
                    <a:pt x="1468" y="5462"/>
                  </a:cubicBezTo>
                  <a:cubicBezTo>
                    <a:pt x="1471" y="5470"/>
                    <a:pt x="1475" y="5474"/>
                    <a:pt x="1479" y="5478"/>
                  </a:cubicBezTo>
                  <a:lnTo>
                    <a:pt x="1495" y="5478"/>
                  </a:lnTo>
                  <a:cubicBezTo>
                    <a:pt x="1503" y="5478"/>
                    <a:pt x="1507" y="5474"/>
                    <a:pt x="1511" y="5466"/>
                  </a:cubicBezTo>
                  <a:lnTo>
                    <a:pt x="1511" y="5451"/>
                  </a:lnTo>
                  <a:cubicBezTo>
                    <a:pt x="1510" y="5448"/>
                    <a:pt x="1510" y="5446"/>
                    <a:pt x="1509" y="5444"/>
                  </a:cubicBezTo>
                  <a:lnTo>
                    <a:pt x="1509" y="5444"/>
                  </a:lnTo>
                  <a:cubicBezTo>
                    <a:pt x="1495" y="5397"/>
                    <a:pt x="1491" y="5332"/>
                    <a:pt x="1491" y="5257"/>
                  </a:cubicBezTo>
                  <a:cubicBezTo>
                    <a:pt x="1491" y="5056"/>
                    <a:pt x="1531" y="4784"/>
                    <a:pt x="1555" y="4650"/>
                  </a:cubicBezTo>
                  <a:cubicBezTo>
                    <a:pt x="1597" y="4405"/>
                    <a:pt x="1684" y="4161"/>
                    <a:pt x="1715" y="3904"/>
                  </a:cubicBezTo>
                  <a:cubicBezTo>
                    <a:pt x="1748" y="3644"/>
                    <a:pt x="1763" y="3380"/>
                    <a:pt x="1763" y="3120"/>
                  </a:cubicBezTo>
                  <a:cubicBezTo>
                    <a:pt x="1763" y="2785"/>
                    <a:pt x="1739" y="2450"/>
                    <a:pt x="1708" y="2119"/>
                  </a:cubicBezTo>
                  <a:cubicBezTo>
                    <a:pt x="1668" y="1700"/>
                    <a:pt x="1609" y="1278"/>
                    <a:pt x="1436" y="892"/>
                  </a:cubicBezTo>
                  <a:cubicBezTo>
                    <a:pt x="1349" y="699"/>
                    <a:pt x="1231" y="517"/>
                    <a:pt x="1081" y="364"/>
                  </a:cubicBezTo>
                  <a:cubicBezTo>
                    <a:pt x="935" y="214"/>
                    <a:pt x="758" y="92"/>
                    <a:pt x="556" y="24"/>
                  </a:cubicBezTo>
                  <a:cubicBezTo>
                    <a:pt x="514" y="13"/>
                    <a:pt x="470" y="1"/>
                    <a:pt x="423"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0" name="Google Shape;1320;p37"/>
            <p:cNvSpPr/>
            <p:nvPr/>
          </p:nvSpPr>
          <p:spPr>
            <a:xfrm>
              <a:off x="-64473" y="7357197"/>
              <a:ext cx="286616" cy="1584020"/>
            </a:xfrm>
            <a:custGeom>
              <a:rect b="b" l="l" r="r" t="t"/>
              <a:pathLst>
                <a:path extrusionOk="0" h="4974" w="900">
                  <a:moveTo>
                    <a:pt x="25" y="0"/>
                  </a:moveTo>
                  <a:cubicBezTo>
                    <a:pt x="22" y="0"/>
                    <a:pt x="20" y="1"/>
                    <a:pt x="17" y="2"/>
                  </a:cubicBezTo>
                  <a:cubicBezTo>
                    <a:pt x="4" y="5"/>
                    <a:pt x="1" y="21"/>
                    <a:pt x="4" y="29"/>
                  </a:cubicBezTo>
                  <a:cubicBezTo>
                    <a:pt x="565" y="1410"/>
                    <a:pt x="856" y="2896"/>
                    <a:pt x="856" y="4382"/>
                  </a:cubicBezTo>
                  <a:cubicBezTo>
                    <a:pt x="856" y="4572"/>
                    <a:pt x="849" y="4761"/>
                    <a:pt x="841" y="4950"/>
                  </a:cubicBezTo>
                  <a:cubicBezTo>
                    <a:pt x="841" y="4962"/>
                    <a:pt x="849" y="4974"/>
                    <a:pt x="860" y="4974"/>
                  </a:cubicBezTo>
                  <a:cubicBezTo>
                    <a:pt x="872" y="4974"/>
                    <a:pt x="884" y="4966"/>
                    <a:pt x="884" y="4950"/>
                  </a:cubicBezTo>
                  <a:cubicBezTo>
                    <a:pt x="896" y="4761"/>
                    <a:pt x="900" y="4572"/>
                    <a:pt x="900" y="4382"/>
                  </a:cubicBezTo>
                  <a:cubicBezTo>
                    <a:pt x="900" y="2888"/>
                    <a:pt x="608" y="1397"/>
                    <a:pt x="44" y="14"/>
                  </a:cubicBezTo>
                  <a:cubicBezTo>
                    <a:pt x="41" y="5"/>
                    <a:pt x="34" y="0"/>
                    <a:pt x="2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1" name="Google Shape;1321;p37"/>
            <p:cNvSpPr/>
            <p:nvPr/>
          </p:nvSpPr>
          <p:spPr>
            <a:xfrm>
              <a:off x="-880682" y="7716099"/>
              <a:ext cx="919720" cy="762075"/>
            </a:xfrm>
            <a:custGeom>
              <a:rect b="b" l="l" r="r" t="t"/>
              <a:pathLst>
                <a:path extrusionOk="0" h="2393" w="2888">
                  <a:moveTo>
                    <a:pt x="1089" y="1"/>
                  </a:moveTo>
                  <a:cubicBezTo>
                    <a:pt x="739" y="1"/>
                    <a:pt x="390" y="85"/>
                    <a:pt x="83" y="247"/>
                  </a:cubicBezTo>
                  <a:cubicBezTo>
                    <a:pt x="56" y="259"/>
                    <a:pt x="32" y="274"/>
                    <a:pt x="16" y="298"/>
                  </a:cubicBezTo>
                  <a:cubicBezTo>
                    <a:pt x="1" y="326"/>
                    <a:pt x="5" y="361"/>
                    <a:pt x="8" y="393"/>
                  </a:cubicBezTo>
                  <a:cubicBezTo>
                    <a:pt x="21" y="551"/>
                    <a:pt x="40" y="724"/>
                    <a:pt x="150" y="838"/>
                  </a:cubicBezTo>
                  <a:cubicBezTo>
                    <a:pt x="218" y="909"/>
                    <a:pt x="316" y="953"/>
                    <a:pt x="407" y="989"/>
                  </a:cubicBezTo>
                  <a:cubicBezTo>
                    <a:pt x="738" y="1122"/>
                    <a:pt x="1109" y="1229"/>
                    <a:pt x="1420" y="1402"/>
                  </a:cubicBezTo>
                  <a:cubicBezTo>
                    <a:pt x="1672" y="1540"/>
                    <a:pt x="1890" y="1750"/>
                    <a:pt x="2134" y="1903"/>
                  </a:cubicBezTo>
                  <a:cubicBezTo>
                    <a:pt x="2371" y="2092"/>
                    <a:pt x="2631" y="2238"/>
                    <a:pt x="2887" y="2392"/>
                  </a:cubicBezTo>
                  <a:cubicBezTo>
                    <a:pt x="2855" y="1769"/>
                    <a:pt x="2662" y="1158"/>
                    <a:pt x="2339" y="625"/>
                  </a:cubicBezTo>
                  <a:cubicBezTo>
                    <a:pt x="2248" y="480"/>
                    <a:pt x="2142" y="338"/>
                    <a:pt x="2003" y="235"/>
                  </a:cubicBezTo>
                  <a:cubicBezTo>
                    <a:pt x="1885" y="152"/>
                    <a:pt x="1752" y="101"/>
                    <a:pt x="1613" y="66"/>
                  </a:cubicBezTo>
                  <a:cubicBezTo>
                    <a:pt x="1442" y="22"/>
                    <a:pt x="1266" y="1"/>
                    <a:pt x="1089" y="1"/>
                  </a:cubicBezTo>
                  <a:close/>
                </a:path>
              </a:pathLst>
            </a:cu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2" name="Google Shape;1322;p37"/>
            <p:cNvSpPr/>
            <p:nvPr/>
          </p:nvSpPr>
          <p:spPr>
            <a:xfrm>
              <a:off x="-885778" y="7709093"/>
              <a:ext cx="932140" cy="776087"/>
            </a:xfrm>
            <a:custGeom>
              <a:rect b="b" l="l" r="r" t="t"/>
              <a:pathLst>
                <a:path extrusionOk="0" h="2437" w="2927">
                  <a:moveTo>
                    <a:pt x="1101" y="45"/>
                  </a:moveTo>
                  <a:cubicBezTo>
                    <a:pt x="1278" y="45"/>
                    <a:pt x="1452" y="64"/>
                    <a:pt x="1622" y="112"/>
                  </a:cubicBezTo>
                  <a:cubicBezTo>
                    <a:pt x="1759" y="147"/>
                    <a:pt x="1894" y="194"/>
                    <a:pt x="2004" y="277"/>
                  </a:cubicBezTo>
                  <a:cubicBezTo>
                    <a:pt x="2142" y="372"/>
                    <a:pt x="2245" y="514"/>
                    <a:pt x="2335" y="660"/>
                  </a:cubicBezTo>
                  <a:cubicBezTo>
                    <a:pt x="2651" y="1176"/>
                    <a:pt x="2839" y="1773"/>
                    <a:pt x="2881" y="2374"/>
                  </a:cubicBezTo>
                  <a:lnTo>
                    <a:pt x="2881" y="2374"/>
                  </a:lnTo>
                  <a:cubicBezTo>
                    <a:pt x="2632" y="2228"/>
                    <a:pt x="2388" y="2086"/>
                    <a:pt x="2166" y="1910"/>
                  </a:cubicBezTo>
                  <a:lnTo>
                    <a:pt x="2161" y="1905"/>
                  </a:lnTo>
                  <a:cubicBezTo>
                    <a:pt x="1917" y="1756"/>
                    <a:pt x="1700" y="1543"/>
                    <a:pt x="1448" y="1404"/>
                  </a:cubicBezTo>
                  <a:cubicBezTo>
                    <a:pt x="1133" y="1231"/>
                    <a:pt x="762" y="1124"/>
                    <a:pt x="430" y="991"/>
                  </a:cubicBezTo>
                  <a:cubicBezTo>
                    <a:pt x="340" y="951"/>
                    <a:pt x="245" y="911"/>
                    <a:pt x="183" y="845"/>
                  </a:cubicBezTo>
                  <a:cubicBezTo>
                    <a:pt x="131" y="789"/>
                    <a:pt x="99" y="722"/>
                    <a:pt x="79" y="647"/>
                  </a:cubicBezTo>
                  <a:cubicBezTo>
                    <a:pt x="60" y="573"/>
                    <a:pt x="52" y="494"/>
                    <a:pt x="44" y="415"/>
                  </a:cubicBezTo>
                  <a:lnTo>
                    <a:pt x="44" y="380"/>
                  </a:lnTo>
                  <a:cubicBezTo>
                    <a:pt x="44" y="360"/>
                    <a:pt x="44" y="344"/>
                    <a:pt x="52" y="332"/>
                  </a:cubicBezTo>
                  <a:cubicBezTo>
                    <a:pt x="56" y="325"/>
                    <a:pt x="64" y="316"/>
                    <a:pt x="76" y="309"/>
                  </a:cubicBezTo>
                  <a:cubicBezTo>
                    <a:pt x="84" y="301"/>
                    <a:pt x="95" y="296"/>
                    <a:pt x="108" y="289"/>
                  </a:cubicBezTo>
                  <a:cubicBezTo>
                    <a:pt x="411" y="127"/>
                    <a:pt x="758" y="45"/>
                    <a:pt x="1101" y="45"/>
                  </a:cubicBezTo>
                  <a:close/>
                  <a:moveTo>
                    <a:pt x="1101" y="1"/>
                  </a:moveTo>
                  <a:cubicBezTo>
                    <a:pt x="750" y="1"/>
                    <a:pt x="399" y="83"/>
                    <a:pt x="88" y="249"/>
                  </a:cubicBezTo>
                  <a:cubicBezTo>
                    <a:pt x="76" y="257"/>
                    <a:pt x="60" y="265"/>
                    <a:pt x="48" y="273"/>
                  </a:cubicBezTo>
                  <a:cubicBezTo>
                    <a:pt x="37" y="281"/>
                    <a:pt x="24" y="292"/>
                    <a:pt x="17" y="309"/>
                  </a:cubicBezTo>
                  <a:cubicBezTo>
                    <a:pt x="1" y="332"/>
                    <a:pt x="1" y="356"/>
                    <a:pt x="1" y="380"/>
                  </a:cubicBezTo>
                  <a:lnTo>
                    <a:pt x="1" y="419"/>
                  </a:lnTo>
                  <a:cubicBezTo>
                    <a:pt x="8" y="498"/>
                    <a:pt x="17" y="580"/>
                    <a:pt x="37" y="660"/>
                  </a:cubicBezTo>
                  <a:cubicBezTo>
                    <a:pt x="60" y="738"/>
                    <a:pt x="92" y="813"/>
                    <a:pt x="150" y="876"/>
                  </a:cubicBezTo>
                  <a:cubicBezTo>
                    <a:pt x="221" y="951"/>
                    <a:pt x="324" y="995"/>
                    <a:pt x="415" y="1030"/>
                  </a:cubicBezTo>
                  <a:cubicBezTo>
                    <a:pt x="747" y="1164"/>
                    <a:pt x="1117" y="1271"/>
                    <a:pt x="1424" y="1440"/>
                  </a:cubicBezTo>
                  <a:cubicBezTo>
                    <a:pt x="1673" y="1579"/>
                    <a:pt x="1890" y="1791"/>
                    <a:pt x="2142" y="1945"/>
                  </a:cubicBezTo>
                  <a:lnTo>
                    <a:pt x="2142" y="1945"/>
                  </a:lnTo>
                  <a:lnTo>
                    <a:pt x="2142" y="1945"/>
                  </a:lnTo>
                  <a:cubicBezTo>
                    <a:pt x="2378" y="2132"/>
                    <a:pt x="2636" y="2277"/>
                    <a:pt x="2891" y="2434"/>
                  </a:cubicBezTo>
                  <a:cubicBezTo>
                    <a:pt x="2895" y="2436"/>
                    <a:pt x="2899" y="2437"/>
                    <a:pt x="2903" y="2437"/>
                  </a:cubicBezTo>
                  <a:cubicBezTo>
                    <a:pt x="2907" y="2437"/>
                    <a:pt x="2911" y="2436"/>
                    <a:pt x="2915" y="2434"/>
                  </a:cubicBezTo>
                  <a:cubicBezTo>
                    <a:pt x="2923" y="2430"/>
                    <a:pt x="2927" y="2422"/>
                    <a:pt x="2927" y="2414"/>
                  </a:cubicBezTo>
                  <a:cubicBezTo>
                    <a:pt x="2891" y="1787"/>
                    <a:pt x="2702" y="1172"/>
                    <a:pt x="2370" y="640"/>
                  </a:cubicBezTo>
                  <a:cubicBezTo>
                    <a:pt x="2280" y="490"/>
                    <a:pt x="2174" y="344"/>
                    <a:pt x="2032" y="241"/>
                  </a:cubicBezTo>
                  <a:cubicBezTo>
                    <a:pt x="1913" y="154"/>
                    <a:pt x="1771" y="103"/>
                    <a:pt x="1633" y="68"/>
                  </a:cubicBezTo>
                  <a:cubicBezTo>
                    <a:pt x="1460" y="25"/>
                    <a:pt x="1282" y="1"/>
                    <a:pt x="1101"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3" name="Google Shape;1323;p37"/>
            <p:cNvSpPr/>
            <p:nvPr/>
          </p:nvSpPr>
          <p:spPr>
            <a:xfrm>
              <a:off x="-292808" y="7959401"/>
              <a:ext cx="437249" cy="944234"/>
            </a:xfrm>
            <a:custGeom>
              <a:rect b="b" l="l" r="r" t="t"/>
              <a:pathLst>
                <a:path extrusionOk="0" h="2965" w="1373">
                  <a:moveTo>
                    <a:pt x="25" y="1"/>
                  </a:moveTo>
                  <a:cubicBezTo>
                    <a:pt x="20" y="1"/>
                    <a:pt x="15" y="2"/>
                    <a:pt x="12" y="3"/>
                  </a:cubicBezTo>
                  <a:cubicBezTo>
                    <a:pt x="4" y="12"/>
                    <a:pt x="0" y="27"/>
                    <a:pt x="8" y="35"/>
                  </a:cubicBezTo>
                  <a:cubicBezTo>
                    <a:pt x="272" y="378"/>
                    <a:pt x="517" y="741"/>
                    <a:pt x="737" y="1111"/>
                  </a:cubicBezTo>
                  <a:cubicBezTo>
                    <a:pt x="848" y="1301"/>
                    <a:pt x="954" y="1494"/>
                    <a:pt x="1041" y="1692"/>
                  </a:cubicBezTo>
                  <a:cubicBezTo>
                    <a:pt x="1214" y="2085"/>
                    <a:pt x="1313" y="2515"/>
                    <a:pt x="1329" y="2946"/>
                  </a:cubicBezTo>
                  <a:cubicBezTo>
                    <a:pt x="1329" y="2957"/>
                    <a:pt x="1340" y="2964"/>
                    <a:pt x="1353" y="2964"/>
                  </a:cubicBezTo>
                  <a:cubicBezTo>
                    <a:pt x="1364" y="2964"/>
                    <a:pt x="1372" y="2957"/>
                    <a:pt x="1372" y="2946"/>
                  </a:cubicBezTo>
                  <a:cubicBezTo>
                    <a:pt x="1356" y="2507"/>
                    <a:pt x="1258" y="2074"/>
                    <a:pt x="1080" y="1676"/>
                  </a:cubicBezTo>
                  <a:cubicBezTo>
                    <a:pt x="994" y="1474"/>
                    <a:pt x="887" y="1281"/>
                    <a:pt x="773" y="1092"/>
                  </a:cubicBezTo>
                  <a:cubicBezTo>
                    <a:pt x="552" y="717"/>
                    <a:pt x="308" y="354"/>
                    <a:pt x="44" y="7"/>
                  </a:cubicBezTo>
                  <a:cubicBezTo>
                    <a:pt x="39" y="3"/>
                    <a:pt x="32" y="1"/>
                    <a:pt x="2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4" name="Google Shape;1324;p37"/>
            <p:cNvSpPr/>
            <p:nvPr/>
          </p:nvSpPr>
          <p:spPr>
            <a:xfrm>
              <a:off x="-124662" y="8672427"/>
              <a:ext cx="749979" cy="519090"/>
            </a:xfrm>
            <a:custGeom>
              <a:rect b="b" l="l" r="r" t="t"/>
              <a:pathLst>
                <a:path extrusionOk="0" h="1630" w="2355">
                  <a:moveTo>
                    <a:pt x="0" y="1"/>
                  </a:moveTo>
                  <a:lnTo>
                    <a:pt x="193" y="1629"/>
                  </a:lnTo>
                  <a:lnTo>
                    <a:pt x="2157" y="1629"/>
                  </a:lnTo>
                  <a:lnTo>
                    <a:pt x="2355" y="1"/>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5" name="Google Shape;1325;p37"/>
            <p:cNvSpPr/>
            <p:nvPr/>
          </p:nvSpPr>
          <p:spPr>
            <a:xfrm>
              <a:off x="-131031" y="8666058"/>
              <a:ext cx="762399" cy="532784"/>
            </a:xfrm>
            <a:custGeom>
              <a:rect b="b" l="l" r="r" t="t"/>
              <a:pathLst>
                <a:path extrusionOk="0" h="1673" w="2394">
                  <a:moveTo>
                    <a:pt x="2346" y="44"/>
                  </a:moveTo>
                  <a:lnTo>
                    <a:pt x="2156" y="1629"/>
                  </a:lnTo>
                  <a:lnTo>
                    <a:pt x="233" y="1629"/>
                  </a:lnTo>
                  <a:lnTo>
                    <a:pt x="48" y="44"/>
                  </a:lnTo>
                  <a:close/>
                  <a:moveTo>
                    <a:pt x="20" y="1"/>
                  </a:moveTo>
                  <a:cubicBezTo>
                    <a:pt x="17" y="1"/>
                    <a:pt x="9" y="1"/>
                    <a:pt x="4" y="8"/>
                  </a:cubicBezTo>
                  <a:cubicBezTo>
                    <a:pt x="0" y="12"/>
                    <a:pt x="0" y="17"/>
                    <a:pt x="0" y="24"/>
                  </a:cubicBezTo>
                  <a:lnTo>
                    <a:pt x="194" y="1653"/>
                  </a:lnTo>
                  <a:cubicBezTo>
                    <a:pt x="194" y="1664"/>
                    <a:pt x="206" y="1673"/>
                    <a:pt x="213" y="1673"/>
                  </a:cubicBezTo>
                  <a:lnTo>
                    <a:pt x="2177" y="1673"/>
                  </a:lnTo>
                  <a:cubicBezTo>
                    <a:pt x="2186" y="1673"/>
                    <a:pt x="2197" y="1664"/>
                    <a:pt x="2197" y="1653"/>
                  </a:cubicBezTo>
                  <a:lnTo>
                    <a:pt x="2394" y="24"/>
                  </a:lnTo>
                  <a:cubicBezTo>
                    <a:pt x="2394" y="17"/>
                    <a:pt x="2394" y="12"/>
                    <a:pt x="2390" y="8"/>
                  </a:cubicBezTo>
                  <a:cubicBezTo>
                    <a:pt x="2386" y="1"/>
                    <a:pt x="2379" y="1"/>
                    <a:pt x="237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26" name="Google Shape;1326;p37"/>
          <p:cNvSpPr txBox="1"/>
          <p:nvPr/>
        </p:nvSpPr>
        <p:spPr>
          <a:xfrm>
            <a:off x="2524425" y="9677250"/>
            <a:ext cx="5238300" cy="332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sz="1700">
                <a:solidFill>
                  <a:schemeClr val="dk1"/>
                </a:solidFill>
                <a:latin typeface="Grandstander"/>
                <a:ea typeface="Grandstander"/>
                <a:cs typeface="Grandstander"/>
                <a:sym typeface="Grandstander"/>
              </a:rPr>
              <a:t>This template has been created by </a:t>
            </a:r>
            <a:r>
              <a:rPr b="1" lang="en" sz="1700">
                <a:solidFill>
                  <a:schemeClr val="dk1"/>
                </a:solidFill>
                <a:uFill>
                  <a:noFill/>
                </a:uFill>
                <a:latin typeface="Grandstander"/>
                <a:ea typeface="Grandstander"/>
                <a:cs typeface="Grandstander"/>
                <a:sym typeface="Grandstander"/>
                <a:hlinkClick r:id="rId3">
                  <a:extLst>
                    <a:ext uri="{A12FA001-AC4F-418D-AE19-62706E023703}">
                      <ahyp:hlinkClr val="tx"/>
                    </a:ext>
                  </a:extLst>
                </a:hlinkClick>
              </a:rPr>
              <a:t>Slidesgo</a:t>
            </a:r>
            <a:endParaRPr sz="1700">
              <a:solidFill>
                <a:schemeClr val="dk1"/>
              </a:solidFill>
              <a:latin typeface="Grandstander"/>
              <a:ea typeface="Grandstander"/>
              <a:cs typeface="Grandstander"/>
              <a:sym typeface="Grandstander"/>
            </a:endParaRPr>
          </a:p>
        </p:txBody>
      </p:sp>
      <p:grpSp>
        <p:nvGrpSpPr>
          <p:cNvPr id="1327" name="Google Shape;1327;p37"/>
          <p:cNvGrpSpPr/>
          <p:nvPr/>
        </p:nvGrpSpPr>
        <p:grpSpPr>
          <a:xfrm>
            <a:off x="5362051" y="2728224"/>
            <a:ext cx="2276415" cy="1884611"/>
            <a:chOff x="5362051" y="2728224"/>
            <a:chExt cx="2276415" cy="1884611"/>
          </a:xfrm>
        </p:grpSpPr>
        <p:sp>
          <p:nvSpPr>
            <p:cNvPr id="1328" name="Google Shape;1328;p37"/>
            <p:cNvSpPr/>
            <p:nvPr/>
          </p:nvSpPr>
          <p:spPr>
            <a:xfrm rot="10800000">
              <a:off x="7079865" y="3894178"/>
              <a:ext cx="558601" cy="520200"/>
            </a:xfrm>
            <a:custGeom>
              <a:rect b="b" l="l" r="r" t="t"/>
              <a:pathLst>
                <a:path extrusionOk="0" h="1638" w="1759">
                  <a:moveTo>
                    <a:pt x="1074" y="1"/>
                  </a:moveTo>
                  <a:cubicBezTo>
                    <a:pt x="1067" y="1"/>
                    <a:pt x="1060" y="3"/>
                    <a:pt x="1054" y="5"/>
                  </a:cubicBezTo>
                  <a:cubicBezTo>
                    <a:pt x="1041" y="18"/>
                    <a:pt x="1025" y="29"/>
                    <a:pt x="1014" y="41"/>
                  </a:cubicBezTo>
                  <a:cubicBezTo>
                    <a:pt x="1006" y="53"/>
                    <a:pt x="994" y="65"/>
                    <a:pt x="983" y="76"/>
                  </a:cubicBezTo>
                  <a:cubicBezTo>
                    <a:pt x="947" y="124"/>
                    <a:pt x="912" y="171"/>
                    <a:pt x="872" y="214"/>
                  </a:cubicBezTo>
                  <a:cubicBezTo>
                    <a:pt x="836" y="262"/>
                    <a:pt x="805" y="309"/>
                    <a:pt x="774" y="356"/>
                  </a:cubicBezTo>
                  <a:cubicBezTo>
                    <a:pt x="761" y="376"/>
                    <a:pt x="750" y="404"/>
                    <a:pt x="734" y="424"/>
                  </a:cubicBezTo>
                  <a:cubicBezTo>
                    <a:pt x="723" y="435"/>
                    <a:pt x="710" y="451"/>
                    <a:pt x="703" y="462"/>
                  </a:cubicBezTo>
                  <a:cubicBezTo>
                    <a:pt x="699" y="473"/>
                    <a:pt x="687" y="508"/>
                    <a:pt x="673" y="508"/>
                  </a:cubicBezTo>
                  <a:cubicBezTo>
                    <a:pt x="671" y="508"/>
                    <a:pt x="669" y="507"/>
                    <a:pt x="667" y="506"/>
                  </a:cubicBezTo>
                  <a:cubicBezTo>
                    <a:pt x="659" y="502"/>
                    <a:pt x="659" y="495"/>
                    <a:pt x="652" y="495"/>
                  </a:cubicBezTo>
                  <a:cubicBezTo>
                    <a:pt x="643" y="495"/>
                    <a:pt x="639" y="498"/>
                    <a:pt x="632" y="498"/>
                  </a:cubicBezTo>
                  <a:cubicBezTo>
                    <a:pt x="625" y="500"/>
                    <a:pt x="618" y="500"/>
                    <a:pt x="611" y="500"/>
                  </a:cubicBezTo>
                  <a:cubicBezTo>
                    <a:pt x="596" y="500"/>
                    <a:pt x="582" y="498"/>
                    <a:pt x="568" y="498"/>
                  </a:cubicBezTo>
                  <a:cubicBezTo>
                    <a:pt x="545" y="495"/>
                    <a:pt x="517" y="491"/>
                    <a:pt x="494" y="491"/>
                  </a:cubicBezTo>
                  <a:cubicBezTo>
                    <a:pt x="454" y="486"/>
                    <a:pt x="415" y="482"/>
                    <a:pt x="379" y="479"/>
                  </a:cubicBezTo>
                  <a:cubicBezTo>
                    <a:pt x="359" y="479"/>
                    <a:pt x="339" y="475"/>
                    <a:pt x="320" y="475"/>
                  </a:cubicBezTo>
                  <a:cubicBezTo>
                    <a:pt x="273" y="471"/>
                    <a:pt x="226" y="462"/>
                    <a:pt x="178" y="462"/>
                  </a:cubicBezTo>
                  <a:cubicBezTo>
                    <a:pt x="170" y="462"/>
                    <a:pt x="164" y="461"/>
                    <a:pt x="157" y="461"/>
                  </a:cubicBezTo>
                  <a:cubicBezTo>
                    <a:pt x="154" y="461"/>
                    <a:pt x="150" y="461"/>
                    <a:pt x="146" y="462"/>
                  </a:cubicBezTo>
                  <a:cubicBezTo>
                    <a:pt x="139" y="462"/>
                    <a:pt x="135" y="462"/>
                    <a:pt x="123" y="459"/>
                  </a:cubicBezTo>
                  <a:cubicBezTo>
                    <a:pt x="103" y="455"/>
                    <a:pt x="79" y="451"/>
                    <a:pt x="60" y="451"/>
                  </a:cubicBezTo>
                  <a:cubicBezTo>
                    <a:pt x="48" y="455"/>
                    <a:pt x="36" y="451"/>
                    <a:pt x="28" y="459"/>
                  </a:cubicBezTo>
                  <a:cubicBezTo>
                    <a:pt x="24" y="462"/>
                    <a:pt x="13" y="471"/>
                    <a:pt x="8" y="479"/>
                  </a:cubicBezTo>
                  <a:cubicBezTo>
                    <a:pt x="0" y="491"/>
                    <a:pt x="13" y="502"/>
                    <a:pt x="17" y="514"/>
                  </a:cubicBezTo>
                  <a:cubicBezTo>
                    <a:pt x="24" y="522"/>
                    <a:pt x="28" y="530"/>
                    <a:pt x="36" y="542"/>
                  </a:cubicBezTo>
                  <a:cubicBezTo>
                    <a:pt x="44" y="553"/>
                    <a:pt x="48" y="562"/>
                    <a:pt x="60" y="573"/>
                  </a:cubicBezTo>
                  <a:cubicBezTo>
                    <a:pt x="84" y="597"/>
                    <a:pt x="115" y="613"/>
                    <a:pt x="139" y="637"/>
                  </a:cubicBezTo>
                  <a:cubicBezTo>
                    <a:pt x="162" y="668"/>
                    <a:pt x="182" y="695"/>
                    <a:pt x="210" y="723"/>
                  </a:cubicBezTo>
                  <a:cubicBezTo>
                    <a:pt x="241" y="751"/>
                    <a:pt x="273" y="775"/>
                    <a:pt x="304" y="802"/>
                  </a:cubicBezTo>
                  <a:cubicBezTo>
                    <a:pt x="316" y="814"/>
                    <a:pt x="324" y="826"/>
                    <a:pt x="335" y="833"/>
                  </a:cubicBezTo>
                  <a:cubicBezTo>
                    <a:pt x="344" y="837"/>
                    <a:pt x="352" y="841"/>
                    <a:pt x="355" y="846"/>
                  </a:cubicBezTo>
                  <a:cubicBezTo>
                    <a:pt x="355" y="849"/>
                    <a:pt x="352" y="857"/>
                    <a:pt x="348" y="861"/>
                  </a:cubicBezTo>
                  <a:cubicBezTo>
                    <a:pt x="348" y="869"/>
                    <a:pt x="344" y="881"/>
                    <a:pt x="339" y="888"/>
                  </a:cubicBezTo>
                  <a:cubicBezTo>
                    <a:pt x="316" y="920"/>
                    <a:pt x="297" y="948"/>
                    <a:pt x="281" y="983"/>
                  </a:cubicBezTo>
                  <a:cubicBezTo>
                    <a:pt x="273" y="999"/>
                    <a:pt x="265" y="1011"/>
                    <a:pt x="261" y="1026"/>
                  </a:cubicBezTo>
                  <a:cubicBezTo>
                    <a:pt x="253" y="1039"/>
                    <a:pt x="241" y="1050"/>
                    <a:pt x="233" y="1066"/>
                  </a:cubicBezTo>
                  <a:cubicBezTo>
                    <a:pt x="221" y="1082"/>
                    <a:pt x="213" y="1097"/>
                    <a:pt x="206" y="1110"/>
                  </a:cubicBezTo>
                  <a:cubicBezTo>
                    <a:pt x="190" y="1130"/>
                    <a:pt x="178" y="1145"/>
                    <a:pt x="166" y="1165"/>
                  </a:cubicBezTo>
                  <a:cubicBezTo>
                    <a:pt x="159" y="1177"/>
                    <a:pt x="155" y="1188"/>
                    <a:pt x="150" y="1196"/>
                  </a:cubicBezTo>
                  <a:cubicBezTo>
                    <a:pt x="146" y="1208"/>
                    <a:pt x="139" y="1216"/>
                    <a:pt x="131" y="1228"/>
                  </a:cubicBezTo>
                  <a:cubicBezTo>
                    <a:pt x="115" y="1248"/>
                    <a:pt x="103" y="1267"/>
                    <a:pt x="91" y="1290"/>
                  </a:cubicBezTo>
                  <a:cubicBezTo>
                    <a:pt x="84" y="1307"/>
                    <a:pt x="75" y="1326"/>
                    <a:pt x="68" y="1346"/>
                  </a:cubicBezTo>
                  <a:cubicBezTo>
                    <a:pt x="60" y="1374"/>
                    <a:pt x="44" y="1394"/>
                    <a:pt x="32" y="1417"/>
                  </a:cubicBezTo>
                  <a:cubicBezTo>
                    <a:pt x="28" y="1421"/>
                    <a:pt x="24" y="1429"/>
                    <a:pt x="28" y="1432"/>
                  </a:cubicBezTo>
                  <a:cubicBezTo>
                    <a:pt x="28" y="1437"/>
                    <a:pt x="36" y="1441"/>
                    <a:pt x="40" y="1445"/>
                  </a:cubicBezTo>
                  <a:cubicBezTo>
                    <a:pt x="43" y="1451"/>
                    <a:pt x="46" y="1457"/>
                    <a:pt x="51" y="1457"/>
                  </a:cubicBezTo>
                  <a:cubicBezTo>
                    <a:pt x="52" y="1457"/>
                    <a:pt x="54" y="1457"/>
                    <a:pt x="55" y="1456"/>
                  </a:cubicBezTo>
                  <a:cubicBezTo>
                    <a:pt x="75" y="1452"/>
                    <a:pt x="91" y="1445"/>
                    <a:pt x="107" y="1432"/>
                  </a:cubicBezTo>
                  <a:cubicBezTo>
                    <a:pt x="119" y="1429"/>
                    <a:pt x="126" y="1429"/>
                    <a:pt x="139" y="1429"/>
                  </a:cubicBezTo>
                  <a:cubicBezTo>
                    <a:pt x="162" y="1425"/>
                    <a:pt x="182" y="1413"/>
                    <a:pt x="202" y="1405"/>
                  </a:cubicBezTo>
                  <a:cubicBezTo>
                    <a:pt x="253" y="1390"/>
                    <a:pt x="304" y="1374"/>
                    <a:pt x="355" y="1354"/>
                  </a:cubicBezTo>
                  <a:cubicBezTo>
                    <a:pt x="454" y="1319"/>
                    <a:pt x="552" y="1287"/>
                    <a:pt x="652" y="1252"/>
                  </a:cubicBezTo>
                  <a:cubicBezTo>
                    <a:pt x="667" y="1287"/>
                    <a:pt x="683" y="1319"/>
                    <a:pt x="706" y="1350"/>
                  </a:cubicBezTo>
                  <a:cubicBezTo>
                    <a:pt x="770" y="1445"/>
                    <a:pt x="852" y="1523"/>
                    <a:pt x="916" y="1622"/>
                  </a:cubicBezTo>
                  <a:cubicBezTo>
                    <a:pt x="922" y="1632"/>
                    <a:pt x="934" y="1637"/>
                    <a:pt x="945" y="1637"/>
                  </a:cubicBezTo>
                  <a:cubicBezTo>
                    <a:pt x="960" y="1637"/>
                    <a:pt x="974" y="1629"/>
                    <a:pt x="978" y="1614"/>
                  </a:cubicBezTo>
                  <a:cubicBezTo>
                    <a:pt x="1010" y="1508"/>
                    <a:pt x="1034" y="1401"/>
                    <a:pt x="1058" y="1295"/>
                  </a:cubicBezTo>
                  <a:cubicBezTo>
                    <a:pt x="1069" y="1243"/>
                    <a:pt x="1081" y="1188"/>
                    <a:pt x="1093" y="1137"/>
                  </a:cubicBezTo>
                  <a:cubicBezTo>
                    <a:pt x="1096" y="1114"/>
                    <a:pt x="1101" y="1086"/>
                    <a:pt x="1105" y="1062"/>
                  </a:cubicBezTo>
                  <a:lnTo>
                    <a:pt x="1105" y="1050"/>
                  </a:lnTo>
                  <a:cubicBezTo>
                    <a:pt x="1105" y="1039"/>
                    <a:pt x="1101" y="1026"/>
                    <a:pt x="1105" y="1015"/>
                  </a:cubicBezTo>
                  <a:cubicBezTo>
                    <a:pt x="1109" y="995"/>
                    <a:pt x="1125" y="983"/>
                    <a:pt x="1140" y="972"/>
                  </a:cubicBezTo>
                  <a:cubicBezTo>
                    <a:pt x="1164" y="952"/>
                    <a:pt x="1196" y="944"/>
                    <a:pt x="1223" y="932"/>
                  </a:cubicBezTo>
                  <a:cubicBezTo>
                    <a:pt x="1247" y="920"/>
                    <a:pt x="1270" y="908"/>
                    <a:pt x="1298" y="897"/>
                  </a:cubicBezTo>
                  <a:cubicBezTo>
                    <a:pt x="1325" y="884"/>
                    <a:pt x="1353" y="873"/>
                    <a:pt x="1385" y="857"/>
                  </a:cubicBezTo>
                  <a:cubicBezTo>
                    <a:pt x="1409" y="841"/>
                    <a:pt x="1432" y="833"/>
                    <a:pt x="1460" y="826"/>
                  </a:cubicBezTo>
                  <a:cubicBezTo>
                    <a:pt x="1471" y="822"/>
                    <a:pt x="1483" y="817"/>
                    <a:pt x="1495" y="810"/>
                  </a:cubicBezTo>
                  <a:cubicBezTo>
                    <a:pt x="1507" y="806"/>
                    <a:pt x="1518" y="798"/>
                    <a:pt x="1531" y="790"/>
                  </a:cubicBezTo>
                  <a:cubicBezTo>
                    <a:pt x="1574" y="770"/>
                    <a:pt x="1622" y="759"/>
                    <a:pt x="1664" y="735"/>
                  </a:cubicBezTo>
                  <a:cubicBezTo>
                    <a:pt x="1680" y="727"/>
                    <a:pt x="1696" y="715"/>
                    <a:pt x="1716" y="704"/>
                  </a:cubicBezTo>
                  <a:cubicBezTo>
                    <a:pt x="1724" y="695"/>
                    <a:pt x="1744" y="684"/>
                    <a:pt x="1751" y="672"/>
                  </a:cubicBezTo>
                  <a:cubicBezTo>
                    <a:pt x="1759" y="660"/>
                    <a:pt x="1755" y="637"/>
                    <a:pt x="1740" y="628"/>
                  </a:cubicBezTo>
                  <a:cubicBezTo>
                    <a:pt x="1731" y="620"/>
                    <a:pt x="1711" y="617"/>
                    <a:pt x="1700" y="617"/>
                  </a:cubicBezTo>
                  <a:lnTo>
                    <a:pt x="1684" y="617"/>
                  </a:lnTo>
                  <a:cubicBezTo>
                    <a:pt x="1664" y="613"/>
                    <a:pt x="1645" y="609"/>
                    <a:pt x="1625" y="604"/>
                  </a:cubicBezTo>
                  <a:cubicBezTo>
                    <a:pt x="1605" y="601"/>
                    <a:pt x="1586" y="597"/>
                    <a:pt x="1566" y="593"/>
                  </a:cubicBezTo>
                  <a:cubicBezTo>
                    <a:pt x="1558" y="589"/>
                    <a:pt x="1542" y="589"/>
                    <a:pt x="1535" y="585"/>
                  </a:cubicBezTo>
                  <a:cubicBezTo>
                    <a:pt x="1531" y="581"/>
                    <a:pt x="1527" y="577"/>
                    <a:pt x="1518" y="577"/>
                  </a:cubicBezTo>
                  <a:cubicBezTo>
                    <a:pt x="1495" y="573"/>
                    <a:pt x="1475" y="573"/>
                    <a:pt x="1456" y="573"/>
                  </a:cubicBezTo>
                  <a:lnTo>
                    <a:pt x="1357" y="573"/>
                  </a:lnTo>
                  <a:cubicBezTo>
                    <a:pt x="1325" y="573"/>
                    <a:pt x="1294" y="569"/>
                    <a:pt x="1262" y="566"/>
                  </a:cubicBezTo>
                  <a:cubicBezTo>
                    <a:pt x="1219" y="562"/>
                    <a:pt x="1176" y="562"/>
                    <a:pt x="1136" y="553"/>
                  </a:cubicBezTo>
                  <a:cubicBezTo>
                    <a:pt x="1120" y="549"/>
                    <a:pt x="1109" y="546"/>
                    <a:pt x="1096" y="546"/>
                  </a:cubicBezTo>
                  <a:cubicBezTo>
                    <a:pt x="1089" y="546"/>
                    <a:pt x="1081" y="546"/>
                    <a:pt x="1077" y="542"/>
                  </a:cubicBezTo>
                  <a:cubicBezTo>
                    <a:pt x="1065" y="533"/>
                    <a:pt x="1069" y="518"/>
                    <a:pt x="1069" y="506"/>
                  </a:cubicBezTo>
                  <a:cubicBezTo>
                    <a:pt x="1069" y="491"/>
                    <a:pt x="1065" y="475"/>
                    <a:pt x="1061" y="459"/>
                  </a:cubicBezTo>
                  <a:cubicBezTo>
                    <a:pt x="1061" y="439"/>
                    <a:pt x="1065" y="424"/>
                    <a:pt x="1069" y="404"/>
                  </a:cubicBezTo>
                  <a:cubicBezTo>
                    <a:pt x="1073" y="388"/>
                    <a:pt x="1077" y="373"/>
                    <a:pt x="1077" y="356"/>
                  </a:cubicBezTo>
                  <a:lnTo>
                    <a:pt x="1077" y="302"/>
                  </a:lnTo>
                  <a:cubicBezTo>
                    <a:pt x="1081" y="285"/>
                    <a:pt x="1085" y="266"/>
                    <a:pt x="1085" y="249"/>
                  </a:cubicBezTo>
                  <a:cubicBezTo>
                    <a:pt x="1089" y="226"/>
                    <a:pt x="1085" y="207"/>
                    <a:pt x="1089" y="187"/>
                  </a:cubicBezTo>
                  <a:cubicBezTo>
                    <a:pt x="1093" y="167"/>
                    <a:pt x="1093" y="151"/>
                    <a:pt x="1096" y="131"/>
                  </a:cubicBezTo>
                  <a:cubicBezTo>
                    <a:pt x="1101" y="112"/>
                    <a:pt x="1105" y="96"/>
                    <a:pt x="1109" y="76"/>
                  </a:cubicBezTo>
                  <a:cubicBezTo>
                    <a:pt x="1109" y="56"/>
                    <a:pt x="1109" y="21"/>
                    <a:pt x="1089" y="5"/>
                  </a:cubicBezTo>
                  <a:cubicBezTo>
                    <a:pt x="1084" y="2"/>
                    <a:pt x="1079" y="1"/>
                    <a:pt x="1074" y="1"/>
                  </a:cubicBezTo>
                  <a:close/>
                </a:path>
              </a:pathLst>
            </a:custGeom>
            <a:solidFill>
              <a:schemeClr val="accent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9" name="Google Shape;1329;p37"/>
            <p:cNvSpPr/>
            <p:nvPr/>
          </p:nvSpPr>
          <p:spPr>
            <a:xfrm rot="923889">
              <a:off x="5434101" y="2807343"/>
              <a:ext cx="681772" cy="634865"/>
            </a:xfrm>
            <a:custGeom>
              <a:rect b="b" l="l" r="r" t="t"/>
              <a:pathLst>
                <a:path extrusionOk="0" h="1638" w="1759">
                  <a:moveTo>
                    <a:pt x="1074" y="1"/>
                  </a:moveTo>
                  <a:cubicBezTo>
                    <a:pt x="1067" y="1"/>
                    <a:pt x="1060" y="3"/>
                    <a:pt x="1054" y="5"/>
                  </a:cubicBezTo>
                  <a:cubicBezTo>
                    <a:pt x="1041" y="18"/>
                    <a:pt x="1025" y="29"/>
                    <a:pt x="1014" y="41"/>
                  </a:cubicBezTo>
                  <a:cubicBezTo>
                    <a:pt x="1006" y="53"/>
                    <a:pt x="994" y="65"/>
                    <a:pt x="983" y="76"/>
                  </a:cubicBezTo>
                  <a:cubicBezTo>
                    <a:pt x="947" y="124"/>
                    <a:pt x="912" y="171"/>
                    <a:pt x="872" y="214"/>
                  </a:cubicBezTo>
                  <a:cubicBezTo>
                    <a:pt x="836" y="262"/>
                    <a:pt x="805" y="309"/>
                    <a:pt x="774" y="356"/>
                  </a:cubicBezTo>
                  <a:cubicBezTo>
                    <a:pt x="761" y="376"/>
                    <a:pt x="750" y="404"/>
                    <a:pt x="734" y="424"/>
                  </a:cubicBezTo>
                  <a:cubicBezTo>
                    <a:pt x="723" y="435"/>
                    <a:pt x="710" y="451"/>
                    <a:pt x="703" y="462"/>
                  </a:cubicBezTo>
                  <a:cubicBezTo>
                    <a:pt x="699" y="473"/>
                    <a:pt x="687" y="508"/>
                    <a:pt x="673" y="508"/>
                  </a:cubicBezTo>
                  <a:cubicBezTo>
                    <a:pt x="671" y="508"/>
                    <a:pt x="669" y="507"/>
                    <a:pt x="667" y="506"/>
                  </a:cubicBezTo>
                  <a:cubicBezTo>
                    <a:pt x="659" y="502"/>
                    <a:pt x="659" y="495"/>
                    <a:pt x="652" y="495"/>
                  </a:cubicBezTo>
                  <a:cubicBezTo>
                    <a:pt x="643" y="495"/>
                    <a:pt x="639" y="498"/>
                    <a:pt x="632" y="498"/>
                  </a:cubicBezTo>
                  <a:cubicBezTo>
                    <a:pt x="625" y="500"/>
                    <a:pt x="618" y="500"/>
                    <a:pt x="611" y="500"/>
                  </a:cubicBezTo>
                  <a:cubicBezTo>
                    <a:pt x="596" y="500"/>
                    <a:pt x="582" y="498"/>
                    <a:pt x="568" y="498"/>
                  </a:cubicBezTo>
                  <a:cubicBezTo>
                    <a:pt x="545" y="495"/>
                    <a:pt x="517" y="491"/>
                    <a:pt x="494" y="491"/>
                  </a:cubicBezTo>
                  <a:cubicBezTo>
                    <a:pt x="454" y="486"/>
                    <a:pt x="415" y="482"/>
                    <a:pt x="379" y="479"/>
                  </a:cubicBezTo>
                  <a:cubicBezTo>
                    <a:pt x="359" y="479"/>
                    <a:pt x="339" y="475"/>
                    <a:pt x="320" y="475"/>
                  </a:cubicBezTo>
                  <a:cubicBezTo>
                    <a:pt x="273" y="471"/>
                    <a:pt x="226" y="462"/>
                    <a:pt x="178" y="462"/>
                  </a:cubicBezTo>
                  <a:cubicBezTo>
                    <a:pt x="170" y="462"/>
                    <a:pt x="164" y="461"/>
                    <a:pt x="157" y="461"/>
                  </a:cubicBezTo>
                  <a:cubicBezTo>
                    <a:pt x="154" y="461"/>
                    <a:pt x="150" y="461"/>
                    <a:pt x="146" y="462"/>
                  </a:cubicBezTo>
                  <a:cubicBezTo>
                    <a:pt x="139" y="462"/>
                    <a:pt x="135" y="462"/>
                    <a:pt x="123" y="459"/>
                  </a:cubicBezTo>
                  <a:cubicBezTo>
                    <a:pt x="103" y="455"/>
                    <a:pt x="79" y="451"/>
                    <a:pt x="60" y="451"/>
                  </a:cubicBezTo>
                  <a:cubicBezTo>
                    <a:pt x="48" y="455"/>
                    <a:pt x="36" y="451"/>
                    <a:pt x="28" y="459"/>
                  </a:cubicBezTo>
                  <a:cubicBezTo>
                    <a:pt x="24" y="462"/>
                    <a:pt x="13" y="471"/>
                    <a:pt x="8" y="479"/>
                  </a:cubicBezTo>
                  <a:cubicBezTo>
                    <a:pt x="0" y="491"/>
                    <a:pt x="13" y="502"/>
                    <a:pt x="17" y="514"/>
                  </a:cubicBezTo>
                  <a:cubicBezTo>
                    <a:pt x="24" y="522"/>
                    <a:pt x="28" y="530"/>
                    <a:pt x="36" y="542"/>
                  </a:cubicBezTo>
                  <a:cubicBezTo>
                    <a:pt x="44" y="553"/>
                    <a:pt x="48" y="562"/>
                    <a:pt x="60" y="573"/>
                  </a:cubicBezTo>
                  <a:cubicBezTo>
                    <a:pt x="84" y="597"/>
                    <a:pt x="115" y="613"/>
                    <a:pt x="139" y="637"/>
                  </a:cubicBezTo>
                  <a:cubicBezTo>
                    <a:pt x="162" y="668"/>
                    <a:pt x="182" y="695"/>
                    <a:pt x="210" y="723"/>
                  </a:cubicBezTo>
                  <a:cubicBezTo>
                    <a:pt x="241" y="751"/>
                    <a:pt x="273" y="775"/>
                    <a:pt x="304" y="802"/>
                  </a:cubicBezTo>
                  <a:cubicBezTo>
                    <a:pt x="316" y="814"/>
                    <a:pt x="324" y="826"/>
                    <a:pt x="335" y="833"/>
                  </a:cubicBezTo>
                  <a:cubicBezTo>
                    <a:pt x="344" y="837"/>
                    <a:pt x="352" y="841"/>
                    <a:pt x="355" y="846"/>
                  </a:cubicBezTo>
                  <a:cubicBezTo>
                    <a:pt x="355" y="849"/>
                    <a:pt x="352" y="857"/>
                    <a:pt x="348" y="861"/>
                  </a:cubicBezTo>
                  <a:cubicBezTo>
                    <a:pt x="348" y="869"/>
                    <a:pt x="344" y="881"/>
                    <a:pt x="339" y="888"/>
                  </a:cubicBezTo>
                  <a:cubicBezTo>
                    <a:pt x="316" y="920"/>
                    <a:pt x="297" y="948"/>
                    <a:pt x="281" y="983"/>
                  </a:cubicBezTo>
                  <a:cubicBezTo>
                    <a:pt x="273" y="999"/>
                    <a:pt x="265" y="1011"/>
                    <a:pt x="261" y="1026"/>
                  </a:cubicBezTo>
                  <a:cubicBezTo>
                    <a:pt x="253" y="1039"/>
                    <a:pt x="241" y="1050"/>
                    <a:pt x="233" y="1066"/>
                  </a:cubicBezTo>
                  <a:cubicBezTo>
                    <a:pt x="221" y="1082"/>
                    <a:pt x="213" y="1097"/>
                    <a:pt x="206" y="1110"/>
                  </a:cubicBezTo>
                  <a:cubicBezTo>
                    <a:pt x="190" y="1130"/>
                    <a:pt x="178" y="1145"/>
                    <a:pt x="166" y="1165"/>
                  </a:cubicBezTo>
                  <a:cubicBezTo>
                    <a:pt x="159" y="1177"/>
                    <a:pt x="155" y="1188"/>
                    <a:pt x="150" y="1196"/>
                  </a:cubicBezTo>
                  <a:cubicBezTo>
                    <a:pt x="146" y="1208"/>
                    <a:pt x="139" y="1216"/>
                    <a:pt x="131" y="1228"/>
                  </a:cubicBezTo>
                  <a:cubicBezTo>
                    <a:pt x="115" y="1248"/>
                    <a:pt x="103" y="1267"/>
                    <a:pt x="91" y="1290"/>
                  </a:cubicBezTo>
                  <a:cubicBezTo>
                    <a:pt x="84" y="1307"/>
                    <a:pt x="75" y="1326"/>
                    <a:pt x="68" y="1346"/>
                  </a:cubicBezTo>
                  <a:cubicBezTo>
                    <a:pt x="60" y="1374"/>
                    <a:pt x="44" y="1394"/>
                    <a:pt x="32" y="1417"/>
                  </a:cubicBezTo>
                  <a:cubicBezTo>
                    <a:pt x="28" y="1421"/>
                    <a:pt x="24" y="1429"/>
                    <a:pt x="28" y="1432"/>
                  </a:cubicBezTo>
                  <a:cubicBezTo>
                    <a:pt x="28" y="1437"/>
                    <a:pt x="36" y="1441"/>
                    <a:pt x="40" y="1445"/>
                  </a:cubicBezTo>
                  <a:cubicBezTo>
                    <a:pt x="43" y="1451"/>
                    <a:pt x="46" y="1457"/>
                    <a:pt x="51" y="1457"/>
                  </a:cubicBezTo>
                  <a:cubicBezTo>
                    <a:pt x="52" y="1457"/>
                    <a:pt x="54" y="1457"/>
                    <a:pt x="55" y="1456"/>
                  </a:cubicBezTo>
                  <a:cubicBezTo>
                    <a:pt x="75" y="1452"/>
                    <a:pt x="91" y="1445"/>
                    <a:pt x="107" y="1432"/>
                  </a:cubicBezTo>
                  <a:cubicBezTo>
                    <a:pt x="119" y="1429"/>
                    <a:pt x="126" y="1429"/>
                    <a:pt x="139" y="1429"/>
                  </a:cubicBezTo>
                  <a:cubicBezTo>
                    <a:pt x="162" y="1425"/>
                    <a:pt x="182" y="1413"/>
                    <a:pt x="202" y="1405"/>
                  </a:cubicBezTo>
                  <a:cubicBezTo>
                    <a:pt x="253" y="1390"/>
                    <a:pt x="304" y="1374"/>
                    <a:pt x="355" y="1354"/>
                  </a:cubicBezTo>
                  <a:cubicBezTo>
                    <a:pt x="454" y="1319"/>
                    <a:pt x="552" y="1287"/>
                    <a:pt x="652" y="1252"/>
                  </a:cubicBezTo>
                  <a:cubicBezTo>
                    <a:pt x="667" y="1287"/>
                    <a:pt x="683" y="1319"/>
                    <a:pt x="706" y="1350"/>
                  </a:cubicBezTo>
                  <a:cubicBezTo>
                    <a:pt x="770" y="1445"/>
                    <a:pt x="852" y="1523"/>
                    <a:pt x="916" y="1622"/>
                  </a:cubicBezTo>
                  <a:cubicBezTo>
                    <a:pt x="922" y="1632"/>
                    <a:pt x="934" y="1637"/>
                    <a:pt x="945" y="1637"/>
                  </a:cubicBezTo>
                  <a:cubicBezTo>
                    <a:pt x="960" y="1637"/>
                    <a:pt x="974" y="1629"/>
                    <a:pt x="978" y="1614"/>
                  </a:cubicBezTo>
                  <a:cubicBezTo>
                    <a:pt x="1010" y="1508"/>
                    <a:pt x="1034" y="1401"/>
                    <a:pt x="1058" y="1295"/>
                  </a:cubicBezTo>
                  <a:cubicBezTo>
                    <a:pt x="1069" y="1243"/>
                    <a:pt x="1081" y="1188"/>
                    <a:pt x="1093" y="1137"/>
                  </a:cubicBezTo>
                  <a:cubicBezTo>
                    <a:pt x="1096" y="1114"/>
                    <a:pt x="1101" y="1086"/>
                    <a:pt x="1105" y="1062"/>
                  </a:cubicBezTo>
                  <a:lnTo>
                    <a:pt x="1105" y="1050"/>
                  </a:lnTo>
                  <a:cubicBezTo>
                    <a:pt x="1105" y="1039"/>
                    <a:pt x="1101" y="1026"/>
                    <a:pt x="1105" y="1015"/>
                  </a:cubicBezTo>
                  <a:cubicBezTo>
                    <a:pt x="1109" y="995"/>
                    <a:pt x="1125" y="983"/>
                    <a:pt x="1140" y="972"/>
                  </a:cubicBezTo>
                  <a:cubicBezTo>
                    <a:pt x="1164" y="952"/>
                    <a:pt x="1196" y="944"/>
                    <a:pt x="1223" y="932"/>
                  </a:cubicBezTo>
                  <a:cubicBezTo>
                    <a:pt x="1247" y="920"/>
                    <a:pt x="1270" y="908"/>
                    <a:pt x="1298" y="897"/>
                  </a:cubicBezTo>
                  <a:cubicBezTo>
                    <a:pt x="1325" y="884"/>
                    <a:pt x="1353" y="873"/>
                    <a:pt x="1385" y="857"/>
                  </a:cubicBezTo>
                  <a:cubicBezTo>
                    <a:pt x="1409" y="841"/>
                    <a:pt x="1432" y="833"/>
                    <a:pt x="1460" y="826"/>
                  </a:cubicBezTo>
                  <a:cubicBezTo>
                    <a:pt x="1471" y="822"/>
                    <a:pt x="1483" y="817"/>
                    <a:pt x="1495" y="810"/>
                  </a:cubicBezTo>
                  <a:cubicBezTo>
                    <a:pt x="1507" y="806"/>
                    <a:pt x="1518" y="798"/>
                    <a:pt x="1531" y="790"/>
                  </a:cubicBezTo>
                  <a:cubicBezTo>
                    <a:pt x="1574" y="770"/>
                    <a:pt x="1622" y="759"/>
                    <a:pt x="1664" y="735"/>
                  </a:cubicBezTo>
                  <a:cubicBezTo>
                    <a:pt x="1680" y="727"/>
                    <a:pt x="1696" y="715"/>
                    <a:pt x="1716" y="704"/>
                  </a:cubicBezTo>
                  <a:cubicBezTo>
                    <a:pt x="1724" y="695"/>
                    <a:pt x="1744" y="684"/>
                    <a:pt x="1751" y="672"/>
                  </a:cubicBezTo>
                  <a:cubicBezTo>
                    <a:pt x="1759" y="660"/>
                    <a:pt x="1755" y="637"/>
                    <a:pt x="1740" y="628"/>
                  </a:cubicBezTo>
                  <a:cubicBezTo>
                    <a:pt x="1731" y="620"/>
                    <a:pt x="1711" y="617"/>
                    <a:pt x="1700" y="617"/>
                  </a:cubicBezTo>
                  <a:lnTo>
                    <a:pt x="1684" y="617"/>
                  </a:lnTo>
                  <a:cubicBezTo>
                    <a:pt x="1664" y="613"/>
                    <a:pt x="1645" y="609"/>
                    <a:pt x="1625" y="604"/>
                  </a:cubicBezTo>
                  <a:cubicBezTo>
                    <a:pt x="1605" y="601"/>
                    <a:pt x="1586" y="597"/>
                    <a:pt x="1566" y="593"/>
                  </a:cubicBezTo>
                  <a:cubicBezTo>
                    <a:pt x="1558" y="589"/>
                    <a:pt x="1542" y="589"/>
                    <a:pt x="1535" y="585"/>
                  </a:cubicBezTo>
                  <a:cubicBezTo>
                    <a:pt x="1531" y="581"/>
                    <a:pt x="1527" y="577"/>
                    <a:pt x="1518" y="577"/>
                  </a:cubicBezTo>
                  <a:cubicBezTo>
                    <a:pt x="1495" y="573"/>
                    <a:pt x="1475" y="573"/>
                    <a:pt x="1456" y="573"/>
                  </a:cubicBezTo>
                  <a:lnTo>
                    <a:pt x="1357" y="573"/>
                  </a:lnTo>
                  <a:cubicBezTo>
                    <a:pt x="1325" y="573"/>
                    <a:pt x="1294" y="569"/>
                    <a:pt x="1262" y="566"/>
                  </a:cubicBezTo>
                  <a:cubicBezTo>
                    <a:pt x="1219" y="562"/>
                    <a:pt x="1176" y="562"/>
                    <a:pt x="1136" y="553"/>
                  </a:cubicBezTo>
                  <a:cubicBezTo>
                    <a:pt x="1120" y="549"/>
                    <a:pt x="1109" y="546"/>
                    <a:pt x="1096" y="546"/>
                  </a:cubicBezTo>
                  <a:cubicBezTo>
                    <a:pt x="1089" y="546"/>
                    <a:pt x="1081" y="546"/>
                    <a:pt x="1077" y="542"/>
                  </a:cubicBezTo>
                  <a:cubicBezTo>
                    <a:pt x="1065" y="533"/>
                    <a:pt x="1069" y="518"/>
                    <a:pt x="1069" y="506"/>
                  </a:cubicBezTo>
                  <a:cubicBezTo>
                    <a:pt x="1069" y="491"/>
                    <a:pt x="1065" y="475"/>
                    <a:pt x="1061" y="459"/>
                  </a:cubicBezTo>
                  <a:cubicBezTo>
                    <a:pt x="1061" y="439"/>
                    <a:pt x="1065" y="424"/>
                    <a:pt x="1069" y="404"/>
                  </a:cubicBezTo>
                  <a:cubicBezTo>
                    <a:pt x="1073" y="388"/>
                    <a:pt x="1077" y="373"/>
                    <a:pt x="1077" y="356"/>
                  </a:cubicBezTo>
                  <a:lnTo>
                    <a:pt x="1077" y="302"/>
                  </a:lnTo>
                  <a:cubicBezTo>
                    <a:pt x="1081" y="285"/>
                    <a:pt x="1085" y="266"/>
                    <a:pt x="1085" y="249"/>
                  </a:cubicBezTo>
                  <a:cubicBezTo>
                    <a:pt x="1089" y="226"/>
                    <a:pt x="1085" y="207"/>
                    <a:pt x="1089" y="187"/>
                  </a:cubicBezTo>
                  <a:cubicBezTo>
                    <a:pt x="1093" y="167"/>
                    <a:pt x="1093" y="151"/>
                    <a:pt x="1096" y="131"/>
                  </a:cubicBezTo>
                  <a:cubicBezTo>
                    <a:pt x="1101" y="112"/>
                    <a:pt x="1105" y="96"/>
                    <a:pt x="1109" y="76"/>
                  </a:cubicBezTo>
                  <a:cubicBezTo>
                    <a:pt x="1109" y="56"/>
                    <a:pt x="1109" y="21"/>
                    <a:pt x="1089" y="5"/>
                  </a:cubicBezTo>
                  <a:cubicBezTo>
                    <a:pt x="1084" y="2"/>
                    <a:pt x="1079" y="1"/>
                    <a:pt x="1074" y="1"/>
                  </a:cubicBezTo>
                  <a:close/>
                </a:path>
              </a:pathLst>
            </a:custGeom>
            <a:solidFill>
              <a:schemeClr val="accent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0" name="Google Shape;1330;p37"/>
            <p:cNvSpPr/>
            <p:nvPr/>
          </p:nvSpPr>
          <p:spPr>
            <a:xfrm flipH="1" rot="-6689201">
              <a:off x="5578912" y="4079514"/>
              <a:ext cx="484201" cy="450924"/>
            </a:xfrm>
            <a:custGeom>
              <a:rect b="b" l="l" r="r" t="t"/>
              <a:pathLst>
                <a:path extrusionOk="0" h="1638" w="1759">
                  <a:moveTo>
                    <a:pt x="1074" y="1"/>
                  </a:moveTo>
                  <a:cubicBezTo>
                    <a:pt x="1067" y="1"/>
                    <a:pt x="1060" y="3"/>
                    <a:pt x="1054" y="5"/>
                  </a:cubicBezTo>
                  <a:cubicBezTo>
                    <a:pt x="1041" y="18"/>
                    <a:pt x="1025" y="29"/>
                    <a:pt x="1014" y="41"/>
                  </a:cubicBezTo>
                  <a:cubicBezTo>
                    <a:pt x="1006" y="53"/>
                    <a:pt x="994" y="65"/>
                    <a:pt x="983" y="76"/>
                  </a:cubicBezTo>
                  <a:cubicBezTo>
                    <a:pt x="947" y="124"/>
                    <a:pt x="912" y="171"/>
                    <a:pt x="872" y="214"/>
                  </a:cubicBezTo>
                  <a:cubicBezTo>
                    <a:pt x="836" y="262"/>
                    <a:pt x="805" y="309"/>
                    <a:pt x="774" y="356"/>
                  </a:cubicBezTo>
                  <a:cubicBezTo>
                    <a:pt x="761" y="376"/>
                    <a:pt x="750" y="404"/>
                    <a:pt x="734" y="424"/>
                  </a:cubicBezTo>
                  <a:cubicBezTo>
                    <a:pt x="723" y="435"/>
                    <a:pt x="710" y="451"/>
                    <a:pt x="703" y="462"/>
                  </a:cubicBezTo>
                  <a:cubicBezTo>
                    <a:pt x="699" y="473"/>
                    <a:pt x="687" y="508"/>
                    <a:pt x="673" y="508"/>
                  </a:cubicBezTo>
                  <a:cubicBezTo>
                    <a:pt x="671" y="508"/>
                    <a:pt x="669" y="507"/>
                    <a:pt x="667" y="506"/>
                  </a:cubicBezTo>
                  <a:cubicBezTo>
                    <a:pt x="659" y="502"/>
                    <a:pt x="659" y="495"/>
                    <a:pt x="652" y="495"/>
                  </a:cubicBezTo>
                  <a:cubicBezTo>
                    <a:pt x="643" y="495"/>
                    <a:pt x="639" y="498"/>
                    <a:pt x="632" y="498"/>
                  </a:cubicBezTo>
                  <a:cubicBezTo>
                    <a:pt x="625" y="500"/>
                    <a:pt x="618" y="500"/>
                    <a:pt x="611" y="500"/>
                  </a:cubicBezTo>
                  <a:cubicBezTo>
                    <a:pt x="596" y="500"/>
                    <a:pt x="582" y="498"/>
                    <a:pt x="568" y="498"/>
                  </a:cubicBezTo>
                  <a:cubicBezTo>
                    <a:pt x="545" y="495"/>
                    <a:pt x="517" y="491"/>
                    <a:pt x="494" y="491"/>
                  </a:cubicBezTo>
                  <a:cubicBezTo>
                    <a:pt x="454" y="486"/>
                    <a:pt x="415" y="482"/>
                    <a:pt x="379" y="479"/>
                  </a:cubicBezTo>
                  <a:cubicBezTo>
                    <a:pt x="359" y="479"/>
                    <a:pt x="339" y="475"/>
                    <a:pt x="320" y="475"/>
                  </a:cubicBezTo>
                  <a:cubicBezTo>
                    <a:pt x="273" y="471"/>
                    <a:pt x="226" y="462"/>
                    <a:pt x="178" y="462"/>
                  </a:cubicBezTo>
                  <a:cubicBezTo>
                    <a:pt x="170" y="462"/>
                    <a:pt x="164" y="461"/>
                    <a:pt x="157" y="461"/>
                  </a:cubicBezTo>
                  <a:cubicBezTo>
                    <a:pt x="154" y="461"/>
                    <a:pt x="150" y="461"/>
                    <a:pt x="146" y="462"/>
                  </a:cubicBezTo>
                  <a:cubicBezTo>
                    <a:pt x="139" y="462"/>
                    <a:pt x="135" y="462"/>
                    <a:pt x="123" y="459"/>
                  </a:cubicBezTo>
                  <a:cubicBezTo>
                    <a:pt x="103" y="455"/>
                    <a:pt x="79" y="451"/>
                    <a:pt x="60" y="451"/>
                  </a:cubicBezTo>
                  <a:cubicBezTo>
                    <a:pt x="48" y="455"/>
                    <a:pt x="36" y="451"/>
                    <a:pt x="28" y="459"/>
                  </a:cubicBezTo>
                  <a:cubicBezTo>
                    <a:pt x="24" y="462"/>
                    <a:pt x="13" y="471"/>
                    <a:pt x="8" y="479"/>
                  </a:cubicBezTo>
                  <a:cubicBezTo>
                    <a:pt x="0" y="491"/>
                    <a:pt x="13" y="502"/>
                    <a:pt x="17" y="514"/>
                  </a:cubicBezTo>
                  <a:cubicBezTo>
                    <a:pt x="24" y="522"/>
                    <a:pt x="28" y="530"/>
                    <a:pt x="36" y="542"/>
                  </a:cubicBezTo>
                  <a:cubicBezTo>
                    <a:pt x="44" y="553"/>
                    <a:pt x="48" y="562"/>
                    <a:pt x="60" y="573"/>
                  </a:cubicBezTo>
                  <a:cubicBezTo>
                    <a:pt x="84" y="597"/>
                    <a:pt x="115" y="613"/>
                    <a:pt x="139" y="637"/>
                  </a:cubicBezTo>
                  <a:cubicBezTo>
                    <a:pt x="162" y="668"/>
                    <a:pt x="182" y="695"/>
                    <a:pt x="210" y="723"/>
                  </a:cubicBezTo>
                  <a:cubicBezTo>
                    <a:pt x="241" y="751"/>
                    <a:pt x="273" y="775"/>
                    <a:pt x="304" y="802"/>
                  </a:cubicBezTo>
                  <a:cubicBezTo>
                    <a:pt x="316" y="814"/>
                    <a:pt x="324" y="826"/>
                    <a:pt x="335" y="833"/>
                  </a:cubicBezTo>
                  <a:cubicBezTo>
                    <a:pt x="344" y="837"/>
                    <a:pt x="352" y="841"/>
                    <a:pt x="355" y="846"/>
                  </a:cubicBezTo>
                  <a:cubicBezTo>
                    <a:pt x="355" y="849"/>
                    <a:pt x="352" y="857"/>
                    <a:pt x="348" y="861"/>
                  </a:cubicBezTo>
                  <a:cubicBezTo>
                    <a:pt x="348" y="869"/>
                    <a:pt x="344" y="881"/>
                    <a:pt x="339" y="888"/>
                  </a:cubicBezTo>
                  <a:cubicBezTo>
                    <a:pt x="316" y="920"/>
                    <a:pt x="297" y="948"/>
                    <a:pt x="281" y="983"/>
                  </a:cubicBezTo>
                  <a:cubicBezTo>
                    <a:pt x="273" y="999"/>
                    <a:pt x="265" y="1011"/>
                    <a:pt x="261" y="1026"/>
                  </a:cubicBezTo>
                  <a:cubicBezTo>
                    <a:pt x="253" y="1039"/>
                    <a:pt x="241" y="1050"/>
                    <a:pt x="233" y="1066"/>
                  </a:cubicBezTo>
                  <a:cubicBezTo>
                    <a:pt x="221" y="1082"/>
                    <a:pt x="213" y="1097"/>
                    <a:pt x="206" y="1110"/>
                  </a:cubicBezTo>
                  <a:cubicBezTo>
                    <a:pt x="190" y="1130"/>
                    <a:pt x="178" y="1145"/>
                    <a:pt x="166" y="1165"/>
                  </a:cubicBezTo>
                  <a:cubicBezTo>
                    <a:pt x="159" y="1177"/>
                    <a:pt x="155" y="1188"/>
                    <a:pt x="150" y="1196"/>
                  </a:cubicBezTo>
                  <a:cubicBezTo>
                    <a:pt x="146" y="1208"/>
                    <a:pt x="139" y="1216"/>
                    <a:pt x="131" y="1228"/>
                  </a:cubicBezTo>
                  <a:cubicBezTo>
                    <a:pt x="115" y="1248"/>
                    <a:pt x="103" y="1267"/>
                    <a:pt x="91" y="1290"/>
                  </a:cubicBezTo>
                  <a:cubicBezTo>
                    <a:pt x="84" y="1307"/>
                    <a:pt x="75" y="1326"/>
                    <a:pt x="68" y="1346"/>
                  </a:cubicBezTo>
                  <a:cubicBezTo>
                    <a:pt x="60" y="1374"/>
                    <a:pt x="44" y="1394"/>
                    <a:pt x="32" y="1417"/>
                  </a:cubicBezTo>
                  <a:cubicBezTo>
                    <a:pt x="28" y="1421"/>
                    <a:pt x="24" y="1429"/>
                    <a:pt x="28" y="1432"/>
                  </a:cubicBezTo>
                  <a:cubicBezTo>
                    <a:pt x="28" y="1437"/>
                    <a:pt x="36" y="1441"/>
                    <a:pt x="40" y="1445"/>
                  </a:cubicBezTo>
                  <a:cubicBezTo>
                    <a:pt x="43" y="1451"/>
                    <a:pt x="46" y="1457"/>
                    <a:pt x="51" y="1457"/>
                  </a:cubicBezTo>
                  <a:cubicBezTo>
                    <a:pt x="52" y="1457"/>
                    <a:pt x="54" y="1457"/>
                    <a:pt x="55" y="1456"/>
                  </a:cubicBezTo>
                  <a:cubicBezTo>
                    <a:pt x="75" y="1452"/>
                    <a:pt x="91" y="1445"/>
                    <a:pt x="107" y="1432"/>
                  </a:cubicBezTo>
                  <a:cubicBezTo>
                    <a:pt x="119" y="1429"/>
                    <a:pt x="126" y="1429"/>
                    <a:pt x="139" y="1429"/>
                  </a:cubicBezTo>
                  <a:cubicBezTo>
                    <a:pt x="162" y="1425"/>
                    <a:pt x="182" y="1413"/>
                    <a:pt x="202" y="1405"/>
                  </a:cubicBezTo>
                  <a:cubicBezTo>
                    <a:pt x="253" y="1390"/>
                    <a:pt x="304" y="1374"/>
                    <a:pt x="355" y="1354"/>
                  </a:cubicBezTo>
                  <a:cubicBezTo>
                    <a:pt x="454" y="1319"/>
                    <a:pt x="552" y="1287"/>
                    <a:pt x="652" y="1252"/>
                  </a:cubicBezTo>
                  <a:cubicBezTo>
                    <a:pt x="667" y="1287"/>
                    <a:pt x="683" y="1319"/>
                    <a:pt x="706" y="1350"/>
                  </a:cubicBezTo>
                  <a:cubicBezTo>
                    <a:pt x="770" y="1445"/>
                    <a:pt x="852" y="1523"/>
                    <a:pt x="916" y="1622"/>
                  </a:cubicBezTo>
                  <a:cubicBezTo>
                    <a:pt x="922" y="1632"/>
                    <a:pt x="934" y="1637"/>
                    <a:pt x="945" y="1637"/>
                  </a:cubicBezTo>
                  <a:cubicBezTo>
                    <a:pt x="960" y="1637"/>
                    <a:pt x="974" y="1629"/>
                    <a:pt x="978" y="1614"/>
                  </a:cubicBezTo>
                  <a:cubicBezTo>
                    <a:pt x="1010" y="1508"/>
                    <a:pt x="1034" y="1401"/>
                    <a:pt x="1058" y="1295"/>
                  </a:cubicBezTo>
                  <a:cubicBezTo>
                    <a:pt x="1069" y="1243"/>
                    <a:pt x="1081" y="1188"/>
                    <a:pt x="1093" y="1137"/>
                  </a:cubicBezTo>
                  <a:cubicBezTo>
                    <a:pt x="1096" y="1114"/>
                    <a:pt x="1101" y="1086"/>
                    <a:pt x="1105" y="1062"/>
                  </a:cubicBezTo>
                  <a:lnTo>
                    <a:pt x="1105" y="1050"/>
                  </a:lnTo>
                  <a:cubicBezTo>
                    <a:pt x="1105" y="1039"/>
                    <a:pt x="1101" y="1026"/>
                    <a:pt x="1105" y="1015"/>
                  </a:cubicBezTo>
                  <a:cubicBezTo>
                    <a:pt x="1109" y="995"/>
                    <a:pt x="1125" y="983"/>
                    <a:pt x="1140" y="972"/>
                  </a:cubicBezTo>
                  <a:cubicBezTo>
                    <a:pt x="1164" y="952"/>
                    <a:pt x="1196" y="944"/>
                    <a:pt x="1223" y="932"/>
                  </a:cubicBezTo>
                  <a:cubicBezTo>
                    <a:pt x="1247" y="920"/>
                    <a:pt x="1270" y="908"/>
                    <a:pt x="1298" y="897"/>
                  </a:cubicBezTo>
                  <a:cubicBezTo>
                    <a:pt x="1325" y="884"/>
                    <a:pt x="1353" y="873"/>
                    <a:pt x="1385" y="857"/>
                  </a:cubicBezTo>
                  <a:cubicBezTo>
                    <a:pt x="1409" y="841"/>
                    <a:pt x="1432" y="833"/>
                    <a:pt x="1460" y="826"/>
                  </a:cubicBezTo>
                  <a:cubicBezTo>
                    <a:pt x="1471" y="822"/>
                    <a:pt x="1483" y="817"/>
                    <a:pt x="1495" y="810"/>
                  </a:cubicBezTo>
                  <a:cubicBezTo>
                    <a:pt x="1507" y="806"/>
                    <a:pt x="1518" y="798"/>
                    <a:pt x="1531" y="790"/>
                  </a:cubicBezTo>
                  <a:cubicBezTo>
                    <a:pt x="1574" y="770"/>
                    <a:pt x="1622" y="759"/>
                    <a:pt x="1664" y="735"/>
                  </a:cubicBezTo>
                  <a:cubicBezTo>
                    <a:pt x="1680" y="727"/>
                    <a:pt x="1696" y="715"/>
                    <a:pt x="1716" y="704"/>
                  </a:cubicBezTo>
                  <a:cubicBezTo>
                    <a:pt x="1724" y="695"/>
                    <a:pt x="1744" y="684"/>
                    <a:pt x="1751" y="672"/>
                  </a:cubicBezTo>
                  <a:cubicBezTo>
                    <a:pt x="1759" y="660"/>
                    <a:pt x="1755" y="637"/>
                    <a:pt x="1740" y="628"/>
                  </a:cubicBezTo>
                  <a:cubicBezTo>
                    <a:pt x="1731" y="620"/>
                    <a:pt x="1711" y="617"/>
                    <a:pt x="1700" y="617"/>
                  </a:cubicBezTo>
                  <a:lnTo>
                    <a:pt x="1684" y="617"/>
                  </a:lnTo>
                  <a:cubicBezTo>
                    <a:pt x="1664" y="613"/>
                    <a:pt x="1645" y="609"/>
                    <a:pt x="1625" y="604"/>
                  </a:cubicBezTo>
                  <a:cubicBezTo>
                    <a:pt x="1605" y="601"/>
                    <a:pt x="1586" y="597"/>
                    <a:pt x="1566" y="593"/>
                  </a:cubicBezTo>
                  <a:cubicBezTo>
                    <a:pt x="1558" y="589"/>
                    <a:pt x="1542" y="589"/>
                    <a:pt x="1535" y="585"/>
                  </a:cubicBezTo>
                  <a:cubicBezTo>
                    <a:pt x="1531" y="581"/>
                    <a:pt x="1527" y="577"/>
                    <a:pt x="1518" y="577"/>
                  </a:cubicBezTo>
                  <a:cubicBezTo>
                    <a:pt x="1495" y="573"/>
                    <a:pt x="1475" y="573"/>
                    <a:pt x="1456" y="573"/>
                  </a:cubicBezTo>
                  <a:lnTo>
                    <a:pt x="1357" y="573"/>
                  </a:lnTo>
                  <a:cubicBezTo>
                    <a:pt x="1325" y="573"/>
                    <a:pt x="1294" y="569"/>
                    <a:pt x="1262" y="566"/>
                  </a:cubicBezTo>
                  <a:cubicBezTo>
                    <a:pt x="1219" y="562"/>
                    <a:pt x="1176" y="562"/>
                    <a:pt x="1136" y="553"/>
                  </a:cubicBezTo>
                  <a:cubicBezTo>
                    <a:pt x="1120" y="549"/>
                    <a:pt x="1109" y="546"/>
                    <a:pt x="1096" y="546"/>
                  </a:cubicBezTo>
                  <a:cubicBezTo>
                    <a:pt x="1089" y="546"/>
                    <a:pt x="1081" y="546"/>
                    <a:pt x="1077" y="542"/>
                  </a:cubicBezTo>
                  <a:cubicBezTo>
                    <a:pt x="1065" y="533"/>
                    <a:pt x="1069" y="518"/>
                    <a:pt x="1069" y="506"/>
                  </a:cubicBezTo>
                  <a:cubicBezTo>
                    <a:pt x="1069" y="491"/>
                    <a:pt x="1065" y="475"/>
                    <a:pt x="1061" y="459"/>
                  </a:cubicBezTo>
                  <a:cubicBezTo>
                    <a:pt x="1061" y="439"/>
                    <a:pt x="1065" y="424"/>
                    <a:pt x="1069" y="404"/>
                  </a:cubicBezTo>
                  <a:cubicBezTo>
                    <a:pt x="1073" y="388"/>
                    <a:pt x="1077" y="373"/>
                    <a:pt x="1077" y="356"/>
                  </a:cubicBezTo>
                  <a:lnTo>
                    <a:pt x="1077" y="302"/>
                  </a:lnTo>
                  <a:cubicBezTo>
                    <a:pt x="1081" y="285"/>
                    <a:pt x="1085" y="266"/>
                    <a:pt x="1085" y="249"/>
                  </a:cubicBezTo>
                  <a:cubicBezTo>
                    <a:pt x="1089" y="226"/>
                    <a:pt x="1085" y="207"/>
                    <a:pt x="1089" y="187"/>
                  </a:cubicBezTo>
                  <a:cubicBezTo>
                    <a:pt x="1093" y="167"/>
                    <a:pt x="1093" y="151"/>
                    <a:pt x="1096" y="131"/>
                  </a:cubicBezTo>
                  <a:cubicBezTo>
                    <a:pt x="1101" y="112"/>
                    <a:pt x="1105" y="96"/>
                    <a:pt x="1109" y="76"/>
                  </a:cubicBezTo>
                  <a:cubicBezTo>
                    <a:pt x="1109" y="56"/>
                    <a:pt x="1109" y="21"/>
                    <a:pt x="1089" y="5"/>
                  </a:cubicBezTo>
                  <a:cubicBezTo>
                    <a:pt x="1084" y="2"/>
                    <a:pt x="1079" y="1"/>
                    <a:pt x="1074" y="1"/>
                  </a:cubicBezTo>
                  <a:close/>
                </a:path>
              </a:pathLst>
            </a:custGeom>
            <a:solidFill>
              <a:schemeClr val="accent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1" name="Google Shape;1331;p37"/>
            <p:cNvSpPr/>
            <p:nvPr/>
          </p:nvSpPr>
          <p:spPr>
            <a:xfrm rot="8100000">
              <a:off x="6747376" y="3116712"/>
              <a:ext cx="484199" cy="450926"/>
            </a:xfrm>
            <a:custGeom>
              <a:rect b="b" l="l" r="r" t="t"/>
              <a:pathLst>
                <a:path extrusionOk="0" h="1638" w="1759">
                  <a:moveTo>
                    <a:pt x="1074" y="1"/>
                  </a:moveTo>
                  <a:cubicBezTo>
                    <a:pt x="1067" y="1"/>
                    <a:pt x="1060" y="3"/>
                    <a:pt x="1054" y="5"/>
                  </a:cubicBezTo>
                  <a:cubicBezTo>
                    <a:pt x="1041" y="18"/>
                    <a:pt x="1025" y="29"/>
                    <a:pt x="1014" y="41"/>
                  </a:cubicBezTo>
                  <a:cubicBezTo>
                    <a:pt x="1006" y="53"/>
                    <a:pt x="994" y="65"/>
                    <a:pt x="983" y="76"/>
                  </a:cubicBezTo>
                  <a:cubicBezTo>
                    <a:pt x="947" y="124"/>
                    <a:pt x="912" y="171"/>
                    <a:pt x="872" y="214"/>
                  </a:cubicBezTo>
                  <a:cubicBezTo>
                    <a:pt x="836" y="262"/>
                    <a:pt x="805" y="309"/>
                    <a:pt x="774" y="356"/>
                  </a:cubicBezTo>
                  <a:cubicBezTo>
                    <a:pt x="761" y="376"/>
                    <a:pt x="750" y="404"/>
                    <a:pt x="734" y="424"/>
                  </a:cubicBezTo>
                  <a:cubicBezTo>
                    <a:pt x="723" y="435"/>
                    <a:pt x="710" y="451"/>
                    <a:pt x="703" y="462"/>
                  </a:cubicBezTo>
                  <a:cubicBezTo>
                    <a:pt x="699" y="473"/>
                    <a:pt x="687" y="508"/>
                    <a:pt x="673" y="508"/>
                  </a:cubicBezTo>
                  <a:cubicBezTo>
                    <a:pt x="671" y="508"/>
                    <a:pt x="669" y="507"/>
                    <a:pt x="667" y="506"/>
                  </a:cubicBezTo>
                  <a:cubicBezTo>
                    <a:pt x="659" y="502"/>
                    <a:pt x="659" y="495"/>
                    <a:pt x="652" y="495"/>
                  </a:cubicBezTo>
                  <a:cubicBezTo>
                    <a:pt x="643" y="495"/>
                    <a:pt x="639" y="498"/>
                    <a:pt x="632" y="498"/>
                  </a:cubicBezTo>
                  <a:cubicBezTo>
                    <a:pt x="625" y="500"/>
                    <a:pt x="618" y="500"/>
                    <a:pt x="611" y="500"/>
                  </a:cubicBezTo>
                  <a:cubicBezTo>
                    <a:pt x="596" y="500"/>
                    <a:pt x="582" y="498"/>
                    <a:pt x="568" y="498"/>
                  </a:cubicBezTo>
                  <a:cubicBezTo>
                    <a:pt x="545" y="495"/>
                    <a:pt x="517" y="491"/>
                    <a:pt x="494" y="491"/>
                  </a:cubicBezTo>
                  <a:cubicBezTo>
                    <a:pt x="454" y="486"/>
                    <a:pt x="415" y="482"/>
                    <a:pt x="379" y="479"/>
                  </a:cubicBezTo>
                  <a:cubicBezTo>
                    <a:pt x="359" y="479"/>
                    <a:pt x="339" y="475"/>
                    <a:pt x="320" y="475"/>
                  </a:cubicBezTo>
                  <a:cubicBezTo>
                    <a:pt x="273" y="471"/>
                    <a:pt x="226" y="462"/>
                    <a:pt x="178" y="462"/>
                  </a:cubicBezTo>
                  <a:cubicBezTo>
                    <a:pt x="170" y="462"/>
                    <a:pt x="164" y="461"/>
                    <a:pt x="157" y="461"/>
                  </a:cubicBezTo>
                  <a:cubicBezTo>
                    <a:pt x="154" y="461"/>
                    <a:pt x="150" y="461"/>
                    <a:pt x="146" y="462"/>
                  </a:cubicBezTo>
                  <a:cubicBezTo>
                    <a:pt x="139" y="462"/>
                    <a:pt x="135" y="462"/>
                    <a:pt x="123" y="459"/>
                  </a:cubicBezTo>
                  <a:cubicBezTo>
                    <a:pt x="103" y="455"/>
                    <a:pt x="79" y="451"/>
                    <a:pt x="60" y="451"/>
                  </a:cubicBezTo>
                  <a:cubicBezTo>
                    <a:pt x="48" y="455"/>
                    <a:pt x="36" y="451"/>
                    <a:pt x="28" y="459"/>
                  </a:cubicBezTo>
                  <a:cubicBezTo>
                    <a:pt x="24" y="462"/>
                    <a:pt x="13" y="471"/>
                    <a:pt x="8" y="479"/>
                  </a:cubicBezTo>
                  <a:cubicBezTo>
                    <a:pt x="0" y="491"/>
                    <a:pt x="13" y="502"/>
                    <a:pt x="17" y="514"/>
                  </a:cubicBezTo>
                  <a:cubicBezTo>
                    <a:pt x="24" y="522"/>
                    <a:pt x="28" y="530"/>
                    <a:pt x="36" y="542"/>
                  </a:cubicBezTo>
                  <a:cubicBezTo>
                    <a:pt x="44" y="553"/>
                    <a:pt x="48" y="562"/>
                    <a:pt x="60" y="573"/>
                  </a:cubicBezTo>
                  <a:cubicBezTo>
                    <a:pt x="84" y="597"/>
                    <a:pt x="115" y="613"/>
                    <a:pt x="139" y="637"/>
                  </a:cubicBezTo>
                  <a:cubicBezTo>
                    <a:pt x="162" y="668"/>
                    <a:pt x="182" y="695"/>
                    <a:pt x="210" y="723"/>
                  </a:cubicBezTo>
                  <a:cubicBezTo>
                    <a:pt x="241" y="751"/>
                    <a:pt x="273" y="775"/>
                    <a:pt x="304" y="802"/>
                  </a:cubicBezTo>
                  <a:cubicBezTo>
                    <a:pt x="316" y="814"/>
                    <a:pt x="324" y="826"/>
                    <a:pt x="335" y="833"/>
                  </a:cubicBezTo>
                  <a:cubicBezTo>
                    <a:pt x="344" y="837"/>
                    <a:pt x="352" y="841"/>
                    <a:pt x="355" y="846"/>
                  </a:cubicBezTo>
                  <a:cubicBezTo>
                    <a:pt x="355" y="849"/>
                    <a:pt x="352" y="857"/>
                    <a:pt x="348" y="861"/>
                  </a:cubicBezTo>
                  <a:cubicBezTo>
                    <a:pt x="348" y="869"/>
                    <a:pt x="344" y="881"/>
                    <a:pt x="339" y="888"/>
                  </a:cubicBezTo>
                  <a:cubicBezTo>
                    <a:pt x="316" y="920"/>
                    <a:pt x="297" y="948"/>
                    <a:pt x="281" y="983"/>
                  </a:cubicBezTo>
                  <a:cubicBezTo>
                    <a:pt x="273" y="999"/>
                    <a:pt x="265" y="1011"/>
                    <a:pt x="261" y="1026"/>
                  </a:cubicBezTo>
                  <a:cubicBezTo>
                    <a:pt x="253" y="1039"/>
                    <a:pt x="241" y="1050"/>
                    <a:pt x="233" y="1066"/>
                  </a:cubicBezTo>
                  <a:cubicBezTo>
                    <a:pt x="221" y="1082"/>
                    <a:pt x="213" y="1097"/>
                    <a:pt x="206" y="1110"/>
                  </a:cubicBezTo>
                  <a:cubicBezTo>
                    <a:pt x="190" y="1130"/>
                    <a:pt x="178" y="1145"/>
                    <a:pt x="166" y="1165"/>
                  </a:cubicBezTo>
                  <a:cubicBezTo>
                    <a:pt x="159" y="1177"/>
                    <a:pt x="155" y="1188"/>
                    <a:pt x="150" y="1196"/>
                  </a:cubicBezTo>
                  <a:cubicBezTo>
                    <a:pt x="146" y="1208"/>
                    <a:pt x="139" y="1216"/>
                    <a:pt x="131" y="1228"/>
                  </a:cubicBezTo>
                  <a:cubicBezTo>
                    <a:pt x="115" y="1248"/>
                    <a:pt x="103" y="1267"/>
                    <a:pt x="91" y="1290"/>
                  </a:cubicBezTo>
                  <a:cubicBezTo>
                    <a:pt x="84" y="1307"/>
                    <a:pt x="75" y="1326"/>
                    <a:pt x="68" y="1346"/>
                  </a:cubicBezTo>
                  <a:cubicBezTo>
                    <a:pt x="60" y="1374"/>
                    <a:pt x="44" y="1394"/>
                    <a:pt x="32" y="1417"/>
                  </a:cubicBezTo>
                  <a:cubicBezTo>
                    <a:pt x="28" y="1421"/>
                    <a:pt x="24" y="1429"/>
                    <a:pt x="28" y="1432"/>
                  </a:cubicBezTo>
                  <a:cubicBezTo>
                    <a:pt x="28" y="1437"/>
                    <a:pt x="36" y="1441"/>
                    <a:pt x="40" y="1445"/>
                  </a:cubicBezTo>
                  <a:cubicBezTo>
                    <a:pt x="43" y="1451"/>
                    <a:pt x="46" y="1457"/>
                    <a:pt x="51" y="1457"/>
                  </a:cubicBezTo>
                  <a:cubicBezTo>
                    <a:pt x="52" y="1457"/>
                    <a:pt x="54" y="1457"/>
                    <a:pt x="55" y="1456"/>
                  </a:cubicBezTo>
                  <a:cubicBezTo>
                    <a:pt x="75" y="1452"/>
                    <a:pt x="91" y="1445"/>
                    <a:pt x="107" y="1432"/>
                  </a:cubicBezTo>
                  <a:cubicBezTo>
                    <a:pt x="119" y="1429"/>
                    <a:pt x="126" y="1429"/>
                    <a:pt x="139" y="1429"/>
                  </a:cubicBezTo>
                  <a:cubicBezTo>
                    <a:pt x="162" y="1425"/>
                    <a:pt x="182" y="1413"/>
                    <a:pt x="202" y="1405"/>
                  </a:cubicBezTo>
                  <a:cubicBezTo>
                    <a:pt x="253" y="1390"/>
                    <a:pt x="304" y="1374"/>
                    <a:pt x="355" y="1354"/>
                  </a:cubicBezTo>
                  <a:cubicBezTo>
                    <a:pt x="454" y="1319"/>
                    <a:pt x="552" y="1287"/>
                    <a:pt x="652" y="1252"/>
                  </a:cubicBezTo>
                  <a:cubicBezTo>
                    <a:pt x="667" y="1287"/>
                    <a:pt x="683" y="1319"/>
                    <a:pt x="706" y="1350"/>
                  </a:cubicBezTo>
                  <a:cubicBezTo>
                    <a:pt x="770" y="1445"/>
                    <a:pt x="852" y="1523"/>
                    <a:pt x="916" y="1622"/>
                  </a:cubicBezTo>
                  <a:cubicBezTo>
                    <a:pt x="922" y="1632"/>
                    <a:pt x="934" y="1637"/>
                    <a:pt x="945" y="1637"/>
                  </a:cubicBezTo>
                  <a:cubicBezTo>
                    <a:pt x="960" y="1637"/>
                    <a:pt x="974" y="1629"/>
                    <a:pt x="978" y="1614"/>
                  </a:cubicBezTo>
                  <a:cubicBezTo>
                    <a:pt x="1010" y="1508"/>
                    <a:pt x="1034" y="1401"/>
                    <a:pt x="1058" y="1295"/>
                  </a:cubicBezTo>
                  <a:cubicBezTo>
                    <a:pt x="1069" y="1243"/>
                    <a:pt x="1081" y="1188"/>
                    <a:pt x="1093" y="1137"/>
                  </a:cubicBezTo>
                  <a:cubicBezTo>
                    <a:pt x="1096" y="1114"/>
                    <a:pt x="1101" y="1086"/>
                    <a:pt x="1105" y="1062"/>
                  </a:cubicBezTo>
                  <a:lnTo>
                    <a:pt x="1105" y="1050"/>
                  </a:lnTo>
                  <a:cubicBezTo>
                    <a:pt x="1105" y="1039"/>
                    <a:pt x="1101" y="1026"/>
                    <a:pt x="1105" y="1015"/>
                  </a:cubicBezTo>
                  <a:cubicBezTo>
                    <a:pt x="1109" y="995"/>
                    <a:pt x="1125" y="983"/>
                    <a:pt x="1140" y="972"/>
                  </a:cubicBezTo>
                  <a:cubicBezTo>
                    <a:pt x="1164" y="952"/>
                    <a:pt x="1196" y="944"/>
                    <a:pt x="1223" y="932"/>
                  </a:cubicBezTo>
                  <a:cubicBezTo>
                    <a:pt x="1247" y="920"/>
                    <a:pt x="1270" y="908"/>
                    <a:pt x="1298" y="897"/>
                  </a:cubicBezTo>
                  <a:cubicBezTo>
                    <a:pt x="1325" y="884"/>
                    <a:pt x="1353" y="873"/>
                    <a:pt x="1385" y="857"/>
                  </a:cubicBezTo>
                  <a:cubicBezTo>
                    <a:pt x="1409" y="841"/>
                    <a:pt x="1432" y="833"/>
                    <a:pt x="1460" y="826"/>
                  </a:cubicBezTo>
                  <a:cubicBezTo>
                    <a:pt x="1471" y="822"/>
                    <a:pt x="1483" y="817"/>
                    <a:pt x="1495" y="810"/>
                  </a:cubicBezTo>
                  <a:cubicBezTo>
                    <a:pt x="1507" y="806"/>
                    <a:pt x="1518" y="798"/>
                    <a:pt x="1531" y="790"/>
                  </a:cubicBezTo>
                  <a:cubicBezTo>
                    <a:pt x="1574" y="770"/>
                    <a:pt x="1622" y="759"/>
                    <a:pt x="1664" y="735"/>
                  </a:cubicBezTo>
                  <a:cubicBezTo>
                    <a:pt x="1680" y="727"/>
                    <a:pt x="1696" y="715"/>
                    <a:pt x="1716" y="704"/>
                  </a:cubicBezTo>
                  <a:cubicBezTo>
                    <a:pt x="1724" y="695"/>
                    <a:pt x="1744" y="684"/>
                    <a:pt x="1751" y="672"/>
                  </a:cubicBezTo>
                  <a:cubicBezTo>
                    <a:pt x="1759" y="660"/>
                    <a:pt x="1755" y="637"/>
                    <a:pt x="1740" y="628"/>
                  </a:cubicBezTo>
                  <a:cubicBezTo>
                    <a:pt x="1731" y="620"/>
                    <a:pt x="1711" y="617"/>
                    <a:pt x="1700" y="617"/>
                  </a:cubicBezTo>
                  <a:lnTo>
                    <a:pt x="1684" y="617"/>
                  </a:lnTo>
                  <a:cubicBezTo>
                    <a:pt x="1664" y="613"/>
                    <a:pt x="1645" y="609"/>
                    <a:pt x="1625" y="604"/>
                  </a:cubicBezTo>
                  <a:cubicBezTo>
                    <a:pt x="1605" y="601"/>
                    <a:pt x="1586" y="597"/>
                    <a:pt x="1566" y="593"/>
                  </a:cubicBezTo>
                  <a:cubicBezTo>
                    <a:pt x="1558" y="589"/>
                    <a:pt x="1542" y="589"/>
                    <a:pt x="1535" y="585"/>
                  </a:cubicBezTo>
                  <a:cubicBezTo>
                    <a:pt x="1531" y="581"/>
                    <a:pt x="1527" y="577"/>
                    <a:pt x="1518" y="577"/>
                  </a:cubicBezTo>
                  <a:cubicBezTo>
                    <a:pt x="1495" y="573"/>
                    <a:pt x="1475" y="573"/>
                    <a:pt x="1456" y="573"/>
                  </a:cubicBezTo>
                  <a:lnTo>
                    <a:pt x="1357" y="573"/>
                  </a:lnTo>
                  <a:cubicBezTo>
                    <a:pt x="1325" y="573"/>
                    <a:pt x="1294" y="569"/>
                    <a:pt x="1262" y="566"/>
                  </a:cubicBezTo>
                  <a:cubicBezTo>
                    <a:pt x="1219" y="562"/>
                    <a:pt x="1176" y="562"/>
                    <a:pt x="1136" y="553"/>
                  </a:cubicBezTo>
                  <a:cubicBezTo>
                    <a:pt x="1120" y="549"/>
                    <a:pt x="1109" y="546"/>
                    <a:pt x="1096" y="546"/>
                  </a:cubicBezTo>
                  <a:cubicBezTo>
                    <a:pt x="1089" y="546"/>
                    <a:pt x="1081" y="546"/>
                    <a:pt x="1077" y="542"/>
                  </a:cubicBezTo>
                  <a:cubicBezTo>
                    <a:pt x="1065" y="533"/>
                    <a:pt x="1069" y="518"/>
                    <a:pt x="1069" y="506"/>
                  </a:cubicBezTo>
                  <a:cubicBezTo>
                    <a:pt x="1069" y="491"/>
                    <a:pt x="1065" y="475"/>
                    <a:pt x="1061" y="459"/>
                  </a:cubicBezTo>
                  <a:cubicBezTo>
                    <a:pt x="1061" y="439"/>
                    <a:pt x="1065" y="424"/>
                    <a:pt x="1069" y="404"/>
                  </a:cubicBezTo>
                  <a:cubicBezTo>
                    <a:pt x="1073" y="388"/>
                    <a:pt x="1077" y="373"/>
                    <a:pt x="1077" y="356"/>
                  </a:cubicBezTo>
                  <a:lnTo>
                    <a:pt x="1077" y="302"/>
                  </a:lnTo>
                  <a:cubicBezTo>
                    <a:pt x="1081" y="285"/>
                    <a:pt x="1085" y="266"/>
                    <a:pt x="1085" y="249"/>
                  </a:cubicBezTo>
                  <a:cubicBezTo>
                    <a:pt x="1089" y="226"/>
                    <a:pt x="1085" y="207"/>
                    <a:pt x="1089" y="187"/>
                  </a:cubicBezTo>
                  <a:cubicBezTo>
                    <a:pt x="1093" y="167"/>
                    <a:pt x="1093" y="151"/>
                    <a:pt x="1096" y="131"/>
                  </a:cubicBezTo>
                  <a:cubicBezTo>
                    <a:pt x="1101" y="112"/>
                    <a:pt x="1105" y="96"/>
                    <a:pt x="1109" y="76"/>
                  </a:cubicBezTo>
                  <a:cubicBezTo>
                    <a:pt x="1109" y="56"/>
                    <a:pt x="1109" y="21"/>
                    <a:pt x="1089" y="5"/>
                  </a:cubicBezTo>
                  <a:cubicBezTo>
                    <a:pt x="1084" y="2"/>
                    <a:pt x="1079" y="1"/>
                    <a:pt x="1074" y="1"/>
                  </a:cubicBezTo>
                  <a:close/>
                </a:path>
              </a:pathLst>
            </a:custGeom>
            <a:solidFill>
              <a:schemeClr val="accent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2" name="Google Shape;1332;p37"/>
            <p:cNvSpPr/>
            <p:nvPr/>
          </p:nvSpPr>
          <p:spPr>
            <a:xfrm flipH="1" rot="-1390907">
              <a:off x="6244288" y="3735464"/>
              <a:ext cx="484200" cy="450924"/>
            </a:xfrm>
            <a:custGeom>
              <a:rect b="b" l="l" r="r" t="t"/>
              <a:pathLst>
                <a:path extrusionOk="0" h="1638" w="1759">
                  <a:moveTo>
                    <a:pt x="1074" y="1"/>
                  </a:moveTo>
                  <a:cubicBezTo>
                    <a:pt x="1067" y="1"/>
                    <a:pt x="1060" y="3"/>
                    <a:pt x="1054" y="5"/>
                  </a:cubicBezTo>
                  <a:cubicBezTo>
                    <a:pt x="1041" y="18"/>
                    <a:pt x="1025" y="29"/>
                    <a:pt x="1014" y="41"/>
                  </a:cubicBezTo>
                  <a:cubicBezTo>
                    <a:pt x="1006" y="53"/>
                    <a:pt x="994" y="65"/>
                    <a:pt x="983" y="76"/>
                  </a:cubicBezTo>
                  <a:cubicBezTo>
                    <a:pt x="947" y="124"/>
                    <a:pt x="912" y="171"/>
                    <a:pt x="872" y="214"/>
                  </a:cubicBezTo>
                  <a:cubicBezTo>
                    <a:pt x="836" y="262"/>
                    <a:pt x="805" y="309"/>
                    <a:pt x="774" y="356"/>
                  </a:cubicBezTo>
                  <a:cubicBezTo>
                    <a:pt x="761" y="376"/>
                    <a:pt x="750" y="404"/>
                    <a:pt x="734" y="424"/>
                  </a:cubicBezTo>
                  <a:cubicBezTo>
                    <a:pt x="723" y="435"/>
                    <a:pt x="710" y="451"/>
                    <a:pt x="703" y="462"/>
                  </a:cubicBezTo>
                  <a:cubicBezTo>
                    <a:pt x="699" y="473"/>
                    <a:pt x="687" y="508"/>
                    <a:pt x="673" y="508"/>
                  </a:cubicBezTo>
                  <a:cubicBezTo>
                    <a:pt x="671" y="508"/>
                    <a:pt x="669" y="507"/>
                    <a:pt x="667" y="506"/>
                  </a:cubicBezTo>
                  <a:cubicBezTo>
                    <a:pt x="659" y="502"/>
                    <a:pt x="659" y="495"/>
                    <a:pt x="652" y="495"/>
                  </a:cubicBezTo>
                  <a:cubicBezTo>
                    <a:pt x="643" y="495"/>
                    <a:pt x="639" y="498"/>
                    <a:pt x="632" y="498"/>
                  </a:cubicBezTo>
                  <a:cubicBezTo>
                    <a:pt x="625" y="500"/>
                    <a:pt x="618" y="500"/>
                    <a:pt x="611" y="500"/>
                  </a:cubicBezTo>
                  <a:cubicBezTo>
                    <a:pt x="596" y="500"/>
                    <a:pt x="582" y="498"/>
                    <a:pt x="568" y="498"/>
                  </a:cubicBezTo>
                  <a:cubicBezTo>
                    <a:pt x="545" y="495"/>
                    <a:pt x="517" y="491"/>
                    <a:pt x="494" y="491"/>
                  </a:cubicBezTo>
                  <a:cubicBezTo>
                    <a:pt x="454" y="486"/>
                    <a:pt x="415" y="482"/>
                    <a:pt x="379" y="479"/>
                  </a:cubicBezTo>
                  <a:cubicBezTo>
                    <a:pt x="359" y="479"/>
                    <a:pt x="339" y="475"/>
                    <a:pt x="320" y="475"/>
                  </a:cubicBezTo>
                  <a:cubicBezTo>
                    <a:pt x="273" y="471"/>
                    <a:pt x="226" y="462"/>
                    <a:pt x="178" y="462"/>
                  </a:cubicBezTo>
                  <a:cubicBezTo>
                    <a:pt x="170" y="462"/>
                    <a:pt x="164" y="461"/>
                    <a:pt x="157" y="461"/>
                  </a:cubicBezTo>
                  <a:cubicBezTo>
                    <a:pt x="154" y="461"/>
                    <a:pt x="150" y="461"/>
                    <a:pt x="146" y="462"/>
                  </a:cubicBezTo>
                  <a:cubicBezTo>
                    <a:pt x="139" y="462"/>
                    <a:pt x="135" y="462"/>
                    <a:pt x="123" y="459"/>
                  </a:cubicBezTo>
                  <a:cubicBezTo>
                    <a:pt x="103" y="455"/>
                    <a:pt x="79" y="451"/>
                    <a:pt x="60" y="451"/>
                  </a:cubicBezTo>
                  <a:cubicBezTo>
                    <a:pt x="48" y="455"/>
                    <a:pt x="36" y="451"/>
                    <a:pt x="28" y="459"/>
                  </a:cubicBezTo>
                  <a:cubicBezTo>
                    <a:pt x="24" y="462"/>
                    <a:pt x="13" y="471"/>
                    <a:pt x="8" y="479"/>
                  </a:cubicBezTo>
                  <a:cubicBezTo>
                    <a:pt x="0" y="491"/>
                    <a:pt x="13" y="502"/>
                    <a:pt x="17" y="514"/>
                  </a:cubicBezTo>
                  <a:cubicBezTo>
                    <a:pt x="24" y="522"/>
                    <a:pt x="28" y="530"/>
                    <a:pt x="36" y="542"/>
                  </a:cubicBezTo>
                  <a:cubicBezTo>
                    <a:pt x="44" y="553"/>
                    <a:pt x="48" y="562"/>
                    <a:pt x="60" y="573"/>
                  </a:cubicBezTo>
                  <a:cubicBezTo>
                    <a:pt x="84" y="597"/>
                    <a:pt x="115" y="613"/>
                    <a:pt x="139" y="637"/>
                  </a:cubicBezTo>
                  <a:cubicBezTo>
                    <a:pt x="162" y="668"/>
                    <a:pt x="182" y="695"/>
                    <a:pt x="210" y="723"/>
                  </a:cubicBezTo>
                  <a:cubicBezTo>
                    <a:pt x="241" y="751"/>
                    <a:pt x="273" y="775"/>
                    <a:pt x="304" y="802"/>
                  </a:cubicBezTo>
                  <a:cubicBezTo>
                    <a:pt x="316" y="814"/>
                    <a:pt x="324" y="826"/>
                    <a:pt x="335" y="833"/>
                  </a:cubicBezTo>
                  <a:cubicBezTo>
                    <a:pt x="344" y="837"/>
                    <a:pt x="352" y="841"/>
                    <a:pt x="355" y="846"/>
                  </a:cubicBezTo>
                  <a:cubicBezTo>
                    <a:pt x="355" y="849"/>
                    <a:pt x="352" y="857"/>
                    <a:pt x="348" y="861"/>
                  </a:cubicBezTo>
                  <a:cubicBezTo>
                    <a:pt x="348" y="869"/>
                    <a:pt x="344" y="881"/>
                    <a:pt x="339" y="888"/>
                  </a:cubicBezTo>
                  <a:cubicBezTo>
                    <a:pt x="316" y="920"/>
                    <a:pt x="297" y="948"/>
                    <a:pt x="281" y="983"/>
                  </a:cubicBezTo>
                  <a:cubicBezTo>
                    <a:pt x="273" y="999"/>
                    <a:pt x="265" y="1011"/>
                    <a:pt x="261" y="1026"/>
                  </a:cubicBezTo>
                  <a:cubicBezTo>
                    <a:pt x="253" y="1039"/>
                    <a:pt x="241" y="1050"/>
                    <a:pt x="233" y="1066"/>
                  </a:cubicBezTo>
                  <a:cubicBezTo>
                    <a:pt x="221" y="1082"/>
                    <a:pt x="213" y="1097"/>
                    <a:pt x="206" y="1110"/>
                  </a:cubicBezTo>
                  <a:cubicBezTo>
                    <a:pt x="190" y="1130"/>
                    <a:pt x="178" y="1145"/>
                    <a:pt x="166" y="1165"/>
                  </a:cubicBezTo>
                  <a:cubicBezTo>
                    <a:pt x="159" y="1177"/>
                    <a:pt x="155" y="1188"/>
                    <a:pt x="150" y="1196"/>
                  </a:cubicBezTo>
                  <a:cubicBezTo>
                    <a:pt x="146" y="1208"/>
                    <a:pt x="139" y="1216"/>
                    <a:pt x="131" y="1228"/>
                  </a:cubicBezTo>
                  <a:cubicBezTo>
                    <a:pt x="115" y="1248"/>
                    <a:pt x="103" y="1267"/>
                    <a:pt x="91" y="1290"/>
                  </a:cubicBezTo>
                  <a:cubicBezTo>
                    <a:pt x="84" y="1307"/>
                    <a:pt x="75" y="1326"/>
                    <a:pt x="68" y="1346"/>
                  </a:cubicBezTo>
                  <a:cubicBezTo>
                    <a:pt x="60" y="1374"/>
                    <a:pt x="44" y="1394"/>
                    <a:pt x="32" y="1417"/>
                  </a:cubicBezTo>
                  <a:cubicBezTo>
                    <a:pt x="28" y="1421"/>
                    <a:pt x="24" y="1429"/>
                    <a:pt x="28" y="1432"/>
                  </a:cubicBezTo>
                  <a:cubicBezTo>
                    <a:pt x="28" y="1437"/>
                    <a:pt x="36" y="1441"/>
                    <a:pt x="40" y="1445"/>
                  </a:cubicBezTo>
                  <a:cubicBezTo>
                    <a:pt x="43" y="1451"/>
                    <a:pt x="46" y="1457"/>
                    <a:pt x="51" y="1457"/>
                  </a:cubicBezTo>
                  <a:cubicBezTo>
                    <a:pt x="52" y="1457"/>
                    <a:pt x="54" y="1457"/>
                    <a:pt x="55" y="1456"/>
                  </a:cubicBezTo>
                  <a:cubicBezTo>
                    <a:pt x="75" y="1452"/>
                    <a:pt x="91" y="1445"/>
                    <a:pt x="107" y="1432"/>
                  </a:cubicBezTo>
                  <a:cubicBezTo>
                    <a:pt x="119" y="1429"/>
                    <a:pt x="126" y="1429"/>
                    <a:pt x="139" y="1429"/>
                  </a:cubicBezTo>
                  <a:cubicBezTo>
                    <a:pt x="162" y="1425"/>
                    <a:pt x="182" y="1413"/>
                    <a:pt x="202" y="1405"/>
                  </a:cubicBezTo>
                  <a:cubicBezTo>
                    <a:pt x="253" y="1390"/>
                    <a:pt x="304" y="1374"/>
                    <a:pt x="355" y="1354"/>
                  </a:cubicBezTo>
                  <a:cubicBezTo>
                    <a:pt x="454" y="1319"/>
                    <a:pt x="552" y="1287"/>
                    <a:pt x="652" y="1252"/>
                  </a:cubicBezTo>
                  <a:cubicBezTo>
                    <a:pt x="667" y="1287"/>
                    <a:pt x="683" y="1319"/>
                    <a:pt x="706" y="1350"/>
                  </a:cubicBezTo>
                  <a:cubicBezTo>
                    <a:pt x="770" y="1445"/>
                    <a:pt x="852" y="1523"/>
                    <a:pt x="916" y="1622"/>
                  </a:cubicBezTo>
                  <a:cubicBezTo>
                    <a:pt x="922" y="1632"/>
                    <a:pt x="934" y="1637"/>
                    <a:pt x="945" y="1637"/>
                  </a:cubicBezTo>
                  <a:cubicBezTo>
                    <a:pt x="960" y="1637"/>
                    <a:pt x="974" y="1629"/>
                    <a:pt x="978" y="1614"/>
                  </a:cubicBezTo>
                  <a:cubicBezTo>
                    <a:pt x="1010" y="1508"/>
                    <a:pt x="1034" y="1401"/>
                    <a:pt x="1058" y="1295"/>
                  </a:cubicBezTo>
                  <a:cubicBezTo>
                    <a:pt x="1069" y="1243"/>
                    <a:pt x="1081" y="1188"/>
                    <a:pt x="1093" y="1137"/>
                  </a:cubicBezTo>
                  <a:cubicBezTo>
                    <a:pt x="1096" y="1114"/>
                    <a:pt x="1101" y="1086"/>
                    <a:pt x="1105" y="1062"/>
                  </a:cubicBezTo>
                  <a:lnTo>
                    <a:pt x="1105" y="1050"/>
                  </a:lnTo>
                  <a:cubicBezTo>
                    <a:pt x="1105" y="1039"/>
                    <a:pt x="1101" y="1026"/>
                    <a:pt x="1105" y="1015"/>
                  </a:cubicBezTo>
                  <a:cubicBezTo>
                    <a:pt x="1109" y="995"/>
                    <a:pt x="1125" y="983"/>
                    <a:pt x="1140" y="972"/>
                  </a:cubicBezTo>
                  <a:cubicBezTo>
                    <a:pt x="1164" y="952"/>
                    <a:pt x="1196" y="944"/>
                    <a:pt x="1223" y="932"/>
                  </a:cubicBezTo>
                  <a:cubicBezTo>
                    <a:pt x="1247" y="920"/>
                    <a:pt x="1270" y="908"/>
                    <a:pt x="1298" y="897"/>
                  </a:cubicBezTo>
                  <a:cubicBezTo>
                    <a:pt x="1325" y="884"/>
                    <a:pt x="1353" y="873"/>
                    <a:pt x="1385" y="857"/>
                  </a:cubicBezTo>
                  <a:cubicBezTo>
                    <a:pt x="1409" y="841"/>
                    <a:pt x="1432" y="833"/>
                    <a:pt x="1460" y="826"/>
                  </a:cubicBezTo>
                  <a:cubicBezTo>
                    <a:pt x="1471" y="822"/>
                    <a:pt x="1483" y="817"/>
                    <a:pt x="1495" y="810"/>
                  </a:cubicBezTo>
                  <a:cubicBezTo>
                    <a:pt x="1507" y="806"/>
                    <a:pt x="1518" y="798"/>
                    <a:pt x="1531" y="790"/>
                  </a:cubicBezTo>
                  <a:cubicBezTo>
                    <a:pt x="1574" y="770"/>
                    <a:pt x="1622" y="759"/>
                    <a:pt x="1664" y="735"/>
                  </a:cubicBezTo>
                  <a:cubicBezTo>
                    <a:pt x="1680" y="727"/>
                    <a:pt x="1696" y="715"/>
                    <a:pt x="1716" y="704"/>
                  </a:cubicBezTo>
                  <a:cubicBezTo>
                    <a:pt x="1724" y="695"/>
                    <a:pt x="1744" y="684"/>
                    <a:pt x="1751" y="672"/>
                  </a:cubicBezTo>
                  <a:cubicBezTo>
                    <a:pt x="1759" y="660"/>
                    <a:pt x="1755" y="637"/>
                    <a:pt x="1740" y="628"/>
                  </a:cubicBezTo>
                  <a:cubicBezTo>
                    <a:pt x="1731" y="620"/>
                    <a:pt x="1711" y="617"/>
                    <a:pt x="1700" y="617"/>
                  </a:cubicBezTo>
                  <a:lnTo>
                    <a:pt x="1684" y="617"/>
                  </a:lnTo>
                  <a:cubicBezTo>
                    <a:pt x="1664" y="613"/>
                    <a:pt x="1645" y="609"/>
                    <a:pt x="1625" y="604"/>
                  </a:cubicBezTo>
                  <a:cubicBezTo>
                    <a:pt x="1605" y="601"/>
                    <a:pt x="1586" y="597"/>
                    <a:pt x="1566" y="593"/>
                  </a:cubicBezTo>
                  <a:cubicBezTo>
                    <a:pt x="1558" y="589"/>
                    <a:pt x="1542" y="589"/>
                    <a:pt x="1535" y="585"/>
                  </a:cubicBezTo>
                  <a:cubicBezTo>
                    <a:pt x="1531" y="581"/>
                    <a:pt x="1527" y="577"/>
                    <a:pt x="1518" y="577"/>
                  </a:cubicBezTo>
                  <a:cubicBezTo>
                    <a:pt x="1495" y="573"/>
                    <a:pt x="1475" y="573"/>
                    <a:pt x="1456" y="573"/>
                  </a:cubicBezTo>
                  <a:lnTo>
                    <a:pt x="1357" y="573"/>
                  </a:lnTo>
                  <a:cubicBezTo>
                    <a:pt x="1325" y="573"/>
                    <a:pt x="1294" y="569"/>
                    <a:pt x="1262" y="566"/>
                  </a:cubicBezTo>
                  <a:cubicBezTo>
                    <a:pt x="1219" y="562"/>
                    <a:pt x="1176" y="562"/>
                    <a:pt x="1136" y="553"/>
                  </a:cubicBezTo>
                  <a:cubicBezTo>
                    <a:pt x="1120" y="549"/>
                    <a:pt x="1109" y="546"/>
                    <a:pt x="1096" y="546"/>
                  </a:cubicBezTo>
                  <a:cubicBezTo>
                    <a:pt x="1089" y="546"/>
                    <a:pt x="1081" y="546"/>
                    <a:pt x="1077" y="542"/>
                  </a:cubicBezTo>
                  <a:cubicBezTo>
                    <a:pt x="1065" y="533"/>
                    <a:pt x="1069" y="518"/>
                    <a:pt x="1069" y="506"/>
                  </a:cubicBezTo>
                  <a:cubicBezTo>
                    <a:pt x="1069" y="491"/>
                    <a:pt x="1065" y="475"/>
                    <a:pt x="1061" y="459"/>
                  </a:cubicBezTo>
                  <a:cubicBezTo>
                    <a:pt x="1061" y="439"/>
                    <a:pt x="1065" y="424"/>
                    <a:pt x="1069" y="404"/>
                  </a:cubicBezTo>
                  <a:cubicBezTo>
                    <a:pt x="1073" y="388"/>
                    <a:pt x="1077" y="373"/>
                    <a:pt x="1077" y="356"/>
                  </a:cubicBezTo>
                  <a:lnTo>
                    <a:pt x="1077" y="302"/>
                  </a:lnTo>
                  <a:cubicBezTo>
                    <a:pt x="1081" y="285"/>
                    <a:pt x="1085" y="266"/>
                    <a:pt x="1085" y="249"/>
                  </a:cubicBezTo>
                  <a:cubicBezTo>
                    <a:pt x="1089" y="226"/>
                    <a:pt x="1085" y="207"/>
                    <a:pt x="1089" y="187"/>
                  </a:cubicBezTo>
                  <a:cubicBezTo>
                    <a:pt x="1093" y="167"/>
                    <a:pt x="1093" y="151"/>
                    <a:pt x="1096" y="131"/>
                  </a:cubicBezTo>
                  <a:cubicBezTo>
                    <a:pt x="1101" y="112"/>
                    <a:pt x="1105" y="96"/>
                    <a:pt x="1109" y="76"/>
                  </a:cubicBezTo>
                  <a:cubicBezTo>
                    <a:pt x="1109" y="56"/>
                    <a:pt x="1109" y="21"/>
                    <a:pt x="1089" y="5"/>
                  </a:cubicBezTo>
                  <a:cubicBezTo>
                    <a:pt x="1084" y="2"/>
                    <a:pt x="1079" y="1"/>
                    <a:pt x="1074" y="1"/>
                  </a:cubicBezTo>
                  <a:close/>
                </a:path>
              </a:pathLst>
            </a:custGeom>
            <a:solidFill>
              <a:schemeClr val="accent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33" name="Google Shape;1333;p37"/>
          <p:cNvSpPr txBox="1"/>
          <p:nvPr/>
        </p:nvSpPr>
        <p:spPr>
          <a:xfrm>
            <a:off x="10397625" y="82950"/>
            <a:ext cx="3484200" cy="3166200"/>
          </a:xfrm>
          <a:prstGeom prst="rect">
            <a:avLst/>
          </a:prstGeom>
          <a:solidFill>
            <a:srgbClr val="00C5FF">
              <a:alpha val="51270"/>
            </a:srgbClr>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Grandstander"/>
                <a:ea typeface="Grandstander"/>
                <a:cs typeface="Grandstander"/>
                <a:sym typeface="Grandstander"/>
              </a:rPr>
              <a:t>Instructions</a:t>
            </a:r>
            <a:endParaRPr>
              <a:latin typeface="Grandstander"/>
              <a:ea typeface="Grandstander"/>
              <a:cs typeface="Grandstander"/>
              <a:sym typeface="Grandstander"/>
            </a:endParaRPr>
          </a:p>
          <a:p>
            <a:pPr indent="0" lvl="0" marL="0" rtl="0" algn="l">
              <a:spcBef>
                <a:spcPts val="0"/>
              </a:spcBef>
              <a:spcAft>
                <a:spcPts val="0"/>
              </a:spcAft>
              <a:buNone/>
            </a:pPr>
            <a:r>
              <a:t/>
            </a:r>
            <a:endParaRPr>
              <a:latin typeface="Grandstander"/>
              <a:ea typeface="Grandstander"/>
              <a:cs typeface="Grandstander"/>
              <a:sym typeface="Grandstander"/>
            </a:endParaRPr>
          </a:p>
          <a:p>
            <a:pPr indent="-317500" lvl="0" marL="457200" rtl="0" algn="l">
              <a:spcBef>
                <a:spcPts val="0"/>
              </a:spcBef>
              <a:spcAft>
                <a:spcPts val="0"/>
              </a:spcAft>
              <a:buSzPts val="1400"/>
              <a:buFont typeface="Grandstander"/>
              <a:buChar char="●"/>
            </a:pPr>
            <a:r>
              <a:rPr lang="en">
                <a:latin typeface="Grandstander"/>
                <a:ea typeface="Grandstander"/>
                <a:cs typeface="Grandstander"/>
                <a:sym typeface="Grandstander"/>
              </a:rPr>
              <a:t>Describe who you were before the </a:t>
            </a:r>
            <a:r>
              <a:rPr lang="en">
                <a:latin typeface="Grandstander"/>
                <a:ea typeface="Grandstander"/>
                <a:cs typeface="Grandstander"/>
                <a:sym typeface="Grandstander"/>
              </a:rPr>
              <a:t>occurrence</a:t>
            </a:r>
            <a:r>
              <a:rPr lang="en">
                <a:latin typeface="Grandstander"/>
                <a:ea typeface="Grandstander"/>
                <a:cs typeface="Grandstander"/>
                <a:sym typeface="Grandstander"/>
              </a:rPr>
              <a:t> of the event or </a:t>
            </a:r>
            <a:r>
              <a:rPr lang="en">
                <a:latin typeface="Grandstander"/>
                <a:ea typeface="Grandstander"/>
                <a:cs typeface="Grandstander"/>
                <a:sym typeface="Grandstander"/>
              </a:rPr>
              <a:t>experience</a:t>
            </a:r>
            <a:r>
              <a:rPr lang="en">
                <a:latin typeface="Grandstander"/>
                <a:ea typeface="Grandstander"/>
                <a:cs typeface="Grandstander"/>
                <a:sym typeface="Grandstander"/>
              </a:rPr>
              <a:t> that deeply affected you</a:t>
            </a:r>
            <a:endParaRPr>
              <a:latin typeface="Grandstander"/>
              <a:ea typeface="Grandstander"/>
              <a:cs typeface="Grandstander"/>
              <a:sym typeface="Grandstander"/>
            </a:endParaRPr>
          </a:p>
          <a:p>
            <a:pPr indent="-317500" lvl="0" marL="457200" rtl="0" algn="l">
              <a:spcBef>
                <a:spcPts val="0"/>
              </a:spcBef>
              <a:spcAft>
                <a:spcPts val="0"/>
              </a:spcAft>
              <a:buSzPts val="1400"/>
              <a:buFont typeface="Grandstander"/>
              <a:buChar char="●"/>
            </a:pPr>
            <a:r>
              <a:rPr lang="en">
                <a:latin typeface="Grandstander"/>
                <a:ea typeface="Grandstander"/>
                <a:cs typeface="Grandstander"/>
                <a:sym typeface="Grandstander"/>
              </a:rPr>
              <a:t>Replace the central image with a picture representative of yourself</a:t>
            </a:r>
            <a:endParaRPr>
              <a:latin typeface="Grandstander"/>
              <a:ea typeface="Grandstander"/>
              <a:cs typeface="Grandstander"/>
              <a:sym typeface="Grandstander"/>
            </a:endParaRPr>
          </a:p>
          <a:p>
            <a:pPr indent="-317500" lvl="0" marL="457200" rtl="0" algn="l">
              <a:spcBef>
                <a:spcPts val="0"/>
              </a:spcBef>
              <a:spcAft>
                <a:spcPts val="0"/>
              </a:spcAft>
              <a:buSzPts val="1400"/>
              <a:buFont typeface="Grandstander"/>
              <a:buChar char="●"/>
            </a:pPr>
            <a:r>
              <a:rPr lang="en">
                <a:latin typeface="Grandstander"/>
                <a:ea typeface="Grandstander"/>
                <a:cs typeface="Grandstander"/>
                <a:sym typeface="Grandstander"/>
              </a:rPr>
              <a:t>Optionally, replace the other images as well</a:t>
            </a:r>
            <a:endParaRPr>
              <a:latin typeface="Grandstander"/>
              <a:ea typeface="Grandstander"/>
              <a:cs typeface="Grandstander"/>
              <a:sym typeface="Grandstander"/>
            </a:endParaRPr>
          </a:p>
        </p:txBody>
      </p:sp>
      <p:sp>
        <p:nvSpPr>
          <p:cNvPr id="1334" name="Google Shape;1334;p37"/>
          <p:cNvSpPr txBox="1"/>
          <p:nvPr>
            <p:ph idx="1" type="subTitle"/>
          </p:nvPr>
        </p:nvSpPr>
        <p:spPr>
          <a:xfrm>
            <a:off x="914450" y="3839725"/>
            <a:ext cx="3647700" cy="5532900"/>
          </a:xfrm>
          <a:prstGeom prst="rect">
            <a:avLst/>
          </a:prstGeom>
        </p:spPr>
        <p:txBody>
          <a:bodyPr anchorCtr="0" anchor="t" bIns="91425" lIns="91425" spcFirstLastPara="1" rIns="91425" wrap="square" tIns="91425">
            <a:noAutofit/>
          </a:bodyPr>
          <a:lstStyle/>
          <a:p>
            <a:pPr indent="-406400" lvl="0" marL="457200" rtl="0" algn="l">
              <a:spcBef>
                <a:spcPts val="0"/>
              </a:spcBef>
              <a:spcAft>
                <a:spcPts val="0"/>
              </a:spcAft>
              <a:buSzPts val="2800"/>
              <a:buChar char="●"/>
            </a:pPr>
            <a:r>
              <a:rPr lang="en"/>
              <a:t>Insert text</a:t>
            </a:r>
            <a:endParaRPr/>
          </a:p>
          <a:p>
            <a:pPr indent="-406400" lvl="0" marL="457200" rtl="0" algn="l">
              <a:spcBef>
                <a:spcPts val="0"/>
              </a:spcBef>
              <a:spcAft>
                <a:spcPts val="0"/>
              </a:spcAft>
              <a:buSzPts val="2800"/>
              <a:buChar char="●"/>
            </a:pPr>
            <a:r>
              <a:rPr lang="en"/>
              <a:t>Insert text</a:t>
            </a:r>
            <a:endParaRPr/>
          </a:p>
          <a:p>
            <a:pPr indent="-406400" lvl="0" marL="457200" rtl="0" algn="l">
              <a:spcBef>
                <a:spcPts val="0"/>
              </a:spcBef>
              <a:spcAft>
                <a:spcPts val="0"/>
              </a:spcAft>
              <a:buSzPts val="2800"/>
              <a:buChar char="●"/>
            </a:pPr>
            <a:r>
              <a:rPr lang="en"/>
              <a:t>Insert text</a:t>
            </a:r>
            <a:endParaRPr/>
          </a:p>
          <a:p>
            <a:pPr indent="-406400" lvl="0" marL="457200" rtl="0" algn="l">
              <a:spcBef>
                <a:spcPts val="0"/>
              </a:spcBef>
              <a:spcAft>
                <a:spcPts val="0"/>
              </a:spcAft>
              <a:buSzPts val="2800"/>
              <a:buChar char="●"/>
            </a:pPr>
            <a:r>
              <a:rPr lang="en"/>
              <a:t>Insert text</a:t>
            </a:r>
            <a:endParaRPr/>
          </a:p>
          <a:p>
            <a:pPr indent="-406400" lvl="0" marL="457200" rtl="0" algn="l">
              <a:spcBef>
                <a:spcPts val="0"/>
              </a:spcBef>
              <a:spcAft>
                <a:spcPts val="0"/>
              </a:spcAft>
              <a:buSzPts val="2800"/>
              <a:buChar char="●"/>
            </a:pPr>
            <a:r>
              <a:rPr lang="en"/>
              <a:t>Insert text</a:t>
            </a:r>
            <a:endParaRPr/>
          </a:p>
          <a:p>
            <a:pPr indent="-406400" lvl="0" marL="457200" rtl="0" algn="l">
              <a:spcBef>
                <a:spcPts val="0"/>
              </a:spcBef>
              <a:spcAft>
                <a:spcPts val="0"/>
              </a:spcAft>
              <a:buSzPts val="2800"/>
              <a:buChar char="●"/>
            </a:pPr>
            <a:r>
              <a:rPr lang="en"/>
              <a:t>Insert text</a:t>
            </a:r>
            <a:endParaRPr/>
          </a:p>
          <a:p>
            <a:pPr indent="-406400" lvl="0" marL="457200" rtl="0" algn="l">
              <a:spcBef>
                <a:spcPts val="0"/>
              </a:spcBef>
              <a:spcAft>
                <a:spcPts val="0"/>
              </a:spcAft>
              <a:buSzPts val="2800"/>
              <a:buChar char="●"/>
            </a:pPr>
            <a:r>
              <a:rPr lang="en"/>
              <a:t>Insert text</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8" name="Shape 1338"/>
        <p:cNvGrpSpPr/>
        <p:nvPr/>
      </p:nvGrpSpPr>
      <p:grpSpPr>
        <a:xfrm>
          <a:off x="0" y="0"/>
          <a:ext cx="0" cy="0"/>
          <a:chOff x="0" y="0"/>
          <a:chExt cx="0" cy="0"/>
        </a:xfrm>
      </p:grpSpPr>
      <p:grpSp>
        <p:nvGrpSpPr>
          <p:cNvPr id="1339" name="Google Shape;1339;p38"/>
          <p:cNvGrpSpPr/>
          <p:nvPr/>
        </p:nvGrpSpPr>
        <p:grpSpPr>
          <a:xfrm>
            <a:off x="3183032" y="3034297"/>
            <a:ext cx="2448664" cy="2125401"/>
            <a:chOff x="1322124" y="4079650"/>
            <a:chExt cx="3420400" cy="2968851"/>
          </a:xfrm>
        </p:grpSpPr>
        <p:sp>
          <p:nvSpPr>
            <p:cNvPr id="1340" name="Google Shape;1340;p38"/>
            <p:cNvSpPr/>
            <p:nvPr/>
          </p:nvSpPr>
          <p:spPr>
            <a:xfrm>
              <a:off x="1322124" y="4377475"/>
              <a:ext cx="3420400" cy="2671026"/>
            </a:xfrm>
            <a:custGeom>
              <a:rect b="b" l="l" r="r" t="t"/>
              <a:pathLst>
                <a:path extrusionOk="0" h="2556" w="3273">
                  <a:moveTo>
                    <a:pt x="228" y="0"/>
                  </a:moveTo>
                  <a:cubicBezTo>
                    <a:pt x="244" y="548"/>
                    <a:pt x="157" y="1345"/>
                    <a:pt x="0" y="2331"/>
                  </a:cubicBezTo>
                  <a:lnTo>
                    <a:pt x="3040" y="2555"/>
                  </a:lnTo>
                  <a:cubicBezTo>
                    <a:pt x="3186" y="1767"/>
                    <a:pt x="3273" y="998"/>
                    <a:pt x="3269" y="257"/>
                  </a:cubicBezTo>
                  <a:lnTo>
                    <a:pt x="3143" y="249"/>
                  </a:lnTo>
                  <a:lnTo>
                    <a:pt x="3143" y="249"/>
                  </a:lnTo>
                  <a:cubicBezTo>
                    <a:pt x="3154" y="320"/>
                    <a:pt x="3115" y="402"/>
                    <a:pt x="3020" y="402"/>
                  </a:cubicBezTo>
                  <a:cubicBezTo>
                    <a:pt x="2918" y="402"/>
                    <a:pt x="2878" y="304"/>
                    <a:pt x="2902" y="229"/>
                  </a:cubicBezTo>
                  <a:lnTo>
                    <a:pt x="2674" y="209"/>
                  </a:lnTo>
                  <a:lnTo>
                    <a:pt x="2674" y="209"/>
                  </a:lnTo>
                  <a:cubicBezTo>
                    <a:pt x="2677" y="213"/>
                    <a:pt x="2677" y="222"/>
                    <a:pt x="2677" y="229"/>
                  </a:cubicBezTo>
                  <a:lnTo>
                    <a:pt x="2677" y="237"/>
                  </a:lnTo>
                  <a:cubicBezTo>
                    <a:pt x="2677" y="261"/>
                    <a:pt x="2670" y="280"/>
                    <a:pt x="2657" y="300"/>
                  </a:cubicBezTo>
                  <a:cubicBezTo>
                    <a:pt x="2654" y="312"/>
                    <a:pt x="2646" y="320"/>
                    <a:pt x="2638" y="328"/>
                  </a:cubicBezTo>
                  <a:cubicBezTo>
                    <a:pt x="2622" y="344"/>
                    <a:pt x="2603" y="355"/>
                    <a:pt x="2583" y="364"/>
                  </a:cubicBezTo>
                  <a:lnTo>
                    <a:pt x="2547" y="367"/>
                  </a:lnTo>
                  <a:cubicBezTo>
                    <a:pt x="2528" y="367"/>
                    <a:pt x="2512" y="364"/>
                    <a:pt x="2496" y="355"/>
                  </a:cubicBezTo>
                  <a:cubicBezTo>
                    <a:pt x="2480" y="351"/>
                    <a:pt x="2468" y="340"/>
                    <a:pt x="2457" y="328"/>
                  </a:cubicBezTo>
                  <a:cubicBezTo>
                    <a:pt x="2441" y="316"/>
                    <a:pt x="2433" y="304"/>
                    <a:pt x="2428" y="288"/>
                  </a:cubicBezTo>
                  <a:cubicBezTo>
                    <a:pt x="2421" y="273"/>
                    <a:pt x="2417" y="253"/>
                    <a:pt x="2417" y="237"/>
                  </a:cubicBezTo>
                  <a:lnTo>
                    <a:pt x="2417" y="229"/>
                  </a:lnTo>
                  <a:cubicBezTo>
                    <a:pt x="2417" y="213"/>
                    <a:pt x="2421" y="202"/>
                    <a:pt x="2425" y="186"/>
                  </a:cubicBezTo>
                  <a:lnTo>
                    <a:pt x="2208" y="170"/>
                  </a:lnTo>
                  <a:lnTo>
                    <a:pt x="2208" y="170"/>
                  </a:lnTo>
                  <a:cubicBezTo>
                    <a:pt x="2228" y="245"/>
                    <a:pt x="2188" y="335"/>
                    <a:pt x="2090" y="335"/>
                  </a:cubicBezTo>
                  <a:cubicBezTo>
                    <a:pt x="1979" y="335"/>
                    <a:pt x="1940" y="225"/>
                    <a:pt x="1975" y="151"/>
                  </a:cubicBezTo>
                  <a:lnTo>
                    <a:pt x="1660" y="122"/>
                  </a:lnTo>
                  <a:lnTo>
                    <a:pt x="1660" y="122"/>
                  </a:lnTo>
                  <a:cubicBezTo>
                    <a:pt x="1684" y="198"/>
                    <a:pt x="1644" y="293"/>
                    <a:pt x="1542" y="293"/>
                  </a:cubicBezTo>
                  <a:cubicBezTo>
                    <a:pt x="1431" y="293"/>
                    <a:pt x="1396" y="182"/>
                    <a:pt x="1431" y="103"/>
                  </a:cubicBezTo>
                  <a:lnTo>
                    <a:pt x="1171" y="84"/>
                  </a:lnTo>
                  <a:lnTo>
                    <a:pt x="1171" y="84"/>
                  </a:lnTo>
                  <a:cubicBezTo>
                    <a:pt x="1183" y="155"/>
                    <a:pt x="1140" y="237"/>
                    <a:pt x="1049" y="237"/>
                  </a:cubicBezTo>
                  <a:cubicBezTo>
                    <a:pt x="946" y="237"/>
                    <a:pt x="907" y="138"/>
                    <a:pt x="930" y="60"/>
                  </a:cubicBezTo>
                  <a:lnTo>
                    <a:pt x="678" y="40"/>
                  </a:lnTo>
                  <a:cubicBezTo>
                    <a:pt x="678" y="107"/>
                    <a:pt x="635" y="170"/>
                    <a:pt x="552" y="170"/>
                  </a:cubicBezTo>
                  <a:cubicBezTo>
                    <a:pt x="461" y="170"/>
                    <a:pt x="417" y="91"/>
                    <a:pt x="430" y="20"/>
                  </a:cubicBezTo>
                  <a:lnTo>
                    <a:pt x="228" y="0"/>
                  </a:lnTo>
                  <a:close/>
                </a:path>
              </a:pathLst>
            </a:custGeom>
            <a:solidFill>
              <a:schemeClr val="accent5"/>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1" name="Google Shape;1341;p38"/>
            <p:cNvSpPr/>
            <p:nvPr/>
          </p:nvSpPr>
          <p:spPr>
            <a:xfrm>
              <a:off x="3019260" y="4421365"/>
              <a:ext cx="391888" cy="506826"/>
            </a:xfrm>
            <a:custGeom>
              <a:rect b="b" l="l" r="r" t="t"/>
              <a:pathLst>
                <a:path extrusionOk="0" h="485" w="375">
                  <a:moveTo>
                    <a:pt x="26" y="0"/>
                  </a:moveTo>
                  <a:cubicBezTo>
                    <a:pt x="21" y="0"/>
                    <a:pt x="16" y="2"/>
                    <a:pt x="12" y="6"/>
                  </a:cubicBezTo>
                  <a:cubicBezTo>
                    <a:pt x="0" y="9"/>
                    <a:pt x="0" y="25"/>
                    <a:pt x="9" y="33"/>
                  </a:cubicBezTo>
                  <a:lnTo>
                    <a:pt x="331" y="475"/>
                  </a:lnTo>
                  <a:cubicBezTo>
                    <a:pt x="336" y="482"/>
                    <a:pt x="341" y="485"/>
                    <a:pt x="347" y="485"/>
                  </a:cubicBezTo>
                  <a:cubicBezTo>
                    <a:pt x="352" y="485"/>
                    <a:pt x="358" y="483"/>
                    <a:pt x="363" y="479"/>
                  </a:cubicBezTo>
                  <a:cubicBezTo>
                    <a:pt x="371" y="475"/>
                    <a:pt x="375" y="459"/>
                    <a:pt x="367" y="451"/>
                  </a:cubicBezTo>
                  <a:lnTo>
                    <a:pt x="40" y="9"/>
                  </a:lnTo>
                  <a:cubicBezTo>
                    <a:pt x="38" y="3"/>
                    <a:pt x="32" y="0"/>
                    <a:pt x="2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2" name="Google Shape;1342;p38"/>
            <p:cNvSpPr/>
            <p:nvPr/>
          </p:nvSpPr>
          <p:spPr>
            <a:xfrm>
              <a:off x="2779947" y="4154890"/>
              <a:ext cx="755560" cy="640587"/>
            </a:xfrm>
            <a:custGeom>
              <a:rect b="b" l="l" r="r" t="t"/>
              <a:pathLst>
                <a:path extrusionOk="0" h="613" w="723">
                  <a:moveTo>
                    <a:pt x="311" y="0"/>
                  </a:moveTo>
                  <a:cubicBezTo>
                    <a:pt x="154" y="0"/>
                    <a:pt x="19" y="127"/>
                    <a:pt x="9" y="300"/>
                  </a:cubicBezTo>
                  <a:cubicBezTo>
                    <a:pt x="1" y="422"/>
                    <a:pt x="87" y="561"/>
                    <a:pt x="210" y="596"/>
                  </a:cubicBezTo>
                  <a:cubicBezTo>
                    <a:pt x="249" y="606"/>
                    <a:pt x="286" y="612"/>
                    <a:pt x="323" y="612"/>
                  </a:cubicBezTo>
                  <a:cubicBezTo>
                    <a:pt x="384" y="612"/>
                    <a:pt x="442" y="596"/>
                    <a:pt x="494" y="557"/>
                  </a:cubicBezTo>
                  <a:cubicBezTo>
                    <a:pt x="722" y="387"/>
                    <a:pt x="596" y="87"/>
                    <a:pt x="418" y="20"/>
                  </a:cubicBezTo>
                  <a:cubicBezTo>
                    <a:pt x="382" y="6"/>
                    <a:pt x="346" y="0"/>
                    <a:pt x="311" y="0"/>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3" name="Google Shape;1343;p38"/>
            <p:cNvSpPr/>
            <p:nvPr/>
          </p:nvSpPr>
          <p:spPr>
            <a:xfrm>
              <a:off x="2751731" y="4079650"/>
              <a:ext cx="638516" cy="558031"/>
            </a:xfrm>
            <a:custGeom>
              <a:rect b="b" l="l" r="r" t="t"/>
              <a:pathLst>
                <a:path extrusionOk="0" h="534" w="611">
                  <a:moveTo>
                    <a:pt x="247" y="0"/>
                  </a:moveTo>
                  <a:cubicBezTo>
                    <a:pt x="117" y="0"/>
                    <a:pt x="10" y="106"/>
                    <a:pt x="4" y="254"/>
                  </a:cubicBezTo>
                  <a:cubicBezTo>
                    <a:pt x="1" y="360"/>
                    <a:pt x="79" y="483"/>
                    <a:pt x="181" y="518"/>
                  </a:cubicBezTo>
                  <a:cubicBezTo>
                    <a:pt x="214" y="528"/>
                    <a:pt x="246" y="534"/>
                    <a:pt x="277" y="534"/>
                  </a:cubicBezTo>
                  <a:cubicBezTo>
                    <a:pt x="328" y="534"/>
                    <a:pt x="377" y="519"/>
                    <a:pt x="422" y="487"/>
                  </a:cubicBezTo>
                  <a:cubicBezTo>
                    <a:pt x="611" y="345"/>
                    <a:pt x="497" y="81"/>
                    <a:pt x="347" y="21"/>
                  </a:cubicBezTo>
                  <a:cubicBezTo>
                    <a:pt x="313" y="7"/>
                    <a:pt x="279" y="0"/>
                    <a:pt x="247" y="0"/>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4" name="Google Shape;1344;p38"/>
            <p:cNvSpPr/>
            <p:nvPr/>
          </p:nvSpPr>
          <p:spPr>
            <a:xfrm>
              <a:off x="1802840" y="5085985"/>
              <a:ext cx="2642894" cy="248711"/>
            </a:xfrm>
            <a:custGeom>
              <a:rect b="b" l="l" r="r" t="t"/>
              <a:pathLst>
                <a:path extrusionOk="0" h="238" w="2529">
                  <a:moveTo>
                    <a:pt x="13" y="1"/>
                  </a:moveTo>
                  <a:cubicBezTo>
                    <a:pt x="9" y="1"/>
                    <a:pt x="5" y="5"/>
                    <a:pt x="1" y="12"/>
                  </a:cubicBezTo>
                  <a:cubicBezTo>
                    <a:pt x="1" y="17"/>
                    <a:pt x="5" y="24"/>
                    <a:pt x="13" y="24"/>
                  </a:cubicBezTo>
                  <a:lnTo>
                    <a:pt x="186" y="41"/>
                  </a:lnTo>
                  <a:cubicBezTo>
                    <a:pt x="190" y="41"/>
                    <a:pt x="199" y="36"/>
                    <a:pt x="199" y="28"/>
                  </a:cubicBezTo>
                  <a:cubicBezTo>
                    <a:pt x="199" y="24"/>
                    <a:pt x="194" y="17"/>
                    <a:pt x="186" y="17"/>
                  </a:cubicBezTo>
                  <a:lnTo>
                    <a:pt x="13" y="1"/>
                  </a:lnTo>
                  <a:close/>
                  <a:moveTo>
                    <a:pt x="360" y="32"/>
                  </a:moveTo>
                  <a:cubicBezTo>
                    <a:pt x="356" y="32"/>
                    <a:pt x="352" y="36"/>
                    <a:pt x="348" y="41"/>
                  </a:cubicBezTo>
                  <a:cubicBezTo>
                    <a:pt x="348" y="48"/>
                    <a:pt x="352" y="52"/>
                    <a:pt x="360" y="52"/>
                  </a:cubicBezTo>
                  <a:lnTo>
                    <a:pt x="534" y="68"/>
                  </a:lnTo>
                  <a:cubicBezTo>
                    <a:pt x="541" y="68"/>
                    <a:pt x="545" y="64"/>
                    <a:pt x="545" y="59"/>
                  </a:cubicBezTo>
                  <a:cubicBezTo>
                    <a:pt x="545" y="52"/>
                    <a:pt x="541" y="48"/>
                    <a:pt x="534" y="48"/>
                  </a:cubicBezTo>
                  <a:lnTo>
                    <a:pt x="360" y="32"/>
                  </a:lnTo>
                  <a:close/>
                  <a:moveTo>
                    <a:pt x="707" y="59"/>
                  </a:moveTo>
                  <a:cubicBezTo>
                    <a:pt x="703" y="59"/>
                    <a:pt x="699" y="64"/>
                    <a:pt x="699" y="72"/>
                  </a:cubicBezTo>
                  <a:cubicBezTo>
                    <a:pt x="696" y="76"/>
                    <a:pt x="703" y="83"/>
                    <a:pt x="707" y="83"/>
                  </a:cubicBezTo>
                  <a:lnTo>
                    <a:pt x="880" y="99"/>
                  </a:lnTo>
                  <a:cubicBezTo>
                    <a:pt x="889" y="99"/>
                    <a:pt x="892" y="95"/>
                    <a:pt x="892" y="88"/>
                  </a:cubicBezTo>
                  <a:cubicBezTo>
                    <a:pt x="892" y="83"/>
                    <a:pt x="889" y="76"/>
                    <a:pt x="885" y="76"/>
                  </a:cubicBezTo>
                  <a:lnTo>
                    <a:pt x="707" y="59"/>
                  </a:lnTo>
                  <a:close/>
                  <a:moveTo>
                    <a:pt x="1058" y="92"/>
                  </a:moveTo>
                  <a:cubicBezTo>
                    <a:pt x="1050" y="92"/>
                    <a:pt x="1046" y="95"/>
                    <a:pt x="1046" y="99"/>
                  </a:cubicBezTo>
                  <a:cubicBezTo>
                    <a:pt x="1042" y="107"/>
                    <a:pt x="1050" y="112"/>
                    <a:pt x="1054" y="112"/>
                  </a:cubicBezTo>
                  <a:lnTo>
                    <a:pt x="1227" y="127"/>
                  </a:lnTo>
                  <a:cubicBezTo>
                    <a:pt x="1235" y="127"/>
                    <a:pt x="1240" y="123"/>
                    <a:pt x="1240" y="119"/>
                  </a:cubicBezTo>
                  <a:cubicBezTo>
                    <a:pt x="1240" y="112"/>
                    <a:pt x="1235" y="107"/>
                    <a:pt x="1231" y="107"/>
                  </a:cubicBezTo>
                  <a:lnTo>
                    <a:pt x="1058" y="92"/>
                  </a:lnTo>
                  <a:close/>
                  <a:moveTo>
                    <a:pt x="1405" y="119"/>
                  </a:moveTo>
                  <a:cubicBezTo>
                    <a:pt x="1397" y="119"/>
                    <a:pt x="1393" y="123"/>
                    <a:pt x="1393" y="130"/>
                  </a:cubicBezTo>
                  <a:cubicBezTo>
                    <a:pt x="1393" y="139"/>
                    <a:pt x="1397" y="143"/>
                    <a:pt x="1401" y="143"/>
                  </a:cubicBezTo>
                  <a:lnTo>
                    <a:pt x="1575" y="159"/>
                  </a:lnTo>
                  <a:cubicBezTo>
                    <a:pt x="1582" y="159"/>
                    <a:pt x="1586" y="154"/>
                    <a:pt x="1586" y="147"/>
                  </a:cubicBezTo>
                  <a:cubicBezTo>
                    <a:pt x="1586" y="143"/>
                    <a:pt x="1582" y="135"/>
                    <a:pt x="1579" y="135"/>
                  </a:cubicBezTo>
                  <a:lnTo>
                    <a:pt x="1405" y="119"/>
                  </a:lnTo>
                  <a:close/>
                  <a:moveTo>
                    <a:pt x="1752" y="150"/>
                  </a:moveTo>
                  <a:cubicBezTo>
                    <a:pt x="1744" y="150"/>
                    <a:pt x="1740" y="154"/>
                    <a:pt x="1740" y="163"/>
                  </a:cubicBezTo>
                  <a:cubicBezTo>
                    <a:pt x="1740" y="166"/>
                    <a:pt x="1744" y="170"/>
                    <a:pt x="1748" y="170"/>
                  </a:cubicBezTo>
                  <a:lnTo>
                    <a:pt x="1921" y="186"/>
                  </a:lnTo>
                  <a:cubicBezTo>
                    <a:pt x="1930" y="186"/>
                    <a:pt x="1933" y="182"/>
                    <a:pt x="1933" y="178"/>
                  </a:cubicBezTo>
                  <a:cubicBezTo>
                    <a:pt x="1933" y="170"/>
                    <a:pt x="1930" y="166"/>
                    <a:pt x="1926" y="166"/>
                  </a:cubicBezTo>
                  <a:lnTo>
                    <a:pt x="1752" y="150"/>
                  </a:lnTo>
                  <a:close/>
                  <a:moveTo>
                    <a:pt x="2095" y="181"/>
                  </a:moveTo>
                  <a:cubicBezTo>
                    <a:pt x="2090" y="181"/>
                    <a:pt x="2087" y="187"/>
                    <a:pt x="2087" y="190"/>
                  </a:cubicBezTo>
                  <a:cubicBezTo>
                    <a:pt x="2087" y="198"/>
                    <a:pt x="2091" y="201"/>
                    <a:pt x="2095" y="201"/>
                  </a:cubicBezTo>
                  <a:lnTo>
                    <a:pt x="2268" y="218"/>
                  </a:lnTo>
                  <a:cubicBezTo>
                    <a:pt x="2276" y="218"/>
                    <a:pt x="2281" y="214"/>
                    <a:pt x="2281" y="206"/>
                  </a:cubicBezTo>
                  <a:cubicBezTo>
                    <a:pt x="2281" y="201"/>
                    <a:pt x="2276" y="194"/>
                    <a:pt x="2272" y="194"/>
                  </a:cubicBezTo>
                  <a:lnTo>
                    <a:pt x="2099" y="182"/>
                  </a:lnTo>
                  <a:cubicBezTo>
                    <a:pt x="2097" y="182"/>
                    <a:pt x="2096" y="181"/>
                    <a:pt x="2095" y="181"/>
                  </a:cubicBezTo>
                  <a:close/>
                  <a:moveTo>
                    <a:pt x="2446" y="210"/>
                  </a:moveTo>
                  <a:cubicBezTo>
                    <a:pt x="2438" y="210"/>
                    <a:pt x="2434" y="214"/>
                    <a:pt x="2434" y="221"/>
                  </a:cubicBezTo>
                  <a:cubicBezTo>
                    <a:pt x="2434" y="225"/>
                    <a:pt x="2438" y="230"/>
                    <a:pt x="2442" y="234"/>
                  </a:cubicBezTo>
                  <a:lnTo>
                    <a:pt x="2517" y="237"/>
                  </a:lnTo>
                  <a:cubicBezTo>
                    <a:pt x="2521" y="237"/>
                    <a:pt x="2525" y="234"/>
                    <a:pt x="2529" y="230"/>
                  </a:cubicBezTo>
                  <a:cubicBezTo>
                    <a:pt x="2529" y="221"/>
                    <a:pt x="2525" y="218"/>
                    <a:pt x="2517" y="218"/>
                  </a:cubicBezTo>
                  <a:lnTo>
                    <a:pt x="2446" y="210"/>
                  </a:lnTo>
                  <a:close/>
                </a:path>
              </a:pathLst>
            </a:cu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5" name="Google Shape;1345;p38"/>
            <p:cNvSpPr/>
            <p:nvPr/>
          </p:nvSpPr>
          <p:spPr>
            <a:xfrm>
              <a:off x="1778804" y="5539515"/>
              <a:ext cx="2646029" cy="177650"/>
            </a:xfrm>
            <a:custGeom>
              <a:rect b="b" l="l" r="r" t="t"/>
              <a:pathLst>
                <a:path extrusionOk="0" h="170" w="2532">
                  <a:moveTo>
                    <a:pt x="13" y="0"/>
                  </a:moveTo>
                  <a:cubicBezTo>
                    <a:pt x="4" y="0"/>
                    <a:pt x="0" y="9"/>
                    <a:pt x="0" y="13"/>
                  </a:cubicBezTo>
                  <a:cubicBezTo>
                    <a:pt x="0" y="20"/>
                    <a:pt x="4" y="24"/>
                    <a:pt x="13" y="24"/>
                  </a:cubicBezTo>
                  <a:lnTo>
                    <a:pt x="186" y="36"/>
                  </a:lnTo>
                  <a:cubicBezTo>
                    <a:pt x="190" y="36"/>
                    <a:pt x="193" y="28"/>
                    <a:pt x="198" y="24"/>
                  </a:cubicBezTo>
                  <a:cubicBezTo>
                    <a:pt x="198" y="16"/>
                    <a:pt x="190" y="13"/>
                    <a:pt x="186" y="13"/>
                  </a:cubicBezTo>
                  <a:lnTo>
                    <a:pt x="13" y="0"/>
                  </a:lnTo>
                  <a:close/>
                  <a:moveTo>
                    <a:pt x="357" y="23"/>
                  </a:moveTo>
                  <a:cubicBezTo>
                    <a:pt x="353" y="23"/>
                    <a:pt x="348" y="29"/>
                    <a:pt x="348" y="32"/>
                  </a:cubicBezTo>
                  <a:cubicBezTo>
                    <a:pt x="348" y="40"/>
                    <a:pt x="351" y="44"/>
                    <a:pt x="359" y="44"/>
                  </a:cubicBezTo>
                  <a:lnTo>
                    <a:pt x="533" y="56"/>
                  </a:lnTo>
                  <a:cubicBezTo>
                    <a:pt x="537" y="56"/>
                    <a:pt x="544" y="51"/>
                    <a:pt x="544" y="44"/>
                  </a:cubicBezTo>
                  <a:cubicBezTo>
                    <a:pt x="544" y="40"/>
                    <a:pt x="541" y="32"/>
                    <a:pt x="533" y="32"/>
                  </a:cubicBezTo>
                  <a:lnTo>
                    <a:pt x="359" y="24"/>
                  </a:lnTo>
                  <a:cubicBezTo>
                    <a:pt x="358" y="23"/>
                    <a:pt x="357" y="23"/>
                    <a:pt x="357" y="23"/>
                  </a:cubicBezTo>
                  <a:close/>
                  <a:moveTo>
                    <a:pt x="706" y="44"/>
                  </a:moveTo>
                  <a:cubicBezTo>
                    <a:pt x="703" y="44"/>
                    <a:pt x="695" y="48"/>
                    <a:pt x="695" y="51"/>
                  </a:cubicBezTo>
                  <a:cubicBezTo>
                    <a:pt x="695" y="60"/>
                    <a:pt x="699" y="64"/>
                    <a:pt x="706" y="64"/>
                  </a:cubicBezTo>
                  <a:lnTo>
                    <a:pt x="879" y="75"/>
                  </a:lnTo>
                  <a:cubicBezTo>
                    <a:pt x="888" y="75"/>
                    <a:pt x="892" y="71"/>
                    <a:pt x="892" y="64"/>
                  </a:cubicBezTo>
                  <a:cubicBezTo>
                    <a:pt x="892" y="60"/>
                    <a:pt x="888" y="51"/>
                    <a:pt x="879" y="51"/>
                  </a:cubicBezTo>
                  <a:lnTo>
                    <a:pt x="706" y="44"/>
                  </a:lnTo>
                  <a:close/>
                  <a:moveTo>
                    <a:pt x="1057" y="64"/>
                  </a:moveTo>
                  <a:cubicBezTo>
                    <a:pt x="1050" y="64"/>
                    <a:pt x="1045" y="67"/>
                    <a:pt x="1045" y="71"/>
                  </a:cubicBezTo>
                  <a:cubicBezTo>
                    <a:pt x="1045" y="80"/>
                    <a:pt x="1050" y="84"/>
                    <a:pt x="1054" y="84"/>
                  </a:cubicBezTo>
                  <a:lnTo>
                    <a:pt x="1227" y="95"/>
                  </a:lnTo>
                  <a:cubicBezTo>
                    <a:pt x="1234" y="95"/>
                    <a:pt x="1239" y="91"/>
                    <a:pt x="1239" y="84"/>
                  </a:cubicBezTo>
                  <a:cubicBezTo>
                    <a:pt x="1239" y="80"/>
                    <a:pt x="1234" y="71"/>
                    <a:pt x="1231" y="71"/>
                  </a:cubicBezTo>
                  <a:lnTo>
                    <a:pt x="1057" y="64"/>
                  </a:lnTo>
                  <a:close/>
                  <a:moveTo>
                    <a:pt x="1405" y="84"/>
                  </a:moveTo>
                  <a:cubicBezTo>
                    <a:pt x="1396" y="84"/>
                    <a:pt x="1392" y="87"/>
                    <a:pt x="1392" y="95"/>
                  </a:cubicBezTo>
                  <a:cubicBezTo>
                    <a:pt x="1392" y="99"/>
                    <a:pt x="1396" y="103"/>
                    <a:pt x="1400" y="103"/>
                  </a:cubicBezTo>
                  <a:lnTo>
                    <a:pt x="1578" y="115"/>
                  </a:lnTo>
                  <a:cubicBezTo>
                    <a:pt x="1582" y="115"/>
                    <a:pt x="1585" y="111"/>
                    <a:pt x="1589" y="103"/>
                  </a:cubicBezTo>
                  <a:cubicBezTo>
                    <a:pt x="1589" y="99"/>
                    <a:pt x="1582" y="95"/>
                    <a:pt x="1578" y="91"/>
                  </a:cubicBezTo>
                  <a:lnTo>
                    <a:pt x="1405" y="84"/>
                  </a:lnTo>
                  <a:close/>
                  <a:moveTo>
                    <a:pt x="1751" y="103"/>
                  </a:moveTo>
                  <a:cubicBezTo>
                    <a:pt x="1747" y="103"/>
                    <a:pt x="1740" y="107"/>
                    <a:pt x="1740" y="115"/>
                  </a:cubicBezTo>
                  <a:cubicBezTo>
                    <a:pt x="1740" y="119"/>
                    <a:pt x="1743" y="122"/>
                    <a:pt x="1751" y="127"/>
                  </a:cubicBezTo>
                  <a:lnTo>
                    <a:pt x="1925" y="135"/>
                  </a:lnTo>
                  <a:cubicBezTo>
                    <a:pt x="1929" y="135"/>
                    <a:pt x="1937" y="131"/>
                    <a:pt x="1937" y="122"/>
                  </a:cubicBezTo>
                  <a:cubicBezTo>
                    <a:pt x="1937" y="119"/>
                    <a:pt x="1933" y="115"/>
                    <a:pt x="1925" y="115"/>
                  </a:cubicBezTo>
                  <a:lnTo>
                    <a:pt x="1751" y="103"/>
                  </a:lnTo>
                  <a:close/>
                  <a:moveTo>
                    <a:pt x="2098" y="122"/>
                  </a:moveTo>
                  <a:cubicBezTo>
                    <a:pt x="2095" y="122"/>
                    <a:pt x="2086" y="127"/>
                    <a:pt x="2086" y="135"/>
                  </a:cubicBezTo>
                  <a:cubicBezTo>
                    <a:pt x="2086" y="138"/>
                    <a:pt x="2091" y="146"/>
                    <a:pt x="2098" y="146"/>
                  </a:cubicBezTo>
                  <a:lnTo>
                    <a:pt x="2272" y="154"/>
                  </a:lnTo>
                  <a:cubicBezTo>
                    <a:pt x="2280" y="154"/>
                    <a:pt x="2284" y="151"/>
                    <a:pt x="2284" y="146"/>
                  </a:cubicBezTo>
                  <a:cubicBezTo>
                    <a:pt x="2284" y="138"/>
                    <a:pt x="2280" y="135"/>
                    <a:pt x="2272" y="135"/>
                  </a:cubicBezTo>
                  <a:lnTo>
                    <a:pt x="2098" y="122"/>
                  </a:lnTo>
                  <a:close/>
                  <a:moveTo>
                    <a:pt x="2449" y="142"/>
                  </a:moveTo>
                  <a:cubicBezTo>
                    <a:pt x="2441" y="142"/>
                    <a:pt x="2437" y="146"/>
                    <a:pt x="2437" y="154"/>
                  </a:cubicBezTo>
                  <a:cubicBezTo>
                    <a:pt x="2437" y="158"/>
                    <a:pt x="2441" y="166"/>
                    <a:pt x="2446" y="166"/>
                  </a:cubicBezTo>
                  <a:lnTo>
                    <a:pt x="2520" y="170"/>
                  </a:lnTo>
                  <a:cubicBezTo>
                    <a:pt x="2524" y="170"/>
                    <a:pt x="2528" y="166"/>
                    <a:pt x="2528" y="158"/>
                  </a:cubicBezTo>
                  <a:cubicBezTo>
                    <a:pt x="2532" y="154"/>
                    <a:pt x="2524" y="146"/>
                    <a:pt x="2520" y="146"/>
                  </a:cubicBezTo>
                  <a:lnTo>
                    <a:pt x="2449" y="142"/>
                  </a:lnTo>
                  <a:close/>
                </a:path>
              </a:pathLst>
            </a:cu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6" name="Google Shape;1346;p38"/>
            <p:cNvSpPr/>
            <p:nvPr/>
          </p:nvSpPr>
          <p:spPr>
            <a:xfrm>
              <a:off x="1704607" y="5959605"/>
              <a:ext cx="2642894" cy="203775"/>
            </a:xfrm>
            <a:custGeom>
              <a:rect b="b" l="l" r="r" t="t"/>
              <a:pathLst>
                <a:path extrusionOk="0" h="195" w="2529">
                  <a:moveTo>
                    <a:pt x="13" y="0"/>
                  </a:moveTo>
                  <a:cubicBezTo>
                    <a:pt x="4" y="0"/>
                    <a:pt x="0" y="4"/>
                    <a:pt x="0" y="9"/>
                  </a:cubicBezTo>
                  <a:cubicBezTo>
                    <a:pt x="0" y="17"/>
                    <a:pt x="4" y="20"/>
                    <a:pt x="9" y="20"/>
                  </a:cubicBezTo>
                  <a:lnTo>
                    <a:pt x="182" y="33"/>
                  </a:lnTo>
                  <a:cubicBezTo>
                    <a:pt x="183" y="33"/>
                    <a:pt x="185" y="34"/>
                    <a:pt x="186" y="34"/>
                  </a:cubicBezTo>
                  <a:cubicBezTo>
                    <a:pt x="191" y="34"/>
                    <a:pt x="193" y="27"/>
                    <a:pt x="193" y="24"/>
                  </a:cubicBezTo>
                  <a:cubicBezTo>
                    <a:pt x="198" y="17"/>
                    <a:pt x="190" y="13"/>
                    <a:pt x="186" y="13"/>
                  </a:cubicBezTo>
                  <a:lnTo>
                    <a:pt x="13" y="0"/>
                  </a:lnTo>
                  <a:close/>
                  <a:moveTo>
                    <a:pt x="359" y="24"/>
                  </a:moveTo>
                  <a:cubicBezTo>
                    <a:pt x="351" y="24"/>
                    <a:pt x="348" y="28"/>
                    <a:pt x="348" y="36"/>
                  </a:cubicBezTo>
                  <a:cubicBezTo>
                    <a:pt x="348" y="40"/>
                    <a:pt x="351" y="44"/>
                    <a:pt x="359" y="44"/>
                  </a:cubicBezTo>
                  <a:lnTo>
                    <a:pt x="533" y="60"/>
                  </a:lnTo>
                  <a:cubicBezTo>
                    <a:pt x="537" y="60"/>
                    <a:pt x="541" y="52"/>
                    <a:pt x="544" y="48"/>
                  </a:cubicBezTo>
                  <a:cubicBezTo>
                    <a:pt x="544" y="40"/>
                    <a:pt x="541" y="36"/>
                    <a:pt x="533" y="36"/>
                  </a:cubicBezTo>
                  <a:lnTo>
                    <a:pt x="359" y="24"/>
                  </a:lnTo>
                  <a:close/>
                  <a:moveTo>
                    <a:pt x="706" y="48"/>
                  </a:moveTo>
                  <a:cubicBezTo>
                    <a:pt x="703" y="48"/>
                    <a:pt x="695" y="52"/>
                    <a:pt x="695" y="60"/>
                  </a:cubicBezTo>
                  <a:cubicBezTo>
                    <a:pt x="695" y="64"/>
                    <a:pt x="699" y="68"/>
                    <a:pt x="706" y="71"/>
                  </a:cubicBezTo>
                  <a:lnTo>
                    <a:pt x="879" y="84"/>
                  </a:lnTo>
                  <a:cubicBezTo>
                    <a:pt x="884" y="84"/>
                    <a:pt x="892" y="80"/>
                    <a:pt x="892" y="71"/>
                  </a:cubicBezTo>
                  <a:cubicBezTo>
                    <a:pt x="892" y="68"/>
                    <a:pt x="888" y="60"/>
                    <a:pt x="879" y="60"/>
                  </a:cubicBezTo>
                  <a:lnTo>
                    <a:pt x="706" y="48"/>
                  </a:lnTo>
                  <a:close/>
                  <a:moveTo>
                    <a:pt x="1054" y="71"/>
                  </a:moveTo>
                  <a:cubicBezTo>
                    <a:pt x="1050" y="71"/>
                    <a:pt x="1041" y="75"/>
                    <a:pt x="1041" y="84"/>
                  </a:cubicBezTo>
                  <a:cubicBezTo>
                    <a:pt x="1041" y="87"/>
                    <a:pt x="1045" y="95"/>
                    <a:pt x="1054" y="95"/>
                  </a:cubicBezTo>
                  <a:lnTo>
                    <a:pt x="1227" y="107"/>
                  </a:lnTo>
                  <a:cubicBezTo>
                    <a:pt x="1234" y="107"/>
                    <a:pt x="1239" y="104"/>
                    <a:pt x="1239" y="95"/>
                  </a:cubicBezTo>
                  <a:cubicBezTo>
                    <a:pt x="1239" y="91"/>
                    <a:pt x="1234" y="84"/>
                    <a:pt x="1227" y="84"/>
                  </a:cubicBezTo>
                  <a:lnTo>
                    <a:pt x="1054" y="71"/>
                  </a:lnTo>
                  <a:close/>
                  <a:moveTo>
                    <a:pt x="1400" y="95"/>
                  </a:moveTo>
                  <a:cubicBezTo>
                    <a:pt x="1396" y="95"/>
                    <a:pt x="1392" y="99"/>
                    <a:pt x="1392" y="107"/>
                  </a:cubicBezTo>
                  <a:cubicBezTo>
                    <a:pt x="1389" y="111"/>
                    <a:pt x="1396" y="119"/>
                    <a:pt x="1400" y="119"/>
                  </a:cubicBezTo>
                  <a:lnTo>
                    <a:pt x="1574" y="131"/>
                  </a:lnTo>
                  <a:cubicBezTo>
                    <a:pt x="1582" y="131"/>
                    <a:pt x="1585" y="127"/>
                    <a:pt x="1585" y="119"/>
                  </a:cubicBezTo>
                  <a:cubicBezTo>
                    <a:pt x="1585" y="115"/>
                    <a:pt x="1582" y="107"/>
                    <a:pt x="1578" y="107"/>
                  </a:cubicBezTo>
                  <a:lnTo>
                    <a:pt x="1400" y="95"/>
                  </a:lnTo>
                  <a:close/>
                  <a:moveTo>
                    <a:pt x="1751" y="119"/>
                  </a:moveTo>
                  <a:cubicBezTo>
                    <a:pt x="1744" y="119"/>
                    <a:pt x="1740" y="123"/>
                    <a:pt x="1740" y="131"/>
                  </a:cubicBezTo>
                  <a:cubicBezTo>
                    <a:pt x="1740" y="139"/>
                    <a:pt x="1744" y="142"/>
                    <a:pt x="1747" y="142"/>
                  </a:cubicBezTo>
                  <a:lnTo>
                    <a:pt x="1920" y="155"/>
                  </a:lnTo>
                  <a:cubicBezTo>
                    <a:pt x="1929" y="155"/>
                    <a:pt x="1933" y="151"/>
                    <a:pt x="1933" y="142"/>
                  </a:cubicBezTo>
                  <a:cubicBezTo>
                    <a:pt x="1933" y="139"/>
                    <a:pt x="1929" y="135"/>
                    <a:pt x="1925" y="135"/>
                  </a:cubicBezTo>
                  <a:lnTo>
                    <a:pt x="1751" y="119"/>
                  </a:lnTo>
                  <a:close/>
                  <a:moveTo>
                    <a:pt x="2095" y="145"/>
                  </a:moveTo>
                  <a:cubicBezTo>
                    <a:pt x="2089" y="145"/>
                    <a:pt x="2086" y="152"/>
                    <a:pt x="2086" y="155"/>
                  </a:cubicBezTo>
                  <a:cubicBezTo>
                    <a:pt x="2086" y="162"/>
                    <a:pt x="2091" y="166"/>
                    <a:pt x="2095" y="166"/>
                  </a:cubicBezTo>
                  <a:lnTo>
                    <a:pt x="2272" y="178"/>
                  </a:lnTo>
                  <a:cubicBezTo>
                    <a:pt x="2275" y="178"/>
                    <a:pt x="2280" y="175"/>
                    <a:pt x="2280" y="170"/>
                  </a:cubicBezTo>
                  <a:cubicBezTo>
                    <a:pt x="2284" y="162"/>
                    <a:pt x="2275" y="158"/>
                    <a:pt x="2272" y="158"/>
                  </a:cubicBezTo>
                  <a:lnTo>
                    <a:pt x="2098" y="146"/>
                  </a:lnTo>
                  <a:cubicBezTo>
                    <a:pt x="2097" y="145"/>
                    <a:pt x="2096" y="145"/>
                    <a:pt x="2095" y="145"/>
                  </a:cubicBezTo>
                  <a:close/>
                  <a:moveTo>
                    <a:pt x="2446" y="170"/>
                  </a:moveTo>
                  <a:cubicBezTo>
                    <a:pt x="2437" y="170"/>
                    <a:pt x="2433" y="175"/>
                    <a:pt x="2433" y="178"/>
                  </a:cubicBezTo>
                  <a:cubicBezTo>
                    <a:pt x="2433" y="186"/>
                    <a:pt x="2437" y="190"/>
                    <a:pt x="2446" y="190"/>
                  </a:cubicBezTo>
                  <a:lnTo>
                    <a:pt x="2517" y="193"/>
                  </a:lnTo>
                  <a:cubicBezTo>
                    <a:pt x="2517" y="194"/>
                    <a:pt x="2518" y="195"/>
                    <a:pt x="2519" y="195"/>
                  </a:cubicBezTo>
                  <a:cubicBezTo>
                    <a:pt x="2523" y="195"/>
                    <a:pt x="2528" y="189"/>
                    <a:pt x="2528" y="186"/>
                  </a:cubicBezTo>
                  <a:cubicBezTo>
                    <a:pt x="2528" y="178"/>
                    <a:pt x="2524" y="175"/>
                    <a:pt x="2517" y="175"/>
                  </a:cubicBezTo>
                  <a:lnTo>
                    <a:pt x="2446" y="170"/>
                  </a:lnTo>
                  <a:close/>
                </a:path>
              </a:pathLst>
            </a:cu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7" name="Google Shape;1347;p38"/>
            <p:cNvSpPr/>
            <p:nvPr/>
          </p:nvSpPr>
          <p:spPr>
            <a:xfrm>
              <a:off x="1626229" y="6458070"/>
              <a:ext cx="2642894" cy="207955"/>
            </a:xfrm>
            <a:custGeom>
              <a:rect b="b" l="l" r="r" t="t"/>
              <a:pathLst>
                <a:path extrusionOk="0" h="199" w="2529">
                  <a:moveTo>
                    <a:pt x="13" y="0"/>
                  </a:moveTo>
                  <a:cubicBezTo>
                    <a:pt x="4" y="0"/>
                    <a:pt x="1" y="5"/>
                    <a:pt x="1" y="13"/>
                  </a:cubicBezTo>
                  <a:cubicBezTo>
                    <a:pt x="1" y="16"/>
                    <a:pt x="4" y="24"/>
                    <a:pt x="8" y="24"/>
                  </a:cubicBezTo>
                  <a:lnTo>
                    <a:pt x="182" y="36"/>
                  </a:lnTo>
                  <a:cubicBezTo>
                    <a:pt x="190" y="36"/>
                    <a:pt x="194" y="33"/>
                    <a:pt x="194" y="24"/>
                  </a:cubicBezTo>
                  <a:cubicBezTo>
                    <a:pt x="194" y="20"/>
                    <a:pt x="190" y="13"/>
                    <a:pt x="186" y="13"/>
                  </a:cubicBezTo>
                  <a:lnTo>
                    <a:pt x="13" y="0"/>
                  </a:lnTo>
                  <a:close/>
                  <a:moveTo>
                    <a:pt x="359" y="24"/>
                  </a:moveTo>
                  <a:cubicBezTo>
                    <a:pt x="352" y="24"/>
                    <a:pt x="348" y="29"/>
                    <a:pt x="348" y="36"/>
                  </a:cubicBezTo>
                  <a:cubicBezTo>
                    <a:pt x="348" y="44"/>
                    <a:pt x="352" y="48"/>
                    <a:pt x="359" y="48"/>
                  </a:cubicBezTo>
                  <a:lnTo>
                    <a:pt x="533" y="60"/>
                  </a:lnTo>
                  <a:cubicBezTo>
                    <a:pt x="537" y="60"/>
                    <a:pt x="541" y="56"/>
                    <a:pt x="545" y="48"/>
                  </a:cubicBezTo>
                  <a:cubicBezTo>
                    <a:pt x="545" y="44"/>
                    <a:pt x="541" y="40"/>
                    <a:pt x="533" y="36"/>
                  </a:cubicBezTo>
                  <a:lnTo>
                    <a:pt x="359" y="24"/>
                  </a:lnTo>
                  <a:close/>
                  <a:moveTo>
                    <a:pt x="704" y="51"/>
                  </a:moveTo>
                  <a:cubicBezTo>
                    <a:pt x="700" y="51"/>
                    <a:pt x="694" y="57"/>
                    <a:pt x="694" y="60"/>
                  </a:cubicBezTo>
                  <a:cubicBezTo>
                    <a:pt x="694" y="68"/>
                    <a:pt x="699" y="71"/>
                    <a:pt x="707" y="71"/>
                  </a:cubicBezTo>
                  <a:lnTo>
                    <a:pt x="880" y="84"/>
                  </a:lnTo>
                  <a:cubicBezTo>
                    <a:pt x="884" y="84"/>
                    <a:pt x="892" y="80"/>
                    <a:pt x="892" y="76"/>
                  </a:cubicBezTo>
                  <a:cubicBezTo>
                    <a:pt x="892" y="68"/>
                    <a:pt x="888" y="64"/>
                    <a:pt x="880" y="64"/>
                  </a:cubicBezTo>
                  <a:lnTo>
                    <a:pt x="707" y="52"/>
                  </a:lnTo>
                  <a:cubicBezTo>
                    <a:pt x="706" y="51"/>
                    <a:pt x="705" y="51"/>
                    <a:pt x="704" y="51"/>
                  </a:cubicBezTo>
                  <a:close/>
                  <a:moveTo>
                    <a:pt x="1054" y="76"/>
                  </a:moveTo>
                  <a:cubicBezTo>
                    <a:pt x="1049" y="76"/>
                    <a:pt x="1042" y="80"/>
                    <a:pt x="1042" y="84"/>
                  </a:cubicBezTo>
                  <a:cubicBezTo>
                    <a:pt x="1042" y="91"/>
                    <a:pt x="1045" y="95"/>
                    <a:pt x="1054" y="95"/>
                  </a:cubicBezTo>
                  <a:lnTo>
                    <a:pt x="1227" y="107"/>
                  </a:lnTo>
                  <a:cubicBezTo>
                    <a:pt x="1231" y="107"/>
                    <a:pt x="1238" y="104"/>
                    <a:pt x="1238" y="100"/>
                  </a:cubicBezTo>
                  <a:cubicBezTo>
                    <a:pt x="1238" y="91"/>
                    <a:pt x="1235" y="87"/>
                    <a:pt x="1227" y="87"/>
                  </a:cubicBezTo>
                  <a:lnTo>
                    <a:pt x="1054" y="76"/>
                  </a:lnTo>
                  <a:close/>
                  <a:moveTo>
                    <a:pt x="1400" y="100"/>
                  </a:moveTo>
                  <a:cubicBezTo>
                    <a:pt x="1396" y="100"/>
                    <a:pt x="1393" y="104"/>
                    <a:pt x="1389" y="107"/>
                  </a:cubicBezTo>
                  <a:cubicBezTo>
                    <a:pt x="1389" y="115"/>
                    <a:pt x="1396" y="119"/>
                    <a:pt x="1400" y="119"/>
                  </a:cubicBezTo>
                  <a:lnTo>
                    <a:pt x="1574" y="131"/>
                  </a:lnTo>
                  <a:cubicBezTo>
                    <a:pt x="1582" y="131"/>
                    <a:pt x="1586" y="127"/>
                    <a:pt x="1586" y="123"/>
                  </a:cubicBezTo>
                  <a:cubicBezTo>
                    <a:pt x="1586" y="115"/>
                    <a:pt x="1582" y="111"/>
                    <a:pt x="1578" y="111"/>
                  </a:cubicBezTo>
                  <a:lnTo>
                    <a:pt x="1400" y="100"/>
                  </a:lnTo>
                  <a:close/>
                  <a:moveTo>
                    <a:pt x="1751" y="123"/>
                  </a:moveTo>
                  <a:cubicBezTo>
                    <a:pt x="1744" y="123"/>
                    <a:pt x="1740" y="127"/>
                    <a:pt x="1740" y="131"/>
                  </a:cubicBezTo>
                  <a:cubicBezTo>
                    <a:pt x="1740" y="139"/>
                    <a:pt x="1744" y="142"/>
                    <a:pt x="1748" y="142"/>
                  </a:cubicBezTo>
                  <a:lnTo>
                    <a:pt x="1921" y="158"/>
                  </a:lnTo>
                  <a:cubicBezTo>
                    <a:pt x="1929" y="158"/>
                    <a:pt x="1933" y="151"/>
                    <a:pt x="1933" y="147"/>
                  </a:cubicBezTo>
                  <a:cubicBezTo>
                    <a:pt x="1933" y="139"/>
                    <a:pt x="1929" y="135"/>
                    <a:pt x="1924" y="135"/>
                  </a:cubicBezTo>
                  <a:lnTo>
                    <a:pt x="1751" y="123"/>
                  </a:lnTo>
                  <a:close/>
                  <a:moveTo>
                    <a:pt x="2099" y="147"/>
                  </a:moveTo>
                  <a:cubicBezTo>
                    <a:pt x="2090" y="147"/>
                    <a:pt x="2086" y="151"/>
                    <a:pt x="2086" y="158"/>
                  </a:cubicBezTo>
                  <a:cubicBezTo>
                    <a:pt x="2086" y="162"/>
                    <a:pt x="2090" y="166"/>
                    <a:pt x="2095" y="171"/>
                  </a:cubicBezTo>
                  <a:lnTo>
                    <a:pt x="2272" y="182"/>
                  </a:lnTo>
                  <a:cubicBezTo>
                    <a:pt x="2276" y="182"/>
                    <a:pt x="2279" y="178"/>
                    <a:pt x="2279" y="171"/>
                  </a:cubicBezTo>
                  <a:cubicBezTo>
                    <a:pt x="2284" y="166"/>
                    <a:pt x="2276" y="158"/>
                    <a:pt x="2272" y="158"/>
                  </a:cubicBezTo>
                  <a:lnTo>
                    <a:pt x="2099" y="147"/>
                  </a:lnTo>
                  <a:close/>
                  <a:moveTo>
                    <a:pt x="2445" y="171"/>
                  </a:moveTo>
                  <a:cubicBezTo>
                    <a:pt x="2437" y="171"/>
                    <a:pt x="2434" y="175"/>
                    <a:pt x="2434" y="182"/>
                  </a:cubicBezTo>
                  <a:cubicBezTo>
                    <a:pt x="2434" y="186"/>
                    <a:pt x="2437" y="194"/>
                    <a:pt x="2445" y="194"/>
                  </a:cubicBezTo>
                  <a:lnTo>
                    <a:pt x="2516" y="198"/>
                  </a:lnTo>
                  <a:cubicBezTo>
                    <a:pt x="2521" y="198"/>
                    <a:pt x="2528" y="194"/>
                    <a:pt x="2528" y="186"/>
                  </a:cubicBezTo>
                  <a:cubicBezTo>
                    <a:pt x="2528" y="182"/>
                    <a:pt x="2524" y="178"/>
                    <a:pt x="2516" y="175"/>
                  </a:cubicBezTo>
                  <a:lnTo>
                    <a:pt x="2445" y="171"/>
                  </a:lnTo>
                  <a:close/>
                </a:path>
              </a:pathLst>
            </a:cu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48" name="Google Shape;1348;p38"/>
          <p:cNvSpPr txBox="1"/>
          <p:nvPr>
            <p:ph type="title"/>
          </p:nvPr>
        </p:nvSpPr>
        <p:spPr>
          <a:xfrm>
            <a:off x="2201325" y="7568925"/>
            <a:ext cx="5884500" cy="1653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What Happened</a:t>
            </a:r>
            <a:endParaRPr/>
          </a:p>
        </p:txBody>
      </p:sp>
      <p:grpSp>
        <p:nvGrpSpPr>
          <p:cNvPr id="1349" name="Google Shape;1349;p38"/>
          <p:cNvGrpSpPr/>
          <p:nvPr/>
        </p:nvGrpSpPr>
        <p:grpSpPr>
          <a:xfrm>
            <a:off x="1984995" y="1512329"/>
            <a:ext cx="1447508" cy="1469704"/>
            <a:chOff x="-2027593" y="5947929"/>
            <a:chExt cx="1447508" cy="1469704"/>
          </a:xfrm>
        </p:grpSpPr>
        <p:sp>
          <p:nvSpPr>
            <p:cNvPr id="1350" name="Google Shape;1350;p38"/>
            <p:cNvSpPr/>
            <p:nvPr/>
          </p:nvSpPr>
          <p:spPr>
            <a:xfrm>
              <a:off x="-2027593" y="5947929"/>
              <a:ext cx="1447508" cy="1469704"/>
            </a:xfrm>
            <a:custGeom>
              <a:rect b="b" l="l" r="r" t="t"/>
              <a:pathLst>
                <a:path extrusionOk="0" h="3112" w="3065">
                  <a:moveTo>
                    <a:pt x="1653" y="2965"/>
                  </a:moveTo>
                  <a:cubicBezTo>
                    <a:pt x="1620" y="2979"/>
                    <a:pt x="1585" y="2986"/>
                    <a:pt x="1551" y="2986"/>
                  </a:cubicBezTo>
                  <a:cubicBezTo>
                    <a:pt x="1527" y="2986"/>
                    <a:pt x="1503" y="2983"/>
                    <a:pt x="1479" y="2976"/>
                  </a:cubicBezTo>
                  <a:lnTo>
                    <a:pt x="1479" y="2976"/>
                  </a:lnTo>
                  <a:cubicBezTo>
                    <a:pt x="1492" y="2977"/>
                    <a:pt x="1505" y="2977"/>
                    <a:pt x="1518" y="2977"/>
                  </a:cubicBezTo>
                  <a:cubicBezTo>
                    <a:pt x="1556" y="2977"/>
                    <a:pt x="1594" y="2973"/>
                    <a:pt x="1633" y="2965"/>
                  </a:cubicBezTo>
                  <a:close/>
                  <a:moveTo>
                    <a:pt x="1062" y="0"/>
                  </a:moveTo>
                  <a:cubicBezTo>
                    <a:pt x="1004" y="0"/>
                    <a:pt x="947" y="16"/>
                    <a:pt x="892" y="50"/>
                  </a:cubicBezTo>
                  <a:cubicBezTo>
                    <a:pt x="766" y="126"/>
                    <a:pt x="706" y="244"/>
                    <a:pt x="671" y="386"/>
                  </a:cubicBezTo>
                  <a:cubicBezTo>
                    <a:pt x="647" y="472"/>
                    <a:pt x="628" y="559"/>
                    <a:pt x="631" y="650"/>
                  </a:cubicBezTo>
                  <a:cubicBezTo>
                    <a:pt x="635" y="732"/>
                    <a:pt x="639" y="819"/>
                    <a:pt x="644" y="902"/>
                  </a:cubicBezTo>
                  <a:cubicBezTo>
                    <a:pt x="644" y="985"/>
                    <a:pt x="671" y="1052"/>
                    <a:pt x="691" y="1127"/>
                  </a:cubicBezTo>
                  <a:cubicBezTo>
                    <a:pt x="715" y="1198"/>
                    <a:pt x="738" y="1265"/>
                    <a:pt x="766" y="1336"/>
                  </a:cubicBezTo>
                  <a:cubicBezTo>
                    <a:pt x="786" y="1380"/>
                    <a:pt x="809" y="1415"/>
                    <a:pt x="833" y="1458"/>
                  </a:cubicBezTo>
                  <a:cubicBezTo>
                    <a:pt x="839" y="1465"/>
                    <a:pt x="843" y="1474"/>
                    <a:pt x="852" y="1482"/>
                  </a:cubicBezTo>
                  <a:lnTo>
                    <a:pt x="852" y="1482"/>
                  </a:lnTo>
                  <a:cubicBezTo>
                    <a:pt x="831" y="1468"/>
                    <a:pt x="804" y="1464"/>
                    <a:pt x="776" y="1464"/>
                  </a:cubicBezTo>
                  <a:cubicBezTo>
                    <a:pt x="743" y="1464"/>
                    <a:pt x="709" y="1469"/>
                    <a:pt x="683" y="1469"/>
                  </a:cubicBezTo>
                  <a:cubicBezTo>
                    <a:pt x="667" y="1468"/>
                    <a:pt x="652" y="1468"/>
                    <a:pt x="637" y="1468"/>
                  </a:cubicBezTo>
                  <a:cubicBezTo>
                    <a:pt x="594" y="1468"/>
                    <a:pt x="553" y="1472"/>
                    <a:pt x="509" y="1478"/>
                  </a:cubicBezTo>
                  <a:cubicBezTo>
                    <a:pt x="462" y="1486"/>
                    <a:pt x="411" y="1486"/>
                    <a:pt x="364" y="1502"/>
                  </a:cubicBezTo>
                  <a:cubicBezTo>
                    <a:pt x="312" y="1517"/>
                    <a:pt x="253" y="1533"/>
                    <a:pt x="209" y="1564"/>
                  </a:cubicBezTo>
                  <a:cubicBezTo>
                    <a:pt x="162" y="1604"/>
                    <a:pt x="142" y="1659"/>
                    <a:pt x="107" y="1711"/>
                  </a:cubicBezTo>
                  <a:cubicBezTo>
                    <a:pt x="80" y="1753"/>
                    <a:pt x="60" y="1789"/>
                    <a:pt x="52" y="1840"/>
                  </a:cubicBezTo>
                  <a:cubicBezTo>
                    <a:pt x="40" y="1895"/>
                    <a:pt x="20" y="1951"/>
                    <a:pt x="12" y="2006"/>
                  </a:cubicBezTo>
                  <a:cubicBezTo>
                    <a:pt x="0" y="2117"/>
                    <a:pt x="95" y="2203"/>
                    <a:pt x="162" y="2274"/>
                  </a:cubicBezTo>
                  <a:cubicBezTo>
                    <a:pt x="202" y="2314"/>
                    <a:pt x="253" y="2350"/>
                    <a:pt x="300" y="2377"/>
                  </a:cubicBezTo>
                  <a:cubicBezTo>
                    <a:pt x="351" y="2401"/>
                    <a:pt x="426" y="2408"/>
                    <a:pt x="482" y="2408"/>
                  </a:cubicBezTo>
                  <a:cubicBezTo>
                    <a:pt x="537" y="2408"/>
                    <a:pt x="608" y="2388"/>
                    <a:pt x="663" y="2369"/>
                  </a:cubicBezTo>
                  <a:cubicBezTo>
                    <a:pt x="722" y="2350"/>
                    <a:pt x="793" y="2321"/>
                    <a:pt x="844" y="2282"/>
                  </a:cubicBezTo>
                  <a:cubicBezTo>
                    <a:pt x="888" y="2250"/>
                    <a:pt x="928" y="2211"/>
                    <a:pt x="975" y="2179"/>
                  </a:cubicBezTo>
                  <a:cubicBezTo>
                    <a:pt x="1002" y="2156"/>
                    <a:pt x="1030" y="2128"/>
                    <a:pt x="1046" y="2097"/>
                  </a:cubicBezTo>
                  <a:lnTo>
                    <a:pt x="1046" y="2097"/>
                  </a:lnTo>
                  <a:cubicBezTo>
                    <a:pt x="1014" y="2160"/>
                    <a:pt x="1018" y="2235"/>
                    <a:pt x="1022" y="2306"/>
                  </a:cubicBezTo>
                  <a:cubicBezTo>
                    <a:pt x="1022" y="2334"/>
                    <a:pt x="1022" y="2361"/>
                    <a:pt x="1014" y="2388"/>
                  </a:cubicBezTo>
                  <a:cubicBezTo>
                    <a:pt x="1006" y="2436"/>
                    <a:pt x="1014" y="2475"/>
                    <a:pt x="1026" y="2523"/>
                  </a:cubicBezTo>
                  <a:cubicBezTo>
                    <a:pt x="1057" y="2716"/>
                    <a:pt x="1132" y="2913"/>
                    <a:pt x="1301" y="3027"/>
                  </a:cubicBezTo>
                  <a:cubicBezTo>
                    <a:pt x="1378" y="3082"/>
                    <a:pt x="1467" y="3111"/>
                    <a:pt x="1556" y="3111"/>
                  </a:cubicBezTo>
                  <a:cubicBezTo>
                    <a:pt x="1642" y="3111"/>
                    <a:pt x="1727" y="3083"/>
                    <a:pt x="1798" y="3023"/>
                  </a:cubicBezTo>
                  <a:cubicBezTo>
                    <a:pt x="1953" y="2894"/>
                    <a:pt x="2004" y="2688"/>
                    <a:pt x="1992" y="2492"/>
                  </a:cubicBezTo>
                  <a:cubicBezTo>
                    <a:pt x="1984" y="2302"/>
                    <a:pt x="1933" y="2117"/>
                    <a:pt x="1858" y="1943"/>
                  </a:cubicBezTo>
                  <a:lnTo>
                    <a:pt x="1858" y="1943"/>
                  </a:lnTo>
                  <a:cubicBezTo>
                    <a:pt x="2015" y="2051"/>
                    <a:pt x="2203" y="2126"/>
                    <a:pt x="2395" y="2126"/>
                  </a:cubicBezTo>
                  <a:cubicBezTo>
                    <a:pt x="2434" y="2126"/>
                    <a:pt x="2473" y="2123"/>
                    <a:pt x="2513" y="2117"/>
                  </a:cubicBezTo>
                  <a:cubicBezTo>
                    <a:pt x="2662" y="2093"/>
                    <a:pt x="2753" y="1998"/>
                    <a:pt x="2852" y="1892"/>
                  </a:cubicBezTo>
                  <a:cubicBezTo>
                    <a:pt x="2930" y="1809"/>
                    <a:pt x="3013" y="1726"/>
                    <a:pt x="3041" y="1616"/>
                  </a:cubicBezTo>
                  <a:cubicBezTo>
                    <a:pt x="3064" y="1509"/>
                    <a:pt x="3029" y="1399"/>
                    <a:pt x="2974" y="1312"/>
                  </a:cubicBezTo>
                  <a:cubicBezTo>
                    <a:pt x="2901" y="1206"/>
                    <a:pt x="2807" y="1174"/>
                    <a:pt x="2700" y="1174"/>
                  </a:cubicBezTo>
                  <a:cubicBezTo>
                    <a:pt x="2667" y="1174"/>
                    <a:pt x="2634" y="1177"/>
                    <a:pt x="2599" y="1182"/>
                  </a:cubicBezTo>
                  <a:cubicBezTo>
                    <a:pt x="2457" y="1198"/>
                    <a:pt x="2323" y="1225"/>
                    <a:pt x="2205" y="1304"/>
                  </a:cubicBezTo>
                  <a:cubicBezTo>
                    <a:pt x="2224" y="1280"/>
                    <a:pt x="2244" y="1253"/>
                    <a:pt x="2264" y="1229"/>
                  </a:cubicBezTo>
                  <a:cubicBezTo>
                    <a:pt x="2315" y="1170"/>
                    <a:pt x="2355" y="1103"/>
                    <a:pt x="2386" y="1032"/>
                  </a:cubicBezTo>
                  <a:cubicBezTo>
                    <a:pt x="2429" y="934"/>
                    <a:pt x="2473" y="843"/>
                    <a:pt x="2497" y="741"/>
                  </a:cubicBezTo>
                  <a:cubicBezTo>
                    <a:pt x="2517" y="638"/>
                    <a:pt x="2508" y="547"/>
                    <a:pt x="2489" y="448"/>
                  </a:cubicBezTo>
                  <a:cubicBezTo>
                    <a:pt x="2477" y="362"/>
                    <a:pt x="2457" y="259"/>
                    <a:pt x="2375" y="216"/>
                  </a:cubicBezTo>
                  <a:cubicBezTo>
                    <a:pt x="2341" y="200"/>
                    <a:pt x="2305" y="193"/>
                    <a:pt x="2268" y="193"/>
                  </a:cubicBezTo>
                  <a:cubicBezTo>
                    <a:pt x="2166" y="193"/>
                    <a:pt x="2059" y="244"/>
                    <a:pt x="1984" y="299"/>
                  </a:cubicBezTo>
                  <a:cubicBezTo>
                    <a:pt x="1953" y="319"/>
                    <a:pt x="1921" y="346"/>
                    <a:pt x="1893" y="374"/>
                  </a:cubicBezTo>
                  <a:cubicBezTo>
                    <a:pt x="1865" y="397"/>
                    <a:pt x="1834" y="425"/>
                    <a:pt x="1803" y="452"/>
                  </a:cubicBezTo>
                  <a:cubicBezTo>
                    <a:pt x="1696" y="559"/>
                    <a:pt x="1653" y="717"/>
                    <a:pt x="1598" y="854"/>
                  </a:cubicBezTo>
                  <a:cubicBezTo>
                    <a:pt x="1566" y="945"/>
                    <a:pt x="1530" y="1036"/>
                    <a:pt x="1491" y="1127"/>
                  </a:cubicBezTo>
                  <a:cubicBezTo>
                    <a:pt x="1503" y="1020"/>
                    <a:pt x="1507" y="906"/>
                    <a:pt x="1503" y="799"/>
                  </a:cubicBezTo>
                  <a:cubicBezTo>
                    <a:pt x="1503" y="634"/>
                    <a:pt x="1463" y="476"/>
                    <a:pt x="1416" y="319"/>
                  </a:cubicBezTo>
                  <a:cubicBezTo>
                    <a:pt x="1381" y="197"/>
                    <a:pt x="1325" y="82"/>
                    <a:pt x="1207" y="31"/>
                  </a:cubicBezTo>
                  <a:cubicBezTo>
                    <a:pt x="1159" y="11"/>
                    <a:pt x="1110" y="0"/>
                    <a:pt x="1062" y="0"/>
                  </a:cubicBezTo>
                  <a:close/>
                </a:path>
              </a:pathLst>
            </a:custGeom>
            <a:solidFill>
              <a:schemeClr val="accent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1" name="Google Shape;1351;p38"/>
            <p:cNvSpPr/>
            <p:nvPr/>
          </p:nvSpPr>
          <p:spPr>
            <a:xfrm>
              <a:off x="-1599244" y="6509458"/>
              <a:ext cx="538860" cy="427877"/>
            </a:xfrm>
            <a:custGeom>
              <a:rect b="b" l="l" r="r" t="t"/>
              <a:pathLst>
                <a:path extrusionOk="0" h="906" w="1141">
                  <a:moveTo>
                    <a:pt x="550" y="1"/>
                  </a:moveTo>
                  <a:cubicBezTo>
                    <a:pt x="484" y="1"/>
                    <a:pt x="418" y="8"/>
                    <a:pt x="356" y="25"/>
                  </a:cubicBezTo>
                  <a:cubicBezTo>
                    <a:pt x="237" y="56"/>
                    <a:pt x="119" y="127"/>
                    <a:pt x="63" y="245"/>
                  </a:cubicBezTo>
                  <a:cubicBezTo>
                    <a:pt x="1" y="380"/>
                    <a:pt x="83" y="513"/>
                    <a:pt x="130" y="635"/>
                  </a:cubicBezTo>
                  <a:cubicBezTo>
                    <a:pt x="154" y="687"/>
                    <a:pt x="170" y="754"/>
                    <a:pt x="210" y="793"/>
                  </a:cubicBezTo>
                  <a:cubicBezTo>
                    <a:pt x="252" y="837"/>
                    <a:pt x="305" y="864"/>
                    <a:pt x="359" y="880"/>
                  </a:cubicBezTo>
                  <a:cubicBezTo>
                    <a:pt x="418" y="900"/>
                    <a:pt x="474" y="904"/>
                    <a:pt x="533" y="904"/>
                  </a:cubicBezTo>
                  <a:cubicBezTo>
                    <a:pt x="550" y="905"/>
                    <a:pt x="568" y="905"/>
                    <a:pt x="586" y="905"/>
                  </a:cubicBezTo>
                  <a:cubicBezTo>
                    <a:pt x="648" y="905"/>
                    <a:pt x="711" y="900"/>
                    <a:pt x="769" y="884"/>
                  </a:cubicBezTo>
                  <a:cubicBezTo>
                    <a:pt x="896" y="848"/>
                    <a:pt x="1006" y="797"/>
                    <a:pt x="1077" y="675"/>
                  </a:cubicBezTo>
                  <a:cubicBezTo>
                    <a:pt x="1097" y="640"/>
                    <a:pt x="1120" y="593"/>
                    <a:pt x="1124" y="549"/>
                  </a:cubicBezTo>
                  <a:lnTo>
                    <a:pt x="1124" y="510"/>
                  </a:lnTo>
                  <a:cubicBezTo>
                    <a:pt x="1133" y="466"/>
                    <a:pt x="1140" y="422"/>
                    <a:pt x="1140" y="380"/>
                  </a:cubicBezTo>
                  <a:cubicBezTo>
                    <a:pt x="1136" y="320"/>
                    <a:pt x="1116" y="265"/>
                    <a:pt x="1081" y="218"/>
                  </a:cubicBezTo>
                  <a:cubicBezTo>
                    <a:pt x="1069" y="202"/>
                    <a:pt x="1057" y="182"/>
                    <a:pt x="1042" y="171"/>
                  </a:cubicBezTo>
                  <a:cubicBezTo>
                    <a:pt x="1018" y="143"/>
                    <a:pt x="994" y="120"/>
                    <a:pt x="971" y="96"/>
                  </a:cubicBezTo>
                  <a:cubicBezTo>
                    <a:pt x="939" y="68"/>
                    <a:pt x="896" y="60"/>
                    <a:pt x="860" y="49"/>
                  </a:cubicBezTo>
                  <a:cubicBezTo>
                    <a:pt x="763" y="20"/>
                    <a:pt x="656" y="1"/>
                    <a:pt x="550" y="1"/>
                  </a:cubicBezTo>
                  <a:close/>
                </a:path>
              </a:pathLst>
            </a:cu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2" name="Google Shape;1352;p38"/>
            <p:cNvSpPr/>
            <p:nvPr/>
          </p:nvSpPr>
          <p:spPr>
            <a:xfrm>
              <a:off x="-1156254" y="6353049"/>
              <a:ext cx="95871" cy="136486"/>
            </a:xfrm>
            <a:custGeom>
              <a:rect b="b" l="l" r="r" t="t"/>
              <a:pathLst>
                <a:path extrusionOk="0" h="289" w="203">
                  <a:moveTo>
                    <a:pt x="166" y="0"/>
                  </a:moveTo>
                  <a:cubicBezTo>
                    <a:pt x="127" y="55"/>
                    <a:pt x="91" y="110"/>
                    <a:pt x="56" y="166"/>
                  </a:cubicBezTo>
                  <a:cubicBezTo>
                    <a:pt x="44" y="185"/>
                    <a:pt x="33" y="201"/>
                    <a:pt x="20" y="221"/>
                  </a:cubicBezTo>
                  <a:lnTo>
                    <a:pt x="20" y="225"/>
                  </a:lnTo>
                  <a:cubicBezTo>
                    <a:pt x="17" y="232"/>
                    <a:pt x="13" y="241"/>
                    <a:pt x="13" y="245"/>
                  </a:cubicBezTo>
                  <a:cubicBezTo>
                    <a:pt x="9" y="252"/>
                    <a:pt x="5" y="256"/>
                    <a:pt x="1" y="264"/>
                  </a:cubicBezTo>
                  <a:lnTo>
                    <a:pt x="40" y="288"/>
                  </a:lnTo>
                  <a:cubicBezTo>
                    <a:pt x="44" y="276"/>
                    <a:pt x="48" y="268"/>
                    <a:pt x="53" y="264"/>
                  </a:cubicBezTo>
                  <a:cubicBezTo>
                    <a:pt x="53" y="256"/>
                    <a:pt x="56" y="248"/>
                    <a:pt x="60" y="245"/>
                  </a:cubicBezTo>
                  <a:cubicBezTo>
                    <a:pt x="72" y="225"/>
                    <a:pt x="84" y="205"/>
                    <a:pt x="95" y="190"/>
                  </a:cubicBezTo>
                  <a:cubicBezTo>
                    <a:pt x="127" y="134"/>
                    <a:pt x="166" y="79"/>
                    <a:pt x="202" y="24"/>
                  </a:cubicBezTo>
                  <a:lnTo>
                    <a:pt x="16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3" name="Google Shape;1353;p38"/>
            <p:cNvSpPr/>
            <p:nvPr/>
          </p:nvSpPr>
          <p:spPr>
            <a:xfrm>
              <a:off x="-958845" y="6701112"/>
              <a:ext cx="116178" cy="34003"/>
            </a:xfrm>
            <a:custGeom>
              <a:rect b="b" l="l" r="r" t="t"/>
              <a:pathLst>
                <a:path extrusionOk="0" h="72" w="246">
                  <a:moveTo>
                    <a:pt x="190" y="1"/>
                  </a:moveTo>
                  <a:cubicBezTo>
                    <a:pt x="163" y="1"/>
                    <a:pt x="135" y="4"/>
                    <a:pt x="108" y="12"/>
                  </a:cubicBezTo>
                  <a:cubicBezTo>
                    <a:pt x="92" y="12"/>
                    <a:pt x="79" y="16"/>
                    <a:pt x="68" y="21"/>
                  </a:cubicBezTo>
                  <a:cubicBezTo>
                    <a:pt x="56" y="21"/>
                    <a:pt x="48" y="21"/>
                    <a:pt x="37" y="24"/>
                  </a:cubicBezTo>
                  <a:cubicBezTo>
                    <a:pt x="25" y="24"/>
                    <a:pt x="13" y="24"/>
                    <a:pt x="1" y="28"/>
                  </a:cubicBezTo>
                  <a:lnTo>
                    <a:pt x="13" y="72"/>
                  </a:lnTo>
                  <a:cubicBezTo>
                    <a:pt x="21" y="68"/>
                    <a:pt x="32" y="68"/>
                    <a:pt x="41" y="68"/>
                  </a:cubicBezTo>
                  <a:cubicBezTo>
                    <a:pt x="52" y="63"/>
                    <a:pt x="60" y="63"/>
                    <a:pt x="72" y="63"/>
                  </a:cubicBezTo>
                  <a:lnTo>
                    <a:pt x="76" y="63"/>
                  </a:lnTo>
                  <a:cubicBezTo>
                    <a:pt x="88" y="59"/>
                    <a:pt x="103" y="56"/>
                    <a:pt x="115" y="56"/>
                  </a:cubicBezTo>
                  <a:cubicBezTo>
                    <a:pt x="139" y="48"/>
                    <a:pt x="166" y="48"/>
                    <a:pt x="190" y="48"/>
                  </a:cubicBezTo>
                  <a:lnTo>
                    <a:pt x="237" y="48"/>
                  </a:lnTo>
                  <a:lnTo>
                    <a:pt x="245" y="4"/>
                  </a:lnTo>
                  <a:cubicBezTo>
                    <a:pt x="226" y="4"/>
                    <a:pt x="210" y="1"/>
                    <a:pt x="19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4" name="Google Shape;1354;p38"/>
            <p:cNvSpPr/>
            <p:nvPr/>
          </p:nvSpPr>
          <p:spPr>
            <a:xfrm>
              <a:off x="-1308798" y="7038313"/>
              <a:ext cx="28336" cy="117595"/>
            </a:xfrm>
            <a:custGeom>
              <a:rect b="b" l="l" r="r" t="t"/>
              <a:pathLst>
                <a:path extrusionOk="0" h="249" w="60">
                  <a:moveTo>
                    <a:pt x="16" y="0"/>
                  </a:moveTo>
                  <a:cubicBezTo>
                    <a:pt x="12" y="79"/>
                    <a:pt x="5" y="162"/>
                    <a:pt x="1" y="248"/>
                  </a:cubicBezTo>
                  <a:lnTo>
                    <a:pt x="48" y="248"/>
                  </a:lnTo>
                  <a:cubicBezTo>
                    <a:pt x="48" y="166"/>
                    <a:pt x="56" y="83"/>
                    <a:pt x="6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5" name="Google Shape;1355;p38"/>
            <p:cNvSpPr/>
            <p:nvPr/>
          </p:nvSpPr>
          <p:spPr>
            <a:xfrm>
              <a:off x="-1790985" y="6844682"/>
              <a:ext cx="128930" cy="34003"/>
            </a:xfrm>
            <a:custGeom>
              <a:rect b="b" l="l" r="r" t="t"/>
              <a:pathLst>
                <a:path extrusionOk="0" h="72" w="273">
                  <a:moveTo>
                    <a:pt x="269" y="0"/>
                  </a:moveTo>
                  <a:cubicBezTo>
                    <a:pt x="205" y="8"/>
                    <a:pt x="143" y="12"/>
                    <a:pt x="76" y="12"/>
                  </a:cubicBezTo>
                  <a:cubicBezTo>
                    <a:pt x="59" y="16"/>
                    <a:pt x="48" y="16"/>
                    <a:pt x="36" y="19"/>
                  </a:cubicBezTo>
                  <a:cubicBezTo>
                    <a:pt x="24" y="19"/>
                    <a:pt x="12" y="24"/>
                    <a:pt x="1" y="32"/>
                  </a:cubicBezTo>
                  <a:lnTo>
                    <a:pt x="20" y="71"/>
                  </a:lnTo>
                  <a:cubicBezTo>
                    <a:pt x="32" y="63"/>
                    <a:pt x="40" y="63"/>
                    <a:pt x="48" y="59"/>
                  </a:cubicBezTo>
                  <a:lnTo>
                    <a:pt x="79" y="59"/>
                  </a:lnTo>
                  <a:cubicBezTo>
                    <a:pt x="143" y="55"/>
                    <a:pt x="209" y="52"/>
                    <a:pt x="272" y="43"/>
                  </a:cubicBezTo>
                  <a:lnTo>
                    <a:pt x="26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6" name="Google Shape;1356;p38"/>
            <p:cNvSpPr/>
            <p:nvPr/>
          </p:nvSpPr>
          <p:spPr>
            <a:xfrm>
              <a:off x="-1522736" y="6341715"/>
              <a:ext cx="45338" cy="112400"/>
            </a:xfrm>
            <a:custGeom>
              <a:rect b="b" l="l" r="r" t="t"/>
              <a:pathLst>
                <a:path extrusionOk="0" h="238" w="96">
                  <a:moveTo>
                    <a:pt x="1" y="1"/>
                  </a:moveTo>
                  <a:lnTo>
                    <a:pt x="1" y="12"/>
                  </a:lnTo>
                  <a:cubicBezTo>
                    <a:pt x="1" y="32"/>
                    <a:pt x="4" y="48"/>
                    <a:pt x="8" y="72"/>
                  </a:cubicBezTo>
                  <a:cubicBezTo>
                    <a:pt x="24" y="127"/>
                    <a:pt x="39" y="182"/>
                    <a:pt x="52" y="237"/>
                  </a:cubicBezTo>
                  <a:lnTo>
                    <a:pt x="95" y="229"/>
                  </a:lnTo>
                  <a:cubicBezTo>
                    <a:pt x="83" y="170"/>
                    <a:pt x="67" y="114"/>
                    <a:pt x="52" y="59"/>
                  </a:cubicBezTo>
                  <a:cubicBezTo>
                    <a:pt x="48" y="40"/>
                    <a:pt x="43" y="32"/>
                    <a:pt x="43" y="12"/>
                  </a:cubicBezTo>
                  <a:lnTo>
                    <a:pt x="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57" name="Google Shape;1357;p38"/>
          <p:cNvSpPr/>
          <p:nvPr/>
        </p:nvSpPr>
        <p:spPr>
          <a:xfrm>
            <a:off x="8823425" y="9870500"/>
            <a:ext cx="233400" cy="233400"/>
          </a:xfrm>
          <a:prstGeom prst="ellipse">
            <a:avLst/>
          </a:pr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8" name="Google Shape;1358;p38"/>
          <p:cNvSpPr/>
          <p:nvPr/>
        </p:nvSpPr>
        <p:spPr>
          <a:xfrm>
            <a:off x="7415117" y="1922583"/>
            <a:ext cx="524739" cy="578324"/>
          </a:xfrm>
          <a:custGeom>
            <a:rect b="b" l="l" r="r" t="t"/>
            <a:pathLst>
              <a:path extrusionOk="0" h="831" w="754">
                <a:moveTo>
                  <a:pt x="559" y="1"/>
                </a:moveTo>
                <a:cubicBezTo>
                  <a:pt x="546" y="1"/>
                  <a:pt x="533" y="2"/>
                  <a:pt x="521" y="6"/>
                </a:cubicBezTo>
                <a:cubicBezTo>
                  <a:pt x="434" y="30"/>
                  <a:pt x="403" y="121"/>
                  <a:pt x="375" y="195"/>
                </a:cubicBezTo>
                <a:cubicBezTo>
                  <a:pt x="351" y="156"/>
                  <a:pt x="328" y="117"/>
                  <a:pt x="292" y="85"/>
                </a:cubicBezTo>
                <a:cubicBezTo>
                  <a:pt x="260" y="56"/>
                  <a:pt x="215" y="38"/>
                  <a:pt x="172" y="38"/>
                </a:cubicBezTo>
                <a:cubicBezTo>
                  <a:pt x="162" y="38"/>
                  <a:pt x="152" y="39"/>
                  <a:pt x="142" y="41"/>
                </a:cubicBezTo>
                <a:cubicBezTo>
                  <a:pt x="55" y="57"/>
                  <a:pt x="0" y="156"/>
                  <a:pt x="8" y="246"/>
                </a:cubicBezTo>
                <a:cubicBezTo>
                  <a:pt x="12" y="337"/>
                  <a:pt x="63" y="416"/>
                  <a:pt x="110" y="491"/>
                </a:cubicBezTo>
                <a:cubicBezTo>
                  <a:pt x="197" y="614"/>
                  <a:pt x="288" y="723"/>
                  <a:pt x="390" y="830"/>
                </a:cubicBezTo>
                <a:cubicBezTo>
                  <a:pt x="521" y="692"/>
                  <a:pt x="650" y="546"/>
                  <a:pt x="714" y="368"/>
                </a:cubicBezTo>
                <a:cubicBezTo>
                  <a:pt x="741" y="286"/>
                  <a:pt x="754" y="199"/>
                  <a:pt x="721" y="121"/>
                </a:cubicBezTo>
                <a:cubicBezTo>
                  <a:pt x="695" y="53"/>
                  <a:pt x="628" y="1"/>
                  <a:pt x="559" y="1"/>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59" name="Google Shape;1359;p38"/>
          <p:cNvGrpSpPr/>
          <p:nvPr/>
        </p:nvGrpSpPr>
        <p:grpSpPr>
          <a:xfrm>
            <a:off x="7415123" y="4438203"/>
            <a:ext cx="1582578" cy="2048147"/>
            <a:chOff x="-3582527" y="3958311"/>
            <a:chExt cx="2448674" cy="3169034"/>
          </a:xfrm>
        </p:grpSpPr>
        <p:sp>
          <p:nvSpPr>
            <p:cNvPr id="1360" name="Google Shape;1360;p38"/>
            <p:cNvSpPr/>
            <p:nvPr/>
          </p:nvSpPr>
          <p:spPr>
            <a:xfrm>
              <a:off x="-3189854" y="6666923"/>
              <a:ext cx="1533359" cy="460422"/>
            </a:xfrm>
            <a:custGeom>
              <a:rect b="b" l="l" r="r" t="t"/>
              <a:pathLst>
                <a:path extrusionOk="0" h="333" w="1109">
                  <a:moveTo>
                    <a:pt x="434" y="8"/>
                  </a:moveTo>
                  <a:cubicBezTo>
                    <a:pt x="280" y="8"/>
                    <a:pt x="59" y="31"/>
                    <a:pt x="28" y="162"/>
                  </a:cubicBezTo>
                  <a:cubicBezTo>
                    <a:pt x="0" y="272"/>
                    <a:pt x="193" y="299"/>
                    <a:pt x="269" y="315"/>
                  </a:cubicBezTo>
                  <a:cubicBezTo>
                    <a:pt x="301" y="326"/>
                    <a:pt x="416" y="332"/>
                    <a:pt x="551" y="332"/>
                  </a:cubicBezTo>
                  <a:cubicBezTo>
                    <a:pt x="580" y="332"/>
                    <a:pt x="609" y="332"/>
                    <a:pt x="639" y="332"/>
                  </a:cubicBezTo>
                  <a:cubicBezTo>
                    <a:pt x="888" y="319"/>
                    <a:pt x="1108" y="288"/>
                    <a:pt x="1077" y="134"/>
                  </a:cubicBezTo>
                  <a:cubicBezTo>
                    <a:pt x="1045" y="0"/>
                    <a:pt x="753" y="20"/>
                    <a:pt x="537" y="12"/>
                  </a:cubicBezTo>
                  <a:cubicBezTo>
                    <a:pt x="510" y="10"/>
                    <a:pt x="475" y="8"/>
                    <a:pt x="434" y="8"/>
                  </a:cubicBezTo>
                  <a:close/>
                </a:path>
              </a:pathLst>
            </a:custGeom>
            <a:solidFill>
              <a:schemeClr val="accent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1" name="Google Shape;1361;p38"/>
            <p:cNvSpPr/>
            <p:nvPr/>
          </p:nvSpPr>
          <p:spPr>
            <a:xfrm>
              <a:off x="-2470875" y="6524510"/>
              <a:ext cx="121673" cy="318009"/>
            </a:xfrm>
            <a:custGeom>
              <a:rect b="b" l="l" r="r" t="t"/>
              <a:pathLst>
                <a:path extrusionOk="0" h="230" w="88">
                  <a:moveTo>
                    <a:pt x="1" y="0"/>
                  </a:moveTo>
                  <a:lnTo>
                    <a:pt x="1" y="229"/>
                  </a:lnTo>
                  <a:lnTo>
                    <a:pt x="88" y="229"/>
                  </a:lnTo>
                  <a:lnTo>
                    <a:pt x="88" y="0"/>
                  </a:lnTo>
                  <a:close/>
                </a:path>
              </a:pathLst>
            </a:custGeom>
            <a:solidFill>
              <a:schemeClr val="accent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2" name="Google Shape;1362;p38"/>
            <p:cNvSpPr/>
            <p:nvPr/>
          </p:nvSpPr>
          <p:spPr>
            <a:xfrm>
              <a:off x="-3087538" y="3958311"/>
              <a:ext cx="1305222" cy="2625648"/>
            </a:xfrm>
            <a:custGeom>
              <a:rect b="b" l="l" r="r" t="t"/>
              <a:pathLst>
                <a:path extrusionOk="0" h="1899" w="944">
                  <a:moveTo>
                    <a:pt x="896" y="0"/>
                  </a:moveTo>
                  <a:cubicBezTo>
                    <a:pt x="879" y="0"/>
                    <a:pt x="862" y="8"/>
                    <a:pt x="853" y="23"/>
                  </a:cubicBezTo>
                  <a:lnTo>
                    <a:pt x="9" y="1837"/>
                  </a:lnTo>
                  <a:cubicBezTo>
                    <a:pt x="1" y="1861"/>
                    <a:pt x="9" y="1885"/>
                    <a:pt x="33" y="1896"/>
                  </a:cubicBezTo>
                  <a:cubicBezTo>
                    <a:pt x="38" y="1898"/>
                    <a:pt x="44" y="1899"/>
                    <a:pt x="49" y="1899"/>
                  </a:cubicBezTo>
                  <a:cubicBezTo>
                    <a:pt x="66" y="1899"/>
                    <a:pt x="82" y="1891"/>
                    <a:pt x="88" y="1876"/>
                  </a:cubicBezTo>
                  <a:lnTo>
                    <a:pt x="936" y="63"/>
                  </a:lnTo>
                  <a:cubicBezTo>
                    <a:pt x="943" y="39"/>
                    <a:pt x="936" y="15"/>
                    <a:pt x="912" y="3"/>
                  </a:cubicBezTo>
                  <a:cubicBezTo>
                    <a:pt x="907" y="1"/>
                    <a:pt x="901" y="0"/>
                    <a:pt x="896" y="0"/>
                  </a:cubicBezTo>
                  <a:close/>
                </a:path>
              </a:pathLst>
            </a:custGeom>
            <a:solidFill>
              <a:schemeClr val="accent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3" name="Google Shape;1363;p38"/>
            <p:cNvSpPr/>
            <p:nvPr/>
          </p:nvSpPr>
          <p:spPr>
            <a:xfrm>
              <a:off x="-3582527" y="4261112"/>
              <a:ext cx="2307643" cy="2020048"/>
            </a:xfrm>
            <a:custGeom>
              <a:rect b="b" l="l" r="r" t="t"/>
              <a:pathLst>
                <a:path extrusionOk="0" h="1461" w="1669">
                  <a:moveTo>
                    <a:pt x="832" y="0"/>
                  </a:moveTo>
                  <a:cubicBezTo>
                    <a:pt x="557" y="0"/>
                    <a:pt x="294" y="156"/>
                    <a:pt x="170" y="423"/>
                  </a:cubicBezTo>
                  <a:cubicBezTo>
                    <a:pt x="0" y="790"/>
                    <a:pt x="162" y="1224"/>
                    <a:pt x="529" y="1393"/>
                  </a:cubicBezTo>
                  <a:cubicBezTo>
                    <a:pt x="628" y="1439"/>
                    <a:pt x="732" y="1460"/>
                    <a:pt x="834" y="1460"/>
                  </a:cubicBezTo>
                  <a:cubicBezTo>
                    <a:pt x="1110" y="1460"/>
                    <a:pt x="1375" y="1302"/>
                    <a:pt x="1499" y="1034"/>
                  </a:cubicBezTo>
                  <a:cubicBezTo>
                    <a:pt x="1669" y="672"/>
                    <a:pt x="1507" y="234"/>
                    <a:pt x="1140" y="68"/>
                  </a:cubicBezTo>
                  <a:cubicBezTo>
                    <a:pt x="1040" y="22"/>
                    <a:pt x="935" y="0"/>
                    <a:pt x="832" y="0"/>
                  </a:cubicBezTo>
                  <a:close/>
                </a:path>
              </a:pathLst>
            </a:custGeom>
            <a:solidFill>
              <a:srgbClr val="4B55E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4" name="Google Shape;1364;p38"/>
            <p:cNvSpPr/>
            <p:nvPr/>
          </p:nvSpPr>
          <p:spPr>
            <a:xfrm>
              <a:off x="-2971395" y="4092428"/>
              <a:ext cx="1837542" cy="2477704"/>
            </a:xfrm>
            <a:custGeom>
              <a:rect b="b" l="l" r="r" t="t"/>
              <a:pathLst>
                <a:path extrusionOk="0" h="1792" w="1329">
                  <a:moveTo>
                    <a:pt x="785" y="1"/>
                  </a:moveTo>
                  <a:lnTo>
                    <a:pt x="750" y="79"/>
                  </a:lnTo>
                  <a:cubicBezTo>
                    <a:pt x="903" y="150"/>
                    <a:pt x="1029" y="265"/>
                    <a:pt x="1112" y="399"/>
                  </a:cubicBezTo>
                  <a:cubicBezTo>
                    <a:pt x="1199" y="534"/>
                    <a:pt x="1242" y="691"/>
                    <a:pt x="1242" y="853"/>
                  </a:cubicBezTo>
                  <a:cubicBezTo>
                    <a:pt x="1242" y="971"/>
                    <a:pt x="1218" y="1093"/>
                    <a:pt x="1163" y="1207"/>
                  </a:cubicBezTo>
                  <a:cubicBezTo>
                    <a:pt x="1092" y="1365"/>
                    <a:pt x="981" y="1488"/>
                    <a:pt x="844" y="1575"/>
                  </a:cubicBezTo>
                  <a:cubicBezTo>
                    <a:pt x="710" y="1657"/>
                    <a:pt x="552" y="1704"/>
                    <a:pt x="390" y="1704"/>
                  </a:cubicBezTo>
                  <a:cubicBezTo>
                    <a:pt x="272" y="1704"/>
                    <a:pt x="150" y="1677"/>
                    <a:pt x="35" y="1626"/>
                  </a:cubicBezTo>
                  <a:lnTo>
                    <a:pt x="0" y="1704"/>
                  </a:lnTo>
                  <a:cubicBezTo>
                    <a:pt x="126" y="1764"/>
                    <a:pt x="260" y="1791"/>
                    <a:pt x="390" y="1791"/>
                  </a:cubicBezTo>
                  <a:cubicBezTo>
                    <a:pt x="568" y="1791"/>
                    <a:pt x="741" y="1740"/>
                    <a:pt x="892" y="1646"/>
                  </a:cubicBezTo>
                  <a:cubicBezTo>
                    <a:pt x="1041" y="1555"/>
                    <a:pt x="1163" y="1417"/>
                    <a:pt x="1242" y="1247"/>
                  </a:cubicBezTo>
                  <a:cubicBezTo>
                    <a:pt x="1301" y="1117"/>
                    <a:pt x="1329" y="983"/>
                    <a:pt x="1329" y="853"/>
                  </a:cubicBezTo>
                  <a:cubicBezTo>
                    <a:pt x="1329" y="676"/>
                    <a:pt x="1281" y="501"/>
                    <a:pt x="1187" y="352"/>
                  </a:cubicBezTo>
                  <a:cubicBezTo>
                    <a:pt x="1092" y="202"/>
                    <a:pt x="958" y="79"/>
                    <a:pt x="785" y="1"/>
                  </a:cubicBezTo>
                  <a:close/>
                </a:path>
              </a:pathLst>
            </a:custGeom>
            <a:solidFill>
              <a:schemeClr val="accent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5" name="Google Shape;1365;p38"/>
            <p:cNvSpPr/>
            <p:nvPr/>
          </p:nvSpPr>
          <p:spPr>
            <a:xfrm>
              <a:off x="-3582527" y="4261112"/>
              <a:ext cx="2307643" cy="2020048"/>
            </a:xfrm>
            <a:custGeom>
              <a:rect b="b" l="l" r="r" t="t"/>
              <a:pathLst>
                <a:path extrusionOk="0" h="1461" w="1669">
                  <a:moveTo>
                    <a:pt x="832" y="0"/>
                  </a:moveTo>
                  <a:cubicBezTo>
                    <a:pt x="557" y="0"/>
                    <a:pt x="294" y="156"/>
                    <a:pt x="170" y="423"/>
                  </a:cubicBezTo>
                  <a:cubicBezTo>
                    <a:pt x="0" y="790"/>
                    <a:pt x="162" y="1224"/>
                    <a:pt x="529" y="1393"/>
                  </a:cubicBezTo>
                  <a:cubicBezTo>
                    <a:pt x="628" y="1439"/>
                    <a:pt x="732" y="1460"/>
                    <a:pt x="834" y="1460"/>
                  </a:cubicBezTo>
                  <a:cubicBezTo>
                    <a:pt x="1110" y="1460"/>
                    <a:pt x="1375" y="1302"/>
                    <a:pt x="1499" y="1034"/>
                  </a:cubicBezTo>
                  <a:cubicBezTo>
                    <a:pt x="1669" y="672"/>
                    <a:pt x="1507" y="234"/>
                    <a:pt x="1140" y="68"/>
                  </a:cubicBezTo>
                  <a:cubicBezTo>
                    <a:pt x="1040" y="22"/>
                    <a:pt x="935" y="0"/>
                    <a:pt x="832" y="0"/>
                  </a:cubicBezTo>
                  <a:close/>
                </a:path>
              </a:pathLst>
            </a:cu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6" name="Google Shape;1366;p38"/>
            <p:cNvSpPr/>
            <p:nvPr/>
          </p:nvSpPr>
          <p:spPr>
            <a:xfrm>
              <a:off x="-3167731" y="4348219"/>
              <a:ext cx="931906" cy="1478050"/>
            </a:xfrm>
            <a:custGeom>
              <a:rect b="b" l="l" r="r" t="t"/>
              <a:pathLst>
                <a:path extrusionOk="0" h="1069" w="674">
                  <a:moveTo>
                    <a:pt x="248" y="0"/>
                  </a:moveTo>
                  <a:cubicBezTo>
                    <a:pt x="242" y="0"/>
                    <a:pt x="236" y="0"/>
                    <a:pt x="229" y="1"/>
                  </a:cubicBezTo>
                  <a:cubicBezTo>
                    <a:pt x="177" y="5"/>
                    <a:pt x="122" y="56"/>
                    <a:pt x="142" y="104"/>
                  </a:cubicBezTo>
                  <a:cubicBezTo>
                    <a:pt x="158" y="155"/>
                    <a:pt x="217" y="163"/>
                    <a:pt x="264" y="187"/>
                  </a:cubicBezTo>
                  <a:cubicBezTo>
                    <a:pt x="324" y="214"/>
                    <a:pt x="363" y="278"/>
                    <a:pt x="366" y="344"/>
                  </a:cubicBezTo>
                  <a:cubicBezTo>
                    <a:pt x="371" y="491"/>
                    <a:pt x="260" y="486"/>
                    <a:pt x="177" y="549"/>
                  </a:cubicBezTo>
                  <a:cubicBezTo>
                    <a:pt x="162" y="557"/>
                    <a:pt x="150" y="569"/>
                    <a:pt x="135" y="573"/>
                  </a:cubicBezTo>
                  <a:cubicBezTo>
                    <a:pt x="130" y="574"/>
                    <a:pt x="126" y="574"/>
                    <a:pt x="122" y="574"/>
                  </a:cubicBezTo>
                  <a:cubicBezTo>
                    <a:pt x="103" y="574"/>
                    <a:pt x="81" y="566"/>
                    <a:pt x="60" y="566"/>
                  </a:cubicBezTo>
                  <a:cubicBezTo>
                    <a:pt x="53" y="566"/>
                    <a:pt x="47" y="566"/>
                    <a:pt x="40" y="569"/>
                  </a:cubicBezTo>
                  <a:cubicBezTo>
                    <a:pt x="0" y="585"/>
                    <a:pt x="4" y="644"/>
                    <a:pt x="16" y="684"/>
                  </a:cubicBezTo>
                  <a:cubicBezTo>
                    <a:pt x="35" y="746"/>
                    <a:pt x="59" y="813"/>
                    <a:pt x="51" y="880"/>
                  </a:cubicBezTo>
                  <a:cubicBezTo>
                    <a:pt x="51" y="900"/>
                    <a:pt x="44" y="920"/>
                    <a:pt x="47" y="940"/>
                  </a:cubicBezTo>
                  <a:cubicBezTo>
                    <a:pt x="47" y="982"/>
                    <a:pt x="97" y="1068"/>
                    <a:pt x="133" y="1068"/>
                  </a:cubicBezTo>
                  <a:cubicBezTo>
                    <a:pt x="147" y="1068"/>
                    <a:pt x="159" y="1055"/>
                    <a:pt x="166" y="1022"/>
                  </a:cubicBezTo>
                  <a:cubicBezTo>
                    <a:pt x="173" y="991"/>
                    <a:pt x="197" y="968"/>
                    <a:pt x="213" y="940"/>
                  </a:cubicBezTo>
                  <a:cubicBezTo>
                    <a:pt x="248" y="877"/>
                    <a:pt x="241" y="802"/>
                    <a:pt x="272" y="742"/>
                  </a:cubicBezTo>
                  <a:cubicBezTo>
                    <a:pt x="304" y="675"/>
                    <a:pt x="359" y="664"/>
                    <a:pt x="402" y="613"/>
                  </a:cubicBezTo>
                  <a:cubicBezTo>
                    <a:pt x="517" y="494"/>
                    <a:pt x="355" y="447"/>
                    <a:pt x="414" y="325"/>
                  </a:cubicBezTo>
                  <a:cubicBezTo>
                    <a:pt x="418" y="316"/>
                    <a:pt x="426" y="305"/>
                    <a:pt x="434" y="301"/>
                  </a:cubicBezTo>
                  <a:cubicBezTo>
                    <a:pt x="442" y="296"/>
                    <a:pt x="450" y="295"/>
                    <a:pt x="458" y="295"/>
                  </a:cubicBezTo>
                  <a:cubicBezTo>
                    <a:pt x="469" y="295"/>
                    <a:pt x="481" y="298"/>
                    <a:pt x="493" y="301"/>
                  </a:cubicBezTo>
                  <a:cubicBezTo>
                    <a:pt x="501" y="303"/>
                    <a:pt x="510" y="304"/>
                    <a:pt x="518" y="304"/>
                  </a:cubicBezTo>
                  <a:cubicBezTo>
                    <a:pt x="558" y="304"/>
                    <a:pt x="597" y="283"/>
                    <a:pt x="623" y="254"/>
                  </a:cubicBezTo>
                  <a:cubicBezTo>
                    <a:pt x="655" y="218"/>
                    <a:pt x="666" y="171"/>
                    <a:pt x="670" y="123"/>
                  </a:cubicBezTo>
                  <a:cubicBezTo>
                    <a:pt x="674" y="104"/>
                    <a:pt x="670" y="80"/>
                    <a:pt x="650" y="72"/>
                  </a:cubicBezTo>
                  <a:cubicBezTo>
                    <a:pt x="649" y="71"/>
                    <a:pt x="647" y="71"/>
                    <a:pt x="645" y="71"/>
                  </a:cubicBezTo>
                  <a:cubicBezTo>
                    <a:pt x="641" y="71"/>
                    <a:pt x="636" y="72"/>
                    <a:pt x="631" y="72"/>
                  </a:cubicBezTo>
                  <a:cubicBezTo>
                    <a:pt x="621" y="73"/>
                    <a:pt x="611" y="73"/>
                    <a:pt x="600" y="73"/>
                  </a:cubicBezTo>
                  <a:cubicBezTo>
                    <a:pt x="527" y="73"/>
                    <a:pt x="451" y="61"/>
                    <a:pt x="382" y="36"/>
                  </a:cubicBezTo>
                  <a:cubicBezTo>
                    <a:pt x="337" y="23"/>
                    <a:pt x="295" y="0"/>
                    <a:pt x="248" y="0"/>
                  </a:cubicBezTo>
                  <a:close/>
                </a:path>
              </a:pathLst>
            </a:custGeom>
            <a:solidFill>
              <a:schemeClr val="accen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7" name="Google Shape;1367;p38"/>
            <p:cNvSpPr/>
            <p:nvPr/>
          </p:nvSpPr>
          <p:spPr>
            <a:xfrm>
              <a:off x="-2349194" y="4975242"/>
              <a:ext cx="927758" cy="1135154"/>
            </a:xfrm>
            <a:custGeom>
              <a:rect b="b" l="l" r="r" t="t"/>
              <a:pathLst>
                <a:path extrusionOk="0" h="821" w="671">
                  <a:moveTo>
                    <a:pt x="264" y="0"/>
                  </a:moveTo>
                  <a:cubicBezTo>
                    <a:pt x="236" y="0"/>
                    <a:pt x="221" y="33"/>
                    <a:pt x="226" y="64"/>
                  </a:cubicBezTo>
                  <a:cubicBezTo>
                    <a:pt x="234" y="91"/>
                    <a:pt x="250" y="119"/>
                    <a:pt x="245" y="146"/>
                  </a:cubicBezTo>
                  <a:cubicBezTo>
                    <a:pt x="242" y="167"/>
                    <a:pt x="220" y="187"/>
                    <a:pt x="203" y="187"/>
                  </a:cubicBezTo>
                  <a:cubicBezTo>
                    <a:pt x="196" y="187"/>
                    <a:pt x="190" y="185"/>
                    <a:pt x="186" y="179"/>
                  </a:cubicBezTo>
                  <a:lnTo>
                    <a:pt x="186" y="179"/>
                  </a:lnTo>
                  <a:cubicBezTo>
                    <a:pt x="170" y="217"/>
                    <a:pt x="194" y="257"/>
                    <a:pt x="206" y="297"/>
                  </a:cubicBezTo>
                  <a:cubicBezTo>
                    <a:pt x="230" y="379"/>
                    <a:pt x="202" y="470"/>
                    <a:pt x="143" y="529"/>
                  </a:cubicBezTo>
                  <a:cubicBezTo>
                    <a:pt x="111" y="561"/>
                    <a:pt x="68" y="581"/>
                    <a:pt x="44" y="620"/>
                  </a:cubicBezTo>
                  <a:cubicBezTo>
                    <a:pt x="21" y="647"/>
                    <a:pt x="13" y="687"/>
                    <a:pt x="8" y="723"/>
                  </a:cubicBezTo>
                  <a:cubicBezTo>
                    <a:pt x="5" y="742"/>
                    <a:pt x="1" y="765"/>
                    <a:pt x="8" y="785"/>
                  </a:cubicBezTo>
                  <a:cubicBezTo>
                    <a:pt x="14" y="799"/>
                    <a:pt x="29" y="809"/>
                    <a:pt x="42" y="809"/>
                  </a:cubicBezTo>
                  <a:cubicBezTo>
                    <a:pt x="49" y="809"/>
                    <a:pt x="55" y="806"/>
                    <a:pt x="60" y="801"/>
                  </a:cubicBezTo>
                  <a:lnTo>
                    <a:pt x="60" y="801"/>
                  </a:lnTo>
                  <a:cubicBezTo>
                    <a:pt x="58" y="816"/>
                    <a:pt x="63" y="820"/>
                    <a:pt x="73" y="820"/>
                  </a:cubicBezTo>
                  <a:cubicBezTo>
                    <a:pt x="83" y="820"/>
                    <a:pt x="99" y="815"/>
                    <a:pt x="115" y="813"/>
                  </a:cubicBezTo>
                  <a:cubicBezTo>
                    <a:pt x="146" y="809"/>
                    <a:pt x="174" y="789"/>
                    <a:pt x="202" y="774"/>
                  </a:cubicBezTo>
                  <a:cubicBezTo>
                    <a:pt x="273" y="730"/>
                    <a:pt x="356" y="710"/>
                    <a:pt x="427" y="671"/>
                  </a:cubicBezTo>
                  <a:cubicBezTo>
                    <a:pt x="576" y="588"/>
                    <a:pt x="671" y="415"/>
                    <a:pt x="656" y="245"/>
                  </a:cubicBezTo>
                  <a:cubicBezTo>
                    <a:pt x="656" y="214"/>
                    <a:pt x="643" y="179"/>
                    <a:pt x="616" y="170"/>
                  </a:cubicBezTo>
                  <a:cubicBezTo>
                    <a:pt x="605" y="166"/>
                    <a:pt x="592" y="170"/>
                    <a:pt x="581" y="162"/>
                  </a:cubicBezTo>
                  <a:cubicBezTo>
                    <a:pt x="580" y="162"/>
                    <a:pt x="580" y="162"/>
                    <a:pt x="579" y="162"/>
                  </a:cubicBezTo>
                  <a:cubicBezTo>
                    <a:pt x="568" y="162"/>
                    <a:pt x="535" y="183"/>
                    <a:pt x="539" y="183"/>
                  </a:cubicBezTo>
                  <a:cubicBezTo>
                    <a:pt x="540" y="183"/>
                    <a:pt x="540" y="183"/>
                    <a:pt x="541" y="182"/>
                  </a:cubicBezTo>
                  <a:lnTo>
                    <a:pt x="541" y="182"/>
                  </a:lnTo>
                  <a:cubicBezTo>
                    <a:pt x="532" y="192"/>
                    <a:pt x="519" y="196"/>
                    <a:pt x="506" y="196"/>
                  </a:cubicBezTo>
                  <a:cubicBezTo>
                    <a:pt x="490" y="196"/>
                    <a:pt x="473" y="190"/>
                    <a:pt x="458" y="182"/>
                  </a:cubicBezTo>
                  <a:cubicBezTo>
                    <a:pt x="434" y="166"/>
                    <a:pt x="419" y="143"/>
                    <a:pt x="399" y="119"/>
                  </a:cubicBezTo>
                  <a:cubicBezTo>
                    <a:pt x="372" y="79"/>
                    <a:pt x="336" y="44"/>
                    <a:pt x="297" y="13"/>
                  </a:cubicBezTo>
                  <a:cubicBezTo>
                    <a:pt x="288" y="4"/>
                    <a:pt x="277" y="1"/>
                    <a:pt x="269" y="1"/>
                  </a:cubicBezTo>
                  <a:cubicBezTo>
                    <a:pt x="267" y="0"/>
                    <a:pt x="265" y="0"/>
                    <a:pt x="264" y="0"/>
                  </a:cubicBezTo>
                  <a:close/>
                </a:path>
              </a:pathLst>
            </a:custGeom>
            <a:solidFill>
              <a:schemeClr val="accen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68" name="Google Shape;1368;p38"/>
          <p:cNvGrpSpPr/>
          <p:nvPr/>
        </p:nvGrpSpPr>
        <p:grpSpPr>
          <a:xfrm rot="-2069997">
            <a:off x="1479334" y="3194778"/>
            <a:ext cx="1164698" cy="1544603"/>
            <a:chOff x="-2765095" y="5771900"/>
            <a:chExt cx="1878393" cy="2491093"/>
          </a:xfrm>
        </p:grpSpPr>
        <p:sp>
          <p:nvSpPr>
            <p:cNvPr id="1369" name="Google Shape;1369;p38"/>
            <p:cNvSpPr/>
            <p:nvPr/>
          </p:nvSpPr>
          <p:spPr>
            <a:xfrm>
              <a:off x="-2353005" y="7660212"/>
              <a:ext cx="472366" cy="600322"/>
            </a:xfrm>
            <a:custGeom>
              <a:rect b="b" l="l" r="r" t="t"/>
              <a:pathLst>
                <a:path extrusionOk="0" h="488" w="384">
                  <a:moveTo>
                    <a:pt x="350" y="0"/>
                  </a:moveTo>
                  <a:cubicBezTo>
                    <a:pt x="341" y="0"/>
                    <a:pt x="331" y="4"/>
                    <a:pt x="325" y="12"/>
                  </a:cubicBezTo>
                  <a:lnTo>
                    <a:pt x="8" y="438"/>
                  </a:lnTo>
                  <a:cubicBezTo>
                    <a:pt x="1" y="449"/>
                    <a:pt x="1" y="469"/>
                    <a:pt x="17" y="480"/>
                  </a:cubicBezTo>
                  <a:cubicBezTo>
                    <a:pt x="22" y="485"/>
                    <a:pt x="28" y="488"/>
                    <a:pt x="34" y="488"/>
                  </a:cubicBezTo>
                  <a:cubicBezTo>
                    <a:pt x="43" y="488"/>
                    <a:pt x="51" y="483"/>
                    <a:pt x="56" y="476"/>
                  </a:cubicBezTo>
                  <a:lnTo>
                    <a:pt x="372" y="51"/>
                  </a:lnTo>
                  <a:cubicBezTo>
                    <a:pt x="383" y="35"/>
                    <a:pt x="379" y="16"/>
                    <a:pt x="368" y="7"/>
                  </a:cubicBezTo>
                  <a:cubicBezTo>
                    <a:pt x="363" y="2"/>
                    <a:pt x="357" y="0"/>
                    <a:pt x="350" y="0"/>
                  </a:cubicBezTo>
                  <a:close/>
                </a:path>
              </a:pathLst>
            </a:cu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0" name="Google Shape;1370;p38"/>
            <p:cNvSpPr/>
            <p:nvPr/>
          </p:nvSpPr>
          <p:spPr>
            <a:xfrm>
              <a:off x="-2353005" y="7660212"/>
              <a:ext cx="472366" cy="600322"/>
            </a:xfrm>
            <a:custGeom>
              <a:rect b="b" l="l" r="r" t="t"/>
              <a:pathLst>
                <a:path extrusionOk="0" h="488" w="384">
                  <a:moveTo>
                    <a:pt x="350" y="0"/>
                  </a:moveTo>
                  <a:cubicBezTo>
                    <a:pt x="341" y="0"/>
                    <a:pt x="331" y="4"/>
                    <a:pt x="325" y="12"/>
                  </a:cubicBezTo>
                  <a:lnTo>
                    <a:pt x="8" y="438"/>
                  </a:lnTo>
                  <a:cubicBezTo>
                    <a:pt x="1" y="449"/>
                    <a:pt x="1" y="469"/>
                    <a:pt x="17" y="480"/>
                  </a:cubicBezTo>
                  <a:cubicBezTo>
                    <a:pt x="22" y="485"/>
                    <a:pt x="28" y="488"/>
                    <a:pt x="34" y="488"/>
                  </a:cubicBezTo>
                  <a:cubicBezTo>
                    <a:pt x="43" y="488"/>
                    <a:pt x="51" y="483"/>
                    <a:pt x="56" y="476"/>
                  </a:cubicBezTo>
                  <a:lnTo>
                    <a:pt x="372" y="51"/>
                  </a:lnTo>
                  <a:cubicBezTo>
                    <a:pt x="383" y="35"/>
                    <a:pt x="379" y="16"/>
                    <a:pt x="368" y="7"/>
                  </a:cubicBezTo>
                  <a:cubicBezTo>
                    <a:pt x="363" y="2"/>
                    <a:pt x="357" y="0"/>
                    <a:pt x="350" y="0"/>
                  </a:cubicBezTo>
                  <a:close/>
                </a:path>
              </a:pathLst>
            </a:cu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1" name="Google Shape;1371;p38"/>
            <p:cNvSpPr/>
            <p:nvPr/>
          </p:nvSpPr>
          <p:spPr>
            <a:xfrm>
              <a:off x="-1790841" y="7660212"/>
              <a:ext cx="467446" cy="602782"/>
            </a:xfrm>
            <a:custGeom>
              <a:rect b="b" l="l" r="r" t="t"/>
              <a:pathLst>
                <a:path extrusionOk="0" h="490" w="380">
                  <a:moveTo>
                    <a:pt x="34" y="0"/>
                  </a:moveTo>
                  <a:cubicBezTo>
                    <a:pt x="27" y="0"/>
                    <a:pt x="20" y="2"/>
                    <a:pt x="13" y="7"/>
                  </a:cubicBezTo>
                  <a:cubicBezTo>
                    <a:pt x="1" y="16"/>
                    <a:pt x="1" y="35"/>
                    <a:pt x="9" y="51"/>
                  </a:cubicBezTo>
                  <a:lnTo>
                    <a:pt x="325" y="476"/>
                  </a:lnTo>
                  <a:cubicBezTo>
                    <a:pt x="329" y="486"/>
                    <a:pt x="338" y="490"/>
                    <a:pt x="348" y="490"/>
                  </a:cubicBezTo>
                  <a:cubicBezTo>
                    <a:pt x="354" y="490"/>
                    <a:pt x="362" y="488"/>
                    <a:pt x="368" y="485"/>
                  </a:cubicBezTo>
                  <a:cubicBezTo>
                    <a:pt x="379" y="473"/>
                    <a:pt x="379" y="453"/>
                    <a:pt x="372" y="438"/>
                  </a:cubicBezTo>
                  <a:lnTo>
                    <a:pt x="57" y="12"/>
                  </a:lnTo>
                  <a:cubicBezTo>
                    <a:pt x="52" y="4"/>
                    <a:pt x="43" y="0"/>
                    <a:pt x="34" y="0"/>
                  </a:cubicBezTo>
                  <a:close/>
                </a:path>
              </a:pathLst>
            </a:cu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2" name="Google Shape;1372;p38"/>
            <p:cNvSpPr/>
            <p:nvPr/>
          </p:nvSpPr>
          <p:spPr>
            <a:xfrm>
              <a:off x="-2478478" y="5771900"/>
              <a:ext cx="1257183" cy="487146"/>
            </a:xfrm>
            <a:custGeom>
              <a:rect b="b" l="l" r="r" t="t"/>
              <a:pathLst>
                <a:path extrusionOk="0" h="396" w="1022">
                  <a:moveTo>
                    <a:pt x="347" y="0"/>
                  </a:moveTo>
                  <a:lnTo>
                    <a:pt x="347" y="0"/>
                  </a:lnTo>
                  <a:lnTo>
                    <a:pt x="347" y="0"/>
                  </a:lnTo>
                  <a:cubicBezTo>
                    <a:pt x="278" y="2"/>
                    <a:pt x="213" y="34"/>
                    <a:pt x="174" y="87"/>
                  </a:cubicBezTo>
                  <a:cubicBezTo>
                    <a:pt x="158" y="107"/>
                    <a:pt x="150" y="122"/>
                    <a:pt x="146" y="142"/>
                  </a:cubicBezTo>
                  <a:cubicBezTo>
                    <a:pt x="143" y="162"/>
                    <a:pt x="143" y="182"/>
                    <a:pt x="143" y="198"/>
                  </a:cubicBezTo>
                  <a:lnTo>
                    <a:pt x="143" y="241"/>
                  </a:lnTo>
                  <a:lnTo>
                    <a:pt x="143" y="269"/>
                  </a:lnTo>
                  <a:cubicBezTo>
                    <a:pt x="139" y="288"/>
                    <a:pt x="139" y="308"/>
                    <a:pt x="130" y="324"/>
                  </a:cubicBezTo>
                  <a:cubicBezTo>
                    <a:pt x="127" y="332"/>
                    <a:pt x="123" y="335"/>
                    <a:pt x="119" y="344"/>
                  </a:cubicBezTo>
                  <a:cubicBezTo>
                    <a:pt x="115" y="348"/>
                    <a:pt x="110" y="351"/>
                    <a:pt x="103" y="355"/>
                  </a:cubicBezTo>
                  <a:cubicBezTo>
                    <a:pt x="99" y="359"/>
                    <a:pt x="92" y="359"/>
                    <a:pt x="83" y="359"/>
                  </a:cubicBezTo>
                  <a:cubicBezTo>
                    <a:pt x="72" y="359"/>
                    <a:pt x="59" y="355"/>
                    <a:pt x="52" y="348"/>
                  </a:cubicBezTo>
                  <a:cubicBezTo>
                    <a:pt x="44" y="344"/>
                    <a:pt x="36" y="335"/>
                    <a:pt x="36" y="328"/>
                  </a:cubicBezTo>
                  <a:cubicBezTo>
                    <a:pt x="36" y="316"/>
                    <a:pt x="28" y="312"/>
                    <a:pt x="16" y="312"/>
                  </a:cubicBezTo>
                  <a:cubicBezTo>
                    <a:pt x="8" y="312"/>
                    <a:pt x="1" y="324"/>
                    <a:pt x="4" y="332"/>
                  </a:cubicBezTo>
                  <a:cubicBezTo>
                    <a:pt x="8" y="351"/>
                    <a:pt x="21" y="368"/>
                    <a:pt x="32" y="375"/>
                  </a:cubicBezTo>
                  <a:cubicBezTo>
                    <a:pt x="48" y="387"/>
                    <a:pt x="68" y="391"/>
                    <a:pt x="83" y="391"/>
                  </a:cubicBezTo>
                  <a:cubicBezTo>
                    <a:pt x="95" y="391"/>
                    <a:pt x="107" y="391"/>
                    <a:pt x="119" y="387"/>
                  </a:cubicBezTo>
                  <a:cubicBezTo>
                    <a:pt x="127" y="379"/>
                    <a:pt x="139" y="371"/>
                    <a:pt x="146" y="364"/>
                  </a:cubicBezTo>
                  <a:cubicBezTo>
                    <a:pt x="154" y="351"/>
                    <a:pt x="162" y="335"/>
                    <a:pt x="166" y="320"/>
                  </a:cubicBezTo>
                  <a:cubicBezTo>
                    <a:pt x="170" y="304"/>
                    <a:pt x="174" y="288"/>
                    <a:pt x="174" y="273"/>
                  </a:cubicBezTo>
                  <a:lnTo>
                    <a:pt x="174" y="241"/>
                  </a:lnTo>
                  <a:lnTo>
                    <a:pt x="174" y="198"/>
                  </a:lnTo>
                  <a:cubicBezTo>
                    <a:pt x="174" y="182"/>
                    <a:pt x="174" y="166"/>
                    <a:pt x="178" y="151"/>
                  </a:cubicBezTo>
                  <a:cubicBezTo>
                    <a:pt x="181" y="135"/>
                    <a:pt x="190" y="122"/>
                    <a:pt x="201" y="107"/>
                  </a:cubicBezTo>
                  <a:cubicBezTo>
                    <a:pt x="232" y="66"/>
                    <a:pt x="282" y="36"/>
                    <a:pt x="341" y="36"/>
                  </a:cubicBezTo>
                  <a:cubicBezTo>
                    <a:pt x="345" y="36"/>
                    <a:pt x="348" y="36"/>
                    <a:pt x="352" y="36"/>
                  </a:cubicBezTo>
                  <a:lnTo>
                    <a:pt x="678" y="36"/>
                  </a:lnTo>
                  <a:cubicBezTo>
                    <a:pt x="738" y="36"/>
                    <a:pt x="793" y="64"/>
                    <a:pt x="825" y="107"/>
                  </a:cubicBezTo>
                  <a:cubicBezTo>
                    <a:pt x="836" y="122"/>
                    <a:pt x="844" y="139"/>
                    <a:pt x="849" y="151"/>
                  </a:cubicBezTo>
                  <a:cubicBezTo>
                    <a:pt x="852" y="166"/>
                    <a:pt x="852" y="182"/>
                    <a:pt x="852" y="198"/>
                  </a:cubicBezTo>
                  <a:lnTo>
                    <a:pt x="852" y="245"/>
                  </a:lnTo>
                  <a:lnTo>
                    <a:pt x="852" y="273"/>
                  </a:lnTo>
                  <a:cubicBezTo>
                    <a:pt x="852" y="293"/>
                    <a:pt x="856" y="316"/>
                    <a:pt x="864" y="335"/>
                  </a:cubicBezTo>
                  <a:cubicBezTo>
                    <a:pt x="868" y="348"/>
                    <a:pt x="872" y="355"/>
                    <a:pt x="880" y="364"/>
                  </a:cubicBezTo>
                  <a:cubicBezTo>
                    <a:pt x="887" y="375"/>
                    <a:pt x="896" y="383"/>
                    <a:pt x="907" y="387"/>
                  </a:cubicBezTo>
                  <a:cubicBezTo>
                    <a:pt x="920" y="391"/>
                    <a:pt x="931" y="395"/>
                    <a:pt x="943" y="395"/>
                  </a:cubicBezTo>
                  <a:cubicBezTo>
                    <a:pt x="958" y="395"/>
                    <a:pt x="978" y="387"/>
                    <a:pt x="994" y="379"/>
                  </a:cubicBezTo>
                  <a:cubicBezTo>
                    <a:pt x="1006" y="368"/>
                    <a:pt x="1018" y="351"/>
                    <a:pt x="1022" y="332"/>
                  </a:cubicBezTo>
                  <a:cubicBezTo>
                    <a:pt x="1022" y="324"/>
                    <a:pt x="1018" y="316"/>
                    <a:pt x="1009" y="316"/>
                  </a:cubicBezTo>
                  <a:cubicBezTo>
                    <a:pt x="1007" y="316"/>
                    <a:pt x="1005" y="315"/>
                    <a:pt x="1003" y="315"/>
                  </a:cubicBezTo>
                  <a:cubicBezTo>
                    <a:pt x="995" y="315"/>
                    <a:pt x="991" y="322"/>
                    <a:pt x="991" y="328"/>
                  </a:cubicBezTo>
                  <a:cubicBezTo>
                    <a:pt x="986" y="335"/>
                    <a:pt x="982" y="344"/>
                    <a:pt x="974" y="351"/>
                  </a:cubicBezTo>
                  <a:cubicBezTo>
                    <a:pt x="962" y="359"/>
                    <a:pt x="951" y="364"/>
                    <a:pt x="943" y="364"/>
                  </a:cubicBezTo>
                  <a:cubicBezTo>
                    <a:pt x="935" y="364"/>
                    <a:pt x="927" y="359"/>
                    <a:pt x="923" y="359"/>
                  </a:cubicBezTo>
                  <a:cubicBezTo>
                    <a:pt x="915" y="355"/>
                    <a:pt x="911" y="351"/>
                    <a:pt x="907" y="344"/>
                  </a:cubicBezTo>
                  <a:cubicBezTo>
                    <a:pt x="900" y="335"/>
                    <a:pt x="896" y="324"/>
                    <a:pt x="891" y="312"/>
                  </a:cubicBezTo>
                  <a:cubicBezTo>
                    <a:pt x="887" y="300"/>
                    <a:pt x="887" y="284"/>
                    <a:pt x="884" y="273"/>
                  </a:cubicBezTo>
                  <a:lnTo>
                    <a:pt x="884" y="245"/>
                  </a:lnTo>
                  <a:lnTo>
                    <a:pt x="884" y="198"/>
                  </a:lnTo>
                  <a:cubicBezTo>
                    <a:pt x="884" y="182"/>
                    <a:pt x="884" y="162"/>
                    <a:pt x="880" y="142"/>
                  </a:cubicBezTo>
                  <a:cubicBezTo>
                    <a:pt x="876" y="127"/>
                    <a:pt x="868" y="107"/>
                    <a:pt x="852" y="87"/>
                  </a:cubicBezTo>
                  <a:cubicBezTo>
                    <a:pt x="814" y="38"/>
                    <a:pt x="749" y="2"/>
                    <a:pt x="684" y="0"/>
                  </a:cubicBezTo>
                  <a:lnTo>
                    <a:pt x="684" y="0"/>
                  </a:lnTo>
                  <a:cubicBezTo>
                    <a:pt x="684" y="0"/>
                    <a:pt x="683" y="0"/>
                    <a:pt x="683" y="0"/>
                  </a:cubicBezTo>
                  <a:close/>
                </a:path>
              </a:pathLst>
            </a:custGeom>
            <a:solidFill>
              <a:schemeClr val="dk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3" name="Google Shape;1373;p38"/>
            <p:cNvSpPr/>
            <p:nvPr/>
          </p:nvSpPr>
          <p:spPr>
            <a:xfrm>
              <a:off x="-2473557" y="6150793"/>
              <a:ext cx="253405" cy="413336"/>
            </a:xfrm>
            <a:custGeom>
              <a:rect b="b" l="l" r="r" t="t"/>
              <a:pathLst>
                <a:path extrusionOk="0" h="336" w="206">
                  <a:moveTo>
                    <a:pt x="31" y="1"/>
                  </a:moveTo>
                  <a:cubicBezTo>
                    <a:pt x="27" y="1"/>
                    <a:pt x="23" y="2"/>
                    <a:pt x="20" y="4"/>
                  </a:cubicBezTo>
                  <a:cubicBezTo>
                    <a:pt x="4" y="8"/>
                    <a:pt x="0" y="24"/>
                    <a:pt x="4" y="40"/>
                  </a:cubicBezTo>
                  <a:lnTo>
                    <a:pt x="146" y="320"/>
                  </a:lnTo>
                  <a:cubicBezTo>
                    <a:pt x="151" y="330"/>
                    <a:pt x="160" y="335"/>
                    <a:pt x="170" y="335"/>
                  </a:cubicBezTo>
                  <a:cubicBezTo>
                    <a:pt x="175" y="335"/>
                    <a:pt x="181" y="334"/>
                    <a:pt x="186" y="331"/>
                  </a:cubicBezTo>
                  <a:cubicBezTo>
                    <a:pt x="197" y="327"/>
                    <a:pt x="206" y="311"/>
                    <a:pt x="197" y="300"/>
                  </a:cubicBezTo>
                  <a:lnTo>
                    <a:pt x="55" y="16"/>
                  </a:lnTo>
                  <a:cubicBezTo>
                    <a:pt x="50" y="7"/>
                    <a:pt x="40" y="1"/>
                    <a:pt x="31" y="1"/>
                  </a:cubicBezTo>
                  <a:close/>
                </a:path>
              </a:pathLst>
            </a:custGeom>
            <a:solidFill>
              <a:srgbClr val="340036"/>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4" name="Google Shape;1374;p38"/>
            <p:cNvSpPr/>
            <p:nvPr/>
          </p:nvSpPr>
          <p:spPr>
            <a:xfrm>
              <a:off x="-2697439" y="6161864"/>
              <a:ext cx="724541" cy="436709"/>
            </a:xfrm>
            <a:custGeom>
              <a:rect b="b" l="l" r="r" t="t"/>
              <a:pathLst>
                <a:path extrusionOk="0" h="355" w="589">
                  <a:moveTo>
                    <a:pt x="391" y="0"/>
                  </a:moveTo>
                  <a:cubicBezTo>
                    <a:pt x="357" y="0"/>
                    <a:pt x="322" y="8"/>
                    <a:pt x="288" y="23"/>
                  </a:cubicBezTo>
                  <a:lnTo>
                    <a:pt x="159" y="78"/>
                  </a:lnTo>
                  <a:cubicBezTo>
                    <a:pt x="48" y="129"/>
                    <a:pt x="1" y="247"/>
                    <a:pt x="44" y="354"/>
                  </a:cubicBezTo>
                  <a:lnTo>
                    <a:pt x="588" y="109"/>
                  </a:lnTo>
                  <a:cubicBezTo>
                    <a:pt x="547" y="40"/>
                    <a:pt x="471" y="0"/>
                    <a:pt x="391" y="0"/>
                  </a:cubicBezTo>
                  <a:close/>
                </a:path>
              </a:pathLst>
            </a:custGeom>
            <a:solidFill>
              <a:schemeClr val="dk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5" name="Google Shape;1375;p38"/>
            <p:cNvSpPr/>
            <p:nvPr/>
          </p:nvSpPr>
          <p:spPr>
            <a:xfrm>
              <a:off x="-1474700" y="6153253"/>
              <a:ext cx="258325" cy="412106"/>
            </a:xfrm>
            <a:custGeom>
              <a:rect b="b" l="l" r="r" t="t"/>
              <a:pathLst>
                <a:path extrusionOk="0" h="335" w="210">
                  <a:moveTo>
                    <a:pt x="179" y="0"/>
                  </a:moveTo>
                  <a:cubicBezTo>
                    <a:pt x="167" y="0"/>
                    <a:pt x="157" y="5"/>
                    <a:pt x="151" y="18"/>
                  </a:cubicBezTo>
                  <a:lnTo>
                    <a:pt x="9" y="298"/>
                  </a:lnTo>
                  <a:cubicBezTo>
                    <a:pt x="0" y="309"/>
                    <a:pt x="4" y="325"/>
                    <a:pt x="20" y="333"/>
                  </a:cubicBezTo>
                  <a:cubicBezTo>
                    <a:pt x="23" y="334"/>
                    <a:pt x="27" y="335"/>
                    <a:pt x="31" y="335"/>
                  </a:cubicBezTo>
                  <a:cubicBezTo>
                    <a:pt x="41" y="335"/>
                    <a:pt x="53" y="330"/>
                    <a:pt x="56" y="322"/>
                  </a:cubicBezTo>
                  <a:lnTo>
                    <a:pt x="202" y="38"/>
                  </a:lnTo>
                  <a:cubicBezTo>
                    <a:pt x="210" y="25"/>
                    <a:pt x="202" y="10"/>
                    <a:pt x="190" y="2"/>
                  </a:cubicBezTo>
                  <a:cubicBezTo>
                    <a:pt x="186" y="1"/>
                    <a:pt x="183" y="0"/>
                    <a:pt x="179" y="0"/>
                  </a:cubicBezTo>
                  <a:close/>
                </a:path>
              </a:pathLst>
            </a:custGeom>
            <a:solidFill>
              <a:srgbClr val="340036"/>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6" name="Google Shape;1376;p38"/>
            <p:cNvSpPr/>
            <p:nvPr/>
          </p:nvSpPr>
          <p:spPr>
            <a:xfrm>
              <a:off x="-1721954" y="6161864"/>
              <a:ext cx="724541" cy="441630"/>
            </a:xfrm>
            <a:custGeom>
              <a:rect b="b" l="l" r="r" t="t"/>
              <a:pathLst>
                <a:path extrusionOk="0" h="359" w="589">
                  <a:moveTo>
                    <a:pt x="202" y="0"/>
                  </a:moveTo>
                  <a:cubicBezTo>
                    <a:pt x="121" y="0"/>
                    <a:pt x="42" y="41"/>
                    <a:pt x="1" y="113"/>
                  </a:cubicBezTo>
                  <a:lnTo>
                    <a:pt x="545" y="358"/>
                  </a:lnTo>
                  <a:cubicBezTo>
                    <a:pt x="588" y="251"/>
                    <a:pt x="541" y="129"/>
                    <a:pt x="430" y="82"/>
                  </a:cubicBezTo>
                  <a:lnTo>
                    <a:pt x="305" y="23"/>
                  </a:lnTo>
                  <a:cubicBezTo>
                    <a:pt x="272" y="8"/>
                    <a:pt x="237" y="0"/>
                    <a:pt x="202" y="0"/>
                  </a:cubicBezTo>
                  <a:close/>
                </a:path>
              </a:pathLst>
            </a:custGeom>
            <a:solidFill>
              <a:schemeClr val="dk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7" name="Google Shape;1377;p38"/>
            <p:cNvSpPr/>
            <p:nvPr/>
          </p:nvSpPr>
          <p:spPr>
            <a:xfrm>
              <a:off x="-2765095" y="6436192"/>
              <a:ext cx="1878393" cy="1767751"/>
            </a:xfrm>
            <a:custGeom>
              <a:rect b="b" l="l" r="r" t="t"/>
              <a:pathLst>
                <a:path extrusionOk="0" h="1437" w="1527">
                  <a:moveTo>
                    <a:pt x="765" y="1"/>
                  </a:moveTo>
                  <a:cubicBezTo>
                    <a:pt x="343" y="1"/>
                    <a:pt x="1" y="321"/>
                    <a:pt x="1" y="718"/>
                  </a:cubicBezTo>
                  <a:cubicBezTo>
                    <a:pt x="1" y="1113"/>
                    <a:pt x="340" y="1433"/>
                    <a:pt x="762" y="1436"/>
                  </a:cubicBezTo>
                  <a:cubicBezTo>
                    <a:pt x="1184" y="1436"/>
                    <a:pt x="1523" y="1117"/>
                    <a:pt x="1523" y="718"/>
                  </a:cubicBezTo>
                  <a:cubicBezTo>
                    <a:pt x="1526" y="324"/>
                    <a:pt x="1184" y="5"/>
                    <a:pt x="765" y="1"/>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8" name="Google Shape;1378;p38"/>
            <p:cNvSpPr/>
            <p:nvPr/>
          </p:nvSpPr>
          <p:spPr>
            <a:xfrm>
              <a:off x="-1867108" y="6557979"/>
              <a:ext cx="83648" cy="73810"/>
            </a:xfrm>
            <a:custGeom>
              <a:rect b="b" l="l" r="r" t="t"/>
              <a:pathLst>
                <a:path extrusionOk="0" h="60" w="68">
                  <a:moveTo>
                    <a:pt x="35" y="0"/>
                  </a:moveTo>
                  <a:cubicBezTo>
                    <a:pt x="16" y="0"/>
                    <a:pt x="0" y="12"/>
                    <a:pt x="0" y="28"/>
                  </a:cubicBezTo>
                  <a:cubicBezTo>
                    <a:pt x="0" y="47"/>
                    <a:pt x="16" y="60"/>
                    <a:pt x="35" y="60"/>
                  </a:cubicBezTo>
                  <a:cubicBezTo>
                    <a:pt x="52" y="60"/>
                    <a:pt x="68" y="47"/>
                    <a:pt x="68" y="32"/>
                  </a:cubicBezTo>
                  <a:cubicBezTo>
                    <a:pt x="68" y="12"/>
                    <a:pt x="52" y="0"/>
                    <a:pt x="35" y="0"/>
                  </a:cubicBezTo>
                  <a:close/>
                </a:path>
              </a:pathLst>
            </a:custGeom>
            <a:solidFill>
              <a:srgbClr val="1C1C1B"/>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9" name="Google Shape;1379;p38"/>
            <p:cNvSpPr/>
            <p:nvPr/>
          </p:nvSpPr>
          <p:spPr>
            <a:xfrm>
              <a:off x="-1867108" y="8008350"/>
              <a:ext cx="77498" cy="73810"/>
            </a:xfrm>
            <a:custGeom>
              <a:rect b="b" l="l" r="r" t="t"/>
              <a:pathLst>
                <a:path extrusionOk="0" h="60" w="63">
                  <a:moveTo>
                    <a:pt x="32" y="0"/>
                  </a:moveTo>
                  <a:cubicBezTo>
                    <a:pt x="12" y="0"/>
                    <a:pt x="0" y="13"/>
                    <a:pt x="0" y="32"/>
                  </a:cubicBezTo>
                  <a:cubicBezTo>
                    <a:pt x="0" y="48"/>
                    <a:pt x="12" y="60"/>
                    <a:pt x="32" y="60"/>
                  </a:cubicBezTo>
                  <a:cubicBezTo>
                    <a:pt x="52" y="60"/>
                    <a:pt x="63" y="48"/>
                    <a:pt x="63" y="32"/>
                  </a:cubicBezTo>
                  <a:cubicBezTo>
                    <a:pt x="63" y="13"/>
                    <a:pt x="52" y="0"/>
                    <a:pt x="32" y="0"/>
                  </a:cubicBezTo>
                  <a:close/>
                </a:path>
              </a:pathLst>
            </a:custGeom>
            <a:solidFill>
              <a:srgbClr val="1C1C1B"/>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0" name="Google Shape;1380;p38"/>
            <p:cNvSpPr/>
            <p:nvPr/>
          </p:nvSpPr>
          <p:spPr>
            <a:xfrm>
              <a:off x="-1097053" y="7280089"/>
              <a:ext cx="84878" cy="79961"/>
            </a:xfrm>
            <a:custGeom>
              <a:rect b="b" l="l" r="r" t="t"/>
              <a:pathLst>
                <a:path extrusionOk="0" h="65" w="69">
                  <a:moveTo>
                    <a:pt x="33" y="1"/>
                  </a:moveTo>
                  <a:cubicBezTo>
                    <a:pt x="17" y="1"/>
                    <a:pt x="1" y="17"/>
                    <a:pt x="1" y="32"/>
                  </a:cubicBezTo>
                  <a:cubicBezTo>
                    <a:pt x="1" y="52"/>
                    <a:pt x="17" y="64"/>
                    <a:pt x="33" y="64"/>
                  </a:cubicBezTo>
                  <a:cubicBezTo>
                    <a:pt x="52" y="64"/>
                    <a:pt x="68" y="52"/>
                    <a:pt x="68" y="32"/>
                  </a:cubicBezTo>
                  <a:cubicBezTo>
                    <a:pt x="68" y="17"/>
                    <a:pt x="52" y="5"/>
                    <a:pt x="33" y="1"/>
                  </a:cubicBezTo>
                  <a:close/>
                </a:path>
              </a:pathLst>
            </a:custGeom>
            <a:solidFill>
              <a:srgbClr val="1C1C1B"/>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1" name="Google Shape;1381;p38"/>
            <p:cNvSpPr/>
            <p:nvPr/>
          </p:nvSpPr>
          <p:spPr>
            <a:xfrm>
              <a:off x="-2483398" y="6703139"/>
              <a:ext cx="1311308" cy="1233858"/>
            </a:xfrm>
            <a:custGeom>
              <a:rect b="b" l="l" r="r" t="t"/>
              <a:pathLst>
                <a:path extrusionOk="0" h="1003" w="1066">
                  <a:moveTo>
                    <a:pt x="536" y="0"/>
                  </a:moveTo>
                  <a:cubicBezTo>
                    <a:pt x="241" y="0"/>
                    <a:pt x="1" y="226"/>
                    <a:pt x="1" y="501"/>
                  </a:cubicBezTo>
                  <a:cubicBezTo>
                    <a:pt x="1" y="777"/>
                    <a:pt x="237" y="1003"/>
                    <a:pt x="533" y="1003"/>
                  </a:cubicBezTo>
                  <a:cubicBezTo>
                    <a:pt x="829" y="1003"/>
                    <a:pt x="1066" y="777"/>
                    <a:pt x="1066" y="501"/>
                  </a:cubicBezTo>
                  <a:cubicBezTo>
                    <a:pt x="1066" y="226"/>
                    <a:pt x="829" y="0"/>
                    <a:pt x="536" y="0"/>
                  </a:cubicBezTo>
                  <a:close/>
                </a:path>
              </a:pathLst>
            </a:custGeom>
            <a:solidFill>
              <a:schemeClr val="accent5"/>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2" name="Google Shape;1382;p38"/>
            <p:cNvSpPr/>
            <p:nvPr/>
          </p:nvSpPr>
          <p:spPr>
            <a:xfrm>
              <a:off x="-1828974" y="7067270"/>
              <a:ext cx="6151" cy="253415"/>
            </a:xfrm>
            <a:custGeom>
              <a:rect b="b" l="l" r="r" t="t"/>
              <a:pathLst>
                <a:path extrusionOk="0" h="206" w="5">
                  <a:moveTo>
                    <a:pt x="4" y="1"/>
                  </a:moveTo>
                  <a:lnTo>
                    <a:pt x="1" y="205"/>
                  </a:lnTo>
                  <a:close/>
                </a:path>
              </a:pathLst>
            </a:custGeom>
            <a:solidFill>
              <a:srgbClr val="340036"/>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3" name="Google Shape;1383;p38"/>
            <p:cNvSpPr/>
            <p:nvPr/>
          </p:nvSpPr>
          <p:spPr>
            <a:xfrm>
              <a:off x="-1848656" y="7047587"/>
              <a:ext cx="45514" cy="292780"/>
            </a:xfrm>
            <a:custGeom>
              <a:rect b="b" l="l" r="r" t="t"/>
              <a:pathLst>
                <a:path extrusionOk="0" h="238" w="37">
                  <a:moveTo>
                    <a:pt x="20" y="1"/>
                  </a:moveTo>
                  <a:cubicBezTo>
                    <a:pt x="13" y="1"/>
                    <a:pt x="5" y="8"/>
                    <a:pt x="5" y="17"/>
                  </a:cubicBezTo>
                  <a:lnTo>
                    <a:pt x="1" y="221"/>
                  </a:lnTo>
                  <a:cubicBezTo>
                    <a:pt x="1" y="230"/>
                    <a:pt x="9" y="237"/>
                    <a:pt x="17" y="237"/>
                  </a:cubicBezTo>
                  <a:cubicBezTo>
                    <a:pt x="29" y="237"/>
                    <a:pt x="37" y="230"/>
                    <a:pt x="37" y="221"/>
                  </a:cubicBezTo>
                  <a:lnTo>
                    <a:pt x="37" y="17"/>
                  </a:lnTo>
                  <a:cubicBezTo>
                    <a:pt x="37" y="8"/>
                    <a:pt x="29" y="1"/>
                    <a:pt x="20" y="1"/>
                  </a:cubicBezTo>
                  <a:close/>
                </a:path>
              </a:pathLst>
            </a:custGeom>
            <a:solidFill>
              <a:schemeClr val="accent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4" name="Google Shape;1384;p38"/>
            <p:cNvSpPr/>
            <p:nvPr/>
          </p:nvSpPr>
          <p:spPr>
            <a:xfrm>
              <a:off x="-1929844" y="6882744"/>
              <a:ext cx="214041" cy="170993"/>
            </a:xfrm>
            <a:custGeom>
              <a:rect b="b" l="l" r="r" t="t"/>
              <a:pathLst>
                <a:path extrusionOk="0" h="139" w="174">
                  <a:moveTo>
                    <a:pt x="86" y="0"/>
                  </a:moveTo>
                  <a:lnTo>
                    <a:pt x="0" y="138"/>
                  </a:lnTo>
                  <a:lnTo>
                    <a:pt x="174" y="138"/>
                  </a:lnTo>
                  <a:lnTo>
                    <a:pt x="86" y="0"/>
                  </a:lnTo>
                  <a:close/>
                </a:path>
              </a:pathLst>
            </a:custGeom>
            <a:solidFill>
              <a:schemeClr val="accent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5" name="Google Shape;1385;p38"/>
            <p:cNvSpPr/>
            <p:nvPr/>
          </p:nvSpPr>
          <p:spPr>
            <a:xfrm>
              <a:off x="-1824054" y="7296081"/>
              <a:ext cx="549864" cy="24603"/>
            </a:xfrm>
            <a:custGeom>
              <a:rect b="b" l="l" r="r" t="t"/>
              <a:pathLst>
                <a:path extrusionOk="0" h="20" w="447">
                  <a:moveTo>
                    <a:pt x="446" y="0"/>
                  </a:moveTo>
                  <a:lnTo>
                    <a:pt x="0" y="19"/>
                  </a:lnTo>
                  <a:close/>
                </a:path>
              </a:pathLst>
            </a:custGeom>
            <a:solidFill>
              <a:srgbClr val="340036"/>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6" name="Google Shape;1386;p38"/>
            <p:cNvSpPr/>
            <p:nvPr/>
          </p:nvSpPr>
          <p:spPr>
            <a:xfrm>
              <a:off x="-1848656" y="7271478"/>
              <a:ext cx="594148" cy="68889"/>
            </a:xfrm>
            <a:custGeom>
              <a:rect b="b" l="l" r="r" t="t"/>
              <a:pathLst>
                <a:path extrusionOk="0" h="56" w="483">
                  <a:moveTo>
                    <a:pt x="466" y="0"/>
                  </a:moveTo>
                  <a:lnTo>
                    <a:pt x="20" y="24"/>
                  </a:lnTo>
                  <a:cubicBezTo>
                    <a:pt x="9" y="24"/>
                    <a:pt x="1" y="32"/>
                    <a:pt x="5" y="39"/>
                  </a:cubicBezTo>
                  <a:cubicBezTo>
                    <a:pt x="5" y="51"/>
                    <a:pt x="13" y="55"/>
                    <a:pt x="20" y="55"/>
                  </a:cubicBezTo>
                  <a:lnTo>
                    <a:pt x="466" y="35"/>
                  </a:lnTo>
                  <a:cubicBezTo>
                    <a:pt x="474" y="35"/>
                    <a:pt x="482" y="28"/>
                    <a:pt x="482" y="15"/>
                  </a:cubicBezTo>
                  <a:cubicBezTo>
                    <a:pt x="482" y="8"/>
                    <a:pt x="474" y="0"/>
                    <a:pt x="466" y="0"/>
                  </a:cubicBezTo>
                  <a:close/>
                </a:path>
              </a:pathLst>
            </a:custGeom>
            <a:solidFill>
              <a:schemeClr val="accent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7" name="Google Shape;1387;p38"/>
            <p:cNvSpPr/>
            <p:nvPr/>
          </p:nvSpPr>
          <p:spPr>
            <a:xfrm>
              <a:off x="-1304943" y="7164453"/>
              <a:ext cx="93489" cy="258335"/>
            </a:xfrm>
            <a:custGeom>
              <a:rect b="b" l="l" r="r" t="t"/>
              <a:pathLst>
                <a:path extrusionOk="0" h="210" w="76">
                  <a:moveTo>
                    <a:pt x="1" y="0"/>
                  </a:moveTo>
                  <a:lnTo>
                    <a:pt x="13" y="209"/>
                  </a:lnTo>
                  <a:lnTo>
                    <a:pt x="75" y="102"/>
                  </a:lnTo>
                  <a:lnTo>
                    <a:pt x="1" y="0"/>
                  </a:lnTo>
                  <a:close/>
                </a:path>
              </a:pathLst>
            </a:custGeom>
            <a:solidFill>
              <a:schemeClr val="accent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8" name="Google Shape;1388;p38"/>
            <p:cNvSpPr/>
            <p:nvPr/>
          </p:nvSpPr>
          <p:spPr>
            <a:xfrm>
              <a:off x="-1906472" y="7241954"/>
              <a:ext cx="161146" cy="156231"/>
            </a:xfrm>
            <a:custGeom>
              <a:rect b="b" l="l" r="r" t="t"/>
              <a:pathLst>
                <a:path extrusionOk="0" h="127" w="131">
                  <a:moveTo>
                    <a:pt x="64" y="1"/>
                  </a:moveTo>
                  <a:cubicBezTo>
                    <a:pt x="29" y="1"/>
                    <a:pt x="0" y="28"/>
                    <a:pt x="0" y="63"/>
                  </a:cubicBezTo>
                  <a:cubicBezTo>
                    <a:pt x="0" y="99"/>
                    <a:pt x="29" y="126"/>
                    <a:pt x="64" y="126"/>
                  </a:cubicBezTo>
                  <a:cubicBezTo>
                    <a:pt x="100" y="126"/>
                    <a:pt x="131" y="99"/>
                    <a:pt x="131" y="63"/>
                  </a:cubicBezTo>
                  <a:cubicBezTo>
                    <a:pt x="131" y="28"/>
                    <a:pt x="103" y="1"/>
                    <a:pt x="64" y="1"/>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9" name="Google Shape;1389;p38"/>
            <p:cNvSpPr/>
            <p:nvPr/>
          </p:nvSpPr>
          <p:spPr>
            <a:xfrm>
              <a:off x="-1867108" y="6557979"/>
              <a:ext cx="83648" cy="73810"/>
            </a:xfrm>
            <a:custGeom>
              <a:rect b="b" l="l" r="r" t="t"/>
              <a:pathLst>
                <a:path extrusionOk="0" h="60" w="68">
                  <a:moveTo>
                    <a:pt x="35" y="0"/>
                  </a:moveTo>
                  <a:cubicBezTo>
                    <a:pt x="16" y="0"/>
                    <a:pt x="0" y="12"/>
                    <a:pt x="0" y="28"/>
                  </a:cubicBezTo>
                  <a:cubicBezTo>
                    <a:pt x="0" y="47"/>
                    <a:pt x="16" y="60"/>
                    <a:pt x="35" y="60"/>
                  </a:cubicBezTo>
                  <a:cubicBezTo>
                    <a:pt x="52" y="60"/>
                    <a:pt x="68" y="47"/>
                    <a:pt x="68" y="32"/>
                  </a:cubicBezTo>
                  <a:cubicBezTo>
                    <a:pt x="68" y="12"/>
                    <a:pt x="52" y="0"/>
                    <a:pt x="35" y="0"/>
                  </a:cubicBezTo>
                  <a:close/>
                </a:path>
              </a:pathLst>
            </a:cu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0" name="Google Shape;1390;p38"/>
            <p:cNvSpPr/>
            <p:nvPr/>
          </p:nvSpPr>
          <p:spPr>
            <a:xfrm>
              <a:off x="-1867108" y="8008350"/>
              <a:ext cx="77498" cy="73810"/>
            </a:xfrm>
            <a:custGeom>
              <a:rect b="b" l="l" r="r" t="t"/>
              <a:pathLst>
                <a:path extrusionOk="0" h="60" w="63">
                  <a:moveTo>
                    <a:pt x="32" y="0"/>
                  </a:moveTo>
                  <a:cubicBezTo>
                    <a:pt x="12" y="0"/>
                    <a:pt x="0" y="13"/>
                    <a:pt x="0" y="32"/>
                  </a:cubicBezTo>
                  <a:cubicBezTo>
                    <a:pt x="0" y="48"/>
                    <a:pt x="12" y="60"/>
                    <a:pt x="32" y="60"/>
                  </a:cubicBezTo>
                  <a:cubicBezTo>
                    <a:pt x="52" y="60"/>
                    <a:pt x="63" y="48"/>
                    <a:pt x="63" y="32"/>
                  </a:cubicBezTo>
                  <a:cubicBezTo>
                    <a:pt x="63" y="13"/>
                    <a:pt x="52" y="0"/>
                    <a:pt x="32" y="0"/>
                  </a:cubicBezTo>
                  <a:close/>
                </a:path>
              </a:pathLst>
            </a:cu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1" name="Google Shape;1391;p38"/>
            <p:cNvSpPr/>
            <p:nvPr/>
          </p:nvSpPr>
          <p:spPr>
            <a:xfrm>
              <a:off x="-1097053" y="7280089"/>
              <a:ext cx="84878" cy="79961"/>
            </a:xfrm>
            <a:custGeom>
              <a:rect b="b" l="l" r="r" t="t"/>
              <a:pathLst>
                <a:path extrusionOk="0" h="65" w="69">
                  <a:moveTo>
                    <a:pt x="33" y="1"/>
                  </a:moveTo>
                  <a:cubicBezTo>
                    <a:pt x="17" y="1"/>
                    <a:pt x="1" y="17"/>
                    <a:pt x="1" y="32"/>
                  </a:cubicBezTo>
                  <a:cubicBezTo>
                    <a:pt x="1" y="52"/>
                    <a:pt x="17" y="64"/>
                    <a:pt x="33" y="64"/>
                  </a:cubicBezTo>
                  <a:cubicBezTo>
                    <a:pt x="52" y="64"/>
                    <a:pt x="68" y="52"/>
                    <a:pt x="68" y="32"/>
                  </a:cubicBezTo>
                  <a:cubicBezTo>
                    <a:pt x="68" y="17"/>
                    <a:pt x="52" y="5"/>
                    <a:pt x="33" y="1"/>
                  </a:cubicBezTo>
                  <a:close/>
                </a:path>
              </a:pathLst>
            </a:cu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92" name="Google Shape;1392;p38"/>
          <p:cNvSpPr/>
          <p:nvPr/>
        </p:nvSpPr>
        <p:spPr>
          <a:xfrm rot="1966614">
            <a:off x="8054617" y="2829970"/>
            <a:ext cx="524738" cy="578324"/>
          </a:xfrm>
          <a:custGeom>
            <a:rect b="b" l="l" r="r" t="t"/>
            <a:pathLst>
              <a:path extrusionOk="0" h="831" w="754">
                <a:moveTo>
                  <a:pt x="559" y="1"/>
                </a:moveTo>
                <a:cubicBezTo>
                  <a:pt x="546" y="1"/>
                  <a:pt x="533" y="2"/>
                  <a:pt x="521" y="6"/>
                </a:cubicBezTo>
                <a:cubicBezTo>
                  <a:pt x="434" y="30"/>
                  <a:pt x="403" y="121"/>
                  <a:pt x="375" y="195"/>
                </a:cubicBezTo>
                <a:cubicBezTo>
                  <a:pt x="351" y="156"/>
                  <a:pt x="328" y="117"/>
                  <a:pt x="292" y="85"/>
                </a:cubicBezTo>
                <a:cubicBezTo>
                  <a:pt x="260" y="56"/>
                  <a:pt x="215" y="38"/>
                  <a:pt x="172" y="38"/>
                </a:cubicBezTo>
                <a:cubicBezTo>
                  <a:pt x="162" y="38"/>
                  <a:pt x="152" y="39"/>
                  <a:pt x="142" y="41"/>
                </a:cubicBezTo>
                <a:cubicBezTo>
                  <a:pt x="55" y="57"/>
                  <a:pt x="0" y="156"/>
                  <a:pt x="8" y="246"/>
                </a:cubicBezTo>
                <a:cubicBezTo>
                  <a:pt x="12" y="337"/>
                  <a:pt x="63" y="416"/>
                  <a:pt x="110" y="491"/>
                </a:cubicBezTo>
                <a:cubicBezTo>
                  <a:pt x="197" y="614"/>
                  <a:pt x="288" y="723"/>
                  <a:pt x="390" y="830"/>
                </a:cubicBezTo>
                <a:cubicBezTo>
                  <a:pt x="521" y="692"/>
                  <a:pt x="650" y="546"/>
                  <a:pt x="714" y="368"/>
                </a:cubicBezTo>
                <a:cubicBezTo>
                  <a:pt x="741" y="286"/>
                  <a:pt x="754" y="199"/>
                  <a:pt x="721" y="121"/>
                </a:cubicBezTo>
                <a:cubicBezTo>
                  <a:pt x="695" y="53"/>
                  <a:pt x="628" y="1"/>
                  <a:pt x="559" y="1"/>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3" name="Google Shape;1393;p38"/>
          <p:cNvSpPr/>
          <p:nvPr/>
        </p:nvSpPr>
        <p:spPr>
          <a:xfrm>
            <a:off x="8532080" y="1425395"/>
            <a:ext cx="524739" cy="578324"/>
          </a:xfrm>
          <a:custGeom>
            <a:rect b="b" l="l" r="r" t="t"/>
            <a:pathLst>
              <a:path extrusionOk="0" h="831" w="754">
                <a:moveTo>
                  <a:pt x="559" y="1"/>
                </a:moveTo>
                <a:cubicBezTo>
                  <a:pt x="546" y="1"/>
                  <a:pt x="533" y="2"/>
                  <a:pt x="521" y="6"/>
                </a:cubicBezTo>
                <a:cubicBezTo>
                  <a:pt x="434" y="30"/>
                  <a:pt x="403" y="121"/>
                  <a:pt x="375" y="195"/>
                </a:cubicBezTo>
                <a:cubicBezTo>
                  <a:pt x="351" y="156"/>
                  <a:pt x="328" y="117"/>
                  <a:pt x="292" y="85"/>
                </a:cubicBezTo>
                <a:cubicBezTo>
                  <a:pt x="260" y="56"/>
                  <a:pt x="215" y="38"/>
                  <a:pt x="172" y="38"/>
                </a:cubicBezTo>
                <a:cubicBezTo>
                  <a:pt x="162" y="38"/>
                  <a:pt x="152" y="39"/>
                  <a:pt x="142" y="41"/>
                </a:cubicBezTo>
                <a:cubicBezTo>
                  <a:pt x="55" y="57"/>
                  <a:pt x="0" y="156"/>
                  <a:pt x="8" y="246"/>
                </a:cubicBezTo>
                <a:cubicBezTo>
                  <a:pt x="12" y="337"/>
                  <a:pt x="63" y="416"/>
                  <a:pt x="110" y="491"/>
                </a:cubicBezTo>
                <a:cubicBezTo>
                  <a:pt x="197" y="614"/>
                  <a:pt x="288" y="723"/>
                  <a:pt x="390" y="830"/>
                </a:cubicBezTo>
                <a:cubicBezTo>
                  <a:pt x="521" y="692"/>
                  <a:pt x="650" y="546"/>
                  <a:pt x="714" y="368"/>
                </a:cubicBezTo>
                <a:cubicBezTo>
                  <a:pt x="741" y="286"/>
                  <a:pt x="754" y="199"/>
                  <a:pt x="721" y="121"/>
                </a:cubicBezTo>
                <a:cubicBezTo>
                  <a:pt x="695" y="53"/>
                  <a:pt x="628" y="1"/>
                  <a:pt x="559" y="1"/>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94" name="Google Shape;1394;p38"/>
          <p:cNvGrpSpPr/>
          <p:nvPr/>
        </p:nvGrpSpPr>
        <p:grpSpPr>
          <a:xfrm>
            <a:off x="3934216" y="1554931"/>
            <a:ext cx="4165318" cy="6306774"/>
            <a:chOff x="3920366" y="628556"/>
            <a:chExt cx="4165318" cy="6306774"/>
          </a:xfrm>
        </p:grpSpPr>
        <p:sp>
          <p:nvSpPr>
            <p:cNvPr id="1395" name="Google Shape;1395;p38"/>
            <p:cNvSpPr/>
            <p:nvPr/>
          </p:nvSpPr>
          <p:spPr>
            <a:xfrm>
              <a:off x="6972479" y="5519170"/>
              <a:ext cx="671455" cy="1174393"/>
            </a:xfrm>
            <a:custGeom>
              <a:rect b="b" l="l" r="r" t="t"/>
              <a:pathLst>
                <a:path extrusionOk="0" h="2725" w="1558">
                  <a:moveTo>
                    <a:pt x="494" y="1"/>
                  </a:moveTo>
                  <a:cubicBezTo>
                    <a:pt x="409" y="1"/>
                    <a:pt x="325" y="11"/>
                    <a:pt x="253" y="40"/>
                  </a:cubicBezTo>
                  <a:cubicBezTo>
                    <a:pt x="189" y="64"/>
                    <a:pt x="138" y="100"/>
                    <a:pt x="99" y="158"/>
                  </a:cubicBezTo>
                  <a:cubicBezTo>
                    <a:pt x="0" y="293"/>
                    <a:pt x="28" y="478"/>
                    <a:pt x="67" y="635"/>
                  </a:cubicBezTo>
                  <a:cubicBezTo>
                    <a:pt x="205" y="1179"/>
                    <a:pt x="442" y="1696"/>
                    <a:pt x="537" y="2248"/>
                  </a:cubicBezTo>
                  <a:cubicBezTo>
                    <a:pt x="560" y="2382"/>
                    <a:pt x="575" y="2524"/>
                    <a:pt x="663" y="2631"/>
                  </a:cubicBezTo>
                  <a:cubicBezTo>
                    <a:pt x="719" y="2700"/>
                    <a:pt x="814" y="2724"/>
                    <a:pt x="922" y="2724"/>
                  </a:cubicBezTo>
                  <a:cubicBezTo>
                    <a:pt x="1120" y="2724"/>
                    <a:pt x="1363" y="2643"/>
                    <a:pt x="1498" y="2615"/>
                  </a:cubicBezTo>
                  <a:cubicBezTo>
                    <a:pt x="1518" y="2611"/>
                    <a:pt x="1542" y="2607"/>
                    <a:pt x="1549" y="2588"/>
                  </a:cubicBezTo>
                  <a:cubicBezTo>
                    <a:pt x="1558" y="2575"/>
                    <a:pt x="1558" y="2564"/>
                    <a:pt x="1554" y="2555"/>
                  </a:cubicBezTo>
                  <a:cubicBezTo>
                    <a:pt x="1526" y="1854"/>
                    <a:pt x="1545" y="1101"/>
                    <a:pt x="1301" y="442"/>
                  </a:cubicBezTo>
                  <a:cubicBezTo>
                    <a:pt x="1270" y="360"/>
                    <a:pt x="1242" y="277"/>
                    <a:pt x="1183" y="213"/>
                  </a:cubicBezTo>
                  <a:cubicBezTo>
                    <a:pt x="1072" y="84"/>
                    <a:pt x="892" y="48"/>
                    <a:pt x="721" y="20"/>
                  </a:cubicBezTo>
                  <a:cubicBezTo>
                    <a:pt x="649" y="9"/>
                    <a:pt x="571" y="1"/>
                    <a:pt x="494" y="1"/>
                  </a:cubicBezTo>
                  <a:close/>
                </a:path>
              </a:pathLst>
            </a:custGeom>
            <a:solidFill>
              <a:schemeClr val="accent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6" name="Google Shape;1396;p38"/>
            <p:cNvSpPr/>
            <p:nvPr/>
          </p:nvSpPr>
          <p:spPr>
            <a:xfrm>
              <a:off x="6708726" y="6569436"/>
              <a:ext cx="972274" cy="365894"/>
            </a:xfrm>
            <a:custGeom>
              <a:rect b="b" l="l" r="r" t="t"/>
              <a:pathLst>
                <a:path extrusionOk="0" h="849" w="2256">
                  <a:moveTo>
                    <a:pt x="2186" y="0"/>
                  </a:moveTo>
                  <a:cubicBezTo>
                    <a:pt x="2186" y="0"/>
                    <a:pt x="2185" y="0"/>
                    <a:pt x="2185" y="0"/>
                  </a:cubicBezTo>
                  <a:cubicBezTo>
                    <a:pt x="1819" y="44"/>
                    <a:pt x="1566" y="60"/>
                    <a:pt x="1231" y="60"/>
                  </a:cubicBezTo>
                  <a:cubicBezTo>
                    <a:pt x="1211" y="60"/>
                    <a:pt x="1191" y="67"/>
                    <a:pt x="1176" y="80"/>
                  </a:cubicBezTo>
                  <a:cubicBezTo>
                    <a:pt x="1160" y="95"/>
                    <a:pt x="1156" y="123"/>
                    <a:pt x="1152" y="142"/>
                  </a:cubicBezTo>
                  <a:cubicBezTo>
                    <a:pt x="1125" y="320"/>
                    <a:pt x="963" y="446"/>
                    <a:pt x="794" y="505"/>
                  </a:cubicBezTo>
                  <a:cubicBezTo>
                    <a:pt x="623" y="564"/>
                    <a:pt x="443" y="576"/>
                    <a:pt x="273" y="628"/>
                  </a:cubicBezTo>
                  <a:cubicBezTo>
                    <a:pt x="119" y="671"/>
                    <a:pt x="1" y="786"/>
                    <a:pt x="143" y="848"/>
                  </a:cubicBezTo>
                  <a:lnTo>
                    <a:pt x="1184" y="848"/>
                  </a:lnTo>
                  <a:cubicBezTo>
                    <a:pt x="1309" y="844"/>
                    <a:pt x="1434" y="841"/>
                    <a:pt x="1558" y="841"/>
                  </a:cubicBezTo>
                  <a:cubicBezTo>
                    <a:pt x="1660" y="841"/>
                    <a:pt x="1763" y="843"/>
                    <a:pt x="1866" y="848"/>
                  </a:cubicBezTo>
                  <a:lnTo>
                    <a:pt x="2106" y="848"/>
                  </a:lnTo>
                  <a:cubicBezTo>
                    <a:pt x="2142" y="840"/>
                    <a:pt x="2170" y="824"/>
                    <a:pt x="2197" y="801"/>
                  </a:cubicBezTo>
                  <a:cubicBezTo>
                    <a:pt x="2256" y="734"/>
                    <a:pt x="2245" y="0"/>
                    <a:pt x="2186" y="0"/>
                  </a:cubicBezTo>
                  <a:close/>
                </a:path>
              </a:pathLst>
            </a:cu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7" name="Google Shape;1397;p38"/>
            <p:cNvSpPr/>
            <p:nvPr/>
          </p:nvSpPr>
          <p:spPr>
            <a:xfrm>
              <a:off x="4980977" y="1606851"/>
              <a:ext cx="181870" cy="294783"/>
            </a:xfrm>
            <a:custGeom>
              <a:rect b="b" l="l" r="r" t="t"/>
              <a:pathLst>
                <a:path extrusionOk="0" h="684" w="422">
                  <a:moveTo>
                    <a:pt x="218" y="1"/>
                  </a:moveTo>
                  <a:cubicBezTo>
                    <a:pt x="136" y="1"/>
                    <a:pt x="43" y="152"/>
                    <a:pt x="19" y="273"/>
                  </a:cubicBezTo>
                  <a:cubicBezTo>
                    <a:pt x="0" y="377"/>
                    <a:pt x="15" y="486"/>
                    <a:pt x="75" y="570"/>
                  </a:cubicBezTo>
                  <a:cubicBezTo>
                    <a:pt x="126" y="637"/>
                    <a:pt x="209" y="683"/>
                    <a:pt x="291" y="683"/>
                  </a:cubicBezTo>
                  <a:cubicBezTo>
                    <a:pt x="310" y="683"/>
                    <a:pt x="328" y="681"/>
                    <a:pt x="346" y="676"/>
                  </a:cubicBezTo>
                  <a:cubicBezTo>
                    <a:pt x="379" y="668"/>
                    <a:pt x="414" y="648"/>
                    <a:pt x="417" y="617"/>
                  </a:cubicBezTo>
                  <a:cubicBezTo>
                    <a:pt x="421" y="601"/>
                    <a:pt x="417" y="585"/>
                    <a:pt x="414" y="573"/>
                  </a:cubicBezTo>
                  <a:cubicBezTo>
                    <a:pt x="386" y="435"/>
                    <a:pt x="355" y="293"/>
                    <a:pt x="327" y="155"/>
                  </a:cubicBezTo>
                  <a:cubicBezTo>
                    <a:pt x="302" y="43"/>
                    <a:pt x="262" y="1"/>
                    <a:pt x="21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8" name="Google Shape;1398;p38"/>
            <p:cNvSpPr/>
            <p:nvPr/>
          </p:nvSpPr>
          <p:spPr>
            <a:xfrm>
              <a:off x="4975375" y="1597370"/>
              <a:ext cx="196092" cy="312884"/>
            </a:xfrm>
            <a:custGeom>
              <a:rect b="b" l="l" r="r" t="t"/>
              <a:pathLst>
                <a:path extrusionOk="0" h="726" w="455">
                  <a:moveTo>
                    <a:pt x="234" y="44"/>
                  </a:moveTo>
                  <a:cubicBezTo>
                    <a:pt x="241" y="44"/>
                    <a:pt x="245" y="47"/>
                    <a:pt x="253" y="51"/>
                  </a:cubicBezTo>
                  <a:cubicBezTo>
                    <a:pt x="265" y="55"/>
                    <a:pt x="277" y="67"/>
                    <a:pt x="288" y="91"/>
                  </a:cubicBezTo>
                  <a:cubicBezTo>
                    <a:pt x="301" y="110"/>
                    <a:pt x="308" y="142"/>
                    <a:pt x="321" y="181"/>
                  </a:cubicBezTo>
                  <a:cubicBezTo>
                    <a:pt x="348" y="319"/>
                    <a:pt x="379" y="461"/>
                    <a:pt x="407" y="599"/>
                  </a:cubicBezTo>
                  <a:cubicBezTo>
                    <a:pt x="411" y="612"/>
                    <a:pt x="411" y="619"/>
                    <a:pt x="411" y="627"/>
                  </a:cubicBezTo>
                  <a:lnTo>
                    <a:pt x="411" y="635"/>
                  </a:lnTo>
                  <a:cubicBezTo>
                    <a:pt x="407" y="643"/>
                    <a:pt x="403" y="654"/>
                    <a:pt x="392" y="659"/>
                  </a:cubicBezTo>
                  <a:cubicBezTo>
                    <a:pt x="383" y="666"/>
                    <a:pt x="368" y="674"/>
                    <a:pt x="356" y="678"/>
                  </a:cubicBezTo>
                  <a:cubicBezTo>
                    <a:pt x="340" y="682"/>
                    <a:pt x="324" y="682"/>
                    <a:pt x="305" y="682"/>
                  </a:cubicBezTo>
                  <a:cubicBezTo>
                    <a:pt x="230" y="682"/>
                    <a:pt x="150" y="643"/>
                    <a:pt x="108" y="579"/>
                  </a:cubicBezTo>
                  <a:cubicBezTo>
                    <a:pt x="64" y="524"/>
                    <a:pt x="44" y="453"/>
                    <a:pt x="44" y="382"/>
                  </a:cubicBezTo>
                  <a:cubicBezTo>
                    <a:pt x="44" y="355"/>
                    <a:pt x="48" y="328"/>
                    <a:pt x="52" y="299"/>
                  </a:cubicBezTo>
                  <a:cubicBezTo>
                    <a:pt x="64" y="244"/>
                    <a:pt x="95" y="177"/>
                    <a:pt x="127" y="126"/>
                  </a:cubicBezTo>
                  <a:cubicBezTo>
                    <a:pt x="147" y="102"/>
                    <a:pt x="166" y="79"/>
                    <a:pt x="182" y="67"/>
                  </a:cubicBezTo>
                  <a:cubicBezTo>
                    <a:pt x="194" y="59"/>
                    <a:pt x="202" y="51"/>
                    <a:pt x="210" y="51"/>
                  </a:cubicBezTo>
                  <a:cubicBezTo>
                    <a:pt x="218" y="47"/>
                    <a:pt x="226" y="44"/>
                    <a:pt x="234" y="44"/>
                  </a:cubicBezTo>
                  <a:close/>
                  <a:moveTo>
                    <a:pt x="234" y="0"/>
                  </a:moveTo>
                  <a:cubicBezTo>
                    <a:pt x="218" y="0"/>
                    <a:pt x="206" y="4"/>
                    <a:pt x="194" y="8"/>
                  </a:cubicBezTo>
                  <a:cubicBezTo>
                    <a:pt x="170" y="20"/>
                    <a:pt x="150" y="35"/>
                    <a:pt x="131" y="55"/>
                  </a:cubicBezTo>
                  <a:cubicBezTo>
                    <a:pt x="103" y="83"/>
                    <a:pt x="76" y="122"/>
                    <a:pt x="56" y="166"/>
                  </a:cubicBezTo>
                  <a:cubicBezTo>
                    <a:pt x="37" y="205"/>
                    <a:pt x="21" y="252"/>
                    <a:pt x="13" y="292"/>
                  </a:cubicBezTo>
                  <a:cubicBezTo>
                    <a:pt x="5" y="323"/>
                    <a:pt x="1" y="351"/>
                    <a:pt x="1" y="382"/>
                  </a:cubicBezTo>
                  <a:cubicBezTo>
                    <a:pt x="1" y="461"/>
                    <a:pt x="24" y="541"/>
                    <a:pt x="72" y="603"/>
                  </a:cubicBezTo>
                  <a:cubicBezTo>
                    <a:pt x="127" y="678"/>
                    <a:pt x="214" y="725"/>
                    <a:pt x="305" y="725"/>
                  </a:cubicBezTo>
                  <a:cubicBezTo>
                    <a:pt x="324" y="725"/>
                    <a:pt x="348" y="725"/>
                    <a:pt x="368" y="718"/>
                  </a:cubicBezTo>
                  <a:cubicBezTo>
                    <a:pt x="383" y="714"/>
                    <a:pt x="403" y="706"/>
                    <a:pt x="419" y="694"/>
                  </a:cubicBezTo>
                  <a:cubicBezTo>
                    <a:pt x="434" y="682"/>
                    <a:pt x="447" y="666"/>
                    <a:pt x="454" y="643"/>
                  </a:cubicBezTo>
                  <a:lnTo>
                    <a:pt x="454" y="627"/>
                  </a:lnTo>
                  <a:cubicBezTo>
                    <a:pt x="454" y="612"/>
                    <a:pt x="450" y="599"/>
                    <a:pt x="450" y="592"/>
                  </a:cubicBezTo>
                  <a:cubicBezTo>
                    <a:pt x="419" y="450"/>
                    <a:pt x="392" y="312"/>
                    <a:pt x="359" y="173"/>
                  </a:cubicBezTo>
                  <a:cubicBezTo>
                    <a:pt x="348" y="115"/>
                    <a:pt x="332" y="75"/>
                    <a:pt x="312" y="44"/>
                  </a:cubicBezTo>
                  <a:cubicBezTo>
                    <a:pt x="301" y="31"/>
                    <a:pt x="288" y="20"/>
                    <a:pt x="277" y="12"/>
                  </a:cubicBezTo>
                  <a:cubicBezTo>
                    <a:pt x="261" y="4"/>
                    <a:pt x="245" y="0"/>
                    <a:pt x="23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9" name="Google Shape;1399;p38"/>
            <p:cNvSpPr/>
            <p:nvPr/>
          </p:nvSpPr>
          <p:spPr>
            <a:xfrm>
              <a:off x="6148038" y="1098741"/>
              <a:ext cx="936934" cy="657660"/>
            </a:xfrm>
            <a:custGeom>
              <a:rect b="b" l="l" r="r" t="t"/>
              <a:pathLst>
                <a:path extrusionOk="0" h="1526" w="2174">
                  <a:moveTo>
                    <a:pt x="947" y="0"/>
                  </a:moveTo>
                  <a:cubicBezTo>
                    <a:pt x="769" y="0"/>
                    <a:pt x="590" y="46"/>
                    <a:pt x="477" y="131"/>
                  </a:cubicBezTo>
                  <a:cubicBezTo>
                    <a:pt x="253" y="305"/>
                    <a:pt x="226" y="569"/>
                    <a:pt x="155" y="830"/>
                  </a:cubicBezTo>
                  <a:cubicBezTo>
                    <a:pt x="142" y="865"/>
                    <a:pt x="1" y="1381"/>
                    <a:pt x="17" y="1385"/>
                  </a:cubicBezTo>
                  <a:cubicBezTo>
                    <a:pt x="482" y="1456"/>
                    <a:pt x="937" y="1526"/>
                    <a:pt x="1392" y="1526"/>
                  </a:cubicBezTo>
                  <a:cubicBezTo>
                    <a:pt x="1647" y="1526"/>
                    <a:pt x="1901" y="1504"/>
                    <a:pt x="2157" y="1449"/>
                  </a:cubicBezTo>
                  <a:cubicBezTo>
                    <a:pt x="2173" y="1188"/>
                    <a:pt x="2043" y="802"/>
                    <a:pt x="1799" y="711"/>
                  </a:cubicBezTo>
                  <a:cubicBezTo>
                    <a:pt x="1755" y="695"/>
                    <a:pt x="1712" y="684"/>
                    <a:pt x="1684" y="652"/>
                  </a:cubicBezTo>
                  <a:cubicBezTo>
                    <a:pt x="1664" y="633"/>
                    <a:pt x="1653" y="605"/>
                    <a:pt x="1641" y="577"/>
                  </a:cubicBezTo>
                  <a:cubicBezTo>
                    <a:pt x="1589" y="431"/>
                    <a:pt x="1535" y="282"/>
                    <a:pt x="1432" y="167"/>
                  </a:cubicBezTo>
                  <a:cubicBezTo>
                    <a:pt x="1328" y="53"/>
                    <a:pt x="1138" y="0"/>
                    <a:pt x="94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0" name="Google Shape;1400;p38"/>
            <p:cNvSpPr/>
            <p:nvPr/>
          </p:nvSpPr>
          <p:spPr>
            <a:xfrm>
              <a:off x="6146314" y="1089260"/>
              <a:ext cx="941675" cy="676623"/>
            </a:xfrm>
            <a:custGeom>
              <a:rect b="b" l="l" r="r" t="t"/>
              <a:pathLst>
                <a:path extrusionOk="0" h="1570" w="2185">
                  <a:moveTo>
                    <a:pt x="32" y="1388"/>
                  </a:moveTo>
                  <a:lnTo>
                    <a:pt x="32" y="1389"/>
                  </a:lnTo>
                  <a:lnTo>
                    <a:pt x="32" y="1389"/>
                  </a:lnTo>
                  <a:cubicBezTo>
                    <a:pt x="31" y="1389"/>
                    <a:pt x="31" y="1389"/>
                    <a:pt x="31" y="1389"/>
                  </a:cubicBezTo>
                  <a:lnTo>
                    <a:pt x="31" y="1389"/>
                  </a:lnTo>
                  <a:lnTo>
                    <a:pt x="32" y="1388"/>
                  </a:lnTo>
                  <a:close/>
                  <a:moveTo>
                    <a:pt x="955" y="44"/>
                  </a:moveTo>
                  <a:cubicBezTo>
                    <a:pt x="1046" y="44"/>
                    <a:pt x="1140" y="55"/>
                    <a:pt x="1219" y="82"/>
                  </a:cubicBezTo>
                  <a:cubicBezTo>
                    <a:pt x="1302" y="111"/>
                    <a:pt x="1373" y="150"/>
                    <a:pt x="1420" y="205"/>
                  </a:cubicBezTo>
                  <a:cubicBezTo>
                    <a:pt x="1519" y="315"/>
                    <a:pt x="1570" y="461"/>
                    <a:pt x="1626" y="608"/>
                  </a:cubicBezTo>
                  <a:cubicBezTo>
                    <a:pt x="1637" y="635"/>
                    <a:pt x="1649" y="662"/>
                    <a:pt x="1673" y="690"/>
                  </a:cubicBezTo>
                  <a:cubicBezTo>
                    <a:pt x="1688" y="710"/>
                    <a:pt x="1712" y="721"/>
                    <a:pt x="1732" y="730"/>
                  </a:cubicBezTo>
                  <a:cubicBezTo>
                    <a:pt x="1751" y="737"/>
                    <a:pt x="1775" y="745"/>
                    <a:pt x="1795" y="753"/>
                  </a:cubicBezTo>
                  <a:cubicBezTo>
                    <a:pt x="1846" y="773"/>
                    <a:pt x="1897" y="808"/>
                    <a:pt x="1941" y="856"/>
                  </a:cubicBezTo>
                  <a:cubicBezTo>
                    <a:pt x="2004" y="926"/>
                    <a:pt x="2055" y="1021"/>
                    <a:pt x="2086" y="1123"/>
                  </a:cubicBezTo>
                  <a:cubicBezTo>
                    <a:pt x="2122" y="1226"/>
                    <a:pt x="2141" y="1332"/>
                    <a:pt x="2141" y="1427"/>
                  </a:cubicBezTo>
                  <a:cubicBezTo>
                    <a:pt x="2141" y="1437"/>
                    <a:pt x="2140" y="1446"/>
                    <a:pt x="2139" y="1455"/>
                  </a:cubicBezTo>
                  <a:lnTo>
                    <a:pt x="2139" y="1455"/>
                  </a:lnTo>
                  <a:cubicBezTo>
                    <a:pt x="1889" y="1508"/>
                    <a:pt x="1643" y="1526"/>
                    <a:pt x="1393" y="1526"/>
                  </a:cubicBezTo>
                  <a:cubicBezTo>
                    <a:pt x="946" y="1526"/>
                    <a:pt x="498" y="1461"/>
                    <a:pt x="44" y="1391"/>
                  </a:cubicBezTo>
                  <a:lnTo>
                    <a:pt x="44" y="1391"/>
                  </a:lnTo>
                  <a:cubicBezTo>
                    <a:pt x="48" y="1368"/>
                    <a:pt x="56" y="1324"/>
                    <a:pt x="68" y="1274"/>
                  </a:cubicBezTo>
                  <a:cubicBezTo>
                    <a:pt x="107" y="1116"/>
                    <a:pt x="170" y="879"/>
                    <a:pt x="178" y="856"/>
                  </a:cubicBezTo>
                  <a:cubicBezTo>
                    <a:pt x="214" y="726"/>
                    <a:pt x="241" y="595"/>
                    <a:pt x="285" y="477"/>
                  </a:cubicBezTo>
                  <a:cubicBezTo>
                    <a:pt x="328" y="359"/>
                    <a:pt x="387" y="256"/>
                    <a:pt x="498" y="173"/>
                  </a:cubicBezTo>
                  <a:cubicBezTo>
                    <a:pt x="549" y="130"/>
                    <a:pt x="620" y="98"/>
                    <a:pt x="698" y="79"/>
                  </a:cubicBezTo>
                  <a:cubicBezTo>
                    <a:pt x="778" y="55"/>
                    <a:pt x="864" y="44"/>
                    <a:pt x="955" y="44"/>
                  </a:cubicBezTo>
                  <a:close/>
                  <a:moveTo>
                    <a:pt x="955" y="0"/>
                  </a:moveTo>
                  <a:cubicBezTo>
                    <a:pt x="864" y="0"/>
                    <a:pt x="769" y="11"/>
                    <a:pt x="687" y="35"/>
                  </a:cubicBezTo>
                  <a:cubicBezTo>
                    <a:pt x="604" y="59"/>
                    <a:pt x="529" y="91"/>
                    <a:pt x="470" y="138"/>
                  </a:cubicBezTo>
                  <a:cubicBezTo>
                    <a:pt x="356" y="224"/>
                    <a:pt x="288" y="339"/>
                    <a:pt x="241" y="461"/>
                  </a:cubicBezTo>
                  <a:cubicBezTo>
                    <a:pt x="198" y="584"/>
                    <a:pt x="170" y="717"/>
                    <a:pt x="135" y="844"/>
                  </a:cubicBezTo>
                  <a:cubicBezTo>
                    <a:pt x="130" y="863"/>
                    <a:pt x="95" y="986"/>
                    <a:pt x="64" y="1116"/>
                  </a:cubicBezTo>
                  <a:cubicBezTo>
                    <a:pt x="48" y="1179"/>
                    <a:pt x="32" y="1242"/>
                    <a:pt x="21" y="1294"/>
                  </a:cubicBezTo>
                  <a:cubicBezTo>
                    <a:pt x="12" y="1321"/>
                    <a:pt x="8" y="1345"/>
                    <a:pt x="5" y="1360"/>
                  </a:cubicBezTo>
                  <a:cubicBezTo>
                    <a:pt x="5" y="1368"/>
                    <a:pt x="1" y="1380"/>
                    <a:pt x="1" y="1384"/>
                  </a:cubicBezTo>
                  <a:lnTo>
                    <a:pt x="1" y="1403"/>
                  </a:lnTo>
                  <a:lnTo>
                    <a:pt x="1" y="1412"/>
                  </a:lnTo>
                  <a:cubicBezTo>
                    <a:pt x="1" y="1416"/>
                    <a:pt x="1" y="1416"/>
                    <a:pt x="5" y="1420"/>
                  </a:cubicBezTo>
                  <a:cubicBezTo>
                    <a:pt x="5" y="1423"/>
                    <a:pt x="8" y="1423"/>
                    <a:pt x="8" y="1423"/>
                  </a:cubicBezTo>
                  <a:cubicBezTo>
                    <a:pt x="12" y="1427"/>
                    <a:pt x="17" y="1427"/>
                    <a:pt x="17" y="1427"/>
                  </a:cubicBezTo>
                  <a:lnTo>
                    <a:pt x="21" y="1427"/>
                  </a:lnTo>
                  <a:cubicBezTo>
                    <a:pt x="481" y="1502"/>
                    <a:pt x="935" y="1569"/>
                    <a:pt x="1393" y="1569"/>
                  </a:cubicBezTo>
                  <a:cubicBezTo>
                    <a:pt x="1649" y="1569"/>
                    <a:pt x="1905" y="1549"/>
                    <a:pt x="2165" y="1494"/>
                  </a:cubicBezTo>
                  <a:cubicBezTo>
                    <a:pt x="2174" y="1491"/>
                    <a:pt x="2181" y="1483"/>
                    <a:pt x="2181" y="1471"/>
                  </a:cubicBezTo>
                  <a:cubicBezTo>
                    <a:pt x="2185" y="1459"/>
                    <a:pt x="2185" y="1443"/>
                    <a:pt x="2185" y="1427"/>
                  </a:cubicBezTo>
                  <a:cubicBezTo>
                    <a:pt x="2185" y="1297"/>
                    <a:pt x="2150" y="1139"/>
                    <a:pt x="2086" y="1005"/>
                  </a:cubicBezTo>
                  <a:cubicBezTo>
                    <a:pt x="2055" y="939"/>
                    <a:pt x="2019" y="875"/>
                    <a:pt x="1972" y="828"/>
                  </a:cubicBezTo>
                  <a:cubicBezTo>
                    <a:pt x="1925" y="777"/>
                    <a:pt x="1870" y="733"/>
                    <a:pt x="1806" y="714"/>
                  </a:cubicBezTo>
                  <a:cubicBezTo>
                    <a:pt x="1787" y="706"/>
                    <a:pt x="1768" y="697"/>
                    <a:pt x="1748" y="690"/>
                  </a:cubicBezTo>
                  <a:cubicBezTo>
                    <a:pt x="1732" y="682"/>
                    <a:pt x="1716" y="674"/>
                    <a:pt x="1704" y="659"/>
                  </a:cubicBezTo>
                  <a:cubicBezTo>
                    <a:pt x="1688" y="643"/>
                    <a:pt x="1677" y="619"/>
                    <a:pt x="1668" y="591"/>
                  </a:cubicBezTo>
                  <a:cubicBezTo>
                    <a:pt x="1613" y="446"/>
                    <a:pt x="1558" y="295"/>
                    <a:pt x="1452" y="177"/>
                  </a:cubicBezTo>
                  <a:cubicBezTo>
                    <a:pt x="1397" y="115"/>
                    <a:pt x="1322" y="71"/>
                    <a:pt x="1235" y="44"/>
                  </a:cubicBezTo>
                  <a:cubicBezTo>
                    <a:pt x="1148" y="16"/>
                    <a:pt x="1049" y="0"/>
                    <a:pt x="95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1" name="Google Shape;1401;p38"/>
            <p:cNvSpPr/>
            <p:nvPr/>
          </p:nvSpPr>
          <p:spPr>
            <a:xfrm>
              <a:off x="5733447" y="5557526"/>
              <a:ext cx="624048" cy="1192925"/>
            </a:xfrm>
            <a:custGeom>
              <a:rect b="b" l="l" r="r" t="t"/>
              <a:pathLst>
                <a:path extrusionOk="0" h="2768" w="1448">
                  <a:moveTo>
                    <a:pt x="416" y="1"/>
                  </a:moveTo>
                  <a:cubicBezTo>
                    <a:pt x="367" y="1"/>
                    <a:pt x="320" y="6"/>
                    <a:pt x="276" y="18"/>
                  </a:cubicBezTo>
                  <a:cubicBezTo>
                    <a:pt x="213" y="38"/>
                    <a:pt x="154" y="69"/>
                    <a:pt x="111" y="120"/>
                  </a:cubicBezTo>
                  <a:cubicBezTo>
                    <a:pt x="0" y="242"/>
                    <a:pt x="5" y="428"/>
                    <a:pt x="28" y="594"/>
                  </a:cubicBezTo>
                  <a:cubicBezTo>
                    <a:pt x="103" y="1150"/>
                    <a:pt x="284" y="1690"/>
                    <a:pt x="316" y="2250"/>
                  </a:cubicBezTo>
                  <a:cubicBezTo>
                    <a:pt x="324" y="2384"/>
                    <a:pt x="328" y="2526"/>
                    <a:pt x="399" y="2641"/>
                  </a:cubicBezTo>
                  <a:cubicBezTo>
                    <a:pt x="463" y="2739"/>
                    <a:pt x="597" y="2767"/>
                    <a:pt x="745" y="2767"/>
                  </a:cubicBezTo>
                  <a:cubicBezTo>
                    <a:pt x="922" y="2767"/>
                    <a:pt x="1119" y="2726"/>
                    <a:pt x="1235" y="2715"/>
                  </a:cubicBezTo>
                  <a:cubicBezTo>
                    <a:pt x="1254" y="2715"/>
                    <a:pt x="1278" y="2712"/>
                    <a:pt x="1290" y="2695"/>
                  </a:cubicBezTo>
                  <a:cubicBezTo>
                    <a:pt x="1294" y="2684"/>
                    <a:pt x="1298" y="2672"/>
                    <a:pt x="1298" y="2660"/>
                  </a:cubicBezTo>
                  <a:cubicBezTo>
                    <a:pt x="1345" y="1966"/>
                    <a:pt x="1448" y="1217"/>
                    <a:pt x="1274" y="535"/>
                  </a:cubicBezTo>
                  <a:cubicBezTo>
                    <a:pt x="1254" y="452"/>
                    <a:pt x="1235" y="366"/>
                    <a:pt x="1183" y="295"/>
                  </a:cubicBezTo>
                  <a:cubicBezTo>
                    <a:pt x="1088" y="153"/>
                    <a:pt x="911" y="97"/>
                    <a:pt x="746" y="53"/>
                  </a:cubicBezTo>
                  <a:cubicBezTo>
                    <a:pt x="642" y="26"/>
                    <a:pt x="525" y="1"/>
                    <a:pt x="416" y="1"/>
                  </a:cubicBezTo>
                  <a:close/>
                </a:path>
              </a:pathLst>
            </a:custGeom>
            <a:solidFill>
              <a:schemeClr val="accent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2" name="Google Shape;1402;p38"/>
            <p:cNvSpPr/>
            <p:nvPr/>
          </p:nvSpPr>
          <p:spPr>
            <a:xfrm>
              <a:off x="5539511" y="2637725"/>
              <a:ext cx="958914" cy="3651178"/>
            </a:xfrm>
            <a:custGeom>
              <a:rect b="b" l="l" r="r" t="t"/>
              <a:pathLst>
                <a:path extrusionOk="0" h="8472" w="2225">
                  <a:moveTo>
                    <a:pt x="1507" y="1"/>
                  </a:moveTo>
                  <a:cubicBezTo>
                    <a:pt x="1361" y="1"/>
                    <a:pt x="1220" y="71"/>
                    <a:pt x="1101" y="224"/>
                  </a:cubicBezTo>
                  <a:cubicBezTo>
                    <a:pt x="852" y="535"/>
                    <a:pt x="817" y="910"/>
                    <a:pt x="743" y="1281"/>
                  </a:cubicBezTo>
                  <a:cubicBezTo>
                    <a:pt x="530" y="2342"/>
                    <a:pt x="375" y="3410"/>
                    <a:pt x="222" y="4478"/>
                  </a:cubicBezTo>
                  <a:cubicBezTo>
                    <a:pt x="111" y="5248"/>
                    <a:pt x="1" y="6024"/>
                    <a:pt x="60" y="6801"/>
                  </a:cubicBezTo>
                  <a:cubicBezTo>
                    <a:pt x="80" y="7070"/>
                    <a:pt x="119" y="7334"/>
                    <a:pt x="171" y="7594"/>
                  </a:cubicBezTo>
                  <a:cubicBezTo>
                    <a:pt x="218" y="7854"/>
                    <a:pt x="261" y="8102"/>
                    <a:pt x="332" y="8355"/>
                  </a:cubicBezTo>
                  <a:cubicBezTo>
                    <a:pt x="588" y="8362"/>
                    <a:pt x="841" y="8366"/>
                    <a:pt x="1094" y="8394"/>
                  </a:cubicBezTo>
                  <a:cubicBezTo>
                    <a:pt x="1314" y="8418"/>
                    <a:pt x="1543" y="8449"/>
                    <a:pt x="1764" y="8449"/>
                  </a:cubicBezTo>
                  <a:cubicBezTo>
                    <a:pt x="1909" y="8462"/>
                    <a:pt x="2029" y="8472"/>
                    <a:pt x="2075" y="8472"/>
                  </a:cubicBezTo>
                  <a:cubicBezTo>
                    <a:pt x="2088" y="8472"/>
                    <a:pt x="2095" y="8471"/>
                    <a:pt x="2095" y="8469"/>
                  </a:cubicBezTo>
                  <a:cubicBezTo>
                    <a:pt x="2020" y="7680"/>
                    <a:pt x="1993" y="6892"/>
                    <a:pt x="2004" y="6100"/>
                  </a:cubicBezTo>
                  <a:cubicBezTo>
                    <a:pt x="2016" y="5551"/>
                    <a:pt x="1945" y="4999"/>
                    <a:pt x="1984" y="4447"/>
                  </a:cubicBezTo>
                  <a:cubicBezTo>
                    <a:pt x="2028" y="3832"/>
                    <a:pt x="2020" y="3193"/>
                    <a:pt x="2106" y="2586"/>
                  </a:cubicBezTo>
                  <a:cubicBezTo>
                    <a:pt x="2177" y="2069"/>
                    <a:pt x="2225" y="1576"/>
                    <a:pt x="2213" y="1044"/>
                  </a:cubicBezTo>
                  <a:cubicBezTo>
                    <a:pt x="2206" y="733"/>
                    <a:pt x="2166" y="385"/>
                    <a:pt x="1929" y="180"/>
                  </a:cubicBezTo>
                  <a:cubicBezTo>
                    <a:pt x="1792" y="65"/>
                    <a:pt x="1647" y="1"/>
                    <a:pt x="1507" y="1"/>
                  </a:cubicBezTo>
                  <a:close/>
                </a:path>
              </a:pathLst>
            </a:custGeom>
            <a:solidFill>
              <a:schemeClr val="dk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3" name="Google Shape;1403;p38"/>
            <p:cNvSpPr/>
            <p:nvPr/>
          </p:nvSpPr>
          <p:spPr>
            <a:xfrm>
              <a:off x="6318270" y="2931213"/>
              <a:ext cx="1410573" cy="3319331"/>
            </a:xfrm>
            <a:custGeom>
              <a:rect b="b" l="l" r="r" t="t"/>
              <a:pathLst>
                <a:path extrusionOk="0" h="7702" w="3273">
                  <a:moveTo>
                    <a:pt x="823" y="0"/>
                  </a:moveTo>
                  <a:cubicBezTo>
                    <a:pt x="591" y="0"/>
                    <a:pt x="367" y="219"/>
                    <a:pt x="264" y="501"/>
                  </a:cubicBezTo>
                  <a:cubicBezTo>
                    <a:pt x="0" y="1226"/>
                    <a:pt x="59" y="2027"/>
                    <a:pt x="170" y="2773"/>
                  </a:cubicBezTo>
                  <a:cubicBezTo>
                    <a:pt x="406" y="4413"/>
                    <a:pt x="958" y="5982"/>
                    <a:pt x="1179" y="7638"/>
                  </a:cubicBezTo>
                  <a:cubicBezTo>
                    <a:pt x="1179" y="7661"/>
                    <a:pt x="1183" y="7685"/>
                    <a:pt x="1198" y="7701"/>
                  </a:cubicBezTo>
                  <a:cubicBezTo>
                    <a:pt x="1198" y="7697"/>
                    <a:pt x="1680" y="7595"/>
                    <a:pt x="1739" y="7587"/>
                  </a:cubicBezTo>
                  <a:cubicBezTo>
                    <a:pt x="2200" y="7539"/>
                    <a:pt x="2665" y="7492"/>
                    <a:pt x="3127" y="7445"/>
                  </a:cubicBezTo>
                  <a:cubicBezTo>
                    <a:pt x="3138" y="7441"/>
                    <a:pt x="3151" y="7441"/>
                    <a:pt x="3167" y="7437"/>
                  </a:cubicBezTo>
                  <a:cubicBezTo>
                    <a:pt x="3194" y="7433"/>
                    <a:pt x="3222" y="7425"/>
                    <a:pt x="3238" y="7406"/>
                  </a:cubicBezTo>
                  <a:cubicBezTo>
                    <a:pt x="3273" y="7370"/>
                    <a:pt x="3273" y="7315"/>
                    <a:pt x="3269" y="7268"/>
                  </a:cubicBezTo>
                  <a:cubicBezTo>
                    <a:pt x="3147" y="5615"/>
                    <a:pt x="2448" y="4018"/>
                    <a:pt x="1955" y="2441"/>
                  </a:cubicBezTo>
                  <a:cubicBezTo>
                    <a:pt x="1742" y="1763"/>
                    <a:pt x="1617" y="829"/>
                    <a:pt x="1207" y="241"/>
                  </a:cubicBezTo>
                  <a:cubicBezTo>
                    <a:pt x="1090" y="71"/>
                    <a:pt x="955" y="0"/>
                    <a:pt x="823" y="0"/>
                  </a:cubicBezTo>
                  <a:close/>
                </a:path>
              </a:pathLst>
            </a:custGeom>
            <a:solidFill>
              <a:schemeClr val="dk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4" name="Google Shape;1404;p38"/>
            <p:cNvSpPr/>
            <p:nvPr/>
          </p:nvSpPr>
          <p:spPr>
            <a:xfrm>
              <a:off x="4787042" y="1783979"/>
              <a:ext cx="1504094" cy="1327819"/>
            </a:xfrm>
            <a:custGeom>
              <a:rect b="b" l="l" r="r" t="t"/>
              <a:pathLst>
                <a:path extrusionOk="0" h="3081" w="3490">
                  <a:moveTo>
                    <a:pt x="498" y="0"/>
                  </a:moveTo>
                  <a:cubicBezTo>
                    <a:pt x="412" y="0"/>
                    <a:pt x="330" y="13"/>
                    <a:pt x="272" y="40"/>
                  </a:cubicBezTo>
                  <a:cubicBezTo>
                    <a:pt x="232" y="60"/>
                    <a:pt x="205" y="95"/>
                    <a:pt x="181" y="135"/>
                  </a:cubicBezTo>
                  <a:cubicBezTo>
                    <a:pt x="123" y="237"/>
                    <a:pt x="83" y="355"/>
                    <a:pt x="67" y="474"/>
                  </a:cubicBezTo>
                  <a:cubicBezTo>
                    <a:pt x="59" y="552"/>
                    <a:pt x="1" y="679"/>
                    <a:pt x="90" y="726"/>
                  </a:cubicBezTo>
                  <a:cubicBezTo>
                    <a:pt x="119" y="742"/>
                    <a:pt x="150" y="746"/>
                    <a:pt x="181" y="750"/>
                  </a:cubicBezTo>
                  <a:cubicBezTo>
                    <a:pt x="276" y="765"/>
                    <a:pt x="485" y="781"/>
                    <a:pt x="556" y="845"/>
                  </a:cubicBezTo>
                  <a:cubicBezTo>
                    <a:pt x="663" y="939"/>
                    <a:pt x="706" y="1235"/>
                    <a:pt x="753" y="1369"/>
                  </a:cubicBezTo>
                  <a:cubicBezTo>
                    <a:pt x="887" y="1744"/>
                    <a:pt x="1022" y="2122"/>
                    <a:pt x="1155" y="2501"/>
                  </a:cubicBezTo>
                  <a:cubicBezTo>
                    <a:pt x="1256" y="2783"/>
                    <a:pt x="1455" y="3080"/>
                    <a:pt x="1793" y="3080"/>
                  </a:cubicBezTo>
                  <a:cubicBezTo>
                    <a:pt x="1800" y="3080"/>
                    <a:pt x="1807" y="3080"/>
                    <a:pt x="1814" y="3080"/>
                  </a:cubicBezTo>
                  <a:cubicBezTo>
                    <a:pt x="1988" y="3072"/>
                    <a:pt x="2114" y="2970"/>
                    <a:pt x="2236" y="2856"/>
                  </a:cubicBezTo>
                  <a:cubicBezTo>
                    <a:pt x="2587" y="2521"/>
                    <a:pt x="2898" y="2137"/>
                    <a:pt x="3155" y="1724"/>
                  </a:cubicBezTo>
                  <a:cubicBezTo>
                    <a:pt x="3308" y="1484"/>
                    <a:pt x="3442" y="1223"/>
                    <a:pt x="3482" y="943"/>
                  </a:cubicBezTo>
                  <a:cubicBezTo>
                    <a:pt x="3490" y="860"/>
                    <a:pt x="3490" y="774"/>
                    <a:pt x="3482" y="690"/>
                  </a:cubicBezTo>
                  <a:cubicBezTo>
                    <a:pt x="3459" y="452"/>
                    <a:pt x="3416" y="135"/>
                    <a:pt x="3113" y="135"/>
                  </a:cubicBezTo>
                  <a:cubicBezTo>
                    <a:pt x="3111" y="135"/>
                    <a:pt x="3109" y="135"/>
                    <a:pt x="3107" y="135"/>
                  </a:cubicBezTo>
                  <a:cubicBezTo>
                    <a:pt x="2973" y="139"/>
                    <a:pt x="2847" y="206"/>
                    <a:pt x="2736" y="281"/>
                  </a:cubicBezTo>
                  <a:cubicBezTo>
                    <a:pt x="2520" y="423"/>
                    <a:pt x="2323" y="600"/>
                    <a:pt x="2161" y="805"/>
                  </a:cubicBezTo>
                  <a:cubicBezTo>
                    <a:pt x="2003" y="1002"/>
                    <a:pt x="1936" y="1238"/>
                    <a:pt x="1806" y="1444"/>
                  </a:cubicBezTo>
                  <a:cubicBezTo>
                    <a:pt x="1644" y="1243"/>
                    <a:pt x="1522" y="1002"/>
                    <a:pt x="1388" y="781"/>
                  </a:cubicBezTo>
                  <a:cubicBezTo>
                    <a:pt x="1266" y="608"/>
                    <a:pt x="1144" y="430"/>
                    <a:pt x="1022" y="261"/>
                  </a:cubicBezTo>
                  <a:cubicBezTo>
                    <a:pt x="978" y="197"/>
                    <a:pt x="931" y="135"/>
                    <a:pt x="871" y="91"/>
                  </a:cubicBezTo>
                  <a:cubicBezTo>
                    <a:pt x="789" y="33"/>
                    <a:pt x="638" y="0"/>
                    <a:pt x="49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5" name="Google Shape;1405;p38"/>
            <p:cNvSpPr/>
            <p:nvPr/>
          </p:nvSpPr>
          <p:spPr>
            <a:xfrm>
              <a:off x="4795230" y="1773636"/>
              <a:ext cx="1504525" cy="1346350"/>
            </a:xfrm>
            <a:custGeom>
              <a:rect b="b" l="l" r="r" t="t"/>
              <a:pathLst>
                <a:path extrusionOk="0" h="3124" w="3491">
                  <a:moveTo>
                    <a:pt x="482" y="44"/>
                  </a:moveTo>
                  <a:cubicBezTo>
                    <a:pt x="549" y="44"/>
                    <a:pt x="620" y="52"/>
                    <a:pt x="683" y="68"/>
                  </a:cubicBezTo>
                  <a:cubicBezTo>
                    <a:pt x="746" y="84"/>
                    <a:pt x="801" y="103"/>
                    <a:pt x="837" y="132"/>
                  </a:cubicBezTo>
                  <a:cubicBezTo>
                    <a:pt x="896" y="174"/>
                    <a:pt x="939" y="234"/>
                    <a:pt x="983" y="297"/>
                  </a:cubicBezTo>
                  <a:cubicBezTo>
                    <a:pt x="1109" y="470"/>
                    <a:pt x="1231" y="644"/>
                    <a:pt x="1349" y="818"/>
                  </a:cubicBezTo>
                  <a:cubicBezTo>
                    <a:pt x="1483" y="1034"/>
                    <a:pt x="1606" y="1279"/>
                    <a:pt x="1771" y="1484"/>
                  </a:cubicBezTo>
                  <a:cubicBezTo>
                    <a:pt x="1775" y="1488"/>
                    <a:pt x="1783" y="1491"/>
                    <a:pt x="1791" y="1491"/>
                  </a:cubicBezTo>
                  <a:cubicBezTo>
                    <a:pt x="1795" y="1491"/>
                    <a:pt x="1803" y="1488"/>
                    <a:pt x="1807" y="1480"/>
                  </a:cubicBezTo>
                  <a:cubicBezTo>
                    <a:pt x="1870" y="1373"/>
                    <a:pt x="1922" y="1262"/>
                    <a:pt x="1973" y="1156"/>
                  </a:cubicBezTo>
                  <a:cubicBezTo>
                    <a:pt x="2028" y="1046"/>
                    <a:pt x="2082" y="940"/>
                    <a:pt x="2162" y="841"/>
                  </a:cubicBezTo>
                  <a:cubicBezTo>
                    <a:pt x="2319" y="640"/>
                    <a:pt x="2517" y="467"/>
                    <a:pt x="2730" y="321"/>
                  </a:cubicBezTo>
                  <a:cubicBezTo>
                    <a:pt x="2785" y="285"/>
                    <a:pt x="2844" y="250"/>
                    <a:pt x="2903" y="226"/>
                  </a:cubicBezTo>
                  <a:cubicBezTo>
                    <a:pt x="2963" y="198"/>
                    <a:pt x="3025" y="183"/>
                    <a:pt x="3088" y="183"/>
                  </a:cubicBezTo>
                  <a:lnTo>
                    <a:pt x="3096" y="183"/>
                  </a:lnTo>
                  <a:cubicBezTo>
                    <a:pt x="3167" y="183"/>
                    <a:pt x="3223" y="198"/>
                    <a:pt x="3265" y="230"/>
                  </a:cubicBezTo>
                  <a:cubicBezTo>
                    <a:pt x="3298" y="254"/>
                    <a:pt x="3321" y="285"/>
                    <a:pt x="3345" y="321"/>
                  </a:cubicBezTo>
                  <a:cubicBezTo>
                    <a:pt x="3376" y="372"/>
                    <a:pt x="3396" y="439"/>
                    <a:pt x="3412" y="505"/>
                  </a:cubicBezTo>
                  <a:cubicBezTo>
                    <a:pt x="3427" y="576"/>
                    <a:pt x="3436" y="647"/>
                    <a:pt x="3443" y="714"/>
                  </a:cubicBezTo>
                  <a:cubicBezTo>
                    <a:pt x="3447" y="754"/>
                    <a:pt x="3447" y="798"/>
                    <a:pt x="3447" y="837"/>
                  </a:cubicBezTo>
                  <a:cubicBezTo>
                    <a:pt x="3447" y="880"/>
                    <a:pt x="3447" y="920"/>
                    <a:pt x="3440" y="963"/>
                  </a:cubicBezTo>
                  <a:cubicBezTo>
                    <a:pt x="3404" y="1239"/>
                    <a:pt x="3270" y="1495"/>
                    <a:pt x="3120" y="1736"/>
                  </a:cubicBezTo>
                  <a:cubicBezTo>
                    <a:pt x="2859" y="2150"/>
                    <a:pt x="2552" y="2529"/>
                    <a:pt x="2201" y="2864"/>
                  </a:cubicBezTo>
                  <a:cubicBezTo>
                    <a:pt x="2142" y="2919"/>
                    <a:pt x="2082" y="2974"/>
                    <a:pt x="2016" y="3013"/>
                  </a:cubicBezTo>
                  <a:cubicBezTo>
                    <a:pt x="1949" y="3053"/>
                    <a:pt x="1878" y="3077"/>
                    <a:pt x="1795" y="3080"/>
                  </a:cubicBezTo>
                  <a:lnTo>
                    <a:pt x="1771" y="3080"/>
                  </a:lnTo>
                  <a:cubicBezTo>
                    <a:pt x="1689" y="3080"/>
                    <a:pt x="1618" y="3065"/>
                    <a:pt x="1554" y="3033"/>
                  </a:cubicBezTo>
                  <a:cubicBezTo>
                    <a:pt x="1456" y="2986"/>
                    <a:pt x="1377" y="2911"/>
                    <a:pt x="1310" y="2820"/>
                  </a:cubicBezTo>
                  <a:cubicBezTo>
                    <a:pt x="1243" y="2725"/>
                    <a:pt x="1192" y="2619"/>
                    <a:pt x="1156" y="2516"/>
                  </a:cubicBezTo>
                  <a:cubicBezTo>
                    <a:pt x="1023" y="2138"/>
                    <a:pt x="888" y="1764"/>
                    <a:pt x="758" y="1385"/>
                  </a:cubicBezTo>
                  <a:cubicBezTo>
                    <a:pt x="746" y="1353"/>
                    <a:pt x="734" y="1310"/>
                    <a:pt x="723" y="1262"/>
                  </a:cubicBezTo>
                  <a:cubicBezTo>
                    <a:pt x="703" y="1188"/>
                    <a:pt x="683" y="1109"/>
                    <a:pt x="655" y="1034"/>
                  </a:cubicBezTo>
                  <a:cubicBezTo>
                    <a:pt x="644" y="995"/>
                    <a:pt x="628" y="960"/>
                    <a:pt x="612" y="931"/>
                  </a:cubicBezTo>
                  <a:cubicBezTo>
                    <a:pt x="597" y="900"/>
                    <a:pt x="577" y="873"/>
                    <a:pt x="553" y="853"/>
                  </a:cubicBezTo>
                  <a:cubicBezTo>
                    <a:pt x="533" y="833"/>
                    <a:pt x="502" y="818"/>
                    <a:pt x="470" y="809"/>
                  </a:cubicBezTo>
                  <a:cubicBezTo>
                    <a:pt x="419" y="789"/>
                    <a:pt x="364" y="782"/>
                    <a:pt x="308" y="770"/>
                  </a:cubicBezTo>
                  <a:cubicBezTo>
                    <a:pt x="253" y="762"/>
                    <a:pt x="198" y="758"/>
                    <a:pt x="166" y="754"/>
                  </a:cubicBezTo>
                  <a:cubicBezTo>
                    <a:pt x="135" y="750"/>
                    <a:pt x="104" y="747"/>
                    <a:pt x="80" y="731"/>
                  </a:cubicBezTo>
                  <a:cubicBezTo>
                    <a:pt x="68" y="723"/>
                    <a:pt x="60" y="714"/>
                    <a:pt x="53" y="703"/>
                  </a:cubicBezTo>
                  <a:cubicBezTo>
                    <a:pt x="48" y="691"/>
                    <a:pt x="44" y="676"/>
                    <a:pt x="44" y="660"/>
                  </a:cubicBezTo>
                  <a:cubicBezTo>
                    <a:pt x="44" y="636"/>
                    <a:pt x="48" y="608"/>
                    <a:pt x="56" y="581"/>
                  </a:cubicBezTo>
                  <a:cubicBezTo>
                    <a:pt x="60" y="553"/>
                    <a:pt x="68" y="525"/>
                    <a:pt x="71" y="502"/>
                  </a:cubicBezTo>
                  <a:cubicBezTo>
                    <a:pt x="84" y="383"/>
                    <a:pt x="124" y="269"/>
                    <a:pt x="182" y="170"/>
                  </a:cubicBezTo>
                  <a:cubicBezTo>
                    <a:pt x="195" y="150"/>
                    <a:pt x="206" y="135"/>
                    <a:pt x="218" y="119"/>
                  </a:cubicBezTo>
                  <a:cubicBezTo>
                    <a:pt x="233" y="103"/>
                    <a:pt x="249" y="92"/>
                    <a:pt x="265" y="84"/>
                  </a:cubicBezTo>
                  <a:cubicBezTo>
                    <a:pt x="317" y="56"/>
                    <a:pt x="395" y="44"/>
                    <a:pt x="482" y="44"/>
                  </a:cubicBezTo>
                  <a:close/>
                  <a:moveTo>
                    <a:pt x="482" y="1"/>
                  </a:moveTo>
                  <a:cubicBezTo>
                    <a:pt x="391" y="1"/>
                    <a:pt x="308" y="13"/>
                    <a:pt x="246" y="44"/>
                  </a:cubicBezTo>
                  <a:cubicBezTo>
                    <a:pt x="222" y="56"/>
                    <a:pt x="202" y="72"/>
                    <a:pt x="186" y="88"/>
                  </a:cubicBezTo>
                  <a:cubicBezTo>
                    <a:pt x="171" y="108"/>
                    <a:pt x="159" y="127"/>
                    <a:pt x="147" y="147"/>
                  </a:cubicBezTo>
                  <a:cubicBezTo>
                    <a:pt x="84" y="254"/>
                    <a:pt x="40" y="372"/>
                    <a:pt x="29" y="498"/>
                  </a:cubicBezTo>
                  <a:cubicBezTo>
                    <a:pt x="24" y="518"/>
                    <a:pt x="20" y="545"/>
                    <a:pt x="13" y="573"/>
                  </a:cubicBezTo>
                  <a:cubicBezTo>
                    <a:pt x="5" y="600"/>
                    <a:pt x="1" y="628"/>
                    <a:pt x="1" y="660"/>
                  </a:cubicBezTo>
                  <a:cubicBezTo>
                    <a:pt x="1" y="679"/>
                    <a:pt x="5" y="703"/>
                    <a:pt x="13" y="723"/>
                  </a:cubicBezTo>
                  <a:cubicBezTo>
                    <a:pt x="20" y="742"/>
                    <a:pt x="40" y="758"/>
                    <a:pt x="60" y="770"/>
                  </a:cubicBezTo>
                  <a:cubicBezTo>
                    <a:pt x="91" y="789"/>
                    <a:pt x="127" y="794"/>
                    <a:pt x="159" y="798"/>
                  </a:cubicBezTo>
                  <a:cubicBezTo>
                    <a:pt x="206" y="805"/>
                    <a:pt x="281" y="809"/>
                    <a:pt x="355" y="825"/>
                  </a:cubicBezTo>
                  <a:cubicBezTo>
                    <a:pt x="391" y="829"/>
                    <a:pt x="426" y="837"/>
                    <a:pt x="455" y="849"/>
                  </a:cubicBezTo>
                  <a:cubicBezTo>
                    <a:pt x="486" y="860"/>
                    <a:pt x="510" y="873"/>
                    <a:pt x="526" y="884"/>
                  </a:cubicBezTo>
                  <a:cubicBezTo>
                    <a:pt x="549" y="904"/>
                    <a:pt x="568" y="940"/>
                    <a:pt x="588" y="979"/>
                  </a:cubicBezTo>
                  <a:cubicBezTo>
                    <a:pt x="616" y="1042"/>
                    <a:pt x="639" y="1120"/>
                    <a:pt x="659" y="1200"/>
                  </a:cubicBezTo>
                  <a:cubicBezTo>
                    <a:pt x="679" y="1275"/>
                    <a:pt x="699" y="1346"/>
                    <a:pt x="715" y="1401"/>
                  </a:cubicBezTo>
                  <a:cubicBezTo>
                    <a:pt x="848" y="1775"/>
                    <a:pt x="983" y="2154"/>
                    <a:pt x="1112" y="2532"/>
                  </a:cubicBezTo>
                  <a:cubicBezTo>
                    <a:pt x="1165" y="2674"/>
                    <a:pt x="1243" y="2820"/>
                    <a:pt x="1349" y="2935"/>
                  </a:cubicBezTo>
                  <a:cubicBezTo>
                    <a:pt x="1401" y="2990"/>
                    <a:pt x="1464" y="3037"/>
                    <a:pt x="1535" y="3073"/>
                  </a:cubicBezTo>
                  <a:cubicBezTo>
                    <a:pt x="1606" y="3104"/>
                    <a:pt x="1685" y="3124"/>
                    <a:pt x="1771" y="3124"/>
                  </a:cubicBezTo>
                  <a:lnTo>
                    <a:pt x="1795" y="3124"/>
                  </a:lnTo>
                  <a:cubicBezTo>
                    <a:pt x="1886" y="3120"/>
                    <a:pt x="1964" y="3093"/>
                    <a:pt x="2035" y="3049"/>
                  </a:cubicBezTo>
                  <a:cubicBezTo>
                    <a:pt x="2106" y="3009"/>
                    <a:pt x="2170" y="2954"/>
                    <a:pt x="2233" y="2895"/>
                  </a:cubicBezTo>
                  <a:cubicBezTo>
                    <a:pt x="2584" y="2556"/>
                    <a:pt x="2895" y="2174"/>
                    <a:pt x="3156" y="1759"/>
                  </a:cubicBezTo>
                  <a:cubicBezTo>
                    <a:pt x="3309" y="1519"/>
                    <a:pt x="3443" y="1255"/>
                    <a:pt x="3483" y="967"/>
                  </a:cubicBezTo>
                  <a:cubicBezTo>
                    <a:pt x="3491" y="924"/>
                    <a:pt x="3491" y="880"/>
                    <a:pt x="3491" y="837"/>
                  </a:cubicBezTo>
                  <a:cubicBezTo>
                    <a:pt x="3491" y="794"/>
                    <a:pt x="3491" y="754"/>
                    <a:pt x="3487" y="711"/>
                  </a:cubicBezTo>
                  <a:cubicBezTo>
                    <a:pt x="3475" y="592"/>
                    <a:pt x="3455" y="450"/>
                    <a:pt x="3404" y="336"/>
                  </a:cubicBezTo>
                  <a:cubicBezTo>
                    <a:pt x="3376" y="281"/>
                    <a:pt x="3341" y="230"/>
                    <a:pt x="3289" y="194"/>
                  </a:cubicBezTo>
                  <a:cubicBezTo>
                    <a:pt x="3238" y="159"/>
                    <a:pt x="3175" y="139"/>
                    <a:pt x="3096" y="139"/>
                  </a:cubicBezTo>
                  <a:lnTo>
                    <a:pt x="3088" y="139"/>
                  </a:lnTo>
                  <a:cubicBezTo>
                    <a:pt x="3017" y="139"/>
                    <a:pt x="2950" y="159"/>
                    <a:pt x="2887" y="183"/>
                  </a:cubicBezTo>
                  <a:cubicBezTo>
                    <a:pt x="2824" y="210"/>
                    <a:pt x="2761" y="245"/>
                    <a:pt x="2706" y="285"/>
                  </a:cubicBezTo>
                  <a:cubicBezTo>
                    <a:pt x="2489" y="431"/>
                    <a:pt x="2288" y="608"/>
                    <a:pt x="2126" y="813"/>
                  </a:cubicBezTo>
                  <a:cubicBezTo>
                    <a:pt x="2044" y="916"/>
                    <a:pt x="1988" y="1026"/>
                    <a:pt x="1933" y="1137"/>
                  </a:cubicBezTo>
                  <a:cubicBezTo>
                    <a:pt x="1886" y="1238"/>
                    <a:pt x="1839" y="1336"/>
                    <a:pt x="1783" y="1430"/>
                  </a:cubicBezTo>
                  <a:lnTo>
                    <a:pt x="1783" y="1430"/>
                  </a:lnTo>
                  <a:cubicBezTo>
                    <a:pt x="1635" y="1238"/>
                    <a:pt x="1517" y="1005"/>
                    <a:pt x="1385" y="794"/>
                  </a:cubicBezTo>
                  <a:cubicBezTo>
                    <a:pt x="1267" y="616"/>
                    <a:pt x="1145" y="443"/>
                    <a:pt x="1018" y="269"/>
                  </a:cubicBezTo>
                  <a:cubicBezTo>
                    <a:pt x="975" y="210"/>
                    <a:pt x="928" y="143"/>
                    <a:pt x="865" y="96"/>
                  </a:cubicBezTo>
                  <a:cubicBezTo>
                    <a:pt x="821" y="64"/>
                    <a:pt x="758" y="41"/>
                    <a:pt x="691" y="25"/>
                  </a:cubicBezTo>
                  <a:cubicBezTo>
                    <a:pt x="624" y="9"/>
                    <a:pt x="553" y="1"/>
                    <a:pt x="48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6" name="Google Shape;1406;p38"/>
            <p:cNvSpPr/>
            <p:nvPr/>
          </p:nvSpPr>
          <p:spPr>
            <a:xfrm>
              <a:off x="6351885" y="1731401"/>
              <a:ext cx="5603" cy="7326"/>
            </a:xfrm>
            <a:custGeom>
              <a:rect b="b" l="l" r="r" t="t"/>
              <a:pathLst>
                <a:path extrusionOk="0" h="17" w="13">
                  <a:moveTo>
                    <a:pt x="13" y="1"/>
                  </a:moveTo>
                  <a:lnTo>
                    <a:pt x="1" y="12"/>
                  </a:lnTo>
                  <a:cubicBezTo>
                    <a:pt x="4" y="12"/>
                    <a:pt x="8" y="17"/>
                    <a:pt x="13" y="17"/>
                  </a:cubicBezTo>
                  <a:lnTo>
                    <a:pt x="13" y="1"/>
                  </a:lnTo>
                  <a:close/>
                </a:path>
              </a:pathLst>
            </a:custGeom>
            <a:solidFill>
              <a:srgbClr val="5C2A9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7" name="Google Shape;1407;p38"/>
            <p:cNvSpPr/>
            <p:nvPr/>
          </p:nvSpPr>
          <p:spPr>
            <a:xfrm>
              <a:off x="6341973" y="1721058"/>
              <a:ext cx="25858" cy="27582"/>
            </a:xfrm>
            <a:custGeom>
              <a:rect b="b" l="l" r="r" t="t"/>
              <a:pathLst>
                <a:path extrusionOk="0" h="64" w="60">
                  <a:moveTo>
                    <a:pt x="44" y="1"/>
                  </a:moveTo>
                  <a:cubicBezTo>
                    <a:pt x="36" y="1"/>
                    <a:pt x="24" y="1"/>
                    <a:pt x="20" y="8"/>
                  </a:cubicBezTo>
                  <a:lnTo>
                    <a:pt x="8" y="21"/>
                  </a:lnTo>
                  <a:cubicBezTo>
                    <a:pt x="4" y="28"/>
                    <a:pt x="0" y="36"/>
                    <a:pt x="4" y="41"/>
                  </a:cubicBezTo>
                  <a:cubicBezTo>
                    <a:pt x="4" y="48"/>
                    <a:pt x="12" y="56"/>
                    <a:pt x="16" y="56"/>
                  </a:cubicBezTo>
                  <a:cubicBezTo>
                    <a:pt x="20" y="56"/>
                    <a:pt x="24" y="60"/>
                    <a:pt x="24" y="60"/>
                  </a:cubicBezTo>
                  <a:cubicBezTo>
                    <a:pt x="27" y="62"/>
                    <a:pt x="32" y="63"/>
                    <a:pt x="35" y="63"/>
                  </a:cubicBezTo>
                  <a:cubicBezTo>
                    <a:pt x="39" y="63"/>
                    <a:pt x="42" y="62"/>
                    <a:pt x="44" y="60"/>
                  </a:cubicBezTo>
                  <a:cubicBezTo>
                    <a:pt x="51" y="56"/>
                    <a:pt x="55" y="52"/>
                    <a:pt x="55" y="44"/>
                  </a:cubicBezTo>
                  <a:cubicBezTo>
                    <a:pt x="60" y="41"/>
                    <a:pt x="60" y="36"/>
                    <a:pt x="60" y="28"/>
                  </a:cubicBezTo>
                  <a:lnTo>
                    <a:pt x="60" y="21"/>
                  </a:lnTo>
                  <a:cubicBezTo>
                    <a:pt x="55" y="12"/>
                    <a:pt x="51" y="5"/>
                    <a:pt x="44"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8" name="Google Shape;1408;p38"/>
            <p:cNvSpPr/>
            <p:nvPr/>
          </p:nvSpPr>
          <p:spPr>
            <a:xfrm>
              <a:off x="5578729" y="1730970"/>
              <a:ext cx="1227410" cy="876162"/>
            </a:xfrm>
            <a:custGeom>
              <a:rect b="b" l="l" r="r" t="t"/>
              <a:pathLst>
                <a:path extrusionOk="0" h="2033" w="2848">
                  <a:moveTo>
                    <a:pt x="1941" y="0"/>
                  </a:moveTo>
                  <a:cubicBezTo>
                    <a:pt x="1893" y="0"/>
                    <a:pt x="1846" y="2"/>
                    <a:pt x="1798" y="5"/>
                  </a:cubicBezTo>
                  <a:cubicBezTo>
                    <a:pt x="1523" y="25"/>
                    <a:pt x="1251" y="96"/>
                    <a:pt x="1010" y="222"/>
                  </a:cubicBezTo>
                  <a:cubicBezTo>
                    <a:pt x="596" y="439"/>
                    <a:pt x="269" y="794"/>
                    <a:pt x="36" y="1192"/>
                  </a:cubicBezTo>
                  <a:cubicBezTo>
                    <a:pt x="0" y="1252"/>
                    <a:pt x="880" y="1961"/>
                    <a:pt x="967" y="2032"/>
                  </a:cubicBezTo>
                  <a:cubicBezTo>
                    <a:pt x="955" y="2024"/>
                    <a:pt x="1373" y="1168"/>
                    <a:pt x="1405" y="1082"/>
                  </a:cubicBezTo>
                  <a:cubicBezTo>
                    <a:pt x="1436" y="1007"/>
                    <a:pt x="1471" y="936"/>
                    <a:pt x="1511" y="865"/>
                  </a:cubicBezTo>
                  <a:cubicBezTo>
                    <a:pt x="1547" y="806"/>
                    <a:pt x="1578" y="735"/>
                    <a:pt x="1622" y="680"/>
                  </a:cubicBezTo>
                  <a:cubicBezTo>
                    <a:pt x="1704" y="589"/>
                    <a:pt x="1783" y="495"/>
                    <a:pt x="1893" y="435"/>
                  </a:cubicBezTo>
                  <a:cubicBezTo>
                    <a:pt x="2004" y="380"/>
                    <a:pt x="2126" y="360"/>
                    <a:pt x="2240" y="329"/>
                  </a:cubicBezTo>
                  <a:cubicBezTo>
                    <a:pt x="2398" y="289"/>
                    <a:pt x="2552" y="226"/>
                    <a:pt x="2714" y="226"/>
                  </a:cubicBezTo>
                  <a:cubicBezTo>
                    <a:pt x="2724" y="226"/>
                    <a:pt x="2736" y="226"/>
                    <a:pt x="2747" y="226"/>
                  </a:cubicBezTo>
                  <a:cubicBezTo>
                    <a:pt x="2785" y="226"/>
                    <a:pt x="2823" y="223"/>
                    <a:pt x="2848" y="198"/>
                  </a:cubicBezTo>
                  <a:cubicBezTo>
                    <a:pt x="2730" y="143"/>
                    <a:pt x="2607" y="100"/>
                    <a:pt x="2481" y="69"/>
                  </a:cubicBezTo>
                  <a:cubicBezTo>
                    <a:pt x="2306" y="24"/>
                    <a:pt x="2123" y="0"/>
                    <a:pt x="194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9" name="Google Shape;1409;p38"/>
            <p:cNvSpPr/>
            <p:nvPr/>
          </p:nvSpPr>
          <p:spPr>
            <a:xfrm>
              <a:off x="5583901" y="1721058"/>
              <a:ext cx="1232581" cy="896418"/>
            </a:xfrm>
            <a:custGeom>
              <a:rect b="b" l="l" r="r" t="t"/>
              <a:pathLst>
                <a:path extrusionOk="0" h="2080" w="2860">
                  <a:moveTo>
                    <a:pt x="1937" y="44"/>
                  </a:moveTo>
                  <a:cubicBezTo>
                    <a:pt x="2114" y="44"/>
                    <a:pt x="2292" y="68"/>
                    <a:pt x="2465" y="112"/>
                  </a:cubicBezTo>
                  <a:cubicBezTo>
                    <a:pt x="2573" y="139"/>
                    <a:pt x="2682" y="177"/>
                    <a:pt x="2787" y="223"/>
                  </a:cubicBezTo>
                  <a:lnTo>
                    <a:pt x="2787" y="223"/>
                  </a:lnTo>
                  <a:cubicBezTo>
                    <a:pt x="2785" y="224"/>
                    <a:pt x="2783" y="225"/>
                    <a:pt x="2780" y="225"/>
                  </a:cubicBezTo>
                  <a:cubicBezTo>
                    <a:pt x="2765" y="225"/>
                    <a:pt x="2745" y="230"/>
                    <a:pt x="2725" y="230"/>
                  </a:cubicBezTo>
                  <a:lnTo>
                    <a:pt x="2702" y="230"/>
                  </a:lnTo>
                  <a:cubicBezTo>
                    <a:pt x="2536" y="230"/>
                    <a:pt x="2378" y="292"/>
                    <a:pt x="2225" y="332"/>
                  </a:cubicBezTo>
                  <a:cubicBezTo>
                    <a:pt x="2110" y="363"/>
                    <a:pt x="1984" y="383"/>
                    <a:pt x="1874" y="438"/>
                  </a:cubicBezTo>
                  <a:cubicBezTo>
                    <a:pt x="1814" y="470"/>
                    <a:pt x="1767" y="509"/>
                    <a:pt x="1719" y="553"/>
                  </a:cubicBezTo>
                  <a:cubicBezTo>
                    <a:pt x="1677" y="596"/>
                    <a:pt x="1637" y="643"/>
                    <a:pt x="1593" y="691"/>
                  </a:cubicBezTo>
                  <a:cubicBezTo>
                    <a:pt x="1546" y="746"/>
                    <a:pt x="1515" y="821"/>
                    <a:pt x="1479" y="880"/>
                  </a:cubicBezTo>
                  <a:cubicBezTo>
                    <a:pt x="1444" y="951"/>
                    <a:pt x="1404" y="1022"/>
                    <a:pt x="1373" y="1097"/>
                  </a:cubicBezTo>
                  <a:cubicBezTo>
                    <a:pt x="1369" y="1105"/>
                    <a:pt x="1361" y="1129"/>
                    <a:pt x="1345" y="1160"/>
                  </a:cubicBezTo>
                  <a:cubicBezTo>
                    <a:pt x="1293" y="1266"/>
                    <a:pt x="1191" y="1479"/>
                    <a:pt x="1104" y="1673"/>
                  </a:cubicBezTo>
                  <a:cubicBezTo>
                    <a:pt x="1057" y="1768"/>
                    <a:pt x="1018" y="1858"/>
                    <a:pt x="986" y="1925"/>
                  </a:cubicBezTo>
                  <a:cubicBezTo>
                    <a:pt x="971" y="1961"/>
                    <a:pt x="958" y="1988"/>
                    <a:pt x="951" y="2008"/>
                  </a:cubicBezTo>
                  <a:cubicBezTo>
                    <a:pt x="948" y="2012"/>
                    <a:pt x="946" y="2016"/>
                    <a:pt x="945" y="2020"/>
                  </a:cubicBezTo>
                  <a:lnTo>
                    <a:pt x="945" y="2020"/>
                  </a:lnTo>
                  <a:cubicBezTo>
                    <a:pt x="912" y="1993"/>
                    <a:pt x="857" y="1946"/>
                    <a:pt x="789" y="1890"/>
                  </a:cubicBezTo>
                  <a:cubicBezTo>
                    <a:pt x="651" y="1779"/>
                    <a:pt x="462" y="1621"/>
                    <a:pt x="308" y="1484"/>
                  </a:cubicBezTo>
                  <a:cubicBezTo>
                    <a:pt x="234" y="1417"/>
                    <a:pt x="166" y="1353"/>
                    <a:pt x="115" y="1306"/>
                  </a:cubicBezTo>
                  <a:cubicBezTo>
                    <a:pt x="92" y="1282"/>
                    <a:pt x="72" y="1259"/>
                    <a:pt x="59" y="1242"/>
                  </a:cubicBezTo>
                  <a:cubicBezTo>
                    <a:pt x="52" y="1235"/>
                    <a:pt x="48" y="1227"/>
                    <a:pt x="44" y="1224"/>
                  </a:cubicBezTo>
                  <a:lnTo>
                    <a:pt x="44" y="1219"/>
                  </a:lnTo>
                  <a:lnTo>
                    <a:pt x="44" y="1219"/>
                  </a:lnTo>
                  <a:cubicBezTo>
                    <a:pt x="277" y="828"/>
                    <a:pt x="603" y="476"/>
                    <a:pt x="1010" y="265"/>
                  </a:cubicBezTo>
                  <a:cubicBezTo>
                    <a:pt x="1246" y="139"/>
                    <a:pt x="1515" y="68"/>
                    <a:pt x="1786" y="52"/>
                  </a:cubicBezTo>
                  <a:cubicBezTo>
                    <a:pt x="1838" y="48"/>
                    <a:pt x="1885" y="44"/>
                    <a:pt x="1937" y="44"/>
                  </a:cubicBezTo>
                  <a:close/>
                  <a:moveTo>
                    <a:pt x="978" y="2052"/>
                  </a:moveTo>
                  <a:lnTo>
                    <a:pt x="977" y="2052"/>
                  </a:lnTo>
                  <a:lnTo>
                    <a:pt x="977" y="2052"/>
                  </a:lnTo>
                  <a:cubicBezTo>
                    <a:pt x="977" y="2052"/>
                    <a:pt x="977" y="2052"/>
                    <a:pt x="977" y="2052"/>
                  </a:cubicBezTo>
                  <a:lnTo>
                    <a:pt x="977" y="2052"/>
                  </a:lnTo>
                  <a:lnTo>
                    <a:pt x="978" y="2052"/>
                  </a:lnTo>
                  <a:close/>
                  <a:moveTo>
                    <a:pt x="1937" y="1"/>
                  </a:moveTo>
                  <a:cubicBezTo>
                    <a:pt x="1885" y="1"/>
                    <a:pt x="1834" y="5"/>
                    <a:pt x="1786" y="8"/>
                  </a:cubicBezTo>
                  <a:cubicBezTo>
                    <a:pt x="1506" y="25"/>
                    <a:pt x="1235" y="99"/>
                    <a:pt x="991" y="225"/>
                  </a:cubicBezTo>
                  <a:cubicBezTo>
                    <a:pt x="569" y="443"/>
                    <a:pt x="241" y="805"/>
                    <a:pt x="5" y="1207"/>
                  </a:cubicBezTo>
                  <a:lnTo>
                    <a:pt x="5" y="1204"/>
                  </a:lnTo>
                  <a:cubicBezTo>
                    <a:pt x="1" y="1211"/>
                    <a:pt x="1" y="1215"/>
                    <a:pt x="1" y="1219"/>
                  </a:cubicBezTo>
                  <a:cubicBezTo>
                    <a:pt x="1" y="1227"/>
                    <a:pt x="1" y="1231"/>
                    <a:pt x="5" y="1239"/>
                  </a:cubicBezTo>
                  <a:cubicBezTo>
                    <a:pt x="8" y="1247"/>
                    <a:pt x="16" y="1259"/>
                    <a:pt x="24" y="1271"/>
                  </a:cubicBezTo>
                  <a:cubicBezTo>
                    <a:pt x="40" y="1290"/>
                    <a:pt x="68" y="1318"/>
                    <a:pt x="99" y="1349"/>
                  </a:cubicBezTo>
                  <a:cubicBezTo>
                    <a:pt x="214" y="1460"/>
                    <a:pt x="407" y="1630"/>
                    <a:pt x="580" y="1775"/>
                  </a:cubicBezTo>
                  <a:cubicBezTo>
                    <a:pt x="667" y="1846"/>
                    <a:pt x="749" y="1913"/>
                    <a:pt x="813" y="1968"/>
                  </a:cubicBezTo>
                  <a:cubicBezTo>
                    <a:pt x="880" y="2019"/>
                    <a:pt x="927" y="2059"/>
                    <a:pt x="943" y="2075"/>
                  </a:cubicBezTo>
                  <a:cubicBezTo>
                    <a:pt x="946" y="2078"/>
                    <a:pt x="950" y="2079"/>
                    <a:pt x="954" y="2079"/>
                  </a:cubicBezTo>
                  <a:cubicBezTo>
                    <a:pt x="962" y="2079"/>
                    <a:pt x="970" y="2076"/>
                    <a:pt x="975" y="2071"/>
                  </a:cubicBezTo>
                  <a:cubicBezTo>
                    <a:pt x="976" y="2068"/>
                    <a:pt x="977" y="2063"/>
                    <a:pt x="977" y="2059"/>
                  </a:cubicBezTo>
                  <a:lnTo>
                    <a:pt x="977" y="2059"/>
                  </a:lnTo>
                  <a:lnTo>
                    <a:pt x="978" y="2059"/>
                  </a:lnTo>
                  <a:cubicBezTo>
                    <a:pt x="978" y="2055"/>
                    <a:pt x="978" y="2052"/>
                    <a:pt x="982" y="2043"/>
                  </a:cubicBezTo>
                  <a:cubicBezTo>
                    <a:pt x="994" y="2008"/>
                    <a:pt x="1026" y="1937"/>
                    <a:pt x="1069" y="1850"/>
                  </a:cubicBezTo>
                  <a:cubicBezTo>
                    <a:pt x="1128" y="1720"/>
                    <a:pt x="1207" y="1550"/>
                    <a:pt x="1278" y="1404"/>
                  </a:cubicBezTo>
                  <a:cubicBezTo>
                    <a:pt x="1310" y="1333"/>
                    <a:pt x="1341" y="1266"/>
                    <a:pt x="1369" y="1215"/>
                  </a:cubicBezTo>
                  <a:cubicBezTo>
                    <a:pt x="1381" y="1191"/>
                    <a:pt x="1388" y="1168"/>
                    <a:pt x="1397" y="1153"/>
                  </a:cubicBezTo>
                  <a:cubicBezTo>
                    <a:pt x="1404" y="1133"/>
                    <a:pt x="1412" y="1120"/>
                    <a:pt x="1416" y="1113"/>
                  </a:cubicBezTo>
                  <a:cubicBezTo>
                    <a:pt x="1444" y="1042"/>
                    <a:pt x="1479" y="971"/>
                    <a:pt x="1519" y="900"/>
                  </a:cubicBezTo>
                  <a:cubicBezTo>
                    <a:pt x="1554" y="836"/>
                    <a:pt x="1586" y="766"/>
                    <a:pt x="1629" y="718"/>
                  </a:cubicBezTo>
                  <a:cubicBezTo>
                    <a:pt x="1668" y="671"/>
                    <a:pt x="1708" y="627"/>
                    <a:pt x="1751" y="585"/>
                  </a:cubicBezTo>
                  <a:cubicBezTo>
                    <a:pt x="1795" y="545"/>
                    <a:pt x="1838" y="505"/>
                    <a:pt x="1893" y="478"/>
                  </a:cubicBezTo>
                  <a:cubicBezTo>
                    <a:pt x="1996" y="427"/>
                    <a:pt x="2118" y="407"/>
                    <a:pt x="2236" y="376"/>
                  </a:cubicBezTo>
                  <a:cubicBezTo>
                    <a:pt x="2394" y="332"/>
                    <a:pt x="2547" y="272"/>
                    <a:pt x="2702" y="272"/>
                  </a:cubicBezTo>
                  <a:lnTo>
                    <a:pt x="2725" y="272"/>
                  </a:lnTo>
                  <a:cubicBezTo>
                    <a:pt x="2749" y="272"/>
                    <a:pt x="2769" y="272"/>
                    <a:pt x="2792" y="265"/>
                  </a:cubicBezTo>
                  <a:cubicBezTo>
                    <a:pt x="2812" y="261"/>
                    <a:pt x="2836" y="254"/>
                    <a:pt x="2851" y="237"/>
                  </a:cubicBezTo>
                  <a:cubicBezTo>
                    <a:pt x="2855" y="230"/>
                    <a:pt x="2860" y="225"/>
                    <a:pt x="2860" y="218"/>
                  </a:cubicBezTo>
                  <a:cubicBezTo>
                    <a:pt x="2855" y="210"/>
                    <a:pt x="2851" y="201"/>
                    <a:pt x="2847" y="201"/>
                  </a:cubicBezTo>
                  <a:cubicBezTo>
                    <a:pt x="2725" y="147"/>
                    <a:pt x="2603" y="99"/>
                    <a:pt x="2473" y="68"/>
                  </a:cubicBezTo>
                  <a:cubicBezTo>
                    <a:pt x="2299" y="25"/>
                    <a:pt x="2118" y="1"/>
                    <a:pt x="1937"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0" name="Google Shape;1410;p38"/>
            <p:cNvSpPr/>
            <p:nvPr/>
          </p:nvSpPr>
          <p:spPr>
            <a:xfrm>
              <a:off x="5796368" y="1731401"/>
              <a:ext cx="1189915" cy="1529944"/>
            </a:xfrm>
            <a:custGeom>
              <a:rect b="b" l="l" r="r" t="t"/>
              <a:pathLst>
                <a:path extrusionOk="0" h="3550" w="2761">
                  <a:moveTo>
                    <a:pt x="1491" y="0"/>
                  </a:moveTo>
                  <a:cubicBezTo>
                    <a:pt x="1336" y="0"/>
                    <a:pt x="1214" y="43"/>
                    <a:pt x="1073" y="115"/>
                  </a:cubicBezTo>
                  <a:cubicBezTo>
                    <a:pt x="600" y="355"/>
                    <a:pt x="485" y="978"/>
                    <a:pt x="332" y="1447"/>
                  </a:cubicBezTo>
                  <a:cubicBezTo>
                    <a:pt x="154" y="1995"/>
                    <a:pt x="95" y="2595"/>
                    <a:pt x="40" y="3178"/>
                  </a:cubicBezTo>
                  <a:cubicBezTo>
                    <a:pt x="28" y="3305"/>
                    <a:pt x="16" y="3427"/>
                    <a:pt x="1" y="3549"/>
                  </a:cubicBezTo>
                  <a:cubicBezTo>
                    <a:pt x="381" y="3539"/>
                    <a:pt x="810" y="3514"/>
                    <a:pt x="1243" y="3514"/>
                  </a:cubicBezTo>
                  <a:cubicBezTo>
                    <a:pt x="1339" y="3514"/>
                    <a:pt x="1434" y="3515"/>
                    <a:pt x="1530" y="3518"/>
                  </a:cubicBezTo>
                  <a:cubicBezTo>
                    <a:pt x="1564" y="3519"/>
                    <a:pt x="1599" y="3519"/>
                    <a:pt x="1634" y="3519"/>
                  </a:cubicBezTo>
                  <a:cubicBezTo>
                    <a:pt x="2002" y="3519"/>
                    <a:pt x="2408" y="3482"/>
                    <a:pt x="2760" y="3404"/>
                  </a:cubicBezTo>
                  <a:cubicBezTo>
                    <a:pt x="2686" y="3234"/>
                    <a:pt x="2678" y="3017"/>
                    <a:pt x="2654" y="2836"/>
                  </a:cubicBezTo>
                  <a:cubicBezTo>
                    <a:pt x="2634" y="2627"/>
                    <a:pt x="2611" y="2417"/>
                    <a:pt x="2591" y="2208"/>
                  </a:cubicBezTo>
                  <a:cubicBezTo>
                    <a:pt x="2544" y="1728"/>
                    <a:pt x="2532" y="1227"/>
                    <a:pt x="2334" y="777"/>
                  </a:cubicBezTo>
                  <a:cubicBezTo>
                    <a:pt x="2244" y="568"/>
                    <a:pt x="2149" y="150"/>
                    <a:pt x="1925" y="79"/>
                  </a:cubicBezTo>
                  <a:cubicBezTo>
                    <a:pt x="1746" y="25"/>
                    <a:pt x="1609" y="0"/>
                    <a:pt x="149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1" name="Google Shape;1411;p38"/>
            <p:cNvSpPr/>
            <p:nvPr/>
          </p:nvSpPr>
          <p:spPr>
            <a:xfrm>
              <a:off x="5787749" y="1722782"/>
              <a:ext cx="1207154" cy="1548475"/>
            </a:xfrm>
            <a:custGeom>
              <a:rect b="b" l="l" r="r" t="t"/>
              <a:pathLst>
                <a:path extrusionOk="0" h="3593" w="2801">
                  <a:moveTo>
                    <a:pt x="1515" y="44"/>
                  </a:moveTo>
                  <a:cubicBezTo>
                    <a:pt x="1630" y="44"/>
                    <a:pt x="1763" y="68"/>
                    <a:pt x="1937" y="119"/>
                  </a:cubicBezTo>
                  <a:cubicBezTo>
                    <a:pt x="1988" y="135"/>
                    <a:pt x="2036" y="170"/>
                    <a:pt x="2074" y="221"/>
                  </a:cubicBezTo>
                  <a:cubicBezTo>
                    <a:pt x="2134" y="297"/>
                    <a:pt x="2181" y="403"/>
                    <a:pt x="2225" y="510"/>
                  </a:cubicBezTo>
                  <a:cubicBezTo>
                    <a:pt x="2264" y="620"/>
                    <a:pt x="2300" y="726"/>
                    <a:pt x="2335" y="809"/>
                  </a:cubicBezTo>
                  <a:cubicBezTo>
                    <a:pt x="2532" y="1251"/>
                    <a:pt x="2540" y="1751"/>
                    <a:pt x="2587" y="2228"/>
                  </a:cubicBezTo>
                  <a:cubicBezTo>
                    <a:pt x="2607" y="2441"/>
                    <a:pt x="2631" y="2650"/>
                    <a:pt x="2654" y="2856"/>
                  </a:cubicBezTo>
                  <a:cubicBezTo>
                    <a:pt x="2666" y="2947"/>
                    <a:pt x="2671" y="3049"/>
                    <a:pt x="2686" y="3147"/>
                  </a:cubicBezTo>
                  <a:cubicBezTo>
                    <a:pt x="2700" y="3236"/>
                    <a:pt x="2718" y="3325"/>
                    <a:pt x="2747" y="3406"/>
                  </a:cubicBezTo>
                  <a:lnTo>
                    <a:pt x="2747" y="3406"/>
                  </a:lnTo>
                  <a:cubicBezTo>
                    <a:pt x="2418" y="3480"/>
                    <a:pt x="2038" y="3518"/>
                    <a:pt x="1688" y="3518"/>
                  </a:cubicBezTo>
                  <a:cubicBezTo>
                    <a:pt x="1641" y="3518"/>
                    <a:pt x="1597" y="3518"/>
                    <a:pt x="1550" y="3514"/>
                  </a:cubicBezTo>
                  <a:cubicBezTo>
                    <a:pt x="1468" y="3514"/>
                    <a:pt x="1381" y="3510"/>
                    <a:pt x="1298" y="3510"/>
                  </a:cubicBezTo>
                  <a:cubicBezTo>
                    <a:pt x="862" y="3510"/>
                    <a:pt x="430" y="3537"/>
                    <a:pt x="47" y="3549"/>
                  </a:cubicBezTo>
                  <a:lnTo>
                    <a:pt x="47" y="3549"/>
                  </a:lnTo>
                  <a:cubicBezTo>
                    <a:pt x="57" y="3434"/>
                    <a:pt x="69" y="3317"/>
                    <a:pt x="79" y="3198"/>
                  </a:cubicBezTo>
                  <a:cubicBezTo>
                    <a:pt x="134" y="2619"/>
                    <a:pt x="198" y="2019"/>
                    <a:pt x="376" y="1475"/>
                  </a:cubicBezTo>
                  <a:cubicBezTo>
                    <a:pt x="450" y="1238"/>
                    <a:pt x="518" y="967"/>
                    <a:pt x="624" y="726"/>
                  </a:cubicBezTo>
                  <a:cubicBezTo>
                    <a:pt x="675" y="604"/>
                    <a:pt x="738" y="490"/>
                    <a:pt x="817" y="395"/>
                  </a:cubicBezTo>
                  <a:cubicBezTo>
                    <a:pt x="896" y="297"/>
                    <a:pt x="986" y="214"/>
                    <a:pt x="1104" y="155"/>
                  </a:cubicBezTo>
                  <a:cubicBezTo>
                    <a:pt x="1175" y="119"/>
                    <a:pt x="1239" y="91"/>
                    <a:pt x="1306" y="72"/>
                  </a:cubicBezTo>
                  <a:cubicBezTo>
                    <a:pt x="1369" y="52"/>
                    <a:pt x="1436" y="44"/>
                    <a:pt x="1515" y="44"/>
                  </a:cubicBezTo>
                  <a:close/>
                  <a:moveTo>
                    <a:pt x="1515" y="1"/>
                  </a:moveTo>
                  <a:cubicBezTo>
                    <a:pt x="1432" y="1"/>
                    <a:pt x="1361" y="8"/>
                    <a:pt x="1294" y="32"/>
                  </a:cubicBezTo>
                  <a:cubicBezTo>
                    <a:pt x="1223" y="52"/>
                    <a:pt x="1156" y="79"/>
                    <a:pt x="1085" y="115"/>
                  </a:cubicBezTo>
                  <a:cubicBezTo>
                    <a:pt x="962" y="179"/>
                    <a:pt x="864" y="265"/>
                    <a:pt x="782" y="368"/>
                  </a:cubicBezTo>
                  <a:cubicBezTo>
                    <a:pt x="660" y="517"/>
                    <a:pt x="576" y="707"/>
                    <a:pt x="509" y="896"/>
                  </a:cubicBezTo>
                  <a:cubicBezTo>
                    <a:pt x="442" y="1089"/>
                    <a:pt x="387" y="1286"/>
                    <a:pt x="332" y="1460"/>
                  </a:cubicBezTo>
                  <a:cubicBezTo>
                    <a:pt x="154" y="2012"/>
                    <a:pt x="92" y="2615"/>
                    <a:pt x="36" y="3195"/>
                  </a:cubicBezTo>
                  <a:cubicBezTo>
                    <a:pt x="25" y="3320"/>
                    <a:pt x="12" y="3443"/>
                    <a:pt x="1" y="3569"/>
                  </a:cubicBezTo>
                  <a:cubicBezTo>
                    <a:pt x="1" y="3573"/>
                    <a:pt x="1" y="3581"/>
                    <a:pt x="5" y="3585"/>
                  </a:cubicBezTo>
                  <a:cubicBezTo>
                    <a:pt x="8" y="3589"/>
                    <a:pt x="16" y="3593"/>
                    <a:pt x="25" y="3593"/>
                  </a:cubicBezTo>
                  <a:cubicBezTo>
                    <a:pt x="414" y="3581"/>
                    <a:pt x="853" y="3553"/>
                    <a:pt x="1298" y="3553"/>
                  </a:cubicBezTo>
                  <a:cubicBezTo>
                    <a:pt x="1381" y="3553"/>
                    <a:pt x="1468" y="3557"/>
                    <a:pt x="1550" y="3557"/>
                  </a:cubicBezTo>
                  <a:cubicBezTo>
                    <a:pt x="1597" y="3562"/>
                    <a:pt x="1641" y="3562"/>
                    <a:pt x="1688" y="3562"/>
                  </a:cubicBezTo>
                  <a:cubicBezTo>
                    <a:pt x="2047" y="3562"/>
                    <a:pt x="2442" y="3522"/>
                    <a:pt x="2784" y="3443"/>
                  </a:cubicBezTo>
                  <a:cubicBezTo>
                    <a:pt x="2789" y="3443"/>
                    <a:pt x="2796" y="3435"/>
                    <a:pt x="2796" y="3431"/>
                  </a:cubicBezTo>
                  <a:cubicBezTo>
                    <a:pt x="2800" y="3427"/>
                    <a:pt x="2800" y="3420"/>
                    <a:pt x="2800" y="3411"/>
                  </a:cubicBezTo>
                  <a:cubicBezTo>
                    <a:pt x="2765" y="3333"/>
                    <a:pt x="2742" y="3238"/>
                    <a:pt x="2729" y="3140"/>
                  </a:cubicBezTo>
                  <a:cubicBezTo>
                    <a:pt x="2713" y="3045"/>
                    <a:pt x="2709" y="2947"/>
                    <a:pt x="2698" y="2852"/>
                  </a:cubicBezTo>
                  <a:cubicBezTo>
                    <a:pt x="2674" y="2643"/>
                    <a:pt x="2651" y="2434"/>
                    <a:pt x="2631" y="2225"/>
                  </a:cubicBezTo>
                  <a:cubicBezTo>
                    <a:pt x="2583" y="1748"/>
                    <a:pt x="2576" y="1243"/>
                    <a:pt x="2374" y="789"/>
                  </a:cubicBezTo>
                  <a:cubicBezTo>
                    <a:pt x="2354" y="738"/>
                    <a:pt x="2331" y="675"/>
                    <a:pt x="2303" y="604"/>
                  </a:cubicBezTo>
                  <a:cubicBezTo>
                    <a:pt x="2268" y="497"/>
                    <a:pt x="2225" y="383"/>
                    <a:pt x="2169" y="285"/>
                  </a:cubicBezTo>
                  <a:cubicBezTo>
                    <a:pt x="2142" y="237"/>
                    <a:pt x="2110" y="194"/>
                    <a:pt x="2074" y="155"/>
                  </a:cubicBezTo>
                  <a:cubicBezTo>
                    <a:pt x="2039" y="119"/>
                    <a:pt x="1996" y="91"/>
                    <a:pt x="1952" y="79"/>
                  </a:cubicBezTo>
                  <a:cubicBezTo>
                    <a:pt x="1772" y="24"/>
                    <a:pt x="1633" y="1"/>
                    <a:pt x="151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2" name="Google Shape;1412;p38"/>
            <p:cNvSpPr/>
            <p:nvPr/>
          </p:nvSpPr>
          <p:spPr>
            <a:xfrm>
              <a:off x="5294722" y="6584520"/>
              <a:ext cx="1030455" cy="346931"/>
            </a:xfrm>
            <a:custGeom>
              <a:rect b="b" l="l" r="r" t="t"/>
              <a:pathLst>
                <a:path extrusionOk="0" h="805" w="2391">
                  <a:moveTo>
                    <a:pt x="1371" y="0"/>
                  </a:moveTo>
                  <a:cubicBezTo>
                    <a:pt x="1354" y="0"/>
                    <a:pt x="1339" y="6"/>
                    <a:pt x="1326" y="12"/>
                  </a:cubicBezTo>
                  <a:cubicBezTo>
                    <a:pt x="1307" y="29"/>
                    <a:pt x="1302" y="52"/>
                    <a:pt x="1294" y="76"/>
                  </a:cubicBezTo>
                  <a:cubicBezTo>
                    <a:pt x="1247" y="249"/>
                    <a:pt x="1070" y="356"/>
                    <a:pt x="896" y="396"/>
                  </a:cubicBezTo>
                  <a:cubicBezTo>
                    <a:pt x="723" y="438"/>
                    <a:pt x="541" y="431"/>
                    <a:pt x="368" y="458"/>
                  </a:cubicBezTo>
                  <a:cubicBezTo>
                    <a:pt x="210" y="486"/>
                    <a:pt x="1" y="683"/>
                    <a:pt x="242" y="782"/>
                  </a:cubicBezTo>
                  <a:cubicBezTo>
                    <a:pt x="285" y="800"/>
                    <a:pt x="332" y="804"/>
                    <a:pt x="380" y="804"/>
                  </a:cubicBezTo>
                  <a:cubicBezTo>
                    <a:pt x="405" y="804"/>
                    <a:pt x="430" y="803"/>
                    <a:pt x="455" y="802"/>
                  </a:cubicBezTo>
                  <a:cubicBezTo>
                    <a:pt x="847" y="782"/>
                    <a:pt x="1239" y="773"/>
                    <a:pt x="1631" y="773"/>
                  </a:cubicBezTo>
                  <a:cubicBezTo>
                    <a:pt x="1799" y="773"/>
                    <a:pt x="1967" y="774"/>
                    <a:pt x="2135" y="778"/>
                  </a:cubicBezTo>
                  <a:cubicBezTo>
                    <a:pt x="2162" y="778"/>
                    <a:pt x="2190" y="782"/>
                    <a:pt x="2217" y="782"/>
                  </a:cubicBezTo>
                  <a:cubicBezTo>
                    <a:pt x="2237" y="782"/>
                    <a:pt x="2253" y="782"/>
                    <a:pt x="2268" y="774"/>
                  </a:cubicBezTo>
                  <a:cubicBezTo>
                    <a:pt x="2288" y="762"/>
                    <a:pt x="2300" y="738"/>
                    <a:pt x="2308" y="718"/>
                  </a:cubicBezTo>
                  <a:cubicBezTo>
                    <a:pt x="2328" y="664"/>
                    <a:pt x="2390" y="45"/>
                    <a:pt x="2335" y="45"/>
                  </a:cubicBezTo>
                  <a:lnTo>
                    <a:pt x="2335" y="45"/>
                  </a:lnTo>
                  <a:cubicBezTo>
                    <a:pt x="2293" y="45"/>
                    <a:pt x="2253" y="45"/>
                    <a:pt x="2213" y="45"/>
                  </a:cubicBezTo>
                  <a:cubicBezTo>
                    <a:pt x="1910" y="45"/>
                    <a:pt x="1678" y="32"/>
                    <a:pt x="1382" y="1"/>
                  </a:cubicBezTo>
                  <a:cubicBezTo>
                    <a:pt x="1378" y="0"/>
                    <a:pt x="1374" y="0"/>
                    <a:pt x="1371" y="0"/>
                  </a:cubicBezTo>
                  <a:close/>
                </a:path>
              </a:pathLst>
            </a:cu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3" name="Google Shape;1413;p38"/>
            <p:cNvSpPr/>
            <p:nvPr/>
          </p:nvSpPr>
          <p:spPr>
            <a:xfrm>
              <a:off x="6243281" y="1203897"/>
              <a:ext cx="384427" cy="652920"/>
            </a:xfrm>
            <a:custGeom>
              <a:rect b="b" l="l" r="r" t="t"/>
              <a:pathLst>
                <a:path extrusionOk="0" h="1515" w="892">
                  <a:moveTo>
                    <a:pt x="395" y="0"/>
                  </a:moveTo>
                  <a:cubicBezTo>
                    <a:pt x="287" y="0"/>
                    <a:pt x="177" y="50"/>
                    <a:pt x="111" y="136"/>
                  </a:cubicBezTo>
                  <a:cubicBezTo>
                    <a:pt x="76" y="184"/>
                    <a:pt x="56" y="238"/>
                    <a:pt x="40" y="298"/>
                  </a:cubicBezTo>
                  <a:cubicBezTo>
                    <a:pt x="12" y="400"/>
                    <a:pt x="0" y="511"/>
                    <a:pt x="12" y="617"/>
                  </a:cubicBezTo>
                  <a:cubicBezTo>
                    <a:pt x="28" y="751"/>
                    <a:pt x="80" y="893"/>
                    <a:pt x="198" y="972"/>
                  </a:cubicBezTo>
                  <a:cubicBezTo>
                    <a:pt x="202" y="976"/>
                    <a:pt x="209" y="980"/>
                    <a:pt x="213" y="988"/>
                  </a:cubicBezTo>
                  <a:cubicBezTo>
                    <a:pt x="253" y="1047"/>
                    <a:pt x="221" y="1161"/>
                    <a:pt x="213" y="1221"/>
                  </a:cubicBezTo>
                  <a:cubicBezTo>
                    <a:pt x="213" y="1236"/>
                    <a:pt x="209" y="1248"/>
                    <a:pt x="205" y="1260"/>
                  </a:cubicBezTo>
                  <a:cubicBezTo>
                    <a:pt x="194" y="1279"/>
                    <a:pt x="166" y="1288"/>
                    <a:pt x="142" y="1292"/>
                  </a:cubicBezTo>
                  <a:cubicBezTo>
                    <a:pt x="134" y="1292"/>
                    <a:pt x="131" y="1295"/>
                    <a:pt x="123" y="1295"/>
                  </a:cubicBezTo>
                  <a:cubicBezTo>
                    <a:pt x="202" y="1414"/>
                    <a:pt x="312" y="1501"/>
                    <a:pt x="466" y="1512"/>
                  </a:cubicBezTo>
                  <a:cubicBezTo>
                    <a:pt x="482" y="1513"/>
                    <a:pt x="498" y="1514"/>
                    <a:pt x="515" y="1514"/>
                  </a:cubicBezTo>
                  <a:cubicBezTo>
                    <a:pt x="654" y="1514"/>
                    <a:pt x="785" y="1467"/>
                    <a:pt x="891" y="1378"/>
                  </a:cubicBezTo>
                  <a:cubicBezTo>
                    <a:pt x="844" y="1335"/>
                    <a:pt x="813" y="1272"/>
                    <a:pt x="797" y="1208"/>
                  </a:cubicBezTo>
                  <a:cubicBezTo>
                    <a:pt x="781" y="1137"/>
                    <a:pt x="781" y="1063"/>
                    <a:pt x="781" y="988"/>
                  </a:cubicBezTo>
                  <a:cubicBezTo>
                    <a:pt x="781" y="822"/>
                    <a:pt x="801" y="637"/>
                    <a:pt x="762" y="475"/>
                  </a:cubicBezTo>
                  <a:cubicBezTo>
                    <a:pt x="746" y="400"/>
                    <a:pt x="750" y="325"/>
                    <a:pt x="722" y="255"/>
                  </a:cubicBezTo>
                  <a:cubicBezTo>
                    <a:pt x="695" y="184"/>
                    <a:pt x="655" y="120"/>
                    <a:pt x="600" y="73"/>
                  </a:cubicBezTo>
                  <a:cubicBezTo>
                    <a:pt x="542" y="23"/>
                    <a:pt x="469" y="0"/>
                    <a:pt x="39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4" name="Google Shape;1414;p38"/>
            <p:cNvSpPr/>
            <p:nvPr/>
          </p:nvSpPr>
          <p:spPr>
            <a:xfrm>
              <a:off x="6238110" y="1194416"/>
              <a:ext cx="399942" cy="671451"/>
            </a:xfrm>
            <a:custGeom>
              <a:rect b="b" l="l" r="r" t="t"/>
              <a:pathLst>
                <a:path extrusionOk="0" h="1558" w="928">
                  <a:moveTo>
                    <a:pt x="407" y="44"/>
                  </a:moveTo>
                  <a:cubicBezTo>
                    <a:pt x="474" y="44"/>
                    <a:pt x="545" y="67"/>
                    <a:pt x="596" y="111"/>
                  </a:cubicBezTo>
                  <a:cubicBezTo>
                    <a:pt x="651" y="158"/>
                    <a:pt x="687" y="217"/>
                    <a:pt x="714" y="284"/>
                  </a:cubicBezTo>
                  <a:cubicBezTo>
                    <a:pt x="727" y="316"/>
                    <a:pt x="730" y="351"/>
                    <a:pt x="738" y="387"/>
                  </a:cubicBezTo>
                  <a:cubicBezTo>
                    <a:pt x="742" y="426"/>
                    <a:pt x="745" y="462"/>
                    <a:pt x="754" y="501"/>
                  </a:cubicBezTo>
                  <a:cubicBezTo>
                    <a:pt x="769" y="580"/>
                    <a:pt x="774" y="663"/>
                    <a:pt x="774" y="746"/>
                  </a:cubicBezTo>
                  <a:cubicBezTo>
                    <a:pt x="774" y="832"/>
                    <a:pt x="769" y="915"/>
                    <a:pt x="769" y="998"/>
                  </a:cubicBezTo>
                  <a:lnTo>
                    <a:pt x="769" y="1010"/>
                  </a:lnTo>
                  <a:cubicBezTo>
                    <a:pt x="769" y="1085"/>
                    <a:pt x="774" y="1159"/>
                    <a:pt x="789" y="1234"/>
                  </a:cubicBezTo>
                  <a:cubicBezTo>
                    <a:pt x="803" y="1294"/>
                    <a:pt x="829" y="1353"/>
                    <a:pt x="874" y="1399"/>
                  </a:cubicBezTo>
                  <a:lnTo>
                    <a:pt x="874" y="1399"/>
                  </a:lnTo>
                  <a:cubicBezTo>
                    <a:pt x="771" y="1472"/>
                    <a:pt x="652" y="1514"/>
                    <a:pt x="525" y="1514"/>
                  </a:cubicBezTo>
                  <a:lnTo>
                    <a:pt x="478" y="1514"/>
                  </a:lnTo>
                  <a:cubicBezTo>
                    <a:pt x="407" y="1507"/>
                    <a:pt x="343" y="1483"/>
                    <a:pt x="292" y="1447"/>
                  </a:cubicBezTo>
                  <a:cubicBezTo>
                    <a:pt x="246" y="1418"/>
                    <a:pt x="205" y="1379"/>
                    <a:pt x="172" y="1332"/>
                  </a:cubicBezTo>
                  <a:lnTo>
                    <a:pt x="172" y="1332"/>
                  </a:lnTo>
                  <a:cubicBezTo>
                    <a:pt x="180" y="1330"/>
                    <a:pt x="190" y="1326"/>
                    <a:pt x="198" y="1321"/>
                  </a:cubicBezTo>
                  <a:cubicBezTo>
                    <a:pt x="214" y="1317"/>
                    <a:pt x="225" y="1305"/>
                    <a:pt x="233" y="1294"/>
                  </a:cubicBezTo>
                  <a:cubicBezTo>
                    <a:pt x="245" y="1274"/>
                    <a:pt x="245" y="1258"/>
                    <a:pt x="249" y="1247"/>
                  </a:cubicBezTo>
                  <a:cubicBezTo>
                    <a:pt x="249" y="1227"/>
                    <a:pt x="257" y="1203"/>
                    <a:pt x="261" y="1176"/>
                  </a:cubicBezTo>
                  <a:cubicBezTo>
                    <a:pt x="265" y="1152"/>
                    <a:pt x="265" y="1121"/>
                    <a:pt x="265" y="1092"/>
                  </a:cubicBezTo>
                  <a:cubicBezTo>
                    <a:pt x="265" y="1077"/>
                    <a:pt x="265" y="1061"/>
                    <a:pt x="261" y="1041"/>
                  </a:cubicBezTo>
                  <a:cubicBezTo>
                    <a:pt x="257" y="1026"/>
                    <a:pt x="253" y="1014"/>
                    <a:pt x="245" y="998"/>
                  </a:cubicBezTo>
                  <a:cubicBezTo>
                    <a:pt x="237" y="986"/>
                    <a:pt x="225" y="982"/>
                    <a:pt x="221" y="979"/>
                  </a:cubicBezTo>
                  <a:cubicBezTo>
                    <a:pt x="166" y="939"/>
                    <a:pt x="127" y="888"/>
                    <a:pt x="99" y="828"/>
                  </a:cubicBezTo>
                  <a:cubicBezTo>
                    <a:pt x="68" y="770"/>
                    <a:pt x="52" y="702"/>
                    <a:pt x="48" y="635"/>
                  </a:cubicBezTo>
                  <a:cubicBezTo>
                    <a:pt x="44" y="608"/>
                    <a:pt x="44" y="584"/>
                    <a:pt x="44" y="557"/>
                  </a:cubicBezTo>
                  <a:cubicBezTo>
                    <a:pt x="44" y="477"/>
                    <a:pt x="52" y="399"/>
                    <a:pt x="75" y="324"/>
                  </a:cubicBezTo>
                  <a:cubicBezTo>
                    <a:pt x="88" y="269"/>
                    <a:pt x="107" y="217"/>
                    <a:pt x="143" y="174"/>
                  </a:cubicBezTo>
                  <a:cubicBezTo>
                    <a:pt x="201" y="91"/>
                    <a:pt x="304" y="44"/>
                    <a:pt x="407" y="44"/>
                  </a:cubicBezTo>
                  <a:close/>
                  <a:moveTo>
                    <a:pt x="407" y="0"/>
                  </a:moveTo>
                  <a:cubicBezTo>
                    <a:pt x="292" y="0"/>
                    <a:pt x="174" y="51"/>
                    <a:pt x="107" y="146"/>
                  </a:cubicBezTo>
                  <a:cubicBezTo>
                    <a:pt x="68" y="198"/>
                    <a:pt x="48" y="253"/>
                    <a:pt x="32" y="312"/>
                  </a:cubicBezTo>
                  <a:cubicBezTo>
                    <a:pt x="12" y="391"/>
                    <a:pt x="1" y="473"/>
                    <a:pt x="1" y="557"/>
                  </a:cubicBezTo>
                  <a:cubicBezTo>
                    <a:pt x="1" y="584"/>
                    <a:pt x="1" y="612"/>
                    <a:pt x="4" y="639"/>
                  </a:cubicBezTo>
                  <a:cubicBezTo>
                    <a:pt x="12" y="710"/>
                    <a:pt x="28" y="781"/>
                    <a:pt x="59" y="848"/>
                  </a:cubicBezTo>
                  <a:cubicBezTo>
                    <a:pt x="88" y="912"/>
                    <a:pt x="135" y="970"/>
                    <a:pt x="194" y="1014"/>
                  </a:cubicBezTo>
                  <a:cubicBezTo>
                    <a:pt x="201" y="1018"/>
                    <a:pt x="206" y="1021"/>
                    <a:pt x="210" y="1021"/>
                  </a:cubicBezTo>
                  <a:cubicBezTo>
                    <a:pt x="214" y="1030"/>
                    <a:pt x="217" y="1041"/>
                    <a:pt x="217" y="1053"/>
                  </a:cubicBezTo>
                  <a:cubicBezTo>
                    <a:pt x="221" y="1065"/>
                    <a:pt x="221" y="1077"/>
                    <a:pt x="221" y="1092"/>
                  </a:cubicBezTo>
                  <a:cubicBezTo>
                    <a:pt x="221" y="1116"/>
                    <a:pt x="221" y="1144"/>
                    <a:pt x="217" y="1172"/>
                  </a:cubicBezTo>
                  <a:cubicBezTo>
                    <a:pt x="214" y="1195"/>
                    <a:pt x="206" y="1223"/>
                    <a:pt x="206" y="1243"/>
                  </a:cubicBezTo>
                  <a:cubicBezTo>
                    <a:pt x="201" y="1254"/>
                    <a:pt x="201" y="1263"/>
                    <a:pt x="198" y="1270"/>
                  </a:cubicBezTo>
                  <a:cubicBezTo>
                    <a:pt x="194" y="1274"/>
                    <a:pt x="190" y="1278"/>
                    <a:pt x="182" y="1282"/>
                  </a:cubicBezTo>
                  <a:cubicBezTo>
                    <a:pt x="170" y="1286"/>
                    <a:pt x="163" y="1290"/>
                    <a:pt x="150" y="1290"/>
                  </a:cubicBezTo>
                  <a:cubicBezTo>
                    <a:pt x="143" y="1294"/>
                    <a:pt x="135" y="1294"/>
                    <a:pt x="130" y="1298"/>
                  </a:cubicBezTo>
                  <a:cubicBezTo>
                    <a:pt x="123" y="1298"/>
                    <a:pt x="115" y="1301"/>
                    <a:pt x="115" y="1310"/>
                  </a:cubicBezTo>
                  <a:cubicBezTo>
                    <a:pt x="111" y="1317"/>
                    <a:pt x="111" y="1321"/>
                    <a:pt x="115" y="1329"/>
                  </a:cubicBezTo>
                  <a:cubicBezTo>
                    <a:pt x="159" y="1392"/>
                    <a:pt x="206" y="1443"/>
                    <a:pt x="265" y="1483"/>
                  </a:cubicBezTo>
                  <a:cubicBezTo>
                    <a:pt x="324" y="1527"/>
                    <a:pt x="395" y="1550"/>
                    <a:pt x="478" y="1558"/>
                  </a:cubicBezTo>
                  <a:lnTo>
                    <a:pt x="525" y="1558"/>
                  </a:lnTo>
                  <a:cubicBezTo>
                    <a:pt x="671" y="1558"/>
                    <a:pt x="809" y="1507"/>
                    <a:pt x="920" y="1416"/>
                  </a:cubicBezTo>
                  <a:cubicBezTo>
                    <a:pt x="923" y="1412"/>
                    <a:pt x="927" y="1408"/>
                    <a:pt x="927" y="1400"/>
                  </a:cubicBezTo>
                  <a:cubicBezTo>
                    <a:pt x="927" y="1396"/>
                    <a:pt x="923" y="1388"/>
                    <a:pt x="920" y="1385"/>
                  </a:cubicBezTo>
                  <a:cubicBezTo>
                    <a:pt x="876" y="1345"/>
                    <a:pt x="849" y="1286"/>
                    <a:pt x="833" y="1227"/>
                  </a:cubicBezTo>
                  <a:cubicBezTo>
                    <a:pt x="816" y="1156"/>
                    <a:pt x="816" y="1085"/>
                    <a:pt x="813" y="1010"/>
                  </a:cubicBezTo>
                  <a:lnTo>
                    <a:pt x="813" y="998"/>
                  </a:lnTo>
                  <a:cubicBezTo>
                    <a:pt x="813" y="919"/>
                    <a:pt x="821" y="832"/>
                    <a:pt x="821" y="746"/>
                  </a:cubicBezTo>
                  <a:cubicBezTo>
                    <a:pt x="821" y="663"/>
                    <a:pt x="813" y="577"/>
                    <a:pt x="798" y="493"/>
                  </a:cubicBezTo>
                  <a:cubicBezTo>
                    <a:pt x="789" y="458"/>
                    <a:pt x="785" y="418"/>
                    <a:pt x="778" y="383"/>
                  </a:cubicBezTo>
                  <a:cubicBezTo>
                    <a:pt x="774" y="347"/>
                    <a:pt x="769" y="308"/>
                    <a:pt x="754" y="269"/>
                  </a:cubicBezTo>
                  <a:cubicBezTo>
                    <a:pt x="727" y="198"/>
                    <a:pt x="683" y="131"/>
                    <a:pt x="623" y="80"/>
                  </a:cubicBezTo>
                  <a:cubicBezTo>
                    <a:pt x="565" y="24"/>
                    <a:pt x="485" y="0"/>
                    <a:pt x="407"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5" name="Google Shape;1415;p38"/>
            <p:cNvSpPr/>
            <p:nvPr/>
          </p:nvSpPr>
          <p:spPr>
            <a:xfrm>
              <a:off x="6197599" y="1103482"/>
              <a:ext cx="452090" cy="359860"/>
            </a:xfrm>
            <a:custGeom>
              <a:rect b="b" l="l" r="r" t="t"/>
              <a:pathLst>
                <a:path extrusionOk="0" h="835" w="1049">
                  <a:moveTo>
                    <a:pt x="595" y="0"/>
                  </a:moveTo>
                  <a:cubicBezTo>
                    <a:pt x="517" y="0"/>
                    <a:pt x="443" y="15"/>
                    <a:pt x="390" y="38"/>
                  </a:cubicBezTo>
                  <a:cubicBezTo>
                    <a:pt x="308" y="82"/>
                    <a:pt x="240" y="149"/>
                    <a:pt x="177" y="215"/>
                  </a:cubicBezTo>
                  <a:cubicBezTo>
                    <a:pt x="111" y="282"/>
                    <a:pt x="40" y="357"/>
                    <a:pt x="20" y="452"/>
                  </a:cubicBezTo>
                  <a:cubicBezTo>
                    <a:pt x="0" y="527"/>
                    <a:pt x="150" y="531"/>
                    <a:pt x="197" y="535"/>
                  </a:cubicBezTo>
                  <a:cubicBezTo>
                    <a:pt x="351" y="539"/>
                    <a:pt x="497" y="575"/>
                    <a:pt x="655" y="575"/>
                  </a:cubicBezTo>
                  <a:cubicBezTo>
                    <a:pt x="659" y="575"/>
                    <a:pt x="666" y="575"/>
                    <a:pt x="670" y="570"/>
                  </a:cubicBezTo>
                  <a:cubicBezTo>
                    <a:pt x="674" y="566"/>
                    <a:pt x="679" y="562"/>
                    <a:pt x="682" y="558"/>
                  </a:cubicBezTo>
                  <a:cubicBezTo>
                    <a:pt x="702" y="535"/>
                    <a:pt x="721" y="508"/>
                    <a:pt x="740" y="484"/>
                  </a:cubicBezTo>
                  <a:lnTo>
                    <a:pt x="740" y="484"/>
                  </a:lnTo>
                  <a:cubicBezTo>
                    <a:pt x="734" y="494"/>
                    <a:pt x="741" y="531"/>
                    <a:pt x="741" y="542"/>
                  </a:cubicBezTo>
                  <a:cubicBezTo>
                    <a:pt x="741" y="566"/>
                    <a:pt x="745" y="586"/>
                    <a:pt x="745" y="610"/>
                  </a:cubicBezTo>
                  <a:cubicBezTo>
                    <a:pt x="753" y="649"/>
                    <a:pt x="765" y="684"/>
                    <a:pt x="781" y="724"/>
                  </a:cubicBezTo>
                  <a:cubicBezTo>
                    <a:pt x="800" y="781"/>
                    <a:pt x="833" y="835"/>
                    <a:pt x="900" y="835"/>
                  </a:cubicBezTo>
                  <a:cubicBezTo>
                    <a:pt x="902" y="835"/>
                    <a:pt x="904" y="835"/>
                    <a:pt x="907" y="835"/>
                  </a:cubicBezTo>
                  <a:cubicBezTo>
                    <a:pt x="1001" y="826"/>
                    <a:pt x="1041" y="649"/>
                    <a:pt x="1045" y="578"/>
                  </a:cubicBezTo>
                  <a:cubicBezTo>
                    <a:pt x="1049" y="475"/>
                    <a:pt x="1014" y="404"/>
                    <a:pt x="962" y="322"/>
                  </a:cubicBezTo>
                  <a:cubicBezTo>
                    <a:pt x="927" y="258"/>
                    <a:pt x="934" y="188"/>
                    <a:pt x="899" y="125"/>
                  </a:cubicBezTo>
                  <a:cubicBezTo>
                    <a:pt x="852" y="46"/>
                    <a:pt x="750" y="11"/>
                    <a:pt x="643" y="2"/>
                  </a:cubicBezTo>
                  <a:cubicBezTo>
                    <a:pt x="627" y="1"/>
                    <a:pt x="611" y="0"/>
                    <a:pt x="59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6" name="Google Shape;1416;p38"/>
            <p:cNvSpPr/>
            <p:nvPr/>
          </p:nvSpPr>
          <p:spPr>
            <a:xfrm>
              <a:off x="6195875" y="1094001"/>
              <a:ext cx="462433" cy="379685"/>
            </a:xfrm>
            <a:custGeom>
              <a:rect b="b" l="l" r="r" t="t"/>
              <a:pathLst>
                <a:path extrusionOk="0" h="881" w="1073">
                  <a:moveTo>
                    <a:pt x="643" y="44"/>
                  </a:moveTo>
                  <a:cubicBezTo>
                    <a:pt x="698" y="48"/>
                    <a:pt x="745" y="60"/>
                    <a:pt x="789" y="80"/>
                  </a:cubicBezTo>
                  <a:cubicBezTo>
                    <a:pt x="832" y="100"/>
                    <a:pt x="863" y="123"/>
                    <a:pt x="883" y="158"/>
                  </a:cubicBezTo>
                  <a:cubicBezTo>
                    <a:pt x="899" y="186"/>
                    <a:pt x="907" y="213"/>
                    <a:pt x="911" y="249"/>
                  </a:cubicBezTo>
                  <a:cubicBezTo>
                    <a:pt x="919" y="280"/>
                    <a:pt x="927" y="320"/>
                    <a:pt x="950" y="355"/>
                  </a:cubicBezTo>
                  <a:cubicBezTo>
                    <a:pt x="974" y="395"/>
                    <a:pt x="994" y="431"/>
                    <a:pt x="1005" y="466"/>
                  </a:cubicBezTo>
                  <a:cubicBezTo>
                    <a:pt x="1021" y="502"/>
                    <a:pt x="1029" y="537"/>
                    <a:pt x="1029" y="580"/>
                  </a:cubicBezTo>
                  <a:cubicBezTo>
                    <a:pt x="1029" y="584"/>
                    <a:pt x="1025" y="592"/>
                    <a:pt x="1025" y="600"/>
                  </a:cubicBezTo>
                  <a:cubicBezTo>
                    <a:pt x="1025" y="632"/>
                    <a:pt x="1014" y="695"/>
                    <a:pt x="994" y="746"/>
                  </a:cubicBezTo>
                  <a:cubicBezTo>
                    <a:pt x="982" y="770"/>
                    <a:pt x="970" y="793"/>
                    <a:pt x="954" y="810"/>
                  </a:cubicBezTo>
                  <a:cubicBezTo>
                    <a:pt x="950" y="817"/>
                    <a:pt x="943" y="825"/>
                    <a:pt x="934" y="828"/>
                  </a:cubicBezTo>
                  <a:cubicBezTo>
                    <a:pt x="927" y="833"/>
                    <a:pt x="919" y="833"/>
                    <a:pt x="911" y="837"/>
                  </a:cubicBezTo>
                  <a:lnTo>
                    <a:pt x="903" y="837"/>
                  </a:lnTo>
                  <a:cubicBezTo>
                    <a:pt x="891" y="837"/>
                    <a:pt x="879" y="833"/>
                    <a:pt x="872" y="828"/>
                  </a:cubicBezTo>
                  <a:cubicBezTo>
                    <a:pt x="856" y="821"/>
                    <a:pt x="843" y="810"/>
                    <a:pt x="832" y="793"/>
                  </a:cubicBezTo>
                  <a:cubicBezTo>
                    <a:pt x="820" y="777"/>
                    <a:pt x="812" y="757"/>
                    <a:pt x="805" y="739"/>
                  </a:cubicBezTo>
                  <a:cubicBezTo>
                    <a:pt x="789" y="699"/>
                    <a:pt x="777" y="668"/>
                    <a:pt x="772" y="628"/>
                  </a:cubicBezTo>
                  <a:cubicBezTo>
                    <a:pt x="769" y="604"/>
                    <a:pt x="765" y="584"/>
                    <a:pt x="765" y="564"/>
                  </a:cubicBezTo>
                  <a:lnTo>
                    <a:pt x="765" y="549"/>
                  </a:lnTo>
                  <a:lnTo>
                    <a:pt x="765" y="529"/>
                  </a:lnTo>
                  <a:lnTo>
                    <a:pt x="765" y="517"/>
                  </a:lnTo>
                  <a:cubicBezTo>
                    <a:pt x="769" y="513"/>
                    <a:pt x="770" y="507"/>
                    <a:pt x="769" y="501"/>
                  </a:cubicBezTo>
                  <a:lnTo>
                    <a:pt x="769" y="501"/>
                  </a:lnTo>
                  <a:cubicBezTo>
                    <a:pt x="769" y="493"/>
                    <a:pt x="765" y="490"/>
                    <a:pt x="761" y="486"/>
                  </a:cubicBezTo>
                  <a:lnTo>
                    <a:pt x="761" y="486"/>
                  </a:lnTo>
                  <a:cubicBezTo>
                    <a:pt x="761" y="486"/>
                    <a:pt x="761" y="486"/>
                    <a:pt x="761" y="486"/>
                  </a:cubicBezTo>
                  <a:cubicBezTo>
                    <a:pt x="760" y="484"/>
                    <a:pt x="757" y="483"/>
                    <a:pt x="754" y="483"/>
                  </a:cubicBezTo>
                  <a:lnTo>
                    <a:pt x="754" y="483"/>
                  </a:lnTo>
                  <a:cubicBezTo>
                    <a:pt x="752" y="482"/>
                    <a:pt x="750" y="482"/>
                    <a:pt x="748" y="482"/>
                  </a:cubicBezTo>
                  <a:cubicBezTo>
                    <a:pt x="746" y="482"/>
                    <a:pt x="745" y="482"/>
                    <a:pt x="743" y="482"/>
                  </a:cubicBezTo>
                  <a:lnTo>
                    <a:pt x="743" y="482"/>
                  </a:lnTo>
                  <a:cubicBezTo>
                    <a:pt x="737" y="483"/>
                    <a:pt x="733" y="486"/>
                    <a:pt x="730" y="490"/>
                  </a:cubicBezTo>
                  <a:cubicBezTo>
                    <a:pt x="730" y="490"/>
                    <a:pt x="730" y="490"/>
                    <a:pt x="730" y="490"/>
                  </a:cubicBezTo>
                  <a:lnTo>
                    <a:pt x="730" y="490"/>
                  </a:lnTo>
                  <a:cubicBezTo>
                    <a:pt x="728" y="491"/>
                    <a:pt x="726" y="493"/>
                    <a:pt x="726" y="495"/>
                  </a:cubicBezTo>
                  <a:lnTo>
                    <a:pt x="726" y="495"/>
                  </a:lnTo>
                  <a:cubicBezTo>
                    <a:pt x="707" y="520"/>
                    <a:pt x="689" y="543"/>
                    <a:pt x="670" y="568"/>
                  </a:cubicBezTo>
                  <a:lnTo>
                    <a:pt x="666" y="573"/>
                  </a:lnTo>
                  <a:lnTo>
                    <a:pt x="659" y="573"/>
                  </a:lnTo>
                  <a:cubicBezTo>
                    <a:pt x="505" y="573"/>
                    <a:pt x="359" y="541"/>
                    <a:pt x="201" y="533"/>
                  </a:cubicBezTo>
                  <a:cubicBezTo>
                    <a:pt x="177" y="533"/>
                    <a:pt x="134" y="529"/>
                    <a:pt x="99" y="521"/>
                  </a:cubicBezTo>
                  <a:cubicBezTo>
                    <a:pt x="83" y="517"/>
                    <a:pt x="67" y="513"/>
                    <a:pt x="55" y="506"/>
                  </a:cubicBezTo>
                  <a:cubicBezTo>
                    <a:pt x="51" y="502"/>
                    <a:pt x="48" y="497"/>
                    <a:pt x="48" y="493"/>
                  </a:cubicBezTo>
                  <a:cubicBezTo>
                    <a:pt x="44" y="490"/>
                    <a:pt x="44" y="490"/>
                    <a:pt x="44" y="486"/>
                  </a:cubicBezTo>
                  <a:lnTo>
                    <a:pt x="44" y="478"/>
                  </a:lnTo>
                  <a:cubicBezTo>
                    <a:pt x="55" y="435"/>
                    <a:pt x="75" y="395"/>
                    <a:pt x="102" y="360"/>
                  </a:cubicBezTo>
                  <a:cubicBezTo>
                    <a:pt x="130" y="320"/>
                    <a:pt x="162" y="284"/>
                    <a:pt x="197" y="253"/>
                  </a:cubicBezTo>
                  <a:cubicBezTo>
                    <a:pt x="261" y="186"/>
                    <a:pt x="328" y="119"/>
                    <a:pt x="402" y="80"/>
                  </a:cubicBezTo>
                  <a:cubicBezTo>
                    <a:pt x="450" y="56"/>
                    <a:pt x="525" y="44"/>
                    <a:pt x="599" y="44"/>
                  </a:cubicBezTo>
                  <a:close/>
                  <a:moveTo>
                    <a:pt x="599" y="0"/>
                  </a:moveTo>
                  <a:cubicBezTo>
                    <a:pt x="521" y="0"/>
                    <a:pt x="441" y="13"/>
                    <a:pt x="386" y="40"/>
                  </a:cubicBezTo>
                  <a:cubicBezTo>
                    <a:pt x="296" y="84"/>
                    <a:pt x="228" y="155"/>
                    <a:pt x="166" y="222"/>
                  </a:cubicBezTo>
                  <a:cubicBezTo>
                    <a:pt x="130" y="257"/>
                    <a:pt x="99" y="293"/>
                    <a:pt x="67" y="332"/>
                  </a:cubicBezTo>
                  <a:cubicBezTo>
                    <a:pt x="39" y="371"/>
                    <a:pt x="12" y="419"/>
                    <a:pt x="0" y="470"/>
                  </a:cubicBezTo>
                  <a:lnTo>
                    <a:pt x="0" y="486"/>
                  </a:lnTo>
                  <a:cubicBezTo>
                    <a:pt x="0" y="497"/>
                    <a:pt x="4" y="510"/>
                    <a:pt x="8" y="517"/>
                  </a:cubicBezTo>
                  <a:cubicBezTo>
                    <a:pt x="20" y="533"/>
                    <a:pt x="35" y="545"/>
                    <a:pt x="51" y="553"/>
                  </a:cubicBezTo>
                  <a:cubicBezTo>
                    <a:pt x="75" y="564"/>
                    <a:pt x="106" y="568"/>
                    <a:pt x="134" y="573"/>
                  </a:cubicBezTo>
                  <a:cubicBezTo>
                    <a:pt x="157" y="577"/>
                    <a:pt x="186" y="577"/>
                    <a:pt x="201" y="577"/>
                  </a:cubicBezTo>
                  <a:cubicBezTo>
                    <a:pt x="350" y="584"/>
                    <a:pt x="494" y="615"/>
                    <a:pt x="654" y="615"/>
                  </a:cubicBezTo>
                  <a:lnTo>
                    <a:pt x="654" y="615"/>
                  </a:lnTo>
                  <a:lnTo>
                    <a:pt x="654" y="616"/>
                  </a:lnTo>
                  <a:lnTo>
                    <a:pt x="663" y="616"/>
                  </a:lnTo>
                  <a:cubicBezTo>
                    <a:pt x="666" y="616"/>
                    <a:pt x="674" y="616"/>
                    <a:pt x="686" y="612"/>
                  </a:cubicBezTo>
                  <a:cubicBezTo>
                    <a:pt x="694" y="608"/>
                    <a:pt x="698" y="600"/>
                    <a:pt x="702" y="597"/>
                  </a:cubicBezTo>
                  <a:cubicBezTo>
                    <a:pt x="708" y="588"/>
                    <a:pt x="715" y="579"/>
                    <a:pt x="721" y="571"/>
                  </a:cubicBezTo>
                  <a:lnTo>
                    <a:pt x="721" y="571"/>
                  </a:lnTo>
                  <a:cubicBezTo>
                    <a:pt x="722" y="595"/>
                    <a:pt x="726" y="613"/>
                    <a:pt x="730" y="632"/>
                  </a:cubicBezTo>
                  <a:cubicBezTo>
                    <a:pt x="734" y="679"/>
                    <a:pt x="749" y="715"/>
                    <a:pt x="765" y="754"/>
                  </a:cubicBezTo>
                  <a:cubicBezTo>
                    <a:pt x="777" y="781"/>
                    <a:pt x="789" y="813"/>
                    <a:pt x="812" y="837"/>
                  </a:cubicBezTo>
                  <a:cubicBezTo>
                    <a:pt x="825" y="848"/>
                    <a:pt x="836" y="861"/>
                    <a:pt x="852" y="868"/>
                  </a:cubicBezTo>
                  <a:cubicBezTo>
                    <a:pt x="867" y="876"/>
                    <a:pt x="883" y="880"/>
                    <a:pt x="903" y="880"/>
                  </a:cubicBezTo>
                  <a:lnTo>
                    <a:pt x="911" y="880"/>
                  </a:lnTo>
                  <a:cubicBezTo>
                    <a:pt x="927" y="876"/>
                    <a:pt x="943" y="872"/>
                    <a:pt x="954" y="864"/>
                  </a:cubicBezTo>
                  <a:cubicBezTo>
                    <a:pt x="978" y="852"/>
                    <a:pt x="994" y="833"/>
                    <a:pt x="1009" y="813"/>
                  </a:cubicBezTo>
                  <a:cubicBezTo>
                    <a:pt x="1029" y="777"/>
                    <a:pt x="1045" y="739"/>
                    <a:pt x="1053" y="703"/>
                  </a:cubicBezTo>
                  <a:cubicBezTo>
                    <a:pt x="1065" y="663"/>
                    <a:pt x="1069" y="628"/>
                    <a:pt x="1069" y="600"/>
                  </a:cubicBezTo>
                  <a:cubicBezTo>
                    <a:pt x="1072" y="592"/>
                    <a:pt x="1072" y="588"/>
                    <a:pt x="1072" y="580"/>
                  </a:cubicBezTo>
                  <a:cubicBezTo>
                    <a:pt x="1072" y="533"/>
                    <a:pt x="1061" y="490"/>
                    <a:pt x="1045" y="450"/>
                  </a:cubicBezTo>
                  <a:cubicBezTo>
                    <a:pt x="1033" y="411"/>
                    <a:pt x="1009" y="371"/>
                    <a:pt x="985" y="332"/>
                  </a:cubicBezTo>
                  <a:cubicBezTo>
                    <a:pt x="970" y="304"/>
                    <a:pt x="962" y="273"/>
                    <a:pt x="954" y="242"/>
                  </a:cubicBezTo>
                  <a:cubicBezTo>
                    <a:pt x="947" y="206"/>
                    <a:pt x="943" y="171"/>
                    <a:pt x="923" y="139"/>
                  </a:cubicBezTo>
                  <a:cubicBezTo>
                    <a:pt x="896" y="91"/>
                    <a:pt x="856" y="60"/>
                    <a:pt x="808" y="40"/>
                  </a:cubicBezTo>
                  <a:cubicBezTo>
                    <a:pt x="757" y="16"/>
                    <a:pt x="702" y="5"/>
                    <a:pt x="64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7" name="Google Shape;1417;p38"/>
            <p:cNvSpPr/>
            <p:nvPr/>
          </p:nvSpPr>
          <p:spPr>
            <a:xfrm>
              <a:off x="6496259" y="1372836"/>
              <a:ext cx="99124" cy="125412"/>
            </a:xfrm>
            <a:custGeom>
              <a:rect b="b" l="l" r="r" t="t"/>
              <a:pathLst>
                <a:path extrusionOk="0" h="291" w="230">
                  <a:moveTo>
                    <a:pt x="127" y="0"/>
                  </a:moveTo>
                  <a:cubicBezTo>
                    <a:pt x="125" y="0"/>
                    <a:pt x="122" y="0"/>
                    <a:pt x="119" y="1"/>
                  </a:cubicBezTo>
                  <a:cubicBezTo>
                    <a:pt x="37" y="12"/>
                    <a:pt x="17" y="92"/>
                    <a:pt x="5" y="163"/>
                  </a:cubicBezTo>
                  <a:cubicBezTo>
                    <a:pt x="5" y="174"/>
                    <a:pt x="1" y="190"/>
                    <a:pt x="5" y="201"/>
                  </a:cubicBezTo>
                  <a:cubicBezTo>
                    <a:pt x="18" y="248"/>
                    <a:pt x="66" y="291"/>
                    <a:pt x="111" y="291"/>
                  </a:cubicBezTo>
                  <a:cubicBezTo>
                    <a:pt x="121" y="291"/>
                    <a:pt x="130" y="289"/>
                    <a:pt x="139" y="285"/>
                  </a:cubicBezTo>
                  <a:cubicBezTo>
                    <a:pt x="194" y="257"/>
                    <a:pt x="226" y="174"/>
                    <a:pt x="230" y="119"/>
                  </a:cubicBezTo>
                  <a:cubicBezTo>
                    <a:pt x="230" y="99"/>
                    <a:pt x="230" y="79"/>
                    <a:pt x="222" y="59"/>
                  </a:cubicBezTo>
                  <a:cubicBezTo>
                    <a:pt x="207" y="23"/>
                    <a:pt x="165" y="0"/>
                    <a:pt x="12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8" name="Google Shape;1418;p38"/>
            <p:cNvSpPr/>
            <p:nvPr/>
          </p:nvSpPr>
          <p:spPr>
            <a:xfrm>
              <a:off x="6331630" y="3575078"/>
              <a:ext cx="97400" cy="706360"/>
            </a:xfrm>
            <a:custGeom>
              <a:rect b="b" l="l" r="r" t="t"/>
              <a:pathLst>
                <a:path extrusionOk="0" h="1639" w="226">
                  <a:moveTo>
                    <a:pt x="25" y="0"/>
                  </a:moveTo>
                  <a:cubicBezTo>
                    <a:pt x="23" y="0"/>
                    <a:pt x="22" y="0"/>
                    <a:pt x="20" y="1"/>
                  </a:cubicBezTo>
                  <a:cubicBezTo>
                    <a:pt x="8" y="1"/>
                    <a:pt x="0" y="12"/>
                    <a:pt x="0" y="25"/>
                  </a:cubicBezTo>
                  <a:cubicBezTo>
                    <a:pt x="44" y="556"/>
                    <a:pt x="103" y="1089"/>
                    <a:pt x="182" y="1621"/>
                  </a:cubicBezTo>
                  <a:cubicBezTo>
                    <a:pt x="185" y="1631"/>
                    <a:pt x="191" y="1638"/>
                    <a:pt x="200" y="1638"/>
                  </a:cubicBezTo>
                  <a:cubicBezTo>
                    <a:pt x="202" y="1638"/>
                    <a:pt x="204" y="1638"/>
                    <a:pt x="206" y="1637"/>
                  </a:cubicBezTo>
                  <a:cubicBezTo>
                    <a:pt x="217" y="1637"/>
                    <a:pt x="226" y="1625"/>
                    <a:pt x="226" y="1614"/>
                  </a:cubicBezTo>
                  <a:cubicBezTo>
                    <a:pt x="146" y="1085"/>
                    <a:pt x="87" y="553"/>
                    <a:pt x="44" y="21"/>
                  </a:cubicBezTo>
                  <a:cubicBezTo>
                    <a:pt x="44" y="10"/>
                    <a:pt x="35" y="0"/>
                    <a:pt x="2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9" name="Google Shape;1419;p38"/>
            <p:cNvSpPr/>
            <p:nvPr/>
          </p:nvSpPr>
          <p:spPr>
            <a:xfrm>
              <a:off x="5874373" y="2235201"/>
              <a:ext cx="116363" cy="312884"/>
            </a:xfrm>
            <a:custGeom>
              <a:rect b="b" l="l" r="r" t="t"/>
              <a:pathLst>
                <a:path extrusionOk="0" h="726" w="270">
                  <a:moveTo>
                    <a:pt x="244" y="1"/>
                  </a:moveTo>
                  <a:cubicBezTo>
                    <a:pt x="236" y="1"/>
                    <a:pt x="229" y="5"/>
                    <a:pt x="226" y="14"/>
                  </a:cubicBezTo>
                  <a:cubicBezTo>
                    <a:pt x="210" y="54"/>
                    <a:pt x="190" y="105"/>
                    <a:pt x="170" y="164"/>
                  </a:cubicBezTo>
                  <a:cubicBezTo>
                    <a:pt x="142" y="255"/>
                    <a:pt x="115" y="357"/>
                    <a:pt x="88" y="456"/>
                  </a:cubicBezTo>
                  <a:cubicBezTo>
                    <a:pt x="56" y="551"/>
                    <a:pt x="28" y="641"/>
                    <a:pt x="4" y="697"/>
                  </a:cubicBezTo>
                  <a:cubicBezTo>
                    <a:pt x="1" y="704"/>
                    <a:pt x="4" y="720"/>
                    <a:pt x="17" y="724"/>
                  </a:cubicBezTo>
                  <a:cubicBezTo>
                    <a:pt x="19" y="725"/>
                    <a:pt x="22" y="726"/>
                    <a:pt x="25" y="726"/>
                  </a:cubicBezTo>
                  <a:cubicBezTo>
                    <a:pt x="34" y="726"/>
                    <a:pt x="41" y="721"/>
                    <a:pt x="44" y="712"/>
                  </a:cubicBezTo>
                  <a:cubicBezTo>
                    <a:pt x="64" y="673"/>
                    <a:pt x="80" y="622"/>
                    <a:pt x="99" y="562"/>
                  </a:cubicBezTo>
                  <a:cubicBezTo>
                    <a:pt x="127" y="472"/>
                    <a:pt x="159" y="369"/>
                    <a:pt x="186" y="271"/>
                  </a:cubicBezTo>
                  <a:cubicBezTo>
                    <a:pt x="213" y="176"/>
                    <a:pt x="241" y="89"/>
                    <a:pt x="265" y="31"/>
                  </a:cubicBezTo>
                  <a:cubicBezTo>
                    <a:pt x="269" y="22"/>
                    <a:pt x="265" y="7"/>
                    <a:pt x="253" y="2"/>
                  </a:cubicBezTo>
                  <a:cubicBezTo>
                    <a:pt x="250" y="1"/>
                    <a:pt x="247" y="1"/>
                    <a:pt x="2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0" name="Google Shape;1420;p38"/>
            <p:cNvSpPr/>
            <p:nvPr/>
          </p:nvSpPr>
          <p:spPr>
            <a:xfrm>
              <a:off x="6516946" y="1398263"/>
              <a:ext cx="65077" cy="61629"/>
            </a:xfrm>
            <a:custGeom>
              <a:rect b="b" l="l" r="r" t="t"/>
              <a:pathLst>
                <a:path extrusionOk="0" h="143" w="151">
                  <a:moveTo>
                    <a:pt x="122" y="0"/>
                  </a:moveTo>
                  <a:cubicBezTo>
                    <a:pt x="91" y="0"/>
                    <a:pt x="63" y="13"/>
                    <a:pt x="40" y="36"/>
                  </a:cubicBezTo>
                  <a:cubicBezTo>
                    <a:pt x="16" y="56"/>
                    <a:pt x="0" y="87"/>
                    <a:pt x="0" y="122"/>
                  </a:cubicBezTo>
                  <a:cubicBezTo>
                    <a:pt x="0" y="135"/>
                    <a:pt x="12" y="142"/>
                    <a:pt x="24" y="142"/>
                  </a:cubicBezTo>
                  <a:cubicBezTo>
                    <a:pt x="36" y="142"/>
                    <a:pt x="44" y="135"/>
                    <a:pt x="44" y="122"/>
                  </a:cubicBezTo>
                  <a:cubicBezTo>
                    <a:pt x="44" y="104"/>
                    <a:pt x="56" y="80"/>
                    <a:pt x="71" y="68"/>
                  </a:cubicBezTo>
                  <a:cubicBezTo>
                    <a:pt x="83" y="51"/>
                    <a:pt x="103" y="44"/>
                    <a:pt x="122" y="44"/>
                  </a:cubicBezTo>
                  <a:cubicBezTo>
                    <a:pt x="122" y="44"/>
                    <a:pt x="127" y="44"/>
                    <a:pt x="127" y="48"/>
                  </a:cubicBezTo>
                  <a:cubicBezTo>
                    <a:pt x="138" y="48"/>
                    <a:pt x="151" y="36"/>
                    <a:pt x="151" y="24"/>
                  </a:cubicBezTo>
                  <a:cubicBezTo>
                    <a:pt x="151" y="13"/>
                    <a:pt x="142" y="4"/>
                    <a:pt x="131"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1" name="Google Shape;1421;p38"/>
            <p:cNvSpPr/>
            <p:nvPr/>
          </p:nvSpPr>
          <p:spPr>
            <a:xfrm>
              <a:off x="7164259" y="4476661"/>
              <a:ext cx="114208" cy="340035"/>
            </a:xfrm>
            <a:custGeom>
              <a:rect b="b" l="l" r="r" t="t"/>
              <a:pathLst>
                <a:path extrusionOk="0" h="789" w="265">
                  <a:moveTo>
                    <a:pt x="25" y="1"/>
                  </a:moveTo>
                  <a:cubicBezTo>
                    <a:pt x="22" y="1"/>
                    <a:pt x="19" y="1"/>
                    <a:pt x="16" y="2"/>
                  </a:cubicBezTo>
                  <a:cubicBezTo>
                    <a:pt x="5" y="2"/>
                    <a:pt x="1" y="18"/>
                    <a:pt x="5" y="26"/>
                  </a:cubicBezTo>
                  <a:cubicBezTo>
                    <a:pt x="76" y="279"/>
                    <a:pt x="147" y="527"/>
                    <a:pt x="221" y="775"/>
                  </a:cubicBezTo>
                  <a:cubicBezTo>
                    <a:pt x="221" y="784"/>
                    <a:pt x="228" y="789"/>
                    <a:pt x="236" y="789"/>
                  </a:cubicBezTo>
                  <a:cubicBezTo>
                    <a:pt x="239" y="789"/>
                    <a:pt x="242" y="788"/>
                    <a:pt x="245" y="787"/>
                  </a:cubicBezTo>
                  <a:cubicBezTo>
                    <a:pt x="257" y="787"/>
                    <a:pt x="265" y="775"/>
                    <a:pt x="261" y="763"/>
                  </a:cubicBezTo>
                  <a:cubicBezTo>
                    <a:pt x="190" y="515"/>
                    <a:pt x="119" y="263"/>
                    <a:pt x="44" y="15"/>
                  </a:cubicBezTo>
                  <a:cubicBezTo>
                    <a:pt x="41" y="5"/>
                    <a:pt x="33" y="1"/>
                    <a:pt x="2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2" name="Google Shape;1422;p38"/>
            <p:cNvSpPr/>
            <p:nvPr/>
          </p:nvSpPr>
          <p:spPr>
            <a:xfrm>
              <a:off x="7275018" y="4852464"/>
              <a:ext cx="51286" cy="106881"/>
            </a:xfrm>
            <a:custGeom>
              <a:rect b="b" l="l" r="r" t="t"/>
              <a:pathLst>
                <a:path extrusionOk="0" h="248" w="119">
                  <a:moveTo>
                    <a:pt x="24" y="1"/>
                  </a:moveTo>
                  <a:cubicBezTo>
                    <a:pt x="22" y="1"/>
                    <a:pt x="21" y="1"/>
                    <a:pt x="19" y="2"/>
                  </a:cubicBezTo>
                  <a:cubicBezTo>
                    <a:pt x="8" y="6"/>
                    <a:pt x="0" y="18"/>
                    <a:pt x="4" y="29"/>
                  </a:cubicBezTo>
                  <a:cubicBezTo>
                    <a:pt x="19" y="100"/>
                    <a:pt x="43" y="167"/>
                    <a:pt x="75" y="235"/>
                  </a:cubicBezTo>
                  <a:cubicBezTo>
                    <a:pt x="78" y="243"/>
                    <a:pt x="85" y="248"/>
                    <a:pt x="93" y="248"/>
                  </a:cubicBezTo>
                  <a:cubicBezTo>
                    <a:pt x="96" y="248"/>
                    <a:pt x="99" y="247"/>
                    <a:pt x="102" y="246"/>
                  </a:cubicBezTo>
                  <a:cubicBezTo>
                    <a:pt x="114" y="242"/>
                    <a:pt x="119" y="231"/>
                    <a:pt x="114" y="219"/>
                  </a:cubicBezTo>
                  <a:cubicBezTo>
                    <a:pt x="86" y="151"/>
                    <a:pt x="63" y="85"/>
                    <a:pt x="43" y="18"/>
                  </a:cubicBezTo>
                  <a:cubicBezTo>
                    <a:pt x="43" y="8"/>
                    <a:pt x="33" y="1"/>
                    <a:pt x="2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3" name="Google Shape;1423;p38"/>
            <p:cNvSpPr/>
            <p:nvPr/>
          </p:nvSpPr>
          <p:spPr>
            <a:xfrm>
              <a:off x="6280776" y="5945827"/>
              <a:ext cx="39218" cy="204280"/>
            </a:xfrm>
            <a:custGeom>
              <a:rect b="b" l="l" r="r" t="t"/>
              <a:pathLst>
                <a:path extrusionOk="0" h="474" w="91">
                  <a:moveTo>
                    <a:pt x="67" y="0"/>
                  </a:moveTo>
                  <a:cubicBezTo>
                    <a:pt x="55" y="0"/>
                    <a:pt x="47" y="12"/>
                    <a:pt x="47" y="24"/>
                  </a:cubicBezTo>
                  <a:cubicBezTo>
                    <a:pt x="44" y="166"/>
                    <a:pt x="28" y="308"/>
                    <a:pt x="0" y="446"/>
                  </a:cubicBezTo>
                  <a:cubicBezTo>
                    <a:pt x="0" y="458"/>
                    <a:pt x="8" y="470"/>
                    <a:pt x="20" y="473"/>
                  </a:cubicBezTo>
                  <a:cubicBezTo>
                    <a:pt x="31" y="473"/>
                    <a:pt x="44" y="466"/>
                    <a:pt x="44" y="453"/>
                  </a:cubicBezTo>
                  <a:cubicBezTo>
                    <a:pt x="71" y="311"/>
                    <a:pt x="87" y="170"/>
                    <a:pt x="91" y="24"/>
                  </a:cubicBezTo>
                  <a:cubicBezTo>
                    <a:pt x="91" y="12"/>
                    <a:pt x="79" y="4"/>
                    <a:pt x="67"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4" name="Google Shape;1424;p38"/>
            <p:cNvSpPr/>
            <p:nvPr/>
          </p:nvSpPr>
          <p:spPr>
            <a:xfrm>
              <a:off x="6248453" y="5913074"/>
              <a:ext cx="32754" cy="98261"/>
            </a:xfrm>
            <a:custGeom>
              <a:rect b="b" l="l" r="r" t="t"/>
              <a:pathLst>
                <a:path extrusionOk="0" h="228" w="76">
                  <a:moveTo>
                    <a:pt x="47" y="1"/>
                  </a:moveTo>
                  <a:cubicBezTo>
                    <a:pt x="38" y="1"/>
                    <a:pt x="31" y="11"/>
                    <a:pt x="28" y="21"/>
                  </a:cubicBezTo>
                  <a:cubicBezTo>
                    <a:pt x="28" y="80"/>
                    <a:pt x="16" y="140"/>
                    <a:pt x="4" y="198"/>
                  </a:cubicBezTo>
                  <a:cubicBezTo>
                    <a:pt x="0" y="211"/>
                    <a:pt x="8" y="222"/>
                    <a:pt x="20" y="227"/>
                  </a:cubicBezTo>
                  <a:cubicBezTo>
                    <a:pt x="22" y="227"/>
                    <a:pt x="24" y="228"/>
                    <a:pt x="26" y="228"/>
                  </a:cubicBezTo>
                  <a:cubicBezTo>
                    <a:pt x="35" y="228"/>
                    <a:pt x="44" y="220"/>
                    <a:pt x="48" y="211"/>
                  </a:cubicBezTo>
                  <a:cubicBezTo>
                    <a:pt x="59" y="147"/>
                    <a:pt x="71" y="85"/>
                    <a:pt x="71" y="21"/>
                  </a:cubicBezTo>
                  <a:cubicBezTo>
                    <a:pt x="75" y="9"/>
                    <a:pt x="64" y="1"/>
                    <a:pt x="51" y="1"/>
                  </a:cubicBezTo>
                  <a:cubicBezTo>
                    <a:pt x="50" y="1"/>
                    <a:pt x="48" y="1"/>
                    <a:pt x="47"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5" name="Google Shape;1425;p38"/>
            <p:cNvSpPr/>
            <p:nvPr/>
          </p:nvSpPr>
          <p:spPr>
            <a:xfrm>
              <a:off x="5485209" y="2834245"/>
              <a:ext cx="431" cy="12067"/>
            </a:xfrm>
            <a:custGeom>
              <a:rect b="b" l="l" r="r" t="t"/>
              <a:pathLst>
                <a:path extrusionOk="0" h="28" w="1">
                  <a:moveTo>
                    <a:pt x="1" y="28"/>
                  </a:moveTo>
                  <a:lnTo>
                    <a:pt x="1" y="0"/>
                  </a:lnTo>
                  <a:close/>
                </a:path>
              </a:pathLst>
            </a:custGeom>
            <a:solidFill>
              <a:srgbClr val="FFA0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6" name="Google Shape;1426;p38"/>
            <p:cNvSpPr/>
            <p:nvPr/>
          </p:nvSpPr>
          <p:spPr>
            <a:xfrm>
              <a:off x="5133540" y="1452134"/>
              <a:ext cx="209453" cy="212037"/>
            </a:xfrm>
            <a:custGeom>
              <a:rect b="b" l="l" r="r" t="t"/>
              <a:pathLst>
                <a:path extrusionOk="0" h="492" w="486">
                  <a:moveTo>
                    <a:pt x="270" y="0"/>
                  </a:moveTo>
                  <a:cubicBezTo>
                    <a:pt x="197" y="0"/>
                    <a:pt x="127" y="42"/>
                    <a:pt x="96" y="112"/>
                  </a:cubicBezTo>
                  <a:lnTo>
                    <a:pt x="44" y="219"/>
                  </a:lnTo>
                  <a:cubicBezTo>
                    <a:pt x="1" y="317"/>
                    <a:pt x="44" y="432"/>
                    <a:pt x="138" y="475"/>
                  </a:cubicBezTo>
                  <a:cubicBezTo>
                    <a:pt x="163" y="487"/>
                    <a:pt x="189" y="492"/>
                    <a:pt x="216" y="492"/>
                  </a:cubicBezTo>
                  <a:cubicBezTo>
                    <a:pt x="289" y="492"/>
                    <a:pt x="360" y="450"/>
                    <a:pt x="395" y="381"/>
                  </a:cubicBezTo>
                  <a:lnTo>
                    <a:pt x="442" y="274"/>
                  </a:lnTo>
                  <a:cubicBezTo>
                    <a:pt x="486" y="175"/>
                    <a:pt x="446" y="65"/>
                    <a:pt x="347" y="17"/>
                  </a:cubicBezTo>
                  <a:cubicBezTo>
                    <a:pt x="322" y="6"/>
                    <a:pt x="296" y="0"/>
                    <a:pt x="27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7" name="Google Shape;1427;p38"/>
            <p:cNvSpPr/>
            <p:nvPr/>
          </p:nvSpPr>
          <p:spPr>
            <a:xfrm>
              <a:off x="5135264" y="1442653"/>
              <a:ext cx="206005" cy="231431"/>
            </a:xfrm>
            <a:custGeom>
              <a:rect b="b" l="l" r="r" t="t"/>
              <a:pathLst>
                <a:path extrusionOk="0" h="537" w="478">
                  <a:moveTo>
                    <a:pt x="265" y="43"/>
                  </a:moveTo>
                  <a:cubicBezTo>
                    <a:pt x="288" y="43"/>
                    <a:pt x="312" y="52"/>
                    <a:pt x="336" y="59"/>
                  </a:cubicBezTo>
                  <a:cubicBezTo>
                    <a:pt x="399" y="90"/>
                    <a:pt x="434" y="150"/>
                    <a:pt x="434" y="217"/>
                  </a:cubicBezTo>
                  <a:cubicBezTo>
                    <a:pt x="434" y="241"/>
                    <a:pt x="430" y="265"/>
                    <a:pt x="418" y="288"/>
                  </a:cubicBezTo>
                  <a:lnTo>
                    <a:pt x="371" y="394"/>
                  </a:lnTo>
                  <a:cubicBezTo>
                    <a:pt x="340" y="454"/>
                    <a:pt x="281" y="493"/>
                    <a:pt x="214" y="493"/>
                  </a:cubicBezTo>
                  <a:cubicBezTo>
                    <a:pt x="190" y="493"/>
                    <a:pt x="166" y="485"/>
                    <a:pt x="143" y="477"/>
                  </a:cubicBezTo>
                  <a:cubicBezTo>
                    <a:pt x="143" y="474"/>
                    <a:pt x="140" y="474"/>
                    <a:pt x="136" y="474"/>
                  </a:cubicBezTo>
                  <a:lnTo>
                    <a:pt x="136" y="474"/>
                  </a:lnTo>
                  <a:cubicBezTo>
                    <a:pt x="80" y="441"/>
                    <a:pt x="44" y="384"/>
                    <a:pt x="44" y="323"/>
                  </a:cubicBezTo>
                  <a:cubicBezTo>
                    <a:pt x="44" y="300"/>
                    <a:pt x="52" y="272"/>
                    <a:pt x="59" y="252"/>
                  </a:cubicBezTo>
                  <a:lnTo>
                    <a:pt x="111" y="142"/>
                  </a:lnTo>
                  <a:cubicBezTo>
                    <a:pt x="139" y="83"/>
                    <a:pt x="201" y="43"/>
                    <a:pt x="265" y="43"/>
                  </a:cubicBezTo>
                  <a:close/>
                  <a:moveTo>
                    <a:pt x="265" y="1"/>
                  </a:moveTo>
                  <a:cubicBezTo>
                    <a:pt x="182" y="1"/>
                    <a:pt x="107" y="48"/>
                    <a:pt x="72" y="126"/>
                  </a:cubicBezTo>
                  <a:lnTo>
                    <a:pt x="21" y="232"/>
                  </a:lnTo>
                  <a:cubicBezTo>
                    <a:pt x="8" y="261"/>
                    <a:pt x="1" y="292"/>
                    <a:pt x="1" y="323"/>
                  </a:cubicBezTo>
                  <a:cubicBezTo>
                    <a:pt x="1" y="403"/>
                    <a:pt x="48" y="481"/>
                    <a:pt x="127" y="516"/>
                  </a:cubicBezTo>
                  <a:cubicBezTo>
                    <a:pt x="154" y="529"/>
                    <a:pt x="186" y="536"/>
                    <a:pt x="214" y="536"/>
                  </a:cubicBezTo>
                  <a:cubicBezTo>
                    <a:pt x="296" y="536"/>
                    <a:pt x="371" y="489"/>
                    <a:pt x="411" y="410"/>
                  </a:cubicBezTo>
                  <a:lnTo>
                    <a:pt x="458" y="303"/>
                  </a:lnTo>
                  <a:cubicBezTo>
                    <a:pt x="470" y="276"/>
                    <a:pt x="478" y="245"/>
                    <a:pt x="478" y="217"/>
                  </a:cubicBezTo>
                  <a:cubicBezTo>
                    <a:pt x="478" y="134"/>
                    <a:pt x="430" y="55"/>
                    <a:pt x="356" y="19"/>
                  </a:cubicBezTo>
                  <a:cubicBezTo>
                    <a:pt x="323" y="8"/>
                    <a:pt x="296" y="1"/>
                    <a:pt x="26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8" name="Google Shape;1428;p38"/>
            <p:cNvSpPr/>
            <p:nvPr/>
          </p:nvSpPr>
          <p:spPr>
            <a:xfrm>
              <a:off x="4795230" y="1525830"/>
              <a:ext cx="387875" cy="653351"/>
            </a:xfrm>
            <a:custGeom>
              <a:rect b="b" l="l" r="r" t="t"/>
              <a:pathLst>
                <a:path extrusionOk="0" h="1516" w="900">
                  <a:moveTo>
                    <a:pt x="752" y="0"/>
                  </a:moveTo>
                  <a:cubicBezTo>
                    <a:pt x="749" y="0"/>
                    <a:pt x="746" y="0"/>
                    <a:pt x="742" y="1"/>
                  </a:cubicBezTo>
                  <a:cubicBezTo>
                    <a:pt x="659" y="1"/>
                    <a:pt x="612" y="83"/>
                    <a:pt x="553" y="143"/>
                  </a:cubicBezTo>
                  <a:cubicBezTo>
                    <a:pt x="494" y="201"/>
                    <a:pt x="395" y="225"/>
                    <a:pt x="348" y="304"/>
                  </a:cubicBezTo>
                  <a:cubicBezTo>
                    <a:pt x="182" y="576"/>
                    <a:pt x="1" y="971"/>
                    <a:pt x="9" y="1349"/>
                  </a:cubicBezTo>
                  <a:cubicBezTo>
                    <a:pt x="1" y="1416"/>
                    <a:pt x="100" y="1502"/>
                    <a:pt x="198" y="1515"/>
                  </a:cubicBezTo>
                  <a:cubicBezTo>
                    <a:pt x="200" y="1515"/>
                    <a:pt x="201" y="1515"/>
                    <a:pt x="203" y="1515"/>
                  </a:cubicBezTo>
                  <a:cubicBezTo>
                    <a:pt x="229" y="1515"/>
                    <a:pt x="253" y="1485"/>
                    <a:pt x="257" y="1451"/>
                  </a:cubicBezTo>
                  <a:cubicBezTo>
                    <a:pt x="261" y="1380"/>
                    <a:pt x="277" y="1298"/>
                    <a:pt x="289" y="1254"/>
                  </a:cubicBezTo>
                  <a:cubicBezTo>
                    <a:pt x="340" y="1069"/>
                    <a:pt x="431" y="734"/>
                    <a:pt x="852" y="265"/>
                  </a:cubicBezTo>
                  <a:cubicBezTo>
                    <a:pt x="876" y="237"/>
                    <a:pt x="896" y="197"/>
                    <a:pt x="896" y="158"/>
                  </a:cubicBezTo>
                  <a:cubicBezTo>
                    <a:pt x="900" y="110"/>
                    <a:pt x="865" y="75"/>
                    <a:pt x="841" y="48"/>
                  </a:cubicBezTo>
                  <a:cubicBezTo>
                    <a:pt x="819" y="18"/>
                    <a:pt x="787" y="0"/>
                    <a:pt x="75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9" name="Google Shape;1429;p38"/>
            <p:cNvSpPr/>
            <p:nvPr/>
          </p:nvSpPr>
          <p:spPr>
            <a:xfrm>
              <a:off x="4788766" y="1515486"/>
              <a:ext cx="402959" cy="673606"/>
            </a:xfrm>
            <a:custGeom>
              <a:rect b="b" l="l" r="r" t="t"/>
              <a:pathLst>
                <a:path extrusionOk="0" h="1563" w="935">
                  <a:moveTo>
                    <a:pt x="761" y="44"/>
                  </a:moveTo>
                  <a:cubicBezTo>
                    <a:pt x="792" y="44"/>
                    <a:pt x="816" y="60"/>
                    <a:pt x="840" y="83"/>
                  </a:cubicBezTo>
                  <a:cubicBezTo>
                    <a:pt x="852" y="99"/>
                    <a:pt x="863" y="115"/>
                    <a:pt x="872" y="131"/>
                  </a:cubicBezTo>
                  <a:cubicBezTo>
                    <a:pt x="883" y="143"/>
                    <a:pt x="891" y="158"/>
                    <a:pt x="891" y="178"/>
                  </a:cubicBezTo>
                  <a:lnTo>
                    <a:pt x="891" y="182"/>
                  </a:lnTo>
                  <a:cubicBezTo>
                    <a:pt x="887" y="214"/>
                    <a:pt x="872" y="249"/>
                    <a:pt x="852" y="273"/>
                  </a:cubicBezTo>
                  <a:cubicBezTo>
                    <a:pt x="639" y="509"/>
                    <a:pt x="509" y="714"/>
                    <a:pt x="430" y="880"/>
                  </a:cubicBezTo>
                  <a:cubicBezTo>
                    <a:pt x="347" y="1046"/>
                    <a:pt x="308" y="1180"/>
                    <a:pt x="284" y="1270"/>
                  </a:cubicBezTo>
                  <a:cubicBezTo>
                    <a:pt x="276" y="1294"/>
                    <a:pt x="268" y="1326"/>
                    <a:pt x="264" y="1361"/>
                  </a:cubicBezTo>
                  <a:cubicBezTo>
                    <a:pt x="257" y="1397"/>
                    <a:pt x="252" y="1436"/>
                    <a:pt x="248" y="1472"/>
                  </a:cubicBezTo>
                  <a:cubicBezTo>
                    <a:pt x="248" y="1483"/>
                    <a:pt x="245" y="1495"/>
                    <a:pt x="237" y="1507"/>
                  </a:cubicBezTo>
                  <a:cubicBezTo>
                    <a:pt x="233" y="1511"/>
                    <a:pt x="228" y="1511"/>
                    <a:pt x="225" y="1515"/>
                  </a:cubicBezTo>
                  <a:cubicBezTo>
                    <a:pt x="221" y="1515"/>
                    <a:pt x="217" y="1519"/>
                    <a:pt x="217" y="1519"/>
                  </a:cubicBezTo>
                  <a:lnTo>
                    <a:pt x="213" y="1519"/>
                  </a:lnTo>
                  <a:cubicBezTo>
                    <a:pt x="174" y="1511"/>
                    <a:pt x="126" y="1491"/>
                    <a:pt x="95" y="1464"/>
                  </a:cubicBezTo>
                  <a:cubicBezTo>
                    <a:pt x="79" y="1452"/>
                    <a:pt x="68" y="1436"/>
                    <a:pt x="59" y="1420"/>
                  </a:cubicBezTo>
                  <a:cubicBezTo>
                    <a:pt x="48" y="1408"/>
                    <a:pt x="44" y="1393"/>
                    <a:pt x="44" y="1381"/>
                  </a:cubicBezTo>
                  <a:lnTo>
                    <a:pt x="44" y="1377"/>
                  </a:lnTo>
                  <a:lnTo>
                    <a:pt x="44" y="1373"/>
                  </a:lnTo>
                  <a:lnTo>
                    <a:pt x="44" y="1357"/>
                  </a:lnTo>
                  <a:cubicBezTo>
                    <a:pt x="44" y="991"/>
                    <a:pt x="221" y="604"/>
                    <a:pt x="383" y="336"/>
                  </a:cubicBezTo>
                  <a:cubicBezTo>
                    <a:pt x="403" y="305"/>
                    <a:pt x="434" y="281"/>
                    <a:pt x="474" y="257"/>
                  </a:cubicBezTo>
                  <a:cubicBezTo>
                    <a:pt x="509" y="234"/>
                    <a:pt x="548" y="214"/>
                    <a:pt x="583" y="182"/>
                  </a:cubicBezTo>
                  <a:cubicBezTo>
                    <a:pt x="615" y="150"/>
                    <a:pt x="643" y="115"/>
                    <a:pt x="670" y="87"/>
                  </a:cubicBezTo>
                  <a:cubicBezTo>
                    <a:pt x="683" y="76"/>
                    <a:pt x="694" y="63"/>
                    <a:pt x="710" y="56"/>
                  </a:cubicBezTo>
                  <a:cubicBezTo>
                    <a:pt x="725" y="48"/>
                    <a:pt x="738" y="44"/>
                    <a:pt x="757" y="44"/>
                  </a:cubicBezTo>
                  <a:close/>
                  <a:moveTo>
                    <a:pt x="757" y="1"/>
                  </a:moveTo>
                  <a:cubicBezTo>
                    <a:pt x="730" y="1"/>
                    <a:pt x="710" y="8"/>
                    <a:pt x="690" y="21"/>
                  </a:cubicBezTo>
                  <a:cubicBezTo>
                    <a:pt x="663" y="32"/>
                    <a:pt x="639" y="56"/>
                    <a:pt x="615" y="79"/>
                  </a:cubicBezTo>
                  <a:cubicBezTo>
                    <a:pt x="596" y="103"/>
                    <a:pt x="576" y="127"/>
                    <a:pt x="552" y="150"/>
                  </a:cubicBezTo>
                  <a:cubicBezTo>
                    <a:pt x="525" y="178"/>
                    <a:pt x="489" y="198"/>
                    <a:pt x="450" y="221"/>
                  </a:cubicBezTo>
                  <a:cubicBezTo>
                    <a:pt x="410" y="245"/>
                    <a:pt x="370" y="273"/>
                    <a:pt x="347" y="316"/>
                  </a:cubicBezTo>
                  <a:cubicBezTo>
                    <a:pt x="181" y="584"/>
                    <a:pt x="0" y="975"/>
                    <a:pt x="0" y="1357"/>
                  </a:cubicBezTo>
                  <a:lnTo>
                    <a:pt x="0" y="1373"/>
                  </a:lnTo>
                  <a:lnTo>
                    <a:pt x="0" y="1381"/>
                  </a:lnTo>
                  <a:cubicBezTo>
                    <a:pt x="0" y="1404"/>
                    <a:pt x="8" y="1424"/>
                    <a:pt x="20" y="1444"/>
                  </a:cubicBezTo>
                  <a:cubicBezTo>
                    <a:pt x="39" y="1472"/>
                    <a:pt x="68" y="1499"/>
                    <a:pt x="99" y="1519"/>
                  </a:cubicBezTo>
                  <a:cubicBezTo>
                    <a:pt x="130" y="1543"/>
                    <a:pt x="170" y="1554"/>
                    <a:pt x="210" y="1562"/>
                  </a:cubicBezTo>
                  <a:lnTo>
                    <a:pt x="217" y="1562"/>
                  </a:lnTo>
                  <a:cubicBezTo>
                    <a:pt x="225" y="1562"/>
                    <a:pt x="237" y="1559"/>
                    <a:pt x="245" y="1554"/>
                  </a:cubicBezTo>
                  <a:cubicBezTo>
                    <a:pt x="257" y="1546"/>
                    <a:pt x="268" y="1535"/>
                    <a:pt x="276" y="1523"/>
                  </a:cubicBezTo>
                  <a:cubicBezTo>
                    <a:pt x="284" y="1507"/>
                    <a:pt x="292" y="1495"/>
                    <a:pt x="292" y="1475"/>
                  </a:cubicBezTo>
                  <a:cubicBezTo>
                    <a:pt x="296" y="1444"/>
                    <a:pt x="299" y="1404"/>
                    <a:pt x="308" y="1369"/>
                  </a:cubicBezTo>
                  <a:cubicBezTo>
                    <a:pt x="312" y="1333"/>
                    <a:pt x="319" y="1302"/>
                    <a:pt x="323" y="1282"/>
                  </a:cubicBezTo>
                  <a:cubicBezTo>
                    <a:pt x="351" y="1191"/>
                    <a:pt x="386" y="1062"/>
                    <a:pt x="465" y="900"/>
                  </a:cubicBezTo>
                  <a:cubicBezTo>
                    <a:pt x="548" y="734"/>
                    <a:pt x="674" y="537"/>
                    <a:pt x="883" y="305"/>
                  </a:cubicBezTo>
                  <a:cubicBezTo>
                    <a:pt x="911" y="269"/>
                    <a:pt x="931" y="229"/>
                    <a:pt x="934" y="186"/>
                  </a:cubicBezTo>
                  <a:lnTo>
                    <a:pt x="934" y="178"/>
                  </a:lnTo>
                  <a:cubicBezTo>
                    <a:pt x="934" y="150"/>
                    <a:pt x="923" y="123"/>
                    <a:pt x="911" y="107"/>
                  </a:cubicBezTo>
                  <a:cubicBezTo>
                    <a:pt x="899" y="87"/>
                    <a:pt x="883" y="72"/>
                    <a:pt x="872" y="60"/>
                  </a:cubicBezTo>
                  <a:cubicBezTo>
                    <a:pt x="844" y="25"/>
                    <a:pt x="805" y="1"/>
                    <a:pt x="761"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0" name="Google Shape;1430;p38"/>
            <p:cNvSpPr/>
            <p:nvPr/>
          </p:nvSpPr>
          <p:spPr>
            <a:xfrm>
              <a:off x="4394430" y="1010824"/>
              <a:ext cx="731360" cy="680071"/>
            </a:xfrm>
            <a:custGeom>
              <a:rect b="b" l="l" r="r" t="t"/>
              <a:pathLst>
                <a:path extrusionOk="0" h="1578" w="1697">
                  <a:moveTo>
                    <a:pt x="629" y="0"/>
                  </a:moveTo>
                  <a:cubicBezTo>
                    <a:pt x="628" y="0"/>
                    <a:pt x="628" y="0"/>
                    <a:pt x="628" y="0"/>
                  </a:cubicBezTo>
                  <a:cubicBezTo>
                    <a:pt x="599" y="4"/>
                    <a:pt x="371" y="746"/>
                    <a:pt x="0" y="1152"/>
                  </a:cubicBezTo>
                  <a:cubicBezTo>
                    <a:pt x="568" y="1215"/>
                    <a:pt x="879" y="1447"/>
                    <a:pt x="1440" y="1578"/>
                  </a:cubicBezTo>
                  <a:lnTo>
                    <a:pt x="1696" y="615"/>
                  </a:lnTo>
                  <a:cubicBezTo>
                    <a:pt x="1272" y="312"/>
                    <a:pt x="661" y="0"/>
                    <a:pt x="629"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1" name="Google Shape;1431;p38"/>
            <p:cNvSpPr/>
            <p:nvPr/>
          </p:nvSpPr>
          <p:spPr>
            <a:xfrm>
              <a:off x="4384087" y="1000481"/>
              <a:ext cx="751616" cy="699464"/>
            </a:xfrm>
            <a:custGeom>
              <a:rect b="b" l="l" r="r" t="t"/>
              <a:pathLst>
                <a:path extrusionOk="0" h="1623" w="1744">
                  <a:moveTo>
                    <a:pt x="660" y="48"/>
                  </a:moveTo>
                  <a:cubicBezTo>
                    <a:pt x="661" y="48"/>
                    <a:pt x="662" y="48"/>
                    <a:pt x="663" y="48"/>
                  </a:cubicBezTo>
                  <a:cubicBezTo>
                    <a:pt x="687" y="60"/>
                    <a:pt x="742" y="88"/>
                    <a:pt x="817" y="123"/>
                  </a:cubicBezTo>
                  <a:cubicBezTo>
                    <a:pt x="1031" y="236"/>
                    <a:pt x="1407" y="441"/>
                    <a:pt x="1697" y="648"/>
                  </a:cubicBezTo>
                  <a:lnTo>
                    <a:pt x="1697" y="648"/>
                  </a:lnTo>
                  <a:lnTo>
                    <a:pt x="1445" y="1576"/>
                  </a:lnTo>
                  <a:lnTo>
                    <a:pt x="1445" y="1576"/>
                  </a:lnTo>
                  <a:cubicBezTo>
                    <a:pt x="1179" y="1510"/>
                    <a:pt x="968" y="1422"/>
                    <a:pt x="754" y="1345"/>
                  </a:cubicBezTo>
                  <a:cubicBezTo>
                    <a:pt x="545" y="1267"/>
                    <a:pt x="334" y="1195"/>
                    <a:pt x="68" y="1161"/>
                  </a:cubicBezTo>
                  <a:lnTo>
                    <a:pt x="68" y="1161"/>
                  </a:lnTo>
                  <a:cubicBezTo>
                    <a:pt x="244" y="955"/>
                    <a:pt x="384" y="684"/>
                    <a:pt x="486" y="459"/>
                  </a:cubicBezTo>
                  <a:cubicBezTo>
                    <a:pt x="541" y="340"/>
                    <a:pt x="584" y="233"/>
                    <a:pt x="612" y="155"/>
                  </a:cubicBezTo>
                  <a:cubicBezTo>
                    <a:pt x="628" y="119"/>
                    <a:pt x="639" y="88"/>
                    <a:pt x="652" y="68"/>
                  </a:cubicBezTo>
                  <a:cubicBezTo>
                    <a:pt x="655" y="59"/>
                    <a:pt x="657" y="52"/>
                    <a:pt x="660" y="48"/>
                  </a:cubicBezTo>
                  <a:close/>
                  <a:moveTo>
                    <a:pt x="643" y="1"/>
                  </a:moveTo>
                  <a:cubicBezTo>
                    <a:pt x="639" y="4"/>
                    <a:pt x="636" y="4"/>
                    <a:pt x="636" y="9"/>
                  </a:cubicBezTo>
                  <a:cubicBezTo>
                    <a:pt x="632" y="13"/>
                    <a:pt x="628" y="13"/>
                    <a:pt x="628" y="17"/>
                  </a:cubicBezTo>
                  <a:cubicBezTo>
                    <a:pt x="623" y="21"/>
                    <a:pt x="620" y="28"/>
                    <a:pt x="616" y="40"/>
                  </a:cubicBezTo>
                  <a:cubicBezTo>
                    <a:pt x="600" y="72"/>
                    <a:pt x="572" y="139"/>
                    <a:pt x="541" y="222"/>
                  </a:cubicBezTo>
                  <a:cubicBezTo>
                    <a:pt x="490" y="348"/>
                    <a:pt x="419" y="514"/>
                    <a:pt x="328" y="683"/>
                  </a:cubicBezTo>
                  <a:cubicBezTo>
                    <a:pt x="237" y="852"/>
                    <a:pt x="131" y="1027"/>
                    <a:pt x="8" y="1164"/>
                  </a:cubicBezTo>
                  <a:cubicBezTo>
                    <a:pt x="1" y="1168"/>
                    <a:pt x="1" y="1176"/>
                    <a:pt x="4" y="1184"/>
                  </a:cubicBezTo>
                  <a:cubicBezTo>
                    <a:pt x="4" y="1192"/>
                    <a:pt x="13" y="1196"/>
                    <a:pt x="20" y="1200"/>
                  </a:cubicBezTo>
                  <a:cubicBezTo>
                    <a:pt x="301" y="1231"/>
                    <a:pt x="521" y="1302"/>
                    <a:pt x="738" y="1385"/>
                  </a:cubicBezTo>
                  <a:cubicBezTo>
                    <a:pt x="959" y="1468"/>
                    <a:pt x="1176" y="1558"/>
                    <a:pt x="1456" y="1622"/>
                  </a:cubicBezTo>
                  <a:cubicBezTo>
                    <a:pt x="1458" y="1622"/>
                    <a:pt x="1460" y="1623"/>
                    <a:pt x="1462" y="1623"/>
                  </a:cubicBezTo>
                  <a:cubicBezTo>
                    <a:pt x="1471" y="1623"/>
                    <a:pt x="1480" y="1616"/>
                    <a:pt x="1484" y="1606"/>
                  </a:cubicBezTo>
                  <a:lnTo>
                    <a:pt x="1744" y="643"/>
                  </a:lnTo>
                  <a:cubicBezTo>
                    <a:pt x="1744" y="636"/>
                    <a:pt x="1740" y="628"/>
                    <a:pt x="1735" y="620"/>
                  </a:cubicBezTo>
                  <a:cubicBezTo>
                    <a:pt x="1519" y="466"/>
                    <a:pt x="1258" y="312"/>
                    <a:pt x="1045" y="198"/>
                  </a:cubicBezTo>
                  <a:cubicBezTo>
                    <a:pt x="943" y="139"/>
                    <a:pt x="849" y="92"/>
                    <a:pt x="778" y="56"/>
                  </a:cubicBezTo>
                  <a:cubicBezTo>
                    <a:pt x="746" y="40"/>
                    <a:pt x="718" y="24"/>
                    <a:pt x="694" y="17"/>
                  </a:cubicBezTo>
                  <a:cubicBezTo>
                    <a:pt x="687" y="13"/>
                    <a:pt x="679" y="9"/>
                    <a:pt x="671" y="4"/>
                  </a:cubicBezTo>
                  <a:cubicBezTo>
                    <a:pt x="667" y="4"/>
                    <a:pt x="663" y="4"/>
                    <a:pt x="65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2" name="Google Shape;1432;p38"/>
            <p:cNvSpPr/>
            <p:nvPr/>
          </p:nvSpPr>
          <p:spPr>
            <a:xfrm>
              <a:off x="4931416" y="1267249"/>
              <a:ext cx="367620" cy="437866"/>
            </a:xfrm>
            <a:custGeom>
              <a:rect b="b" l="l" r="r" t="t"/>
              <a:pathLst>
                <a:path extrusionOk="0" h="1016" w="853">
                  <a:moveTo>
                    <a:pt x="438" y="1"/>
                  </a:moveTo>
                  <a:lnTo>
                    <a:pt x="1" y="952"/>
                  </a:lnTo>
                  <a:lnTo>
                    <a:pt x="36" y="967"/>
                  </a:lnTo>
                  <a:cubicBezTo>
                    <a:pt x="106" y="1000"/>
                    <a:pt x="181" y="1016"/>
                    <a:pt x="255" y="1016"/>
                  </a:cubicBezTo>
                  <a:cubicBezTo>
                    <a:pt x="451" y="1016"/>
                    <a:pt x="641" y="903"/>
                    <a:pt x="730" y="710"/>
                  </a:cubicBezTo>
                  <a:cubicBezTo>
                    <a:pt x="852" y="446"/>
                    <a:pt x="738" y="135"/>
                    <a:pt x="474" y="17"/>
                  </a:cubicBezTo>
                  <a:lnTo>
                    <a:pt x="438"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3" name="Google Shape;1433;p38"/>
            <p:cNvSpPr/>
            <p:nvPr/>
          </p:nvSpPr>
          <p:spPr>
            <a:xfrm>
              <a:off x="4921073" y="1257768"/>
              <a:ext cx="355983" cy="456828"/>
            </a:xfrm>
            <a:custGeom>
              <a:rect b="b" l="l" r="r" t="t"/>
              <a:pathLst>
                <a:path extrusionOk="0" h="1060" w="826">
                  <a:moveTo>
                    <a:pt x="474" y="51"/>
                  </a:moveTo>
                  <a:lnTo>
                    <a:pt x="489" y="59"/>
                  </a:lnTo>
                  <a:cubicBezTo>
                    <a:pt x="671" y="141"/>
                    <a:pt x="782" y="323"/>
                    <a:pt x="782" y="516"/>
                  </a:cubicBezTo>
                  <a:cubicBezTo>
                    <a:pt x="782" y="583"/>
                    <a:pt x="766" y="658"/>
                    <a:pt x="734" y="725"/>
                  </a:cubicBezTo>
                  <a:cubicBezTo>
                    <a:pt x="651" y="910"/>
                    <a:pt x="466" y="1016"/>
                    <a:pt x="276" y="1016"/>
                  </a:cubicBezTo>
                  <a:cubicBezTo>
                    <a:pt x="205" y="1016"/>
                    <a:pt x="134" y="1001"/>
                    <a:pt x="68" y="969"/>
                  </a:cubicBezTo>
                  <a:lnTo>
                    <a:pt x="55" y="963"/>
                  </a:lnTo>
                  <a:lnTo>
                    <a:pt x="474" y="51"/>
                  </a:lnTo>
                  <a:close/>
                  <a:moveTo>
                    <a:pt x="464" y="0"/>
                  </a:moveTo>
                  <a:cubicBezTo>
                    <a:pt x="462" y="0"/>
                    <a:pt x="460" y="1"/>
                    <a:pt x="458" y="4"/>
                  </a:cubicBezTo>
                  <a:cubicBezTo>
                    <a:pt x="450" y="4"/>
                    <a:pt x="447" y="7"/>
                    <a:pt x="442" y="11"/>
                  </a:cubicBezTo>
                  <a:lnTo>
                    <a:pt x="5" y="965"/>
                  </a:lnTo>
                  <a:cubicBezTo>
                    <a:pt x="1" y="977"/>
                    <a:pt x="5" y="989"/>
                    <a:pt x="16" y="993"/>
                  </a:cubicBezTo>
                  <a:lnTo>
                    <a:pt x="48" y="1009"/>
                  </a:lnTo>
                  <a:cubicBezTo>
                    <a:pt x="123" y="1045"/>
                    <a:pt x="202" y="1060"/>
                    <a:pt x="276" y="1060"/>
                  </a:cubicBezTo>
                  <a:cubicBezTo>
                    <a:pt x="485" y="1060"/>
                    <a:pt x="683" y="941"/>
                    <a:pt x="773" y="745"/>
                  </a:cubicBezTo>
                  <a:cubicBezTo>
                    <a:pt x="809" y="670"/>
                    <a:pt x="825" y="590"/>
                    <a:pt x="825" y="516"/>
                  </a:cubicBezTo>
                  <a:cubicBezTo>
                    <a:pt x="825" y="306"/>
                    <a:pt x="707" y="110"/>
                    <a:pt x="505" y="19"/>
                  </a:cubicBezTo>
                  <a:lnTo>
                    <a:pt x="474" y="4"/>
                  </a:lnTo>
                  <a:cubicBezTo>
                    <a:pt x="470" y="1"/>
                    <a:pt x="467" y="0"/>
                    <a:pt x="46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4" name="Google Shape;1434;p38"/>
            <p:cNvSpPr/>
            <p:nvPr/>
          </p:nvSpPr>
          <p:spPr>
            <a:xfrm>
              <a:off x="4542252" y="1226739"/>
              <a:ext cx="229708" cy="325382"/>
            </a:xfrm>
            <a:custGeom>
              <a:rect b="b" l="l" r="r" t="t"/>
              <a:pathLst>
                <a:path extrusionOk="0" h="755" w="533">
                  <a:moveTo>
                    <a:pt x="504" y="0"/>
                  </a:moveTo>
                  <a:cubicBezTo>
                    <a:pt x="497" y="0"/>
                    <a:pt x="490" y="4"/>
                    <a:pt x="485" y="12"/>
                  </a:cubicBezTo>
                  <a:cubicBezTo>
                    <a:pt x="363" y="276"/>
                    <a:pt x="233" y="544"/>
                    <a:pt x="12" y="718"/>
                  </a:cubicBezTo>
                  <a:cubicBezTo>
                    <a:pt x="5" y="726"/>
                    <a:pt x="1" y="738"/>
                    <a:pt x="8" y="746"/>
                  </a:cubicBezTo>
                  <a:cubicBezTo>
                    <a:pt x="13" y="752"/>
                    <a:pt x="18" y="755"/>
                    <a:pt x="24" y="755"/>
                  </a:cubicBezTo>
                  <a:cubicBezTo>
                    <a:pt x="29" y="755"/>
                    <a:pt x="34" y="753"/>
                    <a:pt x="40" y="749"/>
                  </a:cubicBezTo>
                  <a:cubicBezTo>
                    <a:pt x="272" y="568"/>
                    <a:pt x="403" y="292"/>
                    <a:pt x="525" y="32"/>
                  </a:cubicBezTo>
                  <a:cubicBezTo>
                    <a:pt x="533" y="20"/>
                    <a:pt x="529" y="8"/>
                    <a:pt x="517" y="5"/>
                  </a:cubicBezTo>
                  <a:cubicBezTo>
                    <a:pt x="512" y="2"/>
                    <a:pt x="508" y="0"/>
                    <a:pt x="504"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5" name="Google Shape;1435;p38"/>
            <p:cNvSpPr/>
            <p:nvPr/>
          </p:nvSpPr>
          <p:spPr>
            <a:xfrm>
              <a:off x="4790489" y="1078486"/>
              <a:ext cx="34047" cy="87056"/>
            </a:xfrm>
            <a:custGeom>
              <a:rect b="b" l="l" r="r" t="t"/>
              <a:pathLst>
                <a:path extrusionOk="0" h="202" w="79">
                  <a:moveTo>
                    <a:pt x="53" y="0"/>
                  </a:moveTo>
                  <a:cubicBezTo>
                    <a:pt x="44" y="0"/>
                    <a:pt x="35" y="7"/>
                    <a:pt x="35" y="17"/>
                  </a:cubicBezTo>
                  <a:cubicBezTo>
                    <a:pt x="24" y="69"/>
                    <a:pt x="16" y="123"/>
                    <a:pt x="4" y="175"/>
                  </a:cubicBezTo>
                  <a:cubicBezTo>
                    <a:pt x="0" y="187"/>
                    <a:pt x="8" y="198"/>
                    <a:pt x="20" y="202"/>
                  </a:cubicBezTo>
                  <a:cubicBezTo>
                    <a:pt x="31" y="202"/>
                    <a:pt x="44" y="194"/>
                    <a:pt x="47" y="183"/>
                  </a:cubicBezTo>
                  <a:cubicBezTo>
                    <a:pt x="55" y="131"/>
                    <a:pt x="67" y="76"/>
                    <a:pt x="75" y="25"/>
                  </a:cubicBezTo>
                  <a:cubicBezTo>
                    <a:pt x="79" y="13"/>
                    <a:pt x="71" y="1"/>
                    <a:pt x="59" y="1"/>
                  </a:cubicBezTo>
                  <a:cubicBezTo>
                    <a:pt x="57" y="1"/>
                    <a:pt x="55" y="0"/>
                    <a:pt x="53"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6" name="Google Shape;1436;p38"/>
            <p:cNvSpPr/>
            <p:nvPr/>
          </p:nvSpPr>
          <p:spPr>
            <a:xfrm>
              <a:off x="4762908" y="1765447"/>
              <a:ext cx="272375" cy="346931"/>
            </a:xfrm>
            <a:custGeom>
              <a:rect b="b" l="l" r="r" t="t"/>
              <a:pathLst>
                <a:path extrusionOk="0" h="805" w="632">
                  <a:moveTo>
                    <a:pt x="248" y="1"/>
                  </a:moveTo>
                  <a:cubicBezTo>
                    <a:pt x="203" y="1"/>
                    <a:pt x="159" y="10"/>
                    <a:pt x="123" y="40"/>
                  </a:cubicBezTo>
                  <a:cubicBezTo>
                    <a:pt x="88" y="67"/>
                    <a:pt x="88" y="103"/>
                    <a:pt x="88" y="138"/>
                  </a:cubicBezTo>
                  <a:cubicBezTo>
                    <a:pt x="88" y="174"/>
                    <a:pt x="115" y="189"/>
                    <a:pt x="135" y="209"/>
                  </a:cubicBezTo>
                  <a:cubicBezTo>
                    <a:pt x="111" y="222"/>
                    <a:pt x="88" y="213"/>
                    <a:pt x="68" y="240"/>
                  </a:cubicBezTo>
                  <a:cubicBezTo>
                    <a:pt x="52" y="264"/>
                    <a:pt x="57" y="296"/>
                    <a:pt x="68" y="324"/>
                  </a:cubicBezTo>
                  <a:cubicBezTo>
                    <a:pt x="80" y="347"/>
                    <a:pt x="99" y="367"/>
                    <a:pt x="123" y="382"/>
                  </a:cubicBezTo>
                  <a:cubicBezTo>
                    <a:pt x="80" y="398"/>
                    <a:pt x="37" y="391"/>
                    <a:pt x="17" y="446"/>
                  </a:cubicBezTo>
                  <a:cubicBezTo>
                    <a:pt x="5" y="486"/>
                    <a:pt x="24" y="537"/>
                    <a:pt x="64" y="553"/>
                  </a:cubicBezTo>
                  <a:cubicBezTo>
                    <a:pt x="1" y="595"/>
                    <a:pt x="5" y="679"/>
                    <a:pt x="64" y="722"/>
                  </a:cubicBezTo>
                  <a:cubicBezTo>
                    <a:pt x="88" y="742"/>
                    <a:pt x="119" y="750"/>
                    <a:pt x="151" y="761"/>
                  </a:cubicBezTo>
                  <a:cubicBezTo>
                    <a:pt x="221" y="784"/>
                    <a:pt x="293" y="804"/>
                    <a:pt x="365" y="804"/>
                  </a:cubicBezTo>
                  <a:cubicBezTo>
                    <a:pt x="393" y="804"/>
                    <a:pt x="422" y="801"/>
                    <a:pt x="450" y="793"/>
                  </a:cubicBezTo>
                  <a:cubicBezTo>
                    <a:pt x="478" y="785"/>
                    <a:pt x="490" y="753"/>
                    <a:pt x="490" y="730"/>
                  </a:cubicBezTo>
                  <a:cubicBezTo>
                    <a:pt x="486" y="702"/>
                    <a:pt x="466" y="682"/>
                    <a:pt x="446" y="671"/>
                  </a:cubicBezTo>
                  <a:cubicBezTo>
                    <a:pt x="423" y="659"/>
                    <a:pt x="399" y="651"/>
                    <a:pt x="372" y="647"/>
                  </a:cubicBezTo>
                  <a:lnTo>
                    <a:pt x="372" y="647"/>
                  </a:lnTo>
                  <a:cubicBezTo>
                    <a:pt x="373" y="648"/>
                    <a:pt x="375" y="648"/>
                    <a:pt x="376" y="648"/>
                  </a:cubicBezTo>
                  <a:cubicBezTo>
                    <a:pt x="405" y="648"/>
                    <a:pt x="452" y="618"/>
                    <a:pt x="474" y="608"/>
                  </a:cubicBezTo>
                  <a:cubicBezTo>
                    <a:pt x="506" y="584"/>
                    <a:pt x="534" y="560"/>
                    <a:pt x="553" y="529"/>
                  </a:cubicBezTo>
                  <a:cubicBezTo>
                    <a:pt x="588" y="477"/>
                    <a:pt x="596" y="426"/>
                    <a:pt x="601" y="363"/>
                  </a:cubicBezTo>
                  <a:cubicBezTo>
                    <a:pt x="601" y="344"/>
                    <a:pt x="605" y="331"/>
                    <a:pt x="592" y="311"/>
                  </a:cubicBezTo>
                  <a:cubicBezTo>
                    <a:pt x="585" y="301"/>
                    <a:pt x="557" y="268"/>
                    <a:pt x="537" y="268"/>
                  </a:cubicBezTo>
                  <a:cubicBezTo>
                    <a:pt x="536" y="268"/>
                    <a:pt x="535" y="269"/>
                    <a:pt x="534" y="269"/>
                  </a:cubicBezTo>
                  <a:cubicBezTo>
                    <a:pt x="565" y="260"/>
                    <a:pt x="596" y="253"/>
                    <a:pt x="612" y="229"/>
                  </a:cubicBezTo>
                  <a:cubicBezTo>
                    <a:pt x="632" y="205"/>
                    <a:pt x="628" y="166"/>
                    <a:pt x="612" y="134"/>
                  </a:cubicBezTo>
                  <a:cubicBezTo>
                    <a:pt x="577" y="67"/>
                    <a:pt x="490" y="40"/>
                    <a:pt x="419" y="28"/>
                  </a:cubicBezTo>
                  <a:cubicBezTo>
                    <a:pt x="368" y="17"/>
                    <a:pt x="307" y="1"/>
                    <a:pt x="24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7" name="Google Shape;1437;p38"/>
            <p:cNvSpPr/>
            <p:nvPr/>
          </p:nvSpPr>
          <p:spPr>
            <a:xfrm>
              <a:off x="4758167" y="1756828"/>
              <a:ext cx="284442" cy="364170"/>
            </a:xfrm>
            <a:custGeom>
              <a:rect b="b" l="l" r="r" t="t"/>
              <a:pathLst>
                <a:path extrusionOk="0" h="845" w="660">
                  <a:moveTo>
                    <a:pt x="257" y="44"/>
                  </a:moveTo>
                  <a:cubicBezTo>
                    <a:pt x="312" y="44"/>
                    <a:pt x="370" y="60"/>
                    <a:pt x="426" y="67"/>
                  </a:cubicBezTo>
                  <a:cubicBezTo>
                    <a:pt x="461" y="76"/>
                    <a:pt x="497" y="87"/>
                    <a:pt x="528" y="103"/>
                  </a:cubicBezTo>
                  <a:cubicBezTo>
                    <a:pt x="560" y="118"/>
                    <a:pt x="588" y="138"/>
                    <a:pt x="603" y="166"/>
                  </a:cubicBezTo>
                  <a:cubicBezTo>
                    <a:pt x="612" y="178"/>
                    <a:pt x="616" y="194"/>
                    <a:pt x="616" y="209"/>
                  </a:cubicBezTo>
                  <a:cubicBezTo>
                    <a:pt x="616" y="222"/>
                    <a:pt x="612" y="229"/>
                    <a:pt x="607" y="237"/>
                  </a:cubicBezTo>
                  <a:cubicBezTo>
                    <a:pt x="599" y="245"/>
                    <a:pt x="592" y="253"/>
                    <a:pt x="580" y="257"/>
                  </a:cubicBezTo>
                  <a:cubicBezTo>
                    <a:pt x="568" y="260"/>
                    <a:pt x="556" y="260"/>
                    <a:pt x="541" y="265"/>
                  </a:cubicBezTo>
                  <a:cubicBezTo>
                    <a:pt x="541" y="265"/>
                    <a:pt x="541" y="265"/>
                    <a:pt x="541" y="265"/>
                  </a:cubicBezTo>
                  <a:lnTo>
                    <a:pt x="541" y="265"/>
                  </a:lnTo>
                  <a:cubicBezTo>
                    <a:pt x="538" y="265"/>
                    <a:pt x="535" y="266"/>
                    <a:pt x="533" y="268"/>
                  </a:cubicBezTo>
                  <a:lnTo>
                    <a:pt x="533" y="268"/>
                  </a:lnTo>
                  <a:cubicBezTo>
                    <a:pt x="526" y="273"/>
                    <a:pt x="522" y="279"/>
                    <a:pt x="525" y="289"/>
                  </a:cubicBezTo>
                  <a:cubicBezTo>
                    <a:pt x="525" y="289"/>
                    <a:pt x="525" y="289"/>
                    <a:pt x="525" y="289"/>
                  </a:cubicBezTo>
                  <a:lnTo>
                    <a:pt x="525" y="289"/>
                  </a:lnTo>
                  <a:cubicBezTo>
                    <a:pt x="525" y="296"/>
                    <a:pt x="528" y="300"/>
                    <a:pt x="532" y="304"/>
                  </a:cubicBezTo>
                  <a:cubicBezTo>
                    <a:pt x="536" y="308"/>
                    <a:pt x="545" y="308"/>
                    <a:pt x="548" y="308"/>
                  </a:cubicBezTo>
                  <a:lnTo>
                    <a:pt x="552" y="312"/>
                  </a:lnTo>
                  <a:cubicBezTo>
                    <a:pt x="560" y="316"/>
                    <a:pt x="568" y="320"/>
                    <a:pt x="572" y="328"/>
                  </a:cubicBezTo>
                  <a:cubicBezTo>
                    <a:pt x="576" y="331"/>
                    <a:pt x="580" y="336"/>
                    <a:pt x="580" y="336"/>
                  </a:cubicBezTo>
                  <a:cubicBezTo>
                    <a:pt x="583" y="340"/>
                    <a:pt x="583" y="340"/>
                    <a:pt x="583" y="344"/>
                  </a:cubicBezTo>
                  <a:cubicBezTo>
                    <a:pt x="588" y="348"/>
                    <a:pt x="588" y="348"/>
                    <a:pt x="588" y="351"/>
                  </a:cubicBezTo>
                  <a:cubicBezTo>
                    <a:pt x="588" y="351"/>
                    <a:pt x="592" y="355"/>
                    <a:pt x="592" y="360"/>
                  </a:cubicBezTo>
                  <a:cubicBezTo>
                    <a:pt x="592" y="364"/>
                    <a:pt x="588" y="371"/>
                    <a:pt x="588" y="383"/>
                  </a:cubicBezTo>
                  <a:cubicBezTo>
                    <a:pt x="588" y="411"/>
                    <a:pt x="583" y="438"/>
                    <a:pt x="580" y="466"/>
                  </a:cubicBezTo>
                  <a:cubicBezTo>
                    <a:pt x="572" y="489"/>
                    <a:pt x="564" y="513"/>
                    <a:pt x="548" y="537"/>
                  </a:cubicBezTo>
                  <a:cubicBezTo>
                    <a:pt x="528" y="564"/>
                    <a:pt x="501" y="588"/>
                    <a:pt x="474" y="608"/>
                  </a:cubicBezTo>
                  <a:cubicBezTo>
                    <a:pt x="461" y="612"/>
                    <a:pt x="446" y="624"/>
                    <a:pt x="430" y="631"/>
                  </a:cubicBezTo>
                  <a:cubicBezTo>
                    <a:pt x="422" y="635"/>
                    <a:pt x="414" y="639"/>
                    <a:pt x="410" y="639"/>
                  </a:cubicBezTo>
                  <a:cubicBezTo>
                    <a:pt x="403" y="644"/>
                    <a:pt x="394" y="644"/>
                    <a:pt x="390" y="644"/>
                  </a:cubicBezTo>
                  <a:cubicBezTo>
                    <a:pt x="388" y="643"/>
                    <a:pt x="386" y="642"/>
                    <a:pt x="384" y="642"/>
                  </a:cubicBezTo>
                  <a:cubicBezTo>
                    <a:pt x="376" y="642"/>
                    <a:pt x="369" y="647"/>
                    <a:pt x="365" y="654"/>
                  </a:cubicBezTo>
                  <a:lnTo>
                    <a:pt x="365" y="654"/>
                  </a:lnTo>
                  <a:cubicBezTo>
                    <a:pt x="364" y="655"/>
                    <a:pt x="363" y="657"/>
                    <a:pt x="363" y="659"/>
                  </a:cubicBezTo>
                  <a:cubicBezTo>
                    <a:pt x="360" y="669"/>
                    <a:pt x="364" y="679"/>
                    <a:pt x="373" y="684"/>
                  </a:cubicBezTo>
                  <a:lnTo>
                    <a:pt x="373" y="684"/>
                  </a:lnTo>
                  <a:cubicBezTo>
                    <a:pt x="375" y="685"/>
                    <a:pt x="377" y="686"/>
                    <a:pt x="379" y="686"/>
                  </a:cubicBezTo>
                  <a:cubicBezTo>
                    <a:pt x="403" y="691"/>
                    <a:pt x="426" y="699"/>
                    <a:pt x="446" y="710"/>
                  </a:cubicBezTo>
                  <a:cubicBezTo>
                    <a:pt x="454" y="715"/>
                    <a:pt x="461" y="722"/>
                    <a:pt x="465" y="726"/>
                  </a:cubicBezTo>
                  <a:cubicBezTo>
                    <a:pt x="474" y="734"/>
                    <a:pt x="477" y="742"/>
                    <a:pt x="477" y="750"/>
                  </a:cubicBezTo>
                  <a:lnTo>
                    <a:pt x="477" y="757"/>
                  </a:lnTo>
                  <a:cubicBezTo>
                    <a:pt x="477" y="766"/>
                    <a:pt x="477" y="773"/>
                    <a:pt x="474" y="777"/>
                  </a:cubicBezTo>
                  <a:cubicBezTo>
                    <a:pt x="470" y="786"/>
                    <a:pt x="461" y="789"/>
                    <a:pt x="457" y="789"/>
                  </a:cubicBezTo>
                  <a:cubicBezTo>
                    <a:pt x="430" y="797"/>
                    <a:pt x="403" y="801"/>
                    <a:pt x="375" y="801"/>
                  </a:cubicBezTo>
                  <a:cubicBezTo>
                    <a:pt x="308" y="801"/>
                    <a:pt x="237" y="781"/>
                    <a:pt x="166" y="757"/>
                  </a:cubicBezTo>
                  <a:cubicBezTo>
                    <a:pt x="139" y="750"/>
                    <a:pt x="110" y="742"/>
                    <a:pt x="87" y="722"/>
                  </a:cubicBezTo>
                  <a:cubicBezTo>
                    <a:pt x="63" y="706"/>
                    <a:pt x="51" y="683"/>
                    <a:pt x="51" y="655"/>
                  </a:cubicBezTo>
                  <a:cubicBezTo>
                    <a:pt x="51" y="631"/>
                    <a:pt x="59" y="608"/>
                    <a:pt x="87" y="592"/>
                  </a:cubicBezTo>
                  <a:cubicBezTo>
                    <a:pt x="91" y="588"/>
                    <a:pt x="95" y="580"/>
                    <a:pt x="95" y="573"/>
                  </a:cubicBezTo>
                  <a:cubicBezTo>
                    <a:pt x="95" y="564"/>
                    <a:pt x="91" y="557"/>
                    <a:pt x="83" y="553"/>
                  </a:cubicBezTo>
                  <a:cubicBezTo>
                    <a:pt x="71" y="549"/>
                    <a:pt x="63" y="541"/>
                    <a:pt x="55" y="529"/>
                  </a:cubicBezTo>
                  <a:cubicBezTo>
                    <a:pt x="48" y="517"/>
                    <a:pt x="44" y="506"/>
                    <a:pt x="44" y="493"/>
                  </a:cubicBezTo>
                  <a:cubicBezTo>
                    <a:pt x="44" y="486"/>
                    <a:pt x="48" y="478"/>
                    <a:pt x="48" y="473"/>
                  </a:cubicBezTo>
                  <a:cubicBezTo>
                    <a:pt x="51" y="462"/>
                    <a:pt x="55" y="454"/>
                    <a:pt x="59" y="450"/>
                  </a:cubicBezTo>
                  <a:cubicBezTo>
                    <a:pt x="63" y="446"/>
                    <a:pt x="68" y="446"/>
                    <a:pt x="75" y="442"/>
                  </a:cubicBezTo>
                  <a:cubicBezTo>
                    <a:pt x="79" y="438"/>
                    <a:pt x="91" y="438"/>
                    <a:pt x="103" y="435"/>
                  </a:cubicBezTo>
                  <a:cubicBezTo>
                    <a:pt x="115" y="431"/>
                    <a:pt x="126" y="431"/>
                    <a:pt x="142" y="426"/>
                  </a:cubicBezTo>
                  <a:cubicBezTo>
                    <a:pt x="150" y="422"/>
                    <a:pt x="154" y="415"/>
                    <a:pt x="154" y="407"/>
                  </a:cubicBezTo>
                  <a:cubicBezTo>
                    <a:pt x="157" y="399"/>
                    <a:pt x="154" y="391"/>
                    <a:pt x="146" y="387"/>
                  </a:cubicBezTo>
                  <a:cubicBezTo>
                    <a:pt x="134" y="379"/>
                    <a:pt x="126" y="371"/>
                    <a:pt x="119" y="364"/>
                  </a:cubicBezTo>
                  <a:cubicBezTo>
                    <a:pt x="110" y="351"/>
                    <a:pt x="103" y="344"/>
                    <a:pt x="99" y="331"/>
                  </a:cubicBezTo>
                  <a:cubicBezTo>
                    <a:pt x="91" y="324"/>
                    <a:pt x="91" y="312"/>
                    <a:pt x="91" y="304"/>
                  </a:cubicBezTo>
                  <a:cubicBezTo>
                    <a:pt x="91" y="293"/>
                    <a:pt x="95" y="280"/>
                    <a:pt x="99" y="273"/>
                  </a:cubicBezTo>
                  <a:cubicBezTo>
                    <a:pt x="103" y="269"/>
                    <a:pt x="103" y="269"/>
                    <a:pt x="106" y="265"/>
                  </a:cubicBezTo>
                  <a:cubicBezTo>
                    <a:pt x="110" y="265"/>
                    <a:pt x="115" y="260"/>
                    <a:pt x="126" y="260"/>
                  </a:cubicBezTo>
                  <a:cubicBezTo>
                    <a:pt x="134" y="257"/>
                    <a:pt x="146" y="253"/>
                    <a:pt x="157" y="245"/>
                  </a:cubicBezTo>
                  <a:cubicBezTo>
                    <a:pt x="162" y="242"/>
                    <a:pt x="166" y="237"/>
                    <a:pt x="170" y="229"/>
                  </a:cubicBezTo>
                  <a:cubicBezTo>
                    <a:pt x="170" y="222"/>
                    <a:pt x="166" y="218"/>
                    <a:pt x="162" y="213"/>
                  </a:cubicBezTo>
                  <a:cubicBezTo>
                    <a:pt x="150" y="202"/>
                    <a:pt x="139" y="194"/>
                    <a:pt x="130" y="186"/>
                  </a:cubicBezTo>
                  <a:cubicBezTo>
                    <a:pt x="126" y="182"/>
                    <a:pt x="126" y="178"/>
                    <a:pt x="122" y="174"/>
                  </a:cubicBezTo>
                  <a:lnTo>
                    <a:pt x="122" y="158"/>
                  </a:lnTo>
                  <a:lnTo>
                    <a:pt x="122" y="154"/>
                  </a:lnTo>
                  <a:cubicBezTo>
                    <a:pt x="122" y="138"/>
                    <a:pt x="122" y="123"/>
                    <a:pt x="126" y="111"/>
                  </a:cubicBezTo>
                  <a:cubicBezTo>
                    <a:pt x="130" y="100"/>
                    <a:pt x="134" y="87"/>
                    <a:pt x="150" y="76"/>
                  </a:cubicBezTo>
                  <a:cubicBezTo>
                    <a:pt x="166" y="64"/>
                    <a:pt x="181" y="56"/>
                    <a:pt x="197" y="52"/>
                  </a:cubicBezTo>
                  <a:cubicBezTo>
                    <a:pt x="217" y="44"/>
                    <a:pt x="237" y="44"/>
                    <a:pt x="257" y="44"/>
                  </a:cubicBezTo>
                  <a:close/>
                  <a:moveTo>
                    <a:pt x="257" y="0"/>
                  </a:moveTo>
                  <a:cubicBezTo>
                    <a:pt x="233" y="0"/>
                    <a:pt x="210" y="0"/>
                    <a:pt x="186" y="9"/>
                  </a:cubicBezTo>
                  <a:cubicBezTo>
                    <a:pt x="166" y="16"/>
                    <a:pt x="142" y="24"/>
                    <a:pt x="122" y="40"/>
                  </a:cubicBezTo>
                  <a:cubicBezTo>
                    <a:pt x="103" y="56"/>
                    <a:pt x="91" y="80"/>
                    <a:pt x="83" y="95"/>
                  </a:cubicBezTo>
                  <a:cubicBezTo>
                    <a:pt x="79" y="115"/>
                    <a:pt x="79" y="135"/>
                    <a:pt x="79" y="154"/>
                  </a:cubicBezTo>
                  <a:lnTo>
                    <a:pt x="79" y="162"/>
                  </a:lnTo>
                  <a:cubicBezTo>
                    <a:pt x="79" y="171"/>
                    <a:pt x="79" y="182"/>
                    <a:pt x="83" y="189"/>
                  </a:cubicBezTo>
                  <a:cubicBezTo>
                    <a:pt x="90" y="204"/>
                    <a:pt x="97" y="212"/>
                    <a:pt x="104" y="219"/>
                  </a:cubicBezTo>
                  <a:lnTo>
                    <a:pt x="104" y="219"/>
                  </a:lnTo>
                  <a:cubicBezTo>
                    <a:pt x="101" y="220"/>
                    <a:pt x="98" y="221"/>
                    <a:pt x="95" y="222"/>
                  </a:cubicBezTo>
                  <a:cubicBezTo>
                    <a:pt x="83" y="229"/>
                    <a:pt x="71" y="237"/>
                    <a:pt x="59" y="249"/>
                  </a:cubicBezTo>
                  <a:cubicBezTo>
                    <a:pt x="51" y="269"/>
                    <a:pt x="48" y="284"/>
                    <a:pt x="48" y="304"/>
                  </a:cubicBezTo>
                  <a:cubicBezTo>
                    <a:pt x="48" y="320"/>
                    <a:pt x="51" y="336"/>
                    <a:pt x="59" y="351"/>
                  </a:cubicBezTo>
                  <a:cubicBezTo>
                    <a:pt x="63" y="367"/>
                    <a:pt x="75" y="379"/>
                    <a:pt x="87" y="391"/>
                  </a:cubicBezTo>
                  <a:cubicBezTo>
                    <a:pt x="87" y="392"/>
                    <a:pt x="88" y="392"/>
                    <a:pt x="88" y="393"/>
                  </a:cubicBezTo>
                  <a:lnTo>
                    <a:pt x="88" y="393"/>
                  </a:lnTo>
                  <a:cubicBezTo>
                    <a:pt x="80" y="394"/>
                    <a:pt x="71" y="396"/>
                    <a:pt x="63" y="399"/>
                  </a:cubicBezTo>
                  <a:cubicBezTo>
                    <a:pt x="51" y="402"/>
                    <a:pt x="39" y="411"/>
                    <a:pt x="32" y="418"/>
                  </a:cubicBezTo>
                  <a:cubicBezTo>
                    <a:pt x="20" y="431"/>
                    <a:pt x="12" y="442"/>
                    <a:pt x="8" y="462"/>
                  </a:cubicBezTo>
                  <a:cubicBezTo>
                    <a:pt x="4" y="470"/>
                    <a:pt x="0" y="482"/>
                    <a:pt x="0" y="493"/>
                  </a:cubicBezTo>
                  <a:cubicBezTo>
                    <a:pt x="0" y="513"/>
                    <a:pt x="8" y="533"/>
                    <a:pt x="20" y="553"/>
                  </a:cubicBezTo>
                  <a:cubicBezTo>
                    <a:pt x="24" y="561"/>
                    <a:pt x="31" y="569"/>
                    <a:pt x="39" y="576"/>
                  </a:cubicBezTo>
                  <a:lnTo>
                    <a:pt x="39" y="576"/>
                  </a:lnTo>
                  <a:cubicBezTo>
                    <a:pt x="17" y="599"/>
                    <a:pt x="8" y="629"/>
                    <a:pt x="8" y="655"/>
                  </a:cubicBezTo>
                  <a:cubicBezTo>
                    <a:pt x="8" y="695"/>
                    <a:pt x="28" y="734"/>
                    <a:pt x="63" y="757"/>
                  </a:cubicBezTo>
                  <a:cubicBezTo>
                    <a:pt x="91" y="781"/>
                    <a:pt x="122" y="789"/>
                    <a:pt x="154" y="801"/>
                  </a:cubicBezTo>
                  <a:cubicBezTo>
                    <a:pt x="225" y="824"/>
                    <a:pt x="299" y="844"/>
                    <a:pt x="375" y="844"/>
                  </a:cubicBezTo>
                  <a:cubicBezTo>
                    <a:pt x="406" y="844"/>
                    <a:pt x="438" y="841"/>
                    <a:pt x="470" y="833"/>
                  </a:cubicBezTo>
                  <a:cubicBezTo>
                    <a:pt x="485" y="828"/>
                    <a:pt x="501" y="817"/>
                    <a:pt x="509" y="801"/>
                  </a:cubicBezTo>
                  <a:cubicBezTo>
                    <a:pt x="517" y="789"/>
                    <a:pt x="521" y="773"/>
                    <a:pt x="521" y="757"/>
                  </a:cubicBezTo>
                  <a:lnTo>
                    <a:pt x="521" y="746"/>
                  </a:lnTo>
                  <a:cubicBezTo>
                    <a:pt x="517" y="730"/>
                    <a:pt x="512" y="715"/>
                    <a:pt x="501" y="702"/>
                  </a:cubicBezTo>
                  <a:cubicBezTo>
                    <a:pt x="493" y="691"/>
                    <a:pt x="481" y="679"/>
                    <a:pt x="465" y="671"/>
                  </a:cubicBezTo>
                  <a:cubicBezTo>
                    <a:pt x="463" y="670"/>
                    <a:pt x="460" y="668"/>
                    <a:pt x="458" y="667"/>
                  </a:cubicBezTo>
                  <a:lnTo>
                    <a:pt x="458" y="667"/>
                  </a:lnTo>
                  <a:cubicBezTo>
                    <a:pt x="460" y="665"/>
                    <a:pt x="463" y="664"/>
                    <a:pt x="465" y="663"/>
                  </a:cubicBezTo>
                  <a:cubicBezTo>
                    <a:pt x="477" y="655"/>
                    <a:pt x="489" y="647"/>
                    <a:pt x="497" y="644"/>
                  </a:cubicBezTo>
                  <a:cubicBezTo>
                    <a:pt x="528" y="624"/>
                    <a:pt x="560" y="596"/>
                    <a:pt x="583" y="560"/>
                  </a:cubicBezTo>
                  <a:cubicBezTo>
                    <a:pt x="603" y="533"/>
                    <a:pt x="616" y="506"/>
                    <a:pt x="619" y="473"/>
                  </a:cubicBezTo>
                  <a:cubicBezTo>
                    <a:pt x="627" y="446"/>
                    <a:pt x="631" y="415"/>
                    <a:pt x="631" y="383"/>
                  </a:cubicBezTo>
                  <a:cubicBezTo>
                    <a:pt x="631" y="375"/>
                    <a:pt x="635" y="367"/>
                    <a:pt x="635" y="360"/>
                  </a:cubicBezTo>
                  <a:cubicBezTo>
                    <a:pt x="635" y="351"/>
                    <a:pt x="631" y="348"/>
                    <a:pt x="631" y="340"/>
                  </a:cubicBezTo>
                  <a:cubicBezTo>
                    <a:pt x="627" y="331"/>
                    <a:pt x="627" y="324"/>
                    <a:pt x="623" y="320"/>
                  </a:cubicBezTo>
                  <a:cubicBezTo>
                    <a:pt x="619" y="316"/>
                    <a:pt x="616" y="308"/>
                    <a:pt x="612" y="304"/>
                  </a:cubicBezTo>
                  <a:cubicBezTo>
                    <a:pt x="608" y="301"/>
                    <a:pt x="605" y="297"/>
                    <a:pt x="601" y="294"/>
                  </a:cubicBezTo>
                  <a:lnTo>
                    <a:pt x="601" y="294"/>
                  </a:lnTo>
                  <a:cubicBezTo>
                    <a:pt x="616" y="287"/>
                    <a:pt x="632" y="279"/>
                    <a:pt x="643" y="265"/>
                  </a:cubicBezTo>
                  <a:cubicBezTo>
                    <a:pt x="654" y="249"/>
                    <a:pt x="659" y="229"/>
                    <a:pt x="659" y="209"/>
                  </a:cubicBezTo>
                  <a:cubicBezTo>
                    <a:pt x="659" y="186"/>
                    <a:pt x="651" y="166"/>
                    <a:pt x="643" y="147"/>
                  </a:cubicBezTo>
                  <a:cubicBezTo>
                    <a:pt x="619" y="107"/>
                    <a:pt x="588" y="80"/>
                    <a:pt x="548" y="64"/>
                  </a:cubicBezTo>
                  <a:cubicBezTo>
                    <a:pt x="512" y="44"/>
                    <a:pt x="470" y="32"/>
                    <a:pt x="434" y="29"/>
                  </a:cubicBezTo>
                  <a:cubicBezTo>
                    <a:pt x="383" y="16"/>
                    <a:pt x="319" y="0"/>
                    <a:pt x="257"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8" name="Google Shape;1438;p38"/>
            <p:cNvSpPr/>
            <p:nvPr/>
          </p:nvSpPr>
          <p:spPr>
            <a:xfrm>
              <a:off x="4871942" y="1780100"/>
              <a:ext cx="166786" cy="342621"/>
            </a:xfrm>
            <a:custGeom>
              <a:rect b="b" l="l" r="r" t="t"/>
              <a:pathLst>
                <a:path extrusionOk="0" h="795" w="387">
                  <a:moveTo>
                    <a:pt x="295" y="1"/>
                  </a:moveTo>
                  <a:cubicBezTo>
                    <a:pt x="288" y="1"/>
                    <a:pt x="283" y="3"/>
                    <a:pt x="281" y="10"/>
                  </a:cubicBezTo>
                  <a:cubicBezTo>
                    <a:pt x="272" y="17"/>
                    <a:pt x="272" y="33"/>
                    <a:pt x="284" y="41"/>
                  </a:cubicBezTo>
                  <a:cubicBezTo>
                    <a:pt x="316" y="64"/>
                    <a:pt x="339" y="104"/>
                    <a:pt x="339" y="148"/>
                  </a:cubicBezTo>
                  <a:lnTo>
                    <a:pt x="339" y="155"/>
                  </a:lnTo>
                  <a:cubicBezTo>
                    <a:pt x="335" y="168"/>
                    <a:pt x="332" y="179"/>
                    <a:pt x="319" y="188"/>
                  </a:cubicBezTo>
                  <a:cubicBezTo>
                    <a:pt x="308" y="195"/>
                    <a:pt x="292" y="203"/>
                    <a:pt x="281" y="203"/>
                  </a:cubicBezTo>
                  <a:cubicBezTo>
                    <a:pt x="273" y="203"/>
                    <a:pt x="266" y="203"/>
                    <a:pt x="260" y="200"/>
                  </a:cubicBezTo>
                  <a:lnTo>
                    <a:pt x="260" y="200"/>
                  </a:lnTo>
                  <a:cubicBezTo>
                    <a:pt x="259" y="200"/>
                    <a:pt x="258" y="199"/>
                    <a:pt x="257" y="199"/>
                  </a:cubicBezTo>
                  <a:cubicBezTo>
                    <a:pt x="255" y="197"/>
                    <a:pt x="253" y="196"/>
                    <a:pt x="250" y="196"/>
                  </a:cubicBezTo>
                  <a:cubicBezTo>
                    <a:pt x="248" y="196"/>
                    <a:pt x="245" y="197"/>
                    <a:pt x="241" y="199"/>
                  </a:cubicBezTo>
                  <a:cubicBezTo>
                    <a:pt x="241" y="199"/>
                    <a:pt x="240" y="199"/>
                    <a:pt x="240" y="199"/>
                  </a:cubicBezTo>
                  <a:lnTo>
                    <a:pt x="240" y="199"/>
                  </a:lnTo>
                  <a:cubicBezTo>
                    <a:pt x="235" y="202"/>
                    <a:pt x="231" y="205"/>
                    <a:pt x="229" y="211"/>
                  </a:cubicBezTo>
                  <a:cubicBezTo>
                    <a:pt x="228" y="216"/>
                    <a:pt x="228" y="220"/>
                    <a:pt x="229" y="225"/>
                  </a:cubicBezTo>
                  <a:lnTo>
                    <a:pt x="229" y="225"/>
                  </a:lnTo>
                  <a:lnTo>
                    <a:pt x="229" y="226"/>
                  </a:lnTo>
                  <a:cubicBezTo>
                    <a:pt x="233" y="235"/>
                    <a:pt x="237" y="239"/>
                    <a:pt x="245" y="239"/>
                  </a:cubicBezTo>
                  <a:cubicBezTo>
                    <a:pt x="268" y="250"/>
                    <a:pt x="296" y="258"/>
                    <a:pt x="316" y="274"/>
                  </a:cubicBezTo>
                  <a:cubicBezTo>
                    <a:pt x="324" y="282"/>
                    <a:pt x="332" y="290"/>
                    <a:pt x="335" y="301"/>
                  </a:cubicBezTo>
                  <a:cubicBezTo>
                    <a:pt x="343" y="310"/>
                    <a:pt x="343" y="321"/>
                    <a:pt x="343" y="329"/>
                  </a:cubicBezTo>
                  <a:cubicBezTo>
                    <a:pt x="343" y="345"/>
                    <a:pt x="339" y="357"/>
                    <a:pt x="328" y="364"/>
                  </a:cubicBezTo>
                  <a:cubicBezTo>
                    <a:pt x="319" y="377"/>
                    <a:pt x="304" y="384"/>
                    <a:pt x="292" y="388"/>
                  </a:cubicBezTo>
                  <a:cubicBezTo>
                    <a:pt x="272" y="396"/>
                    <a:pt x="257" y="400"/>
                    <a:pt x="233" y="400"/>
                  </a:cubicBezTo>
                  <a:cubicBezTo>
                    <a:pt x="221" y="400"/>
                    <a:pt x="206" y="396"/>
                    <a:pt x="190" y="396"/>
                  </a:cubicBezTo>
                  <a:cubicBezTo>
                    <a:pt x="182" y="396"/>
                    <a:pt x="170" y="404"/>
                    <a:pt x="170" y="412"/>
                  </a:cubicBezTo>
                  <a:cubicBezTo>
                    <a:pt x="166" y="424"/>
                    <a:pt x="170" y="432"/>
                    <a:pt x="182" y="435"/>
                  </a:cubicBezTo>
                  <a:cubicBezTo>
                    <a:pt x="193" y="443"/>
                    <a:pt x="210" y="452"/>
                    <a:pt x="221" y="463"/>
                  </a:cubicBezTo>
                  <a:cubicBezTo>
                    <a:pt x="233" y="471"/>
                    <a:pt x="237" y="479"/>
                    <a:pt x="241" y="490"/>
                  </a:cubicBezTo>
                  <a:cubicBezTo>
                    <a:pt x="245" y="499"/>
                    <a:pt x="245" y="503"/>
                    <a:pt x="245" y="506"/>
                  </a:cubicBezTo>
                  <a:cubicBezTo>
                    <a:pt x="245" y="519"/>
                    <a:pt x="241" y="526"/>
                    <a:pt x="233" y="538"/>
                  </a:cubicBezTo>
                  <a:cubicBezTo>
                    <a:pt x="225" y="550"/>
                    <a:pt x="206" y="561"/>
                    <a:pt x="186" y="574"/>
                  </a:cubicBezTo>
                  <a:cubicBezTo>
                    <a:pt x="162" y="581"/>
                    <a:pt x="142" y="585"/>
                    <a:pt x="123" y="590"/>
                  </a:cubicBezTo>
                  <a:cubicBezTo>
                    <a:pt x="123" y="590"/>
                    <a:pt x="123" y="590"/>
                    <a:pt x="123" y="590"/>
                  </a:cubicBezTo>
                  <a:lnTo>
                    <a:pt x="123" y="590"/>
                  </a:lnTo>
                  <a:cubicBezTo>
                    <a:pt x="119" y="590"/>
                    <a:pt x="111" y="593"/>
                    <a:pt x="106" y="597"/>
                  </a:cubicBezTo>
                  <a:cubicBezTo>
                    <a:pt x="106" y="599"/>
                    <a:pt x="106" y="601"/>
                    <a:pt x="105" y="603"/>
                  </a:cubicBezTo>
                  <a:lnTo>
                    <a:pt x="105" y="603"/>
                  </a:lnTo>
                  <a:cubicBezTo>
                    <a:pt x="104" y="606"/>
                    <a:pt x="103" y="609"/>
                    <a:pt x="103" y="613"/>
                  </a:cubicBezTo>
                  <a:cubicBezTo>
                    <a:pt x="103" y="615"/>
                    <a:pt x="104" y="617"/>
                    <a:pt x="105" y="618"/>
                  </a:cubicBezTo>
                  <a:lnTo>
                    <a:pt x="105" y="618"/>
                  </a:lnTo>
                  <a:cubicBezTo>
                    <a:pt x="107" y="623"/>
                    <a:pt x="108" y="626"/>
                    <a:pt x="115" y="629"/>
                  </a:cubicBezTo>
                  <a:cubicBezTo>
                    <a:pt x="118" y="632"/>
                    <a:pt x="121" y="632"/>
                    <a:pt x="126" y="632"/>
                  </a:cubicBezTo>
                  <a:lnTo>
                    <a:pt x="126" y="632"/>
                  </a:lnTo>
                  <a:lnTo>
                    <a:pt x="126" y="632"/>
                  </a:lnTo>
                  <a:cubicBezTo>
                    <a:pt x="126" y="632"/>
                    <a:pt x="130" y="637"/>
                    <a:pt x="135" y="637"/>
                  </a:cubicBezTo>
                  <a:cubicBezTo>
                    <a:pt x="142" y="645"/>
                    <a:pt x="150" y="652"/>
                    <a:pt x="154" y="656"/>
                  </a:cubicBezTo>
                  <a:cubicBezTo>
                    <a:pt x="158" y="661"/>
                    <a:pt x="162" y="664"/>
                    <a:pt x="162" y="668"/>
                  </a:cubicBezTo>
                  <a:lnTo>
                    <a:pt x="166" y="668"/>
                  </a:lnTo>
                  <a:lnTo>
                    <a:pt x="166" y="672"/>
                  </a:lnTo>
                  <a:cubicBezTo>
                    <a:pt x="170" y="680"/>
                    <a:pt x="170" y="688"/>
                    <a:pt x="170" y="696"/>
                  </a:cubicBezTo>
                  <a:cubicBezTo>
                    <a:pt x="170" y="703"/>
                    <a:pt x="170" y="712"/>
                    <a:pt x="166" y="716"/>
                  </a:cubicBezTo>
                  <a:cubicBezTo>
                    <a:pt x="158" y="727"/>
                    <a:pt x="142" y="735"/>
                    <a:pt x="123" y="739"/>
                  </a:cubicBezTo>
                  <a:cubicBezTo>
                    <a:pt x="103" y="747"/>
                    <a:pt x="83" y="747"/>
                    <a:pt x="64" y="747"/>
                  </a:cubicBezTo>
                  <a:lnTo>
                    <a:pt x="28" y="747"/>
                  </a:lnTo>
                  <a:cubicBezTo>
                    <a:pt x="26" y="746"/>
                    <a:pt x="24" y="746"/>
                    <a:pt x="22" y="746"/>
                  </a:cubicBezTo>
                  <a:cubicBezTo>
                    <a:pt x="12" y="746"/>
                    <a:pt x="4" y="753"/>
                    <a:pt x="0" y="763"/>
                  </a:cubicBezTo>
                  <a:cubicBezTo>
                    <a:pt x="0" y="774"/>
                    <a:pt x="4" y="787"/>
                    <a:pt x="17" y="790"/>
                  </a:cubicBezTo>
                  <a:cubicBezTo>
                    <a:pt x="32" y="790"/>
                    <a:pt x="44" y="794"/>
                    <a:pt x="64" y="794"/>
                  </a:cubicBezTo>
                  <a:cubicBezTo>
                    <a:pt x="91" y="790"/>
                    <a:pt x="126" y="787"/>
                    <a:pt x="158" y="774"/>
                  </a:cubicBezTo>
                  <a:cubicBezTo>
                    <a:pt x="174" y="767"/>
                    <a:pt x="186" y="759"/>
                    <a:pt x="197" y="743"/>
                  </a:cubicBezTo>
                  <a:cubicBezTo>
                    <a:pt x="210" y="732"/>
                    <a:pt x="217" y="716"/>
                    <a:pt x="217" y="696"/>
                  </a:cubicBezTo>
                  <a:cubicBezTo>
                    <a:pt x="217" y="684"/>
                    <a:pt x="213" y="668"/>
                    <a:pt x="206" y="652"/>
                  </a:cubicBezTo>
                  <a:cubicBezTo>
                    <a:pt x="206" y="648"/>
                    <a:pt x="201" y="648"/>
                    <a:pt x="201" y="645"/>
                  </a:cubicBezTo>
                  <a:cubicBezTo>
                    <a:pt x="195" y="636"/>
                    <a:pt x="188" y="627"/>
                    <a:pt x="179" y="620"/>
                  </a:cubicBezTo>
                  <a:lnTo>
                    <a:pt x="179" y="620"/>
                  </a:lnTo>
                  <a:cubicBezTo>
                    <a:pt x="195" y="614"/>
                    <a:pt x="212" y="607"/>
                    <a:pt x="229" y="597"/>
                  </a:cubicBezTo>
                  <a:cubicBezTo>
                    <a:pt x="245" y="590"/>
                    <a:pt x="257" y="577"/>
                    <a:pt x="268" y="561"/>
                  </a:cubicBezTo>
                  <a:cubicBezTo>
                    <a:pt x="281" y="546"/>
                    <a:pt x="288" y="530"/>
                    <a:pt x="288" y="506"/>
                  </a:cubicBezTo>
                  <a:cubicBezTo>
                    <a:pt x="288" y="499"/>
                    <a:pt x="288" y="487"/>
                    <a:pt x="284" y="479"/>
                  </a:cubicBezTo>
                  <a:cubicBezTo>
                    <a:pt x="279" y="463"/>
                    <a:pt x="272" y="451"/>
                    <a:pt x="263" y="441"/>
                  </a:cubicBezTo>
                  <a:lnTo>
                    <a:pt x="263" y="441"/>
                  </a:lnTo>
                  <a:cubicBezTo>
                    <a:pt x="277" y="439"/>
                    <a:pt x="292" y="436"/>
                    <a:pt x="308" y="432"/>
                  </a:cubicBezTo>
                  <a:cubicBezTo>
                    <a:pt x="328" y="424"/>
                    <a:pt x="348" y="412"/>
                    <a:pt x="363" y="396"/>
                  </a:cubicBezTo>
                  <a:cubicBezTo>
                    <a:pt x="375" y="381"/>
                    <a:pt x="387" y="357"/>
                    <a:pt x="387" y="333"/>
                  </a:cubicBezTo>
                  <a:lnTo>
                    <a:pt x="387" y="329"/>
                  </a:lnTo>
                  <a:cubicBezTo>
                    <a:pt x="387" y="310"/>
                    <a:pt x="383" y="294"/>
                    <a:pt x="375" y="277"/>
                  </a:cubicBezTo>
                  <a:cubicBezTo>
                    <a:pt x="367" y="262"/>
                    <a:pt x="355" y="250"/>
                    <a:pt x="343" y="242"/>
                  </a:cubicBezTo>
                  <a:cubicBezTo>
                    <a:pt x="339" y="239"/>
                    <a:pt x="335" y="236"/>
                    <a:pt x="331" y="233"/>
                  </a:cubicBezTo>
                  <a:lnTo>
                    <a:pt x="331" y="233"/>
                  </a:lnTo>
                  <a:cubicBezTo>
                    <a:pt x="337" y="230"/>
                    <a:pt x="343" y="227"/>
                    <a:pt x="348" y="223"/>
                  </a:cubicBezTo>
                  <a:cubicBezTo>
                    <a:pt x="367" y="206"/>
                    <a:pt x="379" y="183"/>
                    <a:pt x="383" y="155"/>
                  </a:cubicBezTo>
                  <a:lnTo>
                    <a:pt x="383" y="148"/>
                  </a:lnTo>
                  <a:cubicBezTo>
                    <a:pt x="383" y="93"/>
                    <a:pt x="355" y="37"/>
                    <a:pt x="308" y="6"/>
                  </a:cubicBezTo>
                  <a:cubicBezTo>
                    <a:pt x="305" y="2"/>
                    <a:pt x="299" y="1"/>
                    <a:pt x="2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9" name="Google Shape;1439;p38"/>
            <p:cNvSpPr/>
            <p:nvPr/>
          </p:nvSpPr>
          <p:spPr>
            <a:xfrm>
              <a:off x="4819364" y="1918010"/>
              <a:ext cx="144807" cy="52147"/>
            </a:xfrm>
            <a:custGeom>
              <a:rect b="b" l="l" r="r" t="t"/>
              <a:pathLst>
                <a:path extrusionOk="0" h="121" w="336">
                  <a:moveTo>
                    <a:pt x="23" y="0"/>
                  </a:moveTo>
                  <a:cubicBezTo>
                    <a:pt x="13" y="0"/>
                    <a:pt x="4" y="11"/>
                    <a:pt x="0" y="21"/>
                  </a:cubicBezTo>
                  <a:cubicBezTo>
                    <a:pt x="0" y="33"/>
                    <a:pt x="8" y="41"/>
                    <a:pt x="20" y="44"/>
                  </a:cubicBezTo>
                  <a:cubicBezTo>
                    <a:pt x="119" y="61"/>
                    <a:pt x="213" y="84"/>
                    <a:pt x="304" y="119"/>
                  </a:cubicBezTo>
                  <a:cubicBezTo>
                    <a:pt x="307" y="120"/>
                    <a:pt x="310" y="121"/>
                    <a:pt x="313" y="121"/>
                  </a:cubicBezTo>
                  <a:cubicBezTo>
                    <a:pt x="321" y="121"/>
                    <a:pt x="329" y="116"/>
                    <a:pt x="332" y="108"/>
                  </a:cubicBezTo>
                  <a:cubicBezTo>
                    <a:pt x="335" y="96"/>
                    <a:pt x="332" y="84"/>
                    <a:pt x="319" y="80"/>
                  </a:cubicBezTo>
                  <a:cubicBezTo>
                    <a:pt x="225" y="44"/>
                    <a:pt x="126" y="17"/>
                    <a:pt x="28" y="1"/>
                  </a:cubicBezTo>
                  <a:cubicBezTo>
                    <a:pt x="26" y="0"/>
                    <a:pt x="25" y="0"/>
                    <a:pt x="2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0" name="Google Shape;1440;p38"/>
            <p:cNvSpPr/>
            <p:nvPr/>
          </p:nvSpPr>
          <p:spPr>
            <a:xfrm>
              <a:off x="4851687" y="1843452"/>
              <a:ext cx="144807" cy="41804"/>
            </a:xfrm>
            <a:custGeom>
              <a:rect b="b" l="l" r="r" t="t"/>
              <a:pathLst>
                <a:path extrusionOk="0" h="97" w="336">
                  <a:moveTo>
                    <a:pt x="24" y="1"/>
                  </a:moveTo>
                  <a:cubicBezTo>
                    <a:pt x="11" y="1"/>
                    <a:pt x="0" y="8"/>
                    <a:pt x="0" y="21"/>
                  </a:cubicBezTo>
                  <a:cubicBezTo>
                    <a:pt x="0" y="32"/>
                    <a:pt x="11" y="44"/>
                    <a:pt x="24" y="44"/>
                  </a:cubicBezTo>
                  <a:cubicBezTo>
                    <a:pt x="118" y="44"/>
                    <a:pt x="213" y="64"/>
                    <a:pt x="304" y="95"/>
                  </a:cubicBezTo>
                  <a:cubicBezTo>
                    <a:pt x="305" y="96"/>
                    <a:pt x="307" y="96"/>
                    <a:pt x="309" y="96"/>
                  </a:cubicBezTo>
                  <a:cubicBezTo>
                    <a:pt x="317" y="96"/>
                    <a:pt x="328" y="89"/>
                    <a:pt x="331" y="79"/>
                  </a:cubicBezTo>
                  <a:cubicBezTo>
                    <a:pt x="335" y="68"/>
                    <a:pt x="328" y="56"/>
                    <a:pt x="315" y="52"/>
                  </a:cubicBezTo>
                  <a:cubicBezTo>
                    <a:pt x="221" y="21"/>
                    <a:pt x="122" y="1"/>
                    <a:pt x="2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1" name="Google Shape;1441;p38"/>
            <p:cNvSpPr/>
            <p:nvPr/>
          </p:nvSpPr>
          <p:spPr>
            <a:xfrm>
              <a:off x="4793506" y="2001186"/>
              <a:ext cx="148686" cy="54302"/>
            </a:xfrm>
            <a:custGeom>
              <a:rect b="b" l="l" r="r" t="t"/>
              <a:pathLst>
                <a:path extrusionOk="0" h="126" w="345">
                  <a:moveTo>
                    <a:pt x="23" y="0"/>
                  </a:moveTo>
                  <a:cubicBezTo>
                    <a:pt x="13" y="0"/>
                    <a:pt x="4" y="8"/>
                    <a:pt x="1" y="17"/>
                  </a:cubicBezTo>
                  <a:cubicBezTo>
                    <a:pt x="1" y="29"/>
                    <a:pt x="9" y="41"/>
                    <a:pt x="21" y="45"/>
                  </a:cubicBezTo>
                  <a:cubicBezTo>
                    <a:pt x="119" y="64"/>
                    <a:pt x="217" y="92"/>
                    <a:pt x="312" y="124"/>
                  </a:cubicBezTo>
                  <a:cubicBezTo>
                    <a:pt x="315" y="125"/>
                    <a:pt x="318" y="125"/>
                    <a:pt x="321" y="125"/>
                  </a:cubicBezTo>
                  <a:cubicBezTo>
                    <a:pt x="330" y="125"/>
                    <a:pt x="337" y="121"/>
                    <a:pt x="340" y="112"/>
                  </a:cubicBezTo>
                  <a:cubicBezTo>
                    <a:pt x="344" y="100"/>
                    <a:pt x="336" y="88"/>
                    <a:pt x="324" y="84"/>
                  </a:cubicBezTo>
                  <a:cubicBezTo>
                    <a:pt x="230" y="48"/>
                    <a:pt x="131" y="21"/>
                    <a:pt x="28" y="1"/>
                  </a:cubicBezTo>
                  <a:cubicBezTo>
                    <a:pt x="26" y="0"/>
                    <a:pt x="24" y="0"/>
                    <a:pt x="2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2" name="Google Shape;1442;p38"/>
            <p:cNvSpPr/>
            <p:nvPr/>
          </p:nvSpPr>
          <p:spPr>
            <a:xfrm>
              <a:off x="5145607" y="1858105"/>
              <a:ext cx="27151" cy="80591"/>
            </a:xfrm>
            <a:custGeom>
              <a:rect b="b" l="l" r="r" t="t"/>
              <a:pathLst>
                <a:path extrusionOk="0" h="187" w="63">
                  <a:moveTo>
                    <a:pt x="41" y="1"/>
                  </a:moveTo>
                  <a:cubicBezTo>
                    <a:pt x="39" y="1"/>
                    <a:pt x="37" y="1"/>
                    <a:pt x="35" y="2"/>
                  </a:cubicBezTo>
                  <a:cubicBezTo>
                    <a:pt x="24" y="2"/>
                    <a:pt x="16" y="14"/>
                    <a:pt x="20" y="25"/>
                  </a:cubicBezTo>
                  <a:lnTo>
                    <a:pt x="20" y="65"/>
                  </a:lnTo>
                  <a:cubicBezTo>
                    <a:pt x="20" y="96"/>
                    <a:pt x="16" y="129"/>
                    <a:pt x="4" y="156"/>
                  </a:cubicBezTo>
                  <a:cubicBezTo>
                    <a:pt x="0" y="167"/>
                    <a:pt x="4" y="180"/>
                    <a:pt x="16" y="183"/>
                  </a:cubicBezTo>
                  <a:cubicBezTo>
                    <a:pt x="19" y="186"/>
                    <a:pt x="22" y="187"/>
                    <a:pt x="26" y="187"/>
                  </a:cubicBezTo>
                  <a:cubicBezTo>
                    <a:pt x="34" y="187"/>
                    <a:pt x="41" y="180"/>
                    <a:pt x="44" y="172"/>
                  </a:cubicBezTo>
                  <a:cubicBezTo>
                    <a:pt x="59" y="140"/>
                    <a:pt x="63" y="101"/>
                    <a:pt x="63" y="65"/>
                  </a:cubicBezTo>
                  <a:cubicBezTo>
                    <a:pt x="63" y="49"/>
                    <a:pt x="63" y="34"/>
                    <a:pt x="59" y="18"/>
                  </a:cubicBezTo>
                  <a:cubicBezTo>
                    <a:pt x="59" y="8"/>
                    <a:pt x="51" y="1"/>
                    <a:pt x="41"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3" name="Google Shape;1443;p38"/>
            <p:cNvSpPr/>
            <p:nvPr/>
          </p:nvSpPr>
          <p:spPr>
            <a:xfrm>
              <a:off x="5004249" y="2079622"/>
              <a:ext cx="71972" cy="59905"/>
            </a:xfrm>
            <a:custGeom>
              <a:rect b="b" l="l" r="r" t="t"/>
              <a:pathLst>
                <a:path extrusionOk="0" h="139" w="167">
                  <a:moveTo>
                    <a:pt x="145" y="0"/>
                  </a:moveTo>
                  <a:cubicBezTo>
                    <a:pt x="138" y="0"/>
                    <a:pt x="132" y="4"/>
                    <a:pt x="127" y="8"/>
                  </a:cubicBezTo>
                  <a:cubicBezTo>
                    <a:pt x="103" y="37"/>
                    <a:pt x="76" y="60"/>
                    <a:pt x="48" y="84"/>
                  </a:cubicBezTo>
                  <a:cubicBezTo>
                    <a:pt x="45" y="88"/>
                    <a:pt x="41" y="92"/>
                    <a:pt x="36" y="92"/>
                  </a:cubicBezTo>
                  <a:cubicBezTo>
                    <a:pt x="32" y="95"/>
                    <a:pt x="32" y="95"/>
                    <a:pt x="28" y="95"/>
                  </a:cubicBezTo>
                  <a:cubicBezTo>
                    <a:pt x="26" y="95"/>
                    <a:pt x="24" y="94"/>
                    <a:pt x="22" y="94"/>
                  </a:cubicBezTo>
                  <a:cubicBezTo>
                    <a:pt x="13" y="94"/>
                    <a:pt x="4" y="101"/>
                    <a:pt x="1" y="111"/>
                  </a:cubicBezTo>
                  <a:cubicBezTo>
                    <a:pt x="1" y="119"/>
                    <a:pt x="5" y="135"/>
                    <a:pt x="17" y="135"/>
                  </a:cubicBezTo>
                  <a:cubicBezTo>
                    <a:pt x="21" y="139"/>
                    <a:pt x="25" y="139"/>
                    <a:pt x="28" y="139"/>
                  </a:cubicBezTo>
                  <a:cubicBezTo>
                    <a:pt x="41" y="139"/>
                    <a:pt x="48" y="135"/>
                    <a:pt x="56" y="131"/>
                  </a:cubicBezTo>
                  <a:cubicBezTo>
                    <a:pt x="64" y="127"/>
                    <a:pt x="72" y="123"/>
                    <a:pt x="76" y="119"/>
                  </a:cubicBezTo>
                  <a:cubicBezTo>
                    <a:pt x="107" y="92"/>
                    <a:pt x="135" y="68"/>
                    <a:pt x="159" y="37"/>
                  </a:cubicBezTo>
                  <a:cubicBezTo>
                    <a:pt x="167" y="28"/>
                    <a:pt x="167" y="13"/>
                    <a:pt x="159" y="4"/>
                  </a:cubicBezTo>
                  <a:cubicBezTo>
                    <a:pt x="154" y="2"/>
                    <a:pt x="150" y="0"/>
                    <a:pt x="14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4" name="Google Shape;1444;p38"/>
            <p:cNvSpPr/>
            <p:nvPr/>
          </p:nvSpPr>
          <p:spPr>
            <a:xfrm>
              <a:off x="6739325" y="3289778"/>
              <a:ext cx="223244" cy="137910"/>
            </a:xfrm>
            <a:custGeom>
              <a:rect b="b" l="l" r="r" t="t"/>
              <a:pathLst>
                <a:path extrusionOk="0" h="320" w="518">
                  <a:moveTo>
                    <a:pt x="21" y="1"/>
                  </a:moveTo>
                  <a:cubicBezTo>
                    <a:pt x="8" y="4"/>
                    <a:pt x="1" y="16"/>
                    <a:pt x="5" y="28"/>
                  </a:cubicBezTo>
                  <a:cubicBezTo>
                    <a:pt x="32" y="130"/>
                    <a:pt x="103" y="221"/>
                    <a:pt x="194" y="268"/>
                  </a:cubicBezTo>
                  <a:cubicBezTo>
                    <a:pt x="253" y="304"/>
                    <a:pt x="316" y="319"/>
                    <a:pt x="383" y="319"/>
                  </a:cubicBezTo>
                  <a:cubicBezTo>
                    <a:pt x="423" y="319"/>
                    <a:pt x="463" y="312"/>
                    <a:pt x="498" y="300"/>
                  </a:cubicBezTo>
                  <a:cubicBezTo>
                    <a:pt x="510" y="296"/>
                    <a:pt x="517" y="284"/>
                    <a:pt x="514" y="272"/>
                  </a:cubicBezTo>
                  <a:cubicBezTo>
                    <a:pt x="511" y="266"/>
                    <a:pt x="502" y="260"/>
                    <a:pt x="493" y="260"/>
                  </a:cubicBezTo>
                  <a:cubicBezTo>
                    <a:pt x="490" y="260"/>
                    <a:pt x="488" y="260"/>
                    <a:pt x="486" y="261"/>
                  </a:cubicBezTo>
                  <a:cubicBezTo>
                    <a:pt x="454" y="268"/>
                    <a:pt x="419" y="276"/>
                    <a:pt x="383" y="276"/>
                  </a:cubicBezTo>
                  <a:cubicBezTo>
                    <a:pt x="324" y="276"/>
                    <a:pt x="265" y="261"/>
                    <a:pt x="214" y="233"/>
                  </a:cubicBezTo>
                  <a:cubicBezTo>
                    <a:pt x="135" y="186"/>
                    <a:pt x="72" y="107"/>
                    <a:pt x="48" y="16"/>
                  </a:cubicBezTo>
                  <a:cubicBezTo>
                    <a:pt x="44" y="4"/>
                    <a:pt x="32" y="1"/>
                    <a:pt x="21"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5" name="Google Shape;1445;p38"/>
            <p:cNvSpPr/>
            <p:nvPr/>
          </p:nvSpPr>
          <p:spPr>
            <a:xfrm>
              <a:off x="6681575" y="2065400"/>
              <a:ext cx="1401092" cy="1370054"/>
            </a:xfrm>
            <a:custGeom>
              <a:rect b="b" l="l" r="r" t="t"/>
              <a:pathLst>
                <a:path extrusionOk="0" h="3179" w="3251">
                  <a:moveTo>
                    <a:pt x="1212" y="1"/>
                  </a:moveTo>
                  <a:cubicBezTo>
                    <a:pt x="1167" y="1"/>
                    <a:pt x="1123" y="4"/>
                    <a:pt x="1081" y="10"/>
                  </a:cubicBezTo>
                  <a:cubicBezTo>
                    <a:pt x="848" y="46"/>
                    <a:pt x="703" y="306"/>
                    <a:pt x="719" y="538"/>
                  </a:cubicBezTo>
                  <a:cubicBezTo>
                    <a:pt x="739" y="775"/>
                    <a:pt x="876" y="980"/>
                    <a:pt x="1026" y="1162"/>
                  </a:cubicBezTo>
                  <a:cubicBezTo>
                    <a:pt x="1259" y="1437"/>
                    <a:pt x="1534" y="1682"/>
                    <a:pt x="1838" y="1875"/>
                  </a:cubicBezTo>
                  <a:cubicBezTo>
                    <a:pt x="1700" y="1942"/>
                    <a:pt x="1570" y="2010"/>
                    <a:pt x="1440" y="2092"/>
                  </a:cubicBezTo>
                  <a:cubicBezTo>
                    <a:pt x="1365" y="2136"/>
                    <a:pt x="1294" y="2179"/>
                    <a:pt x="1219" y="2223"/>
                  </a:cubicBezTo>
                  <a:cubicBezTo>
                    <a:pt x="1034" y="2325"/>
                    <a:pt x="848" y="2388"/>
                    <a:pt x="639" y="2431"/>
                  </a:cubicBezTo>
                  <a:cubicBezTo>
                    <a:pt x="439" y="2474"/>
                    <a:pt x="229" y="2530"/>
                    <a:pt x="64" y="2660"/>
                  </a:cubicBezTo>
                  <a:cubicBezTo>
                    <a:pt x="44" y="2676"/>
                    <a:pt x="24" y="2691"/>
                    <a:pt x="13" y="2715"/>
                  </a:cubicBezTo>
                  <a:cubicBezTo>
                    <a:pt x="5" y="2735"/>
                    <a:pt x="0" y="2762"/>
                    <a:pt x="16" y="2782"/>
                  </a:cubicBezTo>
                  <a:cubicBezTo>
                    <a:pt x="29" y="2802"/>
                    <a:pt x="46" y="2809"/>
                    <a:pt x="65" y="2809"/>
                  </a:cubicBezTo>
                  <a:cubicBezTo>
                    <a:pt x="105" y="2809"/>
                    <a:pt x="152" y="2776"/>
                    <a:pt x="182" y="2762"/>
                  </a:cubicBezTo>
                  <a:cubicBezTo>
                    <a:pt x="261" y="2723"/>
                    <a:pt x="340" y="2696"/>
                    <a:pt x="419" y="2676"/>
                  </a:cubicBezTo>
                  <a:lnTo>
                    <a:pt x="419" y="2676"/>
                  </a:lnTo>
                  <a:cubicBezTo>
                    <a:pt x="364" y="2747"/>
                    <a:pt x="229" y="2778"/>
                    <a:pt x="147" y="2818"/>
                  </a:cubicBezTo>
                  <a:cubicBezTo>
                    <a:pt x="119" y="2829"/>
                    <a:pt x="87" y="2842"/>
                    <a:pt x="68" y="2865"/>
                  </a:cubicBezTo>
                  <a:cubicBezTo>
                    <a:pt x="44" y="2889"/>
                    <a:pt x="33" y="2928"/>
                    <a:pt x="48" y="2956"/>
                  </a:cubicBezTo>
                  <a:cubicBezTo>
                    <a:pt x="56" y="2975"/>
                    <a:pt x="80" y="2991"/>
                    <a:pt x="104" y="2995"/>
                  </a:cubicBezTo>
                  <a:cubicBezTo>
                    <a:pt x="107" y="2995"/>
                    <a:pt x="110" y="2995"/>
                    <a:pt x="113" y="2995"/>
                  </a:cubicBezTo>
                  <a:cubicBezTo>
                    <a:pt x="136" y="2995"/>
                    <a:pt x="158" y="2983"/>
                    <a:pt x="182" y="2983"/>
                  </a:cubicBezTo>
                  <a:cubicBezTo>
                    <a:pt x="155" y="2991"/>
                    <a:pt x="147" y="3027"/>
                    <a:pt x="158" y="3051"/>
                  </a:cubicBezTo>
                  <a:cubicBezTo>
                    <a:pt x="171" y="3074"/>
                    <a:pt x="194" y="3086"/>
                    <a:pt x="222" y="3093"/>
                  </a:cubicBezTo>
                  <a:cubicBezTo>
                    <a:pt x="241" y="3100"/>
                    <a:pt x="261" y="3103"/>
                    <a:pt x="282" y="3103"/>
                  </a:cubicBezTo>
                  <a:cubicBezTo>
                    <a:pt x="312" y="3103"/>
                    <a:pt x="343" y="3096"/>
                    <a:pt x="371" y="3082"/>
                  </a:cubicBezTo>
                  <a:lnTo>
                    <a:pt x="371" y="3082"/>
                  </a:lnTo>
                  <a:cubicBezTo>
                    <a:pt x="355" y="3106"/>
                    <a:pt x="336" y="3137"/>
                    <a:pt x="355" y="3157"/>
                  </a:cubicBezTo>
                  <a:cubicBezTo>
                    <a:pt x="370" y="3173"/>
                    <a:pt x="394" y="3179"/>
                    <a:pt x="421" y="3179"/>
                  </a:cubicBezTo>
                  <a:cubicBezTo>
                    <a:pt x="477" y="3179"/>
                    <a:pt x="547" y="3153"/>
                    <a:pt x="584" y="3145"/>
                  </a:cubicBezTo>
                  <a:cubicBezTo>
                    <a:pt x="675" y="3125"/>
                    <a:pt x="766" y="3106"/>
                    <a:pt x="852" y="3066"/>
                  </a:cubicBezTo>
                  <a:cubicBezTo>
                    <a:pt x="904" y="3042"/>
                    <a:pt x="951" y="3011"/>
                    <a:pt x="1006" y="2991"/>
                  </a:cubicBezTo>
                  <a:cubicBezTo>
                    <a:pt x="1057" y="2975"/>
                    <a:pt x="1112" y="2971"/>
                    <a:pt x="1168" y="2964"/>
                  </a:cubicBezTo>
                  <a:cubicBezTo>
                    <a:pt x="1649" y="2916"/>
                    <a:pt x="2122" y="2798"/>
                    <a:pt x="2568" y="2620"/>
                  </a:cubicBezTo>
                  <a:cubicBezTo>
                    <a:pt x="2848" y="2507"/>
                    <a:pt x="3250" y="2336"/>
                    <a:pt x="3234" y="1974"/>
                  </a:cubicBezTo>
                  <a:cubicBezTo>
                    <a:pt x="3226" y="1812"/>
                    <a:pt x="3132" y="1674"/>
                    <a:pt x="3033" y="1552"/>
                  </a:cubicBezTo>
                  <a:cubicBezTo>
                    <a:pt x="2615" y="1016"/>
                    <a:pt x="2153" y="479"/>
                    <a:pt x="1590" y="101"/>
                  </a:cubicBezTo>
                  <a:cubicBezTo>
                    <a:pt x="1484" y="30"/>
                    <a:pt x="1346" y="1"/>
                    <a:pt x="1212"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6" name="Google Shape;1446;p38"/>
            <p:cNvSpPr/>
            <p:nvPr/>
          </p:nvSpPr>
          <p:spPr>
            <a:xfrm>
              <a:off x="6675111" y="2055919"/>
              <a:ext cx="1410573" cy="1389016"/>
            </a:xfrm>
            <a:custGeom>
              <a:rect b="b" l="l" r="r" t="t"/>
              <a:pathLst>
                <a:path extrusionOk="0" h="3223" w="3273">
                  <a:moveTo>
                    <a:pt x="1252" y="48"/>
                  </a:moveTo>
                  <a:cubicBezTo>
                    <a:pt x="1375" y="48"/>
                    <a:pt x="1500" y="79"/>
                    <a:pt x="1593" y="143"/>
                  </a:cubicBezTo>
                  <a:cubicBezTo>
                    <a:pt x="2153" y="518"/>
                    <a:pt x="2614" y="1053"/>
                    <a:pt x="3032" y="1586"/>
                  </a:cubicBezTo>
                  <a:cubicBezTo>
                    <a:pt x="3080" y="1648"/>
                    <a:pt x="3127" y="1712"/>
                    <a:pt x="3162" y="1783"/>
                  </a:cubicBezTo>
                  <a:cubicBezTo>
                    <a:pt x="3202" y="1850"/>
                    <a:pt x="3225" y="1921"/>
                    <a:pt x="3225" y="1996"/>
                  </a:cubicBezTo>
                  <a:cubicBezTo>
                    <a:pt x="3229" y="2000"/>
                    <a:pt x="3229" y="2008"/>
                    <a:pt x="3229" y="2012"/>
                  </a:cubicBezTo>
                  <a:cubicBezTo>
                    <a:pt x="3229" y="2098"/>
                    <a:pt x="3205" y="2169"/>
                    <a:pt x="3167" y="2232"/>
                  </a:cubicBezTo>
                  <a:cubicBezTo>
                    <a:pt x="3107" y="2327"/>
                    <a:pt x="3012" y="2405"/>
                    <a:pt x="2906" y="2465"/>
                  </a:cubicBezTo>
                  <a:cubicBezTo>
                    <a:pt x="2796" y="2529"/>
                    <a:pt x="2677" y="2580"/>
                    <a:pt x="2575" y="2618"/>
                  </a:cubicBezTo>
                  <a:cubicBezTo>
                    <a:pt x="2129" y="2800"/>
                    <a:pt x="1660" y="2918"/>
                    <a:pt x="1183" y="2966"/>
                  </a:cubicBezTo>
                  <a:cubicBezTo>
                    <a:pt x="1127" y="2970"/>
                    <a:pt x="1072" y="2973"/>
                    <a:pt x="1018" y="2993"/>
                  </a:cubicBezTo>
                  <a:cubicBezTo>
                    <a:pt x="958" y="3013"/>
                    <a:pt x="907" y="3044"/>
                    <a:pt x="856" y="3068"/>
                  </a:cubicBezTo>
                  <a:cubicBezTo>
                    <a:pt x="772" y="3104"/>
                    <a:pt x="686" y="3128"/>
                    <a:pt x="595" y="3144"/>
                  </a:cubicBezTo>
                  <a:cubicBezTo>
                    <a:pt x="576" y="3147"/>
                    <a:pt x="548" y="3159"/>
                    <a:pt x="521" y="3163"/>
                  </a:cubicBezTo>
                  <a:cubicBezTo>
                    <a:pt x="493" y="3171"/>
                    <a:pt x="461" y="3179"/>
                    <a:pt x="437" y="3179"/>
                  </a:cubicBezTo>
                  <a:cubicBezTo>
                    <a:pt x="426" y="3179"/>
                    <a:pt x="414" y="3179"/>
                    <a:pt x="406" y="3175"/>
                  </a:cubicBezTo>
                  <a:cubicBezTo>
                    <a:pt x="399" y="3171"/>
                    <a:pt x="390" y="3167"/>
                    <a:pt x="386" y="3163"/>
                  </a:cubicBezTo>
                  <a:lnTo>
                    <a:pt x="386" y="3155"/>
                  </a:lnTo>
                  <a:cubicBezTo>
                    <a:pt x="386" y="3151"/>
                    <a:pt x="386" y="3147"/>
                    <a:pt x="390" y="3139"/>
                  </a:cubicBezTo>
                  <a:cubicBezTo>
                    <a:pt x="394" y="3131"/>
                    <a:pt x="399" y="3128"/>
                    <a:pt x="402" y="3120"/>
                  </a:cubicBezTo>
                  <a:cubicBezTo>
                    <a:pt x="410" y="3111"/>
                    <a:pt x="410" y="3100"/>
                    <a:pt x="402" y="3092"/>
                  </a:cubicBezTo>
                  <a:cubicBezTo>
                    <a:pt x="400" y="3087"/>
                    <a:pt x="394" y="3084"/>
                    <a:pt x="388" y="3084"/>
                  </a:cubicBezTo>
                  <a:cubicBezTo>
                    <a:pt x="384" y="3084"/>
                    <a:pt x="379" y="3085"/>
                    <a:pt x="375" y="3088"/>
                  </a:cubicBezTo>
                  <a:cubicBezTo>
                    <a:pt x="372" y="3089"/>
                    <a:pt x="369" y="3091"/>
                    <a:pt x="367" y="3092"/>
                  </a:cubicBezTo>
                  <a:lnTo>
                    <a:pt x="367" y="3092"/>
                  </a:lnTo>
                  <a:lnTo>
                    <a:pt x="366" y="3092"/>
                  </a:lnTo>
                  <a:cubicBezTo>
                    <a:pt x="366" y="3092"/>
                    <a:pt x="366" y="3092"/>
                    <a:pt x="366" y="3092"/>
                  </a:cubicBezTo>
                  <a:lnTo>
                    <a:pt x="366" y="3092"/>
                  </a:lnTo>
                  <a:cubicBezTo>
                    <a:pt x="345" y="3101"/>
                    <a:pt x="320" y="3104"/>
                    <a:pt x="295" y="3104"/>
                  </a:cubicBezTo>
                  <a:cubicBezTo>
                    <a:pt x="276" y="3104"/>
                    <a:pt x="260" y="3100"/>
                    <a:pt x="241" y="3096"/>
                  </a:cubicBezTo>
                  <a:cubicBezTo>
                    <a:pt x="233" y="3092"/>
                    <a:pt x="221" y="3088"/>
                    <a:pt x="213" y="3084"/>
                  </a:cubicBezTo>
                  <a:cubicBezTo>
                    <a:pt x="205" y="3076"/>
                    <a:pt x="197" y="3068"/>
                    <a:pt x="193" y="3060"/>
                  </a:cubicBezTo>
                  <a:cubicBezTo>
                    <a:pt x="193" y="3060"/>
                    <a:pt x="189" y="3053"/>
                    <a:pt x="189" y="3049"/>
                  </a:cubicBezTo>
                  <a:cubicBezTo>
                    <a:pt x="189" y="3044"/>
                    <a:pt x="193" y="3037"/>
                    <a:pt x="193" y="3033"/>
                  </a:cubicBezTo>
                  <a:cubicBezTo>
                    <a:pt x="197" y="3029"/>
                    <a:pt x="201" y="3029"/>
                    <a:pt x="205" y="3025"/>
                  </a:cubicBezTo>
                  <a:cubicBezTo>
                    <a:pt x="213" y="3025"/>
                    <a:pt x="221" y="3013"/>
                    <a:pt x="217" y="3005"/>
                  </a:cubicBezTo>
                  <a:cubicBezTo>
                    <a:pt x="217" y="2993"/>
                    <a:pt x="209" y="2986"/>
                    <a:pt x="197" y="2986"/>
                  </a:cubicBezTo>
                  <a:lnTo>
                    <a:pt x="189" y="2986"/>
                  </a:lnTo>
                  <a:cubicBezTo>
                    <a:pt x="177" y="2986"/>
                    <a:pt x="166" y="2986"/>
                    <a:pt x="154" y="2989"/>
                  </a:cubicBezTo>
                  <a:cubicBezTo>
                    <a:pt x="146" y="2993"/>
                    <a:pt x="138" y="2993"/>
                    <a:pt x="130" y="2993"/>
                  </a:cubicBezTo>
                  <a:lnTo>
                    <a:pt x="122" y="2993"/>
                  </a:lnTo>
                  <a:cubicBezTo>
                    <a:pt x="115" y="2993"/>
                    <a:pt x="106" y="2989"/>
                    <a:pt x="99" y="2986"/>
                  </a:cubicBezTo>
                  <a:cubicBezTo>
                    <a:pt x="91" y="2982"/>
                    <a:pt x="86" y="2973"/>
                    <a:pt x="83" y="2966"/>
                  </a:cubicBezTo>
                  <a:cubicBezTo>
                    <a:pt x="79" y="2962"/>
                    <a:pt x="79" y="2958"/>
                    <a:pt x="79" y="2950"/>
                  </a:cubicBezTo>
                  <a:cubicBezTo>
                    <a:pt x="79" y="2934"/>
                    <a:pt x="86" y="2915"/>
                    <a:pt x="99" y="2902"/>
                  </a:cubicBezTo>
                  <a:cubicBezTo>
                    <a:pt x="115" y="2883"/>
                    <a:pt x="142" y="2871"/>
                    <a:pt x="170" y="2860"/>
                  </a:cubicBezTo>
                  <a:cubicBezTo>
                    <a:pt x="209" y="2840"/>
                    <a:pt x="264" y="2824"/>
                    <a:pt x="315" y="2800"/>
                  </a:cubicBezTo>
                  <a:cubicBezTo>
                    <a:pt x="343" y="2789"/>
                    <a:pt x="366" y="2776"/>
                    <a:pt x="390" y="2760"/>
                  </a:cubicBezTo>
                  <a:cubicBezTo>
                    <a:pt x="414" y="2749"/>
                    <a:pt x="437" y="2729"/>
                    <a:pt x="454" y="2709"/>
                  </a:cubicBezTo>
                  <a:cubicBezTo>
                    <a:pt x="457" y="2702"/>
                    <a:pt x="457" y="2694"/>
                    <a:pt x="454" y="2686"/>
                  </a:cubicBezTo>
                  <a:cubicBezTo>
                    <a:pt x="450" y="2678"/>
                    <a:pt x="437" y="2674"/>
                    <a:pt x="430" y="2674"/>
                  </a:cubicBezTo>
                  <a:cubicBezTo>
                    <a:pt x="347" y="2698"/>
                    <a:pt x="264" y="2725"/>
                    <a:pt x="189" y="2765"/>
                  </a:cubicBezTo>
                  <a:cubicBezTo>
                    <a:pt x="173" y="2773"/>
                    <a:pt x="154" y="2784"/>
                    <a:pt x="134" y="2793"/>
                  </a:cubicBezTo>
                  <a:cubicBezTo>
                    <a:pt x="115" y="2804"/>
                    <a:pt x="95" y="2808"/>
                    <a:pt x="79" y="2808"/>
                  </a:cubicBezTo>
                  <a:lnTo>
                    <a:pt x="63" y="2808"/>
                  </a:lnTo>
                  <a:cubicBezTo>
                    <a:pt x="59" y="2804"/>
                    <a:pt x="51" y="2800"/>
                    <a:pt x="48" y="2793"/>
                  </a:cubicBezTo>
                  <a:cubicBezTo>
                    <a:pt x="44" y="2789"/>
                    <a:pt x="44" y="2780"/>
                    <a:pt x="44" y="2773"/>
                  </a:cubicBezTo>
                  <a:cubicBezTo>
                    <a:pt x="44" y="2765"/>
                    <a:pt x="44" y="2753"/>
                    <a:pt x="48" y="2745"/>
                  </a:cubicBezTo>
                  <a:cubicBezTo>
                    <a:pt x="55" y="2729"/>
                    <a:pt x="75" y="2713"/>
                    <a:pt x="91" y="2702"/>
                  </a:cubicBezTo>
                  <a:cubicBezTo>
                    <a:pt x="252" y="2576"/>
                    <a:pt x="457" y="2516"/>
                    <a:pt x="663" y="2473"/>
                  </a:cubicBezTo>
                  <a:cubicBezTo>
                    <a:pt x="867" y="2429"/>
                    <a:pt x="1056" y="2367"/>
                    <a:pt x="1246" y="2264"/>
                  </a:cubicBezTo>
                  <a:cubicBezTo>
                    <a:pt x="1317" y="2221"/>
                    <a:pt x="1392" y="2177"/>
                    <a:pt x="1467" y="2134"/>
                  </a:cubicBezTo>
                  <a:cubicBezTo>
                    <a:pt x="1593" y="2051"/>
                    <a:pt x="1727" y="1984"/>
                    <a:pt x="1865" y="1917"/>
                  </a:cubicBezTo>
                  <a:cubicBezTo>
                    <a:pt x="1869" y="1917"/>
                    <a:pt x="1877" y="1909"/>
                    <a:pt x="1877" y="1901"/>
                  </a:cubicBezTo>
                  <a:cubicBezTo>
                    <a:pt x="1877" y="1894"/>
                    <a:pt x="1873" y="1885"/>
                    <a:pt x="1865" y="1881"/>
                  </a:cubicBezTo>
                  <a:cubicBezTo>
                    <a:pt x="1562" y="1684"/>
                    <a:pt x="1289" y="1444"/>
                    <a:pt x="1056" y="1168"/>
                  </a:cubicBezTo>
                  <a:cubicBezTo>
                    <a:pt x="982" y="1077"/>
                    <a:pt x="911" y="982"/>
                    <a:pt x="856" y="880"/>
                  </a:cubicBezTo>
                  <a:cubicBezTo>
                    <a:pt x="801" y="782"/>
                    <a:pt x="765" y="671"/>
                    <a:pt x="757" y="560"/>
                  </a:cubicBezTo>
                  <a:lnTo>
                    <a:pt x="757" y="525"/>
                  </a:lnTo>
                  <a:cubicBezTo>
                    <a:pt x="757" y="418"/>
                    <a:pt x="789" y="308"/>
                    <a:pt x="852" y="221"/>
                  </a:cubicBezTo>
                  <a:cubicBezTo>
                    <a:pt x="911" y="134"/>
                    <a:pt x="998" y="72"/>
                    <a:pt x="1100" y="56"/>
                  </a:cubicBezTo>
                  <a:cubicBezTo>
                    <a:pt x="1143" y="48"/>
                    <a:pt x="1187" y="48"/>
                    <a:pt x="1230" y="48"/>
                  </a:cubicBezTo>
                  <a:cubicBezTo>
                    <a:pt x="1237" y="48"/>
                    <a:pt x="1244" y="48"/>
                    <a:pt x="1252" y="48"/>
                  </a:cubicBezTo>
                  <a:close/>
                  <a:moveTo>
                    <a:pt x="1230" y="1"/>
                  </a:moveTo>
                  <a:cubicBezTo>
                    <a:pt x="1183" y="1"/>
                    <a:pt x="1140" y="5"/>
                    <a:pt x="1092" y="12"/>
                  </a:cubicBezTo>
                  <a:cubicBezTo>
                    <a:pt x="978" y="28"/>
                    <a:pt x="879" y="99"/>
                    <a:pt x="816" y="194"/>
                  </a:cubicBezTo>
                  <a:cubicBezTo>
                    <a:pt x="749" y="289"/>
                    <a:pt x="714" y="411"/>
                    <a:pt x="714" y="525"/>
                  </a:cubicBezTo>
                  <a:lnTo>
                    <a:pt x="714" y="565"/>
                  </a:lnTo>
                  <a:cubicBezTo>
                    <a:pt x="721" y="683"/>
                    <a:pt x="761" y="797"/>
                    <a:pt x="820" y="904"/>
                  </a:cubicBezTo>
                  <a:cubicBezTo>
                    <a:pt x="876" y="1006"/>
                    <a:pt x="947" y="1104"/>
                    <a:pt x="1025" y="1195"/>
                  </a:cubicBezTo>
                  <a:cubicBezTo>
                    <a:pt x="1250" y="1466"/>
                    <a:pt x="1516" y="1703"/>
                    <a:pt x="1811" y="1897"/>
                  </a:cubicBezTo>
                  <a:lnTo>
                    <a:pt x="1811" y="1897"/>
                  </a:lnTo>
                  <a:cubicBezTo>
                    <a:pt x="1685" y="1956"/>
                    <a:pt x="1562" y="2019"/>
                    <a:pt x="1443" y="2094"/>
                  </a:cubicBezTo>
                  <a:cubicBezTo>
                    <a:pt x="1369" y="2141"/>
                    <a:pt x="1298" y="2185"/>
                    <a:pt x="1222" y="2225"/>
                  </a:cubicBezTo>
                  <a:cubicBezTo>
                    <a:pt x="1041" y="2327"/>
                    <a:pt x="856" y="2390"/>
                    <a:pt x="650" y="2434"/>
                  </a:cubicBezTo>
                  <a:cubicBezTo>
                    <a:pt x="450" y="2476"/>
                    <a:pt x="237" y="2532"/>
                    <a:pt x="67" y="2666"/>
                  </a:cubicBezTo>
                  <a:cubicBezTo>
                    <a:pt x="48" y="2682"/>
                    <a:pt x="24" y="2698"/>
                    <a:pt x="8" y="2725"/>
                  </a:cubicBezTo>
                  <a:cubicBezTo>
                    <a:pt x="4" y="2741"/>
                    <a:pt x="0" y="2757"/>
                    <a:pt x="0" y="2773"/>
                  </a:cubicBezTo>
                  <a:cubicBezTo>
                    <a:pt x="0" y="2789"/>
                    <a:pt x="4" y="2804"/>
                    <a:pt x="12" y="2820"/>
                  </a:cubicBezTo>
                  <a:cubicBezTo>
                    <a:pt x="20" y="2831"/>
                    <a:pt x="31" y="2840"/>
                    <a:pt x="44" y="2844"/>
                  </a:cubicBezTo>
                  <a:cubicBezTo>
                    <a:pt x="55" y="2851"/>
                    <a:pt x="67" y="2851"/>
                    <a:pt x="79" y="2851"/>
                  </a:cubicBezTo>
                  <a:cubicBezTo>
                    <a:pt x="84" y="2851"/>
                    <a:pt x="89" y="2851"/>
                    <a:pt x="94" y="2850"/>
                  </a:cubicBezTo>
                  <a:lnTo>
                    <a:pt x="94" y="2850"/>
                  </a:lnTo>
                  <a:cubicBezTo>
                    <a:pt x="84" y="2857"/>
                    <a:pt x="76" y="2865"/>
                    <a:pt x="67" y="2875"/>
                  </a:cubicBezTo>
                  <a:cubicBezTo>
                    <a:pt x="48" y="2895"/>
                    <a:pt x="35" y="2922"/>
                    <a:pt x="35" y="2950"/>
                  </a:cubicBezTo>
                  <a:cubicBezTo>
                    <a:pt x="35" y="2962"/>
                    <a:pt x="35" y="2973"/>
                    <a:pt x="44" y="2986"/>
                  </a:cubicBezTo>
                  <a:cubicBezTo>
                    <a:pt x="51" y="3002"/>
                    <a:pt x="59" y="3013"/>
                    <a:pt x="75" y="3021"/>
                  </a:cubicBezTo>
                  <a:cubicBezTo>
                    <a:pt x="86" y="3029"/>
                    <a:pt x="99" y="3033"/>
                    <a:pt x="115" y="3037"/>
                  </a:cubicBezTo>
                  <a:lnTo>
                    <a:pt x="130" y="3037"/>
                  </a:lnTo>
                  <a:cubicBezTo>
                    <a:pt x="136" y="3037"/>
                    <a:pt x="142" y="3036"/>
                    <a:pt x="147" y="3035"/>
                  </a:cubicBezTo>
                  <a:lnTo>
                    <a:pt x="147" y="3035"/>
                  </a:lnTo>
                  <a:cubicBezTo>
                    <a:pt x="146" y="3040"/>
                    <a:pt x="146" y="3045"/>
                    <a:pt x="146" y="3049"/>
                  </a:cubicBezTo>
                  <a:cubicBezTo>
                    <a:pt x="146" y="3060"/>
                    <a:pt x="150" y="3073"/>
                    <a:pt x="154" y="3080"/>
                  </a:cubicBezTo>
                  <a:cubicBezTo>
                    <a:pt x="162" y="3096"/>
                    <a:pt x="173" y="3108"/>
                    <a:pt x="189" y="3120"/>
                  </a:cubicBezTo>
                  <a:cubicBezTo>
                    <a:pt x="201" y="3128"/>
                    <a:pt x="217" y="3135"/>
                    <a:pt x="228" y="3139"/>
                  </a:cubicBezTo>
                  <a:cubicBezTo>
                    <a:pt x="252" y="3144"/>
                    <a:pt x="272" y="3147"/>
                    <a:pt x="295" y="3147"/>
                  </a:cubicBezTo>
                  <a:cubicBezTo>
                    <a:pt x="312" y="3147"/>
                    <a:pt x="328" y="3146"/>
                    <a:pt x="343" y="3142"/>
                  </a:cubicBezTo>
                  <a:lnTo>
                    <a:pt x="343" y="3142"/>
                  </a:lnTo>
                  <a:cubicBezTo>
                    <a:pt x="342" y="3146"/>
                    <a:pt x="340" y="3151"/>
                    <a:pt x="339" y="3155"/>
                  </a:cubicBezTo>
                  <a:cubicBezTo>
                    <a:pt x="339" y="3167"/>
                    <a:pt x="347" y="3182"/>
                    <a:pt x="355" y="3191"/>
                  </a:cubicBezTo>
                  <a:cubicBezTo>
                    <a:pt x="366" y="3202"/>
                    <a:pt x="379" y="3210"/>
                    <a:pt x="394" y="3215"/>
                  </a:cubicBezTo>
                  <a:cubicBezTo>
                    <a:pt x="406" y="3222"/>
                    <a:pt x="422" y="3222"/>
                    <a:pt x="437" y="3222"/>
                  </a:cubicBezTo>
                  <a:cubicBezTo>
                    <a:pt x="470" y="3222"/>
                    <a:pt x="501" y="3215"/>
                    <a:pt x="532" y="3206"/>
                  </a:cubicBezTo>
                  <a:cubicBezTo>
                    <a:pt x="560" y="3199"/>
                    <a:pt x="588" y="3191"/>
                    <a:pt x="603" y="3186"/>
                  </a:cubicBezTo>
                  <a:cubicBezTo>
                    <a:pt x="694" y="3167"/>
                    <a:pt x="789" y="3147"/>
                    <a:pt x="876" y="3108"/>
                  </a:cubicBezTo>
                  <a:cubicBezTo>
                    <a:pt x="930" y="3080"/>
                    <a:pt x="978" y="3053"/>
                    <a:pt x="1029" y="3033"/>
                  </a:cubicBezTo>
                  <a:cubicBezTo>
                    <a:pt x="1076" y="3017"/>
                    <a:pt x="1132" y="3013"/>
                    <a:pt x="1187" y="3009"/>
                  </a:cubicBezTo>
                  <a:cubicBezTo>
                    <a:pt x="1668" y="2962"/>
                    <a:pt x="2141" y="2844"/>
                    <a:pt x="2590" y="2662"/>
                  </a:cubicBezTo>
                  <a:cubicBezTo>
                    <a:pt x="2729" y="2603"/>
                    <a:pt x="2898" y="2536"/>
                    <a:pt x="3032" y="2434"/>
                  </a:cubicBezTo>
                  <a:cubicBezTo>
                    <a:pt x="3099" y="2382"/>
                    <a:pt x="3158" y="2323"/>
                    <a:pt x="3202" y="2256"/>
                  </a:cubicBezTo>
                  <a:cubicBezTo>
                    <a:pt x="3245" y="2185"/>
                    <a:pt x="3273" y="2106"/>
                    <a:pt x="3273" y="2012"/>
                  </a:cubicBezTo>
                  <a:lnTo>
                    <a:pt x="3273" y="1992"/>
                  </a:lnTo>
                  <a:cubicBezTo>
                    <a:pt x="3269" y="1909"/>
                    <a:pt x="3241" y="1834"/>
                    <a:pt x="3202" y="1759"/>
                  </a:cubicBezTo>
                  <a:cubicBezTo>
                    <a:pt x="3162" y="1688"/>
                    <a:pt x="3115" y="1621"/>
                    <a:pt x="3067" y="1559"/>
                  </a:cubicBezTo>
                  <a:cubicBezTo>
                    <a:pt x="2650" y="1026"/>
                    <a:pt x="2181" y="485"/>
                    <a:pt x="1617" y="107"/>
                  </a:cubicBezTo>
                  <a:cubicBezTo>
                    <a:pt x="1506" y="32"/>
                    <a:pt x="1364" y="1"/>
                    <a:pt x="1230"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7" name="Google Shape;1447;p38"/>
            <p:cNvSpPr/>
            <p:nvPr/>
          </p:nvSpPr>
          <p:spPr>
            <a:xfrm>
              <a:off x="6623826" y="1776222"/>
              <a:ext cx="809366" cy="1267483"/>
            </a:xfrm>
            <a:custGeom>
              <a:rect b="b" l="l" r="r" t="t"/>
              <a:pathLst>
                <a:path extrusionOk="0" h="2941" w="1878">
                  <a:moveTo>
                    <a:pt x="135" y="0"/>
                  </a:moveTo>
                  <a:cubicBezTo>
                    <a:pt x="56" y="0"/>
                    <a:pt x="105" y="81"/>
                    <a:pt x="1" y="113"/>
                  </a:cubicBezTo>
                  <a:lnTo>
                    <a:pt x="728" y="2902"/>
                  </a:lnTo>
                  <a:lnTo>
                    <a:pt x="728" y="2902"/>
                  </a:lnTo>
                  <a:cubicBezTo>
                    <a:pt x="718" y="2767"/>
                    <a:pt x="778" y="2330"/>
                    <a:pt x="782" y="2262"/>
                  </a:cubicBezTo>
                  <a:cubicBezTo>
                    <a:pt x="785" y="2097"/>
                    <a:pt x="829" y="1884"/>
                    <a:pt x="797" y="1726"/>
                  </a:cubicBezTo>
                  <a:lnTo>
                    <a:pt x="797" y="1726"/>
                  </a:lnTo>
                  <a:cubicBezTo>
                    <a:pt x="817" y="1742"/>
                    <a:pt x="837" y="1758"/>
                    <a:pt x="856" y="1777"/>
                  </a:cubicBezTo>
                  <a:cubicBezTo>
                    <a:pt x="931" y="1840"/>
                    <a:pt x="1014" y="1900"/>
                    <a:pt x="1097" y="1955"/>
                  </a:cubicBezTo>
                  <a:cubicBezTo>
                    <a:pt x="1259" y="1777"/>
                    <a:pt x="1444" y="1588"/>
                    <a:pt x="1559" y="1375"/>
                  </a:cubicBezTo>
                  <a:cubicBezTo>
                    <a:pt x="1597" y="1300"/>
                    <a:pt x="1803" y="796"/>
                    <a:pt x="1878" y="796"/>
                  </a:cubicBezTo>
                  <a:cubicBezTo>
                    <a:pt x="1464" y="504"/>
                    <a:pt x="762" y="102"/>
                    <a:pt x="163" y="3"/>
                  </a:cubicBezTo>
                  <a:cubicBezTo>
                    <a:pt x="152" y="1"/>
                    <a:pt x="143" y="0"/>
                    <a:pt x="135" y="0"/>
                  </a:cubicBezTo>
                  <a:close/>
                  <a:moveTo>
                    <a:pt x="728" y="2902"/>
                  </a:moveTo>
                  <a:cubicBezTo>
                    <a:pt x="730" y="2923"/>
                    <a:pt x="733" y="2937"/>
                    <a:pt x="738" y="2941"/>
                  </a:cubicBezTo>
                  <a:lnTo>
                    <a:pt x="728" y="2902"/>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8" name="Google Shape;1448;p38"/>
            <p:cNvSpPr/>
            <p:nvPr/>
          </p:nvSpPr>
          <p:spPr>
            <a:xfrm>
              <a:off x="6612190" y="1765447"/>
              <a:ext cx="831346" cy="1288600"/>
            </a:xfrm>
            <a:custGeom>
              <a:rect b="b" l="l" r="r" t="t"/>
              <a:pathLst>
                <a:path extrusionOk="0" h="2990" w="1929">
                  <a:moveTo>
                    <a:pt x="161" y="0"/>
                  </a:moveTo>
                  <a:cubicBezTo>
                    <a:pt x="150" y="0"/>
                    <a:pt x="142" y="4"/>
                    <a:pt x="130" y="9"/>
                  </a:cubicBezTo>
                  <a:cubicBezTo>
                    <a:pt x="123" y="9"/>
                    <a:pt x="114" y="12"/>
                    <a:pt x="110" y="20"/>
                  </a:cubicBezTo>
                  <a:cubicBezTo>
                    <a:pt x="99" y="28"/>
                    <a:pt x="95" y="40"/>
                    <a:pt x="90" y="47"/>
                  </a:cubicBezTo>
                  <a:cubicBezTo>
                    <a:pt x="83" y="63"/>
                    <a:pt x="75" y="75"/>
                    <a:pt x="67" y="87"/>
                  </a:cubicBezTo>
                  <a:cubicBezTo>
                    <a:pt x="59" y="95"/>
                    <a:pt x="48" y="107"/>
                    <a:pt x="19" y="115"/>
                  </a:cubicBezTo>
                  <a:cubicBezTo>
                    <a:pt x="8" y="118"/>
                    <a:pt x="0" y="131"/>
                    <a:pt x="4" y="142"/>
                  </a:cubicBezTo>
                  <a:cubicBezTo>
                    <a:pt x="7" y="152"/>
                    <a:pt x="16" y="159"/>
                    <a:pt x="25" y="159"/>
                  </a:cubicBezTo>
                  <a:cubicBezTo>
                    <a:pt x="27" y="159"/>
                    <a:pt x="30" y="159"/>
                    <a:pt x="32" y="158"/>
                  </a:cubicBezTo>
                  <a:cubicBezTo>
                    <a:pt x="59" y="151"/>
                    <a:pt x="83" y="134"/>
                    <a:pt x="95" y="118"/>
                  </a:cubicBezTo>
                  <a:cubicBezTo>
                    <a:pt x="106" y="111"/>
                    <a:pt x="114" y="98"/>
                    <a:pt x="119" y="87"/>
                  </a:cubicBezTo>
                  <a:cubicBezTo>
                    <a:pt x="123" y="80"/>
                    <a:pt x="126" y="71"/>
                    <a:pt x="126" y="67"/>
                  </a:cubicBezTo>
                  <a:cubicBezTo>
                    <a:pt x="130" y="63"/>
                    <a:pt x="134" y="60"/>
                    <a:pt x="134" y="56"/>
                  </a:cubicBezTo>
                  <a:cubicBezTo>
                    <a:pt x="138" y="51"/>
                    <a:pt x="138" y="51"/>
                    <a:pt x="142" y="47"/>
                  </a:cubicBezTo>
                  <a:lnTo>
                    <a:pt x="185" y="47"/>
                  </a:lnTo>
                  <a:cubicBezTo>
                    <a:pt x="481" y="98"/>
                    <a:pt x="805" y="222"/>
                    <a:pt x="1108" y="371"/>
                  </a:cubicBezTo>
                  <a:cubicBezTo>
                    <a:pt x="1394" y="514"/>
                    <a:pt x="1662" y="679"/>
                    <a:pt x="1865" y="817"/>
                  </a:cubicBezTo>
                  <a:lnTo>
                    <a:pt x="1865" y="817"/>
                  </a:lnTo>
                  <a:cubicBezTo>
                    <a:pt x="1855" y="827"/>
                    <a:pt x="1846" y="837"/>
                    <a:pt x="1837" y="848"/>
                  </a:cubicBezTo>
                  <a:cubicBezTo>
                    <a:pt x="1814" y="884"/>
                    <a:pt x="1786" y="927"/>
                    <a:pt x="1759" y="982"/>
                  </a:cubicBezTo>
                  <a:cubicBezTo>
                    <a:pt x="1719" y="1057"/>
                    <a:pt x="1676" y="1152"/>
                    <a:pt x="1640" y="1227"/>
                  </a:cubicBezTo>
                  <a:cubicBezTo>
                    <a:pt x="1624" y="1266"/>
                    <a:pt x="1609" y="1301"/>
                    <a:pt x="1593" y="1329"/>
                  </a:cubicBezTo>
                  <a:cubicBezTo>
                    <a:pt x="1581" y="1361"/>
                    <a:pt x="1570" y="1381"/>
                    <a:pt x="1566" y="1392"/>
                  </a:cubicBezTo>
                  <a:cubicBezTo>
                    <a:pt x="1458" y="1592"/>
                    <a:pt x="1279" y="1781"/>
                    <a:pt x="1120" y="1950"/>
                  </a:cubicBezTo>
                  <a:lnTo>
                    <a:pt x="1120" y="1950"/>
                  </a:lnTo>
                  <a:cubicBezTo>
                    <a:pt x="1043" y="1901"/>
                    <a:pt x="970" y="1845"/>
                    <a:pt x="900" y="1787"/>
                  </a:cubicBezTo>
                  <a:cubicBezTo>
                    <a:pt x="880" y="1767"/>
                    <a:pt x="860" y="1751"/>
                    <a:pt x="840" y="1731"/>
                  </a:cubicBezTo>
                  <a:cubicBezTo>
                    <a:pt x="836" y="1729"/>
                    <a:pt x="832" y="1728"/>
                    <a:pt x="828" y="1728"/>
                  </a:cubicBezTo>
                  <a:cubicBezTo>
                    <a:pt x="824" y="1728"/>
                    <a:pt x="820" y="1729"/>
                    <a:pt x="816" y="1731"/>
                  </a:cubicBezTo>
                  <a:cubicBezTo>
                    <a:pt x="805" y="1736"/>
                    <a:pt x="800" y="1743"/>
                    <a:pt x="805" y="1755"/>
                  </a:cubicBezTo>
                  <a:cubicBezTo>
                    <a:pt x="812" y="1794"/>
                    <a:pt x="816" y="1838"/>
                    <a:pt x="816" y="1881"/>
                  </a:cubicBezTo>
                  <a:cubicBezTo>
                    <a:pt x="816" y="2015"/>
                    <a:pt x="789" y="2162"/>
                    <a:pt x="785" y="2287"/>
                  </a:cubicBezTo>
                  <a:lnTo>
                    <a:pt x="785" y="2322"/>
                  </a:lnTo>
                  <a:cubicBezTo>
                    <a:pt x="776" y="2382"/>
                    <a:pt x="765" y="2488"/>
                    <a:pt x="753" y="2599"/>
                  </a:cubicBezTo>
                  <a:cubicBezTo>
                    <a:pt x="741" y="2709"/>
                    <a:pt x="734" y="2824"/>
                    <a:pt x="734" y="2895"/>
                  </a:cubicBezTo>
                  <a:lnTo>
                    <a:pt x="734" y="2946"/>
                  </a:lnTo>
                  <a:cubicBezTo>
                    <a:pt x="738" y="2954"/>
                    <a:pt x="738" y="2961"/>
                    <a:pt x="741" y="2966"/>
                  </a:cubicBezTo>
                  <a:cubicBezTo>
                    <a:pt x="741" y="2970"/>
                    <a:pt x="741" y="2973"/>
                    <a:pt x="745" y="2973"/>
                  </a:cubicBezTo>
                  <a:cubicBezTo>
                    <a:pt x="745" y="2977"/>
                    <a:pt x="749" y="2981"/>
                    <a:pt x="753" y="2985"/>
                  </a:cubicBezTo>
                  <a:cubicBezTo>
                    <a:pt x="756" y="2988"/>
                    <a:pt x="760" y="2989"/>
                    <a:pt x="764" y="2989"/>
                  </a:cubicBezTo>
                  <a:cubicBezTo>
                    <a:pt x="772" y="2989"/>
                    <a:pt x="780" y="2985"/>
                    <a:pt x="785" y="2977"/>
                  </a:cubicBezTo>
                  <a:cubicBezTo>
                    <a:pt x="788" y="2971"/>
                    <a:pt x="789" y="2958"/>
                    <a:pt x="781" y="2952"/>
                  </a:cubicBezTo>
                  <a:lnTo>
                    <a:pt x="781" y="2952"/>
                  </a:lnTo>
                  <a:lnTo>
                    <a:pt x="781" y="2946"/>
                  </a:lnTo>
                  <a:cubicBezTo>
                    <a:pt x="776" y="2938"/>
                    <a:pt x="776" y="2919"/>
                    <a:pt x="776" y="2895"/>
                  </a:cubicBezTo>
                  <a:cubicBezTo>
                    <a:pt x="776" y="2815"/>
                    <a:pt x="789" y="2677"/>
                    <a:pt x="800" y="2555"/>
                  </a:cubicBezTo>
                  <a:cubicBezTo>
                    <a:pt x="809" y="2497"/>
                    <a:pt x="816" y="2437"/>
                    <a:pt x="820" y="2390"/>
                  </a:cubicBezTo>
                  <a:cubicBezTo>
                    <a:pt x="824" y="2366"/>
                    <a:pt x="824" y="2342"/>
                    <a:pt x="829" y="2327"/>
                  </a:cubicBezTo>
                  <a:lnTo>
                    <a:pt x="829" y="2287"/>
                  </a:lnTo>
                  <a:cubicBezTo>
                    <a:pt x="832" y="2169"/>
                    <a:pt x="860" y="2020"/>
                    <a:pt x="860" y="1881"/>
                  </a:cubicBezTo>
                  <a:cubicBezTo>
                    <a:pt x="860" y="1856"/>
                    <a:pt x="859" y="1830"/>
                    <a:pt x="856" y="1805"/>
                  </a:cubicBezTo>
                  <a:lnTo>
                    <a:pt x="856" y="1805"/>
                  </a:lnTo>
                  <a:cubicBezTo>
                    <a:pt x="861" y="1809"/>
                    <a:pt x="866" y="1814"/>
                    <a:pt x="871" y="1818"/>
                  </a:cubicBezTo>
                  <a:cubicBezTo>
                    <a:pt x="947" y="1881"/>
                    <a:pt x="1025" y="1944"/>
                    <a:pt x="1112" y="1996"/>
                  </a:cubicBezTo>
                  <a:cubicBezTo>
                    <a:pt x="1115" y="1999"/>
                    <a:pt x="1119" y="2000"/>
                    <a:pt x="1122" y="2000"/>
                  </a:cubicBezTo>
                  <a:cubicBezTo>
                    <a:pt x="1128" y="2000"/>
                    <a:pt x="1135" y="1997"/>
                    <a:pt x="1140" y="1991"/>
                  </a:cubicBezTo>
                  <a:cubicBezTo>
                    <a:pt x="1302" y="1818"/>
                    <a:pt x="1486" y="1625"/>
                    <a:pt x="1605" y="1412"/>
                  </a:cubicBezTo>
                  <a:cubicBezTo>
                    <a:pt x="1609" y="1400"/>
                    <a:pt x="1617" y="1385"/>
                    <a:pt x="1628" y="1365"/>
                  </a:cubicBezTo>
                  <a:cubicBezTo>
                    <a:pt x="1660" y="1290"/>
                    <a:pt x="1719" y="1156"/>
                    <a:pt x="1775" y="1041"/>
                  </a:cubicBezTo>
                  <a:cubicBezTo>
                    <a:pt x="1806" y="986"/>
                    <a:pt x="1834" y="931"/>
                    <a:pt x="1857" y="895"/>
                  </a:cubicBezTo>
                  <a:cubicBezTo>
                    <a:pt x="1870" y="875"/>
                    <a:pt x="1881" y="860"/>
                    <a:pt x="1893" y="852"/>
                  </a:cubicBezTo>
                  <a:cubicBezTo>
                    <a:pt x="1897" y="848"/>
                    <a:pt x="1901" y="844"/>
                    <a:pt x="1905" y="844"/>
                  </a:cubicBezTo>
                  <a:lnTo>
                    <a:pt x="1905" y="840"/>
                  </a:lnTo>
                  <a:cubicBezTo>
                    <a:pt x="1917" y="840"/>
                    <a:pt x="1924" y="837"/>
                    <a:pt x="1928" y="824"/>
                  </a:cubicBezTo>
                  <a:cubicBezTo>
                    <a:pt x="1928" y="817"/>
                    <a:pt x="1924" y="808"/>
                    <a:pt x="1917" y="801"/>
                  </a:cubicBezTo>
                  <a:cubicBezTo>
                    <a:pt x="1711" y="655"/>
                    <a:pt x="1428" y="482"/>
                    <a:pt x="1124" y="331"/>
                  </a:cubicBezTo>
                  <a:cubicBezTo>
                    <a:pt x="820" y="182"/>
                    <a:pt x="497" y="56"/>
                    <a:pt x="194" y="4"/>
                  </a:cubicBezTo>
                  <a:cubicBezTo>
                    <a:pt x="181" y="4"/>
                    <a:pt x="174" y="0"/>
                    <a:pt x="161"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9" name="Google Shape;1449;p38"/>
            <p:cNvSpPr/>
            <p:nvPr/>
          </p:nvSpPr>
          <p:spPr>
            <a:xfrm>
              <a:off x="6822502" y="3344941"/>
              <a:ext cx="162046" cy="61198"/>
            </a:xfrm>
            <a:custGeom>
              <a:rect b="b" l="l" r="r" t="t"/>
              <a:pathLst>
                <a:path extrusionOk="0" h="142" w="376">
                  <a:moveTo>
                    <a:pt x="349" y="1"/>
                  </a:moveTo>
                  <a:cubicBezTo>
                    <a:pt x="346" y="1"/>
                    <a:pt x="343" y="1"/>
                    <a:pt x="341" y="2"/>
                  </a:cubicBezTo>
                  <a:cubicBezTo>
                    <a:pt x="241" y="49"/>
                    <a:pt x="131" y="82"/>
                    <a:pt x="21" y="97"/>
                  </a:cubicBezTo>
                  <a:cubicBezTo>
                    <a:pt x="9" y="101"/>
                    <a:pt x="1" y="113"/>
                    <a:pt x="5" y="124"/>
                  </a:cubicBezTo>
                  <a:cubicBezTo>
                    <a:pt x="5" y="134"/>
                    <a:pt x="13" y="141"/>
                    <a:pt x="22" y="141"/>
                  </a:cubicBezTo>
                  <a:cubicBezTo>
                    <a:pt x="24" y="141"/>
                    <a:pt x="26" y="141"/>
                    <a:pt x="28" y="140"/>
                  </a:cubicBezTo>
                  <a:cubicBezTo>
                    <a:pt x="143" y="124"/>
                    <a:pt x="253" y="89"/>
                    <a:pt x="359" y="42"/>
                  </a:cubicBezTo>
                  <a:cubicBezTo>
                    <a:pt x="372" y="38"/>
                    <a:pt x="376" y="26"/>
                    <a:pt x="368" y="14"/>
                  </a:cubicBezTo>
                  <a:cubicBezTo>
                    <a:pt x="365" y="5"/>
                    <a:pt x="357" y="1"/>
                    <a:pt x="34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0" name="Google Shape;1450;p38"/>
            <p:cNvSpPr/>
            <p:nvPr/>
          </p:nvSpPr>
          <p:spPr>
            <a:xfrm>
              <a:off x="6742773" y="3278141"/>
              <a:ext cx="204281" cy="85332"/>
            </a:xfrm>
            <a:custGeom>
              <a:rect b="b" l="l" r="r" t="t"/>
              <a:pathLst>
                <a:path extrusionOk="0" h="198" w="474">
                  <a:moveTo>
                    <a:pt x="449" y="0"/>
                  </a:moveTo>
                  <a:cubicBezTo>
                    <a:pt x="446" y="0"/>
                    <a:pt x="442" y="1"/>
                    <a:pt x="438" y="4"/>
                  </a:cubicBezTo>
                  <a:cubicBezTo>
                    <a:pt x="304" y="66"/>
                    <a:pt x="162" y="114"/>
                    <a:pt x="16" y="153"/>
                  </a:cubicBezTo>
                  <a:cubicBezTo>
                    <a:pt x="5" y="157"/>
                    <a:pt x="0" y="169"/>
                    <a:pt x="0" y="181"/>
                  </a:cubicBezTo>
                  <a:cubicBezTo>
                    <a:pt x="4" y="191"/>
                    <a:pt x="13" y="198"/>
                    <a:pt x="22" y="198"/>
                  </a:cubicBezTo>
                  <a:cubicBezTo>
                    <a:pt x="24" y="198"/>
                    <a:pt x="27" y="198"/>
                    <a:pt x="29" y="197"/>
                  </a:cubicBezTo>
                  <a:cubicBezTo>
                    <a:pt x="174" y="157"/>
                    <a:pt x="320" y="106"/>
                    <a:pt x="458" y="43"/>
                  </a:cubicBezTo>
                  <a:cubicBezTo>
                    <a:pt x="470" y="35"/>
                    <a:pt x="473" y="24"/>
                    <a:pt x="470" y="11"/>
                  </a:cubicBezTo>
                  <a:cubicBezTo>
                    <a:pt x="467" y="6"/>
                    <a:pt x="458" y="0"/>
                    <a:pt x="44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1" name="Google Shape;1451;p38"/>
            <p:cNvSpPr/>
            <p:nvPr/>
          </p:nvSpPr>
          <p:spPr>
            <a:xfrm>
              <a:off x="7454731" y="2863120"/>
              <a:ext cx="219796" cy="29306"/>
            </a:xfrm>
            <a:custGeom>
              <a:rect b="b" l="l" r="r" t="t"/>
              <a:pathLst>
                <a:path extrusionOk="0" h="68" w="510">
                  <a:moveTo>
                    <a:pt x="486" y="1"/>
                  </a:moveTo>
                  <a:cubicBezTo>
                    <a:pt x="332" y="4"/>
                    <a:pt x="175" y="8"/>
                    <a:pt x="21" y="24"/>
                  </a:cubicBezTo>
                  <a:cubicBezTo>
                    <a:pt x="9" y="24"/>
                    <a:pt x="1" y="36"/>
                    <a:pt x="1" y="48"/>
                  </a:cubicBezTo>
                  <a:cubicBezTo>
                    <a:pt x="1" y="59"/>
                    <a:pt x="13" y="68"/>
                    <a:pt x="24" y="68"/>
                  </a:cubicBezTo>
                  <a:cubicBezTo>
                    <a:pt x="179" y="52"/>
                    <a:pt x="332" y="48"/>
                    <a:pt x="486" y="44"/>
                  </a:cubicBezTo>
                  <a:cubicBezTo>
                    <a:pt x="497" y="44"/>
                    <a:pt x="510" y="36"/>
                    <a:pt x="510" y="24"/>
                  </a:cubicBezTo>
                  <a:cubicBezTo>
                    <a:pt x="510" y="12"/>
                    <a:pt x="497" y="1"/>
                    <a:pt x="486"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2" name="Google Shape;1452;p38"/>
            <p:cNvSpPr/>
            <p:nvPr/>
          </p:nvSpPr>
          <p:spPr>
            <a:xfrm>
              <a:off x="7995165" y="2903631"/>
              <a:ext cx="48269" cy="95675"/>
            </a:xfrm>
            <a:custGeom>
              <a:rect b="b" l="l" r="r" t="t"/>
              <a:pathLst>
                <a:path extrusionOk="0" h="222" w="112">
                  <a:moveTo>
                    <a:pt x="85" y="0"/>
                  </a:moveTo>
                  <a:cubicBezTo>
                    <a:pt x="76" y="0"/>
                    <a:pt x="68" y="7"/>
                    <a:pt x="68" y="17"/>
                  </a:cubicBezTo>
                  <a:cubicBezTo>
                    <a:pt x="56" y="76"/>
                    <a:pt x="36" y="136"/>
                    <a:pt x="9" y="191"/>
                  </a:cubicBezTo>
                  <a:cubicBezTo>
                    <a:pt x="1" y="198"/>
                    <a:pt x="4" y="214"/>
                    <a:pt x="17" y="218"/>
                  </a:cubicBezTo>
                  <a:cubicBezTo>
                    <a:pt x="19" y="221"/>
                    <a:pt x="23" y="222"/>
                    <a:pt x="27" y="222"/>
                  </a:cubicBezTo>
                  <a:cubicBezTo>
                    <a:pt x="34" y="222"/>
                    <a:pt x="42" y="218"/>
                    <a:pt x="44" y="210"/>
                  </a:cubicBezTo>
                  <a:cubicBezTo>
                    <a:pt x="75" y="151"/>
                    <a:pt x="99" y="88"/>
                    <a:pt x="111" y="25"/>
                  </a:cubicBezTo>
                  <a:cubicBezTo>
                    <a:pt x="111" y="13"/>
                    <a:pt x="104" y="1"/>
                    <a:pt x="91" y="1"/>
                  </a:cubicBezTo>
                  <a:cubicBezTo>
                    <a:pt x="89" y="1"/>
                    <a:pt x="87" y="0"/>
                    <a:pt x="8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3" name="Google Shape;1453;p38"/>
            <p:cNvSpPr/>
            <p:nvPr/>
          </p:nvSpPr>
          <p:spPr>
            <a:xfrm>
              <a:off x="6851377" y="2813990"/>
              <a:ext cx="43097" cy="256858"/>
            </a:xfrm>
            <a:custGeom>
              <a:rect b="b" l="l" r="r" t="t"/>
              <a:pathLst>
                <a:path extrusionOk="0" h="596" w="100">
                  <a:moveTo>
                    <a:pt x="21" y="0"/>
                  </a:moveTo>
                  <a:cubicBezTo>
                    <a:pt x="9" y="0"/>
                    <a:pt x="1" y="12"/>
                    <a:pt x="1" y="24"/>
                  </a:cubicBezTo>
                  <a:cubicBezTo>
                    <a:pt x="25" y="209"/>
                    <a:pt x="45" y="391"/>
                    <a:pt x="56" y="576"/>
                  </a:cubicBezTo>
                  <a:cubicBezTo>
                    <a:pt x="56" y="588"/>
                    <a:pt x="68" y="595"/>
                    <a:pt x="80" y="595"/>
                  </a:cubicBezTo>
                  <a:cubicBezTo>
                    <a:pt x="92" y="595"/>
                    <a:pt x="99" y="584"/>
                    <a:pt x="99" y="572"/>
                  </a:cubicBezTo>
                  <a:cubicBezTo>
                    <a:pt x="88" y="386"/>
                    <a:pt x="68" y="202"/>
                    <a:pt x="45" y="20"/>
                  </a:cubicBezTo>
                  <a:cubicBezTo>
                    <a:pt x="45" y="8"/>
                    <a:pt x="32" y="0"/>
                    <a:pt x="21"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4" name="Google Shape;1454;p38"/>
            <p:cNvSpPr/>
            <p:nvPr/>
          </p:nvSpPr>
          <p:spPr>
            <a:xfrm>
              <a:off x="6934984" y="2439049"/>
              <a:ext cx="49562" cy="98692"/>
            </a:xfrm>
            <a:custGeom>
              <a:rect b="b" l="l" r="r" t="t"/>
              <a:pathLst>
                <a:path extrusionOk="0" h="229" w="115">
                  <a:moveTo>
                    <a:pt x="25" y="1"/>
                  </a:moveTo>
                  <a:cubicBezTo>
                    <a:pt x="22" y="1"/>
                    <a:pt x="19" y="1"/>
                    <a:pt x="16" y="2"/>
                  </a:cubicBezTo>
                  <a:cubicBezTo>
                    <a:pt x="4" y="7"/>
                    <a:pt x="0" y="18"/>
                    <a:pt x="4" y="31"/>
                  </a:cubicBezTo>
                  <a:cubicBezTo>
                    <a:pt x="24" y="89"/>
                    <a:pt x="47" y="153"/>
                    <a:pt x="71" y="215"/>
                  </a:cubicBezTo>
                  <a:cubicBezTo>
                    <a:pt x="74" y="225"/>
                    <a:pt x="82" y="229"/>
                    <a:pt x="90" y="229"/>
                  </a:cubicBezTo>
                  <a:cubicBezTo>
                    <a:pt x="93" y="229"/>
                    <a:pt x="96" y="228"/>
                    <a:pt x="98" y="228"/>
                  </a:cubicBezTo>
                  <a:cubicBezTo>
                    <a:pt x="111" y="224"/>
                    <a:pt x="115" y="211"/>
                    <a:pt x="111" y="200"/>
                  </a:cubicBezTo>
                  <a:cubicBezTo>
                    <a:pt x="87" y="140"/>
                    <a:pt x="67" y="78"/>
                    <a:pt x="44" y="15"/>
                  </a:cubicBezTo>
                  <a:cubicBezTo>
                    <a:pt x="41" y="5"/>
                    <a:pt x="33" y="1"/>
                    <a:pt x="2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5" name="Google Shape;1455;p38"/>
            <p:cNvSpPr/>
            <p:nvPr/>
          </p:nvSpPr>
          <p:spPr>
            <a:xfrm>
              <a:off x="7237524" y="2320964"/>
              <a:ext cx="83609" cy="123257"/>
            </a:xfrm>
            <a:custGeom>
              <a:rect b="b" l="l" r="r" t="t"/>
              <a:pathLst>
                <a:path extrusionOk="0" h="286" w="194">
                  <a:moveTo>
                    <a:pt x="167" y="1"/>
                  </a:moveTo>
                  <a:cubicBezTo>
                    <a:pt x="160" y="1"/>
                    <a:pt x="152" y="5"/>
                    <a:pt x="150" y="12"/>
                  </a:cubicBezTo>
                  <a:cubicBezTo>
                    <a:pt x="102" y="92"/>
                    <a:pt x="51" y="170"/>
                    <a:pt x="4" y="253"/>
                  </a:cubicBezTo>
                  <a:cubicBezTo>
                    <a:pt x="0" y="265"/>
                    <a:pt x="4" y="276"/>
                    <a:pt x="12" y="281"/>
                  </a:cubicBezTo>
                  <a:cubicBezTo>
                    <a:pt x="16" y="284"/>
                    <a:pt x="21" y="285"/>
                    <a:pt x="25" y="285"/>
                  </a:cubicBezTo>
                  <a:cubicBezTo>
                    <a:pt x="32" y="285"/>
                    <a:pt x="38" y="282"/>
                    <a:pt x="44" y="276"/>
                  </a:cubicBezTo>
                  <a:cubicBezTo>
                    <a:pt x="91" y="194"/>
                    <a:pt x="138" y="115"/>
                    <a:pt x="186" y="32"/>
                  </a:cubicBezTo>
                  <a:cubicBezTo>
                    <a:pt x="193" y="25"/>
                    <a:pt x="189" y="9"/>
                    <a:pt x="177" y="5"/>
                  </a:cubicBezTo>
                  <a:cubicBezTo>
                    <a:pt x="175" y="2"/>
                    <a:pt x="171" y="1"/>
                    <a:pt x="16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6" name="Google Shape;1456;p38"/>
            <p:cNvSpPr/>
            <p:nvPr/>
          </p:nvSpPr>
          <p:spPr>
            <a:xfrm>
              <a:off x="5559767" y="2395090"/>
              <a:ext cx="55164" cy="171095"/>
            </a:xfrm>
            <a:custGeom>
              <a:rect b="b" l="l" r="r" t="t"/>
              <a:pathLst>
                <a:path extrusionOk="0" h="397" w="128">
                  <a:moveTo>
                    <a:pt x="26" y="1"/>
                  </a:moveTo>
                  <a:cubicBezTo>
                    <a:pt x="23" y="1"/>
                    <a:pt x="20" y="1"/>
                    <a:pt x="17" y="2"/>
                  </a:cubicBezTo>
                  <a:cubicBezTo>
                    <a:pt x="6" y="6"/>
                    <a:pt x="1" y="22"/>
                    <a:pt x="6" y="33"/>
                  </a:cubicBezTo>
                  <a:cubicBezTo>
                    <a:pt x="57" y="137"/>
                    <a:pt x="84" y="255"/>
                    <a:pt x="84" y="369"/>
                  </a:cubicBezTo>
                  <a:lnTo>
                    <a:pt x="84" y="377"/>
                  </a:lnTo>
                  <a:cubicBezTo>
                    <a:pt x="84" y="388"/>
                    <a:pt x="92" y="397"/>
                    <a:pt x="104" y="397"/>
                  </a:cubicBezTo>
                  <a:cubicBezTo>
                    <a:pt x="115" y="397"/>
                    <a:pt x="128" y="388"/>
                    <a:pt x="128" y="377"/>
                  </a:cubicBezTo>
                  <a:lnTo>
                    <a:pt x="128" y="369"/>
                  </a:lnTo>
                  <a:cubicBezTo>
                    <a:pt x="128" y="246"/>
                    <a:pt x="100" y="124"/>
                    <a:pt x="44" y="14"/>
                  </a:cubicBezTo>
                  <a:cubicBezTo>
                    <a:pt x="42" y="5"/>
                    <a:pt x="34" y="1"/>
                    <a:pt x="26"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7" name="Google Shape;1457;p38"/>
            <p:cNvSpPr/>
            <p:nvPr/>
          </p:nvSpPr>
          <p:spPr>
            <a:xfrm>
              <a:off x="5471849" y="3030335"/>
              <a:ext cx="92228" cy="42235"/>
            </a:xfrm>
            <a:custGeom>
              <a:rect b="b" l="l" r="r" t="t"/>
              <a:pathLst>
                <a:path extrusionOk="0" h="98" w="214">
                  <a:moveTo>
                    <a:pt x="27" y="0"/>
                  </a:moveTo>
                  <a:cubicBezTo>
                    <a:pt x="20" y="0"/>
                    <a:pt x="13" y="3"/>
                    <a:pt x="8" y="11"/>
                  </a:cubicBezTo>
                  <a:cubicBezTo>
                    <a:pt x="0" y="22"/>
                    <a:pt x="4" y="35"/>
                    <a:pt x="16" y="42"/>
                  </a:cubicBezTo>
                  <a:cubicBezTo>
                    <a:pt x="68" y="74"/>
                    <a:pt x="126" y="93"/>
                    <a:pt x="190" y="97"/>
                  </a:cubicBezTo>
                  <a:cubicBezTo>
                    <a:pt x="201" y="97"/>
                    <a:pt x="213" y="90"/>
                    <a:pt x="213" y="78"/>
                  </a:cubicBezTo>
                  <a:cubicBezTo>
                    <a:pt x="213" y="66"/>
                    <a:pt x="205" y="55"/>
                    <a:pt x="194" y="55"/>
                  </a:cubicBezTo>
                  <a:cubicBezTo>
                    <a:pt x="139" y="50"/>
                    <a:pt x="83" y="35"/>
                    <a:pt x="39" y="3"/>
                  </a:cubicBezTo>
                  <a:cubicBezTo>
                    <a:pt x="35" y="1"/>
                    <a:pt x="31" y="0"/>
                    <a:pt x="27"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8" name="Google Shape;1458;p38"/>
            <p:cNvSpPr/>
            <p:nvPr/>
          </p:nvSpPr>
          <p:spPr>
            <a:xfrm>
              <a:off x="4022505" y="641916"/>
              <a:ext cx="783508" cy="961063"/>
            </a:xfrm>
            <a:custGeom>
              <a:rect b="b" l="l" r="r" t="t"/>
              <a:pathLst>
                <a:path extrusionOk="0" h="2230" w="1818">
                  <a:moveTo>
                    <a:pt x="1025" y="1"/>
                  </a:moveTo>
                  <a:lnTo>
                    <a:pt x="0" y="2229"/>
                  </a:lnTo>
                  <a:cubicBezTo>
                    <a:pt x="9" y="2229"/>
                    <a:pt x="18" y="2229"/>
                    <a:pt x="28" y="2229"/>
                  </a:cubicBezTo>
                  <a:cubicBezTo>
                    <a:pt x="282" y="2229"/>
                    <a:pt x="923" y="2093"/>
                    <a:pt x="1203" y="2093"/>
                  </a:cubicBezTo>
                  <a:cubicBezTo>
                    <a:pt x="1223" y="2093"/>
                    <a:pt x="1242" y="2094"/>
                    <a:pt x="1258" y="2095"/>
                  </a:cubicBezTo>
                  <a:cubicBezTo>
                    <a:pt x="1329" y="2019"/>
                    <a:pt x="1609" y="1728"/>
                    <a:pt x="1727" y="1433"/>
                  </a:cubicBezTo>
                  <a:cubicBezTo>
                    <a:pt x="1810" y="1227"/>
                    <a:pt x="1794" y="1227"/>
                    <a:pt x="1817" y="1011"/>
                  </a:cubicBezTo>
                  <a:cubicBezTo>
                    <a:pt x="1617" y="818"/>
                    <a:pt x="1222" y="210"/>
                    <a:pt x="102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9" name="Google Shape;1459;p38"/>
            <p:cNvSpPr/>
            <p:nvPr/>
          </p:nvSpPr>
          <p:spPr>
            <a:xfrm>
              <a:off x="4012162" y="632866"/>
              <a:ext cx="803764" cy="980026"/>
            </a:xfrm>
            <a:custGeom>
              <a:rect b="b" l="l" r="r" t="t"/>
              <a:pathLst>
                <a:path extrusionOk="0" h="2274" w="1865">
                  <a:moveTo>
                    <a:pt x="1056" y="63"/>
                  </a:moveTo>
                  <a:lnTo>
                    <a:pt x="1056" y="63"/>
                  </a:lnTo>
                  <a:cubicBezTo>
                    <a:pt x="1100" y="112"/>
                    <a:pt x="1154" y="178"/>
                    <a:pt x="1211" y="255"/>
                  </a:cubicBezTo>
                  <a:cubicBezTo>
                    <a:pt x="1309" y="389"/>
                    <a:pt x="1428" y="550"/>
                    <a:pt x="1534" y="697"/>
                  </a:cubicBezTo>
                  <a:cubicBezTo>
                    <a:pt x="1589" y="768"/>
                    <a:pt x="1644" y="839"/>
                    <a:pt x="1692" y="897"/>
                  </a:cubicBezTo>
                  <a:cubicBezTo>
                    <a:pt x="1739" y="956"/>
                    <a:pt x="1780" y="1004"/>
                    <a:pt x="1817" y="1038"/>
                  </a:cubicBezTo>
                  <a:lnTo>
                    <a:pt x="1817" y="1038"/>
                  </a:lnTo>
                  <a:cubicBezTo>
                    <a:pt x="1810" y="1141"/>
                    <a:pt x="1806" y="1195"/>
                    <a:pt x="1799" y="1245"/>
                  </a:cubicBezTo>
                  <a:cubicBezTo>
                    <a:pt x="1794" y="1268"/>
                    <a:pt x="1786" y="1292"/>
                    <a:pt x="1779" y="1323"/>
                  </a:cubicBezTo>
                  <a:cubicBezTo>
                    <a:pt x="1766" y="1354"/>
                    <a:pt x="1751" y="1394"/>
                    <a:pt x="1731" y="1445"/>
                  </a:cubicBezTo>
                  <a:cubicBezTo>
                    <a:pt x="1672" y="1591"/>
                    <a:pt x="1573" y="1738"/>
                    <a:pt x="1483" y="1856"/>
                  </a:cubicBezTo>
                  <a:cubicBezTo>
                    <a:pt x="1393" y="1968"/>
                    <a:pt x="1310" y="2055"/>
                    <a:pt x="1271" y="2094"/>
                  </a:cubicBezTo>
                  <a:lnTo>
                    <a:pt x="1271" y="2094"/>
                  </a:lnTo>
                  <a:cubicBezTo>
                    <a:pt x="1258" y="2092"/>
                    <a:pt x="1242" y="2092"/>
                    <a:pt x="1226" y="2092"/>
                  </a:cubicBezTo>
                  <a:cubicBezTo>
                    <a:pt x="1155" y="2092"/>
                    <a:pt x="1060" y="2100"/>
                    <a:pt x="954" y="2116"/>
                  </a:cubicBezTo>
                  <a:cubicBezTo>
                    <a:pt x="800" y="2131"/>
                    <a:pt x="619" y="2163"/>
                    <a:pt x="454" y="2187"/>
                  </a:cubicBezTo>
                  <a:cubicBezTo>
                    <a:pt x="294" y="2210"/>
                    <a:pt x="149" y="2228"/>
                    <a:pt x="58" y="2230"/>
                  </a:cubicBezTo>
                  <a:lnTo>
                    <a:pt x="58" y="2230"/>
                  </a:lnTo>
                  <a:lnTo>
                    <a:pt x="1056" y="63"/>
                  </a:lnTo>
                  <a:close/>
                  <a:moveTo>
                    <a:pt x="1052" y="0"/>
                  </a:moveTo>
                  <a:cubicBezTo>
                    <a:pt x="1050" y="0"/>
                    <a:pt x="1048" y="1"/>
                    <a:pt x="1045" y="2"/>
                  </a:cubicBezTo>
                  <a:cubicBezTo>
                    <a:pt x="1037" y="2"/>
                    <a:pt x="1033" y="6"/>
                    <a:pt x="1029" y="14"/>
                  </a:cubicBezTo>
                  <a:lnTo>
                    <a:pt x="1" y="2242"/>
                  </a:lnTo>
                  <a:cubicBezTo>
                    <a:pt x="1" y="2250"/>
                    <a:pt x="1" y="2258"/>
                    <a:pt x="4" y="2262"/>
                  </a:cubicBezTo>
                  <a:cubicBezTo>
                    <a:pt x="8" y="2269"/>
                    <a:pt x="12" y="2273"/>
                    <a:pt x="19" y="2273"/>
                  </a:cubicBezTo>
                  <a:lnTo>
                    <a:pt x="48" y="2273"/>
                  </a:lnTo>
                  <a:cubicBezTo>
                    <a:pt x="110" y="2273"/>
                    <a:pt x="201" y="2266"/>
                    <a:pt x="300" y="2253"/>
                  </a:cubicBezTo>
                  <a:cubicBezTo>
                    <a:pt x="454" y="2234"/>
                    <a:pt x="631" y="2202"/>
                    <a:pt x="800" y="2179"/>
                  </a:cubicBezTo>
                  <a:cubicBezTo>
                    <a:pt x="966" y="2155"/>
                    <a:pt x="1124" y="2135"/>
                    <a:pt x="1226" y="2135"/>
                  </a:cubicBezTo>
                  <a:cubicBezTo>
                    <a:pt x="1246" y="2135"/>
                    <a:pt x="1262" y="2135"/>
                    <a:pt x="1278" y="2140"/>
                  </a:cubicBezTo>
                  <a:cubicBezTo>
                    <a:pt x="1286" y="2140"/>
                    <a:pt x="1293" y="2135"/>
                    <a:pt x="1297" y="2131"/>
                  </a:cubicBezTo>
                  <a:cubicBezTo>
                    <a:pt x="1333" y="2092"/>
                    <a:pt x="1420" y="2002"/>
                    <a:pt x="1515" y="1880"/>
                  </a:cubicBezTo>
                  <a:cubicBezTo>
                    <a:pt x="1609" y="1761"/>
                    <a:pt x="1712" y="1611"/>
                    <a:pt x="1770" y="1461"/>
                  </a:cubicBezTo>
                  <a:cubicBezTo>
                    <a:pt x="1794" y="1410"/>
                    <a:pt x="1806" y="1370"/>
                    <a:pt x="1818" y="1339"/>
                  </a:cubicBezTo>
                  <a:cubicBezTo>
                    <a:pt x="1834" y="1288"/>
                    <a:pt x="1841" y="1252"/>
                    <a:pt x="1846" y="1209"/>
                  </a:cubicBezTo>
                  <a:cubicBezTo>
                    <a:pt x="1853" y="1165"/>
                    <a:pt x="1853" y="1114"/>
                    <a:pt x="1861" y="1035"/>
                  </a:cubicBezTo>
                  <a:cubicBezTo>
                    <a:pt x="1865" y="1028"/>
                    <a:pt x="1861" y="1019"/>
                    <a:pt x="1857" y="1015"/>
                  </a:cubicBezTo>
                  <a:cubicBezTo>
                    <a:pt x="1806" y="968"/>
                    <a:pt x="1747" y="893"/>
                    <a:pt x="1676" y="806"/>
                  </a:cubicBezTo>
                  <a:cubicBezTo>
                    <a:pt x="1573" y="677"/>
                    <a:pt x="1459" y="519"/>
                    <a:pt x="1349" y="369"/>
                  </a:cubicBezTo>
                  <a:cubicBezTo>
                    <a:pt x="1242" y="223"/>
                    <a:pt x="1140" y="89"/>
                    <a:pt x="1065" y="6"/>
                  </a:cubicBezTo>
                  <a:cubicBezTo>
                    <a:pt x="1062" y="3"/>
                    <a:pt x="1057" y="0"/>
                    <a:pt x="105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0" name="Google Shape;1460;p38"/>
            <p:cNvSpPr/>
            <p:nvPr/>
          </p:nvSpPr>
          <p:spPr>
            <a:xfrm>
              <a:off x="3942345" y="639762"/>
              <a:ext cx="595173" cy="970544"/>
            </a:xfrm>
            <a:custGeom>
              <a:rect b="b" l="l" r="r" t="t"/>
              <a:pathLst>
                <a:path extrusionOk="0" h="2252" w="1381">
                  <a:moveTo>
                    <a:pt x="1158" y="0"/>
                  </a:moveTo>
                  <a:cubicBezTo>
                    <a:pt x="967" y="0"/>
                    <a:pt x="628" y="409"/>
                    <a:pt x="367" y="976"/>
                  </a:cubicBezTo>
                  <a:cubicBezTo>
                    <a:pt x="83" y="1595"/>
                    <a:pt x="1" y="2159"/>
                    <a:pt x="178" y="2242"/>
                  </a:cubicBezTo>
                  <a:cubicBezTo>
                    <a:pt x="192" y="2248"/>
                    <a:pt x="207" y="2251"/>
                    <a:pt x="224" y="2251"/>
                  </a:cubicBezTo>
                  <a:cubicBezTo>
                    <a:pt x="414" y="2251"/>
                    <a:pt x="752" y="1842"/>
                    <a:pt x="1010" y="1276"/>
                  </a:cubicBezTo>
                  <a:cubicBezTo>
                    <a:pt x="1293" y="661"/>
                    <a:pt x="1380" y="93"/>
                    <a:pt x="1204" y="10"/>
                  </a:cubicBezTo>
                  <a:cubicBezTo>
                    <a:pt x="1189" y="3"/>
                    <a:pt x="1174" y="0"/>
                    <a:pt x="115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1" name="Google Shape;1461;p38"/>
            <p:cNvSpPr/>
            <p:nvPr/>
          </p:nvSpPr>
          <p:spPr>
            <a:xfrm>
              <a:off x="3969496" y="630280"/>
              <a:ext cx="540870" cy="989507"/>
            </a:xfrm>
            <a:custGeom>
              <a:rect b="b" l="l" r="r" t="t"/>
              <a:pathLst>
                <a:path extrusionOk="0" h="2296" w="1255">
                  <a:moveTo>
                    <a:pt x="1093" y="44"/>
                  </a:moveTo>
                  <a:cubicBezTo>
                    <a:pt x="1108" y="44"/>
                    <a:pt x="1121" y="48"/>
                    <a:pt x="1132" y="51"/>
                  </a:cubicBezTo>
                  <a:cubicBezTo>
                    <a:pt x="1144" y="59"/>
                    <a:pt x="1156" y="68"/>
                    <a:pt x="1164" y="79"/>
                  </a:cubicBezTo>
                  <a:cubicBezTo>
                    <a:pt x="1179" y="99"/>
                    <a:pt x="1192" y="122"/>
                    <a:pt x="1199" y="158"/>
                  </a:cubicBezTo>
                  <a:cubicBezTo>
                    <a:pt x="1207" y="193"/>
                    <a:pt x="1211" y="233"/>
                    <a:pt x="1211" y="280"/>
                  </a:cubicBezTo>
                  <a:cubicBezTo>
                    <a:pt x="1211" y="399"/>
                    <a:pt x="1188" y="548"/>
                    <a:pt x="1141" y="721"/>
                  </a:cubicBezTo>
                  <a:cubicBezTo>
                    <a:pt x="1093" y="896"/>
                    <a:pt x="1022" y="1089"/>
                    <a:pt x="928" y="1286"/>
                  </a:cubicBezTo>
                  <a:cubicBezTo>
                    <a:pt x="801" y="1569"/>
                    <a:pt x="651" y="1810"/>
                    <a:pt x="513" y="1984"/>
                  </a:cubicBezTo>
                  <a:cubicBezTo>
                    <a:pt x="442" y="2066"/>
                    <a:pt x="375" y="2137"/>
                    <a:pt x="316" y="2181"/>
                  </a:cubicBezTo>
                  <a:cubicBezTo>
                    <a:pt x="284" y="2204"/>
                    <a:pt x="257" y="2221"/>
                    <a:pt x="229" y="2232"/>
                  </a:cubicBezTo>
                  <a:cubicBezTo>
                    <a:pt x="206" y="2244"/>
                    <a:pt x="182" y="2252"/>
                    <a:pt x="162" y="2252"/>
                  </a:cubicBezTo>
                  <a:cubicBezTo>
                    <a:pt x="147" y="2252"/>
                    <a:pt x="135" y="2248"/>
                    <a:pt x="123" y="2244"/>
                  </a:cubicBezTo>
                  <a:cubicBezTo>
                    <a:pt x="111" y="2236"/>
                    <a:pt x="100" y="2228"/>
                    <a:pt x="91" y="2217"/>
                  </a:cubicBezTo>
                  <a:cubicBezTo>
                    <a:pt x="76" y="2197"/>
                    <a:pt x="64" y="2173"/>
                    <a:pt x="56" y="2137"/>
                  </a:cubicBezTo>
                  <a:cubicBezTo>
                    <a:pt x="47" y="2102"/>
                    <a:pt x="44" y="2062"/>
                    <a:pt x="44" y="2015"/>
                  </a:cubicBezTo>
                  <a:cubicBezTo>
                    <a:pt x="44" y="1897"/>
                    <a:pt x="67" y="1747"/>
                    <a:pt x="115" y="1573"/>
                  </a:cubicBezTo>
                  <a:cubicBezTo>
                    <a:pt x="162" y="1400"/>
                    <a:pt x="233" y="1207"/>
                    <a:pt x="324" y="1010"/>
                  </a:cubicBezTo>
                  <a:cubicBezTo>
                    <a:pt x="454" y="726"/>
                    <a:pt x="604" y="485"/>
                    <a:pt x="742" y="312"/>
                  </a:cubicBezTo>
                  <a:cubicBezTo>
                    <a:pt x="813" y="229"/>
                    <a:pt x="880" y="158"/>
                    <a:pt x="939" y="115"/>
                  </a:cubicBezTo>
                  <a:cubicBezTo>
                    <a:pt x="970" y="91"/>
                    <a:pt x="999" y="75"/>
                    <a:pt x="1026" y="64"/>
                  </a:cubicBezTo>
                  <a:cubicBezTo>
                    <a:pt x="1050" y="51"/>
                    <a:pt x="1073" y="44"/>
                    <a:pt x="1093" y="44"/>
                  </a:cubicBezTo>
                  <a:close/>
                  <a:moveTo>
                    <a:pt x="1093" y="0"/>
                  </a:moveTo>
                  <a:cubicBezTo>
                    <a:pt x="1065" y="0"/>
                    <a:pt x="1037" y="8"/>
                    <a:pt x="1006" y="24"/>
                  </a:cubicBezTo>
                  <a:cubicBezTo>
                    <a:pt x="955" y="44"/>
                    <a:pt x="899" y="87"/>
                    <a:pt x="841" y="142"/>
                  </a:cubicBezTo>
                  <a:cubicBezTo>
                    <a:pt x="750" y="229"/>
                    <a:pt x="655" y="348"/>
                    <a:pt x="560" y="490"/>
                  </a:cubicBezTo>
                  <a:cubicBezTo>
                    <a:pt x="466" y="635"/>
                    <a:pt x="371" y="805"/>
                    <a:pt x="284" y="990"/>
                  </a:cubicBezTo>
                  <a:cubicBezTo>
                    <a:pt x="194" y="1191"/>
                    <a:pt x="123" y="1384"/>
                    <a:pt x="71" y="1562"/>
                  </a:cubicBezTo>
                  <a:cubicBezTo>
                    <a:pt x="24" y="1735"/>
                    <a:pt x="0" y="1893"/>
                    <a:pt x="0" y="2015"/>
                  </a:cubicBezTo>
                  <a:cubicBezTo>
                    <a:pt x="0" y="2082"/>
                    <a:pt x="9" y="2137"/>
                    <a:pt x="24" y="2185"/>
                  </a:cubicBezTo>
                  <a:cubicBezTo>
                    <a:pt x="32" y="2208"/>
                    <a:pt x="44" y="2228"/>
                    <a:pt x="56" y="2244"/>
                  </a:cubicBezTo>
                  <a:cubicBezTo>
                    <a:pt x="67" y="2259"/>
                    <a:pt x="87" y="2272"/>
                    <a:pt x="103" y="2283"/>
                  </a:cubicBezTo>
                  <a:cubicBezTo>
                    <a:pt x="123" y="2291"/>
                    <a:pt x="142" y="2295"/>
                    <a:pt x="162" y="2295"/>
                  </a:cubicBezTo>
                  <a:cubicBezTo>
                    <a:pt x="189" y="2295"/>
                    <a:pt x="218" y="2288"/>
                    <a:pt x="249" y="2275"/>
                  </a:cubicBezTo>
                  <a:cubicBezTo>
                    <a:pt x="300" y="2252"/>
                    <a:pt x="355" y="2208"/>
                    <a:pt x="415" y="2153"/>
                  </a:cubicBezTo>
                  <a:cubicBezTo>
                    <a:pt x="506" y="2066"/>
                    <a:pt x="600" y="1948"/>
                    <a:pt x="695" y="1806"/>
                  </a:cubicBezTo>
                  <a:cubicBezTo>
                    <a:pt x="789" y="1660"/>
                    <a:pt x="884" y="1491"/>
                    <a:pt x="966" y="1305"/>
                  </a:cubicBezTo>
                  <a:cubicBezTo>
                    <a:pt x="1061" y="1105"/>
                    <a:pt x="1132" y="911"/>
                    <a:pt x="1179" y="734"/>
                  </a:cubicBezTo>
                  <a:cubicBezTo>
                    <a:pt x="1230" y="561"/>
                    <a:pt x="1254" y="403"/>
                    <a:pt x="1254" y="280"/>
                  </a:cubicBezTo>
                  <a:cubicBezTo>
                    <a:pt x="1254" y="213"/>
                    <a:pt x="1246" y="158"/>
                    <a:pt x="1230" y="111"/>
                  </a:cubicBezTo>
                  <a:cubicBezTo>
                    <a:pt x="1223" y="91"/>
                    <a:pt x="1211" y="68"/>
                    <a:pt x="1199" y="51"/>
                  </a:cubicBezTo>
                  <a:cubicBezTo>
                    <a:pt x="1183" y="35"/>
                    <a:pt x="1168" y="24"/>
                    <a:pt x="1148" y="12"/>
                  </a:cubicBezTo>
                  <a:cubicBezTo>
                    <a:pt x="1132" y="4"/>
                    <a:pt x="1112" y="0"/>
                    <a:pt x="1093"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2" name="Google Shape;1462;p38"/>
            <p:cNvSpPr/>
            <p:nvPr/>
          </p:nvSpPr>
          <p:spPr>
            <a:xfrm>
              <a:off x="3969496" y="630280"/>
              <a:ext cx="540870" cy="989507"/>
            </a:xfrm>
            <a:custGeom>
              <a:rect b="b" l="l" r="r" t="t"/>
              <a:pathLst>
                <a:path extrusionOk="0" h="2296" w="1255">
                  <a:moveTo>
                    <a:pt x="1093" y="44"/>
                  </a:moveTo>
                  <a:cubicBezTo>
                    <a:pt x="1108" y="44"/>
                    <a:pt x="1121" y="48"/>
                    <a:pt x="1132" y="51"/>
                  </a:cubicBezTo>
                  <a:cubicBezTo>
                    <a:pt x="1144" y="59"/>
                    <a:pt x="1156" y="68"/>
                    <a:pt x="1164" y="79"/>
                  </a:cubicBezTo>
                  <a:cubicBezTo>
                    <a:pt x="1179" y="99"/>
                    <a:pt x="1192" y="122"/>
                    <a:pt x="1199" y="158"/>
                  </a:cubicBezTo>
                  <a:cubicBezTo>
                    <a:pt x="1207" y="193"/>
                    <a:pt x="1211" y="233"/>
                    <a:pt x="1211" y="280"/>
                  </a:cubicBezTo>
                  <a:cubicBezTo>
                    <a:pt x="1211" y="399"/>
                    <a:pt x="1188" y="548"/>
                    <a:pt x="1141" y="721"/>
                  </a:cubicBezTo>
                  <a:cubicBezTo>
                    <a:pt x="1093" y="896"/>
                    <a:pt x="1022" y="1089"/>
                    <a:pt x="928" y="1286"/>
                  </a:cubicBezTo>
                  <a:cubicBezTo>
                    <a:pt x="801" y="1569"/>
                    <a:pt x="651" y="1810"/>
                    <a:pt x="513" y="1984"/>
                  </a:cubicBezTo>
                  <a:cubicBezTo>
                    <a:pt x="442" y="2066"/>
                    <a:pt x="375" y="2137"/>
                    <a:pt x="316" y="2181"/>
                  </a:cubicBezTo>
                  <a:cubicBezTo>
                    <a:pt x="284" y="2204"/>
                    <a:pt x="257" y="2221"/>
                    <a:pt x="229" y="2232"/>
                  </a:cubicBezTo>
                  <a:cubicBezTo>
                    <a:pt x="206" y="2244"/>
                    <a:pt x="182" y="2252"/>
                    <a:pt x="162" y="2252"/>
                  </a:cubicBezTo>
                  <a:cubicBezTo>
                    <a:pt x="147" y="2252"/>
                    <a:pt x="135" y="2248"/>
                    <a:pt x="123" y="2244"/>
                  </a:cubicBezTo>
                  <a:cubicBezTo>
                    <a:pt x="111" y="2236"/>
                    <a:pt x="100" y="2228"/>
                    <a:pt x="91" y="2217"/>
                  </a:cubicBezTo>
                  <a:cubicBezTo>
                    <a:pt x="76" y="2197"/>
                    <a:pt x="64" y="2173"/>
                    <a:pt x="56" y="2137"/>
                  </a:cubicBezTo>
                  <a:cubicBezTo>
                    <a:pt x="47" y="2102"/>
                    <a:pt x="44" y="2062"/>
                    <a:pt x="44" y="2015"/>
                  </a:cubicBezTo>
                  <a:cubicBezTo>
                    <a:pt x="44" y="1897"/>
                    <a:pt x="67" y="1747"/>
                    <a:pt x="115" y="1573"/>
                  </a:cubicBezTo>
                  <a:cubicBezTo>
                    <a:pt x="162" y="1400"/>
                    <a:pt x="233" y="1207"/>
                    <a:pt x="324" y="1010"/>
                  </a:cubicBezTo>
                  <a:cubicBezTo>
                    <a:pt x="454" y="726"/>
                    <a:pt x="604" y="485"/>
                    <a:pt x="742" y="312"/>
                  </a:cubicBezTo>
                  <a:cubicBezTo>
                    <a:pt x="813" y="229"/>
                    <a:pt x="880" y="158"/>
                    <a:pt x="939" y="115"/>
                  </a:cubicBezTo>
                  <a:cubicBezTo>
                    <a:pt x="970" y="91"/>
                    <a:pt x="999" y="75"/>
                    <a:pt x="1026" y="64"/>
                  </a:cubicBezTo>
                  <a:cubicBezTo>
                    <a:pt x="1050" y="51"/>
                    <a:pt x="1073" y="44"/>
                    <a:pt x="1093" y="44"/>
                  </a:cubicBezTo>
                  <a:close/>
                  <a:moveTo>
                    <a:pt x="1093" y="0"/>
                  </a:moveTo>
                  <a:cubicBezTo>
                    <a:pt x="1065" y="0"/>
                    <a:pt x="1037" y="8"/>
                    <a:pt x="1006" y="24"/>
                  </a:cubicBezTo>
                  <a:cubicBezTo>
                    <a:pt x="955" y="44"/>
                    <a:pt x="899" y="87"/>
                    <a:pt x="841" y="142"/>
                  </a:cubicBezTo>
                  <a:cubicBezTo>
                    <a:pt x="750" y="229"/>
                    <a:pt x="655" y="348"/>
                    <a:pt x="560" y="490"/>
                  </a:cubicBezTo>
                  <a:cubicBezTo>
                    <a:pt x="466" y="635"/>
                    <a:pt x="371" y="805"/>
                    <a:pt x="284" y="990"/>
                  </a:cubicBezTo>
                  <a:cubicBezTo>
                    <a:pt x="194" y="1191"/>
                    <a:pt x="123" y="1384"/>
                    <a:pt x="71" y="1562"/>
                  </a:cubicBezTo>
                  <a:cubicBezTo>
                    <a:pt x="24" y="1735"/>
                    <a:pt x="0" y="1893"/>
                    <a:pt x="0" y="2015"/>
                  </a:cubicBezTo>
                  <a:cubicBezTo>
                    <a:pt x="0" y="2082"/>
                    <a:pt x="9" y="2137"/>
                    <a:pt x="24" y="2185"/>
                  </a:cubicBezTo>
                  <a:cubicBezTo>
                    <a:pt x="32" y="2208"/>
                    <a:pt x="44" y="2228"/>
                    <a:pt x="56" y="2244"/>
                  </a:cubicBezTo>
                  <a:cubicBezTo>
                    <a:pt x="67" y="2259"/>
                    <a:pt x="87" y="2272"/>
                    <a:pt x="103" y="2283"/>
                  </a:cubicBezTo>
                  <a:cubicBezTo>
                    <a:pt x="123" y="2291"/>
                    <a:pt x="142" y="2295"/>
                    <a:pt x="162" y="2295"/>
                  </a:cubicBezTo>
                  <a:cubicBezTo>
                    <a:pt x="189" y="2295"/>
                    <a:pt x="218" y="2288"/>
                    <a:pt x="249" y="2275"/>
                  </a:cubicBezTo>
                  <a:cubicBezTo>
                    <a:pt x="300" y="2252"/>
                    <a:pt x="355" y="2208"/>
                    <a:pt x="415" y="2153"/>
                  </a:cubicBezTo>
                  <a:cubicBezTo>
                    <a:pt x="506" y="2066"/>
                    <a:pt x="600" y="1948"/>
                    <a:pt x="695" y="1806"/>
                  </a:cubicBezTo>
                  <a:cubicBezTo>
                    <a:pt x="789" y="1660"/>
                    <a:pt x="884" y="1491"/>
                    <a:pt x="966" y="1305"/>
                  </a:cubicBezTo>
                  <a:cubicBezTo>
                    <a:pt x="1061" y="1105"/>
                    <a:pt x="1132" y="911"/>
                    <a:pt x="1179" y="734"/>
                  </a:cubicBezTo>
                  <a:cubicBezTo>
                    <a:pt x="1230" y="561"/>
                    <a:pt x="1254" y="403"/>
                    <a:pt x="1254" y="280"/>
                  </a:cubicBezTo>
                  <a:cubicBezTo>
                    <a:pt x="1254" y="213"/>
                    <a:pt x="1246" y="158"/>
                    <a:pt x="1230" y="111"/>
                  </a:cubicBezTo>
                  <a:cubicBezTo>
                    <a:pt x="1223" y="91"/>
                    <a:pt x="1211" y="68"/>
                    <a:pt x="1199" y="51"/>
                  </a:cubicBezTo>
                  <a:cubicBezTo>
                    <a:pt x="1183" y="35"/>
                    <a:pt x="1168" y="24"/>
                    <a:pt x="1148" y="12"/>
                  </a:cubicBezTo>
                  <a:cubicBezTo>
                    <a:pt x="1132" y="4"/>
                    <a:pt x="1112" y="0"/>
                    <a:pt x="1093"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3" name="Google Shape;1463;p38"/>
            <p:cNvSpPr/>
            <p:nvPr/>
          </p:nvSpPr>
          <p:spPr>
            <a:xfrm>
              <a:off x="3920366" y="628556"/>
              <a:ext cx="602069" cy="992955"/>
            </a:xfrm>
            <a:custGeom>
              <a:rect b="b" l="l" r="r" t="t"/>
              <a:pathLst>
                <a:path extrusionOk="0" h="2304" w="1397">
                  <a:moveTo>
                    <a:pt x="1202" y="55"/>
                  </a:moveTo>
                  <a:cubicBezTo>
                    <a:pt x="1204" y="55"/>
                    <a:pt x="1206" y="55"/>
                    <a:pt x="1207" y="55"/>
                  </a:cubicBezTo>
                  <a:cubicBezTo>
                    <a:pt x="1222" y="55"/>
                    <a:pt x="1235" y="55"/>
                    <a:pt x="1242" y="59"/>
                  </a:cubicBezTo>
                  <a:cubicBezTo>
                    <a:pt x="1317" y="95"/>
                    <a:pt x="1341" y="245"/>
                    <a:pt x="1306" y="465"/>
                  </a:cubicBezTo>
                  <a:cubicBezTo>
                    <a:pt x="1270" y="702"/>
                    <a:pt x="1175" y="994"/>
                    <a:pt x="1037" y="1290"/>
                  </a:cubicBezTo>
                  <a:cubicBezTo>
                    <a:pt x="903" y="1586"/>
                    <a:pt x="742" y="1846"/>
                    <a:pt x="584" y="2027"/>
                  </a:cubicBezTo>
                  <a:cubicBezTo>
                    <a:pt x="462" y="2173"/>
                    <a:pt x="350" y="2251"/>
                    <a:pt x="273" y="2251"/>
                  </a:cubicBezTo>
                  <a:cubicBezTo>
                    <a:pt x="260" y="2251"/>
                    <a:pt x="248" y="2249"/>
                    <a:pt x="237" y="2244"/>
                  </a:cubicBezTo>
                  <a:cubicBezTo>
                    <a:pt x="95" y="2177"/>
                    <a:pt x="143" y="1668"/>
                    <a:pt x="442" y="1014"/>
                  </a:cubicBezTo>
                  <a:cubicBezTo>
                    <a:pt x="580" y="718"/>
                    <a:pt x="742" y="458"/>
                    <a:pt x="895" y="276"/>
                  </a:cubicBezTo>
                  <a:cubicBezTo>
                    <a:pt x="1019" y="137"/>
                    <a:pt x="1127" y="55"/>
                    <a:pt x="1202" y="55"/>
                  </a:cubicBezTo>
                  <a:close/>
                  <a:moveTo>
                    <a:pt x="1209" y="0"/>
                  </a:moveTo>
                  <a:cubicBezTo>
                    <a:pt x="1116" y="0"/>
                    <a:pt x="995" y="82"/>
                    <a:pt x="856" y="241"/>
                  </a:cubicBezTo>
                  <a:cubicBezTo>
                    <a:pt x="698" y="426"/>
                    <a:pt x="532" y="694"/>
                    <a:pt x="394" y="994"/>
                  </a:cubicBezTo>
                  <a:cubicBezTo>
                    <a:pt x="138" y="1554"/>
                    <a:pt x="1" y="2189"/>
                    <a:pt x="217" y="2292"/>
                  </a:cubicBezTo>
                  <a:cubicBezTo>
                    <a:pt x="232" y="2299"/>
                    <a:pt x="252" y="2303"/>
                    <a:pt x="276" y="2303"/>
                  </a:cubicBezTo>
                  <a:cubicBezTo>
                    <a:pt x="367" y="2303"/>
                    <a:pt x="489" y="2221"/>
                    <a:pt x="623" y="2063"/>
                  </a:cubicBezTo>
                  <a:cubicBezTo>
                    <a:pt x="785" y="1877"/>
                    <a:pt x="947" y="1609"/>
                    <a:pt x="1084" y="1309"/>
                  </a:cubicBezTo>
                  <a:cubicBezTo>
                    <a:pt x="1226" y="1009"/>
                    <a:pt x="1321" y="714"/>
                    <a:pt x="1357" y="474"/>
                  </a:cubicBezTo>
                  <a:cubicBezTo>
                    <a:pt x="1396" y="217"/>
                    <a:pt x="1364" y="59"/>
                    <a:pt x="1266" y="12"/>
                  </a:cubicBezTo>
                  <a:cubicBezTo>
                    <a:pt x="1248" y="4"/>
                    <a:pt x="1229" y="0"/>
                    <a:pt x="120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4" name="Google Shape;1464;p38"/>
            <p:cNvSpPr/>
            <p:nvPr/>
          </p:nvSpPr>
          <p:spPr>
            <a:xfrm>
              <a:off x="6286600" y="1480391"/>
              <a:ext cx="209451" cy="99927"/>
            </a:xfrm>
            <a:custGeom>
              <a:rect b="b" l="l" r="r" t="t"/>
              <a:pathLst>
                <a:path extrusionOk="0" h="677" w="1419">
                  <a:moveTo>
                    <a:pt x="99" y="0"/>
                  </a:moveTo>
                  <a:lnTo>
                    <a:pt x="99" y="0"/>
                  </a:lnTo>
                  <a:cubicBezTo>
                    <a:pt x="0" y="304"/>
                    <a:pt x="297" y="652"/>
                    <a:pt x="675" y="675"/>
                  </a:cubicBezTo>
                  <a:cubicBezTo>
                    <a:pt x="692" y="676"/>
                    <a:pt x="708" y="677"/>
                    <a:pt x="724" y="677"/>
                  </a:cubicBezTo>
                  <a:cubicBezTo>
                    <a:pt x="1088" y="677"/>
                    <a:pt x="1419" y="389"/>
                    <a:pt x="1385" y="88"/>
                  </a:cubicBezTo>
                  <a:lnTo>
                    <a:pt x="99" y="0"/>
                  </a:lnTo>
                  <a:close/>
                </a:path>
              </a:pathLst>
            </a:custGeom>
            <a:solidFill>
              <a:schemeClr val="accent6"/>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65" name="Google Shape;1465;p38"/>
          <p:cNvSpPr txBox="1"/>
          <p:nvPr/>
        </p:nvSpPr>
        <p:spPr>
          <a:xfrm>
            <a:off x="2524425" y="9677250"/>
            <a:ext cx="5238300" cy="332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sz="1700">
                <a:solidFill>
                  <a:schemeClr val="dk1"/>
                </a:solidFill>
                <a:latin typeface="Grandstander"/>
                <a:ea typeface="Grandstander"/>
                <a:cs typeface="Grandstander"/>
                <a:sym typeface="Grandstander"/>
              </a:rPr>
              <a:t>This template has been created by </a:t>
            </a:r>
            <a:r>
              <a:rPr b="1" lang="en" sz="1700">
                <a:solidFill>
                  <a:schemeClr val="dk1"/>
                </a:solidFill>
                <a:uFill>
                  <a:noFill/>
                </a:uFill>
                <a:latin typeface="Grandstander"/>
                <a:ea typeface="Grandstander"/>
                <a:cs typeface="Grandstander"/>
                <a:sym typeface="Grandstander"/>
                <a:hlinkClick r:id="rId3">
                  <a:extLst>
                    <a:ext uri="{A12FA001-AC4F-418D-AE19-62706E023703}">
                      <ahyp:hlinkClr val="tx"/>
                    </a:ext>
                  </a:extLst>
                </a:hlinkClick>
              </a:rPr>
              <a:t>Slidesgo</a:t>
            </a:r>
            <a:endParaRPr sz="1700">
              <a:solidFill>
                <a:schemeClr val="dk1"/>
              </a:solidFill>
              <a:latin typeface="Grandstander"/>
              <a:ea typeface="Grandstander"/>
              <a:cs typeface="Grandstander"/>
              <a:sym typeface="Grandstander"/>
            </a:endParaRPr>
          </a:p>
        </p:txBody>
      </p:sp>
      <p:grpSp>
        <p:nvGrpSpPr>
          <p:cNvPr id="1466" name="Google Shape;1466;p38"/>
          <p:cNvGrpSpPr/>
          <p:nvPr/>
        </p:nvGrpSpPr>
        <p:grpSpPr>
          <a:xfrm>
            <a:off x="1024061" y="1298568"/>
            <a:ext cx="2563220" cy="2386649"/>
            <a:chOff x="-1538849" y="5276824"/>
            <a:chExt cx="1138501" cy="1060073"/>
          </a:xfrm>
        </p:grpSpPr>
        <p:sp>
          <p:nvSpPr>
            <p:cNvPr id="1467" name="Google Shape;1467;p38"/>
            <p:cNvSpPr/>
            <p:nvPr/>
          </p:nvSpPr>
          <p:spPr>
            <a:xfrm>
              <a:off x="-1453388" y="5309018"/>
              <a:ext cx="1053040" cy="1027879"/>
            </a:xfrm>
            <a:custGeom>
              <a:rect b="b" l="l" r="r" t="t"/>
              <a:pathLst>
                <a:path extrusionOk="0" h="1756" w="1799">
                  <a:moveTo>
                    <a:pt x="899" y="1"/>
                  </a:moveTo>
                  <a:cubicBezTo>
                    <a:pt x="403" y="1"/>
                    <a:pt x="0" y="395"/>
                    <a:pt x="0" y="880"/>
                  </a:cubicBezTo>
                  <a:cubicBezTo>
                    <a:pt x="0" y="1365"/>
                    <a:pt x="403" y="1755"/>
                    <a:pt x="899" y="1755"/>
                  </a:cubicBezTo>
                  <a:cubicBezTo>
                    <a:pt x="1396" y="1755"/>
                    <a:pt x="1799" y="1365"/>
                    <a:pt x="1799" y="880"/>
                  </a:cubicBezTo>
                  <a:cubicBezTo>
                    <a:pt x="1799" y="395"/>
                    <a:pt x="1396" y="1"/>
                    <a:pt x="899" y="1"/>
                  </a:cubicBezTo>
                  <a:close/>
                </a:path>
              </a:pathLst>
            </a:custGeom>
            <a:solidFill>
              <a:schemeClr val="accen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8" name="Google Shape;1468;p38"/>
            <p:cNvSpPr/>
            <p:nvPr/>
          </p:nvSpPr>
          <p:spPr>
            <a:xfrm>
              <a:off x="-1538849" y="5276824"/>
              <a:ext cx="1053040" cy="1027879"/>
            </a:xfrm>
            <a:custGeom>
              <a:rect b="b" l="l" r="r" t="t"/>
              <a:pathLst>
                <a:path extrusionOk="0" h="1756" w="1799">
                  <a:moveTo>
                    <a:pt x="900" y="1"/>
                  </a:moveTo>
                  <a:cubicBezTo>
                    <a:pt x="403" y="1"/>
                    <a:pt x="1" y="391"/>
                    <a:pt x="1" y="876"/>
                  </a:cubicBezTo>
                  <a:cubicBezTo>
                    <a:pt x="1" y="1361"/>
                    <a:pt x="403" y="1755"/>
                    <a:pt x="900" y="1755"/>
                  </a:cubicBezTo>
                  <a:cubicBezTo>
                    <a:pt x="1397" y="1755"/>
                    <a:pt x="1799" y="1361"/>
                    <a:pt x="1799" y="876"/>
                  </a:cubicBezTo>
                  <a:cubicBezTo>
                    <a:pt x="1799" y="391"/>
                    <a:pt x="1397" y="1"/>
                    <a:pt x="900" y="1"/>
                  </a:cubicBezTo>
                  <a:close/>
                </a:path>
              </a:pathLst>
            </a:cu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69" name="Google Shape;1469;p38"/>
          <p:cNvSpPr txBox="1"/>
          <p:nvPr>
            <p:ph idx="2" type="title"/>
          </p:nvPr>
        </p:nvSpPr>
        <p:spPr>
          <a:xfrm>
            <a:off x="928822" y="1608846"/>
            <a:ext cx="2563200" cy="183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02</a:t>
            </a:r>
            <a:endParaRPr/>
          </a:p>
        </p:txBody>
      </p:sp>
      <p:sp>
        <p:nvSpPr>
          <p:cNvPr id="1470" name="Google Shape;1470;p38"/>
          <p:cNvSpPr txBox="1"/>
          <p:nvPr/>
        </p:nvSpPr>
        <p:spPr>
          <a:xfrm>
            <a:off x="10397625" y="82950"/>
            <a:ext cx="3484200" cy="3166200"/>
          </a:xfrm>
          <a:prstGeom prst="rect">
            <a:avLst/>
          </a:prstGeom>
          <a:solidFill>
            <a:srgbClr val="00C5FF">
              <a:alpha val="51270"/>
            </a:srgbClr>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Grandstander"/>
                <a:ea typeface="Grandstander"/>
                <a:cs typeface="Grandstander"/>
                <a:sym typeface="Grandstander"/>
              </a:rPr>
              <a:t>Instructions</a:t>
            </a:r>
            <a:endParaRPr>
              <a:latin typeface="Grandstander"/>
              <a:ea typeface="Grandstander"/>
              <a:cs typeface="Grandstander"/>
              <a:sym typeface="Grandstander"/>
            </a:endParaRPr>
          </a:p>
          <a:p>
            <a:pPr indent="0" lvl="0" marL="0" rtl="0" algn="l">
              <a:spcBef>
                <a:spcPts val="0"/>
              </a:spcBef>
              <a:spcAft>
                <a:spcPts val="0"/>
              </a:spcAft>
              <a:buNone/>
            </a:pPr>
            <a:r>
              <a:t/>
            </a:r>
            <a:endParaRPr>
              <a:latin typeface="Grandstander"/>
              <a:ea typeface="Grandstander"/>
              <a:cs typeface="Grandstander"/>
              <a:sym typeface="Grandstander"/>
            </a:endParaRPr>
          </a:p>
          <a:p>
            <a:pPr indent="-317500" lvl="0" marL="457200" rtl="0" algn="l">
              <a:spcBef>
                <a:spcPts val="0"/>
              </a:spcBef>
              <a:spcAft>
                <a:spcPts val="0"/>
              </a:spcAft>
              <a:buSzPts val="1400"/>
              <a:buFont typeface="Grandstander"/>
              <a:buChar char="●"/>
            </a:pPr>
            <a:r>
              <a:rPr lang="en">
                <a:latin typeface="Grandstander"/>
                <a:ea typeface="Grandstander"/>
                <a:cs typeface="Grandstander"/>
                <a:sym typeface="Grandstander"/>
              </a:rPr>
              <a:t>Replace the central image with a picture representative of yourself</a:t>
            </a:r>
            <a:endParaRPr>
              <a:latin typeface="Grandstander"/>
              <a:ea typeface="Grandstander"/>
              <a:cs typeface="Grandstander"/>
              <a:sym typeface="Grandstander"/>
            </a:endParaRPr>
          </a:p>
          <a:p>
            <a:pPr indent="-317500" lvl="0" marL="457200" rtl="0" algn="l">
              <a:spcBef>
                <a:spcPts val="0"/>
              </a:spcBef>
              <a:spcAft>
                <a:spcPts val="0"/>
              </a:spcAft>
              <a:buSzPts val="1400"/>
              <a:buFont typeface="Grandstander"/>
              <a:buChar char="●"/>
            </a:pPr>
            <a:r>
              <a:rPr lang="en">
                <a:latin typeface="Grandstander"/>
                <a:ea typeface="Grandstander"/>
                <a:cs typeface="Grandstander"/>
                <a:sym typeface="Grandstander"/>
              </a:rPr>
              <a:t>Optionally, replace the other images as well</a:t>
            </a:r>
            <a:endParaRPr>
              <a:latin typeface="Grandstander"/>
              <a:ea typeface="Grandstander"/>
              <a:cs typeface="Grandstander"/>
              <a:sym typeface="Grandstande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4" name="Shape 1474"/>
        <p:cNvGrpSpPr/>
        <p:nvPr/>
      </p:nvGrpSpPr>
      <p:grpSpPr>
        <a:xfrm>
          <a:off x="0" y="0"/>
          <a:ext cx="0" cy="0"/>
          <a:chOff x="0" y="0"/>
          <a:chExt cx="0" cy="0"/>
        </a:xfrm>
      </p:grpSpPr>
      <p:sp>
        <p:nvSpPr>
          <p:cNvPr id="1475" name="Google Shape;1475;p39"/>
          <p:cNvSpPr txBox="1"/>
          <p:nvPr/>
        </p:nvSpPr>
        <p:spPr>
          <a:xfrm>
            <a:off x="2524425" y="9677250"/>
            <a:ext cx="5238300" cy="332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sz="1700">
                <a:solidFill>
                  <a:schemeClr val="dk1"/>
                </a:solidFill>
                <a:latin typeface="Grandstander"/>
                <a:ea typeface="Grandstander"/>
                <a:cs typeface="Grandstander"/>
                <a:sym typeface="Grandstander"/>
              </a:rPr>
              <a:t>This template has been created by </a:t>
            </a:r>
            <a:r>
              <a:rPr b="1" lang="en" sz="1700">
                <a:solidFill>
                  <a:schemeClr val="dk1"/>
                </a:solidFill>
                <a:uFill>
                  <a:noFill/>
                </a:uFill>
                <a:latin typeface="Grandstander"/>
                <a:ea typeface="Grandstander"/>
                <a:cs typeface="Grandstander"/>
                <a:sym typeface="Grandstander"/>
                <a:hlinkClick r:id="rId3">
                  <a:extLst>
                    <a:ext uri="{A12FA001-AC4F-418D-AE19-62706E023703}">
                      <ahyp:hlinkClr val="tx"/>
                    </a:ext>
                  </a:extLst>
                </a:hlinkClick>
              </a:rPr>
              <a:t>Slidesgo</a:t>
            </a:r>
            <a:endParaRPr sz="1700">
              <a:solidFill>
                <a:schemeClr val="dk1"/>
              </a:solidFill>
              <a:latin typeface="Grandstander"/>
              <a:ea typeface="Grandstander"/>
              <a:cs typeface="Grandstander"/>
              <a:sym typeface="Grandstander"/>
            </a:endParaRPr>
          </a:p>
        </p:txBody>
      </p:sp>
      <p:sp>
        <p:nvSpPr>
          <p:cNvPr id="1476" name="Google Shape;1476;p39"/>
          <p:cNvSpPr/>
          <p:nvPr/>
        </p:nvSpPr>
        <p:spPr>
          <a:xfrm rot="-878897">
            <a:off x="8859598" y="7443830"/>
            <a:ext cx="556807" cy="759411"/>
          </a:xfrm>
          <a:custGeom>
            <a:rect b="b" l="l" r="r" t="t"/>
            <a:pathLst>
              <a:path extrusionOk="0" h="1608" w="1179">
                <a:moveTo>
                  <a:pt x="939" y="0"/>
                </a:moveTo>
                <a:cubicBezTo>
                  <a:pt x="765" y="0"/>
                  <a:pt x="608" y="336"/>
                  <a:pt x="591" y="469"/>
                </a:cubicBezTo>
                <a:cubicBezTo>
                  <a:pt x="591" y="354"/>
                  <a:pt x="536" y="243"/>
                  <a:pt x="453" y="172"/>
                </a:cubicBezTo>
                <a:cubicBezTo>
                  <a:pt x="401" y="127"/>
                  <a:pt x="336" y="98"/>
                  <a:pt x="270" y="98"/>
                </a:cubicBezTo>
                <a:cubicBezTo>
                  <a:pt x="251" y="98"/>
                  <a:pt x="232" y="101"/>
                  <a:pt x="213" y="106"/>
                </a:cubicBezTo>
                <a:cubicBezTo>
                  <a:pt x="86" y="141"/>
                  <a:pt x="31" y="287"/>
                  <a:pt x="19" y="414"/>
                </a:cubicBezTo>
                <a:cubicBezTo>
                  <a:pt x="0" y="642"/>
                  <a:pt x="55" y="902"/>
                  <a:pt x="153" y="1111"/>
                </a:cubicBezTo>
                <a:cubicBezTo>
                  <a:pt x="228" y="1280"/>
                  <a:pt x="279" y="1450"/>
                  <a:pt x="386" y="1608"/>
                </a:cubicBezTo>
                <a:cubicBezTo>
                  <a:pt x="643" y="1360"/>
                  <a:pt x="856" y="1071"/>
                  <a:pt x="1017" y="756"/>
                </a:cubicBezTo>
                <a:cubicBezTo>
                  <a:pt x="1103" y="579"/>
                  <a:pt x="1178" y="381"/>
                  <a:pt x="1127" y="192"/>
                </a:cubicBezTo>
                <a:cubicBezTo>
                  <a:pt x="1107" y="121"/>
                  <a:pt x="1072" y="54"/>
                  <a:pt x="1009" y="19"/>
                </a:cubicBezTo>
                <a:cubicBezTo>
                  <a:pt x="985" y="6"/>
                  <a:pt x="962" y="0"/>
                  <a:pt x="939" y="0"/>
                </a:cubicBezTo>
                <a:close/>
              </a:path>
            </a:pathLst>
          </a:cu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77" name="Google Shape;1477;p39"/>
          <p:cNvGrpSpPr/>
          <p:nvPr/>
        </p:nvGrpSpPr>
        <p:grpSpPr>
          <a:xfrm>
            <a:off x="1620381" y="7385775"/>
            <a:ext cx="1240530" cy="1240576"/>
            <a:chOff x="4082338" y="3834225"/>
            <a:chExt cx="1444997" cy="1445050"/>
          </a:xfrm>
        </p:grpSpPr>
        <p:sp>
          <p:nvSpPr>
            <p:cNvPr id="1478" name="Google Shape;1478;p39"/>
            <p:cNvSpPr/>
            <p:nvPr/>
          </p:nvSpPr>
          <p:spPr>
            <a:xfrm>
              <a:off x="4092184" y="3843662"/>
              <a:ext cx="1425714" cy="1425766"/>
            </a:xfrm>
            <a:custGeom>
              <a:rect b="b" l="l" r="r" t="t"/>
              <a:pathLst>
                <a:path extrusionOk="0" h="3475" w="3475">
                  <a:moveTo>
                    <a:pt x="1739" y="1"/>
                  </a:moveTo>
                  <a:cubicBezTo>
                    <a:pt x="777" y="1"/>
                    <a:pt x="0" y="778"/>
                    <a:pt x="0" y="1740"/>
                  </a:cubicBezTo>
                  <a:cubicBezTo>
                    <a:pt x="0" y="2698"/>
                    <a:pt x="777" y="3475"/>
                    <a:pt x="1739" y="3475"/>
                  </a:cubicBezTo>
                  <a:cubicBezTo>
                    <a:pt x="2697" y="3475"/>
                    <a:pt x="3474" y="2698"/>
                    <a:pt x="3474" y="1740"/>
                  </a:cubicBezTo>
                  <a:cubicBezTo>
                    <a:pt x="3474" y="778"/>
                    <a:pt x="2697" y="1"/>
                    <a:pt x="1739" y="1"/>
                  </a:cubicBez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9" name="Google Shape;1479;p39"/>
            <p:cNvSpPr/>
            <p:nvPr/>
          </p:nvSpPr>
          <p:spPr>
            <a:xfrm>
              <a:off x="4082338" y="3834225"/>
              <a:ext cx="1444997" cy="1445050"/>
            </a:xfrm>
            <a:custGeom>
              <a:rect b="b" l="l" r="r" t="t"/>
              <a:pathLst>
                <a:path extrusionOk="0" h="3522" w="3522">
                  <a:moveTo>
                    <a:pt x="1763" y="44"/>
                  </a:moveTo>
                  <a:cubicBezTo>
                    <a:pt x="2236" y="44"/>
                    <a:pt x="2666" y="237"/>
                    <a:pt x="2973" y="548"/>
                  </a:cubicBezTo>
                  <a:cubicBezTo>
                    <a:pt x="3285" y="859"/>
                    <a:pt x="3478" y="1285"/>
                    <a:pt x="3478" y="1763"/>
                  </a:cubicBezTo>
                  <a:cubicBezTo>
                    <a:pt x="3478" y="2236"/>
                    <a:pt x="3285" y="2662"/>
                    <a:pt x="2973" y="2974"/>
                  </a:cubicBezTo>
                  <a:cubicBezTo>
                    <a:pt x="2666" y="3285"/>
                    <a:pt x="2236" y="3478"/>
                    <a:pt x="1763" y="3478"/>
                  </a:cubicBezTo>
                  <a:cubicBezTo>
                    <a:pt x="1290" y="3478"/>
                    <a:pt x="860" y="3285"/>
                    <a:pt x="549" y="2974"/>
                  </a:cubicBezTo>
                  <a:cubicBezTo>
                    <a:pt x="237" y="2662"/>
                    <a:pt x="48" y="2236"/>
                    <a:pt x="48" y="1763"/>
                  </a:cubicBezTo>
                  <a:cubicBezTo>
                    <a:pt x="48" y="1285"/>
                    <a:pt x="237" y="859"/>
                    <a:pt x="549" y="548"/>
                  </a:cubicBezTo>
                  <a:cubicBezTo>
                    <a:pt x="860" y="237"/>
                    <a:pt x="1290" y="44"/>
                    <a:pt x="1763" y="44"/>
                  </a:cubicBezTo>
                  <a:close/>
                  <a:moveTo>
                    <a:pt x="1763" y="0"/>
                  </a:moveTo>
                  <a:cubicBezTo>
                    <a:pt x="789" y="0"/>
                    <a:pt x="4" y="788"/>
                    <a:pt x="1" y="1763"/>
                  </a:cubicBezTo>
                  <a:cubicBezTo>
                    <a:pt x="4" y="2733"/>
                    <a:pt x="789" y="3521"/>
                    <a:pt x="1763" y="3521"/>
                  </a:cubicBezTo>
                  <a:cubicBezTo>
                    <a:pt x="2733" y="3521"/>
                    <a:pt x="3522" y="2733"/>
                    <a:pt x="3522" y="1763"/>
                  </a:cubicBezTo>
                  <a:cubicBezTo>
                    <a:pt x="3522" y="788"/>
                    <a:pt x="2733" y="0"/>
                    <a:pt x="176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0" name="Google Shape;1480;p39"/>
            <p:cNvSpPr/>
            <p:nvPr/>
          </p:nvSpPr>
          <p:spPr>
            <a:xfrm>
              <a:off x="4209934" y="3961826"/>
              <a:ext cx="1189394" cy="1189848"/>
            </a:xfrm>
            <a:custGeom>
              <a:rect b="b" l="l" r="r" t="t"/>
              <a:pathLst>
                <a:path extrusionOk="0" h="2900" w="2899">
                  <a:moveTo>
                    <a:pt x="1452" y="0"/>
                  </a:moveTo>
                  <a:cubicBezTo>
                    <a:pt x="651" y="0"/>
                    <a:pt x="1" y="648"/>
                    <a:pt x="1" y="1452"/>
                  </a:cubicBezTo>
                  <a:cubicBezTo>
                    <a:pt x="1" y="2252"/>
                    <a:pt x="651" y="2899"/>
                    <a:pt x="1452" y="2899"/>
                  </a:cubicBezTo>
                  <a:cubicBezTo>
                    <a:pt x="2252" y="2899"/>
                    <a:pt x="2899" y="2252"/>
                    <a:pt x="2899" y="1452"/>
                  </a:cubicBezTo>
                  <a:cubicBezTo>
                    <a:pt x="2899" y="648"/>
                    <a:pt x="2252" y="0"/>
                    <a:pt x="1452" y="0"/>
                  </a:cubicBezTo>
                  <a:close/>
                </a:path>
              </a:pathLst>
            </a:custGeom>
            <a:solidFill>
              <a:schemeClr val="accent5"/>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1" name="Google Shape;1481;p39"/>
            <p:cNvSpPr/>
            <p:nvPr/>
          </p:nvSpPr>
          <p:spPr>
            <a:xfrm>
              <a:off x="4200498" y="3951979"/>
              <a:ext cx="1208678" cy="1209132"/>
            </a:xfrm>
            <a:custGeom>
              <a:rect b="b" l="l" r="r" t="t"/>
              <a:pathLst>
                <a:path extrusionOk="0" h="2947" w="2946">
                  <a:moveTo>
                    <a:pt x="1475" y="44"/>
                  </a:moveTo>
                  <a:cubicBezTo>
                    <a:pt x="1869" y="44"/>
                    <a:pt x="2224" y="206"/>
                    <a:pt x="2484" y="463"/>
                  </a:cubicBezTo>
                  <a:cubicBezTo>
                    <a:pt x="2741" y="723"/>
                    <a:pt x="2903" y="1078"/>
                    <a:pt x="2903" y="1476"/>
                  </a:cubicBezTo>
                  <a:cubicBezTo>
                    <a:pt x="2903" y="1870"/>
                    <a:pt x="2741" y="2225"/>
                    <a:pt x="2484" y="2485"/>
                  </a:cubicBezTo>
                  <a:cubicBezTo>
                    <a:pt x="2224" y="2741"/>
                    <a:pt x="1869" y="2903"/>
                    <a:pt x="1475" y="2903"/>
                  </a:cubicBezTo>
                  <a:cubicBezTo>
                    <a:pt x="1081" y="2903"/>
                    <a:pt x="721" y="2741"/>
                    <a:pt x="466" y="2485"/>
                  </a:cubicBezTo>
                  <a:cubicBezTo>
                    <a:pt x="206" y="2225"/>
                    <a:pt x="48" y="1870"/>
                    <a:pt x="48" y="1476"/>
                  </a:cubicBezTo>
                  <a:cubicBezTo>
                    <a:pt x="48" y="1078"/>
                    <a:pt x="206" y="723"/>
                    <a:pt x="466" y="463"/>
                  </a:cubicBezTo>
                  <a:cubicBezTo>
                    <a:pt x="721" y="206"/>
                    <a:pt x="1081" y="44"/>
                    <a:pt x="1475" y="44"/>
                  </a:cubicBezTo>
                  <a:close/>
                  <a:moveTo>
                    <a:pt x="1475" y="1"/>
                  </a:moveTo>
                  <a:cubicBezTo>
                    <a:pt x="663" y="1"/>
                    <a:pt x="0" y="659"/>
                    <a:pt x="0" y="1476"/>
                  </a:cubicBezTo>
                  <a:cubicBezTo>
                    <a:pt x="0" y="2288"/>
                    <a:pt x="663" y="2947"/>
                    <a:pt x="1475" y="2947"/>
                  </a:cubicBezTo>
                  <a:cubicBezTo>
                    <a:pt x="2288" y="2947"/>
                    <a:pt x="2945" y="2288"/>
                    <a:pt x="2945" y="1476"/>
                  </a:cubicBezTo>
                  <a:cubicBezTo>
                    <a:pt x="2945" y="659"/>
                    <a:pt x="2288" y="1"/>
                    <a:pt x="147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2" name="Google Shape;1482;p39"/>
            <p:cNvSpPr/>
            <p:nvPr/>
          </p:nvSpPr>
          <p:spPr>
            <a:xfrm>
              <a:off x="4355583" y="4107480"/>
              <a:ext cx="900149" cy="898541"/>
            </a:xfrm>
            <a:custGeom>
              <a:rect b="b" l="l" r="r" t="t"/>
              <a:pathLst>
                <a:path extrusionOk="0" h="2190" w="2194">
                  <a:moveTo>
                    <a:pt x="1097" y="0"/>
                  </a:moveTo>
                  <a:cubicBezTo>
                    <a:pt x="490" y="0"/>
                    <a:pt x="1" y="490"/>
                    <a:pt x="1" y="1097"/>
                  </a:cubicBezTo>
                  <a:cubicBezTo>
                    <a:pt x="1" y="1700"/>
                    <a:pt x="490" y="2189"/>
                    <a:pt x="1097" y="2189"/>
                  </a:cubicBezTo>
                  <a:cubicBezTo>
                    <a:pt x="1700" y="2189"/>
                    <a:pt x="2194" y="1700"/>
                    <a:pt x="2194" y="1097"/>
                  </a:cubicBezTo>
                  <a:cubicBezTo>
                    <a:pt x="2194" y="490"/>
                    <a:pt x="1700" y="0"/>
                    <a:pt x="1097" y="0"/>
                  </a:cubicBez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3" name="Google Shape;1483;p39"/>
            <p:cNvSpPr/>
            <p:nvPr/>
          </p:nvSpPr>
          <p:spPr>
            <a:xfrm>
              <a:off x="4346146" y="4097633"/>
              <a:ext cx="917380" cy="917824"/>
            </a:xfrm>
            <a:custGeom>
              <a:rect b="b" l="l" r="r" t="t"/>
              <a:pathLst>
                <a:path extrusionOk="0" h="2237" w="2236">
                  <a:moveTo>
                    <a:pt x="1120" y="44"/>
                  </a:moveTo>
                  <a:cubicBezTo>
                    <a:pt x="1416" y="44"/>
                    <a:pt x="1684" y="166"/>
                    <a:pt x="1877" y="359"/>
                  </a:cubicBezTo>
                  <a:cubicBezTo>
                    <a:pt x="2075" y="553"/>
                    <a:pt x="2193" y="821"/>
                    <a:pt x="2193" y="1121"/>
                  </a:cubicBezTo>
                  <a:cubicBezTo>
                    <a:pt x="2193" y="1416"/>
                    <a:pt x="2075" y="1684"/>
                    <a:pt x="1877" y="1878"/>
                  </a:cubicBezTo>
                  <a:cubicBezTo>
                    <a:pt x="1684" y="2071"/>
                    <a:pt x="1416" y="2193"/>
                    <a:pt x="1120" y="2193"/>
                  </a:cubicBezTo>
                  <a:cubicBezTo>
                    <a:pt x="824" y="2193"/>
                    <a:pt x="552" y="2071"/>
                    <a:pt x="359" y="1878"/>
                  </a:cubicBezTo>
                  <a:cubicBezTo>
                    <a:pt x="166" y="1684"/>
                    <a:pt x="44" y="1416"/>
                    <a:pt x="44" y="1121"/>
                  </a:cubicBezTo>
                  <a:cubicBezTo>
                    <a:pt x="44" y="821"/>
                    <a:pt x="166" y="553"/>
                    <a:pt x="359" y="359"/>
                  </a:cubicBezTo>
                  <a:cubicBezTo>
                    <a:pt x="552" y="166"/>
                    <a:pt x="824" y="44"/>
                    <a:pt x="1120" y="44"/>
                  </a:cubicBezTo>
                  <a:close/>
                  <a:moveTo>
                    <a:pt x="1120" y="1"/>
                  </a:moveTo>
                  <a:cubicBezTo>
                    <a:pt x="501" y="1"/>
                    <a:pt x="0" y="501"/>
                    <a:pt x="0" y="1121"/>
                  </a:cubicBezTo>
                  <a:cubicBezTo>
                    <a:pt x="0" y="1736"/>
                    <a:pt x="501" y="2237"/>
                    <a:pt x="1120" y="2237"/>
                  </a:cubicBezTo>
                  <a:cubicBezTo>
                    <a:pt x="1735" y="2237"/>
                    <a:pt x="2235" y="1736"/>
                    <a:pt x="2235" y="1121"/>
                  </a:cubicBezTo>
                  <a:cubicBezTo>
                    <a:pt x="2235" y="501"/>
                    <a:pt x="1735" y="1"/>
                    <a:pt x="1120"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4" name="Google Shape;1484;p39"/>
            <p:cNvSpPr/>
            <p:nvPr/>
          </p:nvSpPr>
          <p:spPr>
            <a:xfrm>
              <a:off x="4522156" y="4274058"/>
              <a:ext cx="566593" cy="565383"/>
            </a:xfrm>
            <a:custGeom>
              <a:rect b="b" l="l" r="r" t="t"/>
              <a:pathLst>
                <a:path extrusionOk="0" h="1378" w="1381">
                  <a:moveTo>
                    <a:pt x="691" y="0"/>
                  </a:moveTo>
                  <a:cubicBezTo>
                    <a:pt x="308" y="0"/>
                    <a:pt x="1" y="308"/>
                    <a:pt x="1" y="691"/>
                  </a:cubicBezTo>
                  <a:cubicBezTo>
                    <a:pt x="1" y="1070"/>
                    <a:pt x="308" y="1377"/>
                    <a:pt x="691" y="1377"/>
                  </a:cubicBezTo>
                  <a:cubicBezTo>
                    <a:pt x="1069" y="1377"/>
                    <a:pt x="1381" y="1070"/>
                    <a:pt x="1381" y="691"/>
                  </a:cubicBezTo>
                  <a:cubicBezTo>
                    <a:pt x="1381" y="308"/>
                    <a:pt x="1069" y="0"/>
                    <a:pt x="691" y="0"/>
                  </a:cubicBezTo>
                  <a:close/>
                </a:path>
              </a:pathLst>
            </a:custGeom>
            <a:solidFill>
              <a:schemeClr val="accent5"/>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5" name="Google Shape;1485;p39"/>
            <p:cNvSpPr/>
            <p:nvPr/>
          </p:nvSpPr>
          <p:spPr>
            <a:xfrm>
              <a:off x="4512719" y="4264211"/>
              <a:ext cx="584235" cy="584667"/>
            </a:xfrm>
            <a:custGeom>
              <a:rect b="b" l="l" r="r" t="t"/>
              <a:pathLst>
                <a:path extrusionOk="0" h="1425" w="1424">
                  <a:moveTo>
                    <a:pt x="714" y="44"/>
                  </a:moveTo>
                  <a:cubicBezTo>
                    <a:pt x="895" y="44"/>
                    <a:pt x="1065" y="119"/>
                    <a:pt x="1183" y="242"/>
                  </a:cubicBezTo>
                  <a:cubicBezTo>
                    <a:pt x="1305" y="360"/>
                    <a:pt x="1380" y="530"/>
                    <a:pt x="1380" y="715"/>
                  </a:cubicBezTo>
                  <a:cubicBezTo>
                    <a:pt x="1380" y="896"/>
                    <a:pt x="1305" y="1065"/>
                    <a:pt x="1183" y="1184"/>
                  </a:cubicBezTo>
                  <a:cubicBezTo>
                    <a:pt x="1065" y="1307"/>
                    <a:pt x="895" y="1381"/>
                    <a:pt x="714" y="1381"/>
                  </a:cubicBezTo>
                  <a:cubicBezTo>
                    <a:pt x="528" y="1381"/>
                    <a:pt x="363" y="1307"/>
                    <a:pt x="241" y="1184"/>
                  </a:cubicBezTo>
                  <a:cubicBezTo>
                    <a:pt x="118" y="1065"/>
                    <a:pt x="44" y="896"/>
                    <a:pt x="44" y="715"/>
                  </a:cubicBezTo>
                  <a:cubicBezTo>
                    <a:pt x="44" y="530"/>
                    <a:pt x="118" y="360"/>
                    <a:pt x="241" y="242"/>
                  </a:cubicBezTo>
                  <a:cubicBezTo>
                    <a:pt x="363" y="119"/>
                    <a:pt x="528" y="44"/>
                    <a:pt x="714" y="44"/>
                  </a:cubicBezTo>
                  <a:close/>
                  <a:moveTo>
                    <a:pt x="714" y="1"/>
                  </a:moveTo>
                  <a:cubicBezTo>
                    <a:pt x="320" y="1"/>
                    <a:pt x="0" y="321"/>
                    <a:pt x="0" y="715"/>
                  </a:cubicBezTo>
                  <a:cubicBezTo>
                    <a:pt x="0" y="1105"/>
                    <a:pt x="320" y="1425"/>
                    <a:pt x="714" y="1425"/>
                  </a:cubicBezTo>
                  <a:cubicBezTo>
                    <a:pt x="1105" y="1425"/>
                    <a:pt x="1423" y="1105"/>
                    <a:pt x="1423" y="715"/>
                  </a:cubicBezTo>
                  <a:cubicBezTo>
                    <a:pt x="1423" y="321"/>
                    <a:pt x="1105" y="1"/>
                    <a:pt x="71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6" name="Google Shape;1486;p39"/>
            <p:cNvSpPr/>
            <p:nvPr/>
          </p:nvSpPr>
          <p:spPr>
            <a:xfrm>
              <a:off x="4667804" y="4419712"/>
              <a:ext cx="275296" cy="274075"/>
            </a:xfrm>
            <a:custGeom>
              <a:rect b="b" l="l" r="r" t="t"/>
              <a:pathLst>
                <a:path extrusionOk="0" h="668" w="671">
                  <a:moveTo>
                    <a:pt x="336" y="0"/>
                  </a:moveTo>
                  <a:cubicBezTo>
                    <a:pt x="150" y="0"/>
                    <a:pt x="1" y="151"/>
                    <a:pt x="1" y="336"/>
                  </a:cubicBezTo>
                  <a:cubicBezTo>
                    <a:pt x="1" y="517"/>
                    <a:pt x="150" y="667"/>
                    <a:pt x="336" y="667"/>
                  </a:cubicBezTo>
                  <a:cubicBezTo>
                    <a:pt x="521" y="667"/>
                    <a:pt x="671" y="517"/>
                    <a:pt x="671" y="336"/>
                  </a:cubicBezTo>
                  <a:cubicBezTo>
                    <a:pt x="671" y="151"/>
                    <a:pt x="521" y="0"/>
                    <a:pt x="336" y="0"/>
                  </a:cubicBez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7" name="Google Shape;1487;p39"/>
            <p:cNvSpPr/>
            <p:nvPr/>
          </p:nvSpPr>
          <p:spPr>
            <a:xfrm>
              <a:off x="4658368" y="4409865"/>
              <a:ext cx="292938" cy="293769"/>
            </a:xfrm>
            <a:custGeom>
              <a:rect b="b" l="l" r="r" t="t"/>
              <a:pathLst>
                <a:path extrusionOk="0" h="716" w="714">
                  <a:moveTo>
                    <a:pt x="359" y="44"/>
                  </a:moveTo>
                  <a:cubicBezTo>
                    <a:pt x="446" y="44"/>
                    <a:pt x="521" y="80"/>
                    <a:pt x="580" y="135"/>
                  </a:cubicBezTo>
                  <a:cubicBezTo>
                    <a:pt x="635" y="195"/>
                    <a:pt x="670" y="273"/>
                    <a:pt x="670" y="360"/>
                  </a:cubicBezTo>
                  <a:cubicBezTo>
                    <a:pt x="670" y="442"/>
                    <a:pt x="635" y="521"/>
                    <a:pt x="580" y="581"/>
                  </a:cubicBezTo>
                  <a:cubicBezTo>
                    <a:pt x="521" y="636"/>
                    <a:pt x="446" y="671"/>
                    <a:pt x="359" y="671"/>
                  </a:cubicBezTo>
                  <a:cubicBezTo>
                    <a:pt x="273" y="671"/>
                    <a:pt x="193" y="636"/>
                    <a:pt x="138" y="581"/>
                  </a:cubicBezTo>
                  <a:cubicBezTo>
                    <a:pt x="79" y="521"/>
                    <a:pt x="44" y="442"/>
                    <a:pt x="44" y="360"/>
                  </a:cubicBezTo>
                  <a:cubicBezTo>
                    <a:pt x="44" y="273"/>
                    <a:pt x="79" y="195"/>
                    <a:pt x="138" y="135"/>
                  </a:cubicBezTo>
                  <a:cubicBezTo>
                    <a:pt x="193" y="80"/>
                    <a:pt x="273" y="44"/>
                    <a:pt x="359" y="44"/>
                  </a:cubicBezTo>
                  <a:close/>
                  <a:moveTo>
                    <a:pt x="359" y="1"/>
                  </a:moveTo>
                  <a:cubicBezTo>
                    <a:pt x="162" y="1"/>
                    <a:pt x="0" y="162"/>
                    <a:pt x="0" y="360"/>
                  </a:cubicBezTo>
                  <a:cubicBezTo>
                    <a:pt x="0" y="553"/>
                    <a:pt x="162" y="715"/>
                    <a:pt x="359" y="715"/>
                  </a:cubicBezTo>
                  <a:cubicBezTo>
                    <a:pt x="556" y="715"/>
                    <a:pt x="714" y="553"/>
                    <a:pt x="714" y="360"/>
                  </a:cubicBezTo>
                  <a:cubicBezTo>
                    <a:pt x="714" y="162"/>
                    <a:pt x="556" y="1"/>
                    <a:pt x="35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8" name="Google Shape;1488;p39"/>
            <p:cNvSpPr/>
            <p:nvPr/>
          </p:nvSpPr>
          <p:spPr>
            <a:xfrm>
              <a:off x="4792529" y="4035678"/>
              <a:ext cx="558388" cy="528867"/>
            </a:xfrm>
            <a:custGeom>
              <a:rect b="b" l="l" r="r" t="t"/>
              <a:pathLst>
                <a:path extrusionOk="0" h="1289" w="1361">
                  <a:moveTo>
                    <a:pt x="1338" y="1"/>
                  </a:moveTo>
                  <a:cubicBezTo>
                    <a:pt x="1333" y="1"/>
                    <a:pt x="1329" y="3"/>
                    <a:pt x="1325" y="6"/>
                  </a:cubicBezTo>
                  <a:lnTo>
                    <a:pt x="8" y="1252"/>
                  </a:lnTo>
                  <a:cubicBezTo>
                    <a:pt x="0" y="1260"/>
                    <a:pt x="0" y="1272"/>
                    <a:pt x="8" y="1280"/>
                  </a:cubicBezTo>
                  <a:cubicBezTo>
                    <a:pt x="13" y="1286"/>
                    <a:pt x="18" y="1289"/>
                    <a:pt x="24" y="1289"/>
                  </a:cubicBezTo>
                  <a:cubicBezTo>
                    <a:pt x="29" y="1289"/>
                    <a:pt x="35" y="1287"/>
                    <a:pt x="40" y="1284"/>
                  </a:cubicBezTo>
                  <a:lnTo>
                    <a:pt x="1353" y="37"/>
                  </a:lnTo>
                  <a:cubicBezTo>
                    <a:pt x="1360" y="30"/>
                    <a:pt x="1360" y="18"/>
                    <a:pt x="1353" y="10"/>
                  </a:cubicBezTo>
                  <a:cubicBezTo>
                    <a:pt x="1349" y="3"/>
                    <a:pt x="1343" y="1"/>
                    <a:pt x="1338" y="1"/>
                  </a:cubicBezTo>
                  <a:close/>
                </a:path>
              </a:pathLst>
            </a:custGeom>
            <a:solidFill>
              <a:srgbClr val="000000"/>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9" name="Google Shape;1489;p39"/>
            <p:cNvSpPr/>
            <p:nvPr/>
          </p:nvSpPr>
          <p:spPr>
            <a:xfrm>
              <a:off x="4873354" y="3939260"/>
              <a:ext cx="573158" cy="550613"/>
            </a:xfrm>
            <a:custGeom>
              <a:rect b="b" l="l" r="r" t="t"/>
              <a:pathLst>
                <a:path extrusionOk="0" h="1342" w="1397">
                  <a:moveTo>
                    <a:pt x="1396" y="1"/>
                  </a:moveTo>
                  <a:cubicBezTo>
                    <a:pt x="1396" y="1"/>
                    <a:pt x="935" y="296"/>
                    <a:pt x="896" y="336"/>
                  </a:cubicBezTo>
                  <a:lnTo>
                    <a:pt x="44" y="1160"/>
                  </a:lnTo>
                  <a:cubicBezTo>
                    <a:pt x="0" y="1200"/>
                    <a:pt x="0" y="1266"/>
                    <a:pt x="40" y="1309"/>
                  </a:cubicBezTo>
                  <a:cubicBezTo>
                    <a:pt x="60" y="1329"/>
                    <a:pt x="87" y="1342"/>
                    <a:pt x="115" y="1342"/>
                  </a:cubicBezTo>
                  <a:cubicBezTo>
                    <a:pt x="142" y="1342"/>
                    <a:pt x="166" y="1329"/>
                    <a:pt x="186" y="1309"/>
                  </a:cubicBezTo>
                  <a:lnTo>
                    <a:pt x="1069" y="521"/>
                  </a:lnTo>
                  <a:cubicBezTo>
                    <a:pt x="1112" y="478"/>
                    <a:pt x="1396" y="1"/>
                    <a:pt x="1396"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0" name="Google Shape;1490;p39"/>
            <p:cNvSpPr/>
            <p:nvPr/>
          </p:nvSpPr>
          <p:spPr>
            <a:xfrm>
              <a:off x="5198704" y="3922848"/>
              <a:ext cx="257244" cy="253971"/>
            </a:xfrm>
            <a:custGeom>
              <a:rect b="b" l="l" r="r" t="t"/>
              <a:pathLst>
                <a:path extrusionOk="0" h="619" w="627">
                  <a:moveTo>
                    <a:pt x="272" y="1"/>
                  </a:moveTo>
                  <a:cubicBezTo>
                    <a:pt x="272" y="1"/>
                    <a:pt x="272" y="1"/>
                    <a:pt x="272" y="2"/>
                  </a:cubicBezTo>
                  <a:lnTo>
                    <a:pt x="272" y="2"/>
                  </a:lnTo>
                  <a:cubicBezTo>
                    <a:pt x="272" y="1"/>
                    <a:pt x="272" y="1"/>
                    <a:pt x="272" y="1"/>
                  </a:cubicBezTo>
                  <a:close/>
                  <a:moveTo>
                    <a:pt x="272" y="2"/>
                  </a:moveTo>
                  <a:cubicBezTo>
                    <a:pt x="270" y="26"/>
                    <a:pt x="189" y="64"/>
                    <a:pt x="174" y="80"/>
                  </a:cubicBezTo>
                  <a:cubicBezTo>
                    <a:pt x="126" y="128"/>
                    <a:pt x="75" y="194"/>
                    <a:pt x="44" y="253"/>
                  </a:cubicBezTo>
                  <a:cubicBezTo>
                    <a:pt x="15" y="305"/>
                    <a:pt x="0" y="364"/>
                    <a:pt x="8" y="419"/>
                  </a:cubicBezTo>
                  <a:cubicBezTo>
                    <a:pt x="15" y="486"/>
                    <a:pt x="63" y="545"/>
                    <a:pt x="119" y="581"/>
                  </a:cubicBezTo>
                  <a:cubicBezTo>
                    <a:pt x="165" y="606"/>
                    <a:pt x="217" y="619"/>
                    <a:pt x="270" y="619"/>
                  </a:cubicBezTo>
                  <a:cubicBezTo>
                    <a:pt x="284" y="619"/>
                    <a:pt x="298" y="618"/>
                    <a:pt x="312" y="616"/>
                  </a:cubicBezTo>
                  <a:cubicBezTo>
                    <a:pt x="379" y="612"/>
                    <a:pt x="446" y="585"/>
                    <a:pt x="501" y="541"/>
                  </a:cubicBezTo>
                  <a:cubicBezTo>
                    <a:pt x="521" y="525"/>
                    <a:pt x="612" y="399"/>
                    <a:pt x="627" y="399"/>
                  </a:cubicBezTo>
                  <a:cubicBezTo>
                    <a:pt x="614" y="398"/>
                    <a:pt x="601" y="398"/>
                    <a:pt x="588" y="398"/>
                  </a:cubicBezTo>
                  <a:cubicBezTo>
                    <a:pt x="561" y="398"/>
                    <a:pt x="534" y="399"/>
                    <a:pt x="505" y="399"/>
                  </a:cubicBezTo>
                  <a:cubicBezTo>
                    <a:pt x="386" y="407"/>
                    <a:pt x="264" y="415"/>
                    <a:pt x="162" y="470"/>
                  </a:cubicBezTo>
                  <a:cubicBezTo>
                    <a:pt x="162" y="459"/>
                    <a:pt x="166" y="450"/>
                    <a:pt x="170" y="443"/>
                  </a:cubicBezTo>
                  <a:cubicBezTo>
                    <a:pt x="186" y="415"/>
                    <a:pt x="209" y="392"/>
                    <a:pt x="225" y="359"/>
                  </a:cubicBezTo>
                  <a:cubicBezTo>
                    <a:pt x="241" y="324"/>
                    <a:pt x="244" y="289"/>
                    <a:pt x="252" y="250"/>
                  </a:cubicBezTo>
                  <a:cubicBezTo>
                    <a:pt x="261" y="167"/>
                    <a:pt x="268" y="85"/>
                    <a:pt x="272" y="2"/>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91" name="Google Shape;1491;p39"/>
          <p:cNvSpPr/>
          <p:nvPr/>
        </p:nvSpPr>
        <p:spPr>
          <a:xfrm rot="-878897">
            <a:off x="8128848" y="8366505"/>
            <a:ext cx="556807" cy="759411"/>
          </a:xfrm>
          <a:custGeom>
            <a:rect b="b" l="l" r="r" t="t"/>
            <a:pathLst>
              <a:path extrusionOk="0" h="1608" w="1179">
                <a:moveTo>
                  <a:pt x="939" y="0"/>
                </a:moveTo>
                <a:cubicBezTo>
                  <a:pt x="765" y="0"/>
                  <a:pt x="608" y="336"/>
                  <a:pt x="591" y="469"/>
                </a:cubicBezTo>
                <a:cubicBezTo>
                  <a:pt x="591" y="354"/>
                  <a:pt x="536" y="243"/>
                  <a:pt x="453" y="172"/>
                </a:cubicBezTo>
                <a:cubicBezTo>
                  <a:pt x="401" y="127"/>
                  <a:pt x="336" y="98"/>
                  <a:pt x="270" y="98"/>
                </a:cubicBezTo>
                <a:cubicBezTo>
                  <a:pt x="251" y="98"/>
                  <a:pt x="232" y="101"/>
                  <a:pt x="213" y="106"/>
                </a:cubicBezTo>
                <a:cubicBezTo>
                  <a:pt x="86" y="141"/>
                  <a:pt x="31" y="287"/>
                  <a:pt x="19" y="414"/>
                </a:cubicBezTo>
                <a:cubicBezTo>
                  <a:pt x="0" y="642"/>
                  <a:pt x="55" y="902"/>
                  <a:pt x="153" y="1111"/>
                </a:cubicBezTo>
                <a:cubicBezTo>
                  <a:pt x="228" y="1280"/>
                  <a:pt x="279" y="1450"/>
                  <a:pt x="386" y="1608"/>
                </a:cubicBezTo>
                <a:cubicBezTo>
                  <a:pt x="643" y="1360"/>
                  <a:pt x="856" y="1071"/>
                  <a:pt x="1017" y="756"/>
                </a:cubicBezTo>
                <a:cubicBezTo>
                  <a:pt x="1103" y="579"/>
                  <a:pt x="1178" y="381"/>
                  <a:pt x="1127" y="192"/>
                </a:cubicBezTo>
                <a:cubicBezTo>
                  <a:pt x="1107" y="121"/>
                  <a:pt x="1072" y="54"/>
                  <a:pt x="1009" y="19"/>
                </a:cubicBezTo>
                <a:cubicBezTo>
                  <a:pt x="985" y="6"/>
                  <a:pt x="962" y="0"/>
                  <a:pt x="939" y="0"/>
                </a:cubicBezTo>
                <a:close/>
              </a:path>
            </a:pathLst>
          </a:cu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2" name="Google Shape;1492;p39"/>
          <p:cNvSpPr/>
          <p:nvPr/>
        </p:nvSpPr>
        <p:spPr>
          <a:xfrm rot="1780616">
            <a:off x="7054449" y="7778904"/>
            <a:ext cx="556806" cy="759410"/>
          </a:xfrm>
          <a:custGeom>
            <a:rect b="b" l="l" r="r" t="t"/>
            <a:pathLst>
              <a:path extrusionOk="0" h="1608" w="1179">
                <a:moveTo>
                  <a:pt x="939" y="0"/>
                </a:moveTo>
                <a:cubicBezTo>
                  <a:pt x="765" y="0"/>
                  <a:pt x="608" y="336"/>
                  <a:pt x="591" y="469"/>
                </a:cubicBezTo>
                <a:cubicBezTo>
                  <a:pt x="591" y="354"/>
                  <a:pt x="536" y="243"/>
                  <a:pt x="453" y="172"/>
                </a:cubicBezTo>
                <a:cubicBezTo>
                  <a:pt x="401" y="127"/>
                  <a:pt x="336" y="98"/>
                  <a:pt x="270" y="98"/>
                </a:cubicBezTo>
                <a:cubicBezTo>
                  <a:pt x="251" y="98"/>
                  <a:pt x="232" y="101"/>
                  <a:pt x="213" y="106"/>
                </a:cubicBezTo>
                <a:cubicBezTo>
                  <a:pt x="86" y="141"/>
                  <a:pt x="31" y="287"/>
                  <a:pt x="19" y="414"/>
                </a:cubicBezTo>
                <a:cubicBezTo>
                  <a:pt x="0" y="642"/>
                  <a:pt x="55" y="902"/>
                  <a:pt x="153" y="1111"/>
                </a:cubicBezTo>
                <a:cubicBezTo>
                  <a:pt x="228" y="1280"/>
                  <a:pt x="279" y="1450"/>
                  <a:pt x="386" y="1608"/>
                </a:cubicBezTo>
                <a:cubicBezTo>
                  <a:pt x="643" y="1360"/>
                  <a:pt x="856" y="1071"/>
                  <a:pt x="1017" y="756"/>
                </a:cubicBezTo>
                <a:cubicBezTo>
                  <a:pt x="1103" y="579"/>
                  <a:pt x="1178" y="381"/>
                  <a:pt x="1127" y="192"/>
                </a:cubicBezTo>
                <a:cubicBezTo>
                  <a:pt x="1107" y="121"/>
                  <a:pt x="1072" y="54"/>
                  <a:pt x="1009" y="19"/>
                </a:cubicBezTo>
                <a:cubicBezTo>
                  <a:pt x="985" y="6"/>
                  <a:pt x="962" y="0"/>
                  <a:pt x="939" y="0"/>
                </a:cubicBezTo>
                <a:close/>
              </a:path>
            </a:pathLst>
          </a:custGeom>
          <a:solidFill>
            <a:schemeClr val="accen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93" name="Google Shape;1493;p39"/>
          <p:cNvGrpSpPr/>
          <p:nvPr/>
        </p:nvGrpSpPr>
        <p:grpSpPr>
          <a:xfrm flipH="1" rot="10800000">
            <a:off x="2319427" y="468000"/>
            <a:ext cx="5586585" cy="1867210"/>
            <a:chOff x="2985915" y="1219200"/>
            <a:chExt cx="5586585" cy="1867210"/>
          </a:xfrm>
        </p:grpSpPr>
        <p:grpSp>
          <p:nvGrpSpPr>
            <p:cNvPr id="1494" name="Google Shape;1494;p39"/>
            <p:cNvGrpSpPr/>
            <p:nvPr/>
          </p:nvGrpSpPr>
          <p:grpSpPr>
            <a:xfrm rot="-2700000">
              <a:off x="3147807" y="1907610"/>
              <a:ext cx="1114340" cy="919475"/>
              <a:chOff x="-3339327" y="8358061"/>
              <a:chExt cx="1458370" cy="1203344"/>
            </a:xfrm>
          </p:grpSpPr>
          <p:sp>
            <p:nvSpPr>
              <p:cNvPr id="1495" name="Google Shape;1495;p39"/>
              <p:cNvSpPr/>
              <p:nvPr/>
            </p:nvSpPr>
            <p:spPr>
              <a:xfrm>
                <a:off x="-3339327" y="8358061"/>
                <a:ext cx="1458370" cy="1203344"/>
              </a:xfrm>
              <a:custGeom>
                <a:rect b="b" l="l" r="r" t="t"/>
                <a:pathLst>
                  <a:path extrusionOk="0" h="2548" w="3088">
                    <a:moveTo>
                      <a:pt x="3087" y="0"/>
                    </a:moveTo>
                    <a:lnTo>
                      <a:pt x="3087" y="0"/>
                    </a:lnTo>
                    <a:cubicBezTo>
                      <a:pt x="2749" y="63"/>
                      <a:pt x="2414" y="137"/>
                      <a:pt x="2078" y="204"/>
                    </a:cubicBezTo>
                    <a:cubicBezTo>
                      <a:pt x="1964" y="228"/>
                      <a:pt x="1850" y="256"/>
                      <a:pt x="1735" y="284"/>
                    </a:cubicBezTo>
                    <a:cubicBezTo>
                      <a:pt x="1388" y="363"/>
                      <a:pt x="1049" y="461"/>
                      <a:pt x="705" y="563"/>
                    </a:cubicBezTo>
                    <a:cubicBezTo>
                      <a:pt x="536" y="615"/>
                      <a:pt x="367" y="666"/>
                      <a:pt x="197" y="721"/>
                    </a:cubicBezTo>
                    <a:cubicBezTo>
                      <a:pt x="150" y="733"/>
                      <a:pt x="43" y="745"/>
                      <a:pt x="19" y="796"/>
                    </a:cubicBezTo>
                    <a:cubicBezTo>
                      <a:pt x="0" y="852"/>
                      <a:pt x="55" y="887"/>
                      <a:pt x="90" y="914"/>
                    </a:cubicBezTo>
                    <a:cubicBezTo>
                      <a:pt x="852" y="1443"/>
                      <a:pt x="1624" y="1959"/>
                      <a:pt x="2394" y="2476"/>
                    </a:cubicBezTo>
                    <a:cubicBezTo>
                      <a:pt x="2444" y="2512"/>
                      <a:pt x="2500" y="2548"/>
                      <a:pt x="2561" y="2548"/>
                    </a:cubicBezTo>
                    <a:cubicBezTo>
                      <a:pt x="2567" y="2548"/>
                      <a:pt x="2573" y="2547"/>
                      <a:pt x="2579" y="2547"/>
                    </a:cubicBezTo>
                    <a:cubicBezTo>
                      <a:pt x="2591" y="2547"/>
                      <a:pt x="2607" y="2543"/>
                      <a:pt x="2610" y="2532"/>
                    </a:cubicBezTo>
                    <a:cubicBezTo>
                      <a:pt x="2618" y="2519"/>
                      <a:pt x="2614" y="2503"/>
                      <a:pt x="2610" y="2492"/>
                    </a:cubicBezTo>
                    <a:cubicBezTo>
                      <a:pt x="2594" y="2441"/>
                      <a:pt x="2579" y="2390"/>
                      <a:pt x="2563" y="2338"/>
                    </a:cubicBezTo>
                    <a:cubicBezTo>
                      <a:pt x="2480" y="2070"/>
                      <a:pt x="2398" y="1802"/>
                      <a:pt x="2310" y="1533"/>
                    </a:cubicBezTo>
                    <a:cubicBezTo>
                      <a:pt x="2303" y="1506"/>
                      <a:pt x="2295" y="1478"/>
                      <a:pt x="2295" y="1451"/>
                    </a:cubicBezTo>
                    <a:cubicBezTo>
                      <a:pt x="2291" y="1427"/>
                      <a:pt x="2291" y="1403"/>
                      <a:pt x="2291" y="1380"/>
                    </a:cubicBezTo>
                    <a:cubicBezTo>
                      <a:pt x="2299" y="1210"/>
                      <a:pt x="2307" y="1041"/>
                      <a:pt x="2314" y="871"/>
                    </a:cubicBezTo>
                    <a:cubicBezTo>
                      <a:pt x="2319" y="843"/>
                      <a:pt x="2319" y="812"/>
                      <a:pt x="2330" y="785"/>
                    </a:cubicBezTo>
                    <a:cubicBezTo>
                      <a:pt x="2343" y="752"/>
                      <a:pt x="2370" y="725"/>
                      <a:pt x="2398" y="701"/>
                    </a:cubicBezTo>
                    <a:cubicBezTo>
                      <a:pt x="2574" y="532"/>
                      <a:pt x="2752" y="363"/>
                      <a:pt x="2929" y="193"/>
                    </a:cubicBezTo>
                    <a:cubicBezTo>
                      <a:pt x="2989" y="133"/>
                      <a:pt x="3052" y="75"/>
                      <a:pt x="3087" y="0"/>
                    </a:cubicBezTo>
                    <a:close/>
                  </a:path>
                </a:pathLst>
              </a:cu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6" name="Google Shape;1496;p39"/>
              <p:cNvSpPr/>
              <p:nvPr/>
            </p:nvSpPr>
            <p:spPr>
              <a:xfrm>
                <a:off x="-3279821" y="8711319"/>
                <a:ext cx="1041355" cy="322088"/>
              </a:xfrm>
              <a:custGeom>
                <a:rect b="b" l="l" r="r" t="t"/>
                <a:pathLst>
                  <a:path extrusionOk="0" h="682" w="2205">
                    <a:moveTo>
                      <a:pt x="2039" y="1"/>
                    </a:moveTo>
                    <a:cubicBezTo>
                      <a:pt x="1937" y="1"/>
                      <a:pt x="1833" y="24"/>
                      <a:pt x="1731" y="24"/>
                    </a:cubicBezTo>
                    <a:cubicBezTo>
                      <a:pt x="1715" y="28"/>
                      <a:pt x="1700" y="28"/>
                      <a:pt x="1684" y="28"/>
                    </a:cubicBezTo>
                    <a:cubicBezTo>
                      <a:pt x="1534" y="28"/>
                      <a:pt x="1389" y="40"/>
                      <a:pt x="1238" y="44"/>
                    </a:cubicBezTo>
                    <a:cubicBezTo>
                      <a:pt x="828" y="56"/>
                      <a:pt x="419" y="60"/>
                      <a:pt x="8" y="68"/>
                    </a:cubicBezTo>
                    <a:cubicBezTo>
                      <a:pt x="0" y="84"/>
                      <a:pt x="24" y="95"/>
                      <a:pt x="44" y="99"/>
                    </a:cubicBezTo>
                    <a:cubicBezTo>
                      <a:pt x="450" y="162"/>
                      <a:pt x="840" y="317"/>
                      <a:pt x="1234" y="439"/>
                    </a:cubicBezTo>
                    <a:cubicBezTo>
                      <a:pt x="1455" y="510"/>
                      <a:pt x="1676" y="565"/>
                      <a:pt x="1901" y="624"/>
                    </a:cubicBezTo>
                    <a:cubicBezTo>
                      <a:pt x="1940" y="632"/>
                      <a:pt x="1984" y="643"/>
                      <a:pt x="2027" y="655"/>
                    </a:cubicBezTo>
                    <a:cubicBezTo>
                      <a:pt x="2047" y="659"/>
                      <a:pt x="2093" y="682"/>
                      <a:pt x="2120" y="682"/>
                    </a:cubicBezTo>
                    <a:cubicBezTo>
                      <a:pt x="2125" y="682"/>
                      <a:pt x="2130" y="681"/>
                      <a:pt x="2133" y="679"/>
                    </a:cubicBezTo>
                    <a:cubicBezTo>
                      <a:pt x="2184" y="663"/>
                      <a:pt x="2157" y="537"/>
                      <a:pt x="2157" y="497"/>
                    </a:cubicBezTo>
                    <a:cubicBezTo>
                      <a:pt x="2157" y="336"/>
                      <a:pt x="2165" y="175"/>
                      <a:pt x="2204" y="17"/>
                    </a:cubicBezTo>
                    <a:cubicBezTo>
                      <a:pt x="2181" y="17"/>
                      <a:pt x="2153" y="17"/>
                      <a:pt x="2126" y="13"/>
                    </a:cubicBezTo>
                    <a:cubicBezTo>
                      <a:pt x="2098" y="9"/>
                      <a:pt x="2066" y="4"/>
                      <a:pt x="2039" y="1"/>
                    </a:cubicBezTo>
                    <a:close/>
                  </a:path>
                </a:pathLst>
              </a:custGeom>
              <a:solidFill>
                <a:schemeClr val="accent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97" name="Google Shape;1497;p39"/>
            <p:cNvSpPr/>
            <p:nvPr/>
          </p:nvSpPr>
          <p:spPr>
            <a:xfrm>
              <a:off x="4114800" y="1219200"/>
              <a:ext cx="4457700" cy="940150"/>
            </a:xfrm>
            <a:custGeom>
              <a:rect b="b" l="l" r="r" t="t"/>
              <a:pathLst>
                <a:path extrusionOk="0" h="37606" w="178308">
                  <a:moveTo>
                    <a:pt x="0" y="26670"/>
                  </a:moveTo>
                  <a:cubicBezTo>
                    <a:pt x="11318" y="14543"/>
                    <a:pt x="28795" y="1604"/>
                    <a:pt x="44958" y="5334"/>
                  </a:cubicBezTo>
                  <a:cubicBezTo>
                    <a:pt x="56423" y="7980"/>
                    <a:pt x="65002" y="17686"/>
                    <a:pt x="74676" y="24384"/>
                  </a:cubicBezTo>
                  <a:cubicBezTo>
                    <a:pt x="86101" y="32294"/>
                    <a:pt x="100439" y="36348"/>
                    <a:pt x="114300" y="37338"/>
                  </a:cubicBezTo>
                  <a:cubicBezTo>
                    <a:pt x="121803" y="37874"/>
                    <a:pt x="129193" y="34927"/>
                    <a:pt x="136398" y="32766"/>
                  </a:cubicBezTo>
                  <a:cubicBezTo>
                    <a:pt x="146631" y="29696"/>
                    <a:pt x="157892" y="28637"/>
                    <a:pt x="166878" y="22860"/>
                  </a:cubicBezTo>
                  <a:cubicBezTo>
                    <a:pt x="174044" y="18253"/>
                    <a:pt x="178308" y="8519"/>
                    <a:pt x="178308" y="0"/>
                  </a:cubicBezTo>
                </a:path>
              </a:pathLst>
            </a:custGeom>
            <a:noFill/>
            <a:ln cap="flat" cmpd="sng" w="28575">
              <a:solidFill>
                <a:schemeClr val="dk1"/>
              </a:solidFill>
              <a:prstDash val="solid"/>
              <a:round/>
              <a:headEnd len="med" w="med" type="none"/>
              <a:tailEnd len="med" w="med" type="none"/>
            </a:ln>
          </p:spPr>
        </p:sp>
        <p:sp>
          <p:nvSpPr>
            <p:cNvPr id="1498" name="Google Shape;1498;p39"/>
            <p:cNvSpPr/>
            <p:nvPr/>
          </p:nvSpPr>
          <p:spPr>
            <a:xfrm>
              <a:off x="4229100" y="1628059"/>
              <a:ext cx="2114550" cy="619850"/>
            </a:xfrm>
            <a:custGeom>
              <a:rect b="b" l="l" r="r" t="t"/>
              <a:pathLst>
                <a:path extrusionOk="0" h="24794" w="84582">
                  <a:moveTo>
                    <a:pt x="0" y="13364"/>
                  </a:moveTo>
                  <a:cubicBezTo>
                    <a:pt x="11296" y="5833"/>
                    <a:pt x="25858" y="-2729"/>
                    <a:pt x="38862" y="1172"/>
                  </a:cubicBezTo>
                  <a:cubicBezTo>
                    <a:pt x="55292" y="6101"/>
                    <a:pt x="68461" y="18932"/>
                    <a:pt x="84582" y="24794"/>
                  </a:cubicBezTo>
                </a:path>
              </a:pathLst>
            </a:custGeom>
            <a:noFill/>
            <a:ln cap="flat" cmpd="sng" w="28575">
              <a:solidFill>
                <a:schemeClr val="dk1"/>
              </a:solidFill>
              <a:prstDash val="solid"/>
              <a:round/>
              <a:headEnd len="med" w="med" type="none"/>
              <a:tailEnd len="med" w="med" type="none"/>
            </a:ln>
          </p:spPr>
        </p:sp>
        <p:sp>
          <p:nvSpPr>
            <p:cNvPr id="1499" name="Google Shape;1499;p39"/>
            <p:cNvSpPr/>
            <p:nvPr/>
          </p:nvSpPr>
          <p:spPr>
            <a:xfrm>
              <a:off x="5905500" y="2038350"/>
              <a:ext cx="2038350" cy="481475"/>
            </a:xfrm>
            <a:custGeom>
              <a:rect b="b" l="l" r="r" t="t"/>
              <a:pathLst>
                <a:path extrusionOk="0" h="19259" w="81534">
                  <a:moveTo>
                    <a:pt x="0" y="6096"/>
                  </a:moveTo>
                  <a:cubicBezTo>
                    <a:pt x="17025" y="27378"/>
                    <a:pt x="63797" y="20693"/>
                    <a:pt x="81534" y="0"/>
                  </a:cubicBezTo>
                </a:path>
              </a:pathLst>
            </a:custGeom>
            <a:noFill/>
            <a:ln cap="flat" cmpd="sng" w="28575">
              <a:solidFill>
                <a:schemeClr val="dk1"/>
              </a:solidFill>
              <a:prstDash val="solid"/>
              <a:round/>
              <a:headEnd len="med" w="med" type="none"/>
              <a:tailEnd len="med" w="med" type="none"/>
            </a:ln>
          </p:spPr>
        </p:sp>
      </p:grpSp>
      <p:sp>
        <p:nvSpPr>
          <p:cNvPr id="1500" name="Google Shape;1500;p39"/>
          <p:cNvSpPr txBox="1"/>
          <p:nvPr>
            <p:ph type="title"/>
          </p:nvPr>
        </p:nvSpPr>
        <p:spPr>
          <a:xfrm>
            <a:off x="1048800" y="2470013"/>
            <a:ext cx="8189400" cy="4730700"/>
          </a:xfrm>
          <a:prstGeom prst="rect">
            <a:avLst/>
          </a:prstGeom>
          <a:solidFill>
            <a:srgbClr val="00B2FF">
              <a:alpha val="25320"/>
            </a:srgbClr>
          </a:solidFill>
        </p:spPr>
        <p:txBody>
          <a:bodyPr anchorCtr="0" anchor="ctr" bIns="91425" lIns="91425" spcFirstLastPara="1" rIns="91425" wrap="square" tIns="91425">
            <a:noAutofit/>
          </a:bodyPr>
          <a:lstStyle/>
          <a:p>
            <a:pPr indent="0" lvl="0" marL="0" rtl="0" algn="l">
              <a:spcBef>
                <a:spcPts val="0"/>
              </a:spcBef>
              <a:spcAft>
                <a:spcPts val="0"/>
              </a:spcAft>
              <a:buNone/>
            </a:pPr>
            <a:r>
              <a:rPr lang="en" sz="2400"/>
              <a:t>Insert text</a:t>
            </a:r>
            <a:endParaRPr sz="2400"/>
          </a:p>
        </p:txBody>
      </p:sp>
      <p:sp>
        <p:nvSpPr>
          <p:cNvPr id="1501" name="Google Shape;1501;p39"/>
          <p:cNvSpPr txBox="1"/>
          <p:nvPr/>
        </p:nvSpPr>
        <p:spPr>
          <a:xfrm>
            <a:off x="10342325" y="2060150"/>
            <a:ext cx="3484200" cy="4120500"/>
          </a:xfrm>
          <a:prstGeom prst="rect">
            <a:avLst/>
          </a:prstGeom>
          <a:solidFill>
            <a:srgbClr val="00C5FF">
              <a:alpha val="51270"/>
            </a:srgbClr>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Grandstander"/>
                <a:ea typeface="Grandstander"/>
                <a:cs typeface="Grandstander"/>
                <a:sym typeface="Grandstander"/>
              </a:rPr>
              <a:t>Instructions</a:t>
            </a:r>
            <a:endParaRPr>
              <a:latin typeface="Grandstander"/>
              <a:ea typeface="Grandstander"/>
              <a:cs typeface="Grandstander"/>
              <a:sym typeface="Grandstander"/>
            </a:endParaRPr>
          </a:p>
          <a:p>
            <a:pPr indent="0" lvl="0" marL="0" rtl="0" algn="l">
              <a:spcBef>
                <a:spcPts val="0"/>
              </a:spcBef>
              <a:spcAft>
                <a:spcPts val="0"/>
              </a:spcAft>
              <a:buNone/>
            </a:pPr>
            <a:r>
              <a:t/>
            </a:r>
            <a:endParaRPr>
              <a:latin typeface="Grandstander"/>
              <a:ea typeface="Grandstander"/>
              <a:cs typeface="Grandstander"/>
              <a:sym typeface="Grandstander"/>
            </a:endParaRPr>
          </a:p>
          <a:p>
            <a:pPr indent="-317500" lvl="0" marL="457200" rtl="0" algn="l">
              <a:spcBef>
                <a:spcPts val="0"/>
              </a:spcBef>
              <a:spcAft>
                <a:spcPts val="0"/>
              </a:spcAft>
              <a:buSzPts val="1400"/>
              <a:buFont typeface="Grandstander"/>
              <a:buChar char="●"/>
            </a:pPr>
            <a:r>
              <a:rPr lang="en">
                <a:latin typeface="Grandstander"/>
                <a:ea typeface="Grandstander"/>
                <a:cs typeface="Grandstander"/>
                <a:sym typeface="Grandstander"/>
              </a:rPr>
              <a:t>Tell the story of the event, which affected you deeply, that you experienced, witnessed, saw on television, or read about that you feel must be known, shared with the world, and/or remembered</a:t>
            </a:r>
            <a:endParaRPr>
              <a:latin typeface="Grandstander"/>
              <a:ea typeface="Grandstander"/>
              <a:cs typeface="Grandstander"/>
              <a:sym typeface="Grandstander"/>
            </a:endParaRPr>
          </a:p>
          <a:p>
            <a:pPr indent="-317500" lvl="0" marL="457200" rtl="0" algn="l">
              <a:spcBef>
                <a:spcPts val="0"/>
              </a:spcBef>
              <a:spcAft>
                <a:spcPts val="0"/>
              </a:spcAft>
              <a:buSzPts val="1400"/>
              <a:buFont typeface="Grandstander"/>
              <a:buChar char="●"/>
            </a:pPr>
            <a:r>
              <a:rPr lang="en">
                <a:latin typeface="Grandstander"/>
                <a:ea typeface="Grandstander"/>
                <a:cs typeface="Grandstander"/>
                <a:sym typeface="Grandstander"/>
              </a:rPr>
              <a:t>The event or experience you select should be one that affected you deeply, so it is irrelevant what other people think in regard to your selection. Choose based on what you think</a:t>
            </a:r>
            <a:endParaRPr>
              <a:latin typeface="Grandstander"/>
              <a:ea typeface="Grandstander"/>
              <a:cs typeface="Grandstander"/>
              <a:sym typeface="Grandstander"/>
            </a:endParaRPr>
          </a:p>
          <a:p>
            <a:pPr indent="-317500" lvl="0" marL="457200" rtl="0" algn="l">
              <a:spcBef>
                <a:spcPts val="0"/>
              </a:spcBef>
              <a:spcAft>
                <a:spcPts val="0"/>
              </a:spcAft>
              <a:buSzPts val="1400"/>
              <a:buFont typeface="Grandstander"/>
              <a:buChar char="●"/>
            </a:pPr>
            <a:r>
              <a:rPr lang="en">
                <a:latin typeface="Grandstander"/>
                <a:ea typeface="Grandstander"/>
                <a:cs typeface="Grandstander"/>
                <a:sym typeface="Grandstander"/>
              </a:rPr>
              <a:t>Optionally, replace the other images as well</a:t>
            </a:r>
            <a:endParaRPr>
              <a:latin typeface="Grandstander"/>
              <a:ea typeface="Grandstander"/>
              <a:cs typeface="Grandstander"/>
              <a:sym typeface="Grandstande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05" name="Shape 1505"/>
        <p:cNvGrpSpPr/>
        <p:nvPr/>
      </p:nvGrpSpPr>
      <p:grpSpPr>
        <a:xfrm>
          <a:off x="0" y="0"/>
          <a:ext cx="0" cy="0"/>
          <a:chOff x="0" y="0"/>
          <a:chExt cx="0" cy="0"/>
        </a:xfrm>
      </p:grpSpPr>
      <p:sp>
        <p:nvSpPr>
          <p:cNvPr id="1506" name="Google Shape;1506;p40"/>
          <p:cNvSpPr txBox="1"/>
          <p:nvPr>
            <p:ph type="title"/>
          </p:nvPr>
        </p:nvSpPr>
        <p:spPr>
          <a:xfrm>
            <a:off x="914400" y="888750"/>
            <a:ext cx="8458200" cy="956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t>Why I Think It Happened</a:t>
            </a:r>
            <a:endParaRPr/>
          </a:p>
          <a:p>
            <a:pPr indent="0" lvl="0" marL="0" rtl="0" algn="ctr">
              <a:spcBef>
                <a:spcPts val="0"/>
              </a:spcBef>
              <a:spcAft>
                <a:spcPts val="0"/>
              </a:spcAft>
              <a:buClr>
                <a:schemeClr val="dk1"/>
              </a:buClr>
              <a:buSzPts val="1100"/>
              <a:buFont typeface="Arial"/>
              <a:buNone/>
            </a:pPr>
            <a:r>
              <a:t/>
            </a:r>
            <a:endParaRPr/>
          </a:p>
          <a:p>
            <a:pPr indent="0" lvl="0" marL="0" rtl="0" algn="ctr">
              <a:spcBef>
                <a:spcPts val="0"/>
              </a:spcBef>
              <a:spcAft>
                <a:spcPts val="0"/>
              </a:spcAft>
              <a:buClr>
                <a:schemeClr val="dk1"/>
              </a:buClr>
              <a:buSzPts val="1100"/>
              <a:buFont typeface="Arial"/>
              <a:buNone/>
            </a:pPr>
            <a:r>
              <a:t/>
            </a:r>
            <a:endParaRPr/>
          </a:p>
        </p:txBody>
      </p:sp>
      <p:grpSp>
        <p:nvGrpSpPr>
          <p:cNvPr id="1507" name="Google Shape;1507;p40"/>
          <p:cNvGrpSpPr/>
          <p:nvPr/>
        </p:nvGrpSpPr>
        <p:grpSpPr>
          <a:xfrm>
            <a:off x="2456583" y="3309226"/>
            <a:ext cx="5401483" cy="5874861"/>
            <a:chOff x="409807" y="307174"/>
            <a:chExt cx="8410905" cy="9148024"/>
          </a:xfrm>
        </p:grpSpPr>
        <p:sp>
          <p:nvSpPr>
            <p:cNvPr id="1508" name="Google Shape;1508;p40"/>
            <p:cNvSpPr/>
            <p:nvPr/>
          </p:nvSpPr>
          <p:spPr>
            <a:xfrm>
              <a:off x="719918" y="1402995"/>
              <a:ext cx="8100795" cy="6931683"/>
            </a:xfrm>
            <a:custGeom>
              <a:rect b="b" l="l" r="r" t="t"/>
              <a:pathLst>
                <a:path extrusionOk="0" h="14283" w="16692">
                  <a:moveTo>
                    <a:pt x="11165" y="0"/>
                  </a:moveTo>
                  <a:cubicBezTo>
                    <a:pt x="9782" y="0"/>
                    <a:pt x="8362" y="497"/>
                    <a:pt x="7217" y="1255"/>
                  </a:cubicBezTo>
                  <a:cubicBezTo>
                    <a:pt x="6549" y="1701"/>
                    <a:pt x="5939" y="2249"/>
                    <a:pt x="5430" y="2876"/>
                  </a:cubicBezTo>
                  <a:cubicBezTo>
                    <a:pt x="4953" y="3464"/>
                    <a:pt x="4764" y="4118"/>
                    <a:pt x="4345" y="4722"/>
                  </a:cubicBezTo>
                  <a:cubicBezTo>
                    <a:pt x="3904" y="5357"/>
                    <a:pt x="3368" y="5940"/>
                    <a:pt x="2760" y="6421"/>
                  </a:cubicBezTo>
                  <a:cubicBezTo>
                    <a:pt x="2220" y="6847"/>
                    <a:pt x="1534" y="7068"/>
                    <a:pt x="1026" y="7528"/>
                  </a:cubicBezTo>
                  <a:cubicBezTo>
                    <a:pt x="91" y="8380"/>
                    <a:pt x="1" y="9867"/>
                    <a:pt x="418" y="11058"/>
                  </a:cubicBezTo>
                  <a:cubicBezTo>
                    <a:pt x="576" y="11508"/>
                    <a:pt x="800" y="11941"/>
                    <a:pt x="1132" y="12284"/>
                  </a:cubicBezTo>
                  <a:cubicBezTo>
                    <a:pt x="1956" y="13124"/>
                    <a:pt x="3237" y="13239"/>
                    <a:pt x="4397" y="13428"/>
                  </a:cubicBezTo>
                  <a:cubicBezTo>
                    <a:pt x="5650" y="13629"/>
                    <a:pt x="6873" y="13976"/>
                    <a:pt x="8127" y="14161"/>
                  </a:cubicBezTo>
                  <a:cubicBezTo>
                    <a:pt x="8632" y="14236"/>
                    <a:pt x="9146" y="14282"/>
                    <a:pt x="9657" y="14282"/>
                  </a:cubicBezTo>
                  <a:cubicBezTo>
                    <a:pt x="10419" y="14282"/>
                    <a:pt x="11175" y="14179"/>
                    <a:pt x="11885" y="13912"/>
                  </a:cubicBezTo>
                  <a:cubicBezTo>
                    <a:pt x="13372" y="13353"/>
                    <a:pt x="14519" y="12123"/>
                    <a:pt x="15374" y="10778"/>
                  </a:cubicBezTo>
                  <a:cubicBezTo>
                    <a:pt x="15852" y="10029"/>
                    <a:pt x="16262" y="9221"/>
                    <a:pt x="16424" y="8349"/>
                  </a:cubicBezTo>
                  <a:cubicBezTo>
                    <a:pt x="16691" y="6890"/>
                    <a:pt x="16340" y="5167"/>
                    <a:pt x="15938" y="3759"/>
                  </a:cubicBezTo>
                  <a:cubicBezTo>
                    <a:pt x="15654" y="2762"/>
                    <a:pt x="15114" y="1831"/>
                    <a:pt x="14338" y="1145"/>
                  </a:cubicBezTo>
                  <a:cubicBezTo>
                    <a:pt x="13422" y="338"/>
                    <a:pt x="12306" y="0"/>
                    <a:pt x="11165" y="0"/>
                  </a:cubicBezTo>
                  <a:close/>
                </a:path>
              </a:pathLst>
            </a:custGeom>
            <a:solidFill>
              <a:schemeClr val="dk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9" name="Google Shape;1509;p40"/>
            <p:cNvSpPr/>
            <p:nvPr/>
          </p:nvSpPr>
          <p:spPr>
            <a:xfrm>
              <a:off x="1385757" y="6543357"/>
              <a:ext cx="639639" cy="379512"/>
            </a:xfrm>
            <a:custGeom>
              <a:rect b="b" l="l" r="r" t="t"/>
              <a:pathLst>
                <a:path extrusionOk="0" h="782" w="1318">
                  <a:moveTo>
                    <a:pt x="28" y="1"/>
                  </a:moveTo>
                  <a:lnTo>
                    <a:pt x="1" y="24"/>
                  </a:lnTo>
                  <a:cubicBezTo>
                    <a:pt x="178" y="201"/>
                    <a:pt x="398" y="332"/>
                    <a:pt x="635" y="395"/>
                  </a:cubicBezTo>
                  <a:cubicBezTo>
                    <a:pt x="738" y="423"/>
                    <a:pt x="837" y="438"/>
                    <a:pt x="931" y="474"/>
                  </a:cubicBezTo>
                  <a:cubicBezTo>
                    <a:pt x="1081" y="533"/>
                    <a:pt x="1208" y="643"/>
                    <a:pt x="1286" y="781"/>
                  </a:cubicBezTo>
                  <a:lnTo>
                    <a:pt x="1317" y="765"/>
                  </a:lnTo>
                  <a:cubicBezTo>
                    <a:pt x="1235" y="620"/>
                    <a:pt x="1101" y="501"/>
                    <a:pt x="943" y="443"/>
                  </a:cubicBezTo>
                  <a:cubicBezTo>
                    <a:pt x="844" y="403"/>
                    <a:pt x="742" y="387"/>
                    <a:pt x="647" y="363"/>
                  </a:cubicBezTo>
                  <a:cubicBezTo>
                    <a:pt x="415" y="301"/>
                    <a:pt x="198" y="174"/>
                    <a:pt x="28"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0" name="Google Shape;1510;p40"/>
            <p:cNvSpPr/>
            <p:nvPr/>
          </p:nvSpPr>
          <p:spPr>
            <a:xfrm>
              <a:off x="5521048" y="3407309"/>
              <a:ext cx="2252809" cy="3046776"/>
            </a:xfrm>
            <a:custGeom>
              <a:rect b="b" l="l" r="r" t="t"/>
              <a:pathLst>
                <a:path extrusionOk="0" h="6278" w="4642">
                  <a:moveTo>
                    <a:pt x="4591" y="0"/>
                  </a:moveTo>
                  <a:lnTo>
                    <a:pt x="4555" y="4"/>
                  </a:lnTo>
                  <a:cubicBezTo>
                    <a:pt x="4591" y="221"/>
                    <a:pt x="4606" y="446"/>
                    <a:pt x="4606" y="678"/>
                  </a:cubicBezTo>
                  <a:cubicBezTo>
                    <a:pt x="4606" y="1482"/>
                    <a:pt x="4416" y="2374"/>
                    <a:pt x="4098" y="3198"/>
                  </a:cubicBezTo>
                  <a:cubicBezTo>
                    <a:pt x="3774" y="4022"/>
                    <a:pt x="3321" y="4783"/>
                    <a:pt x="2796" y="5327"/>
                  </a:cubicBezTo>
                  <a:cubicBezTo>
                    <a:pt x="2458" y="5678"/>
                    <a:pt x="1996" y="5906"/>
                    <a:pt x="1519" y="6048"/>
                  </a:cubicBezTo>
                  <a:cubicBezTo>
                    <a:pt x="1042" y="6190"/>
                    <a:pt x="549" y="6242"/>
                    <a:pt x="143" y="6242"/>
                  </a:cubicBezTo>
                  <a:lnTo>
                    <a:pt x="1" y="6242"/>
                  </a:lnTo>
                  <a:lnTo>
                    <a:pt x="1" y="6277"/>
                  </a:lnTo>
                  <a:lnTo>
                    <a:pt x="143" y="6277"/>
                  </a:lnTo>
                  <a:cubicBezTo>
                    <a:pt x="553" y="6277"/>
                    <a:pt x="1049" y="6226"/>
                    <a:pt x="1530" y="6084"/>
                  </a:cubicBezTo>
                  <a:cubicBezTo>
                    <a:pt x="2012" y="5942"/>
                    <a:pt x="2476" y="5709"/>
                    <a:pt x="2820" y="5355"/>
                  </a:cubicBezTo>
                  <a:cubicBezTo>
                    <a:pt x="3352" y="4803"/>
                    <a:pt x="3806" y="4042"/>
                    <a:pt x="4129" y="3209"/>
                  </a:cubicBezTo>
                  <a:cubicBezTo>
                    <a:pt x="4452" y="2381"/>
                    <a:pt x="4642" y="1491"/>
                    <a:pt x="4642" y="678"/>
                  </a:cubicBezTo>
                  <a:cubicBezTo>
                    <a:pt x="4642" y="446"/>
                    <a:pt x="4626" y="217"/>
                    <a:pt x="4591"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1" name="Google Shape;1511;p40"/>
            <p:cNvSpPr/>
            <p:nvPr/>
          </p:nvSpPr>
          <p:spPr>
            <a:xfrm>
              <a:off x="983924" y="3664036"/>
              <a:ext cx="2629895" cy="2861873"/>
            </a:xfrm>
            <a:custGeom>
              <a:rect b="b" l="l" r="r" t="t"/>
              <a:pathLst>
                <a:path extrusionOk="0" h="5897" w="5419">
                  <a:moveTo>
                    <a:pt x="3973" y="1"/>
                  </a:moveTo>
                  <a:cubicBezTo>
                    <a:pt x="3833" y="1"/>
                    <a:pt x="3694" y="22"/>
                    <a:pt x="3561" y="66"/>
                  </a:cubicBezTo>
                  <a:cubicBezTo>
                    <a:pt x="3550" y="70"/>
                    <a:pt x="3541" y="74"/>
                    <a:pt x="3530" y="78"/>
                  </a:cubicBezTo>
                  <a:cubicBezTo>
                    <a:pt x="2977" y="275"/>
                    <a:pt x="2784" y="784"/>
                    <a:pt x="2532" y="1273"/>
                  </a:cubicBezTo>
                  <a:cubicBezTo>
                    <a:pt x="2240" y="1841"/>
                    <a:pt x="2027" y="2448"/>
                    <a:pt x="1846" y="3059"/>
                  </a:cubicBezTo>
                  <a:cubicBezTo>
                    <a:pt x="1728" y="3469"/>
                    <a:pt x="1641" y="3891"/>
                    <a:pt x="1515" y="4297"/>
                  </a:cubicBezTo>
                  <a:cubicBezTo>
                    <a:pt x="1420" y="4605"/>
                    <a:pt x="1333" y="5027"/>
                    <a:pt x="1061" y="5235"/>
                  </a:cubicBezTo>
                  <a:cubicBezTo>
                    <a:pt x="1006" y="5279"/>
                    <a:pt x="931" y="5299"/>
                    <a:pt x="860" y="5319"/>
                  </a:cubicBezTo>
                  <a:cubicBezTo>
                    <a:pt x="580" y="5386"/>
                    <a:pt x="300" y="5457"/>
                    <a:pt x="20" y="5528"/>
                  </a:cubicBezTo>
                  <a:cubicBezTo>
                    <a:pt x="1" y="5595"/>
                    <a:pt x="83" y="5638"/>
                    <a:pt x="150" y="5654"/>
                  </a:cubicBezTo>
                  <a:cubicBezTo>
                    <a:pt x="367" y="5705"/>
                    <a:pt x="588" y="5756"/>
                    <a:pt x="805" y="5803"/>
                  </a:cubicBezTo>
                  <a:cubicBezTo>
                    <a:pt x="1001" y="5852"/>
                    <a:pt x="1203" y="5897"/>
                    <a:pt x="1406" y="5897"/>
                  </a:cubicBezTo>
                  <a:cubicBezTo>
                    <a:pt x="1436" y="5897"/>
                    <a:pt x="1466" y="5896"/>
                    <a:pt x="1495" y="5894"/>
                  </a:cubicBezTo>
                  <a:cubicBezTo>
                    <a:pt x="1830" y="5867"/>
                    <a:pt x="2003" y="5661"/>
                    <a:pt x="2220" y="5429"/>
                  </a:cubicBezTo>
                  <a:cubicBezTo>
                    <a:pt x="2848" y="4762"/>
                    <a:pt x="3408" y="4049"/>
                    <a:pt x="3952" y="3311"/>
                  </a:cubicBezTo>
                  <a:cubicBezTo>
                    <a:pt x="4405" y="2696"/>
                    <a:pt x="5419" y="1592"/>
                    <a:pt x="5126" y="752"/>
                  </a:cubicBezTo>
                  <a:cubicBezTo>
                    <a:pt x="5048" y="516"/>
                    <a:pt x="4866" y="314"/>
                    <a:pt x="4649" y="185"/>
                  </a:cubicBezTo>
                  <a:cubicBezTo>
                    <a:pt x="4446" y="63"/>
                    <a:pt x="4209" y="1"/>
                    <a:pt x="3973" y="1"/>
                  </a:cubicBezTo>
                  <a:close/>
                </a:path>
              </a:pathLst>
            </a:custGeom>
            <a:solidFill>
              <a:schemeClr val="accent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2" name="Google Shape;1512;p40"/>
            <p:cNvSpPr/>
            <p:nvPr/>
          </p:nvSpPr>
          <p:spPr>
            <a:xfrm>
              <a:off x="4811045" y="1308846"/>
              <a:ext cx="2595438" cy="1875238"/>
            </a:xfrm>
            <a:custGeom>
              <a:rect b="b" l="l" r="r" t="t"/>
              <a:pathLst>
                <a:path extrusionOk="0" h="3864" w="5348">
                  <a:moveTo>
                    <a:pt x="2290" y="1"/>
                  </a:moveTo>
                  <a:cubicBezTo>
                    <a:pt x="2273" y="1"/>
                    <a:pt x="2257" y="1"/>
                    <a:pt x="2241" y="2"/>
                  </a:cubicBezTo>
                  <a:cubicBezTo>
                    <a:pt x="1901" y="22"/>
                    <a:pt x="1574" y="195"/>
                    <a:pt x="1369" y="464"/>
                  </a:cubicBezTo>
                  <a:cubicBezTo>
                    <a:pt x="1357" y="475"/>
                    <a:pt x="1349" y="488"/>
                    <a:pt x="1342" y="499"/>
                  </a:cubicBezTo>
                  <a:cubicBezTo>
                    <a:pt x="1144" y="775"/>
                    <a:pt x="1065" y="1130"/>
                    <a:pt x="825" y="1367"/>
                  </a:cubicBezTo>
                  <a:cubicBezTo>
                    <a:pt x="718" y="1469"/>
                    <a:pt x="580" y="1552"/>
                    <a:pt x="518" y="1689"/>
                  </a:cubicBezTo>
                  <a:cubicBezTo>
                    <a:pt x="423" y="1902"/>
                    <a:pt x="553" y="2171"/>
                    <a:pt x="450" y="2380"/>
                  </a:cubicBezTo>
                  <a:cubicBezTo>
                    <a:pt x="391" y="2494"/>
                    <a:pt x="277" y="2570"/>
                    <a:pt x="182" y="2652"/>
                  </a:cubicBezTo>
                  <a:cubicBezTo>
                    <a:pt x="88" y="2739"/>
                    <a:pt x="1" y="2861"/>
                    <a:pt x="36" y="2987"/>
                  </a:cubicBezTo>
                  <a:cubicBezTo>
                    <a:pt x="59" y="3070"/>
                    <a:pt x="130" y="3129"/>
                    <a:pt x="201" y="3180"/>
                  </a:cubicBezTo>
                  <a:cubicBezTo>
                    <a:pt x="474" y="3369"/>
                    <a:pt x="798" y="3492"/>
                    <a:pt x="1133" y="3523"/>
                  </a:cubicBezTo>
                  <a:cubicBezTo>
                    <a:pt x="1468" y="3551"/>
                    <a:pt x="1724" y="3649"/>
                    <a:pt x="2039" y="3724"/>
                  </a:cubicBezTo>
                  <a:cubicBezTo>
                    <a:pt x="2445" y="3823"/>
                    <a:pt x="2922" y="3795"/>
                    <a:pt x="3340" y="3823"/>
                  </a:cubicBezTo>
                  <a:cubicBezTo>
                    <a:pt x="3618" y="3843"/>
                    <a:pt x="3897" y="3864"/>
                    <a:pt x="4176" y="3864"/>
                  </a:cubicBezTo>
                  <a:cubicBezTo>
                    <a:pt x="4293" y="3864"/>
                    <a:pt x="4410" y="3860"/>
                    <a:pt x="4527" y="3851"/>
                  </a:cubicBezTo>
                  <a:cubicBezTo>
                    <a:pt x="4835" y="3831"/>
                    <a:pt x="5198" y="3724"/>
                    <a:pt x="5280" y="3429"/>
                  </a:cubicBezTo>
                  <a:cubicBezTo>
                    <a:pt x="5348" y="3180"/>
                    <a:pt x="5182" y="2928"/>
                    <a:pt x="4980" y="2766"/>
                  </a:cubicBezTo>
                  <a:cubicBezTo>
                    <a:pt x="4827" y="2644"/>
                    <a:pt x="4638" y="2530"/>
                    <a:pt x="4587" y="2341"/>
                  </a:cubicBezTo>
                  <a:cubicBezTo>
                    <a:pt x="4543" y="2186"/>
                    <a:pt x="4598" y="2009"/>
                    <a:pt x="4512" y="1871"/>
                  </a:cubicBezTo>
                  <a:cubicBezTo>
                    <a:pt x="4433" y="1745"/>
                    <a:pt x="4267" y="1713"/>
                    <a:pt x="4121" y="1689"/>
                  </a:cubicBezTo>
                  <a:cubicBezTo>
                    <a:pt x="4043" y="1678"/>
                    <a:pt x="3959" y="1666"/>
                    <a:pt x="3888" y="1627"/>
                  </a:cubicBezTo>
                  <a:cubicBezTo>
                    <a:pt x="3727" y="1544"/>
                    <a:pt x="3652" y="1358"/>
                    <a:pt x="3613" y="1181"/>
                  </a:cubicBezTo>
                  <a:cubicBezTo>
                    <a:pt x="3577" y="1008"/>
                    <a:pt x="3566" y="823"/>
                    <a:pt x="3486" y="661"/>
                  </a:cubicBezTo>
                  <a:cubicBezTo>
                    <a:pt x="3304" y="281"/>
                    <a:pt x="2707" y="1"/>
                    <a:pt x="2290" y="1"/>
                  </a:cubicBezTo>
                  <a:close/>
                </a:path>
              </a:pathLst>
            </a:custGeom>
            <a:solidFill>
              <a:schemeClr val="dk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3" name="Google Shape;1513;p40"/>
            <p:cNvSpPr/>
            <p:nvPr/>
          </p:nvSpPr>
          <p:spPr>
            <a:xfrm>
              <a:off x="2275808" y="3193289"/>
              <a:ext cx="3733490" cy="3036099"/>
            </a:xfrm>
            <a:custGeom>
              <a:rect b="b" l="l" r="r" t="t"/>
              <a:pathLst>
                <a:path extrusionOk="0" h="6256" w="7693">
                  <a:moveTo>
                    <a:pt x="2424" y="1"/>
                  </a:moveTo>
                  <a:cubicBezTo>
                    <a:pt x="2012" y="1"/>
                    <a:pt x="1601" y="160"/>
                    <a:pt x="1254" y="394"/>
                  </a:cubicBezTo>
                  <a:cubicBezTo>
                    <a:pt x="923" y="618"/>
                    <a:pt x="639" y="910"/>
                    <a:pt x="371" y="1210"/>
                  </a:cubicBezTo>
                  <a:cubicBezTo>
                    <a:pt x="131" y="1478"/>
                    <a:pt x="0" y="1564"/>
                    <a:pt x="347" y="1734"/>
                  </a:cubicBezTo>
                  <a:cubicBezTo>
                    <a:pt x="532" y="1824"/>
                    <a:pt x="2280" y="3142"/>
                    <a:pt x="2299" y="3142"/>
                  </a:cubicBezTo>
                  <a:cubicBezTo>
                    <a:pt x="2299" y="3142"/>
                    <a:pt x="2299" y="3142"/>
                    <a:pt x="2299" y="3142"/>
                  </a:cubicBezTo>
                  <a:cubicBezTo>
                    <a:pt x="2386" y="2992"/>
                    <a:pt x="2468" y="2838"/>
                    <a:pt x="2555" y="2685"/>
                  </a:cubicBezTo>
                  <a:cubicBezTo>
                    <a:pt x="2819" y="2953"/>
                    <a:pt x="2918" y="3288"/>
                    <a:pt x="3131" y="3575"/>
                  </a:cubicBezTo>
                  <a:cubicBezTo>
                    <a:pt x="3363" y="3891"/>
                    <a:pt x="3620" y="4191"/>
                    <a:pt x="3892" y="4474"/>
                  </a:cubicBezTo>
                  <a:cubicBezTo>
                    <a:pt x="4085" y="4676"/>
                    <a:pt x="4346" y="4885"/>
                    <a:pt x="4468" y="5141"/>
                  </a:cubicBezTo>
                  <a:cubicBezTo>
                    <a:pt x="4574" y="5362"/>
                    <a:pt x="4633" y="5559"/>
                    <a:pt x="4783" y="5768"/>
                  </a:cubicBezTo>
                  <a:cubicBezTo>
                    <a:pt x="4901" y="5934"/>
                    <a:pt x="5023" y="6134"/>
                    <a:pt x="5225" y="6178"/>
                  </a:cubicBezTo>
                  <a:cubicBezTo>
                    <a:pt x="5455" y="6226"/>
                    <a:pt x="5660" y="6256"/>
                    <a:pt x="5856" y="6256"/>
                  </a:cubicBezTo>
                  <a:cubicBezTo>
                    <a:pt x="6152" y="6256"/>
                    <a:pt x="6429" y="6189"/>
                    <a:pt x="6747" y="6021"/>
                  </a:cubicBezTo>
                  <a:cubicBezTo>
                    <a:pt x="7039" y="5863"/>
                    <a:pt x="7299" y="5630"/>
                    <a:pt x="7465" y="5346"/>
                  </a:cubicBezTo>
                  <a:cubicBezTo>
                    <a:pt x="7559" y="5188"/>
                    <a:pt x="7622" y="5015"/>
                    <a:pt x="7646" y="4826"/>
                  </a:cubicBezTo>
                  <a:cubicBezTo>
                    <a:pt x="7693" y="4463"/>
                    <a:pt x="7594" y="4088"/>
                    <a:pt x="7417" y="3765"/>
                  </a:cubicBezTo>
                  <a:cubicBezTo>
                    <a:pt x="7205" y="3362"/>
                    <a:pt x="6885" y="3055"/>
                    <a:pt x="6573" y="2732"/>
                  </a:cubicBezTo>
                  <a:cubicBezTo>
                    <a:pt x="6273" y="2428"/>
                    <a:pt x="6002" y="2105"/>
                    <a:pt x="5678" y="1821"/>
                  </a:cubicBezTo>
                  <a:cubicBezTo>
                    <a:pt x="4976" y="1202"/>
                    <a:pt x="4191" y="678"/>
                    <a:pt x="3352" y="267"/>
                  </a:cubicBezTo>
                  <a:cubicBezTo>
                    <a:pt x="3143" y="165"/>
                    <a:pt x="2930" y="70"/>
                    <a:pt x="2705" y="27"/>
                  </a:cubicBezTo>
                  <a:cubicBezTo>
                    <a:pt x="2612" y="9"/>
                    <a:pt x="2518" y="1"/>
                    <a:pt x="2424" y="1"/>
                  </a:cubicBezTo>
                  <a:close/>
                </a:path>
              </a:pathLst>
            </a:cu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4" name="Google Shape;1514;p40"/>
            <p:cNvSpPr/>
            <p:nvPr/>
          </p:nvSpPr>
          <p:spPr>
            <a:xfrm>
              <a:off x="2757717" y="1254977"/>
              <a:ext cx="2323179" cy="2748796"/>
            </a:xfrm>
            <a:custGeom>
              <a:rect b="b" l="l" r="r" t="t"/>
              <a:pathLst>
                <a:path extrusionOk="0" h="5664" w="4787">
                  <a:moveTo>
                    <a:pt x="1958" y="0"/>
                  </a:moveTo>
                  <a:cubicBezTo>
                    <a:pt x="1832" y="0"/>
                    <a:pt x="1706" y="25"/>
                    <a:pt x="1590" y="78"/>
                  </a:cubicBezTo>
                  <a:cubicBezTo>
                    <a:pt x="1373" y="173"/>
                    <a:pt x="1191" y="452"/>
                    <a:pt x="1338" y="637"/>
                  </a:cubicBezTo>
                  <a:cubicBezTo>
                    <a:pt x="1393" y="712"/>
                    <a:pt x="1484" y="744"/>
                    <a:pt x="1570" y="776"/>
                  </a:cubicBezTo>
                  <a:cubicBezTo>
                    <a:pt x="1697" y="823"/>
                    <a:pt x="1819" y="866"/>
                    <a:pt x="1944" y="910"/>
                  </a:cubicBezTo>
                  <a:cubicBezTo>
                    <a:pt x="1400" y="2053"/>
                    <a:pt x="486" y="2885"/>
                    <a:pt x="95" y="4095"/>
                  </a:cubicBezTo>
                  <a:cubicBezTo>
                    <a:pt x="44" y="4253"/>
                    <a:pt x="1" y="4415"/>
                    <a:pt x="13" y="4581"/>
                  </a:cubicBezTo>
                  <a:cubicBezTo>
                    <a:pt x="44" y="4979"/>
                    <a:pt x="430" y="5267"/>
                    <a:pt x="951" y="5472"/>
                  </a:cubicBezTo>
                  <a:cubicBezTo>
                    <a:pt x="1323" y="5617"/>
                    <a:pt x="1800" y="5663"/>
                    <a:pt x="2271" y="5663"/>
                  </a:cubicBezTo>
                  <a:cubicBezTo>
                    <a:pt x="2980" y="5663"/>
                    <a:pt x="3678" y="5559"/>
                    <a:pt x="3995" y="5531"/>
                  </a:cubicBezTo>
                  <a:cubicBezTo>
                    <a:pt x="4381" y="5500"/>
                    <a:pt x="4658" y="4601"/>
                    <a:pt x="4709" y="4143"/>
                  </a:cubicBezTo>
                  <a:cubicBezTo>
                    <a:pt x="4787" y="3500"/>
                    <a:pt x="4482" y="3311"/>
                    <a:pt x="4024" y="3311"/>
                  </a:cubicBezTo>
                  <a:cubicBezTo>
                    <a:pt x="3374" y="3311"/>
                    <a:pt x="2415" y="3692"/>
                    <a:pt x="1804" y="3692"/>
                  </a:cubicBezTo>
                  <a:cubicBezTo>
                    <a:pt x="1761" y="3692"/>
                    <a:pt x="1720" y="3690"/>
                    <a:pt x="1680" y="3686"/>
                  </a:cubicBezTo>
                  <a:cubicBezTo>
                    <a:pt x="2142" y="3520"/>
                    <a:pt x="2426" y="2006"/>
                    <a:pt x="2734" y="1119"/>
                  </a:cubicBezTo>
                  <a:cubicBezTo>
                    <a:pt x="2800" y="937"/>
                    <a:pt x="2863" y="744"/>
                    <a:pt x="2812" y="555"/>
                  </a:cubicBezTo>
                  <a:cubicBezTo>
                    <a:pt x="2781" y="433"/>
                    <a:pt x="2702" y="330"/>
                    <a:pt x="2607" y="244"/>
                  </a:cubicBezTo>
                  <a:cubicBezTo>
                    <a:pt x="2430" y="87"/>
                    <a:pt x="2193" y="0"/>
                    <a:pt x="1958" y="0"/>
                  </a:cubicBezTo>
                  <a:close/>
                </a:path>
              </a:pathLst>
            </a:custGeom>
            <a:solidFill>
              <a:schemeClr val="accent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5" name="Google Shape;1515;p40"/>
            <p:cNvSpPr/>
            <p:nvPr/>
          </p:nvSpPr>
          <p:spPr>
            <a:xfrm>
              <a:off x="1563864" y="5321842"/>
              <a:ext cx="2325606" cy="3870833"/>
            </a:xfrm>
            <a:custGeom>
              <a:rect b="b" l="l" r="r" t="t"/>
              <a:pathLst>
                <a:path extrusionOk="0" h="7976" w="4792">
                  <a:moveTo>
                    <a:pt x="3705" y="0"/>
                  </a:moveTo>
                  <a:cubicBezTo>
                    <a:pt x="3439" y="0"/>
                    <a:pt x="3240" y="691"/>
                    <a:pt x="2974" y="826"/>
                  </a:cubicBezTo>
                  <a:cubicBezTo>
                    <a:pt x="2662" y="980"/>
                    <a:pt x="2126" y="1023"/>
                    <a:pt x="1964" y="1331"/>
                  </a:cubicBezTo>
                  <a:cubicBezTo>
                    <a:pt x="1522" y="2151"/>
                    <a:pt x="1404" y="2490"/>
                    <a:pt x="1116" y="3377"/>
                  </a:cubicBezTo>
                  <a:cubicBezTo>
                    <a:pt x="643" y="4844"/>
                    <a:pt x="367" y="6189"/>
                    <a:pt x="0" y="7687"/>
                  </a:cubicBezTo>
                  <a:cubicBezTo>
                    <a:pt x="284" y="7908"/>
                    <a:pt x="572" y="7955"/>
                    <a:pt x="930" y="7975"/>
                  </a:cubicBezTo>
                  <a:cubicBezTo>
                    <a:pt x="1436" y="7064"/>
                    <a:pt x="2153" y="6524"/>
                    <a:pt x="2764" y="5680"/>
                  </a:cubicBezTo>
                  <a:cubicBezTo>
                    <a:pt x="3403" y="4797"/>
                    <a:pt x="3987" y="3866"/>
                    <a:pt x="4432" y="2869"/>
                  </a:cubicBezTo>
                  <a:cubicBezTo>
                    <a:pt x="4621" y="2451"/>
                    <a:pt x="4792" y="2005"/>
                    <a:pt x="4772" y="1544"/>
                  </a:cubicBezTo>
                  <a:cubicBezTo>
                    <a:pt x="4752" y="940"/>
                    <a:pt x="4393" y="334"/>
                    <a:pt x="3857" y="57"/>
                  </a:cubicBezTo>
                  <a:cubicBezTo>
                    <a:pt x="3829" y="41"/>
                    <a:pt x="3798" y="30"/>
                    <a:pt x="3769" y="14"/>
                  </a:cubicBezTo>
                  <a:cubicBezTo>
                    <a:pt x="3748" y="4"/>
                    <a:pt x="3726" y="0"/>
                    <a:pt x="3705" y="0"/>
                  </a:cubicBezTo>
                  <a:close/>
                </a:path>
              </a:pathLst>
            </a:custGeom>
            <a:solidFill>
              <a:schemeClr val="accent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6" name="Google Shape;1516;p40"/>
            <p:cNvSpPr/>
            <p:nvPr/>
          </p:nvSpPr>
          <p:spPr>
            <a:xfrm>
              <a:off x="2359766" y="4993775"/>
              <a:ext cx="4250830" cy="1937358"/>
            </a:xfrm>
            <a:custGeom>
              <a:rect b="b" l="l" r="r" t="t"/>
              <a:pathLst>
                <a:path extrusionOk="0" h="3992" w="8759">
                  <a:moveTo>
                    <a:pt x="6362" y="0"/>
                  </a:moveTo>
                  <a:cubicBezTo>
                    <a:pt x="6114" y="0"/>
                    <a:pt x="6079" y="233"/>
                    <a:pt x="5820" y="315"/>
                  </a:cubicBezTo>
                  <a:cubicBezTo>
                    <a:pt x="5788" y="326"/>
                    <a:pt x="5753" y="329"/>
                    <a:pt x="5718" y="329"/>
                  </a:cubicBezTo>
                  <a:cubicBezTo>
                    <a:pt x="5701" y="329"/>
                    <a:pt x="5684" y="328"/>
                    <a:pt x="5667" y="327"/>
                  </a:cubicBezTo>
                  <a:cubicBezTo>
                    <a:pt x="4855" y="271"/>
                    <a:pt x="4054" y="98"/>
                    <a:pt x="3241" y="82"/>
                  </a:cubicBezTo>
                  <a:cubicBezTo>
                    <a:pt x="3216" y="82"/>
                    <a:pt x="3191" y="82"/>
                    <a:pt x="3166" y="82"/>
                  </a:cubicBezTo>
                  <a:cubicBezTo>
                    <a:pt x="2377" y="82"/>
                    <a:pt x="1552" y="257"/>
                    <a:pt x="966" y="784"/>
                  </a:cubicBezTo>
                  <a:cubicBezTo>
                    <a:pt x="560" y="1151"/>
                    <a:pt x="293" y="1620"/>
                    <a:pt x="0" y="2082"/>
                  </a:cubicBezTo>
                  <a:cubicBezTo>
                    <a:pt x="213" y="2282"/>
                    <a:pt x="446" y="2464"/>
                    <a:pt x="695" y="2618"/>
                  </a:cubicBezTo>
                  <a:cubicBezTo>
                    <a:pt x="970" y="2792"/>
                    <a:pt x="1263" y="2933"/>
                    <a:pt x="1566" y="3056"/>
                  </a:cubicBezTo>
                  <a:cubicBezTo>
                    <a:pt x="1680" y="2866"/>
                    <a:pt x="1814" y="2693"/>
                    <a:pt x="1969" y="2531"/>
                  </a:cubicBezTo>
                  <a:lnTo>
                    <a:pt x="1969" y="2531"/>
                  </a:lnTo>
                  <a:lnTo>
                    <a:pt x="1917" y="2973"/>
                  </a:lnTo>
                  <a:cubicBezTo>
                    <a:pt x="1913" y="3021"/>
                    <a:pt x="1909" y="3075"/>
                    <a:pt x="1936" y="3115"/>
                  </a:cubicBezTo>
                  <a:cubicBezTo>
                    <a:pt x="1964" y="3150"/>
                    <a:pt x="2016" y="3162"/>
                    <a:pt x="2059" y="3174"/>
                  </a:cubicBezTo>
                  <a:cubicBezTo>
                    <a:pt x="2371" y="3252"/>
                    <a:pt x="2682" y="3367"/>
                    <a:pt x="2942" y="3565"/>
                  </a:cubicBezTo>
                  <a:cubicBezTo>
                    <a:pt x="3064" y="3379"/>
                    <a:pt x="3179" y="3123"/>
                    <a:pt x="3289" y="2914"/>
                  </a:cubicBezTo>
                  <a:cubicBezTo>
                    <a:pt x="3467" y="2992"/>
                    <a:pt x="3612" y="3083"/>
                    <a:pt x="3802" y="3150"/>
                  </a:cubicBezTo>
                  <a:cubicBezTo>
                    <a:pt x="4102" y="3261"/>
                    <a:pt x="4373" y="3450"/>
                    <a:pt x="4673" y="3560"/>
                  </a:cubicBezTo>
                  <a:cubicBezTo>
                    <a:pt x="5249" y="3778"/>
                    <a:pt x="5849" y="3971"/>
                    <a:pt x="6464" y="3991"/>
                  </a:cubicBezTo>
                  <a:cubicBezTo>
                    <a:pt x="6495" y="3991"/>
                    <a:pt x="6526" y="3992"/>
                    <a:pt x="6558" y="3992"/>
                  </a:cubicBezTo>
                  <a:cubicBezTo>
                    <a:pt x="7144" y="3992"/>
                    <a:pt x="7748" y="3822"/>
                    <a:pt x="8171" y="3418"/>
                  </a:cubicBezTo>
                  <a:cubicBezTo>
                    <a:pt x="8320" y="3281"/>
                    <a:pt x="8435" y="3123"/>
                    <a:pt x="8522" y="2953"/>
                  </a:cubicBezTo>
                  <a:cubicBezTo>
                    <a:pt x="8715" y="2562"/>
                    <a:pt x="8759" y="2113"/>
                    <a:pt x="8683" y="1676"/>
                  </a:cubicBezTo>
                  <a:cubicBezTo>
                    <a:pt x="8644" y="1470"/>
                    <a:pt x="8652" y="1199"/>
                    <a:pt x="8553" y="1013"/>
                  </a:cubicBezTo>
                  <a:cubicBezTo>
                    <a:pt x="8415" y="761"/>
                    <a:pt x="8073" y="603"/>
                    <a:pt x="7827" y="477"/>
                  </a:cubicBezTo>
                  <a:cubicBezTo>
                    <a:pt x="7410" y="260"/>
                    <a:pt x="6952" y="138"/>
                    <a:pt x="6499" y="20"/>
                  </a:cubicBezTo>
                  <a:cubicBezTo>
                    <a:pt x="6446" y="6"/>
                    <a:pt x="6401" y="0"/>
                    <a:pt x="6362" y="0"/>
                  </a:cubicBezTo>
                  <a:close/>
                </a:path>
              </a:pathLst>
            </a:cu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7" name="Google Shape;1517;p40"/>
            <p:cNvSpPr/>
            <p:nvPr/>
          </p:nvSpPr>
          <p:spPr>
            <a:xfrm>
              <a:off x="5603550" y="2757970"/>
              <a:ext cx="11647" cy="19898"/>
            </a:xfrm>
            <a:custGeom>
              <a:rect b="b" l="l" r="r" t="t"/>
              <a:pathLst>
                <a:path extrusionOk="0" h="41" w="24">
                  <a:moveTo>
                    <a:pt x="24" y="1"/>
                  </a:moveTo>
                  <a:lnTo>
                    <a:pt x="0" y="33"/>
                  </a:lnTo>
                  <a:cubicBezTo>
                    <a:pt x="8" y="33"/>
                    <a:pt x="12" y="37"/>
                    <a:pt x="20" y="41"/>
                  </a:cubicBezTo>
                  <a:cubicBezTo>
                    <a:pt x="24" y="28"/>
                    <a:pt x="24" y="17"/>
                    <a:pt x="24" y="1"/>
                  </a:cubicBezTo>
                  <a:close/>
                </a:path>
              </a:pathLst>
            </a:custGeom>
            <a:solidFill>
              <a:srgbClr val="5C2A9A"/>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8" name="Google Shape;1518;p40"/>
            <p:cNvSpPr/>
            <p:nvPr/>
          </p:nvSpPr>
          <p:spPr>
            <a:xfrm>
              <a:off x="4279150" y="2682747"/>
              <a:ext cx="1519991" cy="1482622"/>
            </a:xfrm>
            <a:custGeom>
              <a:rect b="b" l="l" r="r" t="t"/>
              <a:pathLst>
                <a:path extrusionOk="0" h="3055" w="3132">
                  <a:moveTo>
                    <a:pt x="2635" y="0"/>
                  </a:moveTo>
                  <a:cubicBezTo>
                    <a:pt x="2594" y="0"/>
                    <a:pt x="2553" y="3"/>
                    <a:pt x="2513" y="6"/>
                  </a:cubicBezTo>
                  <a:cubicBezTo>
                    <a:pt x="1672" y="77"/>
                    <a:pt x="837" y="172"/>
                    <a:pt x="1" y="302"/>
                  </a:cubicBezTo>
                  <a:cubicBezTo>
                    <a:pt x="1" y="302"/>
                    <a:pt x="1" y="302"/>
                    <a:pt x="1" y="302"/>
                  </a:cubicBezTo>
                  <a:cubicBezTo>
                    <a:pt x="52" y="302"/>
                    <a:pt x="79" y="1608"/>
                    <a:pt x="76" y="1702"/>
                  </a:cubicBezTo>
                  <a:cubicBezTo>
                    <a:pt x="76" y="2014"/>
                    <a:pt x="79" y="2325"/>
                    <a:pt x="83" y="2632"/>
                  </a:cubicBezTo>
                  <a:cubicBezTo>
                    <a:pt x="87" y="2838"/>
                    <a:pt x="79" y="2849"/>
                    <a:pt x="76" y="3055"/>
                  </a:cubicBezTo>
                  <a:cubicBezTo>
                    <a:pt x="340" y="3007"/>
                    <a:pt x="777" y="2975"/>
                    <a:pt x="1030" y="2885"/>
                  </a:cubicBezTo>
                  <a:cubicBezTo>
                    <a:pt x="1645" y="2664"/>
                    <a:pt x="2063" y="2463"/>
                    <a:pt x="2480" y="1950"/>
                  </a:cubicBezTo>
                  <a:cubicBezTo>
                    <a:pt x="2693" y="1694"/>
                    <a:pt x="2859" y="1398"/>
                    <a:pt x="2954" y="1079"/>
                  </a:cubicBezTo>
                  <a:cubicBezTo>
                    <a:pt x="3025" y="831"/>
                    <a:pt x="3131" y="314"/>
                    <a:pt x="2926" y="101"/>
                  </a:cubicBezTo>
                  <a:cubicBezTo>
                    <a:pt x="2922" y="97"/>
                    <a:pt x="2919" y="93"/>
                    <a:pt x="2915" y="89"/>
                  </a:cubicBezTo>
                  <a:cubicBezTo>
                    <a:pt x="2841" y="18"/>
                    <a:pt x="2739" y="0"/>
                    <a:pt x="2635" y="0"/>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9" name="Google Shape;1519;p40"/>
            <p:cNvSpPr/>
            <p:nvPr/>
          </p:nvSpPr>
          <p:spPr>
            <a:xfrm>
              <a:off x="4562083" y="2761852"/>
              <a:ext cx="2186322" cy="3211782"/>
            </a:xfrm>
            <a:custGeom>
              <a:rect b="b" l="l" r="r" t="t"/>
              <a:pathLst>
                <a:path extrusionOk="0" h="6618" w="4505">
                  <a:moveTo>
                    <a:pt x="2639" y="0"/>
                  </a:moveTo>
                  <a:cubicBezTo>
                    <a:pt x="2594" y="0"/>
                    <a:pt x="2551" y="2"/>
                    <a:pt x="2509" y="5"/>
                  </a:cubicBezTo>
                  <a:cubicBezTo>
                    <a:pt x="1420" y="88"/>
                    <a:pt x="845" y="1598"/>
                    <a:pt x="667" y="2064"/>
                  </a:cubicBezTo>
                  <a:cubicBezTo>
                    <a:pt x="585" y="2284"/>
                    <a:pt x="356" y="4071"/>
                    <a:pt x="261" y="4287"/>
                  </a:cubicBezTo>
                  <a:cubicBezTo>
                    <a:pt x="183" y="4464"/>
                    <a:pt x="76" y="4646"/>
                    <a:pt x="1" y="4832"/>
                  </a:cubicBezTo>
                  <a:cubicBezTo>
                    <a:pt x="876" y="4926"/>
                    <a:pt x="1748" y="5096"/>
                    <a:pt x="2576" y="5396"/>
                  </a:cubicBezTo>
                  <a:cubicBezTo>
                    <a:pt x="2982" y="5541"/>
                    <a:pt x="3408" y="5703"/>
                    <a:pt x="3743" y="5979"/>
                  </a:cubicBezTo>
                  <a:cubicBezTo>
                    <a:pt x="3964" y="6156"/>
                    <a:pt x="4121" y="6381"/>
                    <a:pt x="4268" y="6617"/>
                  </a:cubicBezTo>
                  <a:cubicBezTo>
                    <a:pt x="4441" y="5573"/>
                    <a:pt x="4505" y="4512"/>
                    <a:pt x="4452" y="3451"/>
                  </a:cubicBezTo>
                  <a:cubicBezTo>
                    <a:pt x="4449" y="3423"/>
                    <a:pt x="4449" y="3392"/>
                    <a:pt x="4449" y="3365"/>
                  </a:cubicBezTo>
                  <a:cubicBezTo>
                    <a:pt x="4421" y="2852"/>
                    <a:pt x="4366" y="2339"/>
                    <a:pt x="4287" y="1834"/>
                  </a:cubicBezTo>
                  <a:cubicBezTo>
                    <a:pt x="4228" y="1456"/>
                    <a:pt x="4216" y="774"/>
                    <a:pt x="3952" y="486"/>
                  </a:cubicBezTo>
                  <a:cubicBezTo>
                    <a:pt x="3659" y="163"/>
                    <a:pt x="3088" y="0"/>
                    <a:pt x="2639" y="0"/>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0" name="Google Shape;1520;p40"/>
            <p:cNvSpPr/>
            <p:nvPr/>
          </p:nvSpPr>
          <p:spPr>
            <a:xfrm>
              <a:off x="6313067" y="3567460"/>
              <a:ext cx="2006272" cy="3850935"/>
            </a:xfrm>
            <a:custGeom>
              <a:rect b="b" l="l" r="r" t="t"/>
              <a:pathLst>
                <a:path extrusionOk="0" h="7935" w="4134">
                  <a:moveTo>
                    <a:pt x="2473" y="0"/>
                  </a:moveTo>
                  <a:cubicBezTo>
                    <a:pt x="2006" y="0"/>
                    <a:pt x="1165" y="713"/>
                    <a:pt x="1101" y="1113"/>
                  </a:cubicBezTo>
                  <a:cubicBezTo>
                    <a:pt x="1030" y="1535"/>
                    <a:pt x="1432" y="1989"/>
                    <a:pt x="1606" y="2344"/>
                  </a:cubicBezTo>
                  <a:cubicBezTo>
                    <a:pt x="1854" y="2852"/>
                    <a:pt x="2158" y="3368"/>
                    <a:pt x="2331" y="3916"/>
                  </a:cubicBezTo>
                  <a:cubicBezTo>
                    <a:pt x="1925" y="4457"/>
                    <a:pt x="1515" y="5001"/>
                    <a:pt x="1109" y="5541"/>
                  </a:cubicBezTo>
                  <a:cubicBezTo>
                    <a:pt x="979" y="5714"/>
                    <a:pt x="912" y="5896"/>
                    <a:pt x="806" y="6082"/>
                  </a:cubicBezTo>
                  <a:cubicBezTo>
                    <a:pt x="719" y="6235"/>
                    <a:pt x="597" y="6373"/>
                    <a:pt x="482" y="6507"/>
                  </a:cubicBezTo>
                  <a:cubicBezTo>
                    <a:pt x="368" y="6641"/>
                    <a:pt x="293" y="6775"/>
                    <a:pt x="198" y="6917"/>
                  </a:cubicBezTo>
                  <a:cubicBezTo>
                    <a:pt x="171" y="6957"/>
                    <a:pt x="147" y="7001"/>
                    <a:pt x="120" y="7039"/>
                  </a:cubicBezTo>
                  <a:cubicBezTo>
                    <a:pt x="87" y="7079"/>
                    <a:pt x="49" y="7114"/>
                    <a:pt x="33" y="7161"/>
                  </a:cubicBezTo>
                  <a:cubicBezTo>
                    <a:pt x="0" y="7242"/>
                    <a:pt x="29" y="7268"/>
                    <a:pt x="74" y="7268"/>
                  </a:cubicBezTo>
                  <a:cubicBezTo>
                    <a:pt x="117" y="7268"/>
                    <a:pt x="176" y="7244"/>
                    <a:pt x="210" y="7221"/>
                  </a:cubicBezTo>
                  <a:cubicBezTo>
                    <a:pt x="269" y="7177"/>
                    <a:pt x="371" y="7095"/>
                    <a:pt x="380" y="7016"/>
                  </a:cubicBezTo>
                  <a:lnTo>
                    <a:pt x="380" y="7016"/>
                  </a:lnTo>
                  <a:cubicBezTo>
                    <a:pt x="368" y="7177"/>
                    <a:pt x="333" y="7339"/>
                    <a:pt x="344" y="7505"/>
                  </a:cubicBezTo>
                  <a:cubicBezTo>
                    <a:pt x="360" y="7667"/>
                    <a:pt x="435" y="7836"/>
                    <a:pt x="584" y="7907"/>
                  </a:cubicBezTo>
                  <a:cubicBezTo>
                    <a:pt x="628" y="7926"/>
                    <a:pt x="675" y="7935"/>
                    <a:pt x="722" y="7935"/>
                  </a:cubicBezTo>
                  <a:cubicBezTo>
                    <a:pt x="819" y="7935"/>
                    <a:pt x="919" y="7897"/>
                    <a:pt x="999" y="7836"/>
                  </a:cubicBezTo>
                  <a:cubicBezTo>
                    <a:pt x="1357" y="7548"/>
                    <a:pt x="1326" y="7039"/>
                    <a:pt x="1535" y="6669"/>
                  </a:cubicBezTo>
                  <a:cubicBezTo>
                    <a:pt x="1705" y="6377"/>
                    <a:pt x="2095" y="6188"/>
                    <a:pt x="2367" y="6014"/>
                  </a:cubicBezTo>
                  <a:cubicBezTo>
                    <a:pt x="2797" y="5738"/>
                    <a:pt x="3195" y="5419"/>
                    <a:pt x="3558" y="5064"/>
                  </a:cubicBezTo>
                  <a:cubicBezTo>
                    <a:pt x="3707" y="4919"/>
                    <a:pt x="3849" y="4764"/>
                    <a:pt x="3949" y="4579"/>
                  </a:cubicBezTo>
                  <a:cubicBezTo>
                    <a:pt x="4078" y="4335"/>
                    <a:pt x="4118" y="4051"/>
                    <a:pt x="4125" y="3771"/>
                  </a:cubicBezTo>
                  <a:cubicBezTo>
                    <a:pt x="4133" y="3432"/>
                    <a:pt x="4109" y="3097"/>
                    <a:pt x="4058" y="2769"/>
                  </a:cubicBezTo>
                  <a:cubicBezTo>
                    <a:pt x="3920" y="1925"/>
                    <a:pt x="3574" y="1133"/>
                    <a:pt x="3041" y="423"/>
                  </a:cubicBezTo>
                  <a:cubicBezTo>
                    <a:pt x="2923" y="265"/>
                    <a:pt x="2793" y="111"/>
                    <a:pt x="2615" y="29"/>
                  </a:cubicBezTo>
                  <a:cubicBezTo>
                    <a:pt x="2574" y="9"/>
                    <a:pt x="2526" y="0"/>
                    <a:pt x="2473" y="0"/>
                  </a:cubicBezTo>
                  <a:close/>
                </a:path>
              </a:pathLst>
            </a:custGeom>
            <a:solidFill>
              <a:schemeClr val="accent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1" name="Google Shape;1521;p40"/>
            <p:cNvSpPr/>
            <p:nvPr/>
          </p:nvSpPr>
          <p:spPr>
            <a:xfrm>
              <a:off x="5752539" y="2668188"/>
              <a:ext cx="2258633" cy="1947064"/>
            </a:xfrm>
            <a:custGeom>
              <a:rect b="b" l="l" r="r" t="t"/>
              <a:pathLst>
                <a:path extrusionOk="0" h="4012" w="4654">
                  <a:moveTo>
                    <a:pt x="305" y="0"/>
                  </a:moveTo>
                  <a:cubicBezTo>
                    <a:pt x="281" y="115"/>
                    <a:pt x="269" y="229"/>
                    <a:pt x="261" y="344"/>
                  </a:cubicBezTo>
                  <a:cubicBezTo>
                    <a:pt x="230" y="774"/>
                    <a:pt x="249" y="1196"/>
                    <a:pt x="143" y="1625"/>
                  </a:cubicBezTo>
                  <a:cubicBezTo>
                    <a:pt x="99" y="1807"/>
                    <a:pt x="1" y="1957"/>
                    <a:pt x="103" y="2102"/>
                  </a:cubicBezTo>
                  <a:cubicBezTo>
                    <a:pt x="178" y="2205"/>
                    <a:pt x="525" y="2304"/>
                    <a:pt x="647" y="2375"/>
                  </a:cubicBezTo>
                  <a:cubicBezTo>
                    <a:pt x="1294" y="2768"/>
                    <a:pt x="1834" y="3341"/>
                    <a:pt x="2177" y="4011"/>
                  </a:cubicBezTo>
                  <a:cubicBezTo>
                    <a:pt x="2954" y="3538"/>
                    <a:pt x="3703" y="3025"/>
                    <a:pt x="4421" y="2473"/>
                  </a:cubicBezTo>
                  <a:cubicBezTo>
                    <a:pt x="4654" y="2292"/>
                    <a:pt x="3111" y="1003"/>
                    <a:pt x="2989" y="919"/>
                  </a:cubicBezTo>
                  <a:cubicBezTo>
                    <a:pt x="2193" y="399"/>
                    <a:pt x="1259" y="76"/>
                    <a:pt x="305" y="0"/>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2" name="Google Shape;1522;p40"/>
            <p:cNvSpPr/>
            <p:nvPr/>
          </p:nvSpPr>
          <p:spPr>
            <a:xfrm>
              <a:off x="5374000" y="1505395"/>
              <a:ext cx="750775" cy="1640348"/>
            </a:xfrm>
            <a:custGeom>
              <a:rect b="b" l="l" r="r" t="t"/>
              <a:pathLst>
                <a:path extrusionOk="0" h="3380" w="1547">
                  <a:moveTo>
                    <a:pt x="795" y="0"/>
                  </a:moveTo>
                  <a:cubicBezTo>
                    <a:pt x="756" y="0"/>
                    <a:pt x="716" y="4"/>
                    <a:pt x="674" y="12"/>
                  </a:cubicBezTo>
                  <a:cubicBezTo>
                    <a:pt x="304" y="78"/>
                    <a:pt x="111" y="567"/>
                    <a:pt x="28" y="902"/>
                  </a:cubicBezTo>
                  <a:cubicBezTo>
                    <a:pt x="4" y="1005"/>
                    <a:pt x="8" y="1100"/>
                    <a:pt x="4" y="1202"/>
                  </a:cubicBezTo>
                  <a:cubicBezTo>
                    <a:pt x="0" y="1301"/>
                    <a:pt x="11" y="1399"/>
                    <a:pt x="35" y="1494"/>
                  </a:cubicBezTo>
                  <a:cubicBezTo>
                    <a:pt x="63" y="1604"/>
                    <a:pt x="111" y="1715"/>
                    <a:pt x="173" y="1810"/>
                  </a:cubicBezTo>
                  <a:cubicBezTo>
                    <a:pt x="205" y="1861"/>
                    <a:pt x="240" y="1908"/>
                    <a:pt x="280" y="1952"/>
                  </a:cubicBezTo>
                  <a:cubicBezTo>
                    <a:pt x="315" y="1987"/>
                    <a:pt x="363" y="1999"/>
                    <a:pt x="363" y="2050"/>
                  </a:cubicBezTo>
                  <a:cubicBezTo>
                    <a:pt x="366" y="2129"/>
                    <a:pt x="371" y="2212"/>
                    <a:pt x="371" y="2290"/>
                  </a:cubicBezTo>
                  <a:cubicBezTo>
                    <a:pt x="375" y="2464"/>
                    <a:pt x="371" y="2633"/>
                    <a:pt x="347" y="2807"/>
                  </a:cubicBezTo>
                  <a:cubicBezTo>
                    <a:pt x="324" y="2953"/>
                    <a:pt x="268" y="3106"/>
                    <a:pt x="272" y="3257"/>
                  </a:cubicBezTo>
                  <a:cubicBezTo>
                    <a:pt x="328" y="3260"/>
                    <a:pt x="366" y="3292"/>
                    <a:pt x="410" y="3319"/>
                  </a:cubicBezTo>
                  <a:cubicBezTo>
                    <a:pt x="482" y="3362"/>
                    <a:pt x="547" y="3379"/>
                    <a:pt x="626" y="3379"/>
                  </a:cubicBezTo>
                  <a:cubicBezTo>
                    <a:pt x="634" y="3379"/>
                    <a:pt x="642" y="3379"/>
                    <a:pt x="650" y="3379"/>
                  </a:cubicBezTo>
                  <a:cubicBezTo>
                    <a:pt x="1001" y="3363"/>
                    <a:pt x="1455" y="3197"/>
                    <a:pt x="1439" y="2771"/>
                  </a:cubicBezTo>
                  <a:cubicBezTo>
                    <a:pt x="1431" y="2444"/>
                    <a:pt x="1372" y="2117"/>
                    <a:pt x="1404" y="1790"/>
                  </a:cubicBezTo>
                  <a:cubicBezTo>
                    <a:pt x="1423" y="1545"/>
                    <a:pt x="1494" y="1304"/>
                    <a:pt x="1514" y="1056"/>
                  </a:cubicBezTo>
                  <a:cubicBezTo>
                    <a:pt x="1547" y="606"/>
                    <a:pt x="1292" y="0"/>
                    <a:pt x="795" y="0"/>
                  </a:cubicBezTo>
                  <a:close/>
                </a:path>
              </a:pathLst>
            </a:custGeom>
            <a:solidFill>
              <a:schemeClr val="accent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3" name="Google Shape;1523;p40"/>
            <p:cNvSpPr/>
            <p:nvPr/>
          </p:nvSpPr>
          <p:spPr>
            <a:xfrm>
              <a:off x="5352647" y="1330685"/>
              <a:ext cx="897824" cy="745921"/>
            </a:xfrm>
            <a:custGeom>
              <a:rect b="b" l="l" r="r" t="t"/>
              <a:pathLst>
                <a:path extrusionOk="0" h="1537" w="1850">
                  <a:moveTo>
                    <a:pt x="360" y="0"/>
                  </a:moveTo>
                  <a:cubicBezTo>
                    <a:pt x="355" y="0"/>
                    <a:pt x="349" y="0"/>
                    <a:pt x="344" y="1"/>
                  </a:cubicBezTo>
                  <a:cubicBezTo>
                    <a:pt x="332" y="1"/>
                    <a:pt x="324" y="1"/>
                    <a:pt x="312" y="4"/>
                  </a:cubicBezTo>
                  <a:cubicBezTo>
                    <a:pt x="245" y="17"/>
                    <a:pt x="182" y="56"/>
                    <a:pt x="135" y="103"/>
                  </a:cubicBezTo>
                  <a:cubicBezTo>
                    <a:pt x="64" y="174"/>
                    <a:pt x="13" y="265"/>
                    <a:pt x="8" y="367"/>
                  </a:cubicBezTo>
                  <a:cubicBezTo>
                    <a:pt x="1" y="466"/>
                    <a:pt x="40" y="568"/>
                    <a:pt x="119" y="627"/>
                  </a:cubicBezTo>
                  <a:cubicBezTo>
                    <a:pt x="185" y="677"/>
                    <a:pt x="268" y="691"/>
                    <a:pt x="352" y="691"/>
                  </a:cubicBezTo>
                  <a:cubicBezTo>
                    <a:pt x="407" y="691"/>
                    <a:pt x="464" y="685"/>
                    <a:pt x="517" y="679"/>
                  </a:cubicBezTo>
                  <a:cubicBezTo>
                    <a:pt x="648" y="666"/>
                    <a:pt x="779" y="658"/>
                    <a:pt x="908" y="658"/>
                  </a:cubicBezTo>
                  <a:cubicBezTo>
                    <a:pt x="934" y="658"/>
                    <a:pt x="960" y="659"/>
                    <a:pt x="987" y="659"/>
                  </a:cubicBezTo>
                  <a:cubicBezTo>
                    <a:pt x="1054" y="659"/>
                    <a:pt x="1125" y="663"/>
                    <a:pt x="1183" y="698"/>
                  </a:cubicBezTo>
                  <a:cubicBezTo>
                    <a:pt x="1247" y="734"/>
                    <a:pt x="1286" y="805"/>
                    <a:pt x="1314" y="876"/>
                  </a:cubicBezTo>
                  <a:cubicBezTo>
                    <a:pt x="1357" y="982"/>
                    <a:pt x="1377" y="1105"/>
                    <a:pt x="1329" y="1211"/>
                  </a:cubicBezTo>
                  <a:cubicBezTo>
                    <a:pt x="1314" y="1251"/>
                    <a:pt x="1290" y="1286"/>
                    <a:pt x="1278" y="1326"/>
                  </a:cubicBezTo>
                  <a:cubicBezTo>
                    <a:pt x="1255" y="1395"/>
                    <a:pt x="1291" y="1537"/>
                    <a:pt x="1375" y="1537"/>
                  </a:cubicBezTo>
                  <a:cubicBezTo>
                    <a:pt x="1390" y="1537"/>
                    <a:pt x="1406" y="1533"/>
                    <a:pt x="1424" y="1522"/>
                  </a:cubicBezTo>
                  <a:cubicBezTo>
                    <a:pt x="1448" y="1507"/>
                    <a:pt x="1460" y="1487"/>
                    <a:pt x="1475" y="1464"/>
                  </a:cubicBezTo>
                  <a:cubicBezTo>
                    <a:pt x="1574" y="1322"/>
                    <a:pt x="1747" y="1180"/>
                    <a:pt x="1795" y="1006"/>
                  </a:cubicBezTo>
                  <a:cubicBezTo>
                    <a:pt x="1811" y="943"/>
                    <a:pt x="1806" y="880"/>
                    <a:pt x="1826" y="816"/>
                  </a:cubicBezTo>
                  <a:cubicBezTo>
                    <a:pt x="1850" y="726"/>
                    <a:pt x="1818" y="679"/>
                    <a:pt x="1799" y="596"/>
                  </a:cubicBezTo>
                  <a:cubicBezTo>
                    <a:pt x="1775" y="481"/>
                    <a:pt x="1830" y="348"/>
                    <a:pt x="1751" y="261"/>
                  </a:cubicBezTo>
                  <a:cubicBezTo>
                    <a:pt x="1677" y="174"/>
                    <a:pt x="1538" y="210"/>
                    <a:pt x="1428" y="174"/>
                  </a:cubicBezTo>
                  <a:cubicBezTo>
                    <a:pt x="1373" y="154"/>
                    <a:pt x="1322" y="111"/>
                    <a:pt x="1267" y="91"/>
                  </a:cubicBezTo>
                  <a:cubicBezTo>
                    <a:pt x="1226" y="76"/>
                    <a:pt x="1185" y="70"/>
                    <a:pt x="1143" y="70"/>
                  </a:cubicBezTo>
                  <a:cubicBezTo>
                    <a:pt x="1032" y="70"/>
                    <a:pt x="918" y="109"/>
                    <a:pt x="806" y="109"/>
                  </a:cubicBezTo>
                  <a:cubicBezTo>
                    <a:pt x="790" y="109"/>
                    <a:pt x="774" y="109"/>
                    <a:pt x="758" y="107"/>
                  </a:cubicBezTo>
                  <a:cubicBezTo>
                    <a:pt x="621" y="92"/>
                    <a:pt x="496" y="0"/>
                    <a:pt x="360" y="0"/>
                  </a:cubicBezTo>
                  <a:close/>
                </a:path>
              </a:pathLst>
            </a:custGeom>
            <a:solidFill>
              <a:schemeClr val="dk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4" name="Google Shape;1524;p40"/>
            <p:cNvSpPr/>
            <p:nvPr/>
          </p:nvSpPr>
          <p:spPr>
            <a:xfrm>
              <a:off x="5919484" y="1905772"/>
              <a:ext cx="279539" cy="235375"/>
            </a:xfrm>
            <a:custGeom>
              <a:rect b="b" l="l" r="r" t="t"/>
              <a:pathLst>
                <a:path extrusionOk="0" h="485" w="576">
                  <a:moveTo>
                    <a:pt x="327" y="0"/>
                  </a:moveTo>
                  <a:cubicBezTo>
                    <a:pt x="243" y="0"/>
                    <a:pt x="159" y="34"/>
                    <a:pt x="114" y="89"/>
                  </a:cubicBezTo>
                  <a:cubicBezTo>
                    <a:pt x="0" y="224"/>
                    <a:pt x="83" y="484"/>
                    <a:pt x="292" y="484"/>
                  </a:cubicBezTo>
                  <a:cubicBezTo>
                    <a:pt x="321" y="484"/>
                    <a:pt x="353" y="479"/>
                    <a:pt x="386" y="468"/>
                  </a:cubicBezTo>
                  <a:cubicBezTo>
                    <a:pt x="485" y="436"/>
                    <a:pt x="556" y="341"/>
                    <a:pt x="572" y="259"/>
                  </a:cubicBezTo>
                  <a:cubicBezTo>
                    <a:pt x="576" y="223"/>
                    <a:pt x="576" y="188"/>
                    <a:pt x="563" y="152"/>
                  </a:cubicBezTo>
                  <a:cubicBezTo>
                    <a:pt x="540" y="77"/>
                    <a:pt x="457" y="15"/>
                    <a:pt x="363" y="2"/>
                  </a:cubicBezTo>
                  <a:cubicBezTo>
                    <a:pt x="351" y="1"/>
                    <a:pt x="339" y="0"/>
                    <a:pt x="32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5" name="Google Shape;1525;p40"/>
            <p:cNvSpPr/>
            <p:nvPr/>
          </p:nvSpPr>
          <p:spPr>
            <a:xfrm>
              <a:off x="6059252" y="1957700"/>
              <a:ext cx="74738" cy="106768"/>
            </a:xfrm>
            <a:custGeom>
              <a:rect b="b" l="l" r="r" t="t"/>
              <a:pathLst>
                <a:path extrusionOk="0" h="220" w="154">
                  <a:moveTo>
                    <a:pt x="22" y="0"/>
                  </a:moveTo>
                  <a:cubicBezTo>
                    <a:pt x="15" y="0"/>
                    <a:pt x="7" y="1"/>
                    <a:pt x="0" y="2"/>
                  </a:cubicBezTo>
                  <a:lnTo>
                    <a:pt x="66" y="203"/>
                  </a:lnTo>
                  <a:cubicBezTo>
                    <a:pt x="71" y="207"/>
                    <a:pt x="71" y="215"/>
                    <a:pt x="75" y="219"/>
                  </a:cubicBezTo>
                  <a:cubicBezTo>
                    <a:pt x="90" y="211"/>
                    <a:pt x="110" y="199"/>
                    <a:pt x="122" y="187"/>
                  </a:cubicBezTo>
                  <a:cubicBezTo>
                    <a:pt x="153" y="152"/>
                    <a:pt x="153" y="92"/>
                    <a:pt x="126" y="53"/>
                  </a:cubicBezTo>
                  <a:cubicBezTo>
                    <a:pt x="103" y="20"/>
                    <a:pt x="62" y="0"/>
                    <a:pt x="22" y="0"/>
                  </a:cubicBezTo>
                  <a:close/>
                </a:path>
              </a:pathLst>
            </a:cu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6" name="Google Shape;1526;p40"/>
            <p:cNvSpPr/>
            <p:nvPr/>
          </p:nvSpPr>
          <p:spPr>
            <a:xfrm>
              <a:off x="3289612" y="4665708"/>
              <a:ext cx="2528950" cy="1157950"/>
            </a:xfrm>
            <a:custGeom>
              <a:rect b="b" l="l" r="r" t="t"/>
              <a:pathLst>
                <a:path extrusionOk="0" h="2386" w="5211">
                  <a:moveTo>
                    <a:pt x="2491" y="0"/>
                  </a:moveTo>
                  <a:cubicBezTo>
                    <a:pt x="2390" y="0"/>
                    <a:pt x="2289" y="6"/>
                    <a:pt x="2189" y="17"/>
                  </a:cubicBezTo>
                  <a:cubicBezTo>
                    <a:pt x="1740" y="68"/>
                    <a:pt x="1302" y="230"/>
                    <a:pt x="916" y="474"/>
                  </a:cubicBezTo>
                  <a:cubicBezTo>
                    <a:pt x="565" y="696"/>
                    <a:pt x="195" y="1027"/>
                    <a:pt x="64" y="1437"/>
                  </a:cubicBezTo>
                  <a:cubicBezTo>
                    <a:pt x="1" y="1638"/>
                    <a:pt x="33" y="1855"/>
                    <a:pt x="195" y="2001"/>
                  </a:cubicBezTo>
                  <a:cubicBezTo>
                    <a:pt x="545" y="2316"/>
                    <a:pt x="1254" y="2301"/>
                    <a:pt x="1693" y="2320"/>
                  </a:cubicBezTo>
                  <a:cubicBezTo>
                    <a:pt x="1859" y="2327"/>
                    <a:pt x="2027" y="2331"/>
                    <a:pt x="2196" y="2331"/>
                  </a:cubicBezTo>
                  <a:cubicBezTo>
                    <a:pt x="2578" y="2331"/>
                    <a:pt x="2962" y="2309"/>
                    <a:pt x="3336" y="2249"/>
                  </a:cubicBezTo>
                  <a:cubicBezTo>
                    <a:pt x="3518" y="2249"/>
                    <a:pt x="3704" y="2201"/>
                    <a:pt x="3889" y="2190"/>
                  </a:cubicBezTo>
                  <a:cubicBezTo>
                    <a:pt x="3938" y="2190"/>
                    <a:pt x="3988" y="2176"/>
                    <a:pt x="4040" y="2176"/>
                  </a:cubicBezTo>
                  <a:cubicBezTo>
                    <a:pt x="4050" y="2176"/>
                    <a:pt x="4060" y="2176"/>
                    <a:pt x="4070" y="2178"/>
                  </a:cubicBezTo>
                  <a:cubicBezTo>
                    <a:pt x="4157" y="2186"/>
                    <a:pt x="4244" y="2210"/>
                    <a:pt x="4330" y="2230"/>
                  </a:cubicBezTo>
                  <a:cubicBezTo>
                    <a:pt x="4339" y="2230"/>
                    <a:pt x="4346" y="2230"/>
                    <a:pt x="4350" y="2233"/>
                  </a:cubicBezTo>
                  <a:cubicBezTo>
                    <a:pt x="4358" y="2241"/>
                    <a:pt x="4358" y="2249"/>
                    <a:pt x="4362" y="2257"/>
                  </a:cubicBezTo>
                  <a:cubicBezTo>
                    <a:pt x="4398" y="2354"/>
                    <a:pt x="4483" y="2385"/>
                    <a:pt x="4573" y="2385"/>
                  </a:cubicBezTo>
                  <a:cubicBezTo>
                    <a:pt x="4604" y="2385"/>
                    <a:pt x="4636" y="2381"/>
                    <a:pt x="4666" y="2375"/>
                  </a:cubicBezTo>
                  <a:cubicBezTo>
                    <a:pt x="4748" y="2356"/>
                    <a:pt x="4835" y="2328"/>
                    <a:pt x="4887" y="2261"/>
                  </a:cubicBezTo>
                  <a:cubicBezTo>
                    <a:pt x="4934" y="2201"/>
                    <a:pt x="4950" y="2119"/>
                    <a:pt x="4930" y="2044"/>
                  </a:cubicBezTo>
                  <a:cubicBezTo>
                    <a:pt x="4910" y="1969"/>
                    <a:pt x="4855" y="1894"/>
                    <a:pt x="4780" y="1866"/>
                  </a:cubicBezTo>
                  <a:cubicBezTo>
                    <a:pt x="4749" y="1857"/>
                    <a:pt x="4612" y="1831"/>
                    <a:pt x="4537" y="1831"/>
                  </a:cubicBezTo>
                  <a:cubicBezTo>
                    <a:pt x="4515" y="1831"/>
                    <a:pt x="4499" y="1834"/>
                    <a:pt x="4492" y="1839"/>
                  </a:cubicBezTo>
                  <a:cubicBezTo>
                    <a:pt x="4623" y="1733"/>
                    <a:pt x="4748" y="1633"/>
                    <a:pt x="4894" y="1555"/>
                  </a:cubicBezTo>
                  <a:cubicBezTo>
                    <a:pt x="4993" y="1504"/>
                    <a:pt x="5151" y="1460"/>
                    <a:pt x="5178" y="1334"/>
                  </a:cubicBezTo>
                  <a:cubicBezTo>
                    <a:pt x="5210" y="1189"/>
                    <a:pt x="5170" y="1042"/>
                    <a:pt x="5076" y="924"/>
                  </a:cubicBezTo>
                  <a:cubicBezTo>
                    <a:pt x="5064" y="909"/>
                    <a:pt x="5048" y="889"/>
                    <a:pt x="5036" y="873"/>
                  </a:cubicBezTo>
                  <a:cubicBezTo>
                    <a:pt x="4945" y="767"/>
                    <a:pt x="4863" y="687"/>
                    <a:pt x="4705" y="672"/>
                  </a:cubicBezTo>
                  <a:cubicBezTo>
                    <a:pt x="4583" y="660"/>
                    <a:pt x="4461" y="672"/>
                    <a:pt x="4342" y="645"/>
                  </a:cubicBezTo>
                  <a:cubicBezTo>
                    <a:pt x="4184" y="609"/>
                    <a:pt x="4051" y="506"/>
                    <a:pt x="3917" y="416"/>
                  </a:cubicBezTo>
                  <a:cubicBezTo>
                    <a:pt x="3496" y="140"/>
                    <a:pt x="2993" y="0"/>
                    <a:pt x="2491" y="0"/>
                  </a:cubicBezTo>
                  <a:close/>
                </a:path>
              </a:pathLst>
            </a:cu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7" name="Google Shape;1527;p40"/>
            <p:cNvSpPr/>
            <p:nvPr/>
          </p:nvSpPr>
          <p:spPr>
            <a:xfrm>
              <a:off x="5454075" y="4852551"/>
              <a:ext cx="291186" cy="292642"/>
            </a:xfrm>
            <a:custGeom>
              <a:rect b="b" l="l" r="r" t="t"/>
              <a:pathLst>
                <a:path extrusionOk="0" h="603" w="600">
                  <a:moveTo>
                    <a:pt x="475" y="1"/>
                  </a:moveTo>
                  <a:cubicBezTo>
                    <a:pt x="462" y="1"/>
                    <a:pt x="449" y="5"/>
                    <a:pt x="438" y="14"/>
                  </a:cubicBezTo>
                  <a:lnTo>
                    <a:pt x="1" y="444"/>
                  </a:lnTo>
                  <a:lnTo>
                    <a:pt x="600" y="602"/>
                  </a:lnTo>
                  <a:lnTo>
                    <a:pt x="600" y="602"/>
                  </a:lnTo>
                  <a:lnTo>
                    <a:pt x="529" y="47"/>
                  </a:lnTo>
                  <a:cubicBezTo>
                    <a:pt x="526" y="18"/>
                    <a:pt x="501" y="1"/>
                    <a:pt x="475" y="1"/>
                  </a:cubicBezTo>
                  <a:close/>
                </a:path>
              </a:pathLst>
            </a:custGeom>
            <a:solidFill>
              <a:schemeClr val="dk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8" name="Google Shape;1528;p40"/>
            <p:cNvSpPr/>
            <p:nvPr/>
          </p:nvSpPr>
          <p:spPr>
            <a:xfrm>
              <a:off x="5078934" y="4875845"/>
              <a:ext cx="291671" cy="332437"/>
            </a:xfrm>
            <a:custGeom>
              <a:rect b="b" l="l" r="r" t="t"/>
              <a:pathLst>
                <a:path extrusionOk="0" h="685" w="601">
                  <a:moveTo>
                    <a:pt x="70" y="1"/>
                  </a:moveTo>
                  <a:cubicBezTo>
                    <a:pt x="43" y="1"/>
                    <a:pt x="17" y="21"/>
                    <a:pt x="17" y="50"/>
                  </a:cubicBezTo>
                  <a:lnTo>
                    <a:pt x="1" y="685"/>
                  </a:lnTo>
                  <a:lnTo>
                    <a:pt x="601" y="365"/>
                  </a:lnTo>
                  <a:lnTo>
                    <a:pt x="99" y="10"/>
                  </a:lnTo>
                  <a:cubicBezTo>
                    <a:pt x="90" y="3"/>
                    <a:pt x="80" y="1"/>
                    <a:pt x="70" y="1"/>
                  </a:cubicBezTo>
                  <a:close/>
                </a:path>
              </a:pathLst>
            </a:custGeom>
            <a:solidFill>
              <a:schemeClr val="dk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9" name="Google Shape;1529;p40"/>
            <p:cNvSpPr/>
            <p:nvPr/>
          </p:nvSpPr>
          <p:spPr>
            <a:xfrm>
              <a:off x="3287671" y="5213133"/>
              <a:ext cx="1793706" cy="759510"/>
            </a:xfrm>
            <a:custGeom>
              <a:rect b="b" l="l" r="r" t="t"/>
              <a:pathLst>
                <a:path extrusionOk="0" h="1565" w="3696">
                  <a:moveTo>
                    <a:pt x="467" y="0"/>
                  </a:moveTo>
                  <a:cubicBezTo>
                    <a:pt x="335" y="0"/>
                    <a:pt x="212" y="90"/>
                    <a:pt x="135" y="203"/>
                  </a:cubicBezTo>
                  <a:cubicBezTo>
                    <a:pt x="80" y="277"/>
                    <a:pt x="44" y="364"/>
                    <a:pt x="24" y="454"/>
                  </a:cubicBezTo>
                  <a:cubicBezTo>
                    <a:pt x="5" y="534"/>
                    <a:pt x="1" y="612"/>
                    <a:pt x="9" y="695"/>
                  </a:cubicBezTo>
                  <a:cubicBezTo>
                    <a:pt x="28" y="853"/>
                    <a:pt x="99" y="1002"/>
                    <a:pt x="214" y="1117"/>
                  </a:cubicBezTo>
                  <a:cubicBezTo>
                    <a:pt x="288" y="1200"/>
                    <a:pt x="403" y="1247"/>
                    <a:pt x="501" y="1295"/>
                  </a:cubicBezTo>
                  <a:cubicBezTo>
                    <a:pt x="934" y="1483"/>
                    <a:pt x="1422" y="1565"/>
                    <a:pt x="1897" y="1565"/>
                  </a:cubicBezTo>
                  <a:cubicBezTo>
                    <a:pt x="2029" y="1565"/>
                    <a:pt x="2160" y="1559"/>
                    <a:pt x="2288" y="1546"/>
                  </a:cubicBezTo>
                  <a:cubicBezTo>
                    <a:pt x="3160" y="1472"/>
                    <a:pt x="3695" y="1366"/>
                    <a:pt x="3660" y="1140"/>
                  </a:cubicBezTo>
                  <a:cubicBezTo>
                    <a:pt x="3649" y="1066"/>
                    <a:pt x="3528" y="1044"/>
                    <a:pt x="3344" y="1044"/>
                  </a:cubicBezTo>
                  <a:cubicBezTo>
                    <a:pt x="3075" y="1044"/>
                    <a:pt x="2673" y="1092"/>
                    <a:pt x="2287" y="1092"/>
                  </a:cubicBezTo>
                  <a:cubicBezTo>
                    <a:pt x="2194" y="1092"/>
                    <a:pt x="2101" y="1089"/>
                    <a:pt x="2012" y="1082"/>
                  </a:cubicBezTo>
                  <a:cubicBezTo>
                    <a:pt x="1433" y="1038"/>
                    <a:pt x="912" y="967"/>
                    <a:pt x="730" y="809"/>
                  </a:cubicBezTo>
                  <a:cubicBezTo>
                    <a:pt x="659" y="738"/>
                    <a:pt x="636" y="656"/>
                    <a:pt x="620" y="558"/>
                  </a:cubicBezTo>
                  <a:cubicBezTo>
                    <a:pt x="601" y="458"/>
                    <a:pt x="624" y="392"/>
                    <a:pt x="656" y="289"/>
                  </a:cubicBezTo>
                  <a:cubicBezTo>
                    <a:pt x="672" y="238"/>
                    <a:pt x="687" y="179"/>
                    <a:pt x="672" y="123"/>
                  </a:cubicBezTo>
                  <a:cubicBezTo>
                    <a:pt x="648" y="61"/>
                    <a:pt x="585" y="17"/>
                    <a:pt x="517" y="5"/>
                  </a:cubicBezTo>
                  <a:cubicBezTo>
                    <a:pt x="500" y="2"/>
                    <a:pt x="483" y="0"/>
                    <a:pt x="467" y="0"/>
                  </a:cubicBezTo>
                  <a:close/>
                </a:path>
              </a:pathLst>
            </a:cu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0" name="Google Shape;1530;p40"/>
            <p:cNvSpPr/>
            <p:nvPr/>
          </p:nvSpPr>
          <p:spPr>
            <a:xfrm>
              <a:off x="4924122" y="4979216"/>
              <a:ext cx="1050696" cy="593534"/>
            </a:xfrm>
            <a:custGeom>
              <a:rect b="b" l="l" r="r" t="t"/>
              <a:pathLst>
                <a:path extrusionOk="0" h="1223" w="2165">
                  <a:moveTo>
                    <a:pt x="992" y="0"/>
                  </a:moveTo>
                  <a:cubicBezTo>
                    <a:pt x="761" y="0"/>
                    <a:pt x="521" y="35"/>
                    <a:pt x="379" y="168"/>
                  </a:cubicBezTo>
                  <a:cubicBezTo>
                    <a:pt x="339" y="203"/>
                    <a:pt x="304" y="246"/>
                    <a:pt x="285" y="301"/>
                  </a:cubicBezTo>
                  <a:cubicBezTo>
                    <a:pt x="265" y="349"/>
                    <a:pt x="252" y="396"/>
                    <a:pt x="229" y="443"/>
                  </a:cubicBezTo>
                  <a:cubicBezTo>
                    <a:pt x="205" y="491"/>
                    <a:pt x="170" y="534"/>
                    <a:pt x="119" y="546"/>
                  </a:cubicBezTo>
                  <a:cubicBezTo>
                    <a:pt x="95" y="550"/>
                    <a:pt x="59" y="566"/>
                    <a:pt x="75" y="585"/>
                  </a:cubicBezTo>
                  <a:cubicBezTo>
                    <a:pt x="79" y="594"/>
                    <a:pt x="87" y="598"/>
                    <a:pt x="99" y="601"/>
                  </a:cubicBezTo>
                  <a:cubicBezTo>
                    <a:pt x="119" y="614"/>
                    <a:pt x="126" y="641"/>
                    <a:pt x="119" y="661"/>
                  </a:cubicBezTo>
                  <a:cubicBezTo>
                    <a:pt x="109" y="680"/>
                    <a:pt x="90" y="691"/>
                    <a:pt x="72" y="691"/>
                  </a:cubicBezTo>
                  <a:cubicBezTo>
                    <a:pt x="68" y="691"/>
                    <a:pt x="63" y="690"/>
                    <a:pt x="59" y="688"/>
                  </a:cubicBezTo>
                  <a:lnTo>
                    <a:pt x="59" y="688"/>
                  </a:lnTo>
                  <a:cubicBezTo>
                    <a:pt x="75" y="712"/>
                    <a:pt x="91" y="743"/>
                    <a:pt x="95" y="771"/>
                  </a:cubicBezTo>
                  <a:cubicBezTo>
                    <a:pt x="63" y="763"/>
                    <a:pt x="32" y="756"/>
                    <a:pt x="1" y="751"/>
                  </a:cubicBezTo>
                  <a:lnTo>
                    <a:pt x="1" y="751"/>
                  </a:lnTo>
                  <a:cubicBezTo>
                    <a:pt x="1" y="751"/>
                    <a:pt x="75" y="893"/>
                    <a:pt x="91" y="909"/>
                  </a:cubicBezTo>
                  <a:cubicBezTo>
                    <a:pt x="134" y="964"/>
                    <a:pt x="190" y="996"/>
                    <a:pt x="245" y="1040"/>
                  </a:cubicBezTo>
                  <a:cubicBezTo>
                    <a:pt x="352" y="1122"/>
                    <a:pt x="426" y="1158"/>
                    <a:pt x="560" y="1181"/>
                  </a:cubicBezTo>
                  <a:cubicBezTo>
                    <a:pt x="709" y="1209"/>
                    <a:pt x="861" y="1222"/>
                    <a:pt x="1013" y="1222"/>
                  </a:cubicBezTo>
                  <a:cubicBezTo>
                    <a:pt x="1190" y="1222"/>
                    <a:pt x="1368" y="1204"/>
                    <a:pt x="1542" y="1165"/>
                  </a:cubicBezTo>
                  <a:cubicBezTo>
                    <a:pt x="1637" y="1142"/>
                    <a:pt x="1735" y="1114"/>
                    <a:pt x="1814" y="1055"/>
                  </a:cubicBezTo>
                  <a:cubicBezTo>
                    <a:pt x="1908" y="987"/>
                    <a:pt x="1999" y="913"/>
                    <a:pt x="2094" y="846"/>
                  </a:cubicBezTo>
                  <a:cubicBezTo>
                    <a:pt x="2130" y="827"/>
                    <a:pt x="2165" y="783"/>
                    <a:pt x="2137" y="751"/>
                  </a:cubicBezTo>
                  <a:cubicBezTo>
                    <a:pt x="2114" y="723"/>
                    <a:pt x="2055" y="732"/>
                    <a:pt x="2050" y="696"/>
                  </a:cubicBezTo>
                  <a:cubicBezTo>
                    <a:pt x="2047" y="680"/>
                    <a:pt x="2063" y="665"/>
                    <a:pt x="2063" y="645"/>
                  </a:cubicBezTo>
                  <a:cubicBezTo>
                    <a:pt x="2035" y="633"/>
                    <a:pt x="2012" y="621"/>
                    <a:pt x="1984" y="609"/>
                  </a:cubicBezTo>
                  <a:cubicBezTo>
                    <a:pt x="1972" y="601"/>
                    <a:pt x="1964" y="598"/>
                    <a:pt x="1960" y="590"/>
                  </a:cubicBezTo>
                  <a:cubicBezTo>
                    <a:pt x="1948" y="574"/>
                    <a:pt x="1960" y="550"/>
                    <a:pt x="1976" y="538"/>
                  </a:cubicBezTo>
                  <a:cubicBezTo>
                    <a:pt x="1992" y="523"/>
                    <a:pt x="2008" y="514"/>
                    <a:pt x="2015" y="495"/>
                  </a:cubicBezTo>
                  <a:cubicBezTo>
                    <a:pt x="1952" y="472"/>
                    <a:pt x="1881" y="443"/>
                    <a:pt x="1846" y="388"/>
                  </a:cubicBezTo>
                  <a:cubicBezTo>
                    <a:pt x="1826" y="361"/>
                    <a:pt x="1819" y="334"/>
                    <a:pt x="1806" y="301"/>
                  </a:cubicBezTo>
                  <a:cubicBezTo>
                    <a:pt x="1743" y="148"/>
                    <a:pt x="1609" y="46"/>
                    <a:pt x="1440" y="30"/>
                  </a:cubicBezTo>
                  <a:cubicBezTo>
                    <a:pt x="1321" y="18"/>
                    <a:pt x="1159" y="0"/>
                    <a:pt x="992" y="0"/>
                  </a:cubicBezTo>
                  <a:close/>
                </a:path>
              </a:pathLst>
            </a:cu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1" name="Google Shape;1531;p40"/>
            <p:cNvSpPr/>
            <p:nvPr/>
          </p:nvSpPr>
          <p:spPr>
            <a:xfrm>
              <a:off x="5367691" y="5361637"/>
              <a:ext cx="149961" cy="67458"/>
            </a:xfrm>
            <a:custGeom>
              <a:rect b="b" l="l" r="r" t="t"/>
              <a:pathLst>
                <a:path extrusionOk="0" h="139" w="309">
                  <a:moveTo>
                    <a:pt x="283" y="0"/>
                  </a:moveTo>
                  <a:cubicBezTo>
                    <a:pt x="280" y="0"/>
                    <a:pt x="276" y="1"/>
                    <a:pt x="273" y="3"/>
                  </a:cubicBezTo>
                  <a:cubicBezTo>
                    <a:pt x="190" y="10"/>
                    <a:pt x="115" y="15"/>
                    <a:pt x="37" y="15"/>
                  </a:cubicBezTo>
                  <a:cubicBezTo>
                    <a:pt x="21" y="15"/>
                    <a:pt x="1" y="19"/>
                    <a:pt x="1" y="34"/>
                  </a:cubicBezTo>
                  <a:cubicBezTo>
                    <a:pt x="1" y="42"/>
                    <a:pt x="6" y="50"/>
                    <a:pt x="13" y="54"/>
                  </a:cubicBezTo>
                  <a:cubicBezTo>
                    <a:pt x="54" y="95"/>
                    <a:pt x="99" y="138"/>
                    <a:pt x="152" y="138"/>
                  </a:cubicBezTo>
                  <a:cubicBezTo>
                    <a:pt x="171" y="138"/>
                    <a:pt x="190" y="133"/>
                    <a:pt x="210" y="121"/>
                  </a:cubicBezTo>
                  <a:cubicBezTo>
                    <a:pt x="242" y="105"/>
                    <a:pt x="266" y="81"/>
                    <a:pt x="285" y="58"/>
                  </a:cubicBezTo>
                  <a:cubicBezTo>
                    <a:pt x="293" y="54"/>
                    <a:pt x="297" y="46"/>
                    <a:pt x="301" y="39"/>
                  </a:cubicBezTo>
                  <a:cubicBezTo>
                    <a:pt x="305" y="26"/>
                    <a:pt x="308" y="15"/>
                    <a:pt x="297" y="6"/>
                  </a:cubicBezTo>
                  <a:cubicBezTo>
                    <a:pt x="293" y="2"/>
                    <a:pt x="288" y="0"/>
                    <a:pt x="28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2" name="Google Shape;1532;p40"/>
            <p:cNvSpPr/>
            <p:nvPr/>
          </p:nvSpPr>
          <p:spPr>
            <a:xfrm>
              <a:off x="5098346" y="5246134"/>
              <a:ext cx="195580" cy="48046"/>
            </a:xfrm>
            <a:custGeom>
              <a:rect b="b" l="l" r="r" t="t"/>
              <a:pathLst>
                <a:path extrusionOk="0" h="99" w="403">
                  <a:moveTo>
                    <a:pt x="24" y="0"/>
                  </a:moveTo>
                  <a:lnTo>
                    <a:pt x="0" y="28"/>
                  </a:lnTo>
                  <a:cubicBezTo>
                    <a:pt x="64" y="75"/>
                    <a:pt x="138" y="99"/>
                    <a:pt x="213" y="99"/>
                  </a:cubicBezTo>
                  <a:cubicBezTo>
                    <a:pt x="280" y="99"/>
                    <a:pt x="343" y="83"/>
                    <a:pt x="402" y="48"/>
                  </a:cubicBezTo>
                  <a:lnTo>
                    <a:pt x="383" y="16"/>
                  </a:lnTo>
                  <a:cubicBezTo>
                    <a:pt x="331" y="48"/>
                    <a:pt x="272" y="64"/>
                    <a:pt x="213" y="64"/>
                  </a:cubicBezTo>
                  <a:cubicBezTo>
                    <a:pt x="146" y="64"/>
                    <a:pt x="79" y="44"/>
                    <a:pt x="2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3" name="Google Shape;1533;p40"/>
            <p:cNvSpPr/>
            <p:nvPr/>
          </p:nvSpPr>
          <p:spPr>
            <a:xfrm>
              <a:off x="5586079" y="5213618"/>
              <a:ext cx="166947" cy="57752"/>
            </a:xfrm>
            <a:custGeom>
              <a:rect b="b" l="l" r="r" t="t"/>
              <a:pathLst>
                <a:path extrusionOk="0" h="119" w="344">
                  <a:moveTo>
                    <a:pt x="316" y="0"/>
                  </a:moveTo>
                  <a:cubicBezTo>
                    <a:pt x="304" y="20"/>
                    <a:pt x="289" y="36"/>
                    <a:pt x="269" y="47"/>
                  </a:cubicBezTo>
                  <a:cubicBezTo>
                    <a:pt x="249" y="60"/>
                    <a:pt x="226" y="67"/>
                    <a:pt x="198" y="75"/>
                  </a:cubicBezTo>
                  <a:cubicBezTo>
                    <a:pt x="166" y="79"/>
                    <a:pt x="135" y="83"/>
                    <a:pt x="103" y="83"/>
                  </a:cubicBezTo>
                  <a:cubicBezTo>
                    <a:pt x="71" y="83"/>
                    <a:pt x="40" y="79"/>
                    <a:pt x="5" y="75"/>
                  </a:cubicBezTo>
                  <a:lnTo>
                    <a:pt x="0" y="107"/>
                  </a:lnTo>
                  <a:cubicBezTo>
                    <a:pt x="32" y="115"/>
                    <a:pt x="67" y="118"/>
                    <a:pt x="103" y="118"/>
                  </a:cubicBezTo>
                  <a:cubicBezTo>
                    <a:pt x="138" y="118"/>
                    <a:pt x="174" y="115"/>
                    <a:pt x="206" y="107"/>
                  </a:cubicBezTo>
                  <a:cubicBezTo>
                    <a:pt x="233" y="102"/>
                    <a:pt x="261" y="95"/>
                    <a:pt x="284" y="79"/>
                  </a:cubicBezTo>
                  <a:cubicBezTo>
                    <a:pt x="313" y="63"/>
                    <a:pt x="332" y="44"/>
                    <a:pt x="344" y="16"/>
                  </a:cubicBezTo>
                  <a:lnTo>
                    <a:pt x="316" y="0"/>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4" name="Google Shape;1534;p40"/>
            <p:cNvSpPr/>
            <p:nvPr/>
          </p:nvSpPr>
          <p:spPr>
            <a:xfrm>
              <a:off x="5377397" y="5399005"/>
              <a:ext cx="115504" cy="90268"/>
            </a:xfrm>
            <a:custGeom>
              <a:rect b="b" l="l" r="r" t="t"/>
              <a:pathLst>
                <a:path extrusionOk="0" h="186" w="238">
                  <a:moveTo>
                    <a:pt x="155" y="28"/>
                  </a:moveTo>
                  <a:lnTo>
                    <a:pt x="159" y="36"/>
                  </a:lnTo>
                  <a:lnTo>
                    <a:pt x="159" y="33"/>
                  </a:lnTo>
                  <a:lnTo>
                    <a:pt x="155" y="28"/>
                  </a:lnTo>
                  <a:close/>
                  <a:moveTo>
                    <a:pt x="151" y="0"/>
                  </a:moveTo>
                  <a:cubicBezTo>
                    <a:pt x="149" y="0"/>
                    <a:pt x="148" y="0"/>
                    <a:pt x="146" y="1"/>
                  </a:cubicBezTo>
                  <a:lnTo>
                    <a:pt x="146" y="1"/>
                  </a:lnTo>
                  <a:cubicBezTo>
                    <a:pt x="137" y="2"/>
                    <a:pt x="130" y="5"/>
                    <a:pt x="123" y="13"/>
                  </a:cubicBezTo>
                  <a:cubicBezTo>
                    <a:pt x="115" y="20"/>
                    <a:pt x="111" y="28"/>
                    <a:pt x="108" y="36"/>
                  </a:cubicBezTo>
                  <a:cubicBezTo>
                    <a:pt x="104" y="44"/>
                    <a:pt x="104" y="52"/>
                    <a:pt x="104" y="60"/>
                  </a:cubicBezTo>
                  <a:lnTo>
                    <a:pt x="104" y="80"/>
                  </a:lnTo>
                  <a:cubicBezTo>
                    <a:pt x="99" y="87"/>
                    <a:pt x="95" y="95"/>
                    <a:pt x="91" y="104"/>
                  </a:cubicBezTo>
                  <a:cubicBezTo>
                    <a:pt x="84" y="115"/>
                    <a:pt x="75" y="122"/>
                    <a:pt x="68" y="127"/>
                  </a:cubicBezTo>
                  <a:cubicBezTo>
                    <a:pt x="48" y="139"/>
                    <a:pt x="28" y="146"/>
                    <a:pt x="1" y="155"/>
                  </a:cubicBezTo>
                  <a:lnTo>
                    <a:pt x="9" y="186"/>
                  </a:lnTo>
                  <a:cubicBezTo>
                    <a:pt x="37" y="182"/>
                    <a:pt x="64" y="175"/>
                    <a:pt x="88" y="158"/>
                  </a:cubicBezTo>
                  <a:cubicBezTo>
                    <a:pt x="99" y="146"/>
                    <a:pt x="111" y="139"/>
                    <a:pt x="119" y="127"/>
                  </a:cubicBezTo>
                  <a:cubicBezTo>
                    <a:pt x="122" y="123"/>
                    <a:pt x="125" y="118"/>
                    <a:pt x="127" y="113"/>
                  </a:cubicBezTo>
                  <a:lnTo>
                    <a:pt x="127" y="113"/>
                  </a:lnTo>
                  <a:cubicBezTo>
                    <a:pt x="127" y="114"/>
                    <a:pt x="127" y="114"/>
                    <a:pt x="127" y="115"/>
                  </a:cubicBezTo>
                  <a:cubicBezTo>
                    <a:pt x="127" y="119"/>
                    <a:pt x="131" y="119"/>
                    <a:pt x="131" y="122"/>
                  </a:cubicBezTo>
                  <a:lnTo>
                    <a:pt x="131" y="131"/>
                  </a:lnTo>
                  <a:cubicBezTo>
                    <a:pt x="143" y="151"/>
                    <a:pt x="159" y="162"/>
                    <a:pt x="179" y="170"/>
                  </a:cubicBezTo>
                  <a:cubicBezTo>
                    <a:pt x="198" y="178"/>
                    <a:pt x="217" y="182"/>
                    <a:pt x="237" y="182"/>
                  </a:cubicBezTo>
                  <a:lnTo>
                    <a:pt x="237" y="146"/>
                  </a:lnTo>
                  <a:cubicBezTo>
                    <a:pt x="222" y="146"/>
                    <a:pt x="206" y="146"/>
                    <a:pt x="194" y="139"/>
                  </a:cubicBezTo>
                  <a:cubicBezTo>
                    <a:pt x="182" y="135"/>
                    <a:pt x="170" y="127"/>
                    <a:pt x="162" y="111"/>
                  </a:cubicBezTo>
                  <a:lnTo>
                    <a:pt x="162" y="107"/>
                  </a:lnTo>
                  <a:cubicBezTo>
                    <a:pt x="159" y="95"/>
                    <a:pt x="155" y="71"/>
                    <a:pt x="155" y="56"/>
                  </a:cubicBezTo>
                  <a:cubicBezTo>
                    <a:pt x="155" y="48"/>
                    <a:pt x="159" y="40"/>
                    <a:pt x="159" y="36"/>
                  </a:cubicBezTo>
                  <a:lnTo>
                    <a:pt x="153" y="29"/>
                  </a:lnTo>
                  <a:lnTo>
                    <a:pt x="153" y="29"/>
                  </a:lnTo>
                  <a:lnTo>
                    <a:pt x="159" y="0"/>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5" name="Google Shape;1535;p40"/>
            <p:cNvSpPr/>
            <p:nvPr/>
          </p:nvSpPr>
          <p:spPr>
            <a:xfrm>
              <a:off x="3723960" y="5510140"/>
              <a:ext cx="1340426" cy="256729"/>
            </a:xfrm>
            <a:custGeom>
              <a:rect b="b" l="l" r="r" t="t"/>
              <a:pathLst>
                <a:path extrusionOk="0" h="529" w="2762">
                  <a:moveTo>
                    <a:pt x="33" y="0"/>
                  </a:moveTo>
                  <a:lnTo>
                    <a:pt x="1" y="8"/>
                  </a:lnTo>
                  <a:cubicBezTo>
                    <a:pt x="13" y="83"/>
                    <a:pt x="52" y="150"/>
                    <a:pt x="99" y="206"/>
                  </a:cubicBezTo>
                  <a:cubicBezTo>
                    <a:pt x="151" y="264"/>
                    <a:pt x="214" y="308"/>
                    <a:pt x="281" y="343"/>
                  </a:cubicBezTo>
                  <a:cubicBezTo>
                    <a:pt x="415" y="406"/>
                    <a:pt x="565" y="426"/>
                    <a:pt x="707" y="446"/>
                  </a:cubicBezTo>
                  <a:cubicBezTo>
                    <a:pt x="987" y="477"/>
                    <a:pt x="1267" y="505"/>
                    <a:pt x="1547" y="505"/>
                  </a:cubicBezTo>
                  <a:cubicBezTo>
                    <a:pt x="1704" y="505"/>
                    <a:pt x="1862" y="497"/>
                    <a:pt x="2016" y="477"/>
                  </a:cubicBezTo>
                  <a:cubicBezTo>
                    <a:pt x="2154" y="461"/>
                    <a:pt x="2292" y="438"/>
                    <a:pt x="2422" y="438"/>
                  </a:cubicBezTo>
                  <a:cubicBezTo>
                    <a:pt x="2509" y="438"/>
                    <a:pt x="2592" y="446"/>
                    <a:pt x="2670" y="474"/>
                  </a:cubicBezTo>
                  <a:cubicBezTo>
                    <a:pt x="2687" y="477"/>
                    <a:pt x="2698" y="485"/>
                    <a:pt x="2710" y="493"/>
                  </a:cubicBezTo>
                  <a:cubicBezTo>
                    <a:pt x="2714" y="497"/>
                    <a:pt x="2718" y="501"/>
                    <a:pt x="2722" y="509"/>
                  </a:cubicBezTo>
                  <a:cubicBezTo>
                    <a:pt x="2725" y="513"/>
                    <a:pt x="2725" y="517"/>
                    <a:pt x="2725" y="521"/>
                  </a:cubicBezTo>
                  <a:lnTo>
                    <a:pt x="2725" y="525"/>
                  </a:lnTo>
                  <a:lnTo>
                    <a:pt x="2761" y="528"/>
                  </a:lnTo>
                  <a:lnTo>
                    <a:pt x="2761" y="521"/>
                  </a:lnTo>
                  <a:cubicBezTo>
                    <a:pt x="2761" y="509"/>
                    <a:pt x="2758" y="497"/>
                    <a:pt x="2754" y="490"/>
                  </a:cubicBezTo>
                  <a:cubicBezTo>
                    <a:pt x="2745" y="477"/>
                    <a:pt x="2734" y="466"/>
                    <a:pt x="2722" y="458"/>
                  </a:cubicBezTo>
                  <a:cubicBezTo>
                    <a:pt x="2710" y="450"/>
                    <a:pt x="2694" y="446"/>
                    <a:pt x="2683" y="442"/>
                  </a:cubicBezTo>
                  <a:cubicBezTo>
                    <a:pt x="2599" y="410"/>
                    <a:pt x="2512" y="403"/>
                    <a:pt x="2422" y="403"/>
                  </a:cubicBezTo>
                  <a:cubicBezTo>
                    <a:pt x="2288" y="403"/>
                    <a:pt x="2146" y="426"/>
                    <a:pt x="2012" y="442"/>
                  </a:cubicBezTo>
                  <a:cubicBezTo>
                    <a:pt x="1858" y="461"/>
                    <a:pt x="1700" y="470"/>
                    <a:pt x="1547" y="470"/>
                  </a:cubicBezTo>
                  <a:cubicBezTo>
                    <a:pt x="1267" y="470"/>
                    <a:pt x="991" y="442"/>
                    <a:pt x="711" y="410"/>
                  </a:cubicBezTo>
                  <a:cubicBezTo>
                    <a:pt x="569" y="390"/>
                    <a:pt x="423" y="371"/>
                    <a:pt x="297" y="308"/>
                  </a:cubicBezTo>
                  <a:cubicBezTo>
                    <a:pt x="234" y="281"/>
                    <a:pt x="175" y="237"/>
                    <a:pt x="128" y="182"/>
                  </a:cubicBezTo>
                  <a:cubicBezTo>
                    <a:pt x="80" y="130"/>
                    <a:pt x="48" y="68"/>
                    <a:pt x="3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6" name="Google Shape;1536;p40"/>
            <p:cNvSpPr/>
            <p:nvPr/>
          </p:nvSpPr>
          <p:spPr>
            <a:xfrm>
              <a:off x="3927304" y="4960774"/>
              <a:ext cx="1033710" cy="423676"/>
            </a:xfrm>
            <a:custGeom>
              <a:rect b="b" l="l" r="r" t="t"/>
              <a:pathLst>
                <a:path extrusionOk="0" h="873" w="2130">
                  <a:moveTo>
                    <a:pt x="788" y="1"/>
                  </a:moveTo>
                  <a:cubicBezTo>
                    <a:pt x="508" y="1"/>
                    <a:pt x="233" y="84"/>
                    <a:pt x="0" y="233"/>
                  </a:cubicBezTo>
                  <a:lnTo>
                    <a:pt x="20" y="261"/>
                  </a:lnTo>
                  <a:cubicBezTo>
                    <a:pt x="244" y="115"/>
                    <a:pt x="517" y="37"/>
                    <a:pt x="788" y="37"/>
                  </a:cubicBezTo>
                  <a:cubicBezTo>
                    <a:pt x="816" y="37"/>
                    <a:pt x="848" y="37"/>
                    <a:pt x="875" y="40"/>
                  </a:cubicBezTo>
                  <a:cubicBezTo>
                    <a:pt x="1120" y="55"/>
                    <a:pt x="1360" y="139"/>
                    <a:pt x="1542" y="297"/>
                  </a:cubicBezTo>
                  <a:cubicBezTo>
                    <a:pt x="1644" y="383"/>
                    <a:pt x="1723" y="497"/>
                    <a:pt x="1809" y="600"/>
                  </a:cubicBezTo>
                  <a:cubicBezTo>
                    <a:pt x="1900" y="707"/>
                    <a:pt x="1991" y="809"/>
                    <a:pt x="2113" y="872"/>
                  </a:cubicBezTo>
                  <a:lnTo>
                    <a:pt x="2129" y="841"/>
                  </a:lnTo>
                  <a:cubicBezTo>
                    <a:pt x="2015" y="781"/>
                    <a:pt x="1924" y="683"/>
                    <a:pt x="1838" y="581"/>
                  </a:cubicBezTo>
                  <a:cubicBezTo>
                    <a:pt x="1755" y="474"/>
                    <a:pt x="1672" y="363"/>
                    <a:pt x="1565" y="268"/>
                  </a:cubicBezTo>
                  <a:cubicBezTo>
                    <a:pt x="1376" y="103"/>
                    <a:pt x="1128" y="20"/>
                    <a:pt x="879" y="4"/>
                  </a:cubicBezTo>
                  <a:cubicBezTo>
                    <a:pt x="848" y="1"/>
                    <a:pt x="816" y="1"/>
                    <a:pt x="788"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7" name="Google Shape;1537;p40"/>
            <p:cNvSpPr/>
            <p:nvPr/>
          </p:nvSpPr>
          <p:spPr>
            <a:xfrm>
              <a:off x="409807" y="6093963"/>
              <a:ext cx="1701982" cy="628476"/>
            </a:xfrm>
            <a:custGeom>
              <a:rect b="b" l="l" r="r" t="t"/>
              <a:pathLst>
                <a:path extrusionOk="0" h="1295" w="3507">
                  <a:moveTo>
                    <a:pt x="2399" y="0"/>
                  </a:moveTo>
                  <a:cubicBezTo>
                    <a:pt x="2339" y="0"/>
                    <a:pt x="2219" y="107"/>
                    <a:pt x="2161" y="138"/>
                  </a:cubicBezTo>
                  <a:cubicBezTo>
                    <a:pt x="2087" y="177"/>
                    <a:pt x="2003" y="213"/>
                    <a:pt x="1921" y="241"/>
                  </a:cubicBezTo>
                  <a:cubicBezTo>
                    <a:pt x="1759" y="295"/>
                    <a:pt x="1590" y="328"/>
                    <a:pt x="1424" y="355"/>
                  </a:cubicBezTo>
                  <a:cubicBezTo>
                    <a:pt x="1081" y="406"/>
                    <a:pt x="734" y="426"/>
                    <a:pt x="403" y="532"/>
                  </a:cubicBezTo>
                  <a:cubicBezTo>
                    <a:pt x="351" y="548"/>
                    <a:pt x="300" y="564"/>
                    <a:pt x="256" y="595"/>
                  </a:cubicBezTo>
                  <a:cubicBezTo>
                    <a:pt x="245" y="603"/>
                    <a:pt x="238" y="612"/>
                    <a:pt x="229" y="619"/>
                  </a:cubicBezTo>
                  <a:cubicBezTo>
                    <a:pt x="1" y="840"/>
                    <a:pt x="434" y="1001"/>
                    <a:pt x="592" y="1049"/>
                  </a:cubicBezTo>
                  <a:cubicBezTo>
                    <a:pt x="840" y="1124"/>
                    <a:pt x="1104" y="1132"/>
                    <a:pt x="1365" y="1140"/>
                  </a:cubicBezTo>
                  <a:cubicBezTo>
                    <a:pt x="1614" y="1147"/>
                    <a:pt x="1739" y="1179"/>
                    <a:pt x="1988" y="1218"/>
                  </a:cubicBezTo>
                  <a:cubicBezTo>
                    <a:pt x="2145" y="1245"/>
                    <a:pt x="2375" y="1295"/>
                    <a:pt x="2588" y="1295"/>
                  </a:cubicBezTo>
                  <a:cubicBezTo>
                    <a:pt x="2754" y="1295"/>
                    <a:pt x="2911" y="1264"/>
                    <a:pt x="3013" y="1167"/>
                  </a:cubicBezTo>
                  <a:cubicBezTo>
                    <a:pt x="3077" y="1108"/>
                    <a:pt x="3119" y="1037"/>
                    <a:pt x="3166" y="962"/>
                  </a:cubicBezTo>
                  <a:cubicBezTo>
                    <a:pt x="3277" y="781"/>
                    <a:pt x="3392" y="599"/>
                    <a:pt x="3506" y="418"/>
                  </a:cubicBezTo>
                  <a:cubicBezTo>
                    <a:pt x="3301" y="359"/>
                    <a:pt x="3096" y="292"/>
                    <a:pt x="2895" y="225"/>
                  </a:cubicBezTo>
                  <a:cubicBezTo>
                    <a:pt x="2793" y="190"/>
                    <a:pt x="2674" y="162"/>
                    <a:pt x="2580" y="115"/>
                  </a:cubicBezTo>
                  <a:cubicBezTo>
                    <a:pt x="2532" y="91"/>
                    <a:pt x="2453" y="4"/>
                    <a:pt x="2402" y="0"/>
                  </a:cubicBezTo>
                  <a:cubicBezTo>
                    <a:pt x="2401" y="0"/>
                    <a:pt x="2400" y="0"/>
                    <a:pt x="2399" y="0"/>
                  </a:cubicBezTo>
                  <a:close/>
                </a:path>
              </a:pathLst>
            </a:custGeom>
            <a:solidFill>
              <a:schemeClr val="accent5"/>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8" name="Google Shape;1538;p40"/>
            <p:cNvSpPr/>
            <p:nvPr/>
          </p:nvSpPr>
          <p:spPr>
            <a:xfrm>
              <a:off x="515119" y="8787897"/>
              <a:ext cx="1629186" cy="667301"/>
            </a:xfrm>
            <a:custGeom>
              <a:rect b="b" l="l" r="r" t="t"/>
              <a:pathLst>
                <a:path extrusionOk="0" h="1375" w="3357">
                  <a:moveTo>
                    <a:pt x="2260" y="1"/>
                  </a:moveTo>
                  <a:cubicBezTo>
                    <a:pt x="2053" y="152"/>
                    <a:pt x="1792" y="203"/>
                    <a:pt x="1530" y="203"/>
                  </a:cubicBezTo>
                  <a:cubicBezTo>
                    <a:pt x="1438" y="203"/>
                    <a:pt x="1345" y="196"/>
                    <a:pt x="1255" y="186"/>
                  </a:cubicBezTo>
                  <a:cubicBezTo>
                    <a:pt x="972" y="157"/>
                    <a:pt x="689" y="97"/>
                    <a:pt x="406" y="97"/>
                  </a:cubicBezTo>
                  <a:cubicBezTo>
                    <a:pt x="342" y="97"/>
                    <a:pt x="278" y="100"/>
                    <a:pt x="214" y="107"/>
                  </a:cubicBezTo>
                  <a:cubicBezTo>
                    <a:pt x="186" y="111"/>
                    <a:pt x="154" y="119"/>
                    <a:pt x="127" y="131"/>
                  </a:cubicBezTo>
                  <a:cubicBezTo>
                    <a:pt x="59" y="155"/>
                    <a:pt x="1" y="202"/>
                    <a:pt x="12" y="269"/>
                  </a:cubicBezTo>
                  <a:cubicBezTo>
                    <a:pt x="21" y="304"/>
                    <a:pt x="44" y="332"/>
                    <a:pt x="63" y="355"/>
                  </a:cubicBezTo>
                  <a:cubicBezTo>
                    <a:pt x="166" y="470"/>
                    <a:pt x="265" y="588"/>
                    <a:pt x="394" y="671"/>
                  </a:cubicBezTo>
                  <a:cubicBezTo>
                    <a:pt x="509" y="750"/>
                    <a:pt x="643" y="797"/>
                    <a:pt x="773" y="841"/>
                  </a:cubicBezTo>
                  <a:cubicBezTo>
                    <a:pt x="1097" y="955"/>
                    <a:pt x="1420" y="1070"/>
                    <a:pt x="1748" y="1183"/>
                  </a:cubicBezTo>
                  <a:cubicBezTo>
                    <a:pt x="1965" y="1259"/>
                    <a:pt x="2212" y="1375"/>
                    <a:pt x="2451" y="1375"/>
                  </a:cubicBezTo>
                  <a:cubicBezTo>
                    <a:pt x="2489" y="1375"/>
                    <a:pt x="2526" y="1372"/>
                    <a:pt x="2563" y="1365"/>
                  </a:cubicBezTo>
                  <a:cubicBezTo>
                    <a:pt x="2871" y="1306"/>
                    <a:pt x="3162" y="845"/>
                    <a:pt x="3337" y="604"/>
                  </a:cubicBezTo>
                  <a:cubicBezTo>
                    <a:pt x="3344" y="588"/>
                    <a:pt x="3356" y="573"/>
                    <a:pt x="3348" y="557"/>
                  </a:cubicBezTo>
                  <a:cubicBezTo>
                    <a:pt x="3344" y="549"/>
                    <a:pt x="3337" y="545"/>
                    <a:pt x="3328" y="541"/>
                  </a:cubicBezTo>
                  <a:cubicBezTo>
                    <a:pt x="2978" y="344"/>
                    <a:pt x="2603" y="206"/>
                    <a:pt x="2260" y="1"/>
                  </a:cubicBezTo>
                  <a:close/>
                </a:path>
              </a:pathLst>
            </a:custGeom>
            <a:solidFill>
              <a:schemeClr val="accent5"/>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9" name="Google Shape;1539;p40"/>
            <p:cNvSpPr/>
            <p:nvPr/>
          </p:nvSpPr>
          <p:spPr>
            <a:xfrm>
              <a:off x="3297377" y="1076384"/>
              <a:ext cx="689626" cy="876470"/>
            </a:xfrm>
            <a:custGeom>
              <a:rect b="b" l="l" r="r" t="t"/>
              <a:pathLst>
                <a:path extrusionOk="0" h="1806" w="1421">
                  <a:moveTo>
                    <a:pt x="1" y="0"/>
                  </a:moveTo>
                  <a:lnTo>
                    <a:pt x="221" y="1640"/>
                  </a:lnTo>
                  <a:cubicBezTo>
                    <a:pt x="233" y="1735"/>
                    <a:pt x="316" y="1806"/>
                    <a:pt x="410" y="1806"/>
                  </a:cubicBezTo>
                  <a:lnTo>
                    <a:pt x="1007" y="1806"/>
                  </a:lnTo>
                  <a:cubicBezTo>
                    <a:pt x="1105" y="1806"/>
                    <a:pt x="1184" y="1735"/>
                    <a:pt x="1200" y="1640"/>
                  </a:cubicBezTo>
                  <a:lnTo>
                    <a:pt x="1420" y="0"/>
                  </a:lnTo>
                  <a:close/>
                </a:path>
              </a:pathLst>
            </a:custGeom>
            <a:solidFill>
              <a:schemeClr val="accen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0" name="Google Shape;1540;p40"/>
            <p:cNvSpPr/>
            <p:nvPr/>
          </p:nvSpPr>
          <p:spPr>
            <a:xfrm>
              <a:off x="3747255" y="1182181"/>
              <a:ext cx="352335" cy="556651"/>
            </a:xfrm>
            <a:custGeom>
              <a:rect b="b" l="l" r="r" t="t"/>
              <a:pathLst>
                <a:path extrusionOk="0" h="1147" w="726">
                  <a:moveTo>
                    <a:pt x="414" y="1"/>
                  </a:moveTo>
                  <a:cubicBezTo>
                    <a:pt x="340" y="1"/>
                    <a:pt x="265" y="26"/>
                    <a:pt x="202" y="62"/>
                  </a:cubicBezTo>
                  <a:cubicBezTo>
                    <a:pt x="154" y="86"/>
                    <a:pt x="131" y="98"/>
                    <a:pt x="131" y="149"/>
                  </a:cubicBezTo>
                  <a:cubicBezTo>
                    <a:pt x="127" y="185"/>
                    <a:pt x="154" y="271"/>
                    <a:pt x="186" y="287"/>
                  </a:cubicBezTo>
                  <a:cubicBezTo>
                    <a:pt x="189" y="288"/>
                    <a:pt x="193" y="288"/>
                    <a:pt x="197" y="288"/>
                  </a:cubicBezTo>
                  <a:cubicBezTo>
                    <a:pt x="207" y="288"/>
                    <a:pt x="217" y="286"/>
                    <a:pt x="225" y="283"/>
                  </a:cubicBezTo>
                  <a:cubicBezTo>
                    <a:pt x="269" y="263"/>
                    <a:pt x="311" y="252"/>
                    <a:pt x="359" y="252"/>
                  </a:cubicBezTo>
                  <a:cubicBezTo>
                    <a:pt x="406" y="256"/>
                    <a:pt x="453" y="275"/>
                    <a:pt x="482" y="310"/>
                  </a:cubicBezTo>
                  <a:cubicBezTo>
                    <a:pt x="521" y="365"/>
                    <a:pt x="509" y="441"/>
                    <a:pt x="482" y="500"/>
                  </a:cubicBezTo>
                  <a:cubicBezTo>
                    <a:pt x="438" y="602"/>
                    <a:pt x="391" y="697"/>
                    <a:pt x="320" y="787"/>
                  </a:cubicBezTo>
                  <a:cubicBezTo>
                    <a:pt x="276" y="843"/>
                    <a:pt x="0" y="1056"/>
                    <a:pt x="131" y="1135"/>
                  </a:cubicBezTo>
                  <a:cubicBezTo>
                    <a:pt x="143" y="1143"/>
                    <a:pt x="158" y="1146"/>
                    <a:pt x="173" y="1146"/>
                  </a:cubicBezTo>
                  <a:cubicBezTo>
                    <a:pt x="195" y="1146"/>
                    <a:pt x="218" y="1138"/>
                    <a:pt x="237" y="1127"/>
                  </a:cubicBezTo>
                  <a:cubicBezTo>
                    <a:pt x="269" y="1107"/>
                    <a:pt x="293" y="1075"/>
                    <a:pt x="311" y="1044"/>
                  </a:cubicBezTo>
                  <a:cubicBezTo>
                    <a:pt x="371" y="969"/>
                    <a:pt x="430" y="891"/>
                    <a:pt x="486" y="811"/>
                  </a:cubicBezTo>
                  <a:cubicBezTo>
                    <a:pt x="576" y="689"/>
                    <a:pt x="666" y="559"/>
                    <a:pt x="695" y="413"/>
                  </a:cubicBezTo>
                  <a:cubicBezTo>
                    <a:pt x="726" y="267"/>
                    <a:pt x="671" y="94"/>
                    <a:pt x="540" y="30"/>
                  </a:cubicBezTo>
                  <a:cubicBezTo>
                    <a:pt x="537" y="27"/>
                    <a:pt x="537" y="27"/>
                    <a:pt x="533" y="27"/>
                  </a:cubicBezTo>
                  <a:cubicBezTo>
                    <a:pt x="495" y="8"/>
                    <a:pt x="455" y="1"/>
                    <a:pt x="414" y="1"/>
                  </a:cubicBezTo>
                  <a:close/>
                </a:path>
              </a:pathLst>
            </a:custGeom>
            <a:solidFill>
              <a:schemeClr val="accen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1" name="Google Shape;1541;p40"/>
            <p:cNvSpPr/>
            <p:nvPr/>
          </p:nvSpPr>
          <p:spPr>
            <a:xfrm>
              <a:off x="3885082" y="6321572"/>
              <a:ext cx="68914" cy="189756"/>
            </a:xfrm>
            <a:custGeom>
              <a:rect b="b" l="l" r="r" t="t"/>
              <a:pathLst>
                <a:path extrusionOk="0" h="391" w="142">
                  <a:moveTo>
                    <a:pt x="107" y="1"/>
                  </a:moveTo>
                  <a:cubicBezTo>
                    <a:pt x="87" y="130"/>
                    <a:pt x="51" y="256"/>
                    <a:pt x="0" y="374"/>
                  </a:cubicBezTo>
                  <a:lnTo>
                    <a:pt x="32" y="391"/>
                  </a:lnTo>
                  <a:cubicBezTo>
                    <a:pt x="83" y="268"/>
                    <a:pt x="122" y="138"/>
                    <a:pt x="142" y="8"/>
                  </a:cubicBezTo>
                  <a:lnTo>
                    <a:pt x="107" y="1"/>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2" name="Google Shape;1542;p40"/>
            <p:cNvSpPr/>
            <p:nvPr/>
          </p:nvSpPr>
          <p:spPr>
            <a:xfrm>
              <a:off x="3517220" y="4289596"/>
              <a:ext cx="98518" cy="237317"/>
            </a:xfrm>
            <a:custGeom>
              <a:rect b="b" l="l" r="r" t="t"/>
              <a:pathLst>
                <a:path extrusionOk="0" h="489" w="203">
                  <a:moveTo>
                    <a:pt x="170" y="0"/>
                  </a:moveTo>
                  <a:cubicBezTo>
                    <a:pt x="96" y="153"/>
                    <a:pt x="37" y="315"/>
                    <a:pt x="1" y="481"/>
                  </a:cubicBezTo>
                  <a:lnTo>
                    <a:pt x="37" y="488"/>
                  </a:lnTo>
                  <a:cubicBezTo>
                    <a:pt x="72" y="323"/>
                    <a:pt x="128" y="166"/>
                    <a:pt x="203" y="15"/>
                  </a:cubicBezTo>
                  <a:lnTo>
                    <a:pt x="170" y="0"/>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3" name="Google Shape;1543;p40"/>
            <p:cNvSpPr/>
            <p:nvPr/>
          </p:nvSpPr>
          <p:spPr>
            <a:xfrm>
              <a:off x="3507999" y="538665"/>
              <a:ext cx="183932" cy="467354"/>
            </a:xfrm>
            <a:custGeom>
              <a:rect b="b" l="l" r="r" t="t"/>
              <a:pathLst>
                <a:path extrusionOk="0" h="963" w="379">
                  <a:moveTo>
                    <a:pt x="347" y="0"/>
                  </a:moveTo>
                  <a:lnTo>
                    <a:pt x="316" y="24"/>
                  </a:lnTo>
                  <a:cubicBezTo>
                    <a:pt x="336" y="48"/>
                    <a:pt x="344" y="75"/>
                    <a:pt x="344" y="102"/>
                  </a:cubicBezTo>
                  <a:cubicBezTo>
                    <a:pt x="344" y="166"/>
                    <a:pt x="312" y="233"/>
                    <a:pt x="265" y="280"/>
                  </a:cubicBezTo>
                  <a:cubicBezTo>
                    <a:pt x="233" y="315"/>
                    <a:pt x="189" y="348"/>
                    <a:pt x="151" y="383"/>
                  </a:cubicBezTo>
                  <a:cubicBezTo>
                    <a:pt x="111" y="414"/>
                    <a:pt x="76" y="453"/>
                    <a:pt x="44" y="497"/>
                  </a:cubicBezTo>
                  <a:cubicBezTo>
                    <a:pt x="12" y="548"/>
                    <a:pt x="0" y="603"/>
                    <a:pt x="0" y="663"/>
                  </a:cubicBezTo>
                  <a:cubicBezTo>
                    <a:pt x="0" y="721"/>
                    <a:pt x="16" y="785"/>
                    <a:pt x="44" y="836"/>
                  </a:cubicBezTo>
                  <a:cubicBezTo>
                    <a:pt x="76" y="892"/>
                    <a:pt x="118" y="934"/>
                    <a:pt x="174" y="963"/>
                  </a:cubicBezTo>
                  <a:lnTo>
                    <a:pt x="189" y="930"/>
                  </a:lnTo>
                  <a:cubicBezTo>
                    <a:pt x="142" y="907"/>
                    <a:pt x="103" y="868"/>
                    <a:pt x="76" y="821"/>
                  </a:cubicBezTo>
                  <a:cubicBezTo>
                    <a:pt x="47" y="773"/>
                    <a:pt x="36" y="718"/>
                    <a:pt x="36" y="663"/>
                  </a:cubicBezTo>
                  <a:cubicBezTo>
                    <a:pt x="36" y="612"/>
                    <a:pt x="47" y="560"/>
                    <a:pt x="76" y="517"/>
                  </a:cubicBezTo>
                  <a:cubicBezTo>
                    <a:pt x="99" y="477"/>
                    <a:pt x="134" y="442"/>
                    <a:pt x="174" y="406"/>
                  </a:cubicBezTo>
                  <a:cubicBezTo>
                    <a:pt x="213" y="375"/>
                    <a:pt x="257" y="343"/>
                    <a:pt x="292" y="304"/>
                  </a:cubicBezTo>
                  <a:cubicBezTo>
                    <a:pt x="340" y="248"/>
                    <a:pt x="379" y="177"/>
                    <a:pt x="379" y="102"/>
                  </a:cubicBezTo>
                  <a:cubicBezTo>
                    <a:pt x="379" y="67"/>
                    <a:pt x="371" y="31"/>
                    <a:pt x="347"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4" name="Google Shape;1544;p40"/>
            <p:cNvSpPr/>
            <p:nvPr/>
          </p:nvSpPr>
          <p:spPr>
            <a:xfrm>
              <a:off x="3684165" y="307174"/>
              <a:ext cx="163064" cy="509090"/>
            </a:xfrm>
            <a:custGeom>
              <a:rect b="b" l="l" r="r" t="t"/>
              <a:pathLst>
                <a:path extrusionOk="0" h="1049" w="336">
                  <a:moveTo>
                    <a:pt x="79" y="0"/>
                  </a:moveTo>
                  <a:lnTo>
                    <a:pt x="79" y="55"/>
                  </a:lnTo>
                  <a:cubicBezTo>
                    <a:pt x="79" y="209"/>
                    <a:pt x="130" y="359"/>
                    <a:pt x="225" y="481"/>
                  </a:cubicBezTo>
                  <a:cubicBezTo>
                    <a:pt x="241" y="501"/>
                    <a:pt x="261" y="525"/>
                    <a:pt x="272" y="544"/>
                  </a:cubicBezTo>
                  <a:cubicBezTo>
                    <a:pt x="288" y="564"/>
                    <a:pt x="296" y="588"/>
                    <a:pt x="300" y="607"/>
                  </a:cubicBezTo>
                  <a:lnTo>
                    <a:pt x="300" y="619"/>
                  </a:lnTo>
                  <a:cubicBezTo>
                    <a:pt x="300" y="639"/>
                    <a:pt x="296" y="654"/>
                    <a:pt x="288" y="674"/>
                  </a:cubicBezTo>
                  <a:cubicBezTo>
                    <a:pt x="281" y="694"/>
                    <a:pt x="268" y="710"/>
                    <a:pt x="257" y="730"/>
                  </a:cubicBezTo>
                  <a:cubicBezTo>
                    <a:pt x="186" y="840"/>
                    <a:pt x="99" y="938"/>
                    <a:pt x="0" y="1025"/>
                  </a:cubicBezTo>
                  <a:lnTo>
                    <a:pt x="20" y="1049"/>
                  </a:lnTo>
                  <a:cubicBezTo>
                    <a:pt x="126" y="966"/>
                    <a:pt x="217" y="863"/>
                    <a:pt x="288" y="749"/>
                  </a:cubicBezTo>
                  <a:cubicBezTo>
                    <a:pt x="300" y="730"/>
                    <a:pt x="312" y="710"/>
                    <a:pt x="319" y="686"/>
                  </a:cubicBezTo>
                  <a:cubicBezTo>
                    <a:pt x="328" y="666"/>
                    <a:pt x="335" y="643"/>
                    <a:pt x="335" y="619"/>
                  </a:cubicBezTo>
                  <a:lnTo>
                    <a:pt x="335" y="607"/>
                  </a:lnTo>
                  <a:cubicBezTo>
                    <a:pt x="332" y="576"/>
                    <a:pt x="319" y="548"/>
                    <a:pt x="304" y="525"/>
                  </a:cubicBezTo>
                  <a:cubicBezTo>
                    <a:pt x="288" y="501"/>
                    <a:pt x="268" y="481"/>
                    <a:pt x="252" y="457"/>
                  </a:cubicBezTo>
                  <a:cubicBezTo>
                    <a:pt x="162" y="347"/>
                    <a:pt x="115" y="201"/>
                    <a:pt x="115" y="55"/>
                  </a:cubicBezTo>
                  <a:lnTo>
                    <a:pt x="115" y="4"/>
                  </a:lnTo>
                  <a:lnTo>
                    <a:pt x="79" y="0"/>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5" name="Google Shape;1545;p40"/>
            <p:cNvSpPr/>
            <p:nvPr/>
          </p:nvSpPr>
          <p:spPr>
            <a:xfrm>
              <a:off x="3804521" y="833246"/>
              <a:ext cx="55811" cy="76679"/>
            </a:xfrm>
            <a:custGeom>
              <a:rect b="b" l="l" r="r" t="t"/>
              <a:pathLst>
                <a:path extrusionOk="0" h="158" w="115">
                  <a:moveTo>
                    <a:pt x="84" y="1"/>
                  </a:moveTo>
                  <a:cubicBezTo>
                    <a:pt x="56" y="48"/>
                    <a:pt x="28" y="95"/>
                    <a:pt x="0" y="143"/>
                  </a:cubicBezTo>
                  <a:lnTo>
                    <a:pt x="33" y="158"/>
                  </a:lnTo>
                  <a:cubicBezTo>
                    <a:pt x="60" y="111"/>
                    <a:pt x="87" y="67"/>
                    <a:pt x="115" y="20"/>
                  </a:cubicBezTo>
                  <a:lnTo>
                    <a:pt x="84" y="1"/>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6" name="Google Shape;1546;p40"/>
            <p:cNvSpPr/>
            <p:nvPr/>
          </p:nvSpPr>
          <p:spPr>
            <a:xfrm>
              <a:off x="3163432" y="3023918"/>
              <a:ext cx="465412" cy="169373"/>
            </a:xfrm>
            <a:custGeom>
              <a:rect b="b" l="l" r="r" t="t"/>
              <a:pathLst>
                <a:path extrusionOk="0" h="349" w="959">
                  <a:moveTo>
                    <a:pt x="943" y="1"/>
                  </a:moveTo>
                  <a:cubicBezTo>
                    <a:pt x="639" y="135"/>
                    <a:pt x="324" y="242"/>
                    <a:pt x="0" y="317"/>
                  </a:cubicBezTo>
                  <a:lnTo>
                    <a:pt x="9" y="348"/>
                  </a:lnTo>
                  <a:cubicBezTo>
                    <a:pt x="336" y="277"/>
                    <a:pt x="651" y="171"/>
                    <a:pt x="959" y="33"/>
                  </a:cubicBezTo>
                  <a:lnTo>
                    <a:pt x="943" y="1"/>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7" name="Google Shape;1547;p40"/>
            <p:cNvSpPr/>
            <p:nvPr/>
          </p:nvSpPr>
          <p:spPr>
            <a:xfrm>
              <a:off x="7440432" y="5377652"/>
              <a:ext cx="197521" cy="81047"/>
            </a:xfrm>
            <a:custGeom>
              <a:rect b="b" l="l" r="r" t="t"/>
              <a:pathLst>
                <a:path extrusionOk="0" h="167" w="407">
                  <a:moveTo>
                    <a:pt x="395" y="1"/>
                  </a:moveTo>
                  <a:cubicBezTo>
                    <a:pt x="265" y="44"/>
                    <a:pt x="135" y="88"/>
                    <a:pt x="1" y="131"/>
                  </a:cubicBezTo>
                  <a:lnTo>
                    <a:pt x="12" y="166"/>
                  </a:lnTo>
                  <a:cubicBezTo>
                    <a:pt x="143" y="124"/>
                    <a:pt x="277" y="80"/>
                    <a:pt x="407" y="37"/>
                  </a:cubicBezTo>
                  <a:lnTo>
                    <a:pt x="395" y="1"/>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8" name="Google Shape;1548;p40"/>
            <p:cNvSpPr/>
            <p:nvPr/>
          </p:nvSpPr>
          <p:spPr>
            <a:xfrm>
              <a:off x="8190715" y="5565465"/>
              <a:ext cx="38825" cy="155299"/>
            </a:xfrm>
            <a:custGeom>
              <a:rect b="b" l="l" r="r" t="t"/>
              <a:pathLst>
                <a:path extrusionOk="0" h="320" w="80">
                  <a:moveTo>
                    <a:pt x="44" y="1"/>
                  </a:moveTo>
                  <a:cubicBezTo>
                    <a:pt x="27" y="103"/>
                    <a:pt x="12" y="210"/>
                    <a:pt x="0" y="316"/>
                  </a:cubicBezTo>
                  <a:lnTo>
                    <a:pt x="32" y="320"/>
                  </a:lnTo>
                  <a:cubicBezTo>
                    <a:pt x="47" y="214"/>
                    <a:pt x="63" y="111"/>
                    <a:pt x="80" y="5"/>
                  </a:cubicBezTo>
                  <a:lnTo>
                    <a:pt x="44" y="1"/>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9" name="Google Shape;1549;p40"/>
            <p:cNvSpPr/>
            <p:nvPr/>
          </p:nvSpPr>
          <p:spPr>
            <a:xfrm>
              <a:off x="6582897" y="7088841"/>
              <a:ext cx="25236" cy="321761"/>
            </a:xfrm>
            <a:custGeom>
              <a:rect b="b" l="l" r="r" t="t"/>
              <a:pathLst>
                <a:path extrusionOk="0" h="663" w="52">
                  <a:moveTo>
                    <a:pt x="17" y="0"/>
                  </a:moveTo>
                  <a:cubicBezTo>
                    <a:pt x="1" y="170"/>
                    <a:pt x="13" y="327"/>
                    <a:pt x="5" y="493"/>
                  </a:cubicBezTo>
                  <a:cubicBezTo>
                    <a:pt x="1" y="509"/>
                    <a:pt x="1" y="529"/>
                    <a:pt x="1" y="544"/>
                  </a:cubicBezTo>
                  <a:cubicBezTo>
                    <a:pt x="1" y="584"/>
                    <a:pt x="5" y="624"/>
                    <a:pt x="17" y="662"/>
                  </a:cubicBezTo>
                  <a:lnTo>
                    <a:pt x="52" y="651"/>
                  </a:lnTo>
                  <a:cubicBezTo>
                    <a:pt x="41" y="620"/>
                    <a:pt x="37" y="584"/>
                    <a:pt x="37" y="544"/>
                  </a:cubicBezTo>
                  <a:cubicBezTo>
                    <a:pt x="37" y="529"/>
                    <a:pt x="37" y="513"/>
                    <a:pt x="41" y="493"/>
                  </a:cubicBezTo>
                  <a:cubicBezTo>
                    <a:pt x="44" y="327"/>
                    <a:pt x="37" y="170"/>
                    <a:pt x="52" y="5"/>
                  </a:cubicBezTo>
                  <a:lnTo>
                    <a:pt x="17" y="0"/>
                  </a:lnTo>
                  <a:close/>
                </a:path>
              </a:pathLst>
            </a:custGeom>
            <a:solidFill>
              <a:srgbClr val="0D0029"/>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0" name="Google Shape;1550;p40"/>
            <p:cNvSpPr/>
            <p:nvPr/>
          </p:nvSpPr>
          <p:spPr>
            <a:xfrm>
              <a:off x="6656178" y="7084958"/>
              <a:ext cx="69399" cy="337290"/>
            </a:xfrm>
            <a:custGeom>
              <a:rect b="b" l="l" r="r" t="t"/>
              <a:pathLst>
                <a:path extrusionOk="0" h="695" w="143">
                  <a:moveTo>
                    <a:pt x="106" y="0"/>
                  </a:moveTo>
                  <a:cubicBezTo>
                    <a:pt x="90" y="174"/>
                    <a:pt x="39" y="517"/>
                    <a:pt x="0" y="687"/>
                  </a:cubicBezTo>
                  <a:lnTo>
                    <a:pt x="35" y="694"/>
                  </a:lnTo>
                  <a:cubicBezTo>
                    <a:pt x="75" y="521"/>
                    <a:pt x="126" y="178"/>
                    <a:pt x="142" y="4"/>
                  </a:cubicBezTo>
                  <a:lnTo>
                    <a:pt x="106" y="0"/>
                  </a:lnTo>
                  <a:close/>
                </a:path>
              </a:pathLst>
            </a:custGeom>
            <a:solidFill>
              <a:srgbClr val="0D0029"/>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1" name="Google Shape;1551;p40"/>
            <p:cNvSpPr/>
            <p:nvPr/>
          </p:nvSpPr>
          <p:spPr>
            <a:xfrm>
              <a:off x="6772651" y="7100003"/>
              <a:ext cx="81047" cy="281965"/>
            </a:xfrm>
            <a:custGeom>
              <a:rect b="b" l="l" r="r" t="t"/>
              <a:pathLst>
                <a:path extrusionOk="0" h="581" w="167">
                  <a:moveTo>
                    <a:pt x="130" y="1"/>
                  </a:moveTo>
                  <a:cubicBezTo>
                    <a:pt x="115" y="198"/>
                    <a:pt x="91" y="395"/>
                    <a:pt x="1" y="565"/>
                  </a:cubicBezTo>
                  <a:lnTo>
                    <a:pt x="32" y="581"/>
                  </a:lnTo>
                  <a:cubicBezTo>
                    <a:pt x="127" y="408"/>
                    <a:pt x="150" y="202"/>
                    <a:pt x="166" y="5"/>
                  </a:cubicBezTo>
                  <a:lnTo>
                    <a:pt x="130" y="1"/>
                  </a:lnTo>
                  <a:close/>
                </a:path>
              </a:pathLst>
            </a:custGeom>
            <a:solidFill>
              <a:srgbClr val="0D0029"/>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2" name="Google Shape;1552;p40"/>
            <p:cNvSpPr/>
            <p:nvPr/>
          </p:nvSpPr>
          <p:spPr>
            <a:xfrm>
              <a:off x="6483894" y="6884042"/>
              <a:ext cx="55325" cy="120842"/>
            </a:xfrm>
            <a:custGeom>
              <a:rect b="b" l="l" r="r" t="t"/>
              <a:pathLst>
                <a:path extrusionOk="0" h="249" w="114">
                  <a:moveTo>
                    <a:pt x="79" y="1"/>
                  </a:moveTo>
                  <a:cubicBezTo>
                    <a:pt x="51" y="79"/>
                    <a:pt x="24" y="158"/>
                    <a:pt x="0" y="237"/>
                  </a:cubicBezTo>
                  <a:lnTo>
                    <a:pt x="35" y="249"/>
                  </a:lnTo>
                  <a:cubicBezTo>
                    <a:pt x="59" y="170"/>
                    <a:pt x="87" y="91"/>
                    <a:pt x="114" y="12"/>
                  </a:cubicBezTo>
                  <a:lnTo>
                    <a:pt x="79" y="1"/>
                  </a:lnTo>
                  <a:close/>
                </a:path>
              </a:pathLst>
            </a:custGeom>
            <a:solidFill>
              <a:srgbClr val="0D0029"/>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3" name="Google Shape;1553;p40"/>
            <p:cNvSpPr/>
            <p:nvPr/>
          </p:nvSpPr>
          <p:spPr>
            <a:xfrm>
              <a:off x="5398502" y="2076612"/>
              <a:ext cx="513476" cy="244966"/>
            </a:xfrm>
            <a:custGeom>
              <a:rect b="b" l="l" r="r" t="t"/>
              <a:pathLst>
                <a:path extrusionOk="0" h="677" w="1419">
                  <a:moveTo>
                    <a:pt x="99" y="0"/>
                  </a:moveTo>
                  <a:lnTo>
                    <a:pt x="99" y="0"/>
                  </a:lnTo>
                  <a:cubicBezTo>
                    <a:pt x="0" y="304"/>
                    <a:pt x="297" y="652"/>
                    <a:pt x="675" y="675"/>
                  </a:cubicBezTo>
                  <a:cubicBezTo>
                    <a:pt x="692" y="676"/>
                    <a:pt x="708" y="677"/>
                    <a:pt x="724" y="677"/>
                  </a:cubicBezTo>
                  <a:cubicBezTo>
                    <a:pt x="1088" y="677"/>
                    <a:pt x="1419" y="389"/>
                    <a:pt x="1385" y="88"/>
                  </a:cubicBezTo>
                  <a:lnTo>
                    <a:pt x="99" y="0"/>
                  </a:lnTo>
                  <a:close/>
                </a:path>
              </a:pathLst>
            </a:custGeom>
            <a:solidFill>
              <a:schemeClr val="accent6"/>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4" name="Google Shape;1554;p40"/>
            <p:cNvSpPr/>
            <p:nvPr/>
          </p:nvSpPr>
          <p:spPr>
            <a:xfrm>
              <a:off x="5666950" y="3052500"/>
              <a:ext cx="1134775" cy="1434825"/>
            </a:xfrm>
            <a:custGeom>
              <a:rect b="b" l="l" r="r" t="t"/>
              <a:pathLst>
                <a:path extrusionOk="0" h="57393" w="45391">
                  <a:moveTo>
                    <a:pt x="40562" y="57393"/>
                  </a:moveTo>
                  <a:lnTo>
                    <a:pt x="45391" y="54496"/>
                  </a:lnTo>
                  <a:lnTo>
                    <a:pt x="38354" y="16832"/>
                  </a:lnTo>
                  <a:lnTo>
                    <a:pt x="17659" y="16556"/>
                  </a:lnTo>
                  <a:lnTo>
                    <a:pt x="14624" y="0"/>
                  </a:lnTo>
                  <a:lnTo>
                    <a:pt x="4967" y="4277"/>
                  </a:lnTo>
                  <a:lnTo>
                    <a:pt x="0" y="12141"/>
                  </a:lnTo>
                  <a:lnTo>
                    <a:pt x="1931" y="34491"/>
                  </a:lnTo>
                  <a:lnTo>
                    <a:pt x="9933" y="44425"/>
                  </a:lnTo>
                  <a:lnTo>
                    <a:pt x="29249" y="52013"/>
                  </a:lnTo>
                  <a:close/>
                </a:path>
              </a:pathLst>
            </a:custGeom>
            <a:solidFill>
              <a:schemeClr val="accent3"/>
            </a:solidFill>
            <a:ln>
              <a:noFill/>
            </a:ln>
          </p:spPr>
        </p:sp>
        <p:sp>
          <p:nvSpPr>
            <p:cNvPr id="1555" name="Google Shape;1555;p40"/>
            <p:cNvSpPr/>
            <p:nvPr/>
          </p:nvSpPr>
          <p:spPr>
            <a:xfrm>
              <a:off x="5423501" y="2989461"/>
              <a:ext cx="584313" cy="165491"/>
            </a:xfrm>
            <a:custGeom>
              <a:rect b="b" l="l" r="r" t="t"/>
              <a:pathLst>
                <a:path extrusionOk="0" h="341" w="1204">
                  <a:moveTo>
                    <a:pt x="32" y="1"/>
                  </a:moveTo>
                  <a:lnTo>
                    <a:pt x="0" y="17"/>
                  </a:lnTo>
                  <a:cubicBezTo>
                    <a:pt x="40" y="104"/>
                    <a:pt x="107" y="171"/>
                    <a:pt x="186" y="219"/>
                  </a:cubicBezTo>
                  <a:cubicBezTo>
                    <a:pt x="269" y="270"/>
                    <a:pt x="359" y="301"/>
                    <a:pt x="450" y="321"/>
                  </a:cubicBezTo>
                  <a:cubicBezTo>
                    <a:pt x="521" y="332"/>
                    <a:pt x="588" y="341"/>
                    <a:pt x="659" y="341"/>
                  </a:cubicBezTo>
                  <a:cubicBezTo>
                    <a:pt x="848" y="341"/>
                    <a:pt x="1037" y="293"/>
                    <a:pt x="1203" y="199"/>
                  </a:cubicBezTo>
                  <a:lnTo>
                    <a:pt x="1187" y="166"/>
                  </a:lnTo>
                  <a:cubicBezTo>
                    <a:pt x="1026" y="257"/>
                    <a:pt x="844" y="305"/>
                    <a:pt x="659" y="305"/>
                  </a:cubicBezTo>
                  <a:cubicBezTo>
                    <a:pt x="592" y="305"/>
                    <a:pt x="525" y="297"/>
                    <a:pt x="458" y="285"/>
                  </a:cubicBezTo>
                  <a:cubicBezTo>
                    <a:pt x="367" y="270"/>
                    <a:pt x="280" y="237"/>
                    <a:pt x="206" y="190"/>
                  </a:cubicBezTo>
                  <a:cubicBezTo>
                    <a:pt x="131" y="143"/>
                    <a:pt x="67" y="80"/>
                    <a:pt x="3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6" name="Google Shape;1556;p40"/>
            <p:cNvSpPr/>
            <p:nvPr/>
          </p:nvSpPr>
          <p:spPr>
            <a:xfrm>
              <a:off x="6696614" y="4170210"/>
              <a:ext cx="39310" cy="333893"/>
            </a:xfrm>
            <a:custGeom>
              <a:rect b="b" l="l" r="r" t="t"/>
              <a:pathLst>
                <a:path extrusionOk="0" h="688" w="81">
                  <a:moveTo>
                    <a:pt x="37" y="1"/>
                  </a:moveTo>
                  <a:lnTo>
                    <a:pt x="1" y="5"/>
                  </a:lnTo>
                  <a:cubicBezTo>
                    <a:pt x="24" y="230"/>
                    <a:pt x="40" y="459"/>
                    <a:pt x="44" y="687"/>
                  </a:cubicBezTo>
                  <a:lnTo>
                    <a:pt x="80" y="687"/>
                  </a:lnTo>
                  <a:cubicBezTo>
                    <a:pt x="75" y="459"/>
                    <a:pt x="60" y="230"/>
                    <a:pt x="37"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57" name="Google Shape;1557;p40"/>
          <p:cNvSpPr/>
          <p:nvPr/>
        </p:nvSpPr>
        <p:spPr>
          <a:xfrm rot="-878897">
            <a:off x="8014048" y="5098155"/>
            <a:ext cx="556807" cy="759411"/>
          </a:xfrm>
          <a:custGeom>
            <a:rect b="b" l="l" r="r" t="t"/>
            <a:pathLst>
              <a:path extrusionOk="0" h="1608" w="1179">
                <a:moveTo>
                  <a:pt x="939" y="0"/>
                </a:moveTo>
                <a:cubicBezTo>
                  <a:pt x="765" y="0"/>
                  <a:pt x="608" y="336"/>
                  <a:pt x="591" y="469"/>
                </a:cubicBezTo>
                <a:cubicBezTo>
                  <a:pt x="591" y="354"/>
                  <a:pt x="536" y="243"/>
                  <a:pt x="453" y="172"/>
                </a:cubicBezTo>
                <a:cubicBezTo>
                  <a:pt x="401" y="127"/>
                  <a:pt x="336" y="98"/>
                  <a:pt x="270" y="98"/>
                </a:cubicBezTo>
                <a:cubicBezTo>
                  <a:pt x="251" y="98"/>
                  <a:pt x="232" y="101"/>
                  <a:pt x="213" y="106"/>
                </a:cubicBezTo>
                <a:cubicBezTo>
                  <a:pt x="86" y="141"/>
                  <a:pt x="31" y="287"/>
                  <a:pt x="19" y="414"/>
                </a:cubicBezTo>
                <a:cubicBezTo>
                  <a:pt x="0" y="642"/>
                  <a:pt x="55" y="902"/>
                  <a:pt x="153" y="1111"/>
                </a:cubicBezTo>
                <a:cubicBezTo>
                  <a:pt x="228" y="1280"/>
                  <a:pt x="279" y="1450"/>
                  <a:pt x="386" y="1608"/>
                </a:cubicBezTo>
                <a:cubicBezTo>
                  <a:pt x="643" y="1360"/>
                  <a:pt x="856" y="1071"/>
                  <a:pt x="1017" y="756"/>
                </a:cubicBezTo>
                <a:cubicBezTo>
                  <a:pt x="1103" y="579"/>
                  <a:pt x="1178" y="381"/>
                  <a:pt x="1127" y="192"/>
                </a:cubicBezTo>
                <a:cubicBezTo>
                  <a:pt x="1107" y="121"/>
                  <a:pt x="1072" y="54"/>
                  <a:pt x="1009" y="19"/>
                </a:cubicBezTo>
                <a:cubicBezTo>
                  <a:pt x="985" y="6"/>
                  <a:pt x="962" y="0"/>
                  <a:pt x="939" y="0"/>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58" name="Google Shape;1558;p40"/>
          <p:cNvGrpSpPr/>
          <p:nvPr/>
        </p:nvGrpSpPr>
        <p:grpSpPr>
          <a:xfrm rot="1656481">
            <a:off x="2618707" y="3502813"/>
            <a:ext cx="1114343" cy="919477"/>
            <a:chOff x="-3339327" y="8358061"/>
            <a:chExt cx="1458370" cy="1203344"/>
          </a:xfrm>
        </p:grpSpPr>
        <p:sp>
          <p:nvSpPr>
            <p:cNvPr id="1559" name="Google Shape;1559;p40"/>
            <p:cNvSpPr/>
            <p:nvPr/>
          </p:nvSpPr>
          <p:spPr>
            <a:xfrm>
              <a:off x="-3339327" y="8358061"/>
              <a:ext cx="1458370" cy="1203344"/>
            </a:xfrm>
            <a:custGeom>
              <a:rect b="b" l="l" r="r" t="t"/>
              <a:pathLst>
                <a:path extrusionOk="0" h="2548" w="3088">
                  <a:moveTo>
                    <a:pt x="3087" y="0"/>
                  </a:moveTo>
                  <a:lnTo>
                    <a:pt x="3087" y="0"/>
                  </a:lnTo>
                  <a:cubicBezTo>
                    <a:pt x="2749" y="63"/>
                    <a:pt x="2414" y="137"/>
                    <a:pt x="2078" y="204"/>
                  </a:cubicBezTo>
                  <a:cubicBezTo>
                    <a:pt x="1964" y="228"/>
                    <a:pt x="1850" y="256"/>
                    <a:pt x="1735" y="284"/>
                  </a:cubicBezTo>
                  <a:cubicBezTo>
                    <a:pt x="1388" y="363"/>
                    <a:pt x="1049" y="461"/>
                    <a:pt x="705" y="563"/>
                  </a:cubicBezTo>
                  <a:cubicBezTo>
                    <a:pt x="536" y="615"/>
                    <a:pt x="367" y="666"/>
                    <a:pt x="197" y="721"/>
                  </a:cubicBezTo>
                  <a:cubicBezTo>
                    <a:pt x="150" y="733"/>
                    <a:pt x="43" y="745"/>
                    <a:pt x="19" y="796"/>
                  </a:cubicBezTo>
                  <a:cubicBezTo>
                    <a:pt x="0" y="852"/>
                    <a:pt x="55" y="887"/>
                    <a:pt x="90" y="914"/>
                  </a:cubicBezTo>
                  <a:cubicBezTo>
                    <a:pt x="852" y="1443"/>
                    <a:pt x="1624" y="1959"/>
                    <a:pt x="2394" y="2476"/>
                  </a:cubicBezTo>
                  <a:cubicBezTo>
                    <a:pt x="2444" y="2512"/>
                    <a:pt x="2500" y="2548"/>
                    <a:pt x="2561" y="2548"/>
                  </a:cubicBezTo>
                  <a:cubicBezTo>
                    <a:pt x="2567" y="2548"/>
                    <a:pt x="2573" y="2547"/>
                    <a:pt x="2579" y="2547"/>
                  </a:cubicBezTo>
                  <a:cubicBezTo>
                    <a:pt x="2591" y="2547"/>
                    <a:pt x="2607" y="2543"/>
                    <a:pt x="2610" y="2532"/>
                  </a:cubicBezTo>
                  <a:cubicBezTo>
                    <a:pt x="2618" y="2519"/>
                    <a:pt x="2614" y="2503"/>
                    <a:pt x="2610" y="2492"/>
                  </a:cubicBezTo>
                  <a:cubicBezTo>
                    <a:pt x="2594" y="2441"/>
                    <a:pt x="2579" y="2390"/>
                    <a:pt x="2563" y="2338"/>
                  </a:cubicBezTo>
                  <a:cubicBezTo>
                    <a:pt x="2480" y="2070"/>
                    <a:pt x="2398" y="1802"/>
                    <a:pt x="2310" y="1533"/>
                  </a:cubicBezTo>
                  <a:cubicBezTo>
                    <a:pt x="2303" y="1506"/>
                    <a:pt x="2295" y="1478"/>
                    <a:pt x="2295" y="1451"/>
                  </a:cubicBezTo>
                  <a:cubicBezTo>
                    <a:pt x="2291" y="1427"/>
                    <a:pt x="2291" y="1403"/>
                    <a:pt x="2291" y="1380"/>
                  </a:cubicBezTo>
                  <a:cubicBezTo>
                    <a:pt x="2299" y="1210"/>
                    <a:pt x="2307" y="1041"/>
                    <a:pt x="2314" y="871"/>
                  </a:cubicBezTo>
                  <a:cubicBezTo>
                    <a:pt x="2319" y="843"/>
                    <a:pt x="2319" y="812"/>
                    <a:pt x="2330" y="785"/>
                  </a:cubicBezTo>
                  <a:cubicBezTo>
                    <a:pt x="2343" y="752"/>
                    <a:pt x="2370" y="725"/>
                    <a:pt x="2398" y="701"/>
                  </a:cubicBezTo>
                  <a:cubicBezTo>
                    <a:pt x="2574" y="532"/>
                    <a:pt x="2752" y="363"/>
                    <a:pt x="2929" y="193"/>
                  </a:cubicBezTo>
                  <a:cubicBezTo>
                    <a:pt x="2989" y="133"/>
                    <a:pt x="3052" y="75"/>
                    <a:pt x="3087" y="0"/>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0" name="Google Shape;1560;p40"/>
            <p:cNvSpPr/>
            <p:nvPr/>
          </p:nvSpPr>
          <p:spPr>
            <a:xfrm>
              <a:off x="-3279821" y="8711319"/>
              <a:ext cx="1041355" cy="322088"/>
            </a:xfrm>
            <a:custGeom>
              <a:rect b="b" l="l" r="r" t="t"/>
              <a:pathLst>
                <a:path extrusionOk="0" h="682" w="2205">
                  <a:moveTo>
                    <a:pt x="2039" y="1"/>
                  </a:moveTo>
                  <a:cubicBezTo>
                    <a:pt x="1937" y="1"/>
                    <a:pt x="1833" y="24"/>
                    <a:pt x="1731" y="24"/>
                  </a:cubicBezTo>
                  <a:cubicBezTo>
                    <a:pt x="1715" y="28"/>
                    <a:pt x="1700" y="28"/>
                    <a:pt x="1684" y="28"/>
                  </a:cubicBezTo>
                  <a:cubicBezTo>
                    <a:pt x="1534" y="28"/>
                    <a:pt x="1389" y="40"/>
                    <a:pt x="1238" y="44"/>
                  </a:cubicBezTo>
                  <a:cubicBezTo>
                    <a:pt x="828" y="56"/>
                    <a:pt x="419" y="60"/>
                    <a:pt x="8" y="68"/>
                  </a:cubicBezTo>
                  <a:cubicBezTo>
                    <a:pt x="0" y="84"/>
                    <a:pt x="24" y="95"/>
                    <a:pt x="44" y="99"/>
                  </a:cubicBezTo>
                  <a:cubicBezTo>
                    <a:pt x="450" y="162"/>
                    <a:pt x="840" y="317"/>
                    <a:pt x="1234" y="439"/>
                  </a:cubicBezTo>
                  <a:cubicBezTo>
                    <a:pt x="1455" y="510"/>
                    <a:pt x="1676" y="565"/>
                    <a:pt x="1901" y="624"/>
                  </a:cubicBezTo>
                  <a:cubicBezTo>
                    <a:pt x="1940" y="632"/>
                    <a:pt x="1984" y="643"/>
                    <a:pt x="2027" y="655"/>
                  </a:cubicBezTo>
                  <a:cubicBezTo>
                    <a:pt x="2047" y="659"/>
                    <a:pt x="2093" y="682"/>
                    <a:pt x="2120" y="682"/>
                  </a:cubicBezTo>
                  <a:cubicBezTo>
                    <a:pt x="2125" y="682"/>
                    <a:pt x="2130" y="681"/>
                    <a:pt x="2133" y="679"/>
                  </a:cubicBezTo>
                  <a:cubicBezTo>
                    <a:pt x="2184" y="663"/>
                    <a:pt x="2157" y="537"/>
                    <a:pt x="2157" y="497"/>
                  </a:cubicBezTo>
                  <a:cubicBezTo>
                    <a:pt x="2157" y="336"/>
                    <a:pt x="2165" y="175"/>
                    <a:pt x="2204" y="17"/>
                  </a:cubicBezTo>
                  <a:cubicBezTo>
                    <a:pt x="2181" y="17"/>
                    <a:pt x="2153" y="17"/>
                    <a:pt x="2126" y="13"/>
                  </a:cubicBezTo>
                  <a:cubicBezTo>
                    <a:pt x="2098" y="9"/>
                    <a:pt x="2066" y="4"/>
                    <a:pt x="2039" y="1"/>
                  </a:cubicBezTo>
                  <a:close/>
                </a:path>
              </a:pathLst>
            </a:custGeom>
            <a:solidFill>
              <a:schemeClr val="accent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61" name="Google Shape;1561;p40"/>
          <p:cNvSpPr/>
          <p:nvPr/>
        </p:nvSpPr>
        <p:spPr>
          <a:xfrm>
            <a:off x="6136539" y="1985837"/>
            <a:ext cx="3539998" cy="2330577"/>
          </a:xfrm>
          <a:custGeom>
            <a:rect b="b" l="l" r="r" t="t"/>
            <a:pathLst>
              <a:path extrusionOk="0" h="2109" w="3526">
                <a:moveTo>
                  <a:pt x="2176" y="1"/>
                </a:moveTo>
                <a:cubicBezTo>
                  <a:pt x="2054" y="1"/>
                  <a:pt x="1930" y="36"/>
                  <a:pt x="1829" y="104"/>
                </a:cubicBezTo>
                <a:cubicBezTo>
                  <a:pt x="1601" y="258"/>
                  <a:pt x="1478" y="534"/>
                  <a:pt x="1440" y="806"/>
                </a:cubicBezTo>
                <a:cubicBezTo>
                  <a:pt x="1349" y="640"/>
                  <a:pt x="1247" y="479"/>
                  <a:pt x="1100" y="365"/>
                </a:cubicBezTo>
                <a:cubicBezTo>
                  <a:pt x="989" y="272"/>
                  <a:pt x="845" y="211"/>
                  <a:pt x="701" y="211"/>
                </a:cubicBezTo>
                <a:cubicBezTo>
                  <a:pt x="660" y="211"/>
                  <a:pt x="619" y="216"/>
                  <a:pt x="579" y="226"/>
                </a:cubicBezTo>
                <a:cubicBezTo>
                  <a:pt x="402" y="277"/>
                  <a:pt x="272" y="435"/>
                  <a:pt x="189" y="605"/>
                </a:cubicBezTo>
                <a:cubicBezTo>
                  <a:pt x="16" y="967"/>
                  <a:pt x="1" y="1813"/>
                  <a:pt x="583" y="1813"/>
                </a:cubicBezTo>
                <a:cubicBezTo>
                  <a:pt x="597" y="1813"/>
                  <a:pt x="612" y="1813"/>
                  <a:pt x="627" y="1811"/>
                </a:cubicBezTo>
                <a:cubicBezTo>
                  <a:pt x="824" y="1799"/>
                  <a:pt x="1001" y="1634"/>
                  <a:pt x="1029" y="1437"/>
                </a:cubicBezTo>
                <a:lnTo>
                  <a:pt x="1029" y="1437"/>
                </a:lnTo>
                <a:cubicBezTo>
                  <a:pt x="998" y="1733"/>
                  <a:pt x="1203" y="2052"/>
                  <a:pt x="1494" y="2103"/>
                </a:cubicBezTo>
                <a:cubicBezTo>
                  <a:pt x="1517" y="2107"/>
                  <a:pt x="1539" y="2108"/>
                  <a:pt x="1561" y="2108"/>
                </a:cubicBezTo>
                <a:cubicBezTo>
                  <a:pt x="1836" y="2108"/>
                  <a:pt x="2101" y="1848"/>
                  <a:pt x="2046" y="1579"/>
                </a:cubicBezTo>
                <a:lnTo>
                  <a:pt x="2046" y="1579"/>
                </a:lnTo>
                <a:cubicBezTo>
                  <a:pt x="2126" y="1768"/>
                  <a:pt x="2326" y="1886"/>
                  <a:pt x="2528" y="1906"/>
                </a:cubicBezTo>
                <a:cubicBezTo>
                  <a:pt x="2546" y="1908"/>
                  <a:pt x="2563" y="1908"/>
                  <a:pt x="2581" y="1908"/>
                </a:cubicBezTo>
                <a:cubicBezTo>
                  <a:pt x="2768" y="1908"/>
                  <a:pt x="2952" y="1833"/>
                  <a:pt x="3103" y="1728"/>
                </a:cubicBezTo>
                <a:cubicBezTo>
                  <a:pt x="3289" y="1599"/>
                  <a:pt x="3442" y="1413"/>
                  <a:pt x="3486" y="1193"/>
                </a:cubicBezTo>
                <a:cubicBezTo>
                  <a:pt x="3525" y="971"/>
                  <a:pt x="3434" y="719"/>
                  <a:pt x="3238" y="612"/>
                </a:cubicBezTo>
                <a:cubicBezTo>
                  <a:pt x="3182" y="584"/>
                  <a:pt x="3120" y="570"/>
                  <a:pt x="3057" y="570"/>
                </a:cubicBezTo>
                <a:cubicBezTo>
                  <a:pt x="2895" y="570"/>
                  <a:pt x="2731" y="661"/>
                  <a:pt x="2685" y="814"/>
                </a:cubicBezTo>
                <a:cubicBezTo>
                  <a:pt x="2701" y="597"/>
                  <a:pt x="2713" y="352"/>
                  <a:pt x="2575" y="179"/>
                </a:cubicBezTo>
                <a:cubicBezTo>
                  <a:pt x="2480" y="58"/>
                  <a:pt x="2330" y="1"/>
                  <a:pt x="2176" y="1"/>
                </a:cubicBezTo>
                <a:close/>
              </a:path>
            </a:pathLst>
          </a:cu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62" name="Google Shape;1562;p40"/>
          <p:cNvGrpSpPr/>
          <p:nvPr/>
        </p:nvGrpSpPr>
        <p:grpSpPr>
          <a:xfrm>
            <a:off x="7111290" y="7084067"/>
            <a:ext cx="1313927" cy="1559841"/>
            <a:chOff x="-2411274" y="3718723"/>
            <a:chExt cx="1125419" cy="1336052"/>
          </a:xfrm>
        </p:grpSpPr>
        <p:sp>
          <p:nvSpPr>
            <p:cNvPr id="1563" name="Google Shape;1563;p40"/>
            <p:cNvSpPr/>
            <p:nvPr/>
          </p:nvSpPr>
          <p:spPr>
            <a:xfrm>
              <a:off x="-2187891" y="4281669"/>
              <a:ext cx="400957" cy="305559"/>
            </a:xfrm>
            <a:custGeom>
              <a:rect b="b" l="l" r="r" t="t"/>
              <a:pathLst>
                <a:path extrusionOk="0" h="647" w="849">
                  <a:moveTo>
                    <a:pt x="734" y="0"/>
                  </a:moveTo>
                  <a:cubicBezTo>
                    <a:pt x="723" y="8"/>
                    <a:pt x="707" y="20"/>
                    <a:pt x="695" y="28"/>
                  </a:cubicBezTo>
                  <a:cubicBezTo>
                    <a:pt x="474" y="182"/>
                    <a:pt x="242" y="315"/>
                    <a:pt x="1" y="433"/>
                  </a:cubicBezTo>
                  <a:cubicBezTo>
                    <a:pt x="17" y="504"/>
                    <a:pt x="37" y="575"/>
                    <a:pt x="60" y="646"/>
                  </a:cubicBezTo>
                  <a:cubicBezTo>
                    <a:pt x="202" y="575"/>
                    <a:pt x="344" y="501"/>
                    <a:pt x="482" y="418"/>
                  </a:cubicBezTo>
                  <a:cubicBezTo>
                    <a:pt x="608" y="347"/>
                    <a:pt x="730" y="268"/>
                    <a:pt x="849" y="186"/>
                  </a:cubicBezTo>
                  <a:cubicBezTo>
                    <a:pt x="814" y="122"/>
                    <a:pt x="774" y="59"/>
                    <a:pt x="734"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4" name="Google Shape;1564;p40"/>
            <p:cNvSpPr/>
            <p:nvPr/>
          </p:nvSpPr>
          <p:spPr>
            <a:xfrm>
              <a:off x="-2411274" y="3989334"/>
              <a:ext cx="1125419" cy="1065441"/>
            </a:xfrm>
            <a:custGeom>
              <a:rect b="b" l="l" r="r" t="t"/>
              <a:pathLst>
                <a:path extrusionOk="0" h="2256" w="2383">
                  <a:moveTo>
                    <a:pt x="198" y="0"/>
                  </a:moveTo>
                  <a:cubicBezTo>
                    <a:pt x="178" y="0"/>
                    <a:pt x="20" y="1881"/>
                    <a:pt x="13" y="1960"/>
                  </a:cubicBezTo>
                  <a:cubicBezTo>
                    <a:pt x="9" y="1984"/>
                    <a:pt x="0" y="2003"/>
                    <a:pt x="24" y="2007"/>
                  </a:cubicBezTo>
                  <a:cubicBezTo>
                    <a:pt x="837" y="2102"/>
                    <a:pt x="1436" y="2173"/>
                    <a:pt x="2098" y="2255"/>
                  </a:cubicBezTo>
                  <a:cubicBezTo>
                    <a:pt x="2101" y="2256"/>
                    <a:pt x="2103" y="2256"/>
                    <a:pt x="2105" y="2256"/>
                  </a:cubicBezTo>
                  <a:cubicBezTo>
                    <a:pt x="2142" y="2256"/>
                    <a:pt x="2177" y="2226"/>
                    <a:pt x="2177" y="2188"/>
                  </a:cubicBezTo>
                  <a:cubicBezTo>
                    <a:pt x="2193" y="1818"/>
                    <a:pt x="2382" y="260"/>
                    <a:pt x="2371" y="260"/>
                  </a:cubicBezTo>
                  <a:lnTo>
                    <a:pt x="198" y="0"/>
                  </a:lnTo>
                  <a:cubicBezTo>
                    <a:pt x="198" y="0"/>
                    <a:pt x="198" y="0"/>
                    <a:pt x="198" y="0"/>
                  </a:cubicBezTo>
                  <a:close/>
                </a:path>
              </a:pathLst>
            </a:cu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5" name="Google Shape;1565;p40"/>
            <p:cNvSpPr/>
            <p:nvPr/>
          </p:nvSpPr>
          <p:spPr>
            <a:xfrm>
              <a:off x="-2319159" y="4549453"/>
              <a:ext cx="191269" cy="191742"/>
            </a:xfrm>
            <a:custGeom>
              <a:rect b="b" l="l" r="r" t="t"/>
              <a:pathLst>
                <a:path extrusionOk="0" h="406" w="405">
                  <a:moveTo>
                    <a:pt x="199" y="0"/>
                  </a:moveTo>
                  <a:cubicBezTo>
                    <a:pt x="160" y="0"/>
                    <a:pt x="119" y="13"/>
                    <a:pt x="84" y="39"/>
                  </a:cubicBezTo>
                  <a:cubicBezTo>
                    <a:pt x="40" y="71"/>
                    <a:pt x="17" y="122"/>
                    <a:pt x="13" y="177"/>
                  </a:cubicBezTo>
                  <a:cubicBezTo>
                    <a:pt x="5" y="200"/>
                    <a:pt x="1" y="229"/>
                    <a:pt x="5" y="256"/>
                  </a:cubicBezTo>
                  <a:cubicBezTo>
                    <a:pt x="13" y="331"/>
                    <a:pt x="68" y="386"/>
                    <a:pt x="139" y="402"/>
                  </a:cubicBezTo>
                  <a:cubicBezTo>
                    <a:pt x="151" y="404"/>
                    <a:pt x="162" y="406"/>
                    <a:pt x="174" y="406"/>
                  </a:cubicBezTo>
                  <a:cubicBezTo>
                    <a:pt x="301" y="406"/>
                    <a:pt x="405" y="257"/>
                    <a:pt x="375" y="138"/>
                  </a:cubicBezTo>
                  <a:cubicBezTo>
                    <a:pt x="355" y="51"/>
                    <a:pt x="279" y="0"/>
                    <a:pt x="19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6" name="Google Shape;1566;p40"/>
            <p:cNvSpPr/>
            <p:nvPr/>
          </p:nvSpPr>
          <p:spPr>
            <a:xfrm>
              <a:off x="-1979147" y="4497497"/>
              <a:ext cx="212994" cy="185130"/>
            </a:xfrm>
            <a:custGeom>
              <a:rect b="b" l="l" r="r" t="t"/>
              <a:pathLst>
                <a:path extrusionOk="0" h="392" w="451">
                  <a:moveTo>
                    <a:pt x="177" y="1"/>
                  </a:moveTo>
                  <a:cubicBezTo>
                    <a:pt x="152" y="1"/>
                    <a:pt x="128" y="8"/>
                    <a:pt x="107" y="24"/>
                  </a:cubicBezTo>
                  <a:cubicBezTo>
                    <a:pt x="37" y="87"/>
                    <a:pt x="1" y="186"/>
                    <a:pt x="44" y="276"/>
                  </a:cubicBezTo>
                  <a:cubicBezTo>
                    <a:pt x="76" y="349"/>
                    <a:pt x="144" y="392"/>
                    <a:pt x="218" y="392"/>
                  </a:cubicBezTo>
                  <a:cubicBezTo>
                    <a:pt x="244" y="392"/>
                    <a:pt x="271" y="386"/>
                    <a:pt x="297" y="375"/>
                  </a:cubicBezTo>
                  <a:cubicBezTo>
                    <a:pt x="403" y="331"/>
                    <a:pt x="450" y="202"/>
                    <a:pt x="383" y="107"/>
                  </a:cubicBezTo>
                  <a:cubicBezTo>
                    <a:pt x="355" y="67"/>
                    <a:pt x="316" y="40"/>
                    <a:pt x="273" y="28"/>
                  </a:cubicBezTo>
                  <a:cubicBezTo>
                    <a:pt x="261" y="24"/>
                    <a:pt x="253" y="20"/>
                    <a:pt x="241" y="16"/>
                  </a:cubicBezTo>
                  <a:cubicBezTo>
                    <a:pt x="222" y="7"/>
                    <a:pt x="200" y="1"/>
                    <a:pt x="17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7" name="Google Shape;1567;p40"/>
            <p:cNvSpPr/>
            <p:nvPr/>
          </p:nvSpPr>
          <p:spPr>
            <a:xfrm>
              <a:off x="-2249286" y="4217913"/>
              <a:ext cx="194103" cy="188436"/>
            </a:xfrm>
            <a:custGeom>
              <a:rect b="b" l="l" r="r" t="t"/>
              <a:pathLst>
                <a:path extrusionOk="0" h="399" w="411">
                  <a:moveTo>
                    <a:pt x="200" y="0"/>
                  </a:moveTo>
                  <a:cubicBezTo>
                    <a:pt x="195" y="0"/>
                    <a:pt x="191" y="0"/>
                    <a:pt x="186" y="1"/>
                  </a:cubicBezTo>
                  <a:cubicBezTo>
                    <a:pt x="135" y="4"/>
                    <a:pt x="88" y="33"/>
                    <a:pt x="52" y="68"/>
                  </a:cubicBezTo>
                  <a:cubicBezTo>
                    <a:pt x="12" y="111"/>
                    <a:pt x="1" y="163"/>
                    <a:pt x="1" y="217"/>
                  </a:cubicBezTo>
                  <a:cubicBezTo>
                    <a:pt x="1" y="226"/>
                    <a:pt x="1" y="237"/>
                    <a:pt x="5" y="246"/>
                  </a:cubicBezTo>
                  <a:cubicBezTo>
                    <a:pt x="5" y="253"/>
                    <a:pt x="9" y="261"/>
                    <a:pt x="12" y="269"/>
                  </a:cubicBezTo>
                  <a:cubicBezTo>
                    <a:pt x="41" y="346"/>
                    <a:pt x="118" y="398"/>
                    <a:pt x="201" y="398"/>
                  </a:cubicBezTo>
                  <a:cubicBezTo>
                    <a:pt x="212" y="398"/>
                    <a:pt x="223" y="397"/>
                    <a:pt x="234" y="395"/>
                  </a:cubicBezTo>
                  <a:cubicBezTo>
                    <a:pt x="336" y="379"/>
                    <a:pt x="411" y="285"/>
                    <a:pt x="396" y="179"/>
                  </a:cubicBezTo>
                  <a:cubicBezTo>
                    <a:pt x="384" y="80"/>
                    <a:pt x="300" y="0"/>
                    <a:pt x="20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8" name="Google Shape;1568;p40"/>
            <p:cNvSpPr/>
            <p:nvPr/>
          </p:nvSpPr>
          <p:spPr>
            <a:xfrm>
              <a:off x="-1721055" y="4796900"/>
              <a:ext cx="194103" cy="191742"/>
            </a:xfrm>
            <a:custGeom>
              <a:rect b="b" l="l" r="r" t="t"/>
              <a:pathLst>
                <a:path extrusionOk="0" h="406" w="411">
                  <a:moveTo>
                    <a:pt x="191" y="0"/>
                  </a:moveTo>
                  <a:cubicBezTo>
                    <a:pt x="153" y="0"/>
                    <a:pt x="115" y="12"/>
                    <a:pt x="83" y="37"/>
                  </a:cubicBezTo>
                  <a:cubicBezTo>
                    <a:pt x="43" y="69"/>
                    <a:pt x="20" y="111"/>
                    <a:pt x="8" y="159"/>
                  </a:cubicBezTo>
                  <a:cubicBezTo>
                    <a:pt x="1" y="198"/>
                    <a:pt x="8" y="234"/>
                    <a:pt x="24" y="269"/>
                  </a:cubicBezTo>
                  <a:cubicBezTo>
                    <a:pt x="28" y="337"/>
                    <a:pt x="72" y="384"/>
                    <a:pt x="134" y="400"/>
                  </a:cubicBezTo>
                  <a:cubicBezTo>
                    <a:pt x="149" y="403"/>
                    <a:pt x="164" y="405"/>
                    <a:pt x="179" y="405"/>
                  </a:cubicBezTo>
                  <a:cubicBezTo>
                    <a:pt x="245" y="405"/>
                    <a:pt x="311" y="372"/>
                    <a:pt x="347" y="320"/>
                  </a:cubicBezTo>
                  <a:cubicBezTo>
                    <a:pt x="410" y="238"/>
                    <a:pt x="398" y="131"/>
                    <a:pt x="332" y="60"/>
                  </a:cubicBezTo>
                  <a:cubicBezTo>
                    <a:pt x="295" y="22"/>
                    <a:pt x="243" y="0"/>
                    <a:pt x="19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9" name="Google Shape;1569;p40"/>
            <p:cNvSpPr/>
            <p:nvPr/>
          </p:nvSpPr>
          <p:spPr>
            <a:xfrm>
              <a:off x="-1593302" y="4497024"/>
              <a:ext cx="201659" cy="170489"/>
            </a:xfrm>
            <a:custGeom>
              <a:rect b="b" l="l" r="r" t="t"/>
              <a:pathLst>
                <a:path extrusionOk="0" h="361" w="427">
                  <a:moveTo>
                    <a:pt x="205" y="0"/>
                  </a:moveTo>
                  <a:cubicBezTo>
                    <a:pt x="200" y="0"/>
                    <a:pt x="195" y="1"/>
                    <a:pt x="190" y="1"/>
                  </a:cubicBezTo>
                  <a:cubicBezTo>
                    <a:pt x="166" y="1"/>
                    <a:pt x="146" y="10"/>
                    <a:pt x="126" y="17"/>
                  </a:cubicBezTo>
                  <a:cubicBezTo>
                    <a:pt x="90" y="25"/>
                    <a:pt x="55" y="52"/>
                    <a:pt x="35" y="92"/>
                  </a:cubicBezTo>
                  <a:cubicBezTo>
                    <a:pt x="0" y="171"/>
                    <a:pt x="24" y="270"/>
                    <a:pt x="95" y="325"/>
                  </a:cubicBezTo>
                  <a:cubicBezTo>
                    <a:pt x="128" y="348"/>
                    <a:pt x="167" y="360"/>
                    <a:pt x="206" y="360"/>
                  </a:cubicBezTo>
                  <a:cubicBezTo>
                    <a:pt x="264" y="360"/>
                    <a:pt x="321" y="335"/>
                    <a:pt x="359" y="285"/>
                  </a:cubicBezTo>
                  <a:cubicBezTo>
                    <a:pt x="426" y="203"/>
                    <a:pt x="398" y="84"/>
                    <a:pt x="308" y="29"/>
                  </a:cubicBezTo>
                  <a:cubicBezTo>
                    <a:pt x="276" y="12"/>
                    <a:pt x="242" y="0"/>
                    <a:pt x="20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0" name="Google Shape;1570;p40"/>
            <p:cNvSpPr/>
            <p:nvPr/>
          </p:nvSpPr>
          <p:spPr>
            <a:xfrm>
              <a:off x="-2215754" y="4725770"/>
              <a:ext cx="260693" cy="219606"/>
            </a:xfrm>
            <a:custGeom>
              <a:rect b="b" l="l" r="r" t="t"/>
              <a:pathLst>
                <a:path extrusionOk="0" h="465" w="552">
                  <a:moveTo>
                    <a:pt x="359" y="1"/>
                  </a:moveTo>
                  <a:cubicBezTo>
                    <a:pt x="339" y="1"/>
                    <a:pt x="317" y="5"/>
                    <a:pt x="296" y="13"/>
                  </a:cubicBezTo>
                  <a:cubicBezTo>
                    <a:pt x="193" y="53"/>
                    <a:pt x="99" y="144"/>
                    <a:pt x="39" y="235"/>
                  </a:cubicBezTo>
                  <a:cubicBezTo>
                    <a:pt x="0" y="293"/>
                    <a:pt x="0" y="373"/>
                    <a:pt x="59" y="420"/>
                  </a:cubicBezTo>
                  <a:cubicBezTo>
                    <a:pt x="59" y="424"/>
                    <a:pt x="63" y="424"/>
                    <a:pt x="67" y="424"/>
                  </a:cubicBezTo>
                  <a:cubicBezTo>
                    <a:pt x="67" y="428"/>
                    <a:pt x="71" y="432"/>
                    <a:pt x="75" y="435"/>
                  </a:cubicBezTo>
                  <a:cubicBezTo>
                    <a:pt x="102" y="457"/>
                    <a:pt x="132" y="465"/>
                    <a:pt x="162" y="465"/>
                  </a:cubicBezTo>
                  <a:cubicBezTo>
                    <a:pt x="198" y="465"/>
                    <a:pt x="236" y="454"/>
                    <a:pt x="272" y="444"/>
                  </a:cubicBezTo>
                  <a:cubicBezTo>
                    <a:pt x="383" y="416"/>
                    <a:pt x="497" y="345"/>
                    <a:pt x="525" y="226"/>
                  </a:cubicBezTo>
                  <a:cubicBezTo>
                    <a:pt x="551" y="114"/>
                    <a:pt x="469" y="1"/>
                    <a:pt x="35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1" name="Google Shape;1571;p40"/>
            <p:cNvSpPr/>
            <p:nvPr/>
          </p:nvSpPr>
          <p:spPr>
            <a:xfrm>
              <a:off x="-1731677" y="4208467"/>
              <a:ext cx="203548" cy="211577"/>
            </a:xfrm>
            <a:custGeom>
              <a:rect b="b" l="l" r="r" t="t"/>
              <a:pathLst>
                <a:path extrusionOk="0" h="448" w="431">
                  <a:moveTo>
                    <a:pt x="232" y="0"/>
                  </a:moveTo>
                  <a:cubicBezTo>
                    <a:pt x="138" y="0"/>
                    <a:pt x="69" y="77"/>
                    <a:pt x="24" y="159"/>
                  </a:cubicBezTo>
                  <a:cubicBezTo>
                    <a:pt x="13" y="183"/>
                    <a:pt x="9" y="210"/>
                    <a:pt x="17" y="237"/>
                  </a:cubicBezTo>
                  <a:cubicBezTo>
                    <a:pt x="1" y="324"/>
                    <a:pt x="24" y="412"/>
                    <a:pt x="119" y="439"/>
                  </a:cubicBezTo>
                  <a:cubicBezTo>
                    <a:pt x="138" y="445"/>
                    <a:pt x="157" y="447"/>
                    <a:pt x="174" y="447"/>
                  </a:cubicBezTo>
                  <a:cubicBezTo>
                    <a:pt x="267" y="447"/>
                    <a:pt x="341" y="376"/>
                    <a:pt x="388" y="297"/>
                  </a:cubicBezTo>
                  <a:cubicBezTo>
                    <a:pt x="419" y="242"/>
                    <a:pt x="430" y="179"/>
                    <a:pt x="412" y="119"/>
                  </a:cubicBezTo>
                  <a:cubicBezTo>
                    <a:pt x="395" y="57"/>
                    <a:pt x="336" y="17"/>
                    <a:pt x="277" y="6"/>
                  </a:cubicBezTo>
                  <a:cubicBezTo>
                    <a:pt x="262" y="2"/>
                    <a:pt x="247" y="0"/>
                    <a:pt x="2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2" name="Google Shape;1572;p40"/>
            <p:cNvSpPr/>
            <p:nvPr/>
          </p:nvSpPr>
          <p:spPr>
            <a:xfrm>
              <a:off x="-1955061" y="4048840"/>
              <a:ext cx="209216" cy="959180"/>
            </a:xfrm>
            <a:custGeom>
              <a:rect b="b" l="l" r="r" t="t"/>
              <a:pathLst>
                <a:path extrusionOk="0" h="2031" w="443">
                  <a:moveTo>
                    <a:pt x="241" y="0"/>
                  </a:moveTo>
                  <a:lnTo>
                    <a:pt x="1" y="2003"/>
                  </a:lnTo>
                  <a:lnTo>
                    <a:pt x="202" y="2031"/>
                  </a:lnTo>
                  <a:lnTo>
                    <a:pt x="443" y="24"/>
                  </a:lnTo>
                  <a:lnTo>
                    <a:pt x="241" y="0"/>
                  </a:ln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3" name="Google Shape;1573;p40"/>
            <p:cNvSpPr/>
            <p:nvPr/>
          </p:nvSpPr>
          <p:spPr>
            <a:xfrm>
              <a:off x="-2127912" y="3718723"/>
              <a:ext cx="357981" cy="438267"/>
            </a:xfrm>
            <a:custGeom>
              <a:rect b="b" l="l" r="r" t="t"/>
              <a:pathLst>
                <a:path extrusionOk="0" h="928" w="758">
                  <a:moveTo>
                    <a:pt x="251" y="0"/>
                  </a:moveTo>
                  <a:cubicBezTo>
                    <a:pt x="155" y="0"/>
                    <a:pt x="70" y="77"/>
                    <a:pt x="35" y="198"/>
                  </a:cubicBezTo>
                  <a:cubicBezTo>
                    <a:pt x="12" y="285"/>
                    <a:pt x="0" y="380"/>
                    <a:pt x="0" y="470"/>
                  </a:cubicBezTo>
                  <a:cubicBezTo>
                    <a:pt x="4" y="557"/>
                    <a:pt x="12" y="652"/>
                    <a:pt x="44" y="735"/>
                  </a:cubicBezTo>
                  <a:cubicBezTo>
                    <a:pt x="68" y="814"/>
                    <a:pt x="115" y="885"/>
                    <a:pt x="197" y="912"/>
                  </a:cubicBezTo>
                  <a:cubicBezTo>
                    <a:pt x="226" y="923"/>
                    <a:pt x="256" y="928"/>
                    <a:pt x="287" y="928"/>
                  </a:cubicBezTo>
                  <a:cubicBezTo>
                    <a:pt x="355" y="928"/>
                    <a:pt x="424" y="904"/>
                    <a:pt x="481" y="877"/>
                  </a:cubicBezTo>
                  <a:cubicBezTo>
                    <a:pt x="556" y="841"/>
                    <a:pt x="623" y="794"/>
                    <a:pt x="683" y="735"/>
                  </a:cubicBezTo>
                  <a:cubicBezTo>
                    <a:pt x="688" y="736"/>
                    <a:pt x="693" y="737"/>
                    <a:pt x="698" y="737"/>
                  </a:cubicBezTo>
                  <a:cubicBezTo>
                    <a:pt x="724" y="737"/>
                    <a:pt x="748" y="721"/>
                    <a:pt x="745" y="691"/>
                  </a:cubicBezTo>
                  <a:cubicBezTo>
                    <a:pt x="754" y="679"/>
                    <a:pt x="757" y="664"/>
                    <a:pt x="757" y="652"/>
                  </a:cubicBezTo>
                  <a:cubicBezTo>
                    <a:pt x="757" y="628"/>
                    <a:pt x="749" y="604"/>
                    <a:pt x="738" y="585"/>
                  </a:cubicBezTo>
                  <a:cubicBezTo>
                    <a:pt x="730" y="565"/>
                    <a:pt x="718" y="541"/>
                    <a:pt x="710" y="522"/>
                  </a:cubicBezTo>
                  <a:cubicBezTo>
                    <a:pt x="635" y="372"/>
                    <a:pt x="541" y="222"/>
                    <a:pt x="430" y="96"/>
                  </a:cubicBezTo>
                  <a:cubicBezTo>
                    <a:pt x="373" y="30"/>
                    <a:pt x="310" y="0"/>
                    <a:pt x="251" y="0"/>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4" name="Google Shape;1574;p40"/>
            <p:cNvSpPr/>
            <p:nvPr/>
          </p:nvSpPr>
          <p:spPr>
            <a:xfrm>
              <a:off x="-1808658" y="3795703"/>
              <a:ext cx="367898" cy="333895"/>
            </a:xfrm>
            <a:custGeom>
              <a:rect b="b" l="l" r="r" t="t"/>
              <a:pathLst>
                <a:path extrusionOk="0" h="707" w="779">
                  <a:moveTo>
                    <a:pt x="592" y="0"/>
                  </a:moveTo>
                  <a:cubicBezTo>
                    <a:pt x="559" y="0"/>
                    <a:pt x="526" y="8"/>
                    <a:pt x="495" y="19"/>
                  </a:cubicBezTo>
                  <a:cubicBezTo>
                    <a:pt x="428" y="47"/>
                    <a:pt x="365" y="87"/>
                    <a:pt x="314" y="134"/>
                  </a:cubicBezTo>
                  <a:cubicBezTo>
                    <a:pt x="191" y="236"/>
                    <a:pt x="101" y="370"/>
                    <a:pt x="14" y="505"/>
                  </a:cubicBezTo>
                  <a:cubicBezTo>
                    <a:pt x="0" y="527"/>
                    <a:pt x="24" y="549"/>
                    <a:pt x="45" y="549"/>
                  </a:cubicBezTo>
                  <a:cubicBezTo>
                    <a:pt x="55" y="549"/>
                    <a:pt x="63" y="545"/>
                    <a:pt x="69" y="536"/>
                  </a:cubicBezTo>
                  <a:cubicBezTo>
                    <a:pt x="69" y="532"/>
                    <a:pt x="73" y="528"/>
                    <a:pt x="73" y="528"/>
                  </a:cubicBezTo>
                  <a:cubicBezTo>
                    <a:pt x="187" y="611"/>
                    <a:pt x="314" y="702"/>
                    <a:pt x="460" y="705"/>
                  </a:cubicBezTo>
                  <a:cubicBezTo>
                    <a:pt x="466" y="706"/>
                    <a:pt x="472" y="706"/>
                    <a:pt x="478" y="706"/>
                  </a:cubicBezTo>
                  <a:cubicBezTo>
                    <a:pt x="508" y="706"/>
                    <a:pt x="541" y="699"/>
                    <a:pt x="570" y="686"/>
                  </a:cubicBezTo>
                  <a:cubicBezTo>
                    <a:pt x="602" y="670"/>
                    <a:pt x="626" y="647"/>
                    <a:pt x="646" y="619"/>
                  </a:cubicBezTo>
                  <a:cubicBezTo>
                    <a:pt x="693" y="560"/>
                    <a:pt x="724" y="489"/>
                    <a:pt x="744" y="418"/>
                  </a:cubicBezTo>
                  <a:cubicBezTo>
                    <a:pt x="768" y="351"/>
                    <a:pt x="779" y="272"/>
                    <a:pt x="771" y="201"/>
                  </a:cubicBezTo>
                  <a:cubicBezTo>
                    <a:pt x="768" y="138"/>
                    <a:pt x="748" y="70"/>
                    <a:pt x="693" y="32"/>
                  </a:cubicBezTo>
                  <a:cubicBezTo>
                    <a:pt x="662" y="9"/>
                    <a:pt x="627" y="0"/>
                    <a:pt x="592" y="0"/>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5" name="Google Shape;1575;p40"/>
            <p:cNvSpPr/>
            <p:nvPr/>
          </p:nvSpPr>
          <p:spPr>
            <a:xfrm>
              <a:off x="-2044320" y="3953441"/>
              <a:ext cx="648427" cy="459046"/>
            </a:xfrm>
            <a:custGeom>
              <a:rect b="b" l="l" r="r" t="t"/>
              <a:pathLst>
                <a:path extrusionOk="0" h="972" w="1373">
                  <a:moveTo>
                    <a:pt x="578" y="1"/>
                  </a:moveTo>
                  <a:cubicBezTo>
                    <a:pt x="560" y="1"/>
                    <a:pt x="543" y="7"/>
                    <a:pt x="525" y="17"/>
                  </a:cubicBezTo>
                  <a:cubicBezTo>
                    <a:pt x="458" y="44"/>
                    <a:pt x="411" y="104"/>
                    <a:pt x="406" y="175"/>
                  </a:cubicBezTo>
                  <a:cubicBezTo>
                    <a:pt x="403" y="210"/>
                    <a:pt x="411" y="242"/>
                    <a:pt x="430" y="273"/>
                  </a:cubicBezTo>
                  <a:cubicBezTo>
                    <a:pt x="442" y="285"/>
                    <a:pt x="375" y="411"/>
                    <a:pt x="364" y="431"/>
                  </a:cubicBezTo>
                  <a:cubicBezTo>
                    <a:pt x="293" y="584"/>
                    <a:pt x="135" y="715"/>
                    <a:pt x="0" y="817"/>
                  </a:cubicBezTo>
                  <a:cubicBezTo>
                    <a:pt x="37" y="827"/>
                    <a:pt x="74" y="836"/>
                    <a:pt x="115" y="836"/>
                  </a:cubicBezTo>
                  <a:cubicBezTo>
                    <a:pt x="126" y="836"/>
                    <a:pt x="138" y="835"/>
                    <a:pt x="151" y="833"/>
                  </a:cubicBezTo>
                  <a:cubicBezTo>
                    <a:pt x="151" y="833"/>
                    <a:pt x="151" y="833"/>
                    <a:pt x="151" y="833"/>
                  </a:cubicBezTo>
                  <a:cubicBezTo>
                    <a:pt x="155" y="833"/>
                    <a:pt x="158" y="959"/>
                    <a:pt x="158" y="971"/>
                  </a:cubicBezTo>
                  <a:cubicBezTo>
                    <a:pt x="304" y="912"/>
                    <a:pt x="379" y="711"/>
                    <a:pt x="442" y="577"/>
                  </a:cubicBezTo>
                  <a:cubicBezTo>
                    <a:pt x="473" y="514"/>
                    <a:pt x="501" y="443"/>
                    <a:pt x="524" y="376"/>
                  </a:cubicBezTo>
                  <a:lnTo>
                    <a:pt x="524" y="376"/>
                  </a:lnTo>
                  <a:cubicBezTo>
                    <a:pt x="519" y="395"/>
                    <a:pt x="577" y="490"/>
                    <a:pt x="588" y="506"/>
                  </a:cubicBezTo>
                  <a:cubicBezTo>
                    <a:pt x="616" y="557"/>
                    <a:pt x="651" y="604"/>
                    <a:pt x="690" y="648"/>
                  </a:cubicBezTo>
                  <a:cubicBezTo>
                    <a:pt x="771" y="726"/>
                    <a:pt x="887" y="768"/>
                    <a:pt x="1001" y="768"/>
                  </a:cubicBezTo>
                  <a:cubicBezTo>
                    <a:pt x="1015" y="768"/>
                    <a:pt x="1028" y="767"/>
                    <a:pt x="1041" y="766"/>
                  </a:cubicBezTo>
                  <a:cubicBezTo>
                    <a:pt x="1187" y="754"/>
                    <a:pt x="1286" y="679"/>
                    <a:pt x="1373" y="573"/>
                  </a:cubicBezTo>
                  <a:cubicBezTo>
                    <a:pt x="1365" y="573"/>
                    <a:pt x="1338" y="577"/>
                    <a:pt x="1305" y="581"/>
                  </a:cubicBezTo>
                  <a:cubicBezTo>
                    <a:pt x="1286" y="582"/>
                    <a:pt x="1264" y="584"/>
                    <a:pt x="1248" y="584"/>
                  </a:cubicBezTo>
                  <a:cubicBezTo>
                    <a:pt x="1232" y="584"/>
                    <a:pt x="1221" y="582"/>
                    <a:pt x="1223" y="577"/>
                  </a:cubicBezTo>
                  <a:cubicBezTo>
                    <a:pt x="1234" y="541"/>
                    <a:pt x="1254" y="502"/>
                    <a:pt x="1270" y="466"/>
                  </a:cubicBezTo>
                  <a:cubicBezTo>
                    <a:pt x="1278" y="446"/>
                    <a:pt x="1286" y="427"/>
                    <a:pt x="1278" y="411"/>
                  </a:cubicBezTo>
                  <a:lnTo>
                    <a:pt x="1278" y="411"/>
                  </a:lnTo>
                  <a:cubicBezTo>
                    <a:pt x="1215" y="451"/>
                    <a:pt x="1152" y="493"/>
                    <a:pt x="1081" y="526"/>
                  </a:cubicBezTo>
                  <a:cubicBezTo>
                    <a:pt x="1041" y="546"/>
                    <a:pt x="990" y="561"/>
                    <a:pt x="947" y="561"/>
                  </a:cubicBezTo>
                  <a:cubicBezTo>
                    <a:pt x="868" y="561"/>
                    <a:pt x="781" y="526"/>
                    <a:pt x="730" y="470"/>
                  </a:cubicBezTo>
                  <a:cubicBezTo>
                    <a:pt x="714" y="451"/>
                    <a:pt x="600" y="273"/>
                    <a:pt x="619" y="257"/>
                  </a:cubicBezTo>
                  <a:cubicBezTo>
                    <a:pt x="699" y="202"/>
                    <a:pt x="703" y="84"/>
                    <a:pt x="628" y="20"/>
                  </a:cubicBezTo>
                  <a:cubicBezTo>
                    <a:pt x="612" y="7"/>
                    <a:pt x="595" y="1"/>
                    <a:pt x="578" y="1"/>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6" name="Google Shape;1576;p40"/>
            <p:cNvSpPr/>
            <p:nvPr/>
          </p:nvSpPr>
          <p:spPr>
            <a:xfrm>
              <a:off x="-1845022" y="4071037"/>
              <a:ext cx="95871" cy="32114"/>
            </a:xfrm>
            <a:custGeom>
              <a:rect b="b" l="l" r="r" t="t"/>
              <a:pathLst>
                <a:path extrusionOk="0" h="68" w="203">
                  <a:moveTo>
                    <a:pt x="176" y="0"/>
                  </a:moveTo>
                  <a:cubicBezTo>
                    <a:pt x="172" y="0"/>
                    <a:pt x="169" y="1"/>
                    <a:pt x="166" y="4"/>
                  </a:cubicBezTo>
                  <a:cubicBezTo>
                    <a:pt x="142" y="16"/>
                    <a:pt x="119" y="24"/>
                    <a:pt x="91" y="24"/>
                  </a:cubicBezTo>
                  <a:cubicBezTo>
                    <a:pt x="71" y="24"/>
                    <a:pt x="52" y="20"/>
                    <a:pt x="36" y="13"/>
                  </a:cubicBezTo>
                  <a:cubicBezTo>
                    <a:pt x="33" y="11"/>
                    <a:pt x="30" y="11"/>
                    <a:pt x="27" y="11"/>
                  </a:cubicBezTo>
                  <a:cubicBezTo>
                    <a:pt x="19" y="11"/>
                    <a:pt x="12" y="16"/>
                    <a:pt x="8" y="24"/>
                  </a:cubicBezTo>
                  <a:cubicBezTo>
                    <a:pt x="0" y="36"/>
                    <a:pt x="8" y="48"/>
                    <a:pt x="17" y="51"/>
                  </a:cubicBezTo>
                  <a:cubicBezTo>
                    <a:pt x="40" y="64"/>
                    <a:pt x="68" y="68"/>
                    <a:pt x="91" y="68"/>
                  </a:cubicBezTo>
                  <a:cubicBezTo>
                    <a:pt x="126" y="68"/>
                    <a:pt x="158" y="60"/>
                    <a:pt x="190" y="40"/>
                  </a:cubicBezTo>
                  <a:cubicBezTo>
                    <a:pt x="197" y="36"/>
                    <a:pt x="202" y="20"/>
                    <a:pt x="194" y="13"/>
                  </a:cubicBezTo>
                  <a:cubicBezTo>
                    <a:pt x="191" y="5"/>
                    <a:pt x="183" y="0"/>
                    <a:pt x="176"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7" name="Google Shape;1577;p40"/>
            <p:cNvSpPr/>
            <p:nvPr/>
          </p:nvSpPr>
          <p:spPr>
            <a:xfrm>
              <a:off x="-1733094" y="3919910"/>
              <a:ext cx="154905" cy="87370"/>
            </a:xfrm>
            <a:custGeom>
              <a:rect b="b" l="l" r="r" t="t"/>
              <a:pathLst>
                <a:path extrusionOk="0" h="185" w="328">
                  <a:moveTo>
                    <a:pt x="303" y="0"/>
                  </a:moveTo>
                  <a:cubicBezTo>
                    <a:pt x="301" y="0"/>
                    <a:pt x="298" y="1"/>
                    <a:pt x="296" y="1"/>
                  </a:cubicBezTo>
                  <a:cubicBezTo>
                    <a:pt x="197" y="36"/>
                    <a:pt x="98" y="84"/>
                    <a:pt x="12" y="143"/>
                  </a:cubicBezTo>
                  <a:cubicBezTo>
                    <a:pt x="0" y="151"/>
                    <a:pt x="0" y="162"/>
                    <a:pt x="4" y="175"/>
                  </a:cubicBezTo>
                  <a:cubicBezTo>
                    <a:pt x="9" y="182"/>
                    <a:pt x="17" y="184"/>
                    <a:pt x="25" y="184"/>
                  </a:cubicBezTo>
                  <a:cubicBezTo>
                    <a:pt x="29" y="184"/>
                    <a:pt x="33" y="184"/>
                    <a:pt x="36" y="182"/>
                  </a:cubicBezTo>
                  <a:cubicBezTo>
                    <a:pt x="122" y="123"/>
                    <a:pt x="213" y="80"/>
                    <a:pt x="311" y="44"/>
                  </a:cubicBezTo>
                  <a:cubicBezTo>
                    <a:pt x="324" y="40"/>
                    <a:pt x="327" y="29"/>
                    <a:pt x="324" y="17"/>
                  </a:cubicBezTo>
                  <a:cubicBezTo>
                    <a:pt x="321" y="7"/>
                    <a:pt x="312" y="0"/>
                    <a:pt x="30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8" name="Google Shape;1578;p40"/>
            <p:cNvSpPr/>
            <p:nvPr/>
          </p:nvSpPr>
          <p:spPr>
            <a:xfrm>
              <a:off x="-1729788" y="4012475"/>
              <a:ext cx="118067" cy="36837"/>
            </a:xfrm>
            <a:custGeom>
              <a:rect b="b" l="l" r="r" t="t"/>
              <a:pathLst>
                <a:path extrusionOk="0" h="78" w="250">
                  <a:moveTo>
                    <a:pt x="23" y="0"/>
                  </a:moveTo>
                  <a:cubicBezTo>
                    <a:pt x="18" y="0"/>
                    <a:pt x="13" y="2"/>
                    <a:pt x="9" y="6"/>
                  </a:cubicBezTo>
                  <a:cubicBezTo>
                    <a:pt x="1" y="18"/>
                    <a:pt x="1" y="30"/>
                    <a:pt x="13" y="37"/>
                  </a:cubicBezTo>
                  <a:cubicBezTo>
                    <a:pt x="20" y="46"/>
                    <a:pt x="33" y="50"/>
                    <a:pt x="44" y="53"/>
                  </a:cubicBezTo>
                  <a:cubicBezTo>
                    <a:pt x="53" y="57"/>
                    <a:pt x="64" y="57"/>
                    <a:pt x="72" y="57"/>
                  </a:cubicBezTo>
                  <a:cubicBezTo>
                    <a:pt x="124" y="66"/>
                    <a:pt x="175" y="69"/>
                    <a:pt x="226" y="77"/>
                  </a:cubicBezTo>
                  <a:cubicBezTo>
                    <a:pt x="237" y="77"/>
                    <a:pt x="250" y="69"/>
                    <a:pt x="250" y="57"/>
                  </a:cubicBezTo>
                  <a:cubicBezTo>
                    <a:pt x="250" y="46"/>
                    <a:pt x="242" y="33"/>
                    <a:pt x="230" y="33"/>
                  </a:cubicBezTo>
                  <a:cubicBezTo>
                    <a:pt x="179" y="26"/>
                    <a:pt x="127" y="22"/>
                    <a:pt x="76" y="14"/>
                  </a:cubicBezTo>
                  <a:cubicBezTo>
                    <a:pt x="68" y="14"/>
                    <a:pt x="60" y="14"/>
                    <a:pt x="53" y="10"/>
                  </a:cubicBezTo>
                  <a:cubicBezTo>
                    <a:pt x="48" y="10"/>
                    <a:pt x="44" y="6"/>
                    <a:pt x="40" y="6"/>
                  </a:cubicBezTo>
                  <a:cubicBezTo>
                    <a:pt x="35" y="2"/>
                    <a:pt x="29" y="0"/>
                    <a:pt x="2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9" name="Google Shape;1579;p40"/>
            <p:cNvSpPr/>
            <p:nvPr/>
          </p:nvSpPr>
          <p:spPr>
            <a:xfrm>
              <a:off x="-1960256" y="3903853"/>
              <a:ext cx="119484" cy="114289"/>
            </a:xfrm>
            <a:custGeom>
              <a:rect b="b" l="l" r="r" t="t"/>
              <a:pathLst>
                <a:path extrusionOk="0" h="242" w="253">
                  <a:moveTo>
                    <a:pt x="26" y="0"/>
                  </a:moveTo>
                  <a:cubicBezTo>
                    <a:pt x="18" y="0"/>
                    <a:pt x="10" y="7"/>
                    <a:pt x="4" y="16"/>
                  </a:cubicBezTo>
                  <a:cubicBezTo>
                    <a:pt x="0" y="23"/>
                    <a:pt x="8" y="39"/>
                    <a:pt x="15" y="43"/>
                  </a:cubicBezTo>
                  <a:cubicBezTo>
                    <a:pt x="103" y="78"/>
                    <a:pt x="170" y="145"/>
                    <a:pt x="209" y="228"/>
                  </a:cubicBezTo>
                  <a:cubicBezTo>
                    <a:pt x="212" y="237"/>
                    <a:pt x="219" y="241"/>
                    <a:pt x="228" y="241"/>
                  </a:cubicBezTo>
                  <a:cubicBezTo>
                    <a:pt x="231" y="241"/>
                    <a:pt x="234" y="241"/>
                    <a:pt x="237" y="240"/>
                  </a:cubicBezTo>
                  <a:cubicBezTo>
                    <a:pt x="248" y="236"/>
                    <a:pt x="252" y="220"/>
                    <a:pt x="248" y="212"/>
                  </a:cubicBezTo>
                  <a:cubicBezTo>
                    <a:pt x="205" y="118"/>
                    <a:pt x="130" y="43"/>
                    <a:pt x="35" y="3"/>
                  </a:cubicBezTo>
                  <a:cubicBezTo>
                    <a:pt x="32" y="1"/>
                    <a:pt x="29" y="0"/>
                    <a:pt x="26"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0" name="Google Shape;1580;p40"/>
            <p:cNvSpPr/>
            <p:nvPr/>
          </p:nvSpPr>
          <p:spPr>
            <a:xfrm>
              <a:off x="-1956950" y="4029005"/>
              <a:ext cx="110511" cy="27864"/>
            </a:xfrm>
            <a:custGeom>
              <a:rect b="b" l="l" r="r" t="t"/>
              <a:pathLst>
                <a:path extrusionOk="0" h="59" w="234">
                  <a:moveTo>
                    <a:pt x="209" y="1"/>
                  </a:moveTo>
                  <a:cubicBezTo>
                    <a:pt x="203" y="1"/>
                    <a:pt x="198" y="3"/>
                    <a:pt x="194" y="7"/>
                  </a:cubicBezTo>
                  <a:cubicBezTo>
                    <a:pt x="190" y="11"/>
                    <a:pt x="190" y="11"/>
                    <a:pt x="183" y="11"/>
                  </a:cubicBezTo>
                  <a:cubicBezTo>
                    <a:pt x="179" y="15"/>
                    <a:pt x="170" y="15"/>
                    <a:pt x="163" y="15"/>
                  </a:cubicBezTo>
                  <a:lnTo>
                    <a:pt x="135" y="15"/>
                  </a:lnTo>
                  <a:cubicBezTo>
                    <a:pt x="99" y="15"/>
                    <a:pt x="64" y="15"/>
                    <a:pt x="25" y="7"/>
                  </a:cubicBezTo>
                  <a:cubicBezTo>
                    <a:pt x="13" y="7"/>
                    <a:pt x="5" y="15"/>
                    <a:pt x="1" y="26"/>
                  </a:cubicBezTo>
                  <a:cubicBezTo>
                    <a:pt x="1" y="38"/>
                    <a:pt x="8" y="50"/>
                    <a:pt x="21" y="50"/>
                  </a:cubicBezTo>
                  <a:cubicBezTo>
                    <a:pt x="60" y="58"/>
                    <a:pt x="96" y="58"/>
                    <a:pt x="135" y="58"/>
                  </a:cubicBezTo>
                  <a:lnTo>
                    <a:pt x="166" y="58"/>
                  </a:lnTo>
                  <a:cubicBezTo>
                    <a:pt x="174" y="58"/>
                    <a:pt x="183" y="58"/>
                    <a:pt x="194" y="54"/>
                  </a:cubicBezTo>
                  <a:cubicBezTo>
                    <a:pt x="202" y="54"/>
                    <a:pt x="214" y="46"/>
                    <a:pt x="221" y="38"/>
                  </a:cubicBezTo>
                  <a:cubicBezTo>
                    <a:pt x="234" y="31"/>
                    <a:pt x="234" y="18"/>
                    <a:pt x="226" y="7"/>
                  </a:cubicBezTo>
                  <a:cubicBezTo>
                    <a:pt x="220" y="3"/>
                    <a:pt x="214" y="1"/>
                    <a:pt x="20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81" name="Google Shape;1581;p40"/>
          <p:cNvGrpSpPr/>
          <p:nvPr/>
        </p:nvGrpSpPr>
        <p:grpSpPr>
          <a:xfrm>
            <a:off x="1494700" y="5147228"/>
            <a:ext cx="1669697" cy="1559825"/>
            <a:chOff x="-1245500" y="4065178"/>
            <a:chExt cx="1669697" cy="1559825"/>
          </a:xfrm>
        </p:grpSpPr>
        <p:sp>
          <p:nvSpPr>
            <p:cNvPr id="1582" name="Google Shape;1582;p40"/>
            <p:cNvSpPr/>
            <p:nvPr/>
          </p:nvSpPr>
          <p:spPr>
            <a:xfrm>
              <a:off x="-958240" y="4065178"/>
              <a:ext cx="858657" cy="858657"/>
            </a:xfrm>
            <a:custGeom>
              <a:rect b="b" l="l" r="r" t="t"/>
              <a:pathLst>
                <a:path extrusionOk="0" h="1641" w="1641">
                  <a:moveTo>
                    <a:pt x="820" y="44"/>
                  </a:moveTo>
                  <a:cubicBezTo>
                    <a:pt x="1033" y="44"/>
                    <a:pt x="1226" y="131"/>
                    <a:pt x="1368" y="273"/>
                  </a:cubicBezTo>
                  <a:cubicBezTo>
                    <a:pt x="1510" y="410"/>
                    <a:pt x="1597" y="608"/>
                    <a:pt x="1597" y="821"/>
                  </a:cubicBezTo>
                  <a:cubicBezTo>
                    <a:pt x="1597" y="1034"/>
                    <a:pt x="1510" y="1231"/>
                    <a:pt x="1368" y="1369"/>
                  </a:cubicBezTo>
                  <a:cubicBezTo>
                    <a:pt x="1226" y="1511"/>
                    <a:pt x="1033" y="1598"/>
                    <a:pt x="820" y="1598"/>
                  </a:cubicBezTo>
                  <a:cubicBezTo>
                    <a:pt x="604" y="1598"/>
                    <a:pt x="410" y="1511"/>
                    <a:pt x="268" y="1369"/>
                  </a:cubicBezTo>
                  <a:cubicBezTo>
                    <a:pt x="130" y="1231"/>
                    <a:pt x="43" y="1034"/>
                    <a:pt x="43" y="821"/>
                  </a:cubicBezTo>
                  <a:cubicBezTo>
                    <a:pt x="43" y="608"/>
                    <a:pt x="130" y="410"/>
                    <a:pt x="268" y="273"/>
                  </a:cubicBezTo>
                  <a:cubicBezTo>
                    <a:pt x="410" y="131"/>
                    <a:pt x="604" y="44"/>
                    <a:pt x="820" y="44"/>
                  </a:cubicBezTo>
                  <a:close/>
                  <a:moveTo>
                    <a:pt x="820" y="0"/>
                  </a:moveTo>
                  <a:cubicBezTo>
                    <a:pt x="367" y="0"/>
                    <a:pt x="1" y="368"/>
                    <a:pt x="1" y="821"/>
                  </a:cubicBezTo>
                  <a:cubicBezTo>
                    <a:pt x="1" y="1274"/>
                    <a:pt x="367" y="1640"/>
                    <a:pt x="820" y="1640"/>
                  </a:cubicBezTo>
                  <a:cubicBezTo>
                    <a:pt x="1270" y="1640"/>
                    <a:pt x="1641" y="1274"/>
                    <a:pt x="1641" y="821"/>
                  </a:cubicBezTo>
                  <a:cubicBezTo>
                    <a:pt x="1641" y="368"/>
                    <a:pt x="1270" y="0"/>
                    <a:pt x="820"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3" name="Google Shape;1583;p40"/>
            <p:cNvSpPr/>
            <p:nvPr/>
          </p:nvSpPr>
          <p:spPr>
            <a:xfrm>
              <a:off x="-1007421" y="4434600"/>
              <a:ext cx="1431619" cy="1190404"/>
            </a:xfrm>
            <a:custGeom>
              <a:rect b="b" l="l" r="r" t="t"/>
              <a:pathLst>
                <a:path extrusionOk="0" h="3731" w="2736">
                  <a:moveTo>
                    <a:pt x="228" y="0"/>
                  </a:moveTo>
                  <a:lnTo>
                    <a:pt x="0" y="3565"/>
                  </a:lnTo>
                  <a:lnTo>
                    <a:pt x="2283" y="3731"/>
                  </a:lnTo>
                  <a:lnTo>
                    <a:pt x="2736" y="3731"/>
                  </a:lnTo>
                  <a:lnTo>
                    <a:pt x="2283" y="0"/>
                  </a:lnTo>
                  <a:close/>
                </a:path>
              </a:pathLst>
            </a:cu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4" name="Google Shape;1584;p40"/>
            <p:cNvSpPr/>
            <p:nvPr/>
          </p:nvSpPr>
          <p:spPr>
            <a:xfrm>
              <a:off x="-1245500" y="4434600"/>
              <a:ext cx="1432665" cy="1190404"/>
            </a:xfrm>
            <a:custGeom>
              <a:rect b="b" l="l" r="r" t="t"/>
              <a:pathLst>
                <a:path extrusionOk="0" h="3731" w="2738">
                  <a:moveTo>
                    <a:pt x="37" y="0"/>
                  </a:moveTo>
                  <a:lnTo>
                    <a:pt x="6" y="3604"/>
                  </a:lnTo>
                  <a:cubicBezTo>
                    <a:pt x="1" y="3675"/>
                    <a:pt x="57" y="3731"/>
                    <a:pt x="128" y="3731"/>
                  </a:cubicBezTo>
                  <a:lnTo>
                    <a:pt x="2738" y="3731"/>
                  </a:lnTo>
                  <a:lnTo>
                    <a:pt x="2509" y="0"/>
                  </a:lnTo>
                  <a:close/>
                </a:path>
              </a:pathLst>
            </a:custGeom>
            <a:solidFill>
              <a:schemeClr val="accen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5" name="Google Shape;1585;p40"/>
            <p:cNvSpPr/>
            <p:nvPr/>
          </p:nvSpPr>
          <p:spPr>
            <a:xfrm>
              <a:off x="-855666" y="4540340"/>
              <a:ext cx="281510" cy="235987"/>
            </a:xfrm>
            <a:custGeom>
              <a:rect b="b" l="l" r="r" t="t"/>
              <a:pathLst>
                <a:path extrusionOk="0" h="451" w="538">
                  <a:moveTo>
                    <a:pt x="356" y="1"/>
                  </a:moveTo>
                  <a:lnTo>
                    <a:pt x="1" y="450"/>
                  </a:lnTo>
                  <a:lnTo>
                    <a:pt x="182" y="450"/>
                  </a:lnTo>
                  <a:lnTo>
                    <a:pt x="537" y="1"/>
                  </a:lnTo>
                  <a:close/>
                </a:path>
              </a:pathLst>
            </a:custGeom>
            <a:solidFill>
              <a:schemeClr val="dk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6" name="Google Shape;1586;p40"/>
            <p:cNvSpPr/>
            <p:nvPr/>
          </p:nvSpPr>
          <p:spPr>
            <a:xfrm>
              <a:off x="-669913" y="4540340"/>
              <a:ext cx="281510" cy="235987"/>
            </a:xfrm>
            <a:custGeom>
              <a:rect b="b" l="l" r="r" t="t"/>
              <a:pathLst>
                <a:path extrusionOk="0" h="451" w="538">
                  <a:moveTo>
                    <a:pt x="356" y="1"/>
                  </a:moveTo>
                  <a:lnTo>
                    <a:pt x="1" y="450"/>
                  </a:lnTo>
                  <a:lnTo>
                    <a:pt x="182" y="450"/>
                  </a:lnTo>
                  <a:lnTo>
                    <a:pt x="537" y="1"/>
                  </a:lnTo>
                  <a:close/>
                </a:path>
              </a:pathLst>
            </a:custGeom>
            <a:solidFill>
              <a:schemeClr val="dk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7" name="Google Shape;1587;p40"/>
            <p:cNvSpPr/>
            <p:nvPr/>
          </p:nvSpPr>
          <p:spPr>
            <a:xfrm>
              <a:off x="-484160" y="4540340"/>
              <a:ext cx="281510" cy="235987"/>
            </a:xfrm>
            <a:custGeom>
              <a:rect b="b" l="l" r="r" t="t"/>
              <a:pathLst>
                <a:path extrusionOk="0" h="451" w="538">
                  <a:moveTo>
                    <a:pt x="355" y="1"/>
                  </a:moveTo>
                  <a:lnTo>
                    <a:pt x="1" y="450"/>
                  </a:lnTo>
                  <a:lnTo>
                    <a:pt x="182" y="450"/>
                  </a:lnTo>
                  <a:lnTo>
                    <a:pt x="537" y="1"/>
                  </a:lnTo>
                  <a:close/>
                </a:path>
              </a:pathLst>
            </a:custGeom>
            <a:solidFill>
              <a:schemeClr val="dk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88" name="Google Shape;1588;p40"/>
          <p:cNvSpPr/>
          <p:nvPr/>
        </p:nvSpPr>
        <p:spPr>
          <a:xfrm rot="1449795">
            <a:off x="8426049" y="5866942"/>
            <a:ext cx="556805" cy="759408"/>
          </a:xfrm>
          <a:custGeom>
            <a:rect b="b" l="l" r="r" t="t"/>
            <a:pathLst>
              <a:path extrusionOk="0" h="1608" w="1179">
                <a:moveTo>
                  <a:pt x="939" y="0"/>
                </a:moveTo>
                <a:cubicBezTo>
                  <a:pt x="765" y="0"/>
                  <a:pt x="608" y="336"/>
                  <a:pt x="591" y="469"/>
                </a:cubicBezTo>
                <a:cubicBezTo>
                  <a:pt x="591" y="354"/>
                  <a:pt x="536" y="243"/>
                  <a:pt x="453" y="172"/>
                </a:cubicBezTo>
                <a:cubicBezTo>
                  <a:pt x="401" y="127"/>
                  <a:pt x="336" y="98"/>
                  <a:pt x="270" y="98"/>
                </a:cubicBezTo>
                <a:cubicBezTo>
                  <a:pt x="251" y="98"/>
                  <a:pt x="232" y="101"/>
                  <a:pt x="213" y="106"/>
                </a:cubicBezTo>
                <a:cubicBezTo>
                  <a:pt x="86" y="141"/>
                  <a:pt x="31" y="287"/>
                  <a:pt x="19" y="414"/>
                </a:cubicBezTo>
                <a:cubicBezTo>
                  <a:pt x="0" y="642"/>
                  <a:pt x="55" y="902"/>
                  <a:pt x="153" y="1111"/>
                </a:cubicBezTo>
                <a:cubicBezTo>
                  <a:pt x="228" y="1280"/>
                  <a:pt x="279" y="1450"/>
                  <a:pt x="386" y="1608"/>
                </a:cubicBezTo>
                <a:cubicBezTo>
                  <a:pt x="643" y="1360"/>
                  <a:pt x="856" y="1071"/>
                  <a:pt x="1017" y="756"/>
                </a:cubicBezTo>
                <a:cubicBezTo>
                  <a:pt x="1103" y="579"/>
                  <a:pt x="1178" y="381"/>
                  <a:pt x="1127" y="192"/>
                </a:cubicBezTo>
                <a:cubicBezTo>
                  <a:pt x="1107" y="121"/>
                  <a:pt x="1072" y="54"/>
                  <a:pt x="1009" y="19"/>
                </a:cubicBezTo>
                <a:cubicBezTo>
                  <a:pt x="985" y="6"/>
                  <a:pt x="962" y="0"/>
                  <a:pt x="939" y="0"/>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9" name="Google Shape;1589;p40"/>
          <p:cNvSpPr/>
          <p:nvPr/>
        </p:nvSpPr>
        <p:spPr>
          <a:xfrm rot="1449795">
            <a:off x="8318749" y="4201529"/>
            <a:ext cx="556805" cy="759408"/>
          </a:xfrm>
          <a:custGeom>
            <a:rect b="b" l="l" r="r" t="t"/>
            <a:pathLst>
              <a:path extrusionOk="0" h="1608" w="1179">
                <a:moveTo>
                  <a:pt x="939" y="0"/>
                </a:moveTo>
                <a:cubicBezTo>
                  <a:pt x="765" y="0"/>
                  <a:pt x="608" y="336"/>
                  <a:pt x="591" y="469"/>
                </a:cubicBezTo>
                <a:cubicBezTo>
                  <a:pt x="591" y="354"/>
                  <a:pt x="536" y="243"/>
                  <a:pt x="453" y="172"/>
                </a:cubicBezTo>
                <a:cubicBezTo>
                  <a:pt x="401" y="127"/>
                  <a:pt x="336" y="98"/>
                  <a:pt x="270" y="98"/>
                </a:cubicBezTo>
                <a:cubicBezTo>
                  <a:pt x="251" y="98"/>
                  <a:pt x="232" y="101"/>
                  <a:pt x="213" y="106"/>
                </a:cubicBezTo>
                <a:cubicBezTo>
                  <a:pt x="86" y="141"/>
                  <a:pt x="31" y="287"/>
                  <a:pt x="19" y="414"/>
                </a:cubicBezTo>
                <a:cubicBezTo>
                  <a:pt x="0" y="642"/>
                  <a:pt x="55" y="902"/>
                  <a:pt x="153" y="1111"/>
                </a:cubicBezTo>
                <a:cubicBezTo>
                  <a:pt x="228" y="1280"/>
                  <a:pt x="279" y="1450"/>
                  <a:pt x="386" y="1608"/>
                </a:cubicBezTo>
                <a:cubicBezTo>
                  <a:pt x="643" y="1360"/>
                  <a:pt x="856" y="1071"/>
                  <a:pt x="1017" y="756"/>
                </a:cubicBezTo>
                <a:cubicBezTo>
                  <a:pt x="1103" y="579"/>
                  <a:pt x="1178" y="381"/>
                  <a:pt x="1127" y="192"/>
                </a:cubicBezTo>
                <a:cubicBezTo>
                  <a:pt x="1107" y="121"/>
                  <a:pt x="1072" y="54"/>
                  <a:pt x="1009" y="19"/>
                </a:cubicBezTo>
                <a:cubicBezTo>
                  <a:pt x="985" y="6"/>
                  <a:pt x="962" y="0"/>
                  <a:pt x="939" y="0"/>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0" name="Google Shape;1590;p40"/>
          <p:cNvSpPr txBox="1"/>
          <p:nvPr/>
        </p:nvSpPr>
        <p:spPr>
          <a:xfrm>
            <a:off x="2524425" y="9677250"/>
            <a:ext cx="5238300" cy="332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sz="1700">
                <a:solidFill>
                  <a:schemeClr val="dk1"/>
                </a:solidFill>
                <a:latin typeface="Grandstander"/>
                <a:ea typeface="Grandstander"/>
                <a:cs typeface="Grandstander"/>
                <a:sym typeface="Grandstander"/>
              </a:rPr>
              <a:t>This template has been created by </a:t>
            </a:r>
            <a:r>
              <a:rPr b="1" lang="en" sz="1700">
                <a:solidFill>
                  <a:schemeClr val="dk1"/>
                </a:solidFill>
                <a:uFill>
                  <a:noFill/>
                </a:uFill>
                <a:latin typeface="Grandstander"/>
                <a:ea typeface="Grandstander"/>
                <a:cs typeface="Grandstander"/>
                <a:sym typeface="Grandstander"/>
                <a:hlinkClick r:id="rId3">
                  <a:extLst>
                    <a:ext uri="{A12FA001-AC4F-418D-AE19-62706E023703}">
                      <ahyp:hlinkClr val="tx"/>
                    </a:ext>
                  </a:extLst>
                </a:hlinkClick>
              </a:rPr>
              <a:t>Slidesgo</a:t>
            </a:r>
            <a:endParaRPr sz="1700">
              <a:solidFill>
                <a:schemeClr val="dk1"/>
              </a:solidFill>
              <a:latin typeface="Grandstander"/>
              <a:ea typeface="Grandstander"/>
              <a:cs typeface="Grandstander"/>
              <a:sym typeface="Grandstander"/>
            </a:endParaRPr>
          </a:p>
        </p:txBody>
      </p:sp>
      <p:grpSp>
        <p:nvGrpSpPr>
          <p:cNvPr id="1591" name="Google Shape;1591;p40"/>
          <p:cNvGrpSpPr/>
          <p:nvPr/>
        </p:nvGrpSpPr>
        <p:grpSpPr>
          <a:xfrm>
            <a:off x="754639" y="2074730"/>
            <a:ext cx="2563220" cy="2386649"/>
            <a:chOff x="-1538849" y="5276824"/>
            <a:chExt cx="1138501" cy="1060073"/>
          </a:xfrm>
        </p:grpSpPr>
        <p:sp>
          <p:nvSpPr>
            <p:cNvPr id="1592" name="Google Shape;1592;p40"/>
            <p:cNvSpPr/>
            <p:nvPr/>
          </p:nvSpPr>
          <p:spPr>
            <a:xfrm>
              <a:off x="-1453388" y="5309018"/>
              <a:ext cx="1053040" cy="1027879"/>
            </a:xfrm>
            <a:custGeom>
              <a:rect b="b" l="l" r="r" t="t"/>
              <a:pathLst>
                <a:path extrusionOk="0" h="1756" w="1799">
                  <a:moveTo>
                    <a:pt x="899" y="1"/>
                  </a:moveTo>
                  <a:cubicBezTo>
                    <a:pt x="403" y="1"/>
                    <a:pt x="0" y="395"/>
                    <a:pt x="0" y="880"/>
                  </a:cubicBezTo>
                  <a:cubicBezTo>
                    <a:pt x="0" y="1365"/>
                    <a:pt x="403" y="1755"/>
                    <a:pt x="899" y="1755"/>
                  </a:cubicBezTo>
                  <a:cubicBezTo>
                    <a:pt x="1396" y="1755"/>
                    <a:pt x="1799" y="1365"/>
                    <a:pt x="1799" y="880"/>
                  </a:cubicBezTo>
                  <a:cubicBezTo>
                    <a:pt x="1799" y="395"/>
                    <a:pt x="1396" y="1"/>
                    <a:pt x="899" y="1"/>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3" name="Google Shape;1593;p40"/>
            <p:cNvSpPr/>
            <p:nvPr/>
          </p:nvSpPr>
          <p:spPr>
            <a:xfrm>
              <a:off x="-1538849" y="5276824"/>
              <a:ext cx="1053040" cy="1027879"/>
            </a:xfrm>
            <a:custGeom>
              <a:rect b="b" l="l" r="r" t="t"/>
              <a:pathLst>
                <a:path extrusionOk="0" h="1756" w="1799">
                  <a:moveTo>
                    <a:pt x="900" y="1"/>
                  </a:moveTo>
                  <a:cubicBezTo>
                    <a:pt x="403" y="1"/>
                    <a:pt x="1" y="391"/>
                    <a:pt x="1" y="876"/>
                  </a:cubicBezTo>
                  <a:cubicBezTo>
                    <a:pt x="1" y="1361"/>
                    <a:pt x="403" y="1755"/>
                    <a:pt x="900" y="1755"/>
                  </a:cubicBezTo>
                  <a:cubicBezTo>
                    <a:pt x="1397" y="1755"/>
                    <a:pt x="1799" y="1361"/>
                    <a:pt x="1799" y="876"/>
                  </a:cubicBezTo>
                  <a:cubicBezTo>
                    <a:pt x="1799" y="391"/>
                    <a:pt x="1397" y="1"/>
                    <a:pt x="900" y="1"/>
                  </a:cubicBezTo>
                  <a:close/>
                </a:path>
              </a:pathLst>
            </a:custGeom>
            <a:solidFill>
              <a:schemeClr val="accent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94" name="Google Shape;1594;p40"/>
          <p:cNvSpPr txBox="1"/>
          <p:nvPr>
            <p:ph idx="4294967295" type="title"/>
          </p:nvPr>
        </p:nvSpPr>
        <p:spPr>
          <a:xfrm>
            <a:off x="624622" y="2193596"/>
            <a:ext cx="2563200" cy="1832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3300"/>
              <a:t>03</a:t>
            </a:r>
            <a:endParaRPr sz="13300"/>
          </a:p>
        </p:txBody>
      </p:sp>
      <p:sp>
        <p:nvSpPr>
          <p:cNvPr id="1595" name="Google Shape;1595;p40"/>
          <p:cNvSpPr txBox="1"/>
          <p:nvPr/>
        </p:nvSpPr>
        <p:spPr>
          <a:xfrm>
            <a:off x="10397625" y="82950"/>
            <a:ext cx="3484200" cy="3166200"/>
          </a:xfrm>
          <a:prstGeom prst="rect">
            <a:avLst/>
          </a:prstGeom>
          <a:solidFill>
            <a:srgbClr val="00C5FF">
              <a:alpha val="51270"/>
            </a:srgbClr>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Grandstander"/>
                <a:ea typeface="Grandstander"/>
                <a:cs typeface="Grandstander"/>
                <a:sym typeface="Grandstander"/>
              </a:rPr>
              <a:t>Instructions</a:t>
            </a:r>
            <a:endParaRPr>
              <a:latin typeface="Grandstander"/>
              <a:ea typeface="Grandstander"/>
              <a:cs typeface="Grandstander"/>
              <a:sym typeface="Grandstander"/>
            </a:endParaRPr>
          </a:p>
          <a:p>
            <a:pPr indent="0" lvl="0" marL="0" rtl="0" algn="l">
              <a:spcBef>
                <a:spcPts val="0"/>
              </a:spcBef>
              <a:spcAft>
                <a:spcPts val="0"/>
              </a:spcAft>
              <a:buNone/>
            </a:pPr>
            <a:r>
              <a:t/>
            </a:r>
            <a:endParaRPr>
              <a:latin typeface="Grandstander"/>
              <a:ea typeface="Grandstander"/>
              <a:cs typeface="Grandstander"/>
              <a:sym typeface="Grandstander"/>
            </a:endParaRPr>
          </a:p>
          <a:p>
            <a:pPr indent="-317500" lvl="0" marL="457200" rtl="0" algn="l">
              <a:spcBef>
                <a:spcPts val="0"/>
              </a:spcBef>
              <a:spcAft>
                <a:spcPts val="0"/>
              </a:spcAft>
              <a:buSzPts val="1400"/>
              <a:buFont typeface="Grandstander"/>
              <a:buChar char="●"/>
            </a:pPr>
            <a:r>
              <a:rPr lang="en">
                <a:latin typeface="Grandstander"/>
                <a:ea typeface="Grandstander"/>
                <a:cs typeface="Grandstander"/>
                <a:sym typeface="Grandstander"/>
              </a:rPr>
              <a:t>Replace the central image with a picture representative of yourself</a:t>
            </a:r>
            <a:endParaRPr>
              <a:latin typeface="Grandstander"/>
              <a:ea typeface="Grandstander"/>
              <a:cs typeface="Grandstander"/>
              <a:sym typeface="Grandstander"/>
            </a:endParaRPr>
          </a:p>
          <a:p>
            <a:pPr indent="-317500" lvl="0" marL="457200" rtl="0" algn="l">
              <a:spcBef>
                <a:spcPts val="0"/>
              </a:spcBef>
              <a:spcAft>
                <a:spcPts val="0"/>
              </a:spcAft>
              <a:buSzPts val="1400"/>
              <a:buFont typeface="Grandstander"/>
              <a:buChar char="●"/>
            </a:pPr>
            <a:r>
              <a:rPr lang="en">
                <a:latin typeface="Grandstander"/>
                <a:ea typeface="Grandstander"/>
                <a:cs typeface="Grandstander"/>
                <a:sym typeface="Grandstander"/>
              </a:rPr>
              <a:t>Optionally, replace the other images as well</a:t>
            </a:r>
            <a:endParaRPr>
              <a:latin typeface="Grandstander"/>
              <a:ea typeface="Grandstander"/>
              <a:cs typeface="Grandstander"/>
              <a:sym typeface="Grandstande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9" name="Shape 1599"/>
        <p:cNvGrpSpPr/>
        <p:nvPr/>
      </p:nvGrpSpPr>
      <p:grpSpPr>
        <a:xfrm>
          <a:off x="0" y="0"/>
          <a:ext cx="0" cy="0"/>
          <a:chOff x="0" y="0"/>
          <a:chExt cx="0" cy="0"/>
        </a:xfrm>
      </p:grpSpPr>
      <p:grpSp>
        <p:nvGrpSpPr>
          <p:cNvPr id="1600" name="Google Shape;1600;p41"/>
          <p:cNvGrpSpPr/>
          <p:nvPr/>
        </p:nvGrpSpPr>
        <p:grpSpPr>
          <a:xfrm rot="550671">
            <a:off x="2035099" y="2261376"/>
            <a:ext cx="2648293" cy="2272304"/>
            <a:chOff x="-2946786" y="4610380"/>
            <a:chExt cx="2648288" cy="2272299"/>
          </a:xfrm>
        </p:grpSpPr>
        <p:sp>
          <p:nvSpPr>
            <p:cNvPr id="1601" name="Google Shape;1601;p41"/>
            <p:cNvSpPr/>
            <p:nvPr/>
          </p:nvSpPr>
          <p:spPr>
            <a:xfrm flipH="1" rot="-387357">
              <a:off x="-2847042" y="4838776"/>
              <a:ext cx="2448800" cy="1912295"/>
            </a:xfrm>
            <a:custGeom>
              <a:rect b="b" l="l" r="r" t="t"/>
              <a:pathLst>
                <a:path extrusionOk="0" h="2556" w="3273">
                  <a:moveTo>
                    <a:pt x="228" y="0"/>
                  </a:moveTo>
                  <a:cubicBezTo>
                    <a:pt x="244" y="548"/>
                    <a:pt x="157" y="1345"/>
                    <a:pt x="0" y="2331"/>
                  </a:cubicBezTo>
                  <a:lnTo>
                    <a:pt x="3040" y="2555"/>
                  </a:lnTo>
                  <a:cubicBezTo>
                    <a:pt x="3186" y="1767"/>
                    <a:pt x="3273" y="998"/>
                    <a:pt x="3269" y="257"/>
                  </a:cubicBezTo>
                  <a:lnTo>
                    <a:pt x="3143" y="249"/>
                  </a:lnTo>
                  <a:lnTo>
                    <a:pt x="3143" y="249"/>
                  </a:lnTo>
                  <a:cubicBezTo>
                    <a:pt x="3154" y="320"/>
                    <a:pt x="3115" y="402"/>
                    <a:pt x="3020" y="402"/>
                  </a:cubicBezTo>
                  <a:cubicBezTo>
                    <a:pt x="2918" y="402"/>
                    <a:pt x="2878" y="304"/>
                    <a:pt x="2902" y="229"/>
                  </a:cubicBezTo>
                  <a:lnTo>
                    <a:pt x="2674" y="209"/>
                  </a:lnTo>
                  <a:lnTo>
                    <a:pt x="2674" y="209"/>
                  </a:lnTo>
                  <a:cubicBezTo>
                    <a:pt x="2677" y="213"/>
                    <a:pt x="2677" y="222"/>
                    <a:pt x="2677" y="229"/>
                  </a:cubicBezTo>
                  <a:lnTo>
                    <a:pt x="2677" y="237"/>
                  </a:lnTo>
                  <a:cubicBezTo>
                    <a:pt x="2677" y="261"/>
                    <a:pt x="2670" y="280"/>
                    <a:pt x="2657" y="300"/>
                  </a:cubicBezTo>
                  <a:cubicBezTo>
                    <a:pt x="2654" y="312"/>
                    <a:pt x="2646" y="320"/>
                    <a:pt x="2638" y="328"/>
                  </a:cubicBezTo>
                  <a:cubicBezTo>
                    <a:pt x="2622" y="344"/>
                    <a:pt x="2603" y="355"/>
                    <a:pt x="2583" y="364"/>
                  </a:cubicBezTo>
                  <a:lnTo>
                    <a:pt x="2547" y="367"/>
                  </a:lnTo>
                  <a:cubicBezTo>
                    <a:pt x="2528" y="367"/>
                    <a:pt x="2512" y="364"/>
                    <a:pt x="2496" y="355"/>
                  </a:cubicBezTo>
                  <a:cubicBezTo>
                    <a:pt x="2480" y="351"/>
                    <a:pt x="2468" y="340"/>
                    <a:pt x="2457" y="328"/>
                  </a:cubicBezTo>
                  <a:cubicBezTo>
                    <a:pt x="2441" y="316"/>
                    <a:pt x="2433" y="304"/>
                    <a:pt x="2428" y="288"/>
                  </a:cubicBezTo>
                  <a:cubicBezTo>
                    <a:pt x="2421" y="273"/>
                    <a:pt x="2417" y="253"/>
                    <a:pt x="2417" y="237"/>
                  </a:cubicBezTo>
                  <a:lnTo>
                    <a:pt x="2417" y="229"/>
                  </a:lnTo>
                  <a:cubicBezTo>
                    <a:pt x="2417" y="213"/>
                    <a:pt x="2421" y="202"/>
                    <a:pt x="2425" y="186"/>
                  </a:cubicBezTo>
                  <a:lnTo>
                    <a:pt x="2208" y="170"/>
                  </a:lnTo>
                  <a:lnTo>
                    <a:pt x="2208" y="170"/>
                  </a:lnTo>
                  <a:cubicBezTo>
                    <a:pt x="2228" y="245"/>
                    <a:pt x="2188" y="335"/>
                    <a:pt x="2090" y="335"/>
                  </a:cubicBezTo>
                  <a:cubicBezTo>
                    <a:pt x="1979" y="335"/>
                    <a:pt x="1940" y="225"/>
                    <a:pt x="1975" y="151"/>
                  </a:cubicBezTo>
                  <a:lnTo>
                    <a:pt x="1660" y="122"/>
                  </a:lnTo>
                  <a:lnTo>
                    <a:pt x="1660" y="122"/>
                  </a:lnTo>
                  <a:cubicBezTo>
                    <a:pt x="1684" y="198"/>
                    <a:pt x="1644" y="293"/>
                    <a:pt x="1542" y="293"/>
                  </a:cubicBezTo>
                  <a:cubicBezTo>
                    <a:pt x="1431" y="293"/>
                    <a:pt x="1396" y="182"/>
                    <a:pt x="1431" y="103"/>
                  </a:cubicBezTo>
                  <a:lnTo>
                    <a:pt x="1171" y="84"/>
                  </a:lnTo>
                  <a:lnTo>
                    <a:pt x="1171" y="84"/>
                  </a:lnTo>
                  <a:cubicBezTo>
                    <a:pt x="1183" y="155"/>
                    <a:pt x="1140" y="237"/>
                    <a:pt x="1049" y="237"/>
                  </a:cubicBezTo>
                  <a:cubicBezTo>
                    <a:pt x="946" y="237"/>
                    <a:pt x="907" y="138"/>
                    <a:pt x="930" y="60"/>
                  </a:cubicBezTo>
                  <a:lnTo>
                    <a:pt x="678" y="40"/>
                  </a:lnTo>
                  <a:cubicBezTo>
                    <a:pt x="678" y="107"/>
                    <a:pt x="635" y="170"/>
                    <a:pt x="552" y="170"/>
                  </a:cubicBezTo>
                  <a:cubicBezTo>
                    <a:pt x="461" y="170"/>
                    <a:pt x="417" y="91"/>
                    <a:pt x="430" y="20"/>
                  </a:cubicBezTo>
                  <a:lnTo>
                    <a:pt x="228" y="0"/>
                  </a:lnTo>
                  <a:close/>
                </a:path>
              </a:pathLst>
            </a:custGeom>
            <a:solidFill>
              <a:schemeClr val="accent5"/>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2" name="Google Shape;1602;p41"/>
            <p:cNvSpPr/>
            <p:nvPr/>
          </p:nvSpPr>
          <p:spPr>
            <a:xfrm flipH="1" rot="-387357">
              <a:off x="-1976603" y="4889635"/>
              <a:ext cx="280568" cy="362857"/>
            </a:xfrm>
            <a:custGeom>
              <a:rect b="b" l="l" r="r" t="t"/>
              <a:pathLst>
                <a:path extrusionOk="0" h="485" w="375">
                  <a:moveTo>
                    <a:pt x="26" y="0"/>
                  </a:moveTo>
                  <a:cubicBezTo>
                    <a:pt x="21" y="0"/>
                    <a:pt x="16" y="2"/>
                    <a:pt x="12" y="6"/>
                  </a:cubicBezTo>
                  <a:cubicBezTo>
                    <a:pt x="0" y="9"/>
                    <a:pt x="0" y="25"/>
                    <a:pt x="9" y="33"/>
                  </a:cubicBezTo>
                  <a:lnTo>
                    <a:pt x="331" y="475"/>
                  </a:lnTo>
                  <a:cubicBezTo>
                    <a:pt x="336" y="482"/>
                    <a:pt x="341" y="485"/>
                    <a:pt x="347" y="485"/>
                  </a:cubicBezTo>
                  <a:cubicBezTo>
                    <a:pt x="352" y="485"/>
                    <a:pt x="358" y="483"/>
                    <a:pt x="363" y="479"/>
                  </a:cubicBezTo>
                  <a:cubicBezTo>
                    <a:pt x="371" y="475"/>
                    <a:pt x="375" y="459"/>
                    <a:pt x="367" y="451"/>
                  </a:cubicBezTo>
                  <a:lnTo>
                    <a:pt x="40" y="9"/>
                  </a:lnTo>
                  <a:cubicBezTo>
                    <a:pt x="38" y="3"/>
                    <a:pt x="32" y="0"/>
                    <a:pt x="2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3" name="Google Shape;1603;p41"/>
            <p:cNvSpPr/>
            <p:nvPr/>
          </p:nvSpPr>
          <p:spPr>
            <a:xfrm flipH="1" rot="-387357">
              <a:off x="-2081965" y="4695134"/>
              <a:ext cx="540936" cy="458622"/>
            </a:xfrm>
            <a:custGeom>
              <a:rect b="b" l="l" r="r" t="t"/>
              <a:pathLst>
                <a:path extrusionOk="0" h="613" w="723">
                  <a:moveTo>
                    <a:pt x="311" y="0"/>
                  </a:moveTo>
                  <a:cubicBezTo>
                    <a:pt x="154" y="0"/>
                    <a:pt x="19" y="127"/>
                    <a:pt x="9" y="300"/>
                  </a:cubicBezTo>
                  <a:cubicBezTo>
                    <a:pt x="1" y="422"/>
                    <a:pt x="87" y="561"/>
                    <a:pt x="210" y="596"/>
                  </a:cubicBezTo>
                  <a:cubicBezTo>
                    <a:pt x="249" y="606"/>
                    <a:pt x="286" y="612"/>
                    <a:pt x="323" y="612"/>
                  </a:cubicBezTo>
                  <a:cubicBezTo>
                    <a:pt x="384" y="612"/>
                    <a:pt x="442" y="596"/>
                    <a:pt x="494" y="557"/>
                  </a:cubicBezTo>
                  <a:cubicBezTo>
                    <a:pt x="722" y="387"/>
                    <a:pt x="596" y="87"/>
                    <a:pt x="418" y="20"/>
                  </a:cubicBezTo>
                  <a:cubicBezTo>
                    <a:pt x="382" y="6"/>
                    <a:pt x="346" y="0"/>
                    <a:pt x="311" y="0"/>
                  </a:cubicBezTo>
                  <a:close/>
                </a:path>
              </a:pathLst>
            </a:custGeom>
            <a:solidFill>
              <a:schemeClr val="dk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4" name="Google Shape;1604;p41"/>
            <p:cNvSpPr/>
            <p:nvPr/>
          </p:nvSpPr>
          <p:spPr>
            <a:xfrm flipH="1" rot="-387357">
              <a:off x="-1987742" y="4634813"/>
              <a:ext cx="457139" cy="399517"/>
            </a:xfrm>
            <a:custGeom>
              <a:rect b="b" l="l" r="r" t="t"/>
              <a:pathLst>
                <a:path extrusionOk="0" h="534" w="611">
                  <a:moveTo>
                    <a:pt x="247" y="0"/>
                  </a:moveTo>
                  <a:cubicBezTo>
                    <a:pt x="117" y="0"/>
                    <a:pt x="10" y="106"/>
                    <a:pt x="4" y="254"/>
                  </a:cubicBezTo>
                  <a:cubicBezTo>
                    <a:pt x="1" y="360"/>
                    <a:pt x="79" y="483"/>
                    <a:pt x="181" y="518"/>
                  </a:cubicBezTo>
                  <a:cubicBezTo>
                    <a:pt x="214" y="528"/>
                    <a:pt x="246" y="534"/>
                    <a:pt x="277" y="534"/>
                  </a:cubicBezTo>
                  <a:cubicBezTo>
                    <a:pt x="328" y="534"/>
                    <a:pt x="377" y="519"/>
                    <a:pt x="422" y="487"/>
                  </a:cubicBezTo>
                  <a:cubicBezTo>
                    <a:pt x="611" y="345"/>
                    <a:pt x="497" y="81"/>
                    <a:pt x="347" y="21"/>
                  </a:cubicBezTo>
                  <a:cubicBezTo>
                    <a:pt x="313" y="7"/>
                    <a:pt x="279" y="0"/>
                    <a:pt x="247" y="0"/>
                  </a:cubicBezTo>
                  <a:close/>
                </a:path>
              </a:pathLst>
            </a:custGeom>
            <a:solidFill>
              <a:schemeClr val="dk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05" name="Google Shape;1605;p41"/>
          <p:cNvGrpSpPr/>
          <p:nvPr/>
        </p:nvGrpSpPr>
        <p:grpSpPr>
          <a:xfrm>
            <a:off x="2713727" y="4718010"/>
            <a:ext cx="1213983" cy="1130356"/>
            <a:chOff x="-1538849" y="5276824"/>
            <a:chExt cx="1138501" cy="1060073"/>
          </a:xfrm>
        </p:grpSpPr>
        <p:sp>
          <p:nvSpPr>
            <p:cNvPr id="1606" name="Google Shape;1606;p41"/>
            <p:cNvSpPr/>
            <p:nvPr/>
          </p:nvSpPr>
          <p:spPr>
            <a:xfrm>
              <a:off x="-1453388" y="5309018"/>
              <a:ext cx="1053040" cy="1027879"/>
            </a:xfrm>
            <a:custGeom>
              <a:rect b="b" l="l" r="r" t="t"/>
              <a:pathLst>
                <a:path extrusionOk="0" h="1756" w="1799">
                  <a:moveTo>
                    <a:pt x="899" y="1"/>
                  </a:moveTo>
                  <a:cubicBezTo>
                    <a:pt x="403" y="1"/>
                    <a:pt x="0" y="395"/>
                    <a:pt x="0" y="880"/>
                  </a:cubicBezTo>
                  <a:cubicBezTo>
                    <a:pt x="0" y="1365"/>
                    <a:pt x="403" y="1755"/>
                    <a:pt x="899" y="1755"/>
                  </a:cubicBezTo>
                  <a:cubicBezTo>
                    <a:pt x="1396" y="1755"/>
                    <a:pt x="1799" y="1365"/>
                    <a:pt x="1799" y="880"/>
                  </a:cubicBezTo>
                  <a:cubicBezTo>
                    <a:pt x="1799" y="395"/>
                    <a:pt x="1396" y="1"/>
                    <a:pt x="899" y="1"/>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7" name="Google Shape;1607;p41"/>
            <p:cNvSpPr/>
            <p:nvPr/>
          </p:nvSpPr>
          <p:spPr>
            <a:xfrm>
              <a:off x="-1538849" y="5276824"/>
              <a:ext cx="1053040" cy="1027879"/>
            </a:xfrm>
            <a:custGeom>
              <a:rect b="b" l="l" r="r" t="t"/>
              <a:pathLst>
                <a:path extrusionOk="0" h="1756" w="1799">
                  <a:moveTo>
                    <a:pt x="900" y="1"/>
                  </a:moveTo>
                  <a:cubicBezTo>
                    <a:pt x="403" y="1"/>
                    <a:pt x="1" y="391"/>
                    <a:pt x="1" y="876"/>
                  </a:cubicBezTo>
                  <a:cubicBezTo>
                    <a:pt x="1" y="1361"/>
                    <a:pt x="403" y="1755"/>
                    <a:pt x="900" y="1755"/>
                  </a:cubicBezTo>
                  <a:cubicBezTo>
                    <a:pt x="1397" y="1755"/>
                    <a:pt x="1799" y="1361"/>
                    <a:pt x="1799" y="876"/>
                  </a:cubicBezTo>
                  <a:cubicBezTo>
                    <a:pt x="1799" y="391"/>
                    <a:pt x="1397" y="1"/>
                    <a:pt x="900" y="1"/>
                  </a:cubicBezTo>
                  <a:close/>
                </a:path>
              </a:pathLst>
            </a:custGeom>
            <a:solidFill>
              <a:schemeClr val="accent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4600">
                  <a:solidFill>
                    <a:schemeClr val="dk1"/>
                  </a:solidFill>
                  <a:latin typeface="Ranchers"/>
                  <a:ea typeface="Ranchers"/>
                  <a:cs typeface="Ranchers"/>
                  <a:sym typeface="Ranchers"/>
                </a:rPr>
                <a:t>#1</a:t>
              </a:r>
              <a:endParaRPr>
                <a:solidFill>
                  <a:schemeClr val="dk1"/>
                </a:solidFill>
              </a:endParaRPr>
            </a:p>
          </p:txBody>
        </p:sp>
      </p:grpSp>
      <p:grpSp>
        <p:nvGrpSpPr>
          <p:cNvPr id="1608" name="Google Shape;1608;p41"/>
          <p:cNvGrpSpPr/>
          <p:nvPr/>
        </p:nvGrpSpPr>
        <p:grpSpPr>
          <a:xfrm>
            <a:off x="6416602" y="4723905"/>
            <a:ext cx="1213983" cy="1130356"/>
            <a:chOff x="-1538849" y="5276824"/>
            <a:chExt cx="1138501" cy="1060073"/>
          </a:xfrm>
        </p:grpSpPr>
        <p:sp>
          <p:nvSpPr>
            <p:cNvPr id="1609" name="Google Shape;1609;p41"/>
            <p:cNvSpPr/>
            <p:nvPr/>
          </p:nvSpPr>
          <p:spPr>
            <a:xfrm>
              <a:off x="-1453388" y="5309018"/>
              <a:ext cx="1053040" cy="1027879"/>
            </a:xfrm>
            <a:custGeom>
              <a:rect b="b" l="l" r="r" t="t"/>
              <a:pathLst>
                <a:path extrusionOk="0" h="1756" w="1799">
                  <a:moveTo>
                    <a:pt x="899" y="1"/>
                  </a:moveTo>
                  <a:cubicBezTo>
                    <a:pt x="403" y="1"/>
                    <a:pt x="0" y="395"/>
                    <a:pt x="0" y="880"/>
                  </a:cubicBezTo>
                  <a:cubicBezTo>
                    <a:pt x="0" y="1365"/>
                    <a:pt x="403" y="1755"/>
                    <a:pt x="899" y="1755"/>
                  </a:cubicBezTo>
                  <a:cubicBezTo>
                    <a:pt x="1396" y="1755"/>
                    <a:pt x="1799" y="1365"/>
                    <a:pt x="1799" y="880"/>
                  </a:cubicBezTo>
                  <a:cubicBezTo>
                    <a:pt x="1799" y="395"/>
                    <a:pt x="1396" y="1"/>
                    <a:pt x="899" y="1"/>
                  </a:cubicBezTo>
                  <a:close/>
                </a:path>
              </a:pathLst>
            </a:custGeom>
            <a:solidFill>
              <a:schemeClr val="accen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0" name="Google Shape;1610;p41"/>
            <p:cNvSpPr/>
            <p:nvPr/>
          </p:nvSpPr>
          <p:spPr>
            <a:xfrm>
              <a:off x="-1538849" y="5276824"/>
              <a:ext cx="1053040" cy="1027879"/>
            </a:xfrm>
            <a:custGeom>
              <a:rect b="b" l="l" r="r" t="t"/>
              <a:pathLst>
                <a:path extrusionOk="0" h="1756" w="1799">
                  <a:moveTo>
                    <a:pt x="900" y="1"/>
                  </a:moveTo>
                  <a:cubicBezTo>
                    <a:pt x="403" y="1"/>
                    <a:pt x="1" y="391"/>
                    <a:pt x="1" y="876"/>
                  </a:cubicBezTo>
                  <a:cubicBezTo>
                    <a:pt x="1" y="1361"/>
                    <a:pt x="403" y="1755"/>
                    <a:pt x="900" y="1755"/>
                  </a:cubicBezTo>
                  <a:cubicBezTo>
                    <a:pt x="1397" y="1755"/>
                    <a:pt x="1799" y="1361"/>
                    <a:pt x="1799" y="876"/>
                  </a:cubicBezTo>
                  <a:cubicBezTo>
                    <a:pt x="1799" y="391"/>
                    <a:pt x="1397" y="1"/>
                    <a:pt x="900" y="1"/>
                  </a:cubicBezTo>
                  <a:close/>
                </a:path>
              </a:pathLst>
            </a:cu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4600">
                  <a:solidFill>
                    <a:schemeClr val="dk1"/>
                  </a:solidFill>
                  <a:latin typeface="Ranchers"/>
                  <a:ea typeface="Ranchers"/>
                  <a:cs typeface="Ranchers"/>
                  <a:sym typeface="Ranchers"/>
                </a:rPr>
                <a:t>#4</a:t>
              </a:r>
              <a:endParaRPr>
                <a:solidFill>
                  <a:schemeClr val="dk1"/>
                </a:solidFill>
              </a:endParaRPr>
            </a:p>
          </p:txBody>
        </p:sp>
      </p:grpSp>
      <p:grpSp>
        <p:nvGrpSpPr>
          <p:cNvPr id="1611" name="Google Shape;1611;p41"/>
          <p:cNvGrpSpPr/>
          <p:nvPr/>
        </p:nvGrpSpPr>
        <p:grpSpPr>
          <a:xfrm>
            <a:off x="6416602" y="2314791"/>
            <a:ext cx="1213983" cy="1130356"/>
            <a:chOff x="-1538849" y="5276824"/>
            <a:chExt cx="1138501" cy="1060073"/>
          </a:xfrm>
        </p:grpSpPr>
        <p:sp>
          <p:nvSpPr>
            <p:cNvPr id="1612" name="Google Shape;1612;p41"/>
            <p:cNvSpPr/>
            <p:nvPr/>
          </p:nvSpPr>
          <p:spPr>
            <a:xfrm>
              <a:off x="-1453388" y="5309018"/>
              <a:ext cx="1053040" cy="1027879"/>
            </a:xfrm>
            <a:custGeom>
              <a:rect b="b" l="l" r="r" t="t"/>
              <a:pathLst>
                <a:path extrusionOk="0" h="1756" w="1799">
                  <a:moveTo>
                    <a:pt x="899" y="1"/>
                  </a:moveTo>
                  <a:cubicBezTo>
                    <a:pt x="403" y="1"/>
                    <a:pt x="0" y="395"/>
                    <a:pt x="0" y="880"/>
                  </a:cubicBezTo>
                  <a:cubicBezTo>
                    <a:pt x="0" y="1365"/>
                    <a:pt x="403" y="1755"/>
                    <a:pt x="899" y="1755"/>
                  </a:cubicBezTo>
                  <a:cubicBezTo>
                    <a:pt x="1396" y="1755"/>
                    <a:pt x="1799" y="1365"/>
                    <a:pt x="1799" y="880"/>
                  </a:cubicBezTo>
                  <a:cubicBezTo>
                    <a:pt x="1799" y="395"/>
                    <a:pt x="1396" y="1"/>
                    <a:pt x="899" y="1"/>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3" name="Google Shape;1613;p41"/>
            <p:cNvSpPr/>
            <p:nvPr/>
          </p:nvSpPr>
          <p:spPr>
            <a:xfrm>
              <a:off x="-1538849" y="5276824"/>
              <a:ext cx="1053040" cy="1027879"/>
            </a:xfrm>
            <a:custGeom>
              <a:rect b="b" l="l" r="r" t="t"/>
              <a:pathLst>
                <a:path extrusionOk="0" h="1756" w="1799">
                  <a:moveTo>
                    <a:pt x="900" y="1"/>
                  </a:moveTo>
                  <a:cubicBezTo>
                    <a:pt x="403" y="1"/>
                    <a:pt x="1" y="391"/>
                    <a:pt x="1" y="876"/>
                  </a:cubicBezTo>
                  <a:cubicBezTo>
                    <a:pt x="1" y="1361"/>
                    <a:pt x="403" y="1755"/>
                    <a:pt x="900" y="1755"/>
                  </a:cubicBezTo>
                  <a:cubicBezTo>
                    <a:pt x="1397" y="1755"/>
                    <a:pt x="1799" y="1361"/>
                    <a:pt x="1799" y="876"/>
                  </a:cubicBezTo>
                  <a:cubicBezTo>
                    <a:pt x="1799" y="391"/>
                    <a:pt x="1397" y="1"/>
                    <a:pt x="900" y="1"/>
                  </a:cubicBezTo>
                  <a:close/>
                </a:path>
              </a:pathLst>
            </a:custGeom>
            <a:solidFill>
              <a:schemeClr val="accent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4600">
                  <a:solidFill>
                    <a:schemeClr val="dk1"/>
                  </a:solidFill>
                  <a:latin typeface="Ranchers"/>
                  <a:ea typeface="Ranchers"/>
                  <a:cs typeface="Ranchers"/>
                  <a:sym typeface="Ranchers"/>
                </a:rPr>
                <a:t>#3</a:t>
              </a:r>
              <a:endParaRPr>
                <a:solidFill>
                  <a:schemeClr val="dk1"/>
                </a:solidFill>
              </a:endParaRPr>
            </a:p>
          </p:txBody>
        </p:sp>
      </p:grpSp>
      <p:grpSp>
        <p:nvGrpSpPr>
          <p:cNvPr id="1614" name="Google Shape;1614;p41"/>
          <p:cNvGrpSpPr/>
          <p:nvPr/>
        </p:nvGrpSpPr>
        <p:grpSpPr>
          <a:xfrm>
            <a:off x="2710314" y="7110442"/>
            <a:ext cx="1213983" cy="1130356"/>
            <a:chOff x="-1538849" y="5276824"/>
            <a:chExt cx="1138501" cy="1060073"/>
          </a:xfrm>
        </p:grpSpPr>
        <p:sp>
          <p:nvSpPr>
            <p:cNvPr id="1615" name="Google Shape;1615;p41"/>
            <p:cNvSpPr/>
            <p:nvPr/>
          </p:nvSpPr>
          <p:spPr>
            <a:xfrm>
              <a:off x="-1453388" y="5309018"/>
              <a:ext cx="1053040" cy="1027879"/>
            </a:xfrm>
            <a:custGeom>
              <a:rect b="b" l="l" r="r" t="t"/>
              <a:pathLst>
                <a:path extrusionOk="0" h="1756" w="1799">
                  <a:moveTo>
                    <a:pt x="899" y="1"/>
                  </a:moveTo>
                  <a:cubicBezTo>
                    <a:pt x="403" y="1"/>
                    <a:pt x="0" y="395"/>
                    <a:pt x="0" y="880"/>
                  </a:cubicBezTo>
                  <a:cubicBezTo>
                    <a:pt x="0" y="1365"/>
                    <a:pt x="403" y="1755"/>
                    <a:pt x="899" y="1755"/>
                  </a:cubicBezTo>
                  <a:cubicBezTo>
                    <a:pt x="1396" y="1755"/>
                    <a:pt x="1799" y="1365"/>
                    <a:pt x="1799" y="880"/>
                  </a:cubicBezTo>
                  <a:cubicBezTo>
                    <a:pt x="1799" y="395"/>
                    <a:pt x="1396" y="1"/>
                    <a:pt x="899" y="1"/>
                  </a:cubicBezTo>
                  <a:close/>
                </a:path>
              </a:pathLst>
            </a:custGeom>
            <a:solidFill>
              <a:schemeClr val="accen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6" name="Google Shape;1616;p41"/>
            <p:cNvSpPr/>
            <p:nvPr/>
          </p:nvSpPr>
          <p:spPr>
            <a:xfrm>
              <a:off x="-1538849" y="5276824"/>
              <a:ext cx="1053040" cy="1027879"/>
            </a:xfrm>
            <a:custGeom>
              <a:rect b="b" l="l" r="r" t="t"/>
              <a:pathLst>
                <a:path extrusionOk="0" h="1756" w="1799">
                  <a:moveTo>
                    <a:pt x="900" y="1"/>
                  </a:moveTo>
                  <a:cubicBezTo>
                    <a:pt x="403" y="1"/>
                    <a:pt x="1" y="391"/>
                    <a:pt x="1" y="876"/>
                  </a:cubicBezTo>
                  <a:cubicBezTo>
                    <a:pt x="1" y="1361"/>
                    <a:pt x="403" y="1755"/>
                    <a:pt x="900" y="1755"/>
                  </a:cubicBezTo>
                  <a:cubicBezTo>
                    <a:pt x="1397" y="1755"/>
                    <a:pt x="1799" y="1361"/>
                    <a:pt x="1799" y="876"/>
                  </a:cubicBezTo>
                  <a:cubicBezTo>
                    <a:pt x="1799" y="391"/>
                    <a:pt x="1397" y="1"/>
                    <a:pt x="900" y="1"/>
                  </a:cubicBezTo>
                  <a:close/>
                </a:path>
              </a:pathLst>
            </a:cu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4600">
                  <a:solidFill>
                    <a:schemeClr val="dk1"/>
                  </a:solidFill>
                  <a:latin typeface="Ranchers"/>
                  <a:ea typeface="Ranchers"/>
                  <a:cs typeface="Ranchers"/>
                  <a:sym typeface="Ranchers"/>
                </a:rPr>
                <a:t>#2</a:t>
              </a:r>
              <a:endParaRPr>
                <a:solidFill>
                  <a:schemeClr val="dk1"/>
                </a:solidFill>
              </a:endParaRPr>
            </a:p>
          </p:txBody>
        </p:sp>
      </p:grpSp>
      <p:grpSp>
        <p:nvGrpSpPr>
          <p:cNvPr id="1617" name="Google Shape;1617;p41"/>
          <p:cNvGrpSpPr/>
          <p:nvPr/>
        </p:nvGrpSpPr>
        <p:grpSpPr>
          <a:xfrm>
            <a:off x="6413189" y="7110717"/>
            <a:ext cx="1213983" cy="1130356"/>
            <a:chOff x="-1538849" y="5276824"/>
            <a:chExt cx="1138501" cy="1060073"/>
          </a:xfrm>
        </p:grpSpPr>
        <p:sp>
          <p:nvSpPr>
            <p:cNvPr id="1618" name="Google Shape;1618;p41"/>
            <p:cNvSpPr/>
            <p:nvPr/>
          </p:nvSpPr>
          <p:spPr>
            <a:xfrm>
              <a:off x="-1453388" y="5309018"/>
              <a:ext cx="1053040" cy="1027879"/>
            </a:xfrm>
            <a:custGeom>
              <a:rect b="b" l="l" r="r" t="t"/>
              <a:pathLst>
                <a:path extrusionOk="0" h="1756" w="1799">
                  <a:moveTo>
                    <a:pt x="899" y="1"/>
                  </a:moveTo>
                  <a:cubicBezTo>
                    <a:pt x="403" y="1"/>
                    <a:pt x="0" y="395"/>
                    <a:pt x="0" y="880"/>
                  </a:cubicBezTo>
                  <a:cubicBezTo>
                    <a:pt x="0" y="1365"/>
                    <a:pt x="403" y="1755"/>
                    <a:pt x="899" y="1755"/>
                  </a:cubicBezTo>
                  <a:cubicBezTo>
                    <a:pt x="1396" y="1755"/>
                    <a:pt x="1799" y="1365"/>
                    <a:pt x="1799" y="880"/>
                  </a:cubicBezTo>
                  <a:cubicBezTo>
                    <a:pt x="1799" y="395"/>
                    <a:pt x="1396" y="1"/>
                    <a:pt x="899" y="1"/>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9" name="Google Shape;1619;p41"/>
            <p:cNvSpPr/>
            <p:nvPr/>
          </p:nvSpPr>
          <p:spPr>
            <a:xfrm>
              <a:off x="-1538849" y="5276824"/>
              <a:ext cx="1053040" cy="1027879"/>
            </a:xfrm>
            <a:custGeom>
              <a:rect b="b" l="l" r="r" t="t"/>
              <a:pathLst>
                <a:path extrusionOk="0" h="1756" w="1799">
                  <a:moveTo>
                    <a:pt x="900" y="1"/>
                  </a:moveTo>
                  <a:cubicBezTo>
                    <a:pt x="403" y="1"/>
                    <a:pt x="1" y="391"/>
                    <a:pt x="1" y="876"/>
                  </a:cubicBezTo>
                  <a:cubicBezTo>
                    <a:pt x="1" y="1361"/>
                    <a:pt x="403" y="1755"/>
                    <a:pt x="900" y="1755"/>
                  </a:cubicBezTo>
                  <a:cubicBezTo>
                    <a:pt x="1397" y="1755"/>
                    <a:pt x="1799" y="1361"/>
                    <a:pt x="1799" y="876"/>
                  </a:cubicBezTo>
                  <a:cubicBezTo>
                    <a:pt x="1799" y="391"/>
                    <a:pt x="1397" y="1"/>
                    <a:pt x="900" y="1"/>
                  </a:cubicBezTo>
                  <a:close/>
                </a:path>
              </a:pathLst>
            </a:custGeom>
            <a:solidFill>
              <a:schemeClr val="accent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4600">
                  <a:solidFill>
                    <a:schemeClr val="dk1"/>
                  </a:solidFill>
                  <a:latin typeface="Ranchers"/>
                  <a:ea typeface="Ranchers"/>
                  <a:cs typeface="Ranchers"/>
                  <a:sym typeface="Ranchers"/>
                </a:rPr>
                <a:t>#5</a:t>
              </a:r>
              <a:endParaRPr>
                <a:solidFill>
                  <a:schemeClr val="dk1"/>
                </a:solidFill>
              </a:endParaRPr>
            </a:p>
          </p:txBody>
        </p:sp>
      </p:grpSp>
      <p:sp>
        <p:nvSpPr>
          <p:cNvPr id="1620" name="Google Shape;1620;p41"/>
          <p:cNvSpPr txBox="1"/>
          <p:nvPr>
            <p:ph type="title"/>
          </p:nvPr>
        </p:nvSpPr>
        <p:spPr>
          <a:xfrm>
            <a:off x="914400" y="888750"/>
            <a:ext cx="8458200" cy="956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Reasons</a:t>
            </a:r>
            <a:endParaRPr/>
          </a:p>
        </p:txBody>
      </p:sp>
      <p:sp>
        <p:nvSpPr>
          <p:cNvPr id="1621" name="Google Shape;1621;p41"/>
          <p:cNvSpPr/>
          <p:nvPr/>
        </p:nvSpPr>
        <p:spPr>
          <a:xfrm flipH="1">
            <a:off x="8444811" y="5021088"/>
            <a:ext cx="233400" cy="233400"/>
          </a:xfrm>
          <a:prstGeom prst="ellipse">
            <a:avLst/>
          </a:pr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2" name="Google Shape;1622;p41"/>
          <p:cNvSpPr/>
          <p:nvPr/>
        </p:nvSpPr>
        <p:spPr>
          <a:xfrm flipH="1">
            <a:off x="1509861" y="3627700"/>
            <a:ext cx="233400" cy="233400"/>
          </a:xfrm>
          <a:prstGeom prst="ellipse">
            <a:avLst/>
          </a:pr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3" name="Google Shape;1623;p41"/>
          <p:cNvSpPr/>
          <p:nvPr/>
        </p:nvSpPr>
        <p:spPr>
          <a:xfrm flipH="1" rot="10800000">
            <a:off x="4618563" y="2314811"/>
            <a:ext cx="517525" cy="1590375"/>
          </a:xfrm>
          <a:custGeom>
            <a:rect b="b" l="l" r="r" t="t"/>
            <a:pathLst>
              <a:path extrusionOk="0" h="63615" w="20701">
                <a:moveTo>
                  <a:pt x="20701" y="0"/>
                </a:moveTo>
                <a:cubicBezTo>
                  <a:pt x="12419" y="20704"/>
                  <a:pt x="5408" y="41981"/>
                  <a:pt x="0" y="63615"/>
                </a:cubicBezTo>
              </a:path>
            </a:pathLst>
          </a:custGeom>
          <a:noFill/>
          <a:ln cap="flat" cmpd="sng" w="28575">
            <a:solidFill>
              <a:schemeClr val="dk1"/>
            </a:solidFill>
            <a:prstDash val="solid"/>
            <a:round/>
            <a:headEnd len="med" w="med" type="none"/>
            <a:tailEnd len="med" w="med" type="none"/>
          </a:ln>
        </p:spPr>
      </p:sp>
      <p:sp>
        <p:nvSpPr>
          <p:cNvPr id="1624" name="Google Shape;1624;p41"/>
          <p:cNvSpPr/>
          <p:nvPr/>
        </p:nvSpPr>
        <p:spPr>
          <a:xfrm flipH="1" rot="10800000">
            <a:off x="4820538" y="2453661"/>
            <a:ext cx="239800" cy="833050"/>
          </a:xfrm>
          <a:custGeom>
            <a:rect b="b" l="l" r="r" t="t"/>
            <a:pathLst>
              <a:path extrusionOk="0" h="33322" w="9592">
                <a:moveTo>
                  <a:pt x="9592" y="0"/>
                </a:moveTo>
                <a:cubicBezTo>
                  <a:pt x="6193" y="11047"/>
                  <a:pt x="1897" y="21920"/>
                  <a:pt x="0" y="33322"/>
                </a:cubicBezTo>
              </a:path>
            </a:pathLst>
          </a:custGeom>
          <a:noFill/>
          <a:ln cap="flat" cmpd="sng" w="28575">
            <a:solidFill>
              <a:schemeClr val="dk1"/>
            </a:solidFill>
            <a:prstDash val="solid"/>
            <a:round/>
            <a:headEnd len="med" w="med" type="none"/>
            <a:tailEnd len="med" w="med" type="none"/>
          </a:ln>
        </p:spPr>
      </p:sp>
      <p:sp>
        <p:nvSpPr>
          <p:cNvPr id="1625" name="Google Shape;1625;p41"/>
          <p:cNvSpPr/>
          <p:nvPr/>
        </p:nvSpPr>
        <p:spPr>
          <a:xfrm flipH="1" rot="-7246565">
            <a:off x="1030210" y="4640540"/>
            <a:ext cx="517541" cy="1590424"/>
          </a:xfrm>
          <a:custGeom>
            <a:rect b="b" l="l" r="r" t="t"/>
            <a:pathLst>
              <a:path extrusionOk="0" h="63615" w="20701">
                <a:moveTo>
                  <a:pt x="20701" y="0"/>
                </a:moveTo>
                <a:cubicBezTo>
                  <a:pt x="12419" y="20704"/>
                  <a:pt x="5408" y="41981"/>
                  <a:pt x="0" y="63615"/>
                </a:cubicBezTo>
              </a:path>
            </a:pathLst>
          </a:custGeom>
          <a:noFill/>
          <a:ln cap="flat" cmpd="sng" w="28575">
            <a:solidFill>
              <a:schemeClr val="dk1"/>
            </a:solidFill>
            <a:prstDash val="solid"/>
            <a:round/>
            <a:headEnd len="med" w="med" type="none"/>
            <a:tailEnd len="med" w="med" type="none"/>
          </a:ln>
        </p:spPr>
      </p:sp>
      <p:sp>
        <p:nvSpPr>
          <p:cNvPr id="1626" name="Google Shape;1626;p41"/>
          <p:cNvSpPr/>
          <p:nvPr/>
        </p:nvSpPr>
        <p:spPr>
          <a:xfrm flipH="1" rot="-7246565">
            <a:off x="1407395" y="4950716"/>
            <a:ext cx="239807" cy="833076"/>
          </a:xfrm>
          <a:custGeom>
            <a:rect b="b" l="l" r="r" t="t"/>
            <a:pathLst>
              <a:path extrusionOk="0" h="33322" w="9592">
                <a:moveTo>
                  <a:pt x="9592" y="0"/>
                </a:moveTo>
                <a:cubicBezTo>
                  <a:pt x="6193" y="11047"/>
                  <a:pt x="1897" y="21920"/>
                  <a:pt x="0" y="33322"/>
                </a:cubicBezTo>
              </a:path>
            </a:pathLst>
          </a:custGeom>
          <a:noFill/>
          <a:ln cap="flat" cmpd="sng" w="28575">
            <a:solidFill>
              <a:schemeClr val="dk1"/>
            </a:solidFill>
            <a:prstDash val="solid"/>
            <a:round/>
            <a:headEnd len="med" w="med" type="none"/>
            <a:tailEnd len="med" w="med" type="none"/>
          </a:ln>
        </p:spPr>
      </p:sp>
      <p:sp>
        <p:nvSpPr>
          <p:cNvPr id="1627" name="Google Shape;1627;p41"/>
          <p:cNvSpPr txBox="1"/>
          <p:nvPr/>
        </p:nvSpPr>
        <p:spPr>
          <a:xfrm>
            <a:off x="2524425" y="9677250"/>
            <a:ext cx="5238300" cy="332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sz="1700">
                <a:solidFill>
                  <a:schemeClr val="dk1"/>
                </a:solidFill>
                <a:latin typeface="Grandstander"/>
                <a:ea typeface="Grandstander"/>
                <a:cs typeface="Grandstander"/>
                <a:sym typeface="Grandstander"/>
              </a:rPr>
              <a:t>This template has been created by </a:t>
            </a:r>
            <a:r>
              <a:rPr b="1" lang="en" sz="1700">
                <a:solidFill>
                  <a:schemeClr val="dk1"/>
                </a:solidFill>
                <a:uFill>
                  <a:noFill/>
                </a:uFill>
                <a:latin typeface="Grandstander"/>
                <a:ea typeface="Grandstander"/>
                <a:cs typeface="Grandstander"/>
                <a:sym typeface="Grandstander"/>
                <a:hlinkClick r:id="rId3">
                  <a:extLst>
                    <a:ext uri="{A12FA001-AC4F-418D-AE19-62706E023703}">
                      <ahyp:hlinkClr val="tx"/>
                    </a:ext>
                  </a:extLst>
                </a:hlinkClick>
              </a:rPr>
              <a:t>Slidesgo</a:t>
            </a:r>
            <a:endParaRPr sz="1700">
              <a:solidFill>
                <a:schemeClr val="dk1"/>
              </a:solidFill>
              <a:latin typeface="Grandstander"/>
              <a:ea typeface="Grandstander"/>
              <a:cs typeface="Grandstander"/>
              <a:sym typeface="Grandstander"/>
            </a:endParaRPr>
          </a:p>
        </p:txBody>
      </p:sp>
      <p:sp>
        <p:nvSpPr>
          <p:cNvPr id="1628" name="Google Shape;1628;p41"/>
          <p:cNvSpPr txBox="1"/>
          <p:nvPr/>
        </p:nvSpPr>
        <p:spPr>
          <a:xfrm>
            <a:off x="2005075" y="2922125"/>
            <a:ext cx="2707800" cy="1062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6400">
                <a:solidFill>
                  <a:schemeClr val="dk1"/>
                </a:solidFill>
                <a:latin typeface="Ranchers"/>
                <a:ea typeface="Ranchers"/>
                <a:cs typeface="Ranchers"/>
                <a:sym typeface="Ranchers"/>
              </a:rPr>
              <a:t>?</a:t>
            </a:r>
            <a:endParaRPr sz="6400">
              <a:solidFill>
                <a:schemeClr val="dk1"/>
              </a:solidFill>
              <a:latin typeface="Ranchers"/>
              <a:ea typeface="Ranchers"/>
              <a:cs typeface="Ranchers"/>
              <a:sym typeface="Ranchers"/>
            </a:endParaRPr>
          </a:p>
        </p:txBody>
      </p:sp>
      <p:sp>
        <p:nvSpPr>
          <p:cNvPr id="1629" name="Google Shape;1629;p41"/>
          <p:cNvSpPr txBox="1"/>
          <p:nvPr>
            <p:ph idx="1" type="subTitle"/>
          </p:nvPr>
        </p:nvSpPr>
        <p:spPr>
          <a:xfrm>
            <a:off x="1615625" y="5972600"/>
            <a:ext cx="3359700" cy="827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Insert text</a:t>
            </a:r>
            <a:endParaRPr/>
          </a:p>
        </p:txBody>
      </p:sp>
      <p:sp>
        <p:nvSpPr>
          <p:cNvPr id="1630" name="Google Shape;1630;p41"/>
          <p:cNvSpPr txBox="1"/>
          <p:nvPr>
            <p:ph idx="2" type="subTitle"/>
          </p:nvPr>
        </p:nvSpPr>
        <p:spPr>
          <a:xfrm>
            <a:off x="5318500" y="5977860"/>
            <a:ext cx="3359700" cy="827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Insert text</a:t>
            </a:r>
            <a:endParaRPr/>
          </a:p>
        </p:txBody>
      </p:sp>
      <p:sp>
        <p:nvSpPr>
          <p:cNvPr id="1631" name="Google Shape;1631;p41"/>
          <p:cNvSpPr txBox="1"/>
          <p:nvPr>
            <p:ph idx="3" type="subTitle"/>
          </p:nvPr>
        </p:nvSpPr>
        <p:spPr>
          <a:xfrm>
            <a:off x="1615625" y="8365025"/>
            <a:ext cx="3359700" cy="8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Insert text</a:t>
            </a:r>
            <a:endParaRPr/>
          </a:p>
        </p:txBody>
      </p:sp>
      <p:sp>
        <p:nvSpPr>
          <p:cNvPr id="1632" name="Google Shape;1632;p41"/>
          <p:cNvSpPr txBox="1"/>
          <p:nvPr>
            <p:ph idx="4" type="subTitle"/>
          </p:nvPr>
        </p:nvSpPr>
        <p:spPr>
          <a:xfrm>
            <a:off x="5318501" y="8365026"/>
            <a:ext cx="3359700" cy="870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Insert text</a:t>
            </a:r>
            <a:endParaRPr/>
          </a:p>
        </p:txBody>
      </p:sp>
      <p:sp>
        <p:nvSpPr>
          <p:cNvPr id="1633" name="Google Shape;1633;p41"/>
          <p:cNvSpPr txBox="1"/>
          <p:nvPr>
            <p:ph idx="5" type="subTitle"/>
          </p:nvPr>
        </p:nvSpPr>
        <p:spPr>
          <a:xfrm>
            <a:off x="5318500" y="3569102"/>
            <a:ext cx="3359700" cy="833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Insert text</a:t>
            </a:r>
            <a:endParaRPr/>
          </a:p>
        </p:txBody>
      </p:sp>
      <p:sp>
        <p:nvSpPr>
          <p:cNvPr id="1634" name="Google Shape;1634;p41"/>
          <p:cNvSpPr txBox="1"/>
          <p:nvPr/>
        </p:nvSpPr>
        <p:spPr>
          <a:xfrm>
            <a:off x="10342325" y="2060150"/>
            <a:ext cx="3484200" cy="4120500"/>
          </a:xfrm>
          <a:prstGeom prst="rect">
            <a:avLst/>
          </a:prstGeom>
          <a:solidFill>
            <a:srgbClr val="00C5FF">
              <a:alpha val="51270"/>
            </a:srgbClr>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Grandstander"/>
                <a:ea typeface="Grandstander"/>
                <a:cs typeface="Grandstander"/>
                <a:sym typeface="Grandstander"/>
              </a:rPr>
              <a:t>Instructions</a:t>
            </a:r>
            <a:endParaRPr>
              <a:latin typeface="Grandstander"/>
              <a:ea typeface="Grandstander"/>
              <a:cs typeface="Grandstander"/>
              <a:sym typeface="Grandstander"/>
            </a:endParaRPr>
          </a:p>
          <a:p>
            <a:pPr indent="0" lvl="0" marL="0" rtl="0" algn="l">
              <a:spcBef>
                <a:spcPts val="0"/>
              </a:spcBef>
              <a:spcAft>
                <a:spcPts val="0"/>
              </a:spcAft>
              <a:buNone/>
            </a:pPr>
            <a:r>
              <a:t/>
            </a:r>
            <a:endParaRPr>
              <a:latin typeface="Grandstander"/>
              <a:ea typeface="Grandstander"/>
              <a:cs typeface="Grandstander"/>
              <a:sym typeface="Grandstander"/>
            </a:endParaRPr>
          </a:p>
          <a:p>
            <a:pPr indent="-317500" lvl="0" marL="457200" rtl="0" algn="l">
              <a:spcBef>
                <a:spcPts val="0"/>
              </a:spcBef>
              <a:spcAft>
                <a:spcPts val="0"/>
              </a:spcAft>
              <a:buSzPts val="1400"/>
              <a:buFont typeface="Grandstander"/>
              <a:buChar char="●"/>
            </a:pPr>
            <a:r>
              <a:rPr lang="en">
                <a:latin typeface="Grandstander"/>
                <a:ea typeface="Grandstander"/>
                <a:cs typeface="Grandstander"/>
                <a:sym typeface="Grandstander"/>
              </a:rPr>
              <a:t>List some of the reasons you think it happened</a:t>
            </a:r>
            <a:endParaRPr>
              <a:latin typeface="Grandstander"/>
              <a:ea typeface="Grandstander"/>
              <a:cs typeface="Grandstander"/>
              <a:sym typeface="Grandstander"/>
            </a:endParaRPr>
          </a:p>
          <a:p>
            <a:pPr indent="-317500" lvl="0" marL="457200" rtl="0" algn="l">
              <a:spcBef>
                <a:spcPts val="0"/>
              </a:spcBef>
              <a:spcAft>
                <a:spcPts val="0"/>
              </a:spcAft>
              <a:buSzPts val="1400"/>
              <a:buFont typeface="Grandstander"/>
              <a:buChar char="●"/>
            </a:pPr>
            <a:r>
              <a:rPr lang="en">
                <a:latin typeface="Grandstander"/>
                <a:ea typeface="Grandstander"/>
                <a:cs typeface="Grandstander"/>
                <a:sym typeface="Grandstander"/>
              </a:rPr>
              <a:t>Optionally, replace the other images</a:t>
            </a:r>
            <a:endParaRPr>
              <a:latin typeface="Grandstander"/>
              <a:ea typeface="Grandstander"/>
              <a:cs typeface="Grandstander"/>
              <a:sym typeface="Grandstande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38" name="Shape 1638"/>
        <p:cNvGrpSpPr/>
        <p:nvPr/>
      </p:nvGrpSpPr>
      <p:grpSpPr>
        <a:xfrm>
          <a:off x="0" y="0"/>
          <a:ext cx="0" cy="0"/>
          <a:chOff x="0" y="0"/>
          <a:chExt cx="0" cy="0"/>
        </a:xfrm>
      </p:grpSpPr>
      <p:sp>
        <p:nvSpPr>
          <p:cNvPr id="1639" name="Google Shape;1639;p42"/>
          <p:cNvSpPr/>
          <p:nvPr/>
        </p:nvSpPr>
        <p:spPr>
          <a:xfrm>
            <a:off x="979230" y="249525"/>
            <a:ext cx="5238296" cy="2330598"/>
          </a:xfrm>
          <a:custGeom>
            <a:rect b="b" l="l" r="r" t="t"/>
            <a:pathLst>
              <a:path extrusionOk="0" h="2109" w="3526">
                <a:moveTo>
                  <a:pt x="2176" y="1"/>
                </a:moveTo>
                <a:cubicBezTo>
                  <a:pt x="2054" y="1"/>
                  <a:pt x="1930" y="36"/>
                  <a:pt x="1829" y="104"/>
                </a:cubicBezTo>
                <a:cubicBezTo>
                  <a:pt x="1601" y="258"/>
                  <a:pt x="1478" y="534"/>
                  <a:pt x="1440" y="806"/>
                </a:cubicBezTo>
                <a:cubicBezTo>
                  <a:pt x="1349" y="640"/>
                  <a:pt x="1247" y="479"/>
                  <a:pt x="1100" y="365"/>
                </a:cubicBezTo>
                <a:cubicBezTo>
                  <a:pt x="989" y="272"/>
                  <a:pt x="845" y="211"/>
                  <a:pt x="701" y="211"/>
                </a:cubicBezTo>
                <a:cubicBezTo>
                  <a:pt x="660" y="211"/>
                  <a:pt x="619" y="216"/>
                  <a:pt x="579" y="226"/>
                </a:cubicBezTo>
                <a:cubicBezTo>
                  <a:pt x="402" y="277"/>
                  <a:pt x="272" y="435"/>
                  <a:pt x="189" y="605"/>
                </a:cubicBezTo>
                <a:cubicBezTo>
                  <a:pt x="16" y="967"/>
                  <a:pt x="1" y="1813"/>
                  <a:pt x="583" y="1813"/>
                </a:cubicBezTo>
                <a:cubicBezTo>
                  <a:pt x="597" y="1813"/>
                  <a:pt x="612" y="1813"/>
                  <a:pt x="627" y="1811"/>
                </a:cubicBezTo>
                <a:cubicBezTo>
                  <a:pt x="824" y="1799"/>
                  <a:pt x="1001" y="1634"/>
                  <a:pt x="1029" y="1437"/>
                </a:cubicBezTo>
                <a:lnTo>
                  <a:pt x="1029" y="1437"/>
                </a:lnTo>
                <a:cubicBezTo>
                  <a:pt x="998" y="1733"/>
                  <a:pt x="1203" y="2052"/>
                  <a:pt x="1494" y="2103"/>
                </a:cubicBezTo>
                <a:cubicBezTo>
                  <a:pt x="1517" y="2107"/>
                  <a:pt x="1539" y="2108"/>
                  <a:pt x="1561" y="2108"/>
                </a:cubicBezTo>
                <a:cubicBezTo>
                  <a:pt x="1836" y="2108"/>
                  <a:pt x="2101" y="1848"/>
                  <a:pt x="2046" y="1579"/>
                </a:cubicBezTo>
                <a:lnTo>
                  <a:pt x="2046" y="1579"/>
                </a:lnTo>
                <a:cubicBezTo>
                  <a:pt x="2126" y="1768"/>
                  <a:pt x="2326" y="1886"/>
                  <a:pt x="2528" y="1906"/>
                </a:cubicBezTo>
                <a:cubicBezTo>
                  <a:pt x="2546" y="1908"/>
                  <a:pt x="2563" y="1908"/>
                  <a:pt x="2581" y="1908"/>
                </a:cubicBezTo>
                <a:cubicBezTo>
                  <a:pt x="2768" y="1908"/>
                  <a:pt x="2952" y="1833"/>
                  <a:pt x="3103" y="1728"/>
                </a:cubicBezTo>
                <a:cubicBezTo>
                  <a:pt x="3289" y="1599"/>
                  <a:pt x="3442" y="1413"/>
                  <a:pt x="3486" y="1193"/>
                </a:cubicBezTo>
                <a:cubicBezTo>
                  <a:pt x="3525" y="971"/>
                  <a:pt x="3434" y="719"/>
                  <a:pt x="3238" y="612"/>
                </a:cubicBezTo>
                <a:cubicBezTo>
                  <a:pt x="3182" y="584"/>
                  <a:pt x="3120" y="570"/>
                  <a:pt x="3057" y="570"/>
                </a:cubicBezTo>
                <a:cubicBezTo>
                  <a:pt x="2895" y="570"/>
                  <a:pt x="2731" y="661"/>
                  <a:pt x="2685" y="814"/>
                </a:cubicBezTo>
                <a:cubicBezTo>
                  <a:pt x="2701" y="597"/>
                  <a:pt x="2713" y="352"/>
                  <a:pt x="2575" y="179"/>
                </a:cubicBezTo>
                <a:cubicBezTo>
                  <a:pt x="2480" y="58"/>
                  <a:pt x="2330" y="1"/>
                  <a:pt x="2176" y="1"/>
                </a:cubicBezTo>
                <a:close/>
              </a:path>
            </a:pathLst>
          </a:cu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0" name="Google Shape;1640;p42"/>
          <p:cNvSpPr/>
          <p:nvPr/>
        </p:nvSpPr>
        <p:spPr>
          <a:xfrm>
            <a:off x="4546805" y="201650"/>
            <a:ext cx="5238296" cy="2330598"/>
          </a:xfrm>
          <a:custGeom>
            <a:rect b="b" l="l" r="r" t="t"/>
            <a:pathLst>
              <a:path extrusionOk="0" h="2109" w="3526">
                <a:moveTo>
                  <a:pt x="2176" y="1"/>
                </a:moveTo>
                <a:cubicBezTo>
                  <a:pt x="2054" y="1"/>
                  <a:pt x="1930" y="36"/>
                  <a:pt x="1829" y="104"/>
                </a:cubicBezTo>
                <a:cubicBezTo>
                  <a:pt x="1601" y="258"/>
                  <a:pt x="1478" y="534"/>
                  <a:pt x="1440" y="806"/>
                </a:cubicBezTo>
                <a:cubicBezTo>
                  <a:pt x="1349" y="640"/>
                  <a:pt x="1247" y="479"/>
                  <a:pt x="1100" y="365"/>
                </a:cubicBezTo>
                <a:cubicBezTo>
                  <a:pt x="989" y="272"/>
                  <a:pt x="845" y="211"/>
                  <a:pt x="701" y="211"/>
                </a:cubicBezTo>
                <a:cubicBezTo>
                  <a:pt x="660" y="211"/>
                  <a:pt x="619" y="216"/>
                  <a:pt x="579" y="226"/>
                </a:cubicBezTo>
                <a:cubicBezTo>
                  <a:pt x="402" y="277"/>
                  <a:pt x="272" y="435"/>
                  <a:pt x="189" y="605"/>
                </a:cubicBezTo>
                <a:cubicBezTo>
                  <a:pt x="16" y="967"/>
                  <a:pt x="1" y="1813"/>
                  <a:pt x="583" y="1813"/>
                </a:cubicBezTo>
                <a:cubicBezTo>
                  <a:pt x="597" y="1813"/>
                  <a:pt x="612" y="1813"/>
                  <a:pt x="627" y="1811"/>
                </a:cubicBezTo>
                <a:cubicBezTo>
                  <a:pt x="824" y="1799"/>
                  <a:pt x="1001" y="1634"/>
                  <a:pt x="1029" y="1437"/>
                </a:cubicBezTo>
                <a:lnTo>
                  <a:pt x="1029" y="1437"/>
                </a:lnTo>
                <a:cubicBezTo>
                  <a:pt x="998" y="1733"/>
                  <a:pt x="1203" y="2052"/>
                  <a:pt x="1494" y="2103"/>
                </a:cubicBezTo>
                <a:cubicBezTo>
                  <a:pt x="1517" y="2107"/>
                  <a:pt x="1539" y="2108"/>
                  <a:pt x="1561" y="2108"/>
                </a:cubicBezTo>
                <a:cubicBezTo>
                  <a:pt x="1836" y="2108"/>
                  <a:pt x="2101" y="1848"/>
                  <a:pt x="2046" y="1579"/>
                </a:cubicBezTo>
                <a:lnTo>
                  <a:pt x="2046" y="1579"/>
                </a:lnTo>
                <a:cubicBezTo>
                  <a:pt x="2126" y="1768"/>
                  <a:pt x="2326" y="1886"/>
                  <a:pt x="2528" y="1906"/>
                </a:cubicBezTo>
                <a:cubicBezTo>
                  <a:pt x="2546" y="1908"/>
                  <a:pt x="2563" y="1908"/>
                  <a:pt x="2581" y="1908"/>
                </a:cubicBezTo>
                <a:cubicBezTo>
                  <a:pt x="2768" y="1908"/>
                  <a:pt x="2952" y="1833"/>
                  <a:pt x="3103" y="1728"/>
                </a:cubicBezTo>
                <a:cubicBezTo>
                  <a:pt x="3289" y="1599"/>
                  <a:pt x="3442" y="1413"/>
                  <a:pt x="3486" y="1193"/>
                </a:cubicBezTo>
                <a:cubicBezTo>
                  <a:pt x="3525" y="971"/>
                  <a:pt x="3434" y="719"/>
                  <a:pt x="3238" y="612"/>
                </a:cubicBezTo>
                <a:cubicBezTo>
                  <a:pt x="3182" y="584"/>
                  <a:pt x="3120" y="570"/>
                  <a:pt x="3057" y="570"/>
                </a:cubicBezTo>
                <a:cubicBezTo>
                  <a:pt x="2895" y="570"/>
                  <a:pt x="2731" y="661"/>
                  <a:pt x="2685" y="814"/>
                </a:cubicBezTo>
                <a:cubicBezTo>
                  <a:pt x="2701" y="597"/>
                  <a:pt x="2713" y="352"/>
                  <a:pt x="2575" y="179"/>
                </a:cubicBezTo>
                <a:cubicBezTo>
                  <a:pt x="2480" y="58"/>
                  <a:pt x="2330" y="1"/>
                  <a:pt x="2176" y="1"/>
                </a:cubicBezTo>
                <a:close/>
              </a:path>
            </a:pathLst>
          </a:cu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1" name="Google Shape;1641;p42"/>
          <p:cNvSpPr txBox="1"/>
          <p:nvPr>
            <p:ph type="title"/>
          </p:nvPr>
        </p:nvSpPr>
        <p:spPr>
          <a:xfrm>
            <a:off x="914400" y="888750"/>
            <a:ext cx="8458200" cy="956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t>My Thoughts at the Time</a:t>
            </a:r>
            <a:endParaRPr/>
          </a:p>
          <a:p>
            <a:pPr indent="0" lvl="0" marL="0" rtl="0" algn="ctr">
              <a:spcBef>
                <a:spcPts val="0"/>
              </a:spcBef>
              <a:spcAft>
                <a:spcPts val="0"/>
              </a:spcAft>
              <a:buClr>
                <a:schemeClr val="dk1"/>
              </a:buClr>
              <a:buSzPts val="1100"/>
              <a:buFont typeface="Arial"/>
              <a:buNone/>
            </a:pPr>
            <a:r>
              <a:t/>
            </a:r>
            <a:endParaRPr/>
          </a:p>
          <a:p>
            <a:pPr indent="0" lvl="0" marL="0" rtl="0" algn="ctr">
              <a:spcBef>
                <a:spcPts val="0"/>
              </a:spcBef>
              <a:spcAft>
                <a:spcPts val="0"/>
              </a:spcAft>
              <a:buClr>
                <a:schemeClr val="dk1"/>
              </a:buClr>
              <a:buSzPts val="1100"/>
              <a:buFont typeface="Arial"/>
              <a:buNone/>
            </a:pPr>
            <a:r>
              <a:t/>
            </a:r>
            <a:endParaRPr/>
          </a:p>
        </p:txBody>
      </p:sp>
      <p:grpSp>
        <p:nvGrpSpPr>
          <p:cNvPr id="1642" name="Google Shape;1642;p42"/>
          <p:cNvGrpSpPr/>
          <p:nvPr/>
        </p:nvGrpSpPr>
        <p:grpSpPr>
          <a:xfrm>
            <a:off x="2456583" y="3309226"/>
            <a:ext cx="5401483" cy="5874861"/>
            <a:chOff x="409807" y="307174"/>
            <a:chExt cx="8410905" cy="9148024"/>
          </a:xfrm>
        </p:grpSpPr>
        <p:sp>
          <p:nvSpPr>
            <p:cNvPr id="1643" name="Google Shape;1643;p42"/>
            <p:cNvSpPr/>
            <p:nvPr/>
          </p:nvSpPr>
          <p:spPr>
            <a:xfrm>
              <a:off x="719918" y="1402995"/>
              <a:ext cx="8100795" cy="6931683"/>
            </a:xfrm>
            <a:custGeom>
              <a:rect b="b" l="l" r="r" t="t"/>
              <a:pathLst>
                <a:path extrusionOk="0" h="14283" w="16692">
                  <a:moveTo>
                    <a:pt x="11165" y="0"/>
                  </a:moveTo>
                  <a:cubicBezTo>
                    <a:pt x="9782" y="0"/>
                    <a:pt x="8362" y="497"/>
                    <a:pt x="7217" y="1255"/>
                  </a:cubicBezTo>
                  <a:cubicBezTo>
                    <a:pt x="6549" y="1701"/>
                    <a:pt x="5939" y="2249"/>
                    <a:pt x="5430" y="2876"/>
                  </a:cubicBezTo>
                  <a:cubicBezTo>
                    <a:pt x="4953" y="3464"/>
                    <a:pt x="4764" y="4118"/>
                    <a:pt x="4345" y="4722"/>
                  </a:cubicBezTo>
                  <a:cubicBezTo>
                    <a:pt x="3904" y="5357"/>
                    <a:pt x="3368" y="5940"/>
                    <a:pt x="2760" y="6421"/>
                  </a:cubicBezTo>
                  <a:cubicBezTo>
                    <a:pt x="2220" y="6847"/>
                    <a:pt x="1534" y="7068"/>
                    <a:pt x="1026" y="7528"/>
                  </a:cubicBezTo>
                  <a:cubicBezTo>
                    <a:pt x="91" y="8380"/>
                    <a:pt x="1" y="9867"/>
                    <a:pt x="418" y="11058"/>
                  </a:cubicBezTo>
                  <a:cubicBezTo>
                    <a:pt x="576" y="11508"/>
                    <a:pt x="800" y="11941"/>
                    <a:pt x="1132" y="12284"/>
                  </a:cubicBezTo>
                  <a:cubicBezTo>
                    <a:pt x="1956" y="13124"/>
                    <a:pt x="3237" y="13239"/>
                    <a:pt x="4397" y="13428"/>
                  </a:cubicBezTo>
                  <a:cubicBezTo>
                    <a:pt x="5650" y="13629"/>
                    <a:pt x="6873" y="13976"/>
                    <a:pt x="8127" y="14161"/>
                  </a:cubicBezTo>
                  <a:cubicBezTo>
                    <a:pt x="8632" y="14236"/>
                    <a:pt x="9146" y="14282"/>
                    <a:pt x="9657" y="14282"/>
                  </a:cubicBezTo>
                  <a:cubicBezTo>
                    <a:pt x="10419" y="14282"/>
                    <a:pt x="11175" y="14179"/>
                    <a:pt x="11885" y="13912"/>
                  </a:cubicBezTo>
                  <a:cubicBezTo>
                    <a:pt x="13372" y="13353"/>
                    <a:pt x="14519" y="12123"/>
                    <a:pt x="15374" y="10778"/>
                  </a:cubicBezTo>
                  <a:cubicBezTo>
                    <a:pt x="15852" y="10029"/>
                    <a:pt x="16262" y="9221"/>
                    <a:pt x="16424" y="8349"/>
                  </a:cubicBezTo>
                  <a:cubicBezTo>
                    <a:pt x="16691" y="6890"/>
                    <a:pt x="16340" y="5167"/>
                    <a:pt x="15938" y="3759"/>
                  </a:cubicBezTo>
                  <a:cubicBezTo>
                    <a:pt x="15654" y="2762"/>
                    <a:pt x="15114" y="1831"/>
                    <a:pt x="14338" y="1145"/>
                  </a:cubicBezTo>
                  <a:cubicBezTo>
                    <a:pt x="13422" y="338"/>
                    <a:pt x="12306" y="0"/>
                    <a:pt x="11165" y="0"/>
                  </a:cubicBezTo>
                  <a:close/>
                </a:path>
              </a:pathLst>
            </a:custGeom>
            <a:solidFill>
              <a:schemeClr val="dk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4" name="Google Shape;1644;p42"/>
            <p:cNvSpPr/>
            <p:nvPr/>
          </p:nvSpPr>
          <p:spPr>
            <a:xfrm>
              <a:off x="1385757" y="6543357"/>
              <a:ext cx="639639" cy="379512"/>
            </a:xfrm>
            <a:custGeom>
              <a:rect b="b" l="l" r="r" t="t"/>
              <a:pathLst>
                <a:path extrusionOk="0" h="782" w="1318">
                  <a:moveTo>
                    <a:pt x="28" y="1"/>
                  </a:moveTo>
                  <a:lnTo>
                    <a:pt x="1" y="24"/>
                  </a:lnTo>
                  <a:cubicBezTo>
                    <a:pt x="178" y="201"/>
                    <a:pt x="398" y="332"/>
                    <a:pt x="635" y="395"/>
                  </a:cubicBezTo>
                  <a:cubicBezTo>
                    <a:pt x="738" y="423"/>
                    <a:pt x="837" y="438"/>
                    <a:pt x="931" y="474"/>
                  </a:cubicBezTo>
                  <a:cubicBezTo>
                    <a:pt x="1081" y="533"/>
                    <a:pt x="1208" y="643"/>
                    <a:pt x="1286" y="781"/>
                  </a:cubicBezTo>
                  <a:lnTo>
                    <a:pt x="1317" y="765"/>
                  </a:lnTo>
                  <a:cubicBezTo>
                    <a:pt x="1235" y="620"/>
                    <a:pt x="1101" y="501"/>
                    <a:pt x="943" y="443"/>
                  </a:cubicBezTo>
                  <a:cubicBezTo>
                    <a:pt x="844" y="403"/>
                    <a:pt x="742" y="387"/>
                    <a:pt x="647" y="363"/>
                  </a:cubicBezTo>
                  <a:cubicBezTo>
                    <a:pt x="415" y="301"/>
                    <a:pt x="198" y="174"/>
                    <a:pt x="28"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5" name="Google Shape;1645;p42"/>
            <p:cNvSpPr/>
            <p:nvPr/>
          </p:nvSpPr>
          <p:spPr>
            <a:xfrm>
              <a:off x="5521048" y="3407309"/>
              <a:ext cx="2252809" cy="3046776"/>
            </a:xfrm>
            <a:custGeom>
              <a:rect b="b" l="l" r="r" t="t"/>
              <a:pathLst>
                <a:path extrusionOk="0" h="6278" w="4642">
                  <a:moveTo>
                    <a:pt x="4591" y="0"/>
                  </a:moveTo>
                  <a:lnTo>
                    <a:pt x="4555" y="4"/>
                  </a:lnTo>
                  <a:cubicBezTo>
                    <a:pt x="4591" y="221"/>
                    <a:pt x="4606" y="446"/>
                    <a:pt x="4606" y="678"/>
                  </a:cubicBezTo>
                  <a:cubicBezTo>
                    <a:pt x="4606" y="1482"/>
                    <a:pt x="4416" y="2374"/>
                    <a:pt x="4098" y="3198"/>
                  </a:cubicBezTo>
                  <a:cubicBezTo>
                    <a:pt x="3774" y="4022"/>
                    <a:pt x="3321" y="4783"/>
                    <a:pt x="2796" y="5327"/>
                  </a:cubicBezTo>
                  <a:cubicBezTo>
                    <a:pt x="2458" y="5678"/>
                    <a:pt x="1996" y="5906"/>
                    <a:pt x="1519" y="6048"/>
                  </a:cubicBezTo>
                  <a:cubicBezTo>
                    <a:pt x="1042" y="6190"/>
                    <a:pt x="549" y="6242"/>
                    <a:pt x="143" y="6242"/>
                  </a:cubicBezTo>
                  <a:lnTo>
                    <a:pt x="1" y="6242"/>
                  </a:lnTo>
                  <a:lnTo>
                    <a:pt x="1" y="6277"/>
                  </a:lnTo>
                  <a:lnTo>
                    <a:pt x="143" y="6277"/>
                  </a:lnTo>
                  <a:cubicBezTo>
                    <a:pt x="553" y="6277"/>
                    <a:pt x="1049" y="6226"/>
                    <a:pt x="1530" y="6084"/>
                  </a:cubicBezTo>
                  <a:cubicBezTo>
                    <a:pt x="2012" y="5942"/>
                    <a:pt x="2476" y="5709"/>
                    <a:pt x="2820" y="5355"/>
                  </a:cubicBezTo>
                  <a:cubicBezTo>
                    <a:pt x="3352" y="4803"/>
                    <a:pt x="3806" y="4042"/>
                    <a:pt x="4129" y="3209"/>
                  </a:cubicBezTo>
                  <a:cubicBezTo>
                    <a:pt x="4452" y="2381"/>
                    <a:pt x="4642" y="1491"/>
                    <a:pt x="4642" y="678"/>
                  </a:cubicBezTo>
                  <a:cubicBezTo>
                    <a:pt x="4642" y="446"/>
                    <a:pt x="4626" y="217"/>
                    <a:pt x="4591"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6" name="Google Shape;1646;p42"/>
            <p:cNvSpPr/>
            <p:nvPr/>
          </p:nvSpPr>
          <p:spPr>
            <a:xfrm>
              <a:off x="983924" y="3664036"/>
              <a:ext cx="2629895" cy="2861873"/>
            </a:xfrm>
            <a:custGeom>
              <a:rect b="b" l="l" r="r" t="t"/>
              <a:pathLst>
                <a:path extrusionOk="0" h="5897" w="5419">
                  <a:moveTo>
                    <a:pt x="3973" y="1"/>
                  </a:moveTo>
                  <a:cubicBezTo>
                    <a:pt x="3833" y="1"/>
                    <a:pt x="3694" y="22"/>
                    <a:pt x="3561" y="66"/>
                  </a:cubicBezTo>
                  <a:cubicBezTo>
                    <a:pt x="3550" y="70"/>
                    <a:pt x="3541" y="74"/>
                    <a:pt x="3530" y="78"/>
                  </a:cubicBezTo>
                  <a:cubicBezTo>
                    <a:pt x="2977" y="275"/>
                    <a:pt x="2784" y="784"/>
                    <a:pt x="2532" y="1273"/>
                  </a:cubicBezTo>
                  <a:cubicBezTo>
                    <a:pt x="2240" y="1841"/>
                    <a:pt x="2027" y="2448"/>
                    <a:pt x="1846" y="3059"/>
                  </a:cubicBezTo>
                  <a:cubicBezTo>
                    <a:pt x="1728" y="3469"/>
                    <a:pt x="1641" y="3891"/>
                    <a:pt x="1515" y="4297"/>
                  </a:cubicBezTo>
                  <a:cubicBezTo>
                    <a:pt x="1420" y="4605"/>
                    <a:pt x="1333" y="5027"/>
                    <a:pt x="1061" y="5235"/>
                  </a:cubicBezTo>
                  <a:cubicBezTo>
                    <a:pt x="1006" y="5279"/>
                    <a:pt x="931" y="5299"/>
                    <a:pt x="860" y="5319"/>
                  </a:cubicBezTo>
                  <a:cubicBezTo>
                    <a:pt x="580" y="5386"/>
                    <a:pt x="300" y="5457"/>
                    <a:pt x="20" y="5528"/>
                  </a:cubicBezTo>
                  <a:cubicBezTo>
                    <a:pt x="1" y="5595"/>
                    <a:pt x="83" y="5638"/>
                    <a:pt x="150" y="5654"/>
                  </a:cubicBezTo>
                  <a:cubicBezTo>
                    <a:pt x="367" y="5705"/>
                    <a:pt x="588" y="5756"/>
                    <a:pt x="805" y="5803"/>
                  </a:cubicBezTo>
                  <a:cubicBezTo>
                    <a:pt x="1001" y="5852"/>
                    <a:pt x="1203" y="5897"/>
                    <a:pt x="1406" y="5897"/>
                  </a:cubicBezTo>
                  <a:cubicBezTo>
                    <a:pt x="1436" y="5897"/>
                    <a:pt x="1466" y="5896"/>
                    <a:pt x="1495" y="5894"/>
                  </a:cubicBezTo>
                  <a:cubicBezTo>
                    <a:pt x="1830" y="5867"/>
                    <a:pt x="2003" y="5661"/>
                    <a:pt x="2220" y="5429"/>
                  </a:cubicBezTo>
                  <a:cubicBezTo>
                    <a:pt x="2848" y="4762"/>
                    <a:pt x="3408" y="4049"/>
                    <a:pt x="3952" y="3311"/>
                  </a:cubicBezTo>
                  <a:cubicBezTo>
                    <a:pt x="4405" y="2696"/>
                    <a:pt x="5419" y="1592"/>
                    <a:pt x="5126" y="752"/>
                  </a:cubicBezTo>
                  <a:cubicBezTo>
                    <a:pt x="5048" y="516"/>
                    <a:pt x="4866" y="314"/>
                    <a:pt x="4649" y="185"/>
                  </a:cubicBezTo>
                  <a:cubicBezTo>
                    <a:pt x="4446" y="63"/>
                    <a:pt x="4209" y="1"/>
                    <a:pt x="3973" y="1"/>
                  </a:cubicBezTo>
                  <a:close/>
                </a:path>
              </a:pathLst>
            </a:custGeom>
            <a:solidFill>
              <a:schemeClr val="accent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7" name="Google Shape;1647;p42"/>
            <p:cNvSpPr/>
            <p:nvPr/>
          </p:nvSpPr>
          <p:spPr>
            <a:xfrm>
              <a:off x="4811045" y="1308846"/>
              <a:ext cx="2595438" cy="1875238"/>
            </a:xfrm>
            <a:custGeom>
              <a:rect b="b" l="l" r="r" t="t"/>
              <a:pathLst>
                <a:path extrusionOk="0" h="3864" w="5348">
                  <a:moveTo>
                    <a:pt x="2290" y="1"/>
                  </a:moveTo>
                  <a:cubicBezTo>
                    <a:pt x="2273" y="1"/>
                    <a:pt x="2257" y="1"/>
                    <a:pt x="2241" y="2"/>
                  </a:cubicBezTo>
                  <a:cubicBezTo>
                    <a:pt x="1901" y="22"/>
                    <a:pt x="1574" y="195"/>
                    <a:pt x="1369" y="464"/>
                  </a:cubicBezTo>
                  <a:cubicBezTo>
                    <a:pt x="1357" y="475"/>
                    <a:pt x="1349" y="488"/>
                    <a:pt x="1342" y="499"/>
                  </a:cubicBezTo>
                  <a:cubicBezTo>
                    <a:pt x="1144" y="775"/>
                    <a:pt x="1065" y="1130"/>
                    <a:pt x="825" y="1367"/>
                  </a:cubicBezTo>
                  <a:cubicBezTo>
                    <a:pt x="718" y="1469"/>
                    <a:pt x="580" y="1552"/>
                    <a:pt x="518" y="1689"/>
                  </a:cubicBezTo>
                  <a:cubicBezTo>
                    <a:pt x="423" y="1902"/>
                    <a:pt x="553" y="2171"/>
                    <a:pt x="450" y="2380"/>
                  </a:cubicBezTo>
                  <a:cubicBezTo>
                    <a:pt x="391" y="2494"/>
                    <a:pt x="277" y="2570"/>
                    <a:pt x="182" y="2652"/>
                  </a:cubicBezTo>
                  <a:cubicBezTo>
                    <a:pt x="88" y="2739"/>
                    <a:pt x="1" y="2861"/>
                    <a:pt x="36" y="2987"/>
                  </a:cubicBezTo>
                  <a:cubicBezTo>
                    <a:pt x="59" y="3070"/>
                    <a:pt x="130" y="3129"/>
                    <a:pt x="201" y="3180"/>
                  </a:cubicBezTo>
                  <a:cubicBezTo>
                    <a:pt x="474" y="3369"/>
                    <a:pt x="798" y="3492"/>
                    <a:pt x="1133" y="3523"/>
                  </a:cubicBezTo>
                  <a:cubicBezTo>
                    <a:pt x="1468" y="3551"/>
                    <a:pt x="1724" y="3649"/>
                    <a:pt x="2039" y="3724"/>
                  </a:cubicBezTo>
                  <a:cubicBezTo>
                    <a:pt x="2445" y="3823"/>
                    <a:pt x="2922" y="3795"/>
                    <a:pt x="3340" y="3823"/>
                  </a:cubicBezTo>
                  <a:cubicBezTo>
                    <a:pt x="3618" y="3843"/>
                    <a:pt x="3897" y="3864"/>
                    <a:pt x="4176" y="3864"/>
                  </a:cubicBezTo>
                  <a:cubicBezTo>
                    <a:pt x="4293" y="3864"/>
                    <a:pt x="4410" y="3860"/>
                    <a:pt x="4527" y="3851"/>
                  </a:cubicBezTo>
                  <a:cubicBezTo>
                    <a:pt x="4835" y="3831"/>
                    <a:pt x="5198" y="3724"/>
                    <a:pt x="5280" y="3429"/>
                  </a:cubicBezTo>
                  <a:cubicBezTo>
                    <a:pt x="5348" y="3180"/>
                    <a:pt x="5182" y="2928"/>
                    <a:pt x="4980" y="2766"/>
                  </a:cubicBezTo>
                  <a:cubicBezTo>
                    <a:pt x="4827" y="2644"/>
                    <a:pt x="4638" y="2530"/>
                    <a:pt x="4587" y="2341"/>
                  </a:cubicBezTo>
                  <a:cubicBezTo>
                    <a:pt x="4543" y="2186"/>
                    <a:pt x="4598" y="2009"/>
                    <a:pt x="4512" y="1871"/>
                  </a:cubicBezTo>
                  <a:cubicBezTo>
                    <a:pt x="4433" y="1745"/>
                    <a:pt x="4267" y="1713"/>
                    <a:pt x="4121" y="1689"/>
                  </a:cubicBezTo>
                  <a:cubicBezTo>
                    <a:pt x="4043" y="1678"/>
                    <a:pt x="3959" y="1666"/>
                    <a:pt x="3888" y="1627"/>
                  </a:cubicBezTo>
                  <a:cubicBezTo>
                    <a:pt x="3727" y="1544"/>
                    <a:pt x="3652" y="1358"/>
                    <a:pt x="3613" y="1181"/>
                  </a:cubicBezTo>
                  <a:cubicBezTo>
                    <a:pt x="3577" y="1008"/>
                    <a:pt x="3566" y="823"/>
                    <a:pt x="3486" y="661"/>
                  </a:cubicBezTo>
                  <a:cubicBezTo>
                    <a:pt x="3304" y="281"/>
                    <a:pt x="2707" y="1"/>
                    <a:pt x="2290" y="1"/>
                  </a:cubicBezTo>
                  <a:close/>
                </a:path>
              </a:pathLst>
            </a:custGeom>
            <a:solidFill>
              <a:schemeClr val="dk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8" name="Google Shape;1648;p42"/>
            <p:cNvSpPr/>
            <p:nvPr/>
          </p:nvSpPr>
          <p:spPr>
            <a:xfrm>
              <a:off x="2275808" y="3193289"/>
              <a:ext cx="3733490" cy="3036099"/>
            </a:xfrm>
            <a:custGeom>
              <a:rect b="b" l="l" r="r" t="t"/>
              <a:pathLst>
                <a:path extrusionOk="0" h="6256" w="7693">
                  <a:moveTo>
                    <a:pt x="2424" y="1"/>
                  </a:moveTo>
                  <a:cubicBezTo>
                    <a:pt x="2012" y="1"/>
                    <a:pt x="1601" y="160"/>
                    <a:pt x="1254" y="394"/>
                  </a:cubicBezTo>
                  <a:cubicBezTo>
                    <a:pt x="923" y="618"/>
                    <a:pt x="639" y="910"/>
                    <a:pt x="371" y="1210"/>
                  </a:cubicBezTo>
                  <a:cubicBezTo>
                    <a:pt x="131" y="1478"/>
                    <a:pt x="0" y="1564"/>
                    <a:pt x="347" y="1734"/>
                  </a:cubicBezTo>
                  <a:cubicBezTo>
                    <a:pt x="532" y="1824"/>
                    <a:pt x="2280" y="3142"/>
                    <a:pt x="2299" y="3142"/>
                  </a:cubicBezTo>
                  <a:cubicBezTo>
                    <a:pt x="2299" y="3142"/>
                    <a:pt x="2299" y="3142"/>
                    <a:pt x="2299" y="3142"/>
                  </a:cubicBezTo>
                  <a:cubicBezTo>
                    <a:pt x="2386" y="2992"/>
                    <a:pt x="2468" y="2838"/>
                    <a:pt x="2555" y="2685"/>
                  </a:cubicBezTo>
                  <a:cubicBezTo>
                    <a:pt x="2819" y="2953"/>
                    <a:pt x="2918" y="3288"/>
                    <a:pt x="3131" y="3575"/>
                  </a:cubicBezTo>
                  <a:cubicBezTo>
                    <a:pt x="3363" y="3891"/>
                    <a:pt x="3620" y="4191"/>
                    <a:pt x="3892" y="4474"/>
                  </a:cubicBezTo>
                  <a:cubicBezTo>
                    <a:pt x="4085" y="4676"/>
                    <a:pt x="4346" y="4885"/>
                    <a:pt x="4468" y="5141"/>
                  </a:cubicBezTo>
                  <a:cubicBezTo>
                    <a:pt x="4574" y="5362"/>
                    <a:pt x="4633" y="5559"/>
                    <a:pt x="4783" y="5768"/>
                  </a:cubicBezTo>
                  <a:cubicBezTo>
                    <a:pt x="4901" y="5934"/>
                    <a:pt x="5023" y="6134"/>
                    <a:pt x="5225" y="6178"/>
                  </a:cubicBezTo>
                  <a:cubicBezTo>
                    <a:pt x="5455" y="6226"/>
                    <a:pt x="5660" y="6256"/>
                    <a:pt x="5856" y="6256"/>
                  </a:cubicBezTo>
                  <a:cubicBezTo>
                    <a:pt x="6152" y="6256"/>
                    <a:pt x="6429" y="6189"/>
                    <a:pt x="6747" y="6021"/>
                  </a:cubicBezTo>
                  <a:cubicBezTo>
                    <a:pt x="7039" y="5863"/>
                    <a:pt x="7299" y="5630"/>
                    <a:pt x="7465" y="5346"/>
                  </a:cubicBezTo>
                  <a:cubicBezTo>
                    <a:pt x="7559" y="5188"/>
                    <a:pt x="7622" y="5015"/>
                    <a:pt x="7646" y="4826"/>
                  </a:cubicBezTo>
                  <a:cubicBezTo>
                    <a:pt x="7693" y="4463"/>
                    <a:pt x="7594" y="4088"/>
                    <a:pt x="7417" y="3765"/>
                  </a:cubicBezTo>
                  <a:cubicBezTo>
                    <a:pt x="7205" y="3362"/>
                    <a:pt x="6885" y="3055"/>
                    <a:pt x="6573" y="2732"/>
                  </a:cubicBezTo>
                  <a:cubicBezTo>
                    <a:pt x="6273" y="2428"/>
                    <a:pt x="6002" y="2105"/>
                    <a:pt x="5678" y="1821"/>
                  </a:cubicBezTo>
                  <a:cubicBezTo>
                    <a:pt x="4976" y="1202"/>
                    <a:pt x="4191" y="678"/>
                    <a:pt x="3352" y="267"/>
                  </a:cubicBezTo>
                  <a:cubicBezTo>
                    <a:pt x="3143" y="165"/>
                    <a:pt x="2930" y="70"/>
                    <a:pt x="2705" y="27"/>
                  </a:cubicBezTo>
                  <a:cubicBezTo>
                    <a:pt x="2612" y="9"/>
                    <a:pt x="2518" y="1"/>
                    <a:pt x="2424" y="1"/>
                  </a:cubicBezTo>
                  <a:close/>
                </a:path>
              </a:pathLst>
            </a:cu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9" name="Google Shape;1649;p42"/>
            <p:cNvSpPr/>
            <p:nvPr/>
          </p:nvSpPr>
          <p:spPr>
            <a:xfrm>
              <a:off x="2757717" y="1254977"/>
              <a:ext cx="2323179" cy="2748796"/>
            </a:xfrm>
            <a:custGeom>
              <a:rect b="b" l="l" r="r" t="t"/>
              <a:pathLst>
                <a:path extrusionOk="0" h="5664" w="4787">
                  <a:moveTo>
                    <a:pt x="1958" y="0"/>
                  </a:moveTo>
                  <a:cubicBezTo>
                    <a:pt x="1832" y="0"/>
                    <a:pt x="1706" y="25"/>
                    <a:pt x="1590" y="78"/>
                  </a:cubicBezTo>
                  <a:cubicBezTo>
                    <a:pt x="1373" y="173"/>
                    <a:pt x="1191" y="452"/>
                    <a:pt x="1338" y="637"/>
                  </a:cubicBezTo>
                  <a:cubicBezTo>
                    <a:pt x="1393" y="712"/>
                    <a:pt x="1484" y="744"/>
                    <a:pt x="1570" y="776"/>
                  </a:cubicBezTo>
                  <a:cubicBezTo>
                    <a:pt x="1697" y="823"/>
                    <a:pt x="1819" y="866"/>
                    <a:pt x="1944" y="910"/>
                  </a:cubicBezTo>
                  <a:cubicBezTo>
                    <a:pt x="1400" y="2053"/>
                    <a:pt x="486" y="2885"/>
                    <a:pt x="95" y="4095"/>
                  </a:cubicBezTo>
                  <a:cubicBezTo>
                    <a:pt x="44" y="4253"/>
                    <a:pt x="1" y="4415"/>
                    <a:pt x="13" y="4581"/>
                  </a:cubicBezTo>
                  <a:cubicBezTo>
                    <a:pt x="44" y="4979"/>
                    <a:pt x="430" y="5267"/>
                    <a:pt x="951" y="5472"/>
                  </a:cubicBezTo>
                  <a:cubicBezTo>
                    <a:pt x="1323" y="5617"/>
                    <a:pt x="1800" y="5663"/>
                    <a:pt x="2271" y="5663"/>
                  </a:cubicBezTo>
                  <a:cubicBezTo>
                    <a:pt x="2980" y="5663"/>
                    <a:pt x="3678" y="5559"/>
                    <a:pt x="3995" y="5531"/>
                  </a:cubicBezTo>
                  <a:cubicBezTo>
                    <a:pt x="4381" y="5500"/>
                    <a:pt x="4658" y="4601"/>
                    <a:pt x="4709" y="4143"/>
                  </a:cubicBezTo>
                  <a:cubicBezTo>
                    <a:pt x="4787" y="3500"/>
                    <a:pt x="4482" y="3311"/>
                    <a:pt x="4024" y="3311"/>
                  </a:cubicBezTo>
                  <a:cubicBezTo>
                    <a:pt x="3374" y="3311"/>
                    <a:pt x="2415" y="3692"/>
                    <a:pt x="1804" y="3692"/>
                  </a:cubicBezTo>
                  <a:cubicBezTo>
                    <a:pt x="1761" y="3692"/>
                    <a:pt x="1720" y="3690"/>
                    <a:pt x="1680" y="3686"/>
                  </a:cubicBezTo>
                  <a:cubicBezTo>
                    <a:pt x="2142" y="3520"/>
                    <a:pt x="2426" y="2006"/>
                    <a:pt x="2734" y="1119"/>
                  </a:cubicBezTo>
                  <a:cubicBezTo>
                    <a:pt x="2800" y="937"/>
                    <a:pt x="2863" y="744"/>
                    <a:pt x="2812" y="555"/>
                  </a:cubicBezTo>
                  <a:cubicBezTo>
                    <a:pt x="2781" y="433"/>
                    <a:pt x="2702" y="330"/>
                    <a:pt x="2607" y="244"/>
                  </a:cubicBezTo>
                  <a:cubicBezTo>
                    <a:pt x="2430" y="87"/>
                    <a:pt x="2193" y="0"/>
                    <a:pt x="1958" y="0"/>
                  </a:cubicBezTo>
                  <a:close/>
                </a:path>
              </a:pathLst>
            </a:custGeom>
            <a:solidFill>
              <a:schemeClr val="accent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0" name="Google Shape;1650;p42"/>
            <p:cNvSpPr/>
            <p:nvPr/>
          </p:nvSpPr>
          <p:spPr>
            <a:xfrm>
              <a:off x="1563864" y="5321842"/>
              <a:ext cx="2325606" cy="3870833"/>
            </a:xfrm>
            <a:custGeom>
              <a:rect b="b" l="l" r="r" t="t"/>
              <a:pathLst>
                <a:path extrusionOk="0" h="7976" w="4792">
                  <a:moveTo>
                    <a:pt x="3705" y="0"/>
                  </a:moveTo>
                  <a:cubicBezTo>
                    <a:pt x="3439" y="0"/>
                    <a:pt x="3240" y="691"/>
                    <a:pt x="2974" y="826"/>
                  </a:cubicBezTo>
                  <a:cubicBezTo>
                    <a:pt x="2662" y="980"/>
                    <a:pt x="2126" y="1023"/>
                    <a:pt x="1964" y="1331"/>
                  </a:cubicBezTo>
                  <a:cubicBezTo>
                    <a:pt x="1522" y="2151"/>
                    <a:pt x="1404" y="2490"/>
                    <a:pt x="1116" y="3377"/>
                  </a:cubicBezTo>
                  <a:cubicBezTo>
                    <a:pt x="643" y="4844"/>
                    <a:pt x="367" y="6189"/>
                    <a:pt x="0" y="7687"/>
                  </a:cubicBezTo>
                  <a:cubicBezTo>
                    <a:pt x="284" y="7908"/>
                    <a:pt x="572" y="7955"/>
                    <a:pt x="930" y="7975"/>
                  </a:cubicBezTo>
                  <a:cubicBezTo>
                    <a:pt x="1436" y="7064"/>
                    <a:pt x="2153" y="6524"/>
                    <a:pt x="2764" y="5680"/>
                  </a:cubicBezTo>
                  <a:cubicBezTo>
                    <a:pt x="3403" y="4797"/>
                    <a:pt x="3987" y="3866"/>
                    <a:pt x="4432" y="2869"/>
                  </a:cubicBezTo>
                  <a:cubicBezTo>
                    <a:pt x="4621" y="2451"/>
                    <a:pt x="4792" y="2005"/>
                    <a:pt x="4772" y="1544"/>
                  </a:cubicBezTo>
                  <a:cubicBezTo>
                    <a:pt x="4752" y="940"/>
                    <a:pt x="4393" y="334"/>
                    <a:pt x="3857" y="57"/>
                  </a:cubicBezTo>
                  <a:cubicBezTo>
                    <a:pt x="3829" y="41"/>
                    <a:pt x="3798" y="30"/>
                    <a:pt x="3769" y="14"/>
                  </a:cubicBezTo>
                  <a:cubicBezTo>
                    <a:pt x="3748" y="4"/>
                    <a:pt x="3726" y="0"/>
                    <a:pt x="3705" y="0"/>
                  </a:cubicBezTo>
                  <a:close/>
                </a:path>
              </a:pathLst>
            </a:custGeom>
            <a:solidFill>
              <a:schemeClr val="accent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1" name="Google Shape;1651;p42"/>
            <p:cNvSpPr/>
            <p:nvPr/>
          </p:nvSpPr>
          <p:spPr>
            <a:xfrm>
              <a:off x="2359766" y="4993775"/>
              <a:ext cx="4250830" cy="1937358"/>
            </a:xfrm>
            <a:custGeom>
              <a:rect b="b" l="l" r="r" t="t"/>
              <a:pathLst>
                <a:path extrusionOk="0" h="3992" w="8759">
                  <a:moveTo>
                    <a:pt x="6362" y="0"/>
                  </a:moveTo>
                  <a:cubicBezTo>
                    <a:pt x="6114" y="0"/>
                    <a:pt x="6079" y="233"/>
                    <a:pt x="5820" y="315"/>
                  </a:cubicBezTo>
                  <a:cubicBezTo>
                    <a:pt x="5788" y="326"/>
                    <a:pt x="5753" y="329"/>
                    <a:pt x="5718" y="329"/>
                  </a:cubicBezTo>
                  <a:cubicBezTo>
                    <a:pt x="5701" y="329"/>
                    <a:pt x="5684" y="328"/>
                    <a:pt x="5667" y="327"/>
                  </a:cubicBezTo>
                  <a:cubicBezTo>
                    <a:pt x="4855" y="271"/>
                    <a:pt x="4054" y="98"/>
                    <a:pt x="3241" y="82"/>
                  </a:cubicBezTo>
                  <a:cubicBezTo>
                    <a:pt x="3216" y="82"/>
                    <a:pt x="3191" y="82"/>
                    <a:pt x="3166" y="82"/>
                  </a:cubicBezTo>
                  <a:cubicBezTo>
                    <a:pt x="2377" y="82"/>
                    <a:pt x="1552" y="257"/>
                    <a:pt x="966" y="784"/>
                  </a:cubicBezTo>
                  <a:cubicBezTo>
                    <a:pt x="560" y="1151"/>
                    <a:pt x="293" y="1620"/>
                    <a:pt x="0" y="2082"/>
                  </a:cubicBezTo>
                  <a:cubicBezTo>
                    <a:pt x="213" y="2282"/>
                    <a:pt x="446" y="2464"/>
                    <a:pt x="695" y="2618"/>
                  </a:cubicBezTo>
                  <a:cubicBezTo>
                    <a:pt x="970" y="2792"/>
                    <a:pt x="1263" y="2933"/>
                    <a:pt x="1566" y="3056"/>
                  </a:cubicBezTo>
                  <a:cubicBezTo>
                    <a:pt x="1680" y="2866"/>
                    <a:pt x="1814" y="2693"/>
                    <a:pt x="1969" y="2531"/>
                  </a:cubicBezTo>
                  <a:lnTo>
                    <a:pt x="1969" y="2531"/>
                  </a:lnTo>
                  <a:lnTo>
                    <a:pt x="1917" y="2973"/>
                  </a:lnTo>
                  <a:cubicBezTo>
                    <a:pt x="1913" y="3021"/>
                    <a:pt x="1909" y="3075"/>
                    <a:pt x="1936" y="3115"/>
                  </a:cubicBezTo>
                  <a:cubicBezTo>
                    <a:pt x="1964" y="3150"/>
                    <a:pt x="2016" y="3162"/>
                    <a:pt x="2059" y="3174"/>
                  </a:cubicBezTo>
                  <a:cubicBezTo>
                    <a:pt x="2371" y="3252"/>
                    <a:pt x="2682" y="3367"/>
                    <a:pt x="2942" y="3565"/>
                  </a:cubicBezTo>
                  <a:cubicBezTo>
                    <a:pt x="3064" y="3379"/>
                    <a:pt x="3179" y="3123"/>
                    <a:pt x="3289" y="2914"/>
                  </a:cubicBezTo>
                  <a:cubicBezTo>
                    <a:pt x="3467" y="2992"/>
                    <a:pt x="3612" y="3083"/>
                    <a:pt x="3802" y="3150"/>
                  </a:cubicBezTo>
                  <a:cubicBezTo>
                    <a:pt x="4102" y="3261"/>
                    <a:pt x="4373" y="3450"/>
                    <a:pt x="4673" y="3560"/>
                  </a:cubicBezTo>
                  <a:cubicBezTo>
                    <a:pt x="5249" y="3778"/>
                    <a:pt x="5849" y="3971"/>
                    <a:pt x="6464" y="3991"/>
                  </a:cubicBezTo>
                  <a:cubicBezTo>
                    <a:pt x="6495" y="3991"/>
                    <a:pt x="6526" y="3992"/>
                    <a:pt x="6558" y="3992"/>
                  </a:cubicBezTo>
                  <a:cubicBezTo>
                    <a:pt x="7144" y="3992"/>
                    <a:pt x="7748" y="3822"/>
                    <a:pt x="8171" y="3418"/>
                  </a:cubicBezTo>
                  <a:cubicBezTo>
                    <a:pt x="8320" y="3281"/>
                    <a:pt x="8435" y="3123"/>
                    <a:pt x="8522" y="2953"/>
                  </a:cubicBezTo>
                  <a:cubicBezTo>
                    <a:pt x="8715" y="2562"/>
                    <a:pt x="8759" y="2113"/>
                    <a:pt x="8683" y="1676"/>
                  </a:cubicBezTo>
                  <a:cubicBezTo>
                    <a:pt x="8644" y="1470"/>
                    <a:pt x="8652" y="1199"/>
                    <a:pt x="8553" y="1013"/>
                  </a:cubicBezTo>
                  <a:cubicBezTo>
                    <a:pt x="8415" y="761"/>
                    <a:pt x="8073" y="603"/>
                    <a:pt x="7827" y="477"/>
                  </a:cubicBezTo>
                  <a:cubicBezTo>
                    <a:pt x="7410" y="260"/>
                    <a:pt x="6952" y="138"/>
                    <a:pt x="6499" y="20"/>
                  </a:cubicBezTo>
                  <a:cubicBezTo>
                    <a:pt x="6446" y="6"/>
                    <a:pt x="6401" y="0"/>
                    <a:pt x="6362" y="0"/>
                  </a:cubicBezTo>
                  <a:close/>
                </a:path>
              </a:pathLst>
            </a:cu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2" name="Google Shape;1652;p42"/>
            <p:cNvSpPr/>
            <p:nvPr/>
          </p:nvSpPr>
          <p:spPr>
            <a:xfrm>
              <a:off x="5603550" y="2757970"/>
              <a:ext cx="11647" cy="19898"/>
            </a:xfrm>
            <a:custGeom>
              <a:rect b="b" l="l" r="r" t="t"/>
              <a:pathLst>
                <a:path extrusionOk="0" h="41" w="24">
                  <a:moveTo>
                    <a:pt x="24" y="1"/>
                  </a:moveTo>
                  <a:lnTo>
                    <a:pt x="0" y="33"/>
                  </a:lnTo>
                  <a:cubicBezTo>
                    <a:pt x="8" y="33"/>
                    <a:pt x="12" y="37"/>
                    <a:pt x="20" y="41"/>
                  </a:cubicBezTo>
                  <a:cubicBezTo>
                    <a:pt x="24" y="28"/>
                    <a:pt x="24" y="17"/>
                    <a:pt x="24" y="1"/>
                  </a:cubicBezTo>
                  <a:close/>
                </a:path>
              </a:pathLst>
            </a:custGeom>
            <a:solidFill>
              <a:srgbClr val="5C2A9A"/>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3" name="Google Shape;1653;p42"/>
            <p:cNvSpPr/>
            <p:nvPr/>
          </p:nvSpPr>
          <p:spPr>
            <a:xfrm>
              <a:off x="4279150" y="2682747"/>
              <a:ext cx="1519991" cy="1482622"/>
            </a:xfrm>
            <a:custGeom>
              <a:rect b="b" l="l" r="r" t="t"/>
              <a:pathLst>
                <a:path extrusionOk="0" h="3055" w="3132">
                  <a:moveTo>
                    <a:pt x="2635" y="0"/>
                  </a:moveTo>
                  <a:cubicBezTo>
                    <a:pt x="2594" y="0"/>
                    <a:pt x="2553" y="3"/>
                    <a:pt x="2513" y="6"/>
                  </a:cubicBezTo>
                  <a:cubicBezTo>
                    <a:pt x="1672" y="77"/>
                    <a:pt x="837" y="172"/>
                    <a:pt x="1" y="302"/>
                  </a:cubicBezTo>
                  <a:cubicBezTo>
                    <a:pt x="1" y="302"/>
                    <a:pt x="1" y="302"/>
                    <a:pt x="1" y="302"/>
                  </a:cubicBezTo>
                  <a:cubicBezTo>
                    <a:pt x="52" y="302"/>
                    <a:pt x="79" y="1608"/>
                    <a:pt x="76" y="1702"/>
                  </a:cubicBezTo>
                  <a:cubicBezTo>
                    <a:pt x="76" y="2014"/>
                    <a:pt x="79" y="2325"/>
                    <a:pt x="83" y="2632"/>
                  </a:cubicBezTo>
                  <a:cubicBezTo>
                    <a:pt x="87" y="2838"/>
                    <a:pt x="79" y="2849"/>
                    <a:pt x="76" y="3055"/>
                  </a:cubicBezTo>
                  <a:cubicBezTo>
                    <a:pt x="340" y="3007"/>
                    <a:pt x="777" y="2975"/>
                    <a:pt x="1030" y="2885"/>
                  </a:cubicBezTo>
                  <a:cubicBezTo>
                    <a:pt x="1645" y="2664"/>
                    <a:pt x="2063" y="2463"/>
                    <a:pt x="2480" y="1950"/>
                  </a:cubicBezTo>
                  <a:cubicBezTo>
                    <a:pt x="2693" y="1694"/>
                    <a:pt x="2859" y="1398"/>
                    <a:pt x="2954" y="1079"/>
                  </a:cubicBezTo>
                  <a:cubicBezTo>
                    <a:pt x="3025" y="831"/>
                    <a:pt x="3131" y="314"/>
                    <a:pt x="2926" y="101"/>
                  </a:cubicBezTo>
                  <a:cubicBezTo>
                    <a:pt x="2922" y="97"/>
                    <a:pt x="2919" y="93"/>
                    <a:pt x="2915" y="89"/>
                  </a:cubicBezTo>
                  <a:cubicBezTo>
                    <a:pt x="2841" y="18"/>
                    <a:pt x="2739" y="0"/>
                    <a:pt x="2635" y="0"/>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4" name="Google Shape;1654;p42"/>
            <p:cNvSpPr/>
            <p:nvPr/>
          </p:nvSpPr>
          <p:spPr>
            <a:xfrm>
              <a:off x="4562083" y="2761852"/>
              <a:ext cx="2186322" cy="3211782"/>
            </a:xfrm>
            <a:custGeom>
              <a:rect b="b" l="l" r="r" t="t"/>
              <a:pathLst>
                <a:path extrusionOk="0" h="6618" w="4505">
                  <a:moveTo>
                    <a:pt x="2639" y="0"/>
                  </a:moveTo>
                  <a:cubicBezTo>
                    <a:pt x="2594" y="0"/>
                    <a:pt x="2551" y="2"/>
                    <a:pt x="2509" y="5"/>
                  </a:cubicBezTo>
                  <a:cubicBezTo>
                    <a:pt x="1420" y="88"/>
                    <a:pt x="845" y="1598"/>
                    <a:pt x="667" y="2064"/>
                  </a:cubicBezTo>
                  <a:cubicBezTo>
                    <a:pt x="585" y="2284"/>
                    <a:pt x="356" y="4071"/>
                    <a:pt x="261" y="4287"/>
                  </a:cubicBezTo>
                  <a:cubicBezTo>
                    <a:pt x="183" y="4464"/>
                    <a:pt x="76" y="4646"/>
                    <a:pt x="1" y="4832"/>
                  </a:cubicBezTo>
                  <a:cubicBezTo>
                    <a:pt x="876" y="4926"/>
                    <a:pt x="1748" y="5096"/>
                    <a:pt x="2576" y="5396"/>
                  </a:cubicBezTo>
                  <a:cubicBezTo>
                    <a:pt x="2982" y="5541"/>
                    <a:pt x="3408" y="5703"/>
                    <a:pt x="3743" y="5979"/>
                  </a:cubicBezTo>
                  <a:cubicBezTo>
                    <a:pt x="3964" y="6156"/>
                    <a:pt x="4121" y="6381"/>
                    <a:pt x="4268" y="6617"/>
                  </a:cubicBezTo>
                  <a:cubicBezTo>
                    <a:pt x="4441" y="5573"/>
                    <a:pt x="4505" y="4512"/>
                    <a:pt x="4452" y="3451"/>
                  </a:cubicBezTo>
                  <a:cubicBezTo>
                    <a:pt x="4449" y="3423"/>
                    <a:pt x="4449" y="3392"/>
                    <a:pt x="4449" y="3365"/>
                  </a:cubicBezTo>
                  <a:cubicBezTo>
                    <a:pt x="4421" y="2852"/>
                    <a:pt x="4366" y="2339"/>
                    <a:pt x="4287" y="1834"/>
                  </a:cubicBezTo>
                  <a:cubicBezTo>
                    <a:pt x="4228" y="1456"/>
                    <a:pt x="4216" y="774"/>
                    <a:pt x="3952" y="486"/>
                  </a:cubicBezTo>
                  <a:cubicBezTo>
                    <a:pt x="3659" y="163"/>
                    <a:pt x="3088" y="0"/>
                    <a:pt x="2639" y="0"/>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5" name="Google Shape;1655;p42"/>
            <p:cNvSpPr/>
            <p:nvPr/>
          </p:nvSpPr>
          <p:spPr>
            <a:xfrm>
              <a:off x="6313067" y="3567460"/>
              <a:ext cx="2006272" cy="3850935"/>
            </a:xfrm>
            <a:custGeom>
              <a:rect b="b" l="l" r="r" t="t"/>
              <a:pathLst>
                <a:path extrusionOk="0" h="7935" w="4134">
                  <a:moveTo>
                    <a:pt x="2473" y="0"/>
                  </a:moveTo>
                  <a:cubicBezTo>
                    <a:pt x="2006" y="0"/>
                    <a:pt x="1165" y="713"/>
                    <a:pt x="1101" y="1113"/>
                  </a:cubicBezTo>
                  <a:cubicBezTo>
                    <a:pt x="1030" y="1535"/>
                    <a:pt x="1432" y="1989"/>
                    <a:pt x="1606" y="2344"/>
                  </a:cubicBezTo>
                  <a:cubicBezTo>
                    <a:pt x="1854" y="2852"/>
                    <a:pt x="2158" y="3368"/>
                    <a:pt x="2331" y="3916"/>
                  </a:cubicBezTo>
                  <a:cubicBezTo>
                    <a:pt x="1925" y="4457"/>
                    <a:pt x="1515" y="5001"/>
                    <a:pt x="1109" y="5541"/>
                  </a:cubicBezTo>
                  <a:cubicBezTo>
                    <a:pt x="979" y="5714"/>
                    <a:pt x="912" y="5896"/>
                    <a:pt x="806" y="6082"/>
                  </a:cubicBezTo>
                  <a:cubicBezTo>
                    <a:pt x="719" y="6235"/>
                    <a:pt x="597" y="6373"/>
                    <a:pt x="482" y="6507"/>
                  </a:cubicBezTo>
                  <a:cubicBezTo>
                    <a:pt x="368" y="6641"/>
                    <a:pt x="293" y="6775"/>
                    <a:pt x="198" y="6917"/>
                  </a:cubicBezTo>
                  <a:cubicBezTo>
                    <a:pt x="171" y="6957"/>
                    <a:pt x="147" y="7001"/>
                    <a:pt x="120" y="7039"/>
                  </a:cubicBezTo>
                  <a:cubicBezTo>
                    <a:pt x="87" y="7079"/>
                    <a:pt x="49" y="7114"/>
                    <a:pt x="33" y="7161"/>
                  </a:cubicBezTo>
                  <a:cubicBezTo>
                    <a:pt x="0" y="7242"/>
                    <a:pt x="29" y="7268"/>
                    <a:pt x="74" y="7268"/>
                  </a:cubicBezTo>
                  <a:cubicBezTo>
                    <a:pt x="117" y="7268"/>
                    <a:pt x="176" y="7244"/>
                    <a:pt x="210" y="7221"/>
                  </a:cubicBezTo>
                  <a:cubicBezTo>
                    <a:pt x="269" y="7177"/>
                    <a:pt x="371" y="7095"/>
                    <a:pt x="380" y="7016"/>
                  </a:cubicBezTo>
                  <a:lnTo>
                    <a:pt x="380" y="7016"/>
                  </a:lnTo>
                  <a:cubicBezTo>
                    <a:pt x="368" y="7177"/>
                    <a:pt x="333" y="7339"/>
                    <a:pt x="344" y="7505"/>
                  </a:cubicBezTo>
                  <a:cubicBezTo>
                    <a:pt x="360" y="7667"/>
                    <a:pt x="435" y="7836"/>
                    <a:pt x="584" y="7907"/>
                  </a:cubicBezTo>
                  <a:cubicBezTo>
                    <a:pt x="628" y="7926"/>
                    <a:pt x="675" y="7935"/>
                    <a:pt x="722" y="7935"/>
                  </a:cubicBezTo>
                  <a:cubicBezTo>
                    <a:pt x="819" y="7935"/>
                    <a:pt x="919" y="7897"/>
                    <a:pt x="999" y="7836"/>
                  </a:cubicBezTo>
                  <a:cubicBezTo>
                    <a:pt x="1357" y="7548"/>
                    <a:pt x="1326" y="7039"/>
                    <a:pt x="1535" y="6669"/>
                  </a:cubicBezTo>
                  <a:cubicBezTo>
                    <a:pt x="1705" y="6377"/>
                    <a:pt x="2095" y="6188"/>
                    <a:pt x="2367" y="6014"/>
                  </a:cubicBezTo>
                  <a:cubicBezTo>
                    <a:pt x="2797" y="5738"/>
                    <a:pt x="3195" y="5419"/>
                    <a:pt x="3558" y="5064"/>
                  </a:cubicBezTo>
                  <a:cubicBezTo>
                    <a:pt x="3707" y="4919"/>
                    <a:pt x="3849" y="4764"/>
                    <a:pt x="3949" y="4579"/>
                  </a:cubicBezTo>
                  <a:cubicBezTo>
                    <a:pt x="4078" y="4335"/>
                    <a:pt x="4118" y="4051"/>
                    <a:pt x="4125" y="3771"/>
                  </a:cubicBezTo>
                  <a:cubicBezTo>
                    <a:pt x="4133" y="3432"/>
                    <a:pt x="4109" y="3097"/>
                    <a:pt x="4058" y="2769"/>
                  </a:cubicBezTo>
                  <a:cubicBezTo>
                    <a:pt x="3920" y="1925"/>
                    <a:pt x="3574" y="1133"/>
                    <a:pt x="3041" y="423"/>
                  </a:cubicBezTo>
                  <a:cubicBezTo>
                    <a:pt x="2923" y="265"/>
                    <a:pt x="2793" y="111"/>
                    <a:pt x="2615" y="29"/>
                  </a:cubicBezTo>
                  <a:cubicBezTo>
                    <a:pt x="2574" y="9"/>
                    <a:pt x="2526" y="0"/>
                    <a:pt x="2473" y="0"/>
                  </a:cubicBezTo>
                  <a:close/>
                </a:path>
              </a:pathLst>
            </a:custGeom>
            <a:solidFill>
              <a:schemeClr val="accent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6" name="Google Shape;1656;p42"/>
            <p:cNvSpPr/>
            <p:nvPr/>
          </p:nvSpPr>
          <p:spPr>
            <a:xfrm>
              <a:off x="5752539" y="2668188"/>
              <a:ext cx="2258633" cy="1947064"/>
            </a:xfrm>
            <a:custGeom>
              <a:rect b="b" l="l" r="r" t="t"/>
              <a:pathLst>
                <a:path extrusionOk="0" h="4012" w="4654">
                  <a:moveTo>
                    <a:pt x="305" y="0"/>
                  </a:moveTo>
                  <a:cubicBezTo>
                    <a:pt x="281" y="115"/>
                    <a:pt x="269" y="229"/>
                    <a:pt x="261" y="344"/>
                  </a:cubicBezTo>
                  <a:cubicBezTo>
                    <a:pt x="230" y="774"/>
                    <a:pt x="249" y="1196"/>
                    <a:pt x="143" y="1625"/>
                  </a:cubicBezTo>
                  <a:cubicBezTo>
                    <a:pt x="99" y="1807"/>
                    <a:pt x="1" y="1957"/>
                    <a:pt x="103" y="2102"/>
                  </a:cubicBezTo>
                  <a:cubicBezTo>
                    <a:pt x="178" y="2205"/>
                    <a:pt x="525" y="2304"/>
                    <a:pt x="647" y="2375"/>
                  </a:cubicBezTo>
                  <a:cubicBezTo>
                    <a:pt x="1294" y="2768"/>
                    <a:pt x="1834" y="3341"/>
                    <a:pt x="2177" y="4011"/>
                  </a:cubicBezTo>
                  <a:cubicBezTo>
                    <a:pt x="2954" y="3538"/>
                    <a:pt x="3703" y="3025"/>
                    <a:pt x="4421" y="2473"/>
                  </a:cubicBezTo>
                  <a:cubicBezTo>
                    <a:pt x="4654" y="2292"/>
                    <a:pt x="3111" y="1003"/>
                    <a:pt x="2989" y="919"/>
                  </a:cubicBezTo>
                  <a:cubicBezTo>
                    <a:pt x="2193" y="399"/>
                    <a:pt x="1259" y="76"/>
                    <a:pt x="305" y="0"/>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7" name="Google Shape;1657;p42"/>
            <p:cNvSpPr/>
            <p:nvPr/>
          </p:nvSpPr>
          <p:spPr>
            <a:xfrm>
              <a:off x="5374000" y="1505395"/>
              <a:ext cx="750775" cy="1640348"/>
            </a:xfrm>
            <a:custGeom>
              <a:rect b="b" l="l" r="r" t="t"/>
              <a:pathLst>
                <a:path extrusionOk="0" h="3380" w="1547">
                  <a:moveTo>
                    <a:pt x="795" y="0"/>
                  </a:moveTo>
                  <a:cubicBezTo>
                    <a:pt x="756" y="0"/>
                    <a:pt x="716" y="4"/>
                    <a:pt x="674" y="12"/>
                  </a:cubicBezTo>
                  <a:cubicBezTo>
                    <a:pt x="304" y="78"/>
                    <a:pt x="111" y="567"/>
                    <a:pt x="28" y="902"/>
                  </a:cubicBezTo>
                  <a:cubicBezTo>
                    <a:pt x="4" y="1005"/>
                    <a:pt x="8" y="1100"/>
                    <a:pt x="4" y="1202"/>
                  </a:cubicBezTo>
                  <a:cubicBezTo>
                    <a:pt x="0" y="1301"/>
                    <a:pt x="11" y="1399"/>
                    <a:pt x="35" y="1494"/>
                  </a:cubicBezTo>
                  <a:cubicBezTo>
                    <a:pt x="63" y="1604"/>
                    <a:pt x="111" y="1715"/>
                    <a:pt x="173" y="1810"/>
                  </a:cubicBezTo>
                  <a:cubicBezTo>
                    <a:pt x="205" y="1861"/>
                    <a:pt x="240" y="1908"/>
                    <a:pt x="280" y="1952"/>
                  </a:cubicBezTo>
                  <a:cubicBezTo>
                    <a:pt x="315" y="1987"/>
                    <a:pt x="363" y="1999"/>
                    <a:pt x="363" y="2050"/>
                  </a:cubicBezTo>
                  <a:cubicBezTo>
                    <a:pt x="366" y="2129"/>
                    <a:pt x="371" y="2212"/>
                    <a:pt x="371" y="2290"/>
                  </a:cubicBezTo>
                  <a:cubicBezTo>
                    <a:pt x="375" y="2464"/>
                    <a:pt x="371" y="2633"/>
                    <a:pt x="347" y="2807"/>
                  </a:cubicBezTo>
                  <a:cubicBezTo>
                    <a:pt x="324" y="2953"/>
                    <a:pt x="268" y="3106"/>
                    <a:pt x="272" y="3257"/>
                  </a:cubicBezTo>
                  <a:cubicBezTo>
                    <a:pt x="328" y="3260"/>
                    <a:pt x="366" y="3292"/>
                    <a:pt x="410" y="3319"/>
                  </a:cubicBezTo>
                  <a:cubicBezTo>
                    <a:pt x="482" y="3362"/>
                    <a:pt x="547" y="3379"/>
                    <a:pt x="626" y="3379"/>
                  </a:cubicBezTo>
                  <a:cubicBezTo>
                    <a:pt x="634" y="3379"/>
                    <a:pt x="642" y="3379"/>
                    <a:pt x="650" y="3379"/>
                  </a:cubicBezTo>
                  <a:cubicBezTo>
                    <a:pt x="1001" y="3363"/>
                    <a:pt x="1455" y="3197"/>
                    <a:pt x="1439" y="2771"/>
                  </a:cubicBezTo>
                  <a:cubicBezTo>
                    <a:pt x="1431" y="2444"/>
                    <a:pt x="1372" y="2117"/>
                    <a:pt x="1404" y="1790"/>
                  </a:cubicBezTo>
                  <a:cubicBezTo>
                    <a:pt x="1423" y="1545"/>
                    <a:pt x="1494" y="1304"/>
                    <a:pt x="1514" y="1056"/>
                  </a:cubicBezTo>
                  <a:cubicBezTo>
                    <a:pt x="1547" y="606"/>
                    <a:pt x="1292" y="0"/>
                    <a:pt x="795" y="0"/>
                  </a:cubicBezTo>
                  <a:close/>
                </a:path>
              </a:pathLst>
            </a:custGeom>
            <a:solidFill>
              <a:schemeClr val="accent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8" name="Google Shape;1658;p42"/>
            <p:cNvSpPr/>
            <p:nvPr/>
          </p:nvSpPr>
          <p:spPr>
            <a:xfrm>
              <a:off x="5352647" y="1330685"/>
              <a:ext cx="897824" cy="745921"/>
            </a:xfrm>
            <a:custGeom>
              <a:rect b="b" l="l" r="r" t="t"/>
              <a:pathLst>
                <a:path extrusionOk="0" h="1537" w="1850">
                  <a:moveTo>
                    <a:pt x="360" y="0"/>
                  </a:moveTo>
                  <a:cubicBezTo>
                    <a:pt x="355" y="0"/>
                    <a:pt x="349" y="0"/>
                    <a:pt x="344" y="1"/>
                  </a:cubicBezTo>
                  <a:cubicBezTo>
                    <a:pt x="332" y="1"/>
                    <a:pt x="324" y="1"/>
                    <a:pt x="312" y="4"/>
                  </a:cubicBezTo>
                  <a:cubicBezTo>
                    <a:pt x="245" y="17"/>
                    <a:pt x="182" y="56"/>
                    <a:pt x="135" y="103"/>
                  </a:cubicBezTo>
                  <a:cubicBezTo>
                    <a:pt x="64" y="174"/>
                    <a:pt x="13" y="265"/>
                    <a:pt x="8" y="367"/>
                  </a:cubicBezTo>
                  <a:cubicBezTo>
                    <a:pt x="1" y="466"/>
                    <a:pt x="40" y="568"/>
                    <a:pt x="119" y="627"/>
                  </a:cubicBezTo>
                  <a:cubicBezTo>
                    <a:pt x="185" y="677"/>
                    <a:pt x="268" y="691"/>
                    <a:pt x="352" y="691"/>
                  </a:cubicBezTo>
                  <a:cubicBezTo>
                    <a:pt x="407" y="691"/>
                    <a:pt x="464" y="685"/>
                    <a:pt x="517" y="679"/>
                  </a:cubicBezTo>
                  <a:cubicBezTo>
                    <a:pt x="648" y="666"/>
                    <a:pt x="779" y="658"/>
                    <a:pt x="908" y="658"/>
                  </a:cubicBezTo>
                  <a:cubicBezTo>
                    <a:pt x="934" y="658"/>
                    <a:pt x="960" y="659"/>
                    <a:pt x="987" y="659"/>
                  </a:cubicBezTo>
                  <a:cubicBezTo>
                    <a:pt x="1054" y="659"/>
                    <a:pt x="1125" y="663"/>
                    <a:pt x="1183" y="698"/>
                  </a:cubicBezTo>
                  <a:cubicBezTo>
                    <a:pt x="1247" y="734"/>
                    <a:pt x="1286" y="805"/>
                    <a:pt x="1314" y="876"/>
                  </a:cubicBezTo>
                  <a:cubicBezTo>
                    <a:pt x="1357" y="982"/>
                    <a:pt x="1377" y="1105"/>
                    <a:pt x="1329" y="1211"/>
                  </a:cubicBezTo>
                  <a:cubicBezTo>
                    <a:pt x="1314" y="1251"/>
                    <a:pt x="1290" y="1286"/>
                    <a:pt x="1278" y="1326"/>
                  </a:cubicBezTo>
                  <a:cubicBezTo>
                    <a:pt x="1255" y="1395"/>
                    <a:pt x="1291" y="1537"/>
                    <a:pt x="1375" y="1537"/>
                  </a:cubicBezTo>
                  <a:cubicBezTo>
                    <a:pt x="1390" y="1537"/>
                    <a:pt x="1406" y="1533"/>
                    <a:pt x="1424" y="1522"/>
                  </a:cubicBezTo>
                  <a:cubicBezTo>
                    <a:pt x="1448" y="1507"/>
                    <a:pt x="1460" y="1487"/>
                    <a:pt x="1475" y="1464"/>
                  </a:cubicBezTo>
                  <a:cubicBezTo>
                    <a:pt x="1574" y="1322"/>
                    <a:pt x="1747" y="1180"/>
                    <a:pt x="1795" y="1006"/>
                  </a:cubicBezTo>
                  <a:cubicBezTo>
                    <a:pt x="1811" y="943"/>
                    <a:pt x="1806" y="880"/>
                    <a:pt x="1826" y="816"/>
                  </a:cubicBezTo>
                  <a:cubicBezTo>
                    <a:pt x="1850" y="726"/>
                    <a:pt x="1818" y="679"/>
                    <a:pt x="1799" y="596"/>
                  </a:cubicBezTo>
                  <a:cubicBezTo>
                    <a:pt x="1775" y="481"/>
                    <a:pt x="1830" y="348"/>
                    <a:pt x="1751" y="261"/>
                  </a:cubicBezTo>
                  <a:cubicBezTo>
                    <a:pt x="1677" y="174"/>
                    <a:pt x="1538" y="210"/>
                    <a:pt x="1428" y="174"/>
                  </a:cubicBezTo>
                  <a:cubicBezTo>
                    <a:pt x="1373" y="154"/>
                    <a:pt x="1322" y="111"/>
                    <a:pt x="1267" y="91"/>
                  </a:cubicBezTo>
                  <a:cubicBezTo>
                    <a:pt x="1226" y="76"/>
                    <a:pt x="1185" y="70"/>
                    <a:pt x="1143" y="70"/>
                  </a:cubicBezTo>
                  <a:cubicBezTo>
                    <a:pt x="1032" y="70"/>
                    <a:pt x="918" y="109"/>
                    <a:pt x="806" y="109"/>
                  </a:cubicBezTo>
                  <a:cubicBezTo>
                    <a:pt x="790" y="109"/>
                    <a:pt x="774" y="109"/>
                    <a:pt x="758" y="107"/>
                  </a:cubicBezTo>
                  <a:cubicBezTo>
                    <a:pt x="621" y="92"/>
                    <a:pt x="496" y="0"/>
                    <a:pt x="360" y="0"/>
                  </a:cubicBezTo>
                  <a:close/>
                </a:path>
              </a:pathLst>
            </a:custGeom>
            <a:solidFill>
              <a:schemeClr val="dk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9" name="Google Shape;1659;p42"/>
            <p:cNvSpPr/>
            <p:nvPr/>
          </p:nvSpPr>
          <p:spPr>
            <a:xfrm>
              <a:off x="5919484" y="1905772"/>
              <a:ext cx="279539" cy="235375"/>
            </a:xfrm>
            <a:custGeom>
              <a:rect b="b" l="l" r="r" t="t"/>
              <a:pathLst>
                <a:path extrusionOk="0" h="485" w="576">
                  <a:moveTo>
                    <a:pt x="327" y="0"/>
                  </a:moveTo>
                  <a:cubicBezTo>
                    <a:pt x="243" y="0"/>
                    <a:pt x="159" y="34"/>
                    <a:pt x="114" y="89"/>
                  </a:cubicBezTo>
                  <a:cubicBezTo>
                    <a:pt x="0" y="224"/>
                    <a:pt x="83" y="484"/>
                    <a:pt x="292" y="484"/>
                  </a:cubicBezTo>
                  <a:cubicBezTo>
                    <a:pt x="321" y="484"/>
                    <a:pt x="353" y="479"/>
                    <a:pt x="386" y="468"/>
                  </a:cubicBezTo>
                  <a:cubicBezTo>
                    <a:pt x="485" y="436"/>
                    <a:pt x="556" y="341"/>
                    <a:pt x="572" y="259"/>
                  </a:cubicBezTo>
                  <a:cubicBezTo>
                    <a:pt x="576" y="223"/>
                    <a:pt x="576" y="188"/>
                    <a:pt x="563" y="152"/>
                  </a:cubicBezTo>
                  <a:cubicBezTo>
                    <a:pt x="540" y="77"/>
                    <a:pt x="457" y="15"/>
                    <a:pt x="363" y="2"/>
                  </a:cubicBezTo>
                  <a:cubicBezTo>
                    <a:pt x="351" y="1"/>
                    <a:pt x="339" y="0"/>
                    <a:pt x="32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0" name="Google Shape;1660;p42"/>
            <p:cNvSpPr/>
            <p:nvPr/>
          </p:nvSpPr>
          <p:spPr>
            <a:xfrm>
              <a:off x="6059252" y="1957700"/>
              <a:ext cx="74738" cy="106768"/>
            </a:xfrm>
            <a:custGeom>
              <a:rect b="b" l="l" r="r" t="t"/>
              <a:pathLst>
                <a:path extrusionOk="0" h="220" w="154">
                  <a:moveTo>
                    <a:pt x="22" y="0"/>
                  </a:moveTo>
                  <a:cubicBezTo>
                    <a:pt x="15" y="0"/>
                    <a:pt x="7" y="1"/>
                    <a:pt x="0" y="2"/>
                  </a:cubicBezTo>
                  <a:lnTo>
                    <a:pt x="66" y="203"/>
                  </a:lnTo>
                  <a:cubicBezTo>
                    <a:pt x="71" y="207"/>
                    <a:pt x="71" y="215"/>
                    <a:pt x="75" y="219"/>
                  </a:cubicBezTo>
                  <a:cubicBezTo>
                    <a:pt x="90" y="211"/>
                    <a:pt x="110" y="199"/>
                    <a:pt x="122" y="187"/>
                  </a:cubicBezTo>
                  <a:cubicBezTo>
                    <a:pt x="153" y="152"/>
                    <a:pt x="153" y="92"/>
                    <a:pt x="126" y="53"/>
                  </a:cubicBezTo>
                  <a:cubicBezTo>
                    <a:pt x="103" y="20"/>
                    <a:pt x="62" y="0"/>
                    <a:pt x="22" y="0"/>
                  </a:cubicBezTo>
                  <a:close/>
                </a:path>
              </a:pathLst>
            </a:cu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1" name="Google Shape;1661;p42"/>
            <p:cNvSpPr/>
            <p:nvPr/>
          </p:nvSpPr>
          <p:spPr>
            <a:xfrm>
              <a:off x="3289612" y="4665708"/>
              <a:ext cx="2528950" cy="1157950"/>
            </a:xfrm>
            <a:custGeom>
              <a:rect b="b" l="l" r="r" t="t"/>
              <a:pathLst>
                <a:path extrusionOk="0" h="2386" w="5211">
                  <a:moveTo>
                    <a:pt x="2491" y="0"/>
                  </a:moveTo>
                  <a:cubicBezTo>
                    <a:pt x="2390" y="0"/>
                    <a:pt x="2289" y="6"/>
                    <a:pt x="2189" y="17"/>
                  </a:cubicBezTo>
                  <a:cubicBezTo>
                    <a:pt x="1740" y="68"/>
                    <a:pt x="1302" y="230"/>
                    <a:pt x="916" y="474"/>
                  </a:cubicBezTo>
                  <a:cubicBezTo>
                    <a:pt x="565" y="696"/>
                    <a:pt x="195" y="1027"/>
                    <a:pt x="64" y="1437"/>
                  </a:cubicBezTo>
                  <a:cubicBezTo>
                    <a:pt x="1" y="1638"/>
                    <a:pt x="33" y="1855"/>
                    <a:pt x="195" y="2001"/>
                  </a:cubicBezTo>
                  <a:cubicBezTo>
                    <a:pt x="545" y="2316"/>
                    <a:pt x="1254" y="2301"/>
                    <a:pt x="1693" y="2320"/>
                  </a:cubicBezTo>
                  <a:cubicBezTo>
                    <a:pt x="1859" y="2327"/>
                    <a:pt x="2027" y="2331"/>
                    <a:pt x="2196" y="2331"/>
                  </a:cubicBezTo>
                  <a:cubicBezTo>
                    <a:pt x="2578" y="2331"/>
                    <a:pt x="2962" y="2309"/>
                    <a:pt x="3336" y="2249"/>
                  </a:cubicBezTo>
                  <a:cubicBezTo>
                    <a:pt x="3518" y="2249"/>
                    <a:pt x="3704" y="2201"/>
                    <a:pt x="3889" y="2190"/>
                  </a:cubicBezTo>
                  <a:cubicBezTo>
                    <a:pt x="3938" y="2190"/>
                    <a:pt x="3988" y="2176"/>
                    <a:pt x="4040" y="2176"/>
                  </a:cubicBezTo>
                  <a:cubicBezTo>
                    <a:pt x="4050" y="2176"/>
                    <a:pt x="4060" y="2176"/>
                    <a:pt x="4070" y="2178"/>
                  </a:cubicBezTo>
                  <a:cubicBezTo>
                    <a:pt x="4157" y="2186"/>
                    <a:pt x="4244" y="2210"/>
                    <a:pt x="4330" y="2230"/>
                  </a:cubicBezTo>
                  <a:cubicBezTo>
                    <a:pt x="4339" y="2230"/>
                    <a:pt x="4346" y="2230"/>
                    <a:pt x="4350" y="2233"/>
                  </a:cubicBezTo>
                  <a:cubicBezTo>
                    <a:pt x="4358" y="2241"/>
                    <a:pt x="4358" y="2249"/>
                    <a:pt x="4362" y="2257"/>
                  </a:cubicBezTo>
                  <a:cubicBezTo>
                    <a:pt x="4398" y="2354"/>
                    <a:pt x="4483" y="2385"/>
                    <a:pt x="4573" y="2385"/>
                  </a:cubicBezTo>
                  <a:cubicBezTo>
                    <a:pt x="4604" y="2385"/>
                    <a:pt x="4636" y="2381"/>
                    <a:pt x="4666" y="2375"/>
                  </a:cubicBezTo>
                  <a:cubicBezTo>
                    <a:pt x="4748" y="2356"/>
                    <a:pt x="4835" y="2328"/>
                    <a:pt x="4887" y="2261"/>
                  </a:cubicBezTo>
                  <a:cubicBezTo>
                    <a:pt x="4934" y="2201"/>
                    <a:pt x="4950" y="2119"/>
                    <a:pt x="4930" y="2044"/>
                  </a:cubicBezTo>
                  <a:cubicBezTo>
                    <a:pt x="4910" y="1969"/>
                    <a:pt x="4855" y="1894"/>
                    <a:pt x="4780" y="1866"/>
                  </a:cubicBezTo>
                  <a:cubicBezTo>
                    <a:pt x="4749" y="1857"/>
                    <a:pt x="4612" y="1831"/>
                    <a:pt x="4537" y="1831"/>
                  </a:cubicBezTo>
                  <a:cubicBezTo>
                    <a:pt x="4515" y="1831"/>
                    <a:pt x="4499" y="1834"/>
                    <a:pt x="4492" y="1839"/>
                  </a:cubicBezTo>
                  <a:cubicBezTo>
                    <a:pt x="4623" y="1733"/>
                    <a:pt x="4748" y="1633"/>
                    <a:pt x="4894" y="1555"/>
                  </a:cubicBezTo>
                  <a:cubicBezTo>
                    <a:pt x="4993" y="1504"/>
                    <a:pt x="5151" y="1460"/>
                    <a:pt x="5178" y="1334"/>
                  </a:cubicBezTo>
                  <a:cubicBezTo>
                    <a:pt x="5210" y="1189"/>
                    <a:pt x="5170" y="1042"/>
                    <a:pt x="5076" y="924"/>
                  </a:cubicBezTo>
                  <a:cubicBezTo>
                    <a:pt x="5064" y="909"/>
                    <a:pt x="5048" y="889"/>
                    <a:pt x="5036" y="873"/>
                  </a:cubicBezTo>
                  <a:cubicBezTo>
                    <a:pt x="4945" y="767"/>
                    <a:pt x="4863" y="687"/>
                    <a:pt x="4705" y="672"/>
                  </a:cubicBezTo>
                  <a:cubicBezTo>
                    <a:pt x="4583" y="660"/>
                    <a:pt x="4461" y="672"/>
                    <a:pt x="4342" y="645"/>
                  </a:cubicBezTo>
                  <a:cubicBezTo>
                    <a:pt x="4184" y="609"/>
                    <a:pt x="4051" y="506"/>
                    <a:pt x="3917" y="416"/>
                  </a:cubicBezTo>
                  <a:cubicBezTo>
                    <a:pt x="3496" y="140"/>
                    <a:pt x="2993" y="0"/>
                    <a:pt x="2491" y="0"/>
                  </a:cubicBezTo>
                  <a:close/>
                </a:path>
              </a:pathLst>
            </a:cu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2" name="Google Shape;1662;p42"/>
            <p:cNvSpPr/>
            <p:nvPr/>
          </p:nvSpPr>
          <p:spPr>
            <a:xfrm>
              <a:off x="5454075" y="4852551"/>
              <a:ext cx="291186" cy="292642"/>
            </a:xfrm>
            <a:custGeom>
              <a:rect b="b" l="l" r="r" t="t"/>
              <a:pathLst>
                <a:path extrusionOk="0" h="603" w="600">
                  <a:moveTo>
                    <a:pt x="475" y="1"/>
                  </a:moveTo>
                  <a:cubicBezTo>
                    <a:pt x="462" y="1"/>
                    <a:pt x="449" y="5"/>
                    <a:pt x="438" y="14"/>
                  </a:cubicBezTo>
                  <a:lnTo>
                    <a:pt x="1" y="444"/>
                  </a:lnTo>
                  <a:lnTo>
                    <a:pt x="600" y="602"/>
                  </a:lnTo>
                  <a:lnTo>
                    <a:pt x="600" y="602"/>
                  </a:lnTo>
                  <a:lnTo>
                    <a:pt x="529" y="47"/>
                  </a:lnTo>
                  <a:cubicBezTo>
                    <a:pt x="526" y="18"/>
                    <a:pt x="501" y="1"/>
                    <a:pt x="475" y="1"/>
                  </a:cubicBezTo>
                  <a:close/>
                </a:path>
              </a:pathLst>
            </a:custGeom>
            <a:solidFill>
              <a:schemeClr val="dk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3" name="Google Shape;1663;p42"/>
            <p:cNvSpPr/>
            <p:nvPr/>
          </p:nvSpPr>
          <p:spPr>
            <a:xfrm>
              <a:off x="5078934" y="4875845"/>
              <a:ext cx="291671" cy="332437"/>
            </a:xfrm>
            <a:custGeom>
              <a:rect b="b" l="l" r="r" t="t"/>
              <a:pathLst>
                <a:path extrusionOk="0" h="685" w="601">
                  <a:moveTo>
                    <a:pt x="70" y="1"/>
                  </a:moveTo>
                  <a:cubicBezTo>
                    <a:pt x="43" y="1"/>
                    <a:pt x="17" y="21"/>
                    <a:pt x="17" y="50"/>
                  </a:cubicBezTo>
                  <a:lnTo>
                    <a:pt x="1" y="685"/>
                  </a:lnTo>
                  <a:lnTo>
                    <a:pt x="601" y="365"/>
                  </a:lnTo>
                  <a:lnTo>
                    <a:pt x="99" y="10"/>
                  </a:lnTo>
                  <a:cubicBezTo>
                    <a:pt x="90" y="3"/>
                    <a:pt x="80" y="1"/>
                    <a:pt x="70" y="1"/>
                  </a:cubicBezTo>
                  <a:close/>
                </a:path>
              </a:pathLst>
            </a:custGeom>
            <a:solidFill>
              <a:schemeClr val="dk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4" name="Google Shape;1664;p42"/>
            <p:cNvSpPr/>
            <p:nvPr/>
          </p:nvSpPr>
          <p:spPr>
            <a:xfrm>
              <a:off x="3287671" y="5213133"/>
              <a:ext cx="1793706" cy="759510"/>
            </a:xfrm>
            <a:custGeom>
              <a:rect b="b" l="l" r="r" t="t"/>
              <a:pathLst>
                <a:path extrusionOk="0" h="1565" w="3696">
                  <a:moveTo>
                    <a:pt x="467" y="0"/>
                  </a:moveTo>
                  <a:cubicBezTo>
                    <a:pt x="335" y="0"/>
                    <a:pt x="212" y="90"/>
                    <a:pt x="135" y="203"/>
                  </a:cubicBezTo>
                  <a:cubicBezTo>
                    <a:pt x="80" y="277"/>
                    <a:pt x="44" y="364"/>
                    <a:pt x="24" y="454"/>
                  </a:cubicBezTo>
                  <a:cubicBezTo>
                    <a:pt x="5" y="534"/>
                    <a:pt x="1" y="612"/>
                    <a:pt x="9" y="695"/>
                  </a:cubicBezTo>
                  <a:cubicBezTo>
                    <a:pt x="28" y="853"/>
                    <a:pt x="99" y="1002"/>
                    <a:pt x="214" y="1117"/>
                  </a:cubicBezTo>
                  <a:cubicBezTo>
                    <a:pt x="288" y="1200"/>
                    <a:pt x="403" y="1247"/>
                    <a:pt x="501" y="1295"/>
                  </a:cubicBezTo>
                  <a:cubicBezTo>
                    <a:pt x="934" y="1483"/>
                    <a:pt x="1422" y="1565"/>
                    <a:pt x="1897" y="1565"/>
                  </a:cubicBezTo>
                  <a:cubicBezTo>
                    <a:pt x="2029" y="1565"/>
                    <a:pt x="2160" y="1559"/>
                    <a:pt x="2288" y="1546"/>
                  </a:cubicBezTo>
                  <a:cubicBezTo>
                    <a:pt x="3160" y="1472"/>
                    <a:pt x="3695" y="1366"/>
                    <a:pt x="3660" y="1140"/>
                  </a:cubicBezTo>
                  <a:cubicBezTo>
                    <a:pt x="3649" y="1066"/>
                    <a:pt x="3528" y="1044"/>
                    <a:pt x="3344" y="1044"/>
                  </a:cubicBezTo>
                  <a:cubicBezTo>
                    <a:pt x="3075" y="1044"/>
                    <a:pt x="2673" y="1092"/>
                    <a:pt x="2287" y="1092"/>
                  </a:cubicBezTo>
                  <a:cubicBezTo>
                    <a:pt x="2194" y="1092"/>
                    <a:pt x="2101" y="1089"/>
                    <a:pt x="2012" y="1082"/>
                  </a:cubicBezTo>
                  <a:cubicBezTo>
                    <a:pt x="1433" y="1038"/>
                    <a:pt x="912" y="967"/>
                    <a:pt x="730" y="809"/>
                  </a:cubicBezTo>
                  <a:cubicBezTo>
                    <a:pt x="659" y="738"/>
                    <a:pt x="636" y="656"/>
                    <a:pt x="620" y="558"/>
                  </a:cubicBezTo>
                  <a:cubicBezTo>
                    <a:pt x="601" y="458"/>
                    <a:pt x="624" y="392"/>
                    <a:pt x="656" y="289"/>
                  </a:cubicBezTo>
                  <a:cubicBezTo>
                    <a:pt x="672" y="238"/>
                    <a:pt x="687" y="179"/>
                    <a:pt x="672" y="123"/>
                  </a:cubicBezTo>
                  <a:cubicBezTo>
                    <a:pt x="648" y="61"/>
                    <a:pt x="585" y="17"/>
                    <a:pt x="517" y="5"/>
                  </a:cubicBezTo>
                  <a:cubicBezTo>
                    <a:pt x="500" y="2"/>
                    <a:pt x="483" y="0"/>
                    <a:pt x="467" y="0"/>
                  </a:cubicBezTo>
                  <a:close/>
                </a:path>
              </a:pathLst>
            </a:cu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5" name="Google Shape;1665;p42"/>
            <p:cNvSpPr/>
            <p:nvPr/>
          </p:nvSpPr>
          <p:spPr>
            <a:xfrm>
              <a:off x="4924122" y="4979216"/>
              <a:ext cx="1050696" cy="593534"/>
            </a:xfrm>
            <a:custGeom>
              <a:rect b="b" l="l" r="r" t="t"/>
              <a:pathLst>
                <a:path extrusionOk="0" h="1223" w="2165">
                  <a:moveTo>
                    <a:pt x="992" y="0"/>
                  </a:moveTo>
                  <a:cubicBezTo>
                    <a:pt x="761" y="0"/>
                    <a:pt x="521" y="35"/>
                    <a:pt x="379" y="168"/>
                  </a:cubicBezTo>
                  <a:cubicBezTo>
                    <a:pt x="339" y="203"/>
                    <a:pt x="304" y="246"/>
                    <a:pt x="285" y="301"/>
                  </a:cubicBezTo>
                  <a:cubicBezTo>
                    <a:pt x="265" y="349"/>
                    <a:pt x="252" y="396"/>
                    <a:pt x="229" y="443"/>
                  </a:cubicBezTo>
                  <a:cubicBezTo>
                    <a:pt x="205" y="491"/>
                    <a:pt x="170" y="534"/>
                    <a:pt x="119" y="546"/>
                  </a:cubicBezTo>
                  <a:cubicBezTo>
                    <a:pt x="95" y="550"/>
                    <a:pt x="59" y="566"/>
                    <a:pt x="75" y="585"/>
                  </a:cubicBezTo>
                  <a:cubicBezTo>
                    <a:pt x="79" y="594"/>
                    <a:pt x="87" y="598"/>
                    <a:pt x="99" y="601"/>
                  </a:cubicBezTo>
                  <a:cubicBezTo>
                    <a:pt x="119" y="614"/>
                    <a:pt x="126" y="641"/>
                    <a:pt x="119" y="661"/>
                  </a:cubicBezTo>
                  <a:cubicBezTo>
                    <a:pt x="109" y="680"/>
                    <a:pt x="90" y="691"/>
                    <a:pt x="72" y="691"/>
                  </a:cubicBezTo>
                  <a:cubicBezTo>
                    <a:pt x="68" y="691"/>
                    <a:pt x="63" y="690"/>
                    <a:pt x="59" y="688"/>
                  </a:cubicBezTo>
                  <a:lnTo>
                    <a:pt x="59" y="688"/>
                  </a:lnTo>
                  <a:cubicBezTo>
                    <a:pt x="75" y="712"/>
                    <a:pt x="91" y="743"/>
                    <a:pt x="95" y="771"/>
                  </a:cubicBezTo>
                  <a:cubicBezTo>
                    <a:pt x="63" y="763"/>
                    <a:pt x="32" y="756"/>
                    <a:pt x="1" y="751"/>
                  </a:cubicBezTo>
                  <a:lnTo>
                    <a:pt x="1" y="751"/>
                  </a:lnTo>
                  <a:cubicBezTo>
                    <a:pt x="1" y="751"/>
                    <a:pt x="75" y="893"/>
                    <a:pt x="91" y="909"/>
                  </a:cubicBezTo>
                  <a:cubicBezTo>
                    <a:pt x="134" y="964"/>
                    <a:pt x="190" y="996"/>
                    <a:pt x="245" y="1040"/>
                  </a:cubicBezTo>
                  <a:cubicBezTo>
                    <a:pt x="352" y="1122"/>
                    <a:pt x="426" y="1158"/>
                    <a:pt x="560" y="1181"/>
                  </a:cubicBezTo>
                  <a:cubicBezTo>
                    <a:pt x="709" y="1209"/>
                    <a:pt x="861" y="1222"/>
                    <a:pt x="1013" y="1222"/>
                  </a:cubicBezTo>
                  <a:cubicBezTo>
                    <a:pt x="1190" y="1222"/>
                    <a:pt x="1368" y="1204"/>
                    <a:pt x="1542" y="1165"/>
                  </a:cubicBezTo>
                  <a:cubicBezTo>
                    <a:pt x="1637" y="1142"/>
                    <a:pt x="1735" y="1114"/>
                    <a:pt x="1814" y="1055"/>
                  </a:cubicBezTo>
                  <a:cubicBezTo>
                    <a:pt x="1908" y="987"/>
                    <a:pt x="1999" y="913"/>
                    <a:pt x="2094" y="846"/>
                  </a:cubicBezTo>
                  <a:cubicBezTo>
                    <a:pt x="2130" y="827"/>
                    <a:pt x="2165" y="783"/>
                    <a:pt x="2137" y="751"/>
                  </a:cubicBezTo>
                  <a:cubicBezTo>
                    <a:pt x="2114" y="723"/>
                    <a:pt x="2055" y="732"/>
                    <a:pt x="2050" y="696"/>
                  </a:cubicBezTo>
                  <a:cubicBezTo>
                    <a:pt x="2047" y="680"/>
                    <a:pt x="2063" y="665"/>
                    <a:pt x="2063" y="645"/>
                  </a:cubicBezTo>
                  <a:cubicBezTo>
                    <a:pt x="2035" y="633"/>
                    <a:pt x="2012" y="621"/>
                    <a:pt x="1984" y="609"/>
                  </a:cubicBezTo>
                  <a:cubicBezTo>
                    <a:pt x="1972" y="601"/>
                    <a:pt x="1964" y="598"/>
                    <a:pt x="1960" y="590"/>
                  </a:cubicBezTo>
                  <a:cubicBezTo>
                    <a:pt x="1948" y="574"/>
                    <a:pt x="1960" y="550"/>
                    <a:pt x="1976" y="538"/>
                  </a:cubicBezTo>
                  <a:cubicBezTo>
                    <a:pt x="1992" y="523"/>
                    <a:pt x="2008" y="514"/>
                    <a:pt x="2015" y="495"/>
                  </a:cubicBezTo>
                  <a:cubicBezTo>
                    <a:pt x="1952" y="472"/>
                    <a:pt x="1881" y="443"/>
                    <a:pt x="1846" y="388"/>
                  </a:cubicBezTo>
                  <a:cubicBezTo>
                    <a:pt x="1826" y="361"/>
                    <a:pt x="1819" y="334"/>
                    <a:pt x="1806" y="301"/>
                  </a:cubicBezTo>
                  <a:cubicBezTo>
                    <a:pt x="1743" y="148"/>
                    <a:pt x="1609" y="46"/>
                    <a:pt x="1440" y="30"/>
                  </a:cubicBezTo>
                  <a:cubicBezTo>
                    <a:pt x="1321" y="18"/>
                    <a:pt x="1159" y="0"/>
                    <a:pt x="992" y="0"/>
                  </a:cubicBezTo>
                  <a:close/>
                </a:path>
              </a:pathLst>
            </a:cu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6" name="Google Shape;1666;p42"/>
            <p:cNvSpPr/>
            <p:nvPr/>
          </p:nvSpPr>
          <p:spPr>
            <a:xfrm>
              <a:off x="5367691" y="5361637"/>
              <a:ext cx="149961" cy="67458"/>
            </a:xfrm>
            <a:custGeom>
              <a:rect b="b" l="l" r="r" t="t"/>
              <a:pathLst>
                <a:path extrusionOk="0" h="139" w="309">
                  <a:moveTo>
                    <a:pt x="283" y="0"/>
                  </a:moveTo>
                  <a:cubicBezTo>
                    <a:pt x="280" y="0"/>
                    <a:pt x="276" y="1"/>
                    <a:pt x="273" y="3"/>
                  </a:cubicBezTo>
                  <a:cubicBezTo>
                    <a:pt x="190" y="10"/>
                    <a:pt x="115" y="15"/>
                    <a:pt x="37" y="15"/>
                  </a:cubicBezTo>
                  <a:cubicBezTo>
                    <a:pt x="21" y="15"/>
                    <a:pt x="1" y="19"/>
                    <a:pt x="1" y="34"/>
                  </a:cubicBezTo>
                  <a:cubicBezTo>
                    <a:pt x="1" y="42"/>
                    <a:pt x="6" y="50"/>
                    <a:pt x="13" y="54"/>
                  </a:cubicBezTo>
                  <a:cubicBezTo>
                    <a:pt x="54" y="95"/>
                    <a:pt x="99" y="138"/>
                    <a:pt x="152" y="138"/>
                  </a:cubicBezTo>
                  <a:cubicBezTo>
                    <a:pt x="171" y="138"/>
                    <a:pt x="190" y="133"/>
                    <a:pt x="210" y="121"/>
                  </a:cubicBezTo>
                  <a:cubicBezTo>
                    <a:pt x="242" y="105"/>
                    <a:pt x="266" y="81"/>
                    <a:pt x="285" y="58"/>
                  </a:cubicBezTo>
                  <a:cubicBezTo>
                    <a:pt x="293" y="54"/>
                    <a:pt x="297" y="46"/>
                    <a:pt x="301" y="39"/>
                  </a:cubicBezTo>
                  <a:cubicBezTo>
                    <a:pt x="305" y="26"/>
                    <a:pt x="308" y="15"/>
                    <a:pt x="297" y="6"/>
                  </a:cubicBezTo>
                  <a:cubicBezTo>
                    <a:pt x="293" y="2"/>
                    <a:pt x="288" y="0"/>
                    <a:pt x="28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7" name="Google Shape;1667;p42"/>
            <p:cNvSpPr/>
            <p:nvPr/>
          </p:nvSpPr>
          <p:spPr>
            <a:xfrm>
              <a:off x="5098346" y="5246134"/>
              <a:ext cx="195580" cy="48046"/>
            </a:xfrm>
            <a:custGeom>
              <a:rect b="b" l="l" r="r" t="t"/>
              <a:pathLst>
                <a:path extrusionOk="0" h="99" w="403">
                  <a:moveTo>
                    <a:pt x="24" y="0"/>
                  </a:moveTo>
                  <a:lnTo>
                    <a:pt x="0" y="28"/>
                  </a:lnTo>
                  <a:cubicBezTo>
                    <a:pt x="64" y="75"/>
                    <a:pt x="138" y="99"/>
                    <a:pt x="213" y="99"/>
                  </a:cubicBezTo>
                  <a:cubicBezTo>
                    <a:pt x="280" y="99"/>
                    <a:pt x="343" y="83"/>
                    <a:pt x="402" y="48"/>
                  </a:cubicBezTo>
                  <a:lnTo>
                    <a:pt x="383" y="16"/>
                  </a:lnTo>
                  <a:cubicBezTo>
                    <a:pt x="331" y="48"/>
                    <a:pt x="272" y="64"/>
                    <a:pt x="213" y="64"/>
                  </a:cubicBezTo>
                  <a:cubicBezTo>
                    <a:pt x="146" y="64"/>
                    <a:pt x="79" y="44"/>
                    <a:pt x="2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8" name="Google Shape;1668;p42"/>
            <p:cNvSpPr/>
            <p:nvPr/>
          </p:nvSpPr>
          <p:spPr>
            <a:xfrm>
              <a:off x="5586079" y="5213618"/>
              <a:ext cx="166947" cy="57752"/>
            </a:xfrm>
            <a:custGeom>
              <a:rect b="b" l="l" r="r" t="t"/>
              <a:pathLst>
                <a:path extrusionOk="0" h="119" w="344">
                  <a:moveTo>
                    <a:pt x="316" y="0"/>
                  </a:moveTo>
                  <a:cubicBezTo>
                    <a:pt x="304" y="20"/>
                    <a:pt x="289" y="36"/>
                    <a:pt x="269" y="47"/>
                  </a:cubicBezTo>
                  <a:cubicBezTo>
                    <a:pt x="249" y="60"/>
                    <a:pt x="226" y="67"/>
                    <a:pt x="198" y="75"/>
                  </a:cubicBezTo>
                  <a:cubicBezTo>
                    <a:pt x="166" y="79"/>
                    <a:pt x="135" y="83"/>
                    <a:pt x="103" y="83"/>
                  </a:cubicBezTo>
                  <a:cubicBezTo>
                    <a:pt x="71" y="83"/>
                    <a:pt x="40" y="79"/>
                    <a:pt x="5" y="75"/>
                  </a:cubicBezTo>
                  <a:lnTo>
                    <a:pt x="0" y="107"/>
                  </a:lnTo>
                  <a:cubicBezTo>
                    <a:pt x="32" y="115"/>
                    <a:pt x="67" y="118"/>
                    <a:pt x="103" y="118"/>
                  </a:cubicBezTo>
                  <a:cubicBezTo>
                    <a:pt x="138" y="118"/>
                    <a:pt x="174" y="115"/>
                    <a:pt x="206" y="107"/>
                  </a:cubicBezTo>
                  <a:cubicBezTo>
                    <a:pt x="233" y="102"/>
                    <a:pt x="261" y="95"/>
                    <a:pt x="284" y="79"/>
                  </a:cubicBezTo>
                  <a:cubicBezTo>
                    <a:pt x="313" y="63"/>
                    <a:pt x="332" y="44"/>
                    <a:pt x="344" y="16"/>
                  </a:cubicBezTo>
                  <a:lnTo>
                    <a:pt x="316" y="0"/>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9" name="Google Shape;1669;p42"/>
            <p:cNvSpPr/>
            <p:nvPr/>
          </p:nvSpPr>
          <p:spPr>
            <a:xfrm>
              <a:off x="5377397" y="5399005"/>
              <a:ext cx="115504" cy="90268"/>
            </a:xfrm>
            <a:custGeom>
              <a:rect b="b" l="l" r="r" t="t"/>
              <a:pathLst>
                <a:path extrusionOk="0" h="186" w="238">
                  <a:moveTo>
                    <a:pt x="155" y="28"/>
                  </a:moveTo>
                  <a:lnTo>
                    <a:pt x="159" y="36"/>
                  </a:lnTo>
                  <a:lnTo>
                    <a:pt x="159" y="33"/>
                  </a:lnTo>
                  <a:lnTo>
                    <a:pt x="155" y="28"/>
                  </a:lnTo>
                  <a:close/>
                  <a:moveTo>
                    <a:pt x="151" y="0"/>
                  </a:moveTo>
                  <a:cubicBezTo>
                    <a:pt x="149" y="0"/>
                    <a:pt x="148" y="0"/>
                    <a:pt x="146" y="1"/>
                  </a:cubicBezTo>
                  <a:lnTo>
                    <a:pt x="146" y="1"/>
                  </a:lnTo>
                  <a:cubicBezTo>
                    <a:pt x="137" y="2"/>
                    <a:pt x="130" y="5"/>
                    <a:pt x="123" y="13"/>
                  </a:cubicBezTo>
                  <a:cubicBezTo>
                    <a:pt x="115" y="20"/>
                    <a:pt x="111" y="28"/>
                    <a:pt x="108" y="36"/>
                  </a:cubicBezTo>
                  <a:cubicBezTo>
                    <a:pt x="104" y="44"/>
                    <a:pt x="104" y="52"/>
                    <a:pt x="104" y="60"/>
                  </a:cubicBezTo>
                  <a:lnTo>
                    <a:pt x="104" y="80"/>
                  </a:lnTo>
                  <a:cubicBezTo>
                    <a:pt x="99" y="87"/>
                    <a:pt x="95" y="95"/>
                    <a:pt x="91" y="104"/>
                  </a:cubicBezTo>
                  <a:cubicBezTo>
                    <a:pt x="84" y="115"/>
                    <a:pt x="75" y="122"/>
                    <a:pt x="68" y="127"/>
                  </a:cubicBezTo>
                  <a:cubicBezTo>
                    <a:pt x="48" y="139"/>
                    <a:pt x="28" y="146"/>
                    <a:pt x="1" y="155"/>
                  </a:cubicBezTo>
                  <a:lnTo>
                    <a:pt x="9" y="186"/>
                  </a:lnTo>
                  <a:cubicBezTo>
                    <a:pt x="37" y="182"/>
                    <a:pt x="64" y="175"/>
                    <a:pt x="88" y="158"/>
                  </a:cubicBezTo>
                  <a:cubicBezTo>
                    <a:pt x="99" y="146"/>
                    <a:pt x="111" y="139"/>
                    <a:pt x="119" y="127"/>
                  </a:cubicBezTo>
                  <a:cubicBezTo>
                    <a:pt x="122" y="123"/>
                    <a:pt x="125" y="118"/>
                    <a:pt x="127" y="113"/>
                  </a:cubicBezTo>
                  <a:lnTo>
                    <a:pt x="127" y="113"/>
                  </a:lnTo>
                  <a:cubicBezTo>
                    <a:pt x="127" y="114"/>
                    <a:pt x="127" y="114"/>
                    <a:pt x="127" y="115"/>
                  </a:cubicBezTo>
                  <a:cubicBezTo>
                    <a:pt x="127" y="119"/>
                    <a:pt x="131" y="119"/>
                    <a:pt x="131" y="122"/>
                  </a:cubicBezTo>
                  <a:lnTo>
                    <a:pt x="131" y="131"/>
                  </a:lnTo>
                  <a:cubicBezTo>
                    <a:pt x="143" y="151"/>
                    <a:pt x="159" y="162"/>
                    <a:pt x="179" y="170"/>
                  </a:cubicBezTo>
                  <a:cubicBezTo>
                    <a:pt x="198" y="178"/>
                    <a:pt x="217" y="182"/>
                    <a:pt x="237" y="182"/>
                  </a:cubicBezTo>
                  <a:lnTo>
                    <a:pt x="237" y="146"/>
                  </a:lnTo>
                  <a:cubicBezTo>
                    <a:pt x="222" y="146"/>
                    <a:pt x="206" y="146"/>
                    <a:pt x="194" y="139"/>
                  </a:cubicBezTo>
                  <a:cubicBezTo>
                    <a:pt x="182" y="135"/>
                    <a:pt x="170" y="127"/>
                    <a:pt x="162" y="111"/>
                  </a:cubicBezTo>
                  <a:lnTo>
                    <a:pt x="162" y="107"/>
                  </a:lnTo>
                  <a:cubicBezTo>
                    <a:pt x="159" y="95"/>
                    <a:pt x="155" y="71"/>
                    <a:pt x="155" y="56"/>
                  </a:cubicBezTo>
                  <a:cubicBezTo>
                    <a:pt x="155" y="48"/>
                    <a:pt x="159" y="40"/>
                    <a:pt x="159" y="36"/>
                  </a:cubicBezTo>
                  <a:lnTo>
                    <a:pt x="153" y="29"/>
                  </a:lnTo>
                  <a:lnTo>
                    <a:pt x="153" y="29"/>
                  </a:lnTo>
                  <a:lnTo>
                    <a:pt x="159" y="0"/>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0" name="Google Shape;1670;p42"/>
            <p:cNvSpPr/>
            <p:nvPr/>
          </p:nvSpPr>
          <p:spPr>
            <a:xfrm>
              <a:off x="3723960" y="5510140"/>
              <a:ext cx="1340426" cy="256729"/>
            </a:xfrm>
            <a:custGeom>
              <a:rect b="b" l="l" r="r" t="t"/>
              <a:pathLst>
                <a:path extrusionOk="0" h="529" w="2762">
                  <a:moveTo>
                    <a:pt x="33" y="0"/>
                  </a:moveTo>
                  <a:lnTo>
                    <a:pt x="1" y="8"/>
                  </a:lnTo>
                  <a:cubicBezTo>
                    <a:pt x="13" y="83"/>
                    <a:pt x="52" y="150"/>
                    <a:pt x="99" y="206"/>
                  </a:cubicBezTo>
                  <a:cubicBezTo>
                    <a:pt x="151" y="264"/>
                    <a:pt x="214" y="308"/>
                    <a:pt x="281" y="343"/>
                  </a:cubicBezTo>
                  <a:cubicBezTo>
                    <a:pt x="415" y="406"/>
                    <a:pt x="565" y="426"/>
                    <a:pt x="707" y="446"/>
                  </a:cubicBezTo>
                  <a:cubicBezTo>
                    <a:pt x="987" y="477"/>
                    <a:pt x="1267" y="505"/>
                    <a:pt x="1547" y="505"/>
                  </a:cubicBezTo>
                  <a:cubicBezTo>
                    <a:pt x="1704" y="505"/>
                    <a:pt x="1862" y="497"/>
                    <a:pt x="2016" y="477"/>
                  </a:cubicBezTo>
                  <a:cubicBezTo>
                    <a:pt x="2154" y="461"/>
                    <a:pt x="2292" y="438"/>
                    <a:pt x="2422" y="438"/>
                  </a:cubicBezTo>
                  <a:cubicBezTo>
                    <a:pt x="2509" y="438"/>
                    <a:pt x="2592" y="446"/>
                    <a:pt x="2670" y="474"/>
                  </a:cubicBezTo>
                  <a:cubicBezTo>
                    <a:pt x="2687" y="477"/>
                    <a:pt x="2698" y="485"/>
                    <a:pt x="2710" y="493"/>
                  </a:cubicBezTo>
                  <a:cubicBezTo>
                    <a:pt x="2714" y="497"/>
                    <a:pt x="2718" y="501"/>
                    <a:pt x="2722" y="509"/>
                  </a:cubicBezTo>
                  <a:cubicBezTo>
                    <a:pt x="2725" y="513"/>
                    <a:pt x="2725" y="517"/>
                    <a:pt x="2725" y="521"/>
                  </a:cubicBezTo>
                  <a:lnTo>
                    <a:pt x="2725" y="525"/>
                  </a:lnTo>
                  <a:lnTo>
                    <a:pt x="2761" y="528"/>
                  </a:lnTo>
                  <a:lnTo>
                    <a:pt x="2761" y="521"/>
                  </a:lnTo>
                  <a:cubicBezTo>
                    <a:pt x="2761" y="509"/>
                    <a:pt x="2758" y="497"/>
                    <a:pt x="2754" y="490"/>
                  </a:cubicBezTo>
                  <a:cubicBezTo>
                    <a:pt x="2745" y="477"/>
                    <a:pt x="2734" y="466"/>
                    <a:pt x="2722" y="458"/>
                  </a:cubicBezTo>
                  <a:cubicBezTo>
                    <a:pt x="2710" y="450"/>
                    <a:pt x="2694" y="446"/>
                    <a:pt x="2683" y="442"/>
                  </a:cubicBezTo>
                  <a:cubicBezTo>
                    <a:pt x="2599" y="410"/>
                    <a:pt x="2512" y="403"/>
                    <a:pt x="2422" y="403"/>
                  </a:cubicBezTo>
                  <a:cubicBezTo>
                    <a:pt x="2288" y="403"/>
                    <a:pt x="2146" y="426"/>
                    <a:pt x="2012" y="442"/>
                  </a:cubicBezTo>
                  <a:cubicBezTo>
                    <a:pt x="1858" y="461"/>
                    <a:pt x="1700" y="470"/>
                    <a:pt x="1547" y="470"/>
                  </a:cubicBezTo>
                  <a:cubicBezTo>
                    <a:pt x="1267" y="470"/>
                    <a:pt x="991" y="442"/>
                    <a:pt x="711" y="410"/>
                  </a:cubicBezTo>
                  <a:cubicBezTo>
                    <a:pt x="569" y="390"/>
                    <a:pt x="423" y="371"/>
                    <a:pt x="297" y="308"/>
                  </a:cubicBezTo>
                  <a:cubicBezTo>
                    <a:pt x="234" y="281"/>
                    <a:pt x="175" y="237"/>
                    <a:pt x="128" y="182"/>
                  </a:cubicBezTo>
                  <a:cubicBezTo>
                    <a:pt x="80" y="130"/>
                    <a:pt x="48" y="68"/>
                    <a:pt x="3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1" name="Google Shape;1671;p42"/>
            <p:cNvSpPr/>
            <p:nvPr/>
          </p:nvSpPr>
          <p:spPr>
            <a:xfrm>
              <a:off x="3927304" y="4960774"/>
              <a:ext cx="1033710" cy="423676"/>
            </a:xfrm>
            <a:custGeom>
              <a:rect b="b" l="l" r="r" t="t"/>
              <a:pathLst>
                <a:path extrusionOk="0" h="873" w="2130">
                  <a:moveTo>
                    <a:pt x="788" y="1"/>
                  </a:moveTo>
                  <a:cubicBezTo>
                    <a:pt x="508" y="1"/>
                    <a:pt x="233" y="84"/>
                    <a:pt x="0" y="233"/>
                  </a:cubicBezTo>
                  <a:lnTo>
                    <a:pt x="20" y="261"/>
                  </a:lnTo>
                  <a:cubicBezTo>
                    <a:pt x="244" y="115"/>
                    <a:pt x="517" y="37"/>
                    <a:pt x="788" y="37"/>
                  </a:cubicBezTo>
                  <a:cubicBezTo>
                    <a:pt x="816" y="37"/>
                    <a:pt x="848" y="37"/>
                    <a:pt x="875" y="40"/>
                  </a:cubicBezTo>
                  <a:cubicBezTo>
                    <a:pt x="1120" y="55"/>
                    <a:pt x="1360" y="139"/>
                    <a:pt x="1542" y="297"/>
                  </a:cubicBezTo>
                  <a:cubicBezTo>
                    <a:pt x="1644" y="383"/>
                    <a:pt x="1723" y="497"/>
                    <a:pt x="1809" y="600"/>
                  </a:cubicBezTo>
                  <a:cubicBezTo>
                    <a:pt x="1900" y="707"/>
                    <a:pt x="1991" y="809"/>
                    <a:pt x="2113" y="872"/>
                  </a:cubicBezTo>
                  <a:lnTo>
                    <a:pt x="2129" y="841"/>
                  </a:lnTo>
                  <a:cubicBezTo>
                    <a:pt x="2015" y="781"/>
                    <a:pt x="1924" y="683"/>
                    <a:pt x="1838" y="581"/>
                  </a:cubicBezTo>
                  <a:cubicBezTo>
                    <a:pt x="1755" y="474"/>
                    <a:pt x="1672" y="363"/>
                    <a:pt x="1565" y="268"/>
                  </a:cubicBezTo>
                  <a:cubicBezTo>
                    <a:pt x="1376" y="103"/>
                    <a:pt x="1128" y="20"/>
                    <a:pt x="879" y="4"/>
                  </a:cubicBezTo>
                  <a:cubicBezTo>
                    <a:pt x="848" y="1"/>
                    <a:pt x="816" y="1"/>
                    <a:pt x="788"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2" name="Google Shape;1672;p42"/>
            <p:cNvSpPr/>
            <p:nvPr/>
          </p:nvSpPr>
          <p:spPr>
            <a:xfrm>
              <a:off x="409807" y="6093963"/>
              <a:ext cx="1701982" cy="628476"/>
            </a:xfrm>
            <a:custGeom>
              <a:rect b="b" l="l" r="r" t="t"/>
              <a:pathLst>
                <a:path extrusionOk="0" h="1295" w="3507">
                  <a:moveTo>
                    <a:pt x="2399" y="0"/>
                  </a:moveTo>
                  <a:cubicBezTo>
                    <a:pt x="2339" y="0"/>
                    <a:pt x="2219" y="107"/>
                    <a:pt x="2161" y="138"/>
                  </a:cubicBezTo>
                  <a:cubicBezTo>
                    <a:pt x="2087" y="177"/>
                    <a:pt x="2003" y="213"/>
                    <a:pt x="1921" y="241"/>
                  </a:cubicBezTo>
                  <a:cubicBezTo>
                    <a:pt x="1759" y="295"/>
                    <a:pt x="1590" y="328"/>
                    <a:pt x="1424" y="355"/>
                  </a:cubicBezTo>
                  <a:cubicBezTo>
                    <a:pt x="1081" y="406"/>
                    <a:pt x="734" y="426"/>
                    <a:pt x="403" y="532"/>
                  </a:cubicBezTo>
                  <a:cubicBezTo>
                    <a:pt x="351" y="548"/>
                    <a:pt x="300" y="564"/>
                    <a:pt x="256" y="595"/>
                  </a:cubicBezTo>
                  <a:cubicBezTo>
                    <a:pt x="245" y="603"/>
                    <a:pt x="238" y="612"/>
                    <a:pt x="229" y="619"/>
                  </a:cubicBezTo>
                  <a:cubicBezTo>
                    <a:pt x="1" y="840"/>
                    <a:pt x="434" y="1001"/>
                    <a:pt x="592" y="1049"/>
                  </a:cubicBezTo>
                  <a:cubicBezTo>
                    <a:pt x="840" y="1124"/>
                    <a:pt x="1104" y="1132"/>
                    <a:pt x="1365" y="1140"/>
                  </a:cubicBezTo>
                  <a:cubicBezTo>
                    <a:pt x="1614" y="1147"/>
                    <a:pt x="1739" y="1179"/>
                    <a:pt x="1988" y="1218"/>
                  </a:cubicBezTo>
                  <a:cubicBezTo>
                    <a:pt x="2145" y="1245"/>
                    <a:pt x="2375" y="1295"/>
                    <a:pt x="2588" y="1295"/>
                  </a:cubicBezTo>
                  <a:cubicBezTo>
                    <a:pt x="2754" y="1295"/>
                    <a:pt x="2911" y="1264"/>
                    <a:pt x="3013" y="1167"/>
                  </a:cubicBezTo>
                  <a:cubicBezTo>
                    <a:pt x="3077" y="1108"/>
                    <a:pt x="3119" y="1037"/>
                    <a:pt x="3166" y="962"/>
                  </a:cubicBezTo>
                  <a:cubicBezTo>
                    <a:pt x="3277" y="781"/>
                    <a:pt x="3392" y="599"/>
                    <a:pt x="3506" y="418"/>
                  </a:cubicBezTo>
                  <a:cubicBezTo>
                    <a:pt x="3301" y="359"/>
                    <a:pt x="3096" y="292"/>
                    <a:pt x="2895" y="225"/>
                  </a:cubicBezTo>
                  <a:cubicBezTo>
                    <a:pt x="2793" y="190"/>
                    <a:pt x="2674" y="162"/>
                    <a:pt x="2580" y="115"/>
                  </a:cubicBezTo>
                  <a:cubicBezTo>
                    <a:pt x="2532" y="91"/>
                    <a:pt x="2453" y="4"/>
                    <a:pt x="2402" y="0"/>
                  </a:cubicBezTo>
                  <a:cubicBezTo>
                    <a:pt x="2401" y="0"/>
                    <a:pt x="2400" y="0"/>
                    <a:pt x="2399" y="0"/>
                  </a:cubicBezTo>
                  <a:close/>
                </a:path>
              </a:pathLst>
            </a:custGeom>
            <a:solidFill>
              <a:schemeClr val="accent5"/>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3" name="Google Shape;1673;p42"/>
            <p:cNvSpPr/>
            <p:nvPr/>
          </p:nvSpPr>
          <p:spPr>
            <a:xfrm>
              <a:off x="515119" y="8787897"/>
              <a:ext cx="1629186" cy="667301"/>
            </a:xfrm>
            <a:custGeom>
              <a:rect b="b" l="l" r="r" t="t"/>
              <a:pathLst>
                <a:path extrusionOk="0" h="1375" w="3357">
                  <a:moveTo>
                    <a:pt x="2260" y="1"/>
                  </a:moveTo>
                  <a:cubicBezTo>
                    <a:pt x="2053" y="152"/>
                    <a:pt x="1792" y="203"/>
                    <a:pt x="1530" y="203"/>
                  </a:cubicBezTo>
                  <a:cubicBezTo>
                    <a:pt x="1438" y="203"/>
                    <a:pt x="1345" y="196"/>
                    <a:pt x="1255" y="186"/>
                  </a:cubicBezTo>
                  <a:cubicBezTo>
                    <a:pt x="972" y="157"/>
                    <a:pt x="689" y="97"/>
                    <a:pt x="406" y="97"/>
                  </a:cubicBezTo>
                  <a:cubicBezTo>
                    <a:pt x="342" y="97"/>
                    <a:pt x="278" y="100"/>
                    <a:pt x="214" y="107"/>
                  </a:cubicBezTo>
                  <a:cubicBezTo>
                    <a:pt x="186" y="111"/>
                    <a:pt x="154" y="119"/>
                    <a:pt x="127" y="131"/>
                  </a:cubicBezTo>
                  <a:cubicBezTo>
                    <a:pt x="59" y="155"/>
                    <a:pt x="1" y="202"/>
                    <a:pt x="12" y="269"/>
                  </a:cubicBezTo>
                  <a:cubicBezTo>
                    <a:pt x="21" y="304"/>
                    <a:pt x="44" y="332"/>
                    <a:pt x="63" y="355"/>
                  </a:cubicBezTo>
                  <a:cubicBezTo>
                    <a:pt x="166" y="470"/>
                    <a:pt x="265" y="588"/>
                    <a:pt x="394" y="671"/>
                  </a:cubicBezTo>
                  <a:cubicBezTo>
                    <a:pt x="509" y="750"/>
                    <a:pt x="643" y="797"/>
                    <a:pt x="773" y="841"/>
                  </a:cubicBezTo>
                  <a:cubicBezTo>
                    <a:pt x="1097" y="955"/>
                    <a:pt x="1420" y="1070"/>
                    <a:pt x="1748" y="1183"/>
                  </a:cubicBezTo>
                  <a:cubicBezTo>
                    <a:pt x="1965" y="1259"/>
                    <a:pt x="2212" y="1375"/>
                    <a:pt x="2451" y="1375"/>
                  </a:cubicBezTo>
                  <a:cubicBezTo>
                    <a:pt x="2489" y="1375"/>
                    <a:pt x="2526" y="1372"/>
                    <a:pt x="2563" y="1365"/>
                  </a:cubicBezTo>
                  <a:cubicBezTo>
                    <a:pt x="2871" y="1306"/>
                    <a:pt x="3162" y="845"/>
                    <a:pt x="3337" y="604"/>
                  </a:cubicBezTo>
                  <a:cubicBezTo>
                    <a:pt x="3344" y="588"/>
                    <a:pt x="3356" y="573"/>
                    <a:pt x="3348" y="557"/>
                  </a:cubicBezTo>
                  <a:cubicBezTo>
                    <a:pt x="3344" y="549"/>
                    <a:pt x="3337" y="545"/>
                    <a:pt x="3328" y="541"/>
                  </a:cubicBezTo>
                  <a:cubicBezTo>
                    <a:pt x="2978" y="344"/>
                    <a:pt x="2603" y="206"/>
                    <a:pt x="2260" y="1"/>
                  </a:cubicBezTo>
                  <a:close/>
                </a:path>
              </a:pathLst>
            </a:custGeom>
            <a:solidFill>
              <a:schemeClr val="accent5"/>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4" name="Google Shape;1674;p42"/>
            <p:cNvSpPr/>
            <p:nvPr/>
          </p:nvSpPr>
          <p:spPr>
            <a:xfrm>
              <a:off x="3297377" y="1076384"/>
              <a:ext cx="689626" cy="876470"/>
            </a:xfrm>
            <a:custGeom>
              <a:rect b="b" l="l" r="r" t="t"/>
              <a:pathLst>
                <a:path extrusionOk="0" h="1806" w="1421">
                  <a:moveTo>
                    <a:pt x="1" y="0"/>
                  </a:moveTo>
                  <a:lnTo>
                    <a:pt x="221" y="1640"/>
                  </a:lnTo>
                  <a:cubicBezTo>
                    <a:pt x="233" y="1735"/>
                    <a:pt x="316" y="1806"/>
                    <a:pt x="410" y="1806"/>
                  </a:cubicBezTo>
                  <a:lnTo>
                    <a:pt x="1007" y="1806"/>
                  </a:lnTo>
                  <a:cubicBezTo>
                    <a:pt x="1105" y="1806"/>
                    <a:pt x="1184" y="1735"/>
                    <a:pt x="1200" y="1640"/>
                  </a:cubicBezTo>
                  <a:lnTo>
                    <a:pt x="1420" y="0"/>
                  </a:lnTo>
                  <a:close/>
                </a:path>
              </a:pathLst>
            </a:custGeom>
            <a:solidFill>
              <a:schemeClr val="accen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5" name="Google Shape;1675;p42"/>
            <p:cNvSpPr/>
            <p:nvPr/>
          </p:nvSpPr>
          <p:spPr>
            <a:xfrm>
              <a:off x="3747255" y="1182181"/>
              <a:ext cx="352335" cy="556651"/>
            </a:xfrm>
            <a:custGeom>
              <a:rect b="b" l="l" r="r" t="t"/>
              <a:pathLst>
                <a:path extrusionOk="0" h="1147" w="726">
                  <a:moveTo>
                    <a:pt x="414" y="1"/>
                  </a:moveTo>
                  <a:cubicBezTo>
                    <a:pt x="340" y="1"/>
                    <a:pt x="265" y="26"/>
                    <a:pt x="202" y="62"/>
                  </a:cubicBezTo>
                  <a:cubicBezTo>
                    <a:pt x="154" y="86"/>
                    <a:pt x="131" y="98"/>
                    <a:pt x="131" y="149"/>
                  </a:cubicBezTo>
                  <a:cubicBezTo>
                    <a:pt x="127" y="185"/>
                    <a:pt x="154" y="271"/>
                    <a:pt x="186" y="287"/>
                  </a:cubicBezTo>
                  <a:cubicBezTo>
                    <a:pt x="189" y="288"/>
                    <a:pt x="193" y="288"/>
                    <a:pt x="197" y="288"/>
                  </a:cubicBezTo>
                  <a:cubicBezTo>
                    <a:pt x="207" y="288"/>
                    <a:pt x="217" y="286"/>
                    <a:pt x="225" y="283"/>
                  </a:cubicBezTo>
                  <a:cubicBezTo>
                    <a:pt x="269" y="263"/>
                    <a:pt x="311" y="252"/>
                    <a:pt x="359" y="252"/>
                  </a:cubicBezTo>
                  <a:cubicBezTo>
                    <a:pt x="406" y="256"/>
                    <a:pt x="453" y="275"/>
                    <a:pt x="482" y="310"/>
                  </a:cubicBezTo>
                  <a:cubicBezTo>
                    <a:pt x="521" y="365"/>
                    <a:pt x="509" y="441"/>
                    <a:pt x="482" y="500"/>
                  </a:cubicBezTo>
                  <a:cubicBezTo>
                    <a:pt x="438" y="602"/>
                    <a:pt x="391" y="697"/>
                    <a:pt x="320" y="787"/>
                  </a:cubicBezTo>
                  <a:cubicBezTo>
                    <a:pt x="276" y="843"/>
                    <a:pt x="0" y="1056"/>
                    <a:pt x="131" y="1135"/>
                  </a:cubicBezTo>
                  <a:cubicBezTo>
                    <a:pt x="143" y="1143"/>
                    <a:pt x="158" y="1146"/>
                    <a:pt x="173" y="1146"/>
                  </a:cubicBezTo>
                  <a:cubicBezTo>
                    <a:pt x="195" y="1146"/>
                    <a:pt x="218" y="1138"/>
                    <a:pt x="237" y="1127"/>
                  </a:cubicBezTo>
                  <a:cubicBezTo>
                    <a:pt x="269" y="1107"/>
                    <a:pt x="293" y="1075"/>
                    <a:pt x="311" y="1044"/>
                  </a:cubicBezTo>
                  <a:cubicBezTo>
                    <a:pt x="371" y="969"/>
                    <a:pt x="430" y="891"/>
                    <a:pt x="486" y="811"/>
                  </a:cubicBezTo>
                  <a:cubicBezTo>
                    <a:pt x="576" y="689"/>
                    <a:pt x="666" y="559"/>
                    <a:pt x="695" y="413"/>
                  </a:cubicBezTo>
                  <a:cubicBezTo>
                    <a:pt x="726" y="267"/>
                    <a:pt x="671" y="94"/>
                    <a:pt x="540" y="30"/>
                  </a:cubicBezTo>
                  <a:cubicBezTo>
                    <a:pt x="537" y="27"/>
                    <a:pt x="537" y="27"/>
                    <a:pt x="533" y="27"/>
                  </a:cubicBezTo>
                  <a:cubicBezTo>
                    <a:pt x="495" y="8"/>
                    <a:pt x="455" y="1"/>
                    <a:pt x="414" y="1"/>
                  </a:cubicBezTo>
                  <a:close/>
                </a:path>
              </a:pathLst>
            </a:custGeom>
            <a:solidFill>
              <a:schemeClr val="accen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6" name="Google Shape;1676;p42"/>
            <p:cNvSpPr/>
            <p:nvPr/>
          </p:nvSpPr>
          <p:spPr>
            <a:xfrm>
              <a:off x="3885082" y="6321572"/>
              <a:ext cx="68914" cy="189756"/>
            </a:xfrm>
            <a:custGeom>
              <a:rect b="b" l="l" r="r" t="t"/>
              <a:pathLst>
                <a:path extrusionOk="0" h="391" w="142">
                  <a:moveTo>
                    <a:pt x="107" y="1"/>
                  </a:moveTo>
                  <a:cubicBezTo>
                    <a:pt x="87" y="130"/>
                    <a:pt x="51" y="256"/>
                    <a:pt x="0" y="374"/>
                  </a:cubicBezTo>
                  <a:lnTo>
                    <a:pt x="32" y="391"/>
                  </a:lnTo>
                  <a:cubicBezTo>
                    <a:pt x="83" y="268"/>
                    <a:pt x="122" y="138"/>
                    <a:pt x="142" y="8"/>
                  </a:cubicBezTo>
                  <a:lnTo>
                    <a:pt x="107" y="1"/>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7" name="Google Shape;1677;p42"/>
            <p:cNvSpPr/>
            <p:nvPr/>
          </p:nvSpPr>
          <p:spPr>
            <a:xfrm>
              <a:off x="3517220" y="4289596"/>
              <a:ext cx="98518" cy="237317"/>
            </a:xfrm>
            <a:custGeom>
              <a:rect b="b" l="l" r="r" t="t"/>
              <a:pathLst>
                <a:path extrusionOk="0" h="489" w="203">
                  <a:moveTo>
                    <a:pt x="170" y="0"/>
                  </a:moveTo>
                  <a:cubicBezTo>
                    <a:pt x="96" y="153"/>
                    <a:pt x="37" y="315"/>
                    <a:pt x="1" y="481"/>
                  </a:cubicBezTo>
                  <a:lnTo>
                    <a:pt x="37" y="488"/>
                  </a:lnTo>
                  <a:cubicBezTo>
                    <a:pt x="72" y="323"/>
                    <a:pt x="128" y="166"/>
                    <a:pt x="203" y="15"/>
                  </a:cubicBezTo>
                  <a:lnTo>
                    <a:pt x="170" y="0"/>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8" name="Google Shape;1678;p42"/>
            <p:cNvSpPr/>
            <p:nvPr/>
          </p:nvSpPr>
          <p:spPr>
            <a:xfrm>
              <a:off x="3507999" y="538665"/>
              <a:ext cx="183932" cy="467354"/>
            </a:xfrm>
            <a:custGeom>
              <a:rect b="b" l="l" r="r" t="t"/>
              <a:pathLst>
                <a:path extrusionOk="0" h="963" w="379">
                  <a:moveTo>
                    <a:pt x="347" y="0"/>
                  </a:moveTo>
                  <a:lnTo>
                    <a:pt x="316" y="24"/>
                  </a:lnTo>
                  <a:cubicBezTo>
                    <a:pt x="336" y="48"/>
                    <a:pt x="344" y="75"/>
                    <a:pt x="344" y="102"/>
                  </a:cubicBezTo>
                  <a:cubicBezTo>
                    <a:pt x="344" y="166"/>
                    <a:pt x="312" y="233"/>
                    <a:pt x="265" y="280"/>
                  </a:cubicBezTo>
                  <a:cubicBezTo>
                    <a:pt x="233" y="315"/>
                    <a:pt x="189" y="348"/>
                    <a:pt x="151" y="383"/>
                  </a:cubicBezTo>
                  <a:cubicBezTo>
                    <a:pt x="111" y="414"/>
                    <a:pt x="76" y="453"/>
                    <a:pt x="44" y="497"/>
                  </a:cubicBezTo>
                  <a:cubicBezTo>
                    <a:pt x="12" y="548"/>
                    <a:pt x="0" y="603"/>
                    <a:pt x="0" y="663"/>
                  </a:cubicBezTo>
                  <a:cubicBezTo>
                    <a:pt x="0" y="721"/>
                    <a:pt x="16" y="785"/>
                    <a:pt x="44" y="836"/>
                  </a:cubicBezTo>
                  <a:cubicBezTo>
                    <a:pt x="76" y="892"/>
                    <a:pt x="118" y="934"/>
                    <a:pt x="174" y="963"/>
                  </a:cubicBezTo>
                  <a:lnTo>
                    <a:pt x="189" y="930"/>
                  </a:lnTo>
                  <a:cubicBezTo>
                    <a:pt x="142" y="907"/>
                    <a:pt x="103" y="868"/>
                    <a:pt x="76" y="821"/>
                  </a:cubicBezTo>
                  <a:cubicBezTo>
                    <a:pt x="47" y="773"/>
                    <a:pt x="36" y="718"/>
                    <a:pt x="36" y="663"/>
                  </a:cubicBezTo>
                  <a:cubicBezTo>
                    <a:pt x="36" y="612"/>
                    <a:pt x="47" y="560"/>
                    <a:pt x="76" y="517"/>
                  </a:cubicBezTo>
                  <a:cubicBezTo>
                    <a:pt x="99" y="477"/>
                    <a:pt x="134" y="442"/>
                    <a:pt x="174" y="406"/>
                  </a:cubicBezTo>
                  <a:cubicBezTo>
                    <a:pt x="213" y="375"/>
                    <a:pt x="257" y="343"/>
                    <a:pt x="292" y="304"/>
                  </a:cubicBezTo>
                  <a:cubicBezTo>
                    <a:pt x="340" y="248"/>
                    <a:pt x="379" y="177"/>
                    <a:pt x="379" y="102"/>
                  </a:cubicBezTo>
                  <a:cubicBezTo>
                    <a:pt x="379" y="67"/>
                    <a:pt x="371" y="31"/>
                    <a:pt x="347"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9" name="Google Shape;1679;p42"/>
            <p:cNvSpPr/>
            <p:nvPr/>
          </p:nvSpPr>
          <p:spPr>
            <a:xfrm>
              <a:off x="3684165" y="307174"/>
              <a:ext cx="163064" cy="509090"/>
            </a:xfrm>
            <a:custGeom>
              <a:rect b="b" l="l" r="r" t="t"/>
              <a:pathLst>
                <a:path extrusionOk="0" h="1049" w="336">
                  <a:moveTo>
                    <a:pt x="79" y="0"/>
                  </a:moveTo>
                  <a:lnTo>
                    <a:pt x="79" y="55"/>
                  </a:lnTo>
                  <a:cubicBezTo>
                    <a:pt x="79" y="209"/>
                    <a:pt x="130" y="359"/>
                    <a:pt x="225" y="481"/>
                  </a:cubicBezTo>
                  <a:cubicBezTo>
                    <a:pt x="241" y="501"/>
                    <a:pt x="261" y="525"/>
                    <a:pt x="272" y="544"/>
                  </a:cubicBezTo>
                  <a:cubicBezTo>
                    <a:pt x="288" y="564"/>
                    <a:pt x="296" y="588"/>
                    <a:pt x="300" y="607"/>
                  </a:cubicBezTo>
                  <a:lnTo>
                    <a:pt x="300" y="619"/>
                  </a:lnTo>
                  <a:cubicBezTo>
                    <a:pt x="300" y="639"/>
                    <a:pt x="296" y="654"/>
                    <a:pt x="288" y="674"/>
                  </a:cubicBezTo>
                  <a:cubicBezTo>
                    <a:pt x="281" y="694"/>
                    <a:pt x="268" y="710"/>
                    <a:pt x="257" y="730"/>
                  </a:cubicBezTo>
                  <a:cubicBezTo>
                    <a:pt x="186" y="840"/>
                    <a:pt x="99" y="938"/>
                    <a:pt x="0" y="1025"/>
                  </a:cubicBezTo>
                  <a:lnTo>
                    <a:pt x="20" y="1049"/>
                  </a:lnTo>
                  <a:cubicBezTo>
                    <a:pt x="126" y="966"/>
                    <a:pt x="217" y="863"/>
                    <a:pt x="288" y="749"/>
                  </a:cubicBezTo>
                  <a:cubicBezTo>
                    <a:pt x="300" y="730"/>
                    <a:pt x="312" y="710"/>
                    <a:pt x="319" y="686"/>
                  </a:cubicBezTo>
                  <a:cubicBezTo>
                    <a:pt x="328" y="666"/>
                    <a:pt x="335" y="643"/>
                    <a:pt x="335" y="619"/>
                  </a:cubicBezTo>
                  <a:lnTo>
                    <a:pt x="335" y="607"/>
                  </a:lnTo>
                  <a:cubicBezTo>
                    <a:pt x="332" y="576"/>
                    <a:pt x="319" y="548"/>
                    <a:pt x="304" y="525"/>
                  </a:cubicBezTo>
                  <a:cubicBezTo>
                    <a:pt x="288" y="501"/>
                    <a:pt x="268" y="481"/>
                    <a:pt x="252" y="457"/>
                  </a:cubicBezTo>
                  <a:cubicBezTo>
                    <a:pt x="162" y="347"/>
                    <a:pt x="115" y="201"/>
                    <a:pt x="115" y="55"/>
                  </a:cubicBezTo>
                  <a:lnTo>
                    <a:pt x="115" y="4"/>
                  </a:lnTo>
                  <a:lnTo>
                    <a:pt x="79" y="0"/>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0" name="Google Shape;1680;p42"/>
            <p:cNvSpPr/>
            <p:nvPr/>
          </p:nvSpPr>
          <p:spPr>
            <a:xfrm>
              <a:off x="3804521" y="833246"/>
              <a:ext cx="55811" cy="76679"/>
            </a:xfrm>
            <a:custGeom>
              <a:rect b="b" l="l" r="r" t="t"/>
              <a:pathLst>
                <a:path extrusionOk="0" h="158" w="115">
                  <a:moveTo>
                    <a:pt x="84" y="1"/>
                  </a:moveTo>
                  <a:cubicBezTo>
                    <a:pt x="56" y="48"/>
                    <a:pt x="28" y="95"/>
                    <a:pt x="0" y="143"/>
                  </a:cubicBezTo>
                  <a:lnTo>
                    <a:pt x="33" y="158"/>
                  </a:lnTo>
                  <a:cubicBezTo>
                    <a:pt x="60" y="111"/>
                    <a:pt x="87" y="67"/>
                    <a:pt x="115" y="20"/>
                  </a:cubicBezTo>
                  <a:lnTo>
                    <a:pt x="84" y="1"/>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1" name="Google Shape;1681;p42"/>
            <p:cNvSpPr/>
            <p:nvPr/>
          </p:nvSpPr>
          <p:spPr>
            <a:xfrm>
              <a:off x="3163432" y="3023918"/>
              <a:ext cx="465412" cy="169373"/>
            </a:xfrm>
            <a:custGeom>
              <a:rect b="b" l="l" r="r" t="t"/>
              <a:pathLst>
                <a:path extrusionOk="0" h="349" w="959">
                  <a:moveTo>
                    <a:pt x="943" y="1"/>
                  </a:moveTo>
                  <a:cubicBezTo>
                    <a:pt x="639" y="135"/>
                    <a:pt x="324" y="242"/>
                    <a:pt x="0" y="317"/>
                  </a:cubicBezTo>
                  <a:lnTo>
                    <a:pt x="9" y="348"/>
                  </a:lnTo>
                  <a:cubicBezTo>
                    <a:pt x="336" y="277"/>
                    <a:pt x="651" y="171"/>
                    <a:pt x="959" y="33"/>
                  </a:cubicBezTo>
                  <a:lnTo>
                    <a:pt x="943" y="1"/>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2" name="Google Shape;1682;p42"/>
            <p:cNvSpPr/>
            <p:nvPr/>
          </p:nvSpPr>
          <p:spPr>
            <a:xfrm>
              <a:off x="7440432" y="5377652"/>
              <a:ext cx="197521" cy="81047"/>
            </a:xfrm>
            <a:custGeom>
              <a:rect b="b" l="l" r="r" t="t"/>
              <a:pathLst>
                <a:path extrusionOk="0" h="167" w="407">
                  <a:moveTo>
                    <a:pt x="395" y="1"/>
                  </a:moveTo>
                  <a:cubicBezTo>
                    <a:pt x="265" y="44"/>
                    <a:pt x="135" y="88"/>
                    <a:pt x="1" y="131"/>
                  </a:cubicBezTo>
                  <a:lnTo>
                    <a:pt x="12" y="166"/>
                  </a:lnTo>
                  <a:cubicBezTo>
                    <a:pt x="143" y="124"/>
                    <a:pt x="277" y="80"/>
                    <a:pt x="407" y="37"/>
                  </a:cubicBezTo>
                  <a:lnTo>
                    <a:pt x="395" y="1"/>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3" name="Google Shape;1683;p42"/>
            <p:cNvSpPr/>
            <p:nvPr/>
          </p:nvSpPr>
          <p:spPr>
            <a:xfrm>
              <a:off x="8190715" y="5565465"/>
              <a:ext cx="38825" cy="155299"/>
            </a:xfrm>
            <a:custGeom>
              <a:rect b="b" l="l" r="r" t="t"/>
              <a:pathLst>
                <a:path extrusionOk="0" h="320" w="80">
                  <a:moveTo>
                    <a:pt x="44" y="1"/>
                  </a:moveTo>
                  <a:cubicBezTo>
                    <a:pt x="27" y="103"/>
                    <a:pt x="12" y="210"/>
                    <a:pt x="0" y="316"/>
                  </a:cubicBezTo>
                  <a:lnTo>
                    <a:pt x="32" y="320"/>
                  </a:lnTo>
                  <a:cubicBezTo>
                    <a:pt x="47" y="214"/>
                    <a:pt x="63" y="111"/>
                    <a:pt x="80" y="5"/>
                  </a:cubicBezTo>
                  <a:lnTo>
                    <a:pt x="44" y="1"/>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4" name="Google Shape;1684;p42"/>
            <p:cNvSpPr/>
            <p:nvPr/>
          </p:nvSpPr>
          <p:spPr>
            <a:xfrm>
              <a:off x="6582897" y="7088841"/>
              <a:ext cx="25236" cy="321761"/>
            </a:xfrm>
            <a:custGeom>
              <a:rect b="b" l="l" r="r" t="t"/>
              <a:pathLst>
                <a:path extrusionOk="0" h="663" w="52">
                  <a:moveTo>
                    <a:pt x="17" y="0"/>
                  </a:moveTo>
                  <a:cubicBezTo>
                    <a:pt x="1" y="170"/>
                    <a:pt x="13" y="327"/>
                    <a:pt x="5" y="493"/>
                  </a:cubicBezTo>
                  <a:cubicBezTo>
                    <a:pt x="1" y="509"/>
                    <a:pt x="1" y="529"/>
                    <a:pt x="1" y="544"/>
                  </a:cubicBezTo>
                  <a:cubicBezTo>
                    <a:pt x="1" y="584"/>
                    <a:pt x="5" y="624"/>
                    <a:pt x="17" y="662"/>
                  </a:cubicBezTo>
                  <a:lnTo>
                    <a:pt x="52" y="651"/>
                  </a:lnTo>
                  <a:cubicBezTo>
                    <a:pt x="41" y="620"/>
                    <a:pt x="37" y="584"/>
                    <a:pt x="37" y="544"/>
                  </a:cubicBezTo>
                  <a:cubicBezTo>
                    <a:pt x="37" y="529"/>
                    <a:pt x="37" y="513"/>
                    <a:pt x="41" y="493"/>
                  </a:cubicBezTo>
                  <a:cubicBezTo>
                    <a:pt x="44" y="327"/>
                    <a:pt x="37" y="170"/>
                    <a:pt x="52" y="5"/>
                  </a:cubicBezTo>
                  <a:lnTo>
                    <a:pt x="17" y="0"/>
                  </a:lnTo>
                  <a:close/>
                </a:path>
              </a:pathLst>
            </a:custGeom>
            <a:solidFill>
              <a:srgbClr val="0D0029"/>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5" name="Google Shape;1685;p42"/>
            <p:cNvSpPr/>
            <p:nvPr/>
          </p:nvSpPr>
          <p:spPr>
            <a:xfrm>
              <a:off x="6656178" y="7084958"/>
              <a:ext cx="69399" cy="337290"/>
            </a:xfrm>
            <a:custGeom>
              <a:rect b="b" l="l" r="r" t="t"/>
              <a:pathLst>
                <a:path extrusionOk="0" h="695" w="143">
                  <a:moveTo>
                    <a:pt x="106" y="0"/>
                  </a:moveTo>
                  <a:cubicBezTo>
                    <a:pt x="90" y="174"/>
                    <a:pt x="39" y="517"/>
                    <a:pt x="0" y="687"/>
                  </a:cubicBezTo>
                  <a:lnTo>
                    <a:pt x="35" y="694"/>
                  </a:lnTo>
                  <a:cubicBezTo>
                    <a:pt x="75" y="521"/>
                    <a:pt x="126" y="178"/>
                    <a:pt x="142" y="4"/>
                  </a:cubicBezTo>
                  <a:lnTo>
                    <a:pt x="106" y="0"/>
                  </a:lnTo>
                  <a:close/>
                </a:path>
              </a:pathLst>
            </a:custGeom>
            <a:solidFill>
              <a:srgbClr val="0D0029"/>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6" name="Google Shape;1686;p42"/>
            <p:cNvSpPr/>
            <p:nvPr/>
          </p:nvSpPr>
          <p:spPr>
            <a:xfrm>
              <a:off x="6772651" y="7100003"/>
              <a:ext cx="81047" cy="281965"/>
            </a:xfrm>
            <a:custGeom>
              <a:rect b="b" l="l" r="r" t="t"/>
              <a:pathLst>
                <a:path extrusionOk="0" h="581" w="167">
                  <a:moveTo>
                    <a:pt x="130" y="1"/>
                  </a:moveTo>
                  <a:cubicBezTo>
                    <a:pt x="115" y="198"/>
                    <a:pt x="91" y="395"/>
                    <a:pt x="1" y="565"/>
                  </a:cubicBezTo>
                  <a:lnTo>
                    <a:pt x="32" y="581"/>
                  </a:lnTo>
                  <a:cubicBezTo>
                    <a:pt x="127" y="408"/>
                    <a:pt x="150" y="202"/>
                    <a:pt x="166" y="5"/>
                  </a:cubicBezTo>
                  <a:lnTo>
                    <a:pt x="130" y="1"/>
                  </a:lnTo>
                  <a:close/>
                </a:path>
              </a:pathLst>
            </a:custGeom>
            <a:solidFill>
              <a:srgbClr val="0D0029"/>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7" name="Google Shape;1687;p42"/>
            <p:cNvSpPr/>
            <p:nvPr/>
          </p:nvSpPr>
          <p:spPr>
            <a:xfrm>
              <a:off x="6483894" y="6884042"/>
              <a:ext cx="55325" cy="120842"/>
            </a:xfrm>
            <a:custGeom>
              <a:rect b="b" l="l" r="r" t="t"/>
              <a:pathLst>
                <a:path extrusionOk="0" h="249" w="114">
                  <a:moveTo>
                    <a:pt x="79" y="1"/>
                  </a:moveTo>
                  <a:cubicBezTo>
                    <a:pt x="51" y="79"/>
                    <a:pt x="24" y="158"/>
                    <a:pt x="0" y="237"/>
                  </a:cubicBezTo>
                  <a:lnTo>
                    <a:pt x="35" y="249"/>
                  </a:lnTo>
                  <a:cubicBezTo>
                    <a:pt x="59" y="170"/>
                    <a:pt x="87" y="91"/>
                    <a:pt x="114" y="12"/>
                  </a:cubicBezTo>
                  <a:lnTo>
                    <a:pt x="79" y="1"/>
                  </a:lnTo>
                  <a:close/>
                </a:path>
              </a:pathLst>
            </a:custGeom>
            <a:solidFill>
              <a:srgbClr val="0D0029"/>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8" name="Google Shape;1688;p42"/>
            <p:cNvSpPr/>
            <p:nvPr/>
          </p:nvSpPr>
          <p:spPr>
            <a:xfrm>
              <a:off x="5398502" y="2076612"/>
              <a:ext cx="513476" cy="244966"/>
            </a:xfrm>
            <a:custGeom>
              <a:rect b="b" l="l" r="r" t="t"/>
              <a:pathLst>
                <a:path extrusionOk="0" h="677" w="1419">
                  <a:moveTo>
                    <a:pt x="99" y="0"/>
                  </a:moveTo>
                  <a:lnTo>
                    <a:pt x="99" y="0"/>
                  </a:lnTo>
                  <a:cubicBezTo>
                    <a:pt x="0" y="304"/>
                    <a:pt x="297" y="652"/>
                    <a:pt x="675" y="675"/>
                  </a:cubicBezTo>
                  <a:cubicBezTo>
                    <a:pt x="692" y="676"/>
                    <a:pt x="708" y="677"/>
                    <a:pt x="724" y="677"/>
                  </a:cubicBezTo>
                  <a:cubicBezTo>
                    <a:pt x="1088" y="677"/>
                    <a:pt x="1419" y="389"/>
                    <a:pt x="1385" y="88"/>
                  </a:cubicBezTo>
                  <a:lnTo>
                    <a:pt x="99" y="0"/>
                  </a:lnTo>
                  <a:close/>
                </a:path>
              </a:pathLst>
            </a:custGeom>
            <a:solidFill>
              <a:schemeClr val="accent6"/>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9" name="Google Shape;1689;p42"/>
            <p:cNvSpPr/>
            <p:nvPr/>
          </p:nvSpPr>
          <p:spPr>
            <a:xfrm>
              <a:off x="5666950" y="3052500"/>
              <a:ext cx="1134775" cy="1434825"/>
            </a:xfrm>
            <a:custGeom>
              <a:rect b="b" l="l" r="r" t="t"/>
              <a:pathLst>
                <a:path extrusionOk="0" h="57393" w="45391">
                  <a:moveTo>
                    <a:pt x="40562" y="57393"/>
                  </a:moveTo>
                  <a:lnTo>
                    <a:pt x="45391" y="54496"/>
                  </a:lnTo>
                  <a:lnTo>
                    <a:pt x="38354" y="16832"/>
                  </a:lnTo>
                  <a:lnTo>
                    <a:pt x="17659" y="16556"/>
                  </a:lnTo>
                  <a:lnTo>
                    <a:pt x="14624" y="0"/>
                  </a:lnTo>
                  <a:lnTo>
                    <a:pt x="4967" y="4277"/>
                  </a:lnTo>
                  <a:lnTo>
                    <a:pt x="0" y="12141"/>
                  </a:lnTo>
                  <a:lnTo>
                    <a:pt x="1931" y="34491"/>
                  </a:lnTo>
                  <a:lnTo>
                    <a:pt x="9933" y="44425"/>
                  </a:lnTo>
                  <a:lnTo>
                    <a:pt x="29249" y="52013"/>
                  </a:lnTo>
                  <a:close/>
                </a:path>
              </a:pathLst>
            </a:custGeom>
            <a:solidFill>
              <a:schemeClr val="accent3"/>
            </a:solidFill>
            <a:ln>
              <a:noFill/>
            </a:ln>
          </p:spPr>
        </p:sp>
        <p:sp>
          <p:nvSpPr>
            <p:cNvPr id="1690" name="Google Shape;1690;p42"/>
            <p:cNvSpPr/>
            <p:nvPr/>
          </p:nvSpPr>
          <p:spPr>
            <a:xfrm>
              <a:off x="5423501" y="2989461"/>
              <a:ext cx="584313" cy="165491"/>
            </a:xfrm>
            <a:custGeom>
              <a:rect b="b" l="l" r="r" t="t"/>
              <a:pathLst>
                <a:path extrusionOk="0" h="341" w="1204">
                  <a:moveTo>
                    <a:pt x="32" y="1"/>
                  </a:moveTo>
                  <a:lnTo>
                    <a:pt x="0" y="17"/>
                  </a:lnTo>
                  <a:cubicBezTo>
                    <a:pt x="40" y="104"/>
                    <a:pt x="107" y="171"/>
                    <a:pt x="186" y="219"/>
                  </a:cubicBezTo>
                  <a:cubicBezTo>
                    <a:pt x="269" y="270"/>
                    <a:pt x="359" y="301"/>
                    <a:pt x="450" y="321"/>
                  </a:cubicBezTo>
                  <a:cubicBezTo>
                    <a:pt x="521" y="332"/>
                    <a:pt x="588" y="341"/>
                    <a:pt x="659" y="341"/>
                  </a:cubicBezTo>
                  <a:cubicBezTo>
                    <a:pt x="848" y="341"/>
                    <a:pt x="1037" y="293"/>
                    <a:pt x="1203" y="199"/>
                  </a:cubicBezTo>
                  <a:lnTo>
                    <a:pt x="1187" y="166"/>
                  </a:lnTo>
                  <a:cubicBezTo>
                    <a:pt x="1026" y="257"/>
                    <a:pt x="844" y="305"/>
                    <a:pt x="659" y="305"/>
                  </a:cubicBezTo>
                  <a:cubicBezTo>
                    <a:pt x="592" y="305"/>
                    <a:pt x="525" y="297"/>
                    <a:pt x="458" y="285"/>
                  </a:cubicBezTo>
                  <a:cubicBezTo>
                    <a:pt x="367" y="270"/>
                    <a:pt x="280" y="237"/>
                    <a:pt x="206" y="190"/>
                  </a:cubicBezTo>
                  <a:cubicBezTo>
                    <a:pt x="131" y="143"/>
                    <a:pt x="67" y="80"/>
                    <a:pt x="3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1" name="Google Shape;1691;p42"/>
            <p:cNvSpPr/>
            <p:nvPr/>
          </p:nvSpPr>
          <p:spPr>
            <a:xfrm>
              <a:off x="6696614" y="4170210"/>
              <a:ext cx="39310" cy="333893"/>
            </a:xfrm>
            <a:custGeom>
              <a:rect b="b" l="l" r="r" t="t"/>
              <a:pathLst>
                <a:path extrusionOk="0" h="688" w="81">
                  <a:moveTo>
                    <a:pt x="37" y="1"/>
                  </a:moveTo>
                  <a:lnTo>
                    <a:pt x="1" y="5"/>
                  </a:lnTo>
                  <a:cubicBezTo>
                    <a:pt x="24" y="230"/>
                    <a:pt x="40" y="459"/>
                    <a:pt x="44" y="687"/>
                  </a:cubicBezTo>
                  <a:lnTo>
                    <a:pt x="80" y="687"/>
                  </a:lnTo>
                  <a:cubicBezTo>
                    <a:pt x="75" y="459"/>
                    <a:pt x="60" y="230"/>
                    <a:pt x="37"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92" name="Google Shape;1692;p42"/>
          <p:cNvSpPr/>
          <p:nvPr/>
        </p:nvSpPr>
        <p:spPr>
          <a:xfrm rot="-878897">
            <a:off x="8014048" y="5098155"/>
            <a:ext cx="556807" cy="759411"/>
          </a:xfrm>
          <a:custGeom>
            <a:rect b="b" l="l" r="r" t="t"/>
            <a:pathLst>
              <a:path extrusionOk="0" h="1608" w="1179">
                <a:moveTo>
                  <a:pt x="939" y="0"/>
                </a:moveTo>
                <a:cubicBezTo>
                  <a:pt x="765" y="0"/>
                  <a:pt x="608" y="336"/>
                  <a:pt x="591" y="469"/>
                </a:cubicBezTo>
                <a:cubicBezTo>
                  <a:pt x="591" y="354"/>
                  <a:pt x="536" y="243"/>
                  <a:pt x="453" y="172"/>
                </a:cubicBezTo>
                <a:cubicBezTo>
                  <a:pt x="401" y="127"/>
                  <a:pt x="336" y="98"/>
                  <a:pt x="270" y="98"/>
                </a:cubicBezTo>
                <a:cubicBezTo>
                  <a:pt x="251" y="98"/>
                  <a:pt x="232" y="101"/>
                  <a:pt x="213" y="106"/>
                </a:cubicBezTo>
                <a:cubicBezTo>
                  <a:pt x="86" y="141"/>
                  <a:pt x="31" y="287"/>
                  <a:pt x="19" y="414"/>
                </a:cubicBezTo>
                <a:cubicBezTo>
                  <a:pt x="0" y="642"/>
                  <a:pt x="55" y="902"/>
                  <a:pt x="153" y="1111"/>
                </a:cubicBezTo>
                <a:cubicBezTo>
                  <a:pt x="228" y="1280"/>
                  <a:pt x="279" y="1450"/>
                  <a:pt x="386" y="1608"/>
                </a:cubicBezTo>
                <a:cubicBezTo>
                  <a:pt x="643" y="1360"/>
                  <a:pt x="856" y="1071"/>
                  <a:pt x="1017" y="756"/>
                </a:cubicBezTo>
                <a:cubicBezTo>
                  <a:pt x="1103" y="579"/>
                  <a:pt x="1178" y="381"/>
                  <a:pt x="1127" y="192"/>
                </a:cubicBezTo>
                <a:cubicBezTo>
                  <a:pt x="1107" y="121"/>
                  <a:pt x="1072" y="54"/>
                  <a:pt x="1009" y="19"/>
                </a:cubicBezTo>
                <a:cubicBezTo>
                  <a:pt x="985" y="6"/>
                  <a:pt x="962" y="0"/>
                  <a:pt x="939" y="0"/>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93" name="Google Shape;1693;p42"/>
          <p:cNvGrpSpPr/>
          <p:nvPr/>
        </p:nvGrpSpPr>
        <p:grpSpPr>
          <a:xfrm rot="1656481">
            <a:off x="2618707" y="3502813"/>
            <a:ext cx="1114343" cy="919477"/>
            <a:chOff x="-3339327" y="8358061"/>
            <a:chExt cx="1458370" cy="1203344"/>
          </a:xfrm>
        </p:grpSpPr>
        <p:sp>
          <p:nvSpPr>
            <p:cNvPr id="1694" name="Google Shape;1694;p42"/>
            <p:cNvSpPr/>
            <p:nvPr/>
          </p:nvSpPr>
          <p:spPr>
            <a:xfrm>
              <a:off x="-3339327" y="8358061"/>
              <a:ext cx="1458370" cy="1203344"/>
            </a:xfrm>
            <a:custGeom>
              <a:rect b="b" l="l" r="r" t="t"/>
              <a:pathLst>
                <a:path extrusionOk="0" h="2548" w="3088">
                  <a:moveTo>
                    <a:pt x="3087" y="0"/>
                  </a:moveTo>
                  <a:lnTo>
                    <a:pt x="3087" y="0"/>
                  </a:lnTo>
                  <a:cubicBezTo>
                    <a:pt x="2749" y="63"/>
                    <a:pt x="2414" y="137"/>
                    <a:pt x="2078" y="204"/>
                  </a:cubicBezTo>
                  <a:cubicBezTo>
                    <a:pt x="1964" y="228"/>
                    <a:pt x="1850" y="256"/>
                    <a:pt x="1735" y="284"/>
                  </a:cubicBezTo>
                  <a:cubicBezTo>
                    <a:pt x="1388" y="363"/>
                    <a:pt x="1049" y="461"/>
                    <a:pt x="705" y="563"/>
                  </a:cubicBezTo>
                  <a:cubicBezTo>
                    <a:pt x="536" y="615"/>
                    <a:pt x="367" y="666"/>
                    <a:pt x="197" y="721"/>
                  </a:cubicBezTo>
                  <a:cubicBezTo>
                    <a:pt x="150" y="733"/>
                    <a:pt x="43" y="745"/>
                    <a:pt x="19" y="796"/>
                  </a:cubicBezTo>
                  <a:cubicBezTo>
                    <a:pt x="0" y="852"/>
                    <a:pt x="55" y="887"/>
                    <a:pt x="90" y="914"/>
                  </a:cubicBezTo>
                  <a:cubicBezTo>
                    <a:pt x="852" y="1443"/>
                    <a:pt x="1624" y="1959"/>
                    <a:pt x="2394" y="2476"/>
                  </a:cubicBezTo>
                  <a:cubicBezTo>
                    <a:pt x="2444" y="2512"/>
                    <a:pt x="2500" y="2548"/>
                    <a:pt x="2561" y="2548"/>
                  </a:cubicBezTo>
                  <a:cubicBezTo>
                    <a:pt x="2567" y="2548"/>
                    <a:pt x="2573" y="2547"/>
                    <a:pt x="2579" y="2547"/>
                  </a:cubicBezTo>
                  <a:cubicBezTo>
                    <a:pt x="2591" y="2547"/>
                    <a:pt x="2607" y="2543"/>
                    <a:pt x="2610" y="2532"/>
                  </a:cubicBezTo>
                  <a:cubicBezTo>
                    <a:pt x="2618" y="2519"/>
                    <a:pt x="2614" y="2503"/>
                    <a:pt x="2610" y="2492"/>
                  </a:cubicBezTo>
                  <a:cubicBezTo>
                    <a:pt x="2594" y="2441"/>
                    <a:pt x="2579" y="2390"/>
                    <a:pt x="2563" y="2338"/>
                  </a:cubicBezTo>
                  <a:cubicBezTo>
                    <a:pt x="2480" y="2070"/>
                    <a:pt x="2398" y="1802"/>
                    <a:pt x="2310" y="1533"/>
                  </a:cubicBezTo>
                  <a:cubicBezTo>
                    <a:pt x="2303" y="1506"/>
                    <a:pt x="2295" y="1478"/>
                    <a:pt x="2295" y="1451"/>
                  </a:cubicBezTo>
                  <a:cubicBezTo>
                    <a:pt x="2291" y="1427"/>
                    <a:pt x="2291" y="1403"/>
                    <a:pt x="2291" y="1380"/>
                  </a:cubicBezTo>
                  <a:cubicBezTo>
                    <a:pt x="2299" y="1210"/>
                    <a:pt x="2307" y="1041"/>
                    <a:pt x="2314" y="871"/>
                  </a:cubicBezTo>
                  <a:cubicBezTo>
                    <a:pt x="2319" y="843"/>
                    <a:pt x="2319" y="812"/>
                    <a:pt x="2330" y="785"/>
                  </a:cubicBezTo>
                  <a:cubicBezTo>
                    <a:pt x="2343" y="752"/>
                    <a:pt x="2370" y="725"/>
                    <a:pt x="2398" y="701"/>
                  </a:cubicBezTo>
                  <a:cubicBezTo>
                    <a:pt x="2574" y="532"/>
                    <a:pt x="2752" y="363"/>
                    <a:pt x="2929" y="193"/>
                  </a:cubicBezTo>
                  <a:cubicBezTo>
                    <a:pt x="2989" y="133"/>
                    <a:pt x="3052" y="75"/>
                    <a:pt x="3087" y="0"/>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5" name="Google Shape;1695;p42"/>
            <p:cNvSpPr/>
            <p:nvPr/>
          </p:nvSpPr>
          <p:spPr>
            <a:xfrm>
              <a:off x="-3279821" y="8711319"/>
              <a:ext cx="1041355" cy="322088"/>
            </a:xfrm>
            <a:custGeom>
              <a:rect b="b" l="l" r="r" t="t"/>
              <a:pathLst>
                <a:path extrusionOk="0" h="682" w="2205">
                  <a:moveTo>
                    <a:pt x="2039" y="1"/>
                  </a:moveTo>
                  <a:cubicBezTo>
                    <a:pt x="1937" y="1"/>
                    <a:pt x="1833" y="24"/>
                    <a:pt x="1731" y="24"/>
                  </a:cubicBezTo>
                  <a:cubicBezTo>
                    <a:pt x="1715" y="28"/>
                    <a:pt x="1700" y="28"/>
                    <a:pt x="1684" y="28"/>
                  </a:cubicBezTo>
                  <a:cubicBezTo>
                    <a:pt x="1534" y="28"/>
                    <a:pt x="1389" y="40"/>
                    <a:pt x="1238" y="44"/>
                  </a:cubicBezTo>
                  <a:cubicBezTo>
                    <a:pt x="828" y="56"/>
                    <a:pt x="419" y="60"/>
                    <a:pt x="8" y="68"/>
                  </a:cubicBezTo>
                  <a:cubicBezTo>
                    <a:pt x="0" y="84"/>
                    <a:pt x="24" y="95"/>
                    <a:pt x="44" y="99"/>
                  </a:cubicBezTo>
                  <a:cubicBezTo>
                    <a:pt x="450" y="162"/>
                    <a:pt x="840" y="317"/>
                    <a:pt x="1234" y="439"/>
                  </a:cubicBezTo>
                  <a:cubicBezTo>
                    <a:pt x="1455" y="510"/>
                    <a:pt x="1676" y="565"/>
                    <a:pt x="1901" y="624"/>
                  </a:cubicBezTo>
                  <a:cubicBezTo>
                    <a:pt x="1940" y="632"/>
                    <a:pt x="1984" y="643"/>
                    <a:pt x="2027" y="655"/>
                  </a:cubicBezTo>
                  <a:cubicBezTo>
                    <a:pt x="2047" y="659"/>
                    <a:pt x="2093" y="682"/>
                    <a:pt x="2120" y="682"/>
                  </a:cubicBezTo>
                  <a:cubicBezTo>
                    <a:pt x="2125" y="682"/>
                    <a:pt x="2130" y="681"/>
                    <a:pt x="2133" y="679"/>
                  </a:cubicBezTo>
                  <a:cubicBezTo>
                    <a:pt x="2184" y="663"/>
                    <a:pt x="2157" y="537"/>
                    <a:pt x="2157" y="497"/>
                  </a:cubicBezTo>
                  <a:cubicBezTo>
                    <a:pt x="2157" y="336"/>
                    <a:pt x="2165" y="175"/>
                    <a:pt x="2204" y="17"/>
                  </a:cubicBezTo>
                  <a:cubicBezTo>
                    <a:pt x="2181" y="17"/>
                    <a:pt x="2153" y="17"/>
                    <a:pt x="2126" y="13"/>
                  </a:cubicBezTo>
                  <a:cubicBezTo>
                    <a:pt x="2098" y="9"/>
                    <a:pt x="2066" y="4"/>
                    <a:pt x="2039" y="1"/>
                  </a:cubicBezTo>
                  <a:close/>
                </a:path>
              </a:pathLst>
            </a:custGeom>
            <a:solidFill>
              <a:schemeClr val="accent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96" name="Google Shape;1696;p42"/>
          <p:cNvGrpSpPr/>
          <p:nvPr/>
        </p:nvGrpSpPr>
        <p:grpSpPr>
          <a:xfrm>
            <a:off x="7111290" y="7084067"/>
            <a:ext cx="1313927" cy="1559841"/>
            <a:chOff x="-2411274" y="3718723"/>
            <a:chExt cx="1125419" cy="1336052"/>
          </a:xfrm>
        </p:grpSpPr>
        <p:sp>
          <p:nvSpPr>
            <p:cNvPr id="1697" name="Google Shape;1697;p42"/>
            <p:cNvSpPr/>
            <p:nvPr/>
          </p:nvSpPr>
          <p:spPr>
            <a:xfrm>
              <a:off x="-2187891" y="4281669"/>
              <a:ext cx="400957" cy="305559"/>
            </a:xfrm>
            <a:custGeom>
              <a:rect b="b" l="l" r="r" t="t"/>
              <a:pathLst>
                <a:path extrusionOk="0" h="647" w="849">
                  <a:moveTo>
                    <a:pt x="734" y="0"/>
                  </a:moveTo>
                  <a:cubicBezTo>
                    <a:pt x="723" y="8"/>
                    <a:pt x="707" y="20"/>
                    <a:pt x="695" y="28"/>
                  </a:cubicBezTo>
                  <a:cubicBezTo>
                    <a:pt x="474" y="182"/>
                    <a:pt x="242" y="315"/>
                    <a:pt x="1" y="433"/>
                  </a:cubicBezTo>
                  <a:cubicBezTo>
                    <a:pt x="17" y="504"/>
                    <a:pt x="37" y="575"/>
                    <a:pt x="60" y="646"/>
                  </a:cubicBezTo>
                  <a:cubicBezTo>
                    <a:pt x="202" y="575"/>
                    <a:pt x="344" y="501"/>
                    <a:pt x="482" y="418"/>
                  </a:cubicBezTo>
                  <a:cubicBezTo>
                    <a:pt x="608" y="347"/>
                    <a:pt x="730" y="268"/>
                    <a:pt x="849" y="186"/>
                  </a:cubicBezTo>
                  <a:cubicBezTo>
                    <a:pt x="814" y="122"/>
                    <a:pt x="774" y="59"/>
                    <a:pt x="734"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8" name="Google Shape;1698;p42"/>
            <p:cNvSpPr/>
            <p:nvPr/>
          </p:nvSpPr>
          <p:spPr>
            <a:xfrm>
              <a:off x="-2411274" y="3989334"/>
              <a:ext cx="1125419" cy="1065441"/>
            </a:xfrm>
            <a:custGeom>
              <a:rect b="b" l="l" r="r" t="t"/>
              <a:pathLst>
                <a:path extrusionOk="0" h="2256" w="2383">
                  <a:moveTo>
                    <a:pt x="198" y="0"/>
                  </a:moveTo>
                  <a:cubicBezTo>
                    <a:pt x="178" y="0"/>
                    <a:pt x="20" y="1881"/>
                    <a:pt x="13" y="1960"/>
                  </a:cubicBezTo>
                  <a:cubicBezTo>
                    <a:pt x="9" y="1984"/>
                    <a:pt x="0" y="2003"/>
                    <a:pt x="24" y="2007"/>
                  </a:cubicBezTo>
                  <a:cubicBezTo>
                    <a:pt x="837" y="2102"/>
                    <a:pt x="1436" y="2173"/>
                    <a:pt x="2098" y="2255"/>
                  </a:cubicBezTo>
                  <a:cubicBezTo>
                    <a:pt x="2101" y="2256"/>
                    <a:pt x="2103" y="2256"/>
                    <a:pt x="2105" y="2256"/>
                  </a:cubicBezTo>
                  <a:cubicBezTo>
                    <a:pt x="2142" y="2256"/>
                    <a:pt x="2177" y="2226"/>
                    <a:pt x="2177" y="2188"/>
                  </a:cubicBezTo>
                  <a:cubicBezTo>
                    <a:pt x="2193" y="1818"/>
                    <a:pt x="2382" y="260"/>
                    <a:pt x="2371" y="260"/>
                  </a:cubicBezTo>
                  <a:lnTo>
                    <a:pt x="198" y="0"/>
                  </a:lnTo>
                  <a:cubicBezTo>
                    <a:pt x="198" y="0"/>
                    <a:pt x="198" y="0"/>
                    <a:pt x="198" y="0"/>
                  </a:cubicBezTo>
                  <a:close/>
                </a:path>
              </a:pathLst>
            </a:cu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9" name="Google Shape;1699;p42"/>
            <p:cNvSpPr/>
            <p:nvPr/>
          </p:nvSpPr>
          <p:spPr>
            <a:xfrm>
              <a:off x="-2319159" y="4549453"/>
              <a:ext cx="191269" cy="191742"/>
            </a:xfrm>
            <a:custGeom>
              <a:rect b="b" l="l" r="r" t="t"/>
              <a:pathLst>
                <a:path extrusionOk="0" h="406" w="405">
                  <a:moveTo>
                    <a:pt x="199" y="0"/>
                  </a:moveTo>
                  <a:cubicBezTo>
                    <a:pt x="160" y="0"/>
                    <a:pt x="119" y="13"/>
                    <a:pt x="84" y="39"/>
                  </a:cubicBezTo>
                  <a:cubicBezTo>
                    <a:pt x="40" y="71"/>
                    <a:pt x="17" y="122"/>
                    <a:pt x="13" y="177"/>
                  </a:cubicBezTo>
                  <a:cubicBezTo>
                    <a:pt x="5" y="200"/>
                    <a:pt x="1" y="229"/>
                    <a:pt x="5" y="256"/>
                  </a:cubicBezTo>
                  <a:cubicBezTo>
                    <a:pt x="13" y="331"/>
                    <a:pt x="68" y="386"/>
                    <a:pt x="139" y="402"/>
                  </a:cubicBezTo>
                  <a:cubicBezTo>
                    <a:pt x="151" y="404"/>
                    <a:pt x="162" y="406"/>
                    <a:pt x="174" y="406"/>
                  </a:cubicBezTo>
                  <a:cubicBezTo>
                    <a:pt x="301" y="406"/>
                    <a:pt x="405" y="257"/>
                    <a:pt x="375" y="138"/>
                  </a:cubicBezTo>
                  <a:cubicBezTo>
                    <a:pt x="355" y="51"/>
                    <a:pt x="279" y="0"/>
                    <a:pt x="19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0" name="Google Shape;1700;p42"/>
            <p:cNvSpPr/>
            <p:nvPr/>
          </p:nvSpPr>
          <p:spPr>
            <a:xfrm>
              <a:off x="-1979147" y="4497497"/>
              <a:ext cx="212994" cy="185130"/>
            </a:xfrm>
            <a:custGeom>
              <a:rect b="b" l="l" r="r" t="t"/>
              <a:pathLst>
                <a:path extrusionOk="0" h="392" w="451">
                  <a:moveTo>
                    <a:pt x="177" y="1"/>
                  </a:moveTo>
                  <a:cubicBezTo>
                    <a:pt x="152" y="1"/>
                    <a:pt x="128" y="8"/>
                    <a:pt x="107" y="24"/>
                  </a:cubicBezTo>
                  <a:cubicBezTo>
                    <a:pt x="37" y="87"/>
                    <a:pt x="1" y="186"/>
                    <a:pt x="44" y="276"/>
                  </a:cubicBezTo>
                  <a:cubicBezTo>
                    <a:pt x="76" y="349"/>
                    <a:pt x="144" y="392"/>
                    <a:pt x="218" y="392"/>
                  </a:cubicBezTo>
                  <a:cubicBezTo>
                    <a:pt x="244" y="392"/>
                    <a:pt x="271" y="386"/>
                    <a:pt x="297" y="375"/>
                  </a:cubicBezTo>
                  <a:cubicBezTo>
                    <a:pt x="403" y="331"/>
                    <a:pt x="450" y="202"/>
                    <a:pt x="383" y="107"/>
                  </a:cubicBezTo>
                  <a:cubicBezTo>
                    <a:pt x="355" y="67"/>
                    <a:pt x="316" y="40"/>
                    <a:pt x="273" y="28"/>
                  </a:cubicBezTo>
                  <a:cubicBezTo>
                    <a:pt x="261" y="24"/>
                    <a:pt x="253" y="20"/>
                    <a:pt x="241" y="16"/>
                  </a:cubicBezTo>
                  <a:cubicBezTo>
                    <a:pt x="222" y="7"/>
                    <a:pt x="200" y="1"/>
                    <a:pt x="17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1" name="Google Shape;1701;p42"/>
            <p:cNvSpPr/>
            <p:nvPr/>
          </p:nvSpPr>
          <p:spPr>
            <a:xfrm>
              <a:off x="-2249286" y="4217913"/>
              <a:ext cx="194103" cy="188436"/>
            </a:xfrm>
            <a:custGeom>
              <a:rect b="b" l="l" r="r" t="t"/>
              <a:pathLst>
                <a:path extrusionOk="0" h="399" w="411">
                  <a:moveTo>
                    <a:pt x="200" y="0"/>
                  </a:moveTo>
                  <a:cubicBezTo>
                    <a:pt x="195" y="0"/>
                    <a:pt x="191" y="0"/>
                    <a:pt x="186" y="1"/>
                  </a:cubicBezTo>
                  <a:cubicBezTo>
                    <a:pt x="135" y="4"/>
                    <a:pt x="88" y="33"/>
                    <a:pt x="52" y="68"/>
                  </a:cubicBezTo>
                  <a:cubicBezTo>
                    <a:pt x="12" y="111"/>
                    <a:pt x="1" y="163"/>
                    <a:pt x="1" y="217"/>
                  </a:cubicBezTo>
                  <a:cubicBezTo>
                    <a:pt x="1" y="226"/>
                    <a:pt x="1" y="237"/>
                    <a:pt x="5" y="246"/>
                  </a:cubicBezTo>
                  <a:cubicBezTo>
                    <a:pt x="5" y="253"/>
                    <a:pt x="9" y="261"/>
                    <a:pt x="12" y="269"/>
                  </a:cubicBezTo>
                  <a:cubicBezTo>
                    <a:pt x="41" y="346"/>
                    <a:pt x="118" y="398"/>
                    <a:pt x="201" y="398"/>
                  </a:cubicBezTo>
                  <a:cubicBezTo>
                    <a:pt x="212" y="398"/>
                    <a:pt x="223" y="397"/>
                    <a:pt x="234" y="395"/>
                  </a:cubicBezTo>
                  <a:cubicBezTo>
                    <a:pt x="336" y="379"/>
                    <a:pt x="411" y="285"/>
                    <a:pt x="396" y="179"/>
                  </a:cubicBezTo>
                  <a:cubicBezTo>
                    <a:pt x="384" y="80"/>
                    <a:pt x="300" y="0"/>
                    <a:pt x="20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2" name="Google Shape;1702;p42"/>
            <p:cNvSpPr/>
            <p:nvPr/>
          </p:nvSpPr>
          <p:spPr>
            <a:xfrm>
              <a:off x="-1721055" y="4796900"/>
              <a:ext cx="194103" cy="191742"/>
            </a:xfrm>
            <a:custGeom>
              <a:rect b="b" l="l" r="r" t="t"/>
              <a:pathLst>
                <a:path extrusionOk="0" h="406" w="411">
                  <a:moveTo>
                    <a:pt x="191" y="0"/>
                  </a:moveTo>
                  <a:cubicBezTo>
                    <a:pt x="153" y="0"/>
                    <a:pt x="115" y="12"/>
                    <a:pt x="83" y="37"/>
                  </a:cubicBezTo>
                  <a:cubicBezTo>
                    <a:pt x="43" y="69"/>
                    <a:pt x="20" y="111"/>
                    <a:pt x="8" y="159"/>
                  </a:cubicBezTo>
                  <a:cubicBezTo>
                    <a:pt x="1" y="198"/>
                    <a:pt x="8" y="234"/>
                    <a:pt x="24" y="269"/>
                  </a:cubicBezTo>
                  <a:cubicBezTo>
                    <a:pt x="28" y="337"/>
                    <a:pt x="72" y="384"/>
                    <a:pt x="134" y="400"/>
                  </a:cubicBezTo>
                  <a:cubicBezTo>
                    <a:pt x="149" y="403"/>
                    <a:pt x="164" y="405"/>
                    <a:pt x="179" y="405"/>
                  </a:cubicBezTo>
                  <a:cubicBezTo>
                    <a:pt x="245" y="405"/>
                    <a:pt x="311" y="372"/>
                    <a:pt x="347" y="320"/>
                  </a:cubicBezTo>
                  <a:cubicBezTo>
                    <a:pt x="410" y="238"/>
                    <a:pt x="398" y="131"/>
                    <a:pt x="332" y="60"/>
                  </a:cubicBezTo>
                  <a:cubicBezTo>
                    <a:pt x="295" y="22"/>
                    <a:pt x="243" y="0"/>
                    <a:pt x="19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3" name="Google Shape;1703;p42"/>
            <p:cNvSpPr/>
            <p:nvPr/>
          </p:nvSpPr>
          <p:spPr>
            <a:xfrm>
              <a:off x="-1593302" y="4497024"/>
              <a:ext cx="201659" cy="170489"/>
            </a:xfrm>
            <a:custGeom>
              <a:rect b="b" l="l" r="r" t="t"/>
              <a:pathLst>
                <a:path extrusionOk="0" h="361" w="427">
                  <a:moveTo>
                    <a:pt x="205" y="0"/>
                  </a:moveTo>
                  <a:cubicBezTo>
                    <a:pt x="200" y="0"/>
                    <a:pt x="195" y="1"/>
                    <a:pt x="190" y="1"/>
                  </a:cubicBezTo>
                  <a:cubicBezTo>
                    <a:pt x="166" y="1"/>
                    <a:pt x="146" y="10"/>
                    <a:pt x="126" y="17"/>
                  </a:cubicBezTo>
                  <a:cubicBezTo>
                    <a:pt x="90" y="25"/>
                    <a:pt x="55" y="52"/>
                    <a:pt x="35" y="92"/>
                  </a:cubicBezTo>
                  <a:cubicBezTo>
                    <a:pt x="0" y="171"/>
                    <a:pt x="24" y="270"/>
                    <a:pt x="95" y="325"/>
                  </a:cubicBezTo>
                  <a:cubicBezTo>
                    <a:pt x="128" y="348"/>
                    <a:pt x="167" y="360"/>
                    <a:pt x="206" y="360"/>
                  </a:cubicBezTo>
                  <a:cubicBezTo>
                    <a:pt x="264" y="360"/>
                    <a:pt x="321" y="335"/>
                    <a:pt x="359" y="285"/>
                  </a:cubicBezTo>
                  <a:cubicBezTo>
                    <a:pt x="426" y="203"/>
                    <a:pt x="398" y="84"/>
                    <a:pt x="308" y="29"/>
                  </a:cubicBezTo>
                  <a:cubicBezTo>
                    <a:pt x="276" y="12"/>
                    <a:pt x="242" y="0"/>
                    <a:pt x="20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4" name="Google Shape;1704;p42"/>
            <p:cNvSpPr/>
            <p:nvPr/>
          </p:nvSpPr>
          <p:spPr>
            <a:xfrm>
              <a:off x="-2215754" y="4725770"/>
              <a:ext cx="260693" cy="219606"/>
            </a:xfrm>
            <a:custGeom>
              <a:rect b="b" l="l" r="r" t="t"/>
              <a:pathLst>
                <a:path extrusionOk="0" h="465" w="552">
                  <a:moveTo>
                    <a:pt x="359" y="1"/>
                  </a:moveTo>
                  <a:cubicBezTo>
                    <a:pt x="339" y="1"/>
                    <a:pt x="317" y="5"/>
                    <a:pt x="296" y="13"/>
                  </a:cubicBezTo>
                  <a:cubicBezTo>
                    <a:pt x="193" y="53"/>
                    <a:pt x="99" y="144"/>
                    <a:pt x="39" y="235"/>
                  </a:cubicBezTo>
                  <a:cubicBezTo>
                    <a:pt x="0" y="293"/>
                    <a:pt x="0" y="373"/>
                    <a:pt x="59" y="420"/>
                  </a:cubicBezTo>
                  <a:cubicBezTo>
                    <a:pt x="59" y="424"/>
                    <a:pt x="63" y="424"/>
                    <a:pt x="67" y="424"/>
                  </a:cubicBezTo>
                  <a:cubicBezTo>
                    <a:pt x="67" y="428"/>
                    <a:pt x="71" y="432"/>
                    <a:pt x="75" y="435"/>
                  </a:cubicBezTo>
                  <a:cubicBezTo>
                    <a:pt x="102" y="457"/>
                    <a:pt x="132" y="465"/>
                    <a:pt x="162" y="465"/>
                  </a:cubicBezTo>
                  <a:cubicBezTo>
                    <a:pt x="198" y="465"/>
                    <a:pt x="236" y="454"/>
                    <a:pt x="272" y="444"/>
                  </a:cubicBezTo>
                  <a:cubicBezTo>
                    <a:pt x="383" y="416"/>
                    <a:pt x="497" y="345"/>
                    <a:pt x="525" y="226"/>
                  </a:cubicBezTo>
                  <a:cubicBezTo>
                    <a:pt x="551" y="114"/>
                    <a:pt x="469" y="1"/>
                    <a:pt x="35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5" name="Google Shape;1705;p42"/>
            <p:cNvSpPr/>
            <p:nvPr/>
          </p:nvSpPr>
          <p:spPr>
            <a:xfrm>
              <a:off x="-1731677" y="4208467"/>
              <a:ext cx="203548" cy="211577"/>
            </a:xfrm>
            <a:custGeom>
              <a:rect b="b" l="l" r="r" t="t"/>
              <a:pathLst>
                <a:path extrusionOk="0" h="448" w="431">
                  <a:moveTo>
                    <a:pt x="232" y="0"/>
                  </a:moveTo>
                  <a:cubicBezTo>
                    <a:pt x="138" y="0"/>
                    <a:pt x="69" y="77"/>
                    <a:pt x="24" y="159"/>
                  </a:cubicBezTo>
                  <a:cubicBezTo>
                    <a:pt x="13" y="183"/>
                    <a:pt x="9" y="210"/>
                    <a:pt x="17" y="237"/>
                  </a:cubicBezTo>
                  <a:cubicBezTo>
                    <a:pt x="1" y="324"/>
                    <a:pt x="24" y="412"/>
                    <a:pt x="119" y="439"/>
                  </a:cubicBezTo>
                  <a:cubicBezTo>
                    <a:pt x="138" y="445"/>
                    <a:pt x="157" y="447"/>
                    <a:pt x="174" y="447"/>
                  </a:cubicBezTo>
                  <a:cubicBezTo>
                    <a:pt x="267" y="447"/>
                    <a:pt x="341" y="376"/>
                    <a:pt x="388" y="297"/>
                  </a:cubicBezTo>
                  <a:cubicBezTo>
                    <a:pt x="419" y="242"/>
                    <a:pt x="430" y="179"/>
                    <a:pt x="412" y="119"/>
                  </a:cubicBezTo>
                  <a:cubicBezTo>
                    <a:pt x="395" y="57"/>
                    <a:pt x="336" y="17"/>
                    <a:pt x="277" y="6"/>
                  </a:cubicBezTo>
                  <a:cubicBezTo>
                    <a:pt x="262" y="2"/>
                    <a:pt x="247" y="0"/>
                    <a:pt x="2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6" name="Google Shape;1706;p42"/>
            <p:cNvSpPr/>
            <p:nvPr/>
          </p:nvSpPr>
          <p:spPr>
            <a:xfrm>
              <a:off x="-1955061" y="4048840"/>
              <a:ext cx="209216" cy="959180"/>
            </a:xfrm>
            <a:custGeom>
              <a:rect b="b" l="l" r="r" t="t"/>
              <a:pathLst>
                <a:path extrusionOk="0" h="2031" w="443">
                  <a:moveTo>
                    <a:pt x="241" y="0"/>
                  </a:moveTo>
                  <a:lnTo>
                    <a:pt x="1" y="2003"/>
                  </a:lnTo>
                  <a:lnTo>
                    <a:pt x="202" y="2031"/>
                  </a:lnTo>
                  <a:lnTo>
                    <a:pt x="443" y="24"/>
                  </a:lnTo>
                  <a:lnTo>
                    <a:pt x="241" y="0"/>
                  </a:ln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7" name="Google Shape;1707;p42"/>
            <p:cNvSpPr/>
            <p:nvPr/>
          </p:nvSpPr>
          <p:spPr>
            <a:xfrm>
              <a:off x="-2127912" y="3718723"/>
              <a:ext cx="357981" cy="438267"/>
            </a:xfrm>
            <a:custGeom>
              <a:rect b="b" l="l" r="r" t="t"/>
              <a:pathLst>
                <a:path extrusionOk="0" h="928" w="758">
                  <a:moveTo>
                    <a:pt x="251" y="0"/>
                  </a:moveTo>
                  <a:cubicBezTo>
                    <a:pt x="155" y="0"/>
                    <a:pt x="70" y="77"/>
                    <a:pt x="35" y="198"/>
                  </a:cubicBezTo>
                  <a:cubicBezTo>
                    <a:pt x="12" y="285"/>
                    <a:pt x="0" y="380"/>
                    <a:pt x="0" y="470"/>
                  </a:cubicBezTo>
                  <a:cubicBezTo>
                    <a:pt x="4" y="557"/>
                    <a:pt x="12" y="652"/>
                    <a:pt x="44" y="735"/>
                  </a:cubicBezTo>
                  <a:cubicBezTo>
                    <a:pt x="68" y="814"/>
                    <a:pt x="115" y="885"/>
                    <a:pt x="197" y="912"/>
                  </a:cubicBezTo>
                  <a:cubicBezTo>
                    <a:pt x="226" y="923"/>
                    <a:pt x="256" y="928"/>
                    <a:pt x="287" y="928"/>
                  </a:cubicBezTo>
                  <a:cubicBezTo>
                    <a:pt x="355" y="928"/>
                    <a:pt x="424" y="904"/>
                    <a:pt x="481" y="877"/>
                  </a:cubicBezTo>
                  <a:cubicBezTo>
                    <a:pt x="556" y="841"/>
                    <a:pt x="623" y="794"/>
                    <a:pt x="683" y="735"/>
                  </a:cubicBezTo>
                  <a:cubicBezTo>
                    <a:pt x="688" y="736"/>
                    <a:pt x="693" y="737"/>
                    <a:pt x="698" y="737"/>
                  </a:cubicBezTo>
                  <a:cubicBezTo>
                    <a:pt x="724" y="737"/>
                    <a:pt x="748" y="721"/>
                    <a:pt x="745" y="691"/>
                  </a:cubicBezTo>
                  <a:cubicBezTo>
                    <a:pt x="754" y="679"/>
                    <a:pt x="757" y="664"/>
                    <a:pt x="757" y="652"/>
                  </a:cubicBezTo>
                  <a:cubicBezTo>
                    <a:pt x="757" y="628"/>
                    <a:pt x="749" y="604"/>
                    <a:pt x="738" y="585"/>
                  </a:cubicBezTo>
                  <a:cubicBezTo>
                    <a:pt x="730" y="565"/>
                    <a:pt x="718" y="541"/>
                    <a:pt x="710" y="522"/>
                  </a:cubicBezTo>
                  <a:cubicBezTo>
                    <a:pt x="635" y="372"/>
                    <a:pt x="541" y="222"/>
                    <a:pt x="430" y="96"/>
                  </a:cubicBezTo>
                  <a:cubicBezTo>
                    <a:pt x="373" y="30"/>
                    <a:pt x="310" y="0"/>
                    <a:pt x="251" y="0"/>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8" name="Google Shape;1708;p42"/>
            <p:cNvSpPr/>
            <p:nvPr/>
          </p:nvSpPr>
          <p:spPr>
            <a:xfrm>
              <a:off x="-1808658" y="3795703"/>
              <a:ext cx="367898" cy="333895"/>
            </a:xfrm>
            <a:custGeom>
              <a:rect b="b" l="l" r="r" t="t"/>
              <a:pathLst>
                <a:path extrusionOk="0" h="707" w="779">
                  <a:moveTo>
                    <a:pt x="592" y="0"/>
                  </a:moveTo>
                  <a:cubicBezTo>
                    <a:pt x="559" y="0"/>
                    <a:pt x="526" y="8"/>
                    <a:pt x="495" y="19"/>
                  </a:cubicBezTo>
                  <a:cubicBezTo>
                    <a:pt x="428" y="47"/>
                    <a:pt x="365" y="87"/>
                    <a:pt x="314" y="134"/>
                  </a:cubicBezTo>
                  <a:cubicBezTo>
                    <a:pt x="191" y="236"/>
                    <a:pt x="101" y="370"/>
                    <a:pt x="14" y="505"/>
                  </a:cubicBezTo>
                  <a:cubicBezTo>
                    <a:pt x="0" y="527"/>
                    <a:pt x="24" y="549"/>
                    <a:pt x="45" y="549"/>
                  </a:cubicBezTo>
                  <a:cubicBezTo>
                    <a:pt x="55" y="549"/>
                    <a:pt x="63" y="545"/>
                    <a:pt x="69" y="536"/>
                  </a:cubicBezTo>
                  <a:cubicBezTo>
                    <a:pt x="69" y="532"/>
                    <a:pt x="73" y="528"/>
                    <a:pt x="73" y="528"/>
                  </a:cubicBezTo>
                  <a:cubicBezTo>
                    <a:pt x="187" y="611"/>
                    <a:pt x="314" y="702"/>
                    <a:pt x="460" y="705"/>
                  </a:cubicBezTo>
                  <a:cubicBezTo>
                    <a:pt x="466" y="706"/>
                    <a:pt x="472" y="706"/>
                    <a:pt x="478" y="706"/>
                  </a:cubicBezTo>
                  <a:cubicBezTo>
                    <a:pt x="508" y="706"/>
                    <a:pt x="541" y="699"/>
                    <a:pt x="570" y="686"/>
                  </a:cubicBezTo>
                  <a:cubicBezTo>
                    <a:pt x="602" y="670"/>
                    <a:pt x="626" y="647"/>
                    <a:pt x="646" y="619"/>
                  </a:cubicBezTo>
                  <a:cubicBezTo>
                    <a:pt x="693" y="560"/>
                    <a:pt x="724" y="489"/>
                    <a:pt x="744" y="418"/>
                  </a:cubicBezTo>
                  <a:cubicBezTo>
                    <a:pt x="768" y="351"/>
                    <a:pt x="779" y="272"/>
                    <a:pt x="771" y="201"/>
                  </a:cubicBezTo>
                  <a:cubicBezTo>
                    <a:pt x="768" y="138"/>
                    <a:pt x="748" y="70"/>
                    <a:pt x="693" y="32"/>
                  </a:cubicBezTo>
                  <a:cubicBezTo>
                    <a:pt x="662" y="9"/>
                    <a:pt x="627" y="0"/>
                    <a:pt x="592" y="0"/>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9" name="Google Shape;1709;p42"/>
            <p:cNvSpPr/>
            <p:nvPr/>
          </p:nvSpPr>
          <p:spPr>
            <a:xfrm>
              <a:off x="-2044320" y="3953441"/>
              <a:ext cx="648427" cy="459046"/>
            </a:xfrm>
            <a:custGeom>
              <a:rect b="b" l="l" r="r" t="t"/>
              <a:pathLst>
                <a:path extrusionOk="0" h="972" w="1373">
                  <a:moveTo>
                    <a:pt x="578" y="1"/>
                  </a:moveTo>
                  <a:cubicBezTo>
                    <a:pt x="560" y="1"/>
                    <a:pt x="543" y="7"/>
                    <a:pt x="525" y="17"/>
                  </a:cubicBezTo>
                  <a:cubicBezTo>
                    <a:pt x="458" y="44"/>
                    <a:pt x="411" y="104"/>
                    <a:pt x="406" y="175"/>
                  </a:cubicBezTo>
                  <a:cubicBezTo>
                    <a:pt x="403" y="210"/>
                    <a:pt x="411" y="242"/>
                    <a:pt x="430" y="273"/>
                  </a:cubicBezTo>
                  <a:cubicBezTo>
                    <a:pt x="442" y="285"/>
                    <a:pt x="375" y="411"/>
                    <a:pt x="364" y="431"/>
                  </a:cubicBezTo>
                  <a:cubicBezTo>
                    <a:pt x="293" y="584"/>
                    <a:pt x="135" y="715"/>
                    <a:pt x="0" y="817"/>
                  </a:cubicBezTo>
                  <a:cubicBezTo>
                    <a:pt x="37" y="827"/>
                    <a:pt x="74" y="836"/>
                    <a:pt x="115" y="836"/>
                  </a:cubicBezTo>
                  <a:cubicBezTo>
                    <a:pt x="126" y="836"/>
                    <a:pt x="138" y="835"/>
                    <a:pt x="151" y="833"/>
                  </a:cubicBezTo>
                  <a:cubicBezTo>
                    <a:pt x="151" y="833"/>
                    <a:pt x="151" y="833"/>
                    <a:pt x="151" y="833"/>
                  </a:cubicBezTo>
                  <a:cubicBezTo>
                    <a:pt x="155" y="833"/>
                    <a:pt x="158" y="959"/>
                    <a:pt x="158" y="971"/>
                  </a:cubicBezTo>
                  <a:cubicBezTo>
                    <a:pt x="304" y="912"/>
                    <a:pt x="379" y="711"/>
                    <a:pt x="442" y="577"/>
                  </a:cubicBezTo>
                  <a:cubicBezTo>
                    <a:pt x="473" y="514"/>
                    <a:pt x="501" y="443"/>
                    <a:pt x="524" y="376"/>
                  </a:cubicBezTo>
                  <a:lnTo>
                    <a:pt x="524" y="376"/>
                  </a:lnTo>
                  <a:cubicBezTo>
                    <a:pt x="519" y="395"/>
                    <a:pt x="577" y="490"/>
                    <a:pt x="588" y="506"/>
                  </a:cubicBezTo>
                  <a:cubicBezTo>
                    <a:pt x="616" y="557"/>
                    <a:pt x="651" y="604"/>
                    <a:pt x="690" y="648"/>
                  </a:cubicBezTo>
                  <a:cubicBezTo>
                    <a:pt x="771" y="726"/>
                    <a:pt x="887" y="768"/>
                    <a:pt x="1001" y="768"/>
                  </a:cubicBezTo>
                  <a:cubicBezTo>
                    <a:pt x="1015" y="768"/>
                    <a:pt x="1028" y="767"/>
                    <a:pt x="1041" y="766"/>
                  </a:cubicBezTo>
                  <a:cubicBezTo>
                    <a:pt x="1187" y="754"/>
                    <a:pt x="1286" y="679"/>
                    <a:pt x="1373" y="573"/>
                  </a:cubicBezTo>
                  <a:cubicBezTo>
                    <a:pt x="1365" y="573"/>
                    <a:pt x="1338" y="577"/>
                    <a:pt x="1305" y="581"/>
                  </a:cubicBezTo>
                  <a:cubicBezTo>
                    <a:pt x="1286" y="582"/>
                    <a:pt x="1264" y="584"/>
                    <a:pt x="1248" y="584"/>
                  </a:cubicBezTo>
                  <a:cubicBezTo>
                    <a:pt x="1232" y="584"/>
                    <a:pt x="1221" y="582"/>
                    <a:pt x="1223" y="577"/>
                  </a:cubicBezTo>
                  <a:cubicBezTo>
                    <a:pt x="1234" y="541"/>
                    <a:pt x="1254" y="502"/>
                    <a:pt x="1270" y="466"/>
                  </a:cubicBezTo>
                  <a:cubicBezTo>
                    <a:pt x="1278" y="446"/>
                    <a:pt x="1286" y="427"/>
                    <a:pt x="1278" y="411"/>
                  </a:cubicBezTo>
                  <a:lnTo>
                    <a:pt x="1278" y="411"/>
                  </a:lnTo>
                  <a:cubicBezTo>
                    <a:pt x="1215" y="451"/>
                    <a:pt x="1152" y="493"/>
                    <a:pt x="1081" y="526"/>
                  </a:cubicBezTo>
                  <a:cubicBezTo>
                    <a:pt x="1041" y="546"/>
                    <a:pt x="990" y="561"/>
                    <a:pt x="947" y="561"/>
                  </a:cubicBezTo>
                  <a:cubicBezTo>
                    <a:pt x="868" y="561"/>
                    <a:pt x="781" y="526"/>
                    <a:pt x="730" y="470"/>
                  </a:cubicBezTo>
                  <a:cubicBezTo>
                    <a:pt x="714" y="451"/>
                    <a:pt x="600" y="273"/>
                    <a:pt x="619" y="257"/>
                  </a:cubicBezTo>
                  <a:cubicBezTo>
                    <a:pt x="699" y="202"/>
                    <a:pt x="703" y="84"/>
                    <a:pt x="628" y="20"/>
                  </a:cubicBezTo>
                  <a:cubicBezTo>
                    <a:pt x="612" y="7"/>
                    <a:pt x="595" y="1"/>
                    <a:pt x="578" y="1"/>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0" name="Google Shape;1710;p42"/>
            <p:cNvSpPr/>
            <p:nvPr/>
          </p:nvSpPr>
          <p:spPr>
            <a:xfrm>
              <a:off x="-1845022" y="4071037"/>
              <a:ext cx="95871" cy="32114"/>
            </a:xfrm>
            <a:custGeom>
              <a:rect b="b" l="l" r="r" t="t"/>
              <a:pathLst>
                <a:path extrusionOk="0" h="68" w="203">
                  <a:moveTo>
                    <a:pt x="176" y="0"/>
                  </a:moveTo>
                  <a:cubicBezTo>
                    <a:pt x="172" y="0"/>
                    <a:pt x="169" y="1"/>
                    <a:pt x="166" y="4"/>
                  </a:cubicBezTo>
                  <a:cubicBezTo>
                    <a:pt x="142" y="16"/>
                    <a:pt x="119" y="24"/>
                    <a:pt x="91" y="24"/>
                  </a:cubicBezTo>
                  <a:cubicBezTo>
                    <a:pt x="71" y="24"/>
                    <a:pt x="52" y="20"/>
                    <a:pt x="36" y="13"/>
                  </a:cubicBezTo>
                  <a:cubicBezTo>
                    <a:pt x="33" y="11"/>
                    <a:pt x="30" y="11"/>
                    <a:pt x="27" y="11"/>
                  </a:cubicBezTo>
                  <a:cubicBezTo>
                    <a:pt x="19" y="11"/>
                    <a:pt x="12" y="16"/>
                    <a:pt x="8" y="24"/>
                  </a:cubicBezTo>
                  <a:cubicBezTo>
                    <a:pt x="0" y="36"/>
                    <a:pt x="8" y="48"/>
                    <a:pt x="17" y="51"/>
                  </a:cubicBezTo>
                  <a:cubicBezTo>
                    <a:pt x="40" y="64"/>
                    <a:pt x="68" y="68"/>
                    <a:pt x="91" y="68"/>
                  </a:cubicBezTo>
                  <a:cubicBezTo>
                    <a:pt x="126" y="68"/>
                    <a:pt x="158" y="60"/>
                    <a:pt x="190" y="40"/>
                  </a:cubicBezTo>
                  <a:cubicBezTo>
                    <a:pt x="197" y="36"/>
                    <a:pt x="202" y="20"/>
                    <a:pt x="194" y="13"/>
                  </a:cubicBezTo>
                  <a:cubicBezTo>
                    <a:pt x="191" y="5"/>
                    <a:pt x="183" y="0"/>
                    <a:pt x="176"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1" name="Google Shape;1711;p42"/>
            <p:cNvSpPr/>
            <p:nvPr/>
          </p:nvSpPr>
          <p:spPr>
            <a:xfrm>
              <a:off x="-1733094" y="3919910"/>
              <a:ext cx="154905" cy="87370"/>
            </a:xfrm>
            <a:custGeom>
              <a:rect b="b" l="l" r="r" t="t"/>
              <a:pathLst>
                <a:path extrusionOk="0" h="185" w="328">
                  <a:moveTo>
                    <a:pt x="303" y="0"/>
                  </a:moveTo>
                  <a:cubicBezTo>
                    <a:pt x="301" y="0"/>
                    <a:pt x="298" y="1"/>
                    <a:pt x="296" y="1"/>
                  </a:cubicBezTo>
                  <a:cubicBezTo>
                    <a:pt x="197" y="36"/>
                    <a:pt x="98" y="84"/>
                    <a:pt x="12" y="143"/>
                  </a:cubicBezTo>
                  <a:cubicBezTo>
                    <a:pt x="0" y="151"/>
                    <a:pt x="0" y="162"/>
                    <a:pt x="4" y="175"/>
                  </a:cubicBezTo>
                  <a:cubicBezTo>
                    <a:pt x="9" y="182"/>
                    <a:pt x="17" y="184"/>
                    <a:pt x="25" y="184"/>
                  </a:cubicBezTo>
                  <a:cubicBezTo>
                    <a:pt x="29" y="184"/>
                    <a:pt x="33" y="184"/>
                    <a:pt x="36" y="182"/>
                  </a:cubicBezTo>
                  <a:cubicBezTo>
                    <a:pt x="122" y="123"/>
                    <a:pt x="213" y="80"/>
                    <a:pt x="311" y="44"/>
                  </a:cubicBezTo>
                  <a:cubicBezTo>
                    <a:pt x="324" y="40"/>
                    <a:pt x="327" y="29"/>
                    <a:pt x="324" y="17"/>
                  </a:cubicBezTo>
                  <a:cubicBezTo>
                    <a:pt x="321" y="7"/>
                    <a:pt x="312" y="0"/>
                    <a:pt x="30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2" name="Google Shape;1712;p42"/>
            <p:cNvSpPr/>
            <p:nvPr/>
          </p:nvSpPr>
          <p:spPr>
            <a:xfrm>
              <a:off x="-1729788" y="4012475"/>
              <a:ext cx="118067" cy="36837"/>
            </a:xfrm>
            <a:custGeom>
              <a:rect b="b" l="l" r="r" t="t"/>
              <a:pathLst>
                <a:path extrusionOk="0" h="78" w="250">
                  <a:moveTo>
                    <a:pt x="23" y="0"/>
                  </a:moveTo>
                  <a:cubicBezTo>
                    <a:pt x="18" y="0"/>
                    <a:pt x="13" y="2"/>
                    <a:pt x="9" y="6"/>
                  </a:cubicBezTo>
                  <a:cubicBezTo>
                    <a:pt x="1" y="18"/>
                    <a:pt x="1" y="30"/>
                    <a:pt x="13" y="37"/>
                  </a:cubicBezTo>
                  <a:cubicBezTo>
                    <a:pt x="20" y="46"/>
                    <a:pt x="33" y="50"/>
                    <a:pt x="44" y="53"/>
                  </a:cubicBezTo>
                  <a:cubicBezTo>
                    <a:pt x="53" y="57"/>
                    <a:pt x="64" y="57"/>
                    <a:pt x="72" y="57"/>
                  </a:cubicBezTo>
                  <a:cubicBezTo>
                    <a:pt x="124" y="66"/>
                    <a:pt x="175" y="69"/>
                    <a:pt x="226" y="77"/>
                  </a:cubicBezTo>
                  <a:cubicBezTo>
                    <a:pt x="237" y="77"/>
                    <a:pt x="250" y="69"/>
                    <a:pt x="250" y="57"/>
                  </a:cubicBezTo>
                  <a:cubicBezTo>
                    <a:pt x="250" y="46"/>
                    <a:pt x="242" y="33"/>
                    <a:pt x="230" y="33"/>
                  </a:cubicBezTo>
                  <a:cubicBezTo>
                    <a:pt x="179" y="26"/>
                    <a:pt x="127" y="22"/>
                    <a:pt x="76" y="14"/>
                  </a:cubicBezTo>
                  <a:cubicBezTo>
                    <a:pt x="68" y="14"/>
                    <a:pt x="60" y="14"/>
                    <a:pt x="53" y="10"/>
                  </a:cubicBezTo>
                  <a:cubicBezTo>
                    <a:pt x="48" y="10"/>
                    <a:pt x="44" y="6"/>
                    <a:pt x="40" y="6"/>
                  </a:cubicBezTo>
                  <a:cubicBezTo>
                    <a:pt x="35" y="2"/>
                    <a:pt x="29" y="0"/>
                    <a:pt x="2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3" name="Google Shape;1713;p42"/>
            <p:cNvSpPr/>
            <p:nvPr/>
          </p:nvSpPr>
          <p:spPr>
            <a:xfrm>
              <a:off x="-1960256" y="3903853"/>
              <a:ext cx="119484" cy="114289"/>
            </a:xfrm>
            <a:custGeom>
              <a:rect b="b" l="l" r="r" t="t"/>
              <a:pathLst>
                <a:path extrusionOk="0" h="242" w="253">
                  <a:moveTo>
                    <a:pt x="26" y="0"/>
                  </a:moveTo>
                  <a:cubicBezTo>
                    <a:pt x="18" y="0"/>
                    <a:pt x="10" y="7"/>
                    <a:pt x="4" y="16"/>
                  </a:cubicBezTo>
                  <a:cubicBezTo>
                    <a:pt x="0" y="23"/>
                    <a:pt x="8" y="39"/>
                    <a:pt x="15" y="43"/>
                  </a:cubicBezTo>
                  <a:cubicBezTo>
                    <a:pt x="103" y="78"/>
                    <a:pt x="170" y="145"/>
                    <a:pt x="209" y="228"/>
                  </a:cubicBezTo>
                  <a:cubicBezTo>
                    <a:pt x="212" y="237"/>
                    <a:pt x="219" y="241"/>
                    <a:pt x="228" y="241"/>
                  </a:cubicBezTo>
                  <a:cubicBezTo>
                    <a:pt x="231" y="241"/>
                    <a:pt x="234" y="241"/>
                    <a:pt x="237" y="240"/>
                  </a:cubicBezTo>
                  <a:cubicBezTo>
                    <a:pt x="248" y="236"/>
                    <a:pt x="252" y="220"/>
                    <a:pt x="248" y="212"/>
                  </a:cubicBezTo>
                  <a:cubicBezTo>
                    <a:pt x="205" y="118"/>
                    <a:pt x="130" y="43"/>
                    <a:pt x="35" y="3"/>
                  </a:cubicBezTo>
                  <a:cubicBezTo>
                    <a:pt x="32" y="1"/>
                    <a:pt x="29" y="0"/>
                    <a:pt x="26"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4" name="Google Shape;1714;p42"/>
            <p:cNvSpPr/>
            <p:nvPr/>
          </p:nvSpPr>
          <p:spPr>
            <a:xfrm>
              <a:off x="-1956950" y="4029005"/>
              <a:ext cx="110511" cy="27864"/>
            </a:xfrm>
            <a:custGeom>
              <a:rect b="b" l="l" r="r" t="t"/>
              <a:pathLst>
                <a:path extrusionOk="0" h="59" w="234">
                  <a:moveTo>
                    <a:pt x="209" y="1"/>
                  </a:moveTo>
                  <a:cubicBezTo>
                    <a:pt x="203" y="1"/>
                    <a:pt x="198" y="3"/>
                    <a:pt x="194" y="7"/>
                  </a:cubicBezTo>
                  <a:cubicBezTo>
                    <a:pt x="190" y="11"/>
                    <a:pt x="190" y="11"/>
                    <a:pt x="183" y="11"/>
                  </a:cubicBezTo>
                  <a:cubicBezTo>
                    <a:pt x="179" y="15"/>
                    <a:pt x="170" y="15"/>
                    <a:pt x="163" y="15"/>
                  </a:cubicBezTo>
                  <a:lnTo>
                    <a:pt x="135" y="15"/>
                  </a:lnTo>
                  <a:cubicBezTo>
                    <a:pt x="99" y="15"/>
                    <a:pt x="64" y="15"/>
                    <a:pt x="25" y="7"/>
                  </a:cubicBezTo>
                  <a:cubicBezTo>
                    <a:pt x="13" y="7"/>
                    <a:pt x="5" y="15"/>
                    <a:pt x="1" y="26"/>
                  </a:cubicBezTo>
                  <a:cubicBezTo>
                    <a:pt x="1" y="38"/>
                    <a:pt x="8" y="50"/>
                    <a:pt x="21" y="50"/>
                  </a:cubicBezTo>
                  <a:cubicBezTo>
                    <a:pt x="60" y="58"/>
                    <a:pt x="96" y="58"/>
                    <a:pt x="135" y="58"/>
                  </a:cubicBezTo>
                  <a:lnTo>
                    <a:pt x="166" y="58"/>
                  </a:lnTo>
                  <a:cubicBezTo>
                    <a:pt x="174" y="58"/>
                    <a:pt x="183" y="58"/>
                    <a:pt x="194" y="54"/>
                  </a:cubicBezTo>
                  <a:cubicBezTo>
                    <a:pt x="202" y="54"/>
                    <a:pt x="214" y="46"/>
                    <a:pt x="221" y="38"/>
                  </a:cubicBezTo>
                  <a:cubicBezTo>
                    <a:pt x="234" y="31"/>
                    <a:pt x="234" y="18"/>
                    <a:pt x="226" y="7"/>
                  </a:cubicBezTo>
                  <a:cubicBezTo>
                    <a:pt x="220" y="3"/>
                    <a:pt x="214" y="1"/>
                    <a:pt x="20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15" name="Google Shape;1715;p42"/>
          <p:cNvGrpSpPr/>
          <p:nvPr/>
        </p:nvGrpSpPr>
        <p:grpSpPr>
          <a:xfrm>
            <a:off x="1494700" y="5147228"/>
            <a:ext cx="1669697" cy="1559825"/>
            <a:chOff x="-1245500" y="4065178"/>
            <a:chExt cx="1669697" cy="1559825"/>
          </a:xfrm>
        </p:grpSpPr>
        <p:sp>
          <p:nvSpPr>
            <p:cNvPr id="1716" name="Google Shape;1716;p42"/>
            <p:cNvSpPr/>
            <p:nvPr/>
          </p:nvSpPr>
          <p:spPr>
            <a:xfrm>
              <a:off x="-958240" y="4065178"/>
              <a:ext cx="858657" cy="858657"/>
            </a:xfrm>
            <a:custGeom>
              <a:rect b="b" l="l" r="r" t="t"/>
              <a:pathLst>
                <a:path extrusionOk="0" h="1641" w="1641">
                  <a:moveTo>
                    <a:pt x="820" y="44"/>
                  </a:moveTo>
                  <a:cubicBezTo>
                    <a:pt x="1033" y="44"/>
                    <a:pt x="1226" y="131"/>
                    <a:pt x="1368" y="273"/>
                  </a:cubicBezTo>
                  <a:cubicBezTo>
                    <a:pt x="1510" y="410"/>
                    <a:pt x="1597" y="608"/>
                    <a:pt x="1597" y="821"/>
                  </a:cubicBezTo>
                  <a:cubicBezTo>
                    <a:pt x="1597" y="1034"/>
                    <a:pt x="1510" y="1231"/>
                    <a:pt x="1368" y="1369"/>
                  </a:cubicBezTo>
                  <a:cubicBezTo>
                    <a:pt x="1226" y="1511"/>
                    <a:pt x="1033" y="1598"/>
                    <a:pt x="820" y="1598"/>
                  </a:cubicBezTo>
                  <a:cubicBezTo>
                    <a:pt x="604" y="1598"/>
                    <a:pt x="410" y="1511"/>
                    <a:pt x="268" y="1369"/>
                  </a:cubicBezTo>
                  <a:cubicBezTo>
                    <a:pt x="130" y="1231"/>
                    <a:pt x="43" y="1034"/>
                    <a:pt x="43" y="821"/>
                  </a:cubicBezTo>
                  <a:cubicBezTo>
                    <a:pt x="43" y="608"/>
                    <a:pt x="130" y="410"/>
                    <a:pt x="268" y="273"/>
                  </a:cubicBezTo>
                  <a:cubicBezTo>
                    <a:pt x="410" y="131"/>
                    <a:pt x="604" y="44"/>
                    <a:pt x="820" y="44"/>
                  </a:cubicBezTo>
                  <a:close/>
                  <a:moveTo>
                    <a:pt x="820" y="0"/>
                  </a:moveTo>
                  <a:cubicBezTo>
                    <a:pt x="367" y="0"/>
                    <a:pt x="1" y="368"/>
                    <a:pt x="1" y="821"/>
                  </a:cubicBezTo>
                  <a:cubicBezTo>
                    <a:pt x="1" y="1274"/>
                    <a:pt x="367" y="1640"/>
                    <a:pt x="820" y="1640"/>
                  </a:cubicBezTo>
                  <a:cubicBezTo>
                    <a:pt x="1270" y="1640"/>
                    <a:pt x="1641" y="1274"/>
                    <a:pt x="1641" y="821"/>
                  </a:cubicBezTo>
                  <a:cubicBezTo>
                    <a:pt x="1641" y="368"/>
                    <a:pt x="1270" y="0"/>
                    <a:pt x="820"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7" name="Google Shape;1717;p42"/>
            <p:cNvSpPr/>
            <p:nvPr/>
          </p:nvSpPr>
          <p:spPr>
            <a:xfrm>
              <a:off x="-1007421" y="4434600"/>
              <a:ext cx="1431619" cy="1190404"/>
            </a:xfrm>
            <a:custGeom>
              <a:rect b="b" l="l" r="r" t="t"/>
              <a:pathLst>
                <a:path extrusionOk="0" h="3731" w="2736">
                  <a:moveTo>
                    <a:pt x="228" y="0"/>
                  </a:moveTo>
                  <a:lnTo>
                    <a:pt x="0" y="3565"/>
                  </a:lnTo>
                  <a:lnTo>
                    <a:pt x="2283" y="3731"/>
                  </a:lnTo>
                  <a:lnTo>
                    <a:pt x="2736" y="3731"/>
                  </a:lnTo>
                  <a:lnTo>
                    <a:pt x="2283" y="0"/>
                  </a:lnTo>
                  <a:close/>
                </a:path>
              </a:pathLst>
            </a:cu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8" name="Google Shape;1718;p42"/>
            <p:cNvSpPr/>
            <p:nvPr/>
          </p:nvSpPr>
          <p:spPr>
            <a:xfrm>
              <a:off x="-1245500" y="4434600"/>
              <a:ext cx="1432665" cy="1190404"/>
            </a:xfrm>
            <a:custGeom>
              <a:rect b="b" l="l" r="r" t="t"/>
              <a:pathLst>
                <a:path extrusionOk="0" h="3731" w="2738">
                  <a:moveTo>
                    <a:pt x="37" y="0"/>
                  </a:moveTo>
                  <a:lnTo>
                    <a:pt x="6" y="3604"/>
                  </a:lnTo>
                  <a:cubicBezTo>
                    <a:pt x="1" y="3675"/>
                    <a:pt x="57" y="3731"/>
                    <a:pt x="128" y="3731"/>
                  </a:cubicBezTo>
                  <a:lnTo>
                    <a:pt x="2738" y="3731"/>
                  </a:lnTo>
                  <a:lnTo>
                    <a:pt x="2509" y="0"/>
                  </a:lnTo>
                  <a:close/>
                </a:path>
              </a:pathLst>
            </a:custGeom>
            <a:solidFill>
              <a:schemeClr val="accen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9" name="Google Shape;1719;p42"/>
            <p:cNvSpPr/>
            <p:nvPr/>
          </p:nvSpPr>
          <p:spPr>
            <a:xfrm>
              <a:off x="-855666" y="4540340"/>
              <a:ext cx="281510" cy="235987"/>
            </a:xfrm>
            <a:custGeom>
              <a:rect b="b" l="l" r="r" t="t"/>
              <a:pathLst>
                <a:path extrusionOk="0" h="451" w="538">
                  <a:moveTo>
                    <a:pt x="356" y="1"/>
                  </a:moveTo>
                  <a:lnTo>
                    <a:pt x="1" y="450"/>
                  </a:lnTo>
                  <a:lnTo>
                    <a:pt x="182" y="450"/>
                  </a:lnTo>
                  <a:lnTo>
                    <a:pt x="537" y="1"/>
                  </a:lnTo>
                  <a:close/>
                </a:path>
              </a:pathLst>
            </a:custGeom>
            <a:solidFill>
              <a:schemeClr val="dk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0" name="Google Shape;1720;p42"/>
            <p:cNvSpPr/>
            <p:nvPr/>
          </p:nvSpPr>
          <p:spPr>
            <a:xfrm>
              <a:off x="-669913" y="4540340"/>
              <a:ext cx="281510" cy="235987"/>
            </a:xfrm>
            <a:custGeom>
              <a:rect b="b" l="l" r="r" t="t"/>
              <a:pathLst>
                <a:path extrusionOk="0" h="451" w="538">
                  <a:moveTo>
                    <a:pt x="356" y="1"/>
                  </a:moveTo>
                  <a:lnTo>
                    <a:pt x="1" y="450"/>
                  </a:lnTo>
                  <a:lnTo>
                    <a:pt x="182" y="450"/>
                  </a:lnTo>
                  <a:lnTo>
                    <a:pt x="537" y="1"/>
                  </a:lnTo>
                  <a:close/>
                </a:path>
              </a:pathLst>
            </a:custGeom>
            <a:solidFill>
              <a:schemeClr val="dk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1" name="Google Shape;1721;p42"/>
            <p:cNvSpPr/>
            <p:nvPr/>
          </p:nvSpPr>
          <p:spPr>
            <a:xfrm>
              <a:off x="-484160" y="4540340"/>
              <a:ext cx="281510" cy="235987"/>
            </a:xfrm>
            <a:custGeom>
              <a:rect b="b" l="l" r="r" t="t"/>
              <a:pathLst>
                <a:path extrusionOk="0" h="451" w="538">
                  <a:moveTo>
                    <a:pt x="355" y="1"/>
                  </a:moveTo>
                  <a:lnTo>
                    <a:pt x="1" y="450"/>
                  </a:lnTo>
                  <a:lnTo>
                    <a:pt x="182" y="450"/>
                  </a:lnTo>
                  <a:lnTo>
                    <a:pt x="537" y="1"/>
                  </a:lnTo>
                  <a:close/>
                </a:path>
              </a:pathLst>
            </a:custGeom>
            <a:solidFill>
              <a:schemeClr val="dk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22" name="Google Shape;1722;p42"/>
          <p:cNvSpPr/>
          <p:nvPr/>
        </p:nvSpPr>
        <p:spPr>
          <a:xfrm rot="1449795">
            <a:off x="8426049" y="5866942"/>
            <a:ext cx="556805" cy="759408"/>
          </a:xfrm>
          <a:custGeom>
            <a:rect b="b" l="l" r="r" t="t"/>
            <a:pathLst>
              <a:path extrusionOk="0" h="1608" w="1179">
                <a:moveTo>
                  <a:pt x="939" y="0"/>
                </a:moveTo>
                <a:cubicBezTo>
                  <a:pt x="765" y="0"/>
                  <a:pt x="608" y="336"/>
                  <a:pt x="591" y="469"/>
                </a:cubicBezTo>
                <a:cubicBezTo>
                  <a:pt x="591" y="354"/>
                  <a:pt x="536" y="243"/>
                  <a:pt x="453" y="172"/>
                </a:cubicBezTo>
                <a:cubicBezTo>
                  <a:pt x="401" y="127"/>
                  <a:pt x="336" y="98"/>
                  <a:pt x="270" y="98"/>
                </a:cubicBezTo>
                <a:cubicBezTo>
                  <a:pt x="251" y="98"/>
                  <a:pt x="232" y="101"/>
                  <a:pt x="213" y="106"/>
                </a:cubicBezTo>
                <a:cubicBezTo>
                  <a:pt x="86" y="141"/>
                  <a:pt x="31" y="287"/>
                  <a:pt x="19" y="414"/>
                </a:cubicBezTo>
                <a:cubicBezTo>
                  <a:pt x="0" y="642"/>
                  <a:pt x="55" y="902"/>
                  <a:pt x="153" y="1111"/>
                </a:cubicBezTo>
                <a:cubicBezTo>
                  <a:pt x="228" y="1280"/>
                  <a:pt x="279" y="1450"/>
                  <a:pt x="386" y="1608"/>
                </a:cubicBezTo>
                <a:cubicBezTo>
                  <a:pt x="643" y="1360"/>
                  <a:pt x="856" y="1071"/>
                  <a:pt x="1017" y="756"/>
                </a:cubicBezTo>
                <a:cubicBezTo>
                  <a:pt x="1103" y="579"/>
                  <a:pt x="1178" y="381"/>
                  <a:pt x="1127" y="192"/>
                </a:cubicBezTo>
                <a:cubicBezTo>
                  <a:pt x="1107" y="121"/>
                  <a:pt x="1072" y="54"/>
                  <a:pt x="1009" y="19"/>
                </a:cubicBezTo>
                <a:cubicBezTo>
                  <a:pt x="985" y="6"/>
                  <a:pt x="962" y="0"/>
                  <a:pt x="939" y="0"/>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3" name="Google Shape;1723;p42"/>
          <p:cNvSpPr/>
          <p:nvPr/>
        </p:nvSpPr>
        <p:spPr>
          <a:xfrm rot="1449795">
            <a:off x="8318749" y="4201529"/>
            <a:ext cx="556805" cy="759408"/>
          </a:xfrm>
          <a:custGeom>
            <a:rect b="b" l="l" r="r" t="t"/>
            <a:pathLst>
              <a:path extrusionOk="0" h="1608" w="1179">
                <a:moveTo>
                  <a:pt x="939" y="0"/>
                </a:moveTo>
                <a:cubicBezTo>
                  <a:pt x="765" y="0"/>
                  <a:pt x="608" y="336"/>
                  <a:pt x="591" y="469"/>
                </a:cubicBezTo>
                <a:cubicBezTo>
                  <a:pt x="591" y="354"/>
                  <a:pt x="536" y="243"/>
                  <a:pt x="453" y="172"/>
                </a:cubicBezTo>
                <a:cubicBezTo>
                  <a:pt x="401" y="127"/>
                  <a:pt x="336" y="98"/>
                  <a:pt x="270" y="98"/>
                </a:cubicBezTo>
                <a:cubicBezTo>
                  <a:pt x="251" y="98"/>
                  <a:pt x="232" y="101"/>
                  <a:pt x="213" y="106"/>
                </a:cubicBezTo>
                <a:cubicBezTo>
                  <a:pt x="86" y="141"/>
                  <a:pt x="31" y="287"/>
                  <a:pt x="19" y="414"/>
                </a:cubicBezTo>
                <a:cubicBezTo>
                  <a:pt x="0" y="642"/>
                  <a:pt x="55" y="902"/>
                  <a:pt x="153" y="1111"/>
                </a:cubicBezTo>
                <a:cubicBezTo>
                  <a:pt x="228" y="1280"/>
                  <a:pt x="279" y="1450"/>
                  <a:pt x="386" y="1608"/>
                </a:cubicBezTo>
                <a:cubicBezTo>
                  <a:pt x="643" y="1360"/>
                  <a:pt x="856" y="1071"/>
                  <a:pt x="1017" y="756"/>
                </a:cubicBezTo>
                <a:cubicBezTo>
                  <a:pt x="1103" y="579"/>
                  <a:pt x="1178" y="381"/>
                  <a:pt x="1127" y="192"/>
                </a:cubicBezTo>
                <a:cubicBezTo>
                  <a:pt x="1107" y="121"/>
                  <a:pt x="1072" y="54"/>
                  <a:pt x="1009" y="19"/>
                </a:cubicBezTo>
                <a:cubicBezTo>
                  <a:pt x="985" y="6"/>
                  <a:pt x="962" y="0"/>
                  <a:pt x="939" y="0"/>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4" name="Google Shape;1724;p42"/>
          <p:cNvSpPr txBox="1"/>
          <p:nvPr/>
        </p:nvSpPr>
        <p:spPr>
          <a:xfrm>
            <a:off x="2524425" y="9677250"/>
            <a:ext cx="5238300" cy="332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sz="1700">
                <a:solidFill>
                  <a:schemeClr val="dk1"/>
                </a:solidFill>
                <a:latin typeface="Grandstander"/>
                <a:ea typeface="Grandstander"/>
                <a:cs typeface="Grandstander"/>
                <a:sym typeface="Grandstander"/>
              </a:rPr>
              <a:t>This template has been created by </a:t>
            </a:r>
            <a:r>
              <a:rPr b="1" lang="en" sz="1700">
                <a:solidFill>
                  <a:schemeClr val="dk1"/>
                </a:solidFill>
                <a:uFill>
                  <a:noFill/>
                </a:uFill>
                <a:latin typeface="Grandstander"/>
                <a:ea typeface="Grandstander"/>
                <a:cs typeface="Grandstander"/>
                <a:sym typeface="Grandstander"/>
                <a:hlinkClick r:id="rId3">
                  <a:extLst>
                    <a:ext uri="{A12FA001-AC4F-418D-AE19-62706E023703}">
                      <ahyp:hlinkClr val="tx"/>
                    </a:ext>
                  </a:extLst>
                </a:hlinkClick>
              </a:rPr>
              <a:t>Slidesgo</a:t>
            </a:r>
            <a:endParaRPr sz="1700">
              <a:solidFill>
                <a:schemeClr val="dk1"/>
              </a:solidFill>
              <a:latin typeface="Grandstander"/>
              <a:ea typeface="Grandstander"/>
              <a:cs typeface="Grandstander"/>
              <a:sym typeface="Grandstander"/>
            </a:endParaRPr>
          </a:p>
        </p:txBody>
      </p:sp>
      <p:grpSp>
        <p:nvGrpSpPr>
          <p:cNvPr id="1725" name="Google Shape;1725;p42"/>
          <p:cNvGrpSpPr/>
          <p:nvPr/>
        </p:nvGrpSpPr>
        <p:grpSpPr>
          <a:xfrm>
            <a:off x="1293670" y="2703429"/>
            <a:ext cx="1447508" cy="1469704"/>
            <a:chOff x="-2027593" y="5947929"/>
            <a:chExt cx="1447508" cy="1469704"/>
          </a:xfrm>
        </p:grpSpPr>
        <p:sp>
          <p:nvSpPr>
            <p:cNvPr id="1726" name="Google Shape;1726;p42"/>
            <p:cNvSpPr/>
            <p:nvPr/>
          </p:nvSpPr>
          <p:spPr>
            <a:xfrm>
              <a:off x="-2027593" y="5947929"/>
              <a:ext cx="1447508" cy="1469704"/>
            </a:xfrm>
            <a:custGeom>
              <a:rect b="b" l="l" r="r" t="t"/>
              <a:pathLst>
                <a:path extrusionOk="0" h="3112" w="3065">
                  <a:moveTo>
                    <a:pt x="1653" y="2965"/>
                  </a:moveTo>
                  <a:cubicBezTo>
                    <a:pt x="1620" y="2979"/>
                    <a:pt x="1585" y="2986"/>
                    <a:pt x="1551" y="2986"/>
                  </a:cubicBezTo>
                  <a:cubicBezTo>
                    <a:pt x="1527" y="2986"/>
                    <a:pt x="1503" y="2983"/>
                    <a:pt x="1479" y="2976"/>
                  </a:cubicBezTo>
                  <a:lnTo>
                    <a:pt x="1479" y="2976"/>
                  </a:lnTo>
                  <a:cubicBezTo>
                    <a:pt x="1492" y="2977"/>
                    <a:pt x="1505" y="2977"/>
                    <a:pt x="1518" y="2977"/>
                  </a:cubicBezTo>
                  <a:cubicBezTo>
                    <a:pt x="1556" y="2977"/>
                    <a:pt x="1594" y="2973"/>
                    <a:pt x="1633" y="2965"/>
                  </a:cubicBezTo>
                  <a:close/>
                  <a:moveTo>
                    <a:pt x="1062" y="0"/>
                  </a:moveTo>
                  <a:cubicBezTo>
                    <a:pt x="1004" y="0"/>
                    <a:pt x="947" y="16"/>
                    <a:pt x="892" y="50"/>
                  </a:cubicBezTo>
                  <a:cubicBezTo>
                    <a:pt x="766" y="126"/>
                    <a:pt x="706" y="244"/>
                    <a:pt x="671" y="386"/>
                  </a:cubicBezTo>
                  <a:cubicBezTo>
                    <a:pt x="647" y="472"/>
                    <a:pt x="628" y="559"/>
                    <a:pt x="631" y="650"/>
                  </a:cubicBezTo>
                  <a:cubicBezTo>
                    <a:pt x="635" y="732"/>
                    <a:pt x="639" y="819"/>
                    <a:pt x="644" y="902"/>
                  </a:cubicBezTo>
                  <a:cubicBezTo>
                    <a:pt x="644" y="985"/>
                    <a:pt x="671" y="1052"/>
                    <a:pt x="691" y="1127"/>
                  </a:cubicBezTo>
                  <a:cubicBezTo>
                    <a:pt x="715" y="1198"/>
                    <a:pt x="738" y="1265"/>
                    <a:pt x="766" y="1336"/>
                  </a:cubicBezTo>
                  <a:cubicBezTo>
                    <a:pt x="786" y="1380"/>
                    <a:pt x="809" y="1415"/>
                    <a:pt x="833" y="1458"/>
                  </a:cubicBezTo>
                  <a:cubicBezTo>
                    <a:pt x="839" y="1465"/>
                    <a:pt x="843" y="1474"/>
                    <a:pt x="852" y="1482"/>
                  </a:cubicBezTo>
                  <a:lnTo>
                    <a:pt x="852" y="1482"/>
                  </a:lnTo>
                  <a:cubicBezTo>
                    <a:pt x="831" y="1468"/>
                    <a:pt x="804" y="1464"/>
                    <a:pt x="776" y="1464"/>
                  </a:cubicBezTo>
                  <a:cubicBezTo>
                    <a:pt x="743" y="1464"/>
                    <a:pt x="709" y="1469"/>
                    <a:pt x="683" y="1469"/>
                  </a:cubicBezTo>
                  <a:cubicBezTo>
                    <a:pt x="667" y="1468"/>
                    <a:pt x="652" y="1468"/>
                    <a:pt x="637" y="1468"/>
                  </a:cubicBezTo>
                  <a:cubicBezTo>
                    <a:pt x="594" y="1468"/>
                    <a:pt x="553" y="1472"/>
                    <a:pt x="509" y="1478"/>
                  </a:cubicBezTo>
                  <a:cubicBezTo>
                    <a:pt x="462" y="1486"/>
                    <a:pt x="411" y="1486"/>
                    <a:pt x="364" y="1502"/>
                  </a:cubicBezTo>
                  <a:cubicBezTo>
                    <a:pt x="312" y="1517"/>
                    <a:pt x="253" y="1533"/>
                    <a:pt x="209" y="1564"/>
                  </a:cubicBezTo>
                  <a:cubicBezTo>
                    <a:pt x="162" y="1604"/>
                    <a:pt x="142" y="1659"/>
                    <a:pt x="107" y="1711"/>
                  </a:cubicBezTo>
                  <a:cubicBezTo>
                    <a:pt x="80" y="1753"/>
                    <a:pt x="60" y="1789"/>
                    <a:pt x="52" y="1840"/>
                  </a:cubicBezTo>
                  <a:cubicBezTo>
                    <a:pt x="40" y="1895"/>
                    <a:pt x="20" y="1951"/>
                    <a:pt x="12" y="2006"/>
                  </a:cubicBezTo>
                  <a:cubicBezTo>
                    <a:pt x="0" y="2117"/>
                    <a:pt x="95" y="2203"/>
                    <a:pt x="162" y="2274"/>
                  </a:cubicBezTo>
                  <a:cubicBezTo>
                    <a:pt x="202" y="2314"/>
                    <a:pt x="253" y="2350"/>
                    <a:pt x="300" y="2377"/>
                  </a:cubicBezTo>
                  <a:cubicBezTo>
                    <a:pt x="351" y="2401"/>
                    <a:pt x="426" y="2408"/>
                    <a:pt x="482" y="2408"/>
                  </a:cubicBezTo>
                  <a:cubicBezTo>
                    <a:pt x="537" y="2408"/>
                    <a:pt x="608" y="2388"/>
                    <a:pt x="663" y="2369"/>
                  </a:cubicBezTo>
                  <a:cubicBezTo>
                    <a:pt x="722" y="2350"/>
                    <a:pt x="793" y="2321"/>
                    <a:pt x="844" y="2282"/>
                  </a:cubicBezTo>
                  <a:cubicBezTo>
                    <a:pt x="888" y="2250"/>
                    <a:pt x="928" y="2211"/>
                    <a:pt x="975" y="2179"/>
                  </a:cubicBezTo>
                  <a:cubicBezTo>
                    <a:pt x="1002" y="2156"/>
                    <a:pt x="1030" y="2128"/>
                    <a:pt x="1046" y="2097"/>
                  </a:cubicBezTo>
                  <a:lnTo>
                    <a:pt x="1046" y="2097"/>
                  </a:lnTo>
                  <a:cubicBezTo>
                    <a:pt x="1014" y="2160"/>
                    <a:pt x="1018" y="2235"/>
                    <a:pt x="1022" y="2306"/>
                  </a:cubicBezTo>
                  <a:cubicBezTo>
                    <a:pt x="1022" y="2334"/>
                    <a:pt x="1022" y="2361"/>
                    <a:pt x="1014" y="2388"/>
                  </a:cubicBezTo>
                  <a:cubicBezTo>
                    <a:pt x="1006" y="2436"/>
                    <a:pt x="1014" y="2475"/>
                    <a:pt x="1026" y="2523"/>
                  </a:cubicBezTo>
                  <a:cubicBezTo>
                    <a:pt x="1057" y="2716"/>
                    <a:pt x="1132" y="2913"/>
                    <a:pt x="1301" y="3027"/>
                  </a:cubicBezTo>
                  <a:cubicBezTo>
                    <a:pt x="1378" y="3082"/>
                    <a:pt x="1467" y="3111"/>
                    <a:pt x="1556" y="3111"/>
                  </a:cubicBezTo>
                  <a:cubicBezTo>
                    <a:pt x="1642" y="3111"/>
                    <a:pt x="1727" y="3083"/>
                    <a:pt x="1798" y="3023"/>
                  </a:cubicBezTo>
                  <a:cubicBezTo>
                    <a:pt x="1953" y="2894"/>
                    <a:pt x="2004" y="2688"/>
                    <a:pt x="1992" y="2492"/>
                  </a:cubicBezTo>
                  <a:cubicBezTo>
                    <a:pt x="1984" y="2302"/>
                    <a:pt x="1933" y="2117"/>
                    <a:pt x="1858" y="1943"/>
                  </a:cubicBezTo>
                  <a:lnTo>
                    <a:pt x="1858" y="1943"/>
                  </a:lnTo>
                  <a:cubicBezTo>
                    <a:pt x="2015" y="2051"/>
                    <a:pt x="2203" y="2126"/>
                    <a:pt x="2395" y="2126"/>
                  </a:cubicBezTo>
                  <a:cubicBezTo>
                    <a:pt x="2434" y="2126"/>
                    <a:pt x="2473" y="2123"/>
                    <a:pt x="2513" y="2117"/>
                  </a:cubicBezTo>
                  <a:cubicBezTo>
                    <a:pt x="2662" y="2093"/>
                    <a:pt x="2753" y="1998"/>
                    <a:pt x="2852" y="1892"/>
                  </a:cubicBezTo>
                  <a:cubicBezTo>
                    <a:pt x="2930" y="1809"/>
                    <a:pt x="3013" y="1726"/>
                    <a:pt x="3041" y="1616"/>
                  </a:cubicBezTo>
                  <a:cubicBezTo>
                    <a:pt x="3064" y="1509"/>
                    <a:pt x="3029" y="1399"/>
                    <a:pt x="2974" y="1312"/>
                  </a:cubicBezTo>
                  <a:cubicBezTo>
                    <a:pt x="2901" y="1206"/>
                    <a:pt x="2807" y="1174"/>
                    <a:pt x="2700" y="1174"/>
                  </a:cubicBezTo>
                  <a:cubicBezTo>
                    <a:pt x="2667" y="1174"/>
                    <a:pt x="2634" y="1177"/>
                    <a:pt x="2599" y="1182"/>
                  </a:cubicBezTo>
                  <a:cubicBezTo>
                    <a:pt x="2457" y="1198"/>
                    <a:pt x="2323" y="1225"/>
                    <a:pt x="2205" y="1304"/>
                  </a:cubicBezTo>
                  <a:cubicBezTo>
                    <a:pt x="2224" y="1280"/>
                    <a:pt x="2244" y="1253"/>
                    <a:pt x="2264" y="1229"/>
                  </a:cubicBezTo>
                  <a:cubicBezTo>
                    <a:pt x="2315" y="1170"/>
                    <a:pt x="2355" y="1103"/>
                    <a:pt x="2386" y="1032"/>
                  </a:cubicBezTo>
                  <a:cubicBezTo>
                    <a:pt x="2429" y="934"/>
                    <a:pt x="2473" y="843"/>
                    <a:pt x="2497" y="741"/>
                  </a:cubicBezTo>
                  <a:cubicBezTo>
                    <a:pt x="2517" y="638"/>
                    <a:pt x="2508" y="547"/>
                    <a:pt x="2489" y="448"/>
                  </a:cubicBezTo>
                  <a:cubicBezTo>
                    <a:pt x="2477" y="362"/>
                    <a:pt x="2457" y="259"/>
                    <a:pt x="2375" y="216"/>
                  </a:cubicBezTo>
                  <a:cubicBezTo>
                    <a:pt x="2341" y="200"/>
                    <a:pt x="2305" y="193"/>
                    <a:pt x="2268" y="193"/>
                  </a:cubicBezTo>
                  <a:cubicBezTo>
                    <a:pt x="2166" y="193"/>
                    <a:pt x="2059" y="244"/>
                    <a:pt x="1984" y="299"/>
                  </a:cubicBezTo>
                  <a:cubicBezTo>
                    <a:pt x="1953" y="319"/>
                    <a:pt x="1921" y="346"/>
                    <a:pt x="1893" y="374"/>
                  </a:cubicBezTo>
                  <a:cubicBezTo>
                    <a:pt x="1865" y="397"/>
                    <a:pt x="1834" y="425"/>
                    <a:pt x="1803" y="452"/>
                  </a:cubicBezTo>
                  <a:cubicBezTo>
                    <a:pt x="1696" y="559"/>
                    <a:pt x="1653" y="717"/>
                    <a:pt x="1598" y="854"/>
                  </a:cubicBezTo>
                  <a:cubicBezTo>
                    <a:pt x="1566" y="945"/>
                    <a:pt x="1530" y="1036"/>
                    <a:pt x="1491" y="1127"/>
                  </a:cubicBezTo>
                  <a:cubicBezTo>
                    <a:pt x="1503" y="1020"/>
                    <a:pt x="1507" y="906"/>
                    <a:pt x="1503" y="799"/>
                  </a:cubicBezTo>
                  <a:cubicBezTo>
                    <a:pt x="1503" y="634"/>
                    <a:pt x="1463" y="476"/>
                    <a:pt x="1416" y="319"/>
                  </a:cubicBezTo>
                  <a:cubicBezTo>
                    <a:pt x="1381" y="197"/>
                    <a:pt x="1325" y="82"/>
                    <a:pt x="1207" y="31"/>
                  </a:cubicBezTo>
                  <a:cubicBezTo>
                    <a:pt x="1159" y="11"/>
                    <a:pt x="1110" y="0"/>
                    <a:pt x="1062" y="0"/>
                  </a:cubicBezTo>
                  <a:close/>
                </a:path>
              </a:pathLst>
            </a:custGeom>
            <a:solidFill>
              <a:schemeClr val="accent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7" name="Google Shape;1727;p42"/>
            <p:cNvSpPr/>
            <p:nvPr/>
          </p:nvSpPr>
          <p:spPr>
            <a:xfrm>
              <a:off x="-1599244" y="6509458"/>
              <a:ext cx="538860" cy="427877"/>
            </a:xfrm>
            <a:custGeom>
              <a:rect b="b" l="l" r="r" t="t"/>
              <a:pathLst>
                <a:path extrusionOk="0" h="906" w="1141">
                  <a:moveTo>
                    <a:pt x="550" y="1"/>
                  </a:moveTo>
                  <a:cubicBezTo>
                    <a:pt x="484" y="1"/>
                    <a:pt x="418" y="8"/>
                    <a:pt x="356" y="25"/>
                  </a:cubicBezTo>
                  <a:cubicBezTo>
                    <a:pt x="237" y="56"/>
                    <a:pt x="119" y="127"/>
                    <a:pt x="63" y="245"/>
                  </a:cubicBezTo>
                  <a:cubicBezTo>
                    <a:pt x="1" y="380"/>
                    <a:pt x="83" y="513"/>
                    <a:pt x="130" y="635"/>
                  </a:cubicBezTo>
                  <a:cubicBezTo>
                    <a:pt x="154" y="687"/>
                    <a:pt x="170" y="754"/>
                    <a:pt x="210" y="793"/>
                  </a:cubicBezTo>
                  <a:cubicBezTo>
                    <a:pt x="252" y="837"/>
                    <a:pt x="305" y="864"/>
                    <a:pt x="359" y="880"/>
                  </a:cubicBezTo>
                  <a:cubicBezTo>
                    <a:pt x="418" y="900"/>
                    <a:pt x="474" y="904"/>
                    <a:pt x="533" y="904"/>
                  </a:cubicBezTo>
                  <a:cubicBezTo>
                    <a:pt x="550" y="905"/>
                    <a:pt x="568" y="905"/>
                    <a:pt x="586" y="905"/>
                  </a:cubicBezTo>
                  <a:cubicBezTo>
                    <a:pt x="648" y="905"/>
                    <a:pt x="711" y="900"/>
                    <a:pt x="769" y="884"/>
                  </a:cubicBezTo>
                  <a:cubicBezTo>
                    <a:pt x="896" y="848"/>
                    <a:pt x="1006" y="797"/>
                    <a:pt x="1077" y="675"/>
                  </a:cubicBezTo>
                  <a:cubicBezTo>
                    <a:pt x="1097" y="640"/>
                    <a:pt x="1120" y="593"/>
                    <a:pt x="1124" y="549"/>
                  </a:cubicBezTo>
                  <a:lnTo>
                    <a:pt x="1124" y="510"/>
                  </a:lnTo>
                  <a:cubicBezTo>
                    <a:pt x="1133" y="466"/>
                    <a:pt x="1140" y="422"/>
                    <a:pt x="1140" y="380"/>
                  </a:cubicBezTo>
                  <a:cubicBezTo>
                    <a:pt x="1136" y="320"/>
                    <a:pt x="1116" y="265"/>
                    <a:pt x="1081" y="218"/>
                  </a:cubicBezTo>
                  <a:cubicBezTo>
                    <a:pt x="1069" y="202"/>
                    <a:pt x="1057" y="182"/>
                    <a:pt x="1042" y="171"/>
                  </a:cubicBezTo>
                  <a:cubicBezTo>
                    <a:pt x="1018" y="143"/>
                    <a:pt x="994" y="120"/>
                    <a:pt x="971" y="96"/>
                  </a:cubicBezTo>
                  <a:cubicBezTo>
                    <a:pt x="939" y="68"/>
                    <a:pt x="896" y="60"/>
                    <a:pt x="860" y="49"/>
                  </a:cubicBezTo>
                  <a:cubicBezTo>
                    <a:pt x="763" y="20"/>
                    <a:pt x="656" y="1"/>
                    <a:pt x="550" y="1"/>
                  </a:cubicBezTo>
                  <a:close/>
                </a:path>
              </a:pathLst>
            </a:cu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8" name="Google Shape;1728;p42"/>
            <p:cNvSpPr/>
            <p:nvPr/>
          </p:nvSpPr>
          <p:spPr>
            <a:xfrm>
              <a:off x="-1156254" y="6353049"/>
              <a:ext cx="95871" cy="136486"/>
            </a:xfrm>
            <a:custGeom>
              <a:rect b="b" l="l" r="r" t="t"/>
              <a:pathLst>
                <a:path extrusionOk="0" h="289" w="203">
                  <a:moveTo>
                    <a:pt x="166" y="0"/>
                  </a:moveTo>
                  <a:cubicBezTo>
                    <a:pt x="127" y="55"/>
                    <a:pt x="91" y="110"/>
                    <a:pt x="56" y="166"/>
                  </a:cubicBezTo>
                  <a:cubicBezTo>
                    <a:pt x="44" y="185"/>
                    <a:pt x="33" y="201"/>
                    <a:pt x="20" y="221"/>
                  </a:cubicBezTo>
                  <a:lnTo>
                    <a:pt x="20" y="225"/>
                  </a:lnTo>
                  <a:cubicBezTo>
                    <a:pt x="17" y="232"/>
                    <a:pt x="13" y="241"/>
                    <a:pt x="13" y="245"/>
                  </a:cubicBezTo>
                  <a:cubicBezTo>
                    <a:pt x="9" y="252"/>
                    <a:pt x="5" y="256"/>
                    <a:pt x="1" y="264"/>
                  </a:cubicBezTo>
                  <a:lnTo>
                    <a:pt x="40" y="288"/>
                  </a:lnTo>
                  <a:cubicBezTo>
                    <a:pt x="44" y="276"/>
                    <a:pt x="48" y="268"/>
                    <a:pt x="53" y="264"/>
                  </a:cubicBezTo>
                  <a:cubicBezTo>
                    <a:pt x="53" y="256"/>
                    <a:pt x="56" y="248"/>
                    <a:pt x="60" y="245"/>
                  </a:cubicBezTo>
                  <a:cubicBezTo>
                    <a:pt x="72" y="225"/>
                    <a:pt x="84" y="205"/>
                    <a:pt x="95" y="190"/>
                  </a:cubicBezTo>
                  <a:cubicBezTo>
                    <a:pt x="127" y="134"/>
                    <a:pt x="166" y="79"/>
                    <a:pt x="202" y="24"/>
                  </a:cubicBezTo>
                  <a:lnTo>
                    <a:pt x="16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9" name="Google Shape;1729;p42"/>
            <p:cNvSpPr/>
            <p:nvPr/>
          </p:nvSpPr>
          <p:spPr>
            <a:xfrm>
              <a:off x="-958845" y="6701112"/>
              <a:ext cx="116178" cy="34003"/>
            </a:xfrm>
            <a:custGeom>
              <a:rect b="b" l="l" r="r" t="t"/>
              <a:pathLst>
                <a:path extrusionOk="0" h="72" w="246">
                  <a:moveTo>
                    <a:pt x="190" y="1"/>
                  </a:moveTo>
                  <a:cubicBezTo>
                    <a:pt x="163" y="1"/>
                    <a:pt x="135" y="4"/>
                    <a:pt x="108" y="12"/>
                  </a:cubicBezTo>
                  <a:cubicBezTo>
                    <a:pt x="92" y="12"/>
                    <a:pt x="79" y="16"/>
                    <a:pt x="68" y="21"/>
                  </a:cubicBezTo>
                  <a:cubicBezTo>
                    <a:pt x="56" y="21"/>
                    <a:pt x="48" y="21"/>
                    <a:pt x="37" y="24"/>
                  </a:cubicBezTo>
                  <a:cubicBezTo>
                    <a:pt x="25" y="24"/>
                    <a:pt x="13" y="24"/>
                    <a:pt x="1" y="28"/>
                  </a:cubicBezTo>
                  <a:lnTo>
                    <a:pt x="13" y="72"/>
                  </a:lnTo>
                  <a:cubicBezTo>
                    <a:pt x="21" y="68"/>
                    <a:pt x="32" y="68"/>
                    <a:pt x="41" y="68"/>
                  </a:cubicBezTo>
                  <a:cubicBezTo>
                    <a:pt x="52" y="63"/>
                    <a:pt x="60" y="63"/>
                    <a:pt x="72" y="63"/>
                  </a:cubicBezTo>
                  <a:lnTo>
                    <a:pt x="76" y="63"/>
                  </a:lnTo>
                  <a:cubicBezTo>
                    <a:pt x="88" y="59"/>
                    <a:pt x="103" y="56"/>
                    <a:pt x="115" y="56"/>
                  </a:cubicBezTo>
                  <a:cubicBezTo>
                    <a:pt x="139" y="48"/>
                    <a:pt x="166" y="48"/>
                    <a:pt x="190" y="48"/>
                  </a:cubicBezTo>
                  <a:lnTo>
                    <a:pt x="237" y="48"/>
                  </a:lnTo>
                  <a:lnTo>
                    <a:pt x="245" y="4"/>
                  </a:lnTo>
                  <a:cubicBezTo>
                    <a:pt x="226" y="4"/>
                    <a:pt x="210" y="1"/>
                    <a:pt x="19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0" name="Google Shape;1730;p42"/>
            <p:cNvSpPr/>
            <p:nvPr/>
          </p:nvSpPr>
          <p:spPr>
            <a:xfrm>
              <a:off x="-1308798" y="7038313"/>
              <a:ext cx="28336" cy="117595"/>
            </a:xfrm>
            <a:custGeom>
              <a:rect b="b" l="l" r="r" t="t"/>
              <a:pathLst>
                <a:path extrusionOk="0" h="249" w="60">
                  <a:moveTo>
                    <a:pt x="16" y="0"/>
                  </a:moveTo>
                  <a:cubicBezTo>
                    <a:pt x="12" y="79"/>
                    <a:pt x="5" y="162"/>
                    <a:pt x="1" y="248"/>
                  </a:cubicBezTo>
                  <a:lnTo>
                    <a:pt x="48" y="248"/>
                  </a:lnTo>
                  <a:cubicBezTo>
                    <a:pt x="48" y="166"/>
                    <a:pt x="56" y="83"/>
                    <a:pt x="6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1" name="Google Shape;1731;p42"/>
            <p:cNvSpPr/>
            <p:nvPr/>
          </p:nvSpPr>
          <p:spPr>
            <a:xfrm>
              <a:off x="-1790985" y="6844682"/>
              <a:ext cx="128930" cy="34003"/>
            </a:xfrm>
            <a:custGeom>
              <a:rect b="b" l="l" r="r" t="t"/>
              <a:pathLst>
                <a:path extrusionOk="0" h="72" w="273">
                  <a:moveTo>
                    <a:pt x="269" y="0"/>
                  </a:moveTo>
                  <a:cubicBezTo>
                    <a:pt x="205" y="8"/>
                    <a:pt x="143" y="12"/>
                    <a:pt x="76" y="12"/>
                  </a:cubicBezTo>
                  <a:cubicBezTo>
                    <a:pt x="59" y="16"/>
                    <a:pt x="48" y="16"/>
                    <a:pt x="36" y="19"/>
                  </a:cubicBezTo>
                  <a:cubicBezTo>
                    <a:pt x="24" y="19"/>
                    <a:pt x="12" y="24"/>
                    <a:pt x="1" y="32"/>
                  </a:cubicBezTo>
                  <a:lnTo>
                    <a:pt x="20" y="71"/>
                  </a:lnTo>
                  <a:cubicBezTo>
                    <a:pt x="32" y="63"/>
                    <a:pt x="40" y="63"/>
                    <a:pt x="48" y="59"/>
                  </a:cubicBezTo>
                  <a:lnTo>
                    <a:pt x="79" y="59"/>
                  </a:lnTo>
                  <a:cubicBezTo>
                    <a:pt x="143" y="55"/>
                    <a:pt x="209" y="52"/>
                    <a:pt x="272" y="43"/>
                  </a:cubicBezTo>
                  <a:lnTo>
                    <a:pt x="26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2" name="Google Shape;1732;p42"/>
            <p:cNvSpPr/>
            <p:nvPr/>
          </p:nvSpPr>
          <p:spPr>
            <a:xfrm>
              <a:off x="-1522736" y="6341715"/>
              <a:ext cx="45338" cy="112400"/>
            </a:xfrm>
            <a:custGeom>
              <a:rect b="b" l="l" r="r" t="t"/>
              <a:pathLst>
                <a:path extrusionOk="0" h="238" w="96">
                  <a:moveTo>
                    <a:pt x="1" y="1"/>
                  </a:moveTo>
                  <a:lnTo>
                    <a:pt x="1" y="12"/>
                  </a:lnTo>
                  <a:cubicBezTo>
                    <a:pt x="1" y="32"/>
                    <a:pt x="4" y="48"/>
                    <a:pt x="8" y="72"/>
                  </a:cubicBezTo>
                  <a:cubicBezTo>
                    <a:pt x="24" y="127"/>
                    <a:pt x="39" y="182"/>
                    <a:pt x="52" y="237"/>
                  </a:cubicBezTo>
                  <a:lnTo>
                    <a:pt x="95" y="229"/>
                  </a:lnTo>
                  <a:cubicBezTo>
                    <a:pt x="83" y="170"/>
                    <a:pt x="67" y="114"/>
                    <a:pt x="52" y="59"/>
                  </a:cubicBezTo>
                  <a:cubicBezTo>
                    <a:pt x="48" y="40"/>
                    <a:pt x="43" y="32"/>
                    <a:pt x="43" y="12"/>
                  </a:cubicBezTo>
                  <a:lnTo>
                    <a:pt x="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33" name="Google Shape;1733;p42"/>
          <p:cNvGrpSpPr/>
          <p:nvPr/>
        </p:nvGrpSpPr>
        <p:grpSpPr>
          <a:xfrm>
            <a:off x="332736" y="2489668"/>
            <a:ext cx="2563220" cy="2386649"/>
            <a:chOff x="-1538849" y="5276824"/>
            <a:chExt cx="1138501" cy="1060073"/>
          </a:xfrm>
        </p:grpSpPr>
        <p:sp>
          <p:nvSpPr>
            <p:cNvPr id="1734" name="Google Shape;1734;p42"/>
            <p:cNvSpPr/>
            <p:nvPr/>
          </p:nvSpPr>
          <p:spPr>
            <a:xfrm>
              <a:off x="-1453388" y="5309018"/>
              <a:ext cx="1053040" cy="1027879"/>
            </a:xfrm>
            <a:custGeom>
              <a:rect b="b" l="l" r="r" t="t"/>
              <a:pathLst>
                <a:path extrusionOk="0" h="1756" w="1799">
                  <a:moveTo>
                    <a:pt x="899" y="1"/>
                  </a:moveTo>
                  <a:cubicBezTo>
                    <a:pt x="403" y="1"/>
                    <a:pt x="0" y="395"/>
                    <a:pt x="0" y="880"/>
                  </a:cubicBezTo>
                  <a:cubicBezTo>
                    <a:pt x="0" y="1365"/>
                    <a:pt x="403" y="1755"/>
                    <a:pt x="899" y="1755"/>
                  </a:cubicBezTo>
                  <a:cubicBezTo>
                    <a:pt x="1396" y="1755"/>
                    <a:pt x="1799" y="1365"/>
                    <a:pt x="1799" y="880"/>
                  </a:cubicBezTo>
                  <a:cubicBezTo>
                    <a:pt x="1799" y="395"/>
                    <a:pt x="1396" y="1"/>
                    <a:pt x="899" y="1"/>
                  </a:cubicBezTo>
                  <a:close/>
                </a:path>
              </a:pathLst>
            </a:custGeom>
            <a:solidFill>
              <a:schemeClr val="accen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5" name="Google Shape;1735;p42"/>
            <p:cNvSpPr/>
            <p:nvPr/>
          </p:nvSpPr>
          <p:spPr>
            <a:xfrm>
              <a:off x="-1538849" y="5276824"/>
              <a:ext cx="1053040" cy="1027879"/>
            </a:xfrm>
            <a:custGeom>
              <a:rect b="b" l="l" r="r" t="t"/>
              <a:pathLst>
                <a:path extrusionOk="0" h="1756" w="1799">
                  <a:moveTo>
                    <a:pt x="900" y="1"/>
                  </a:moveTo>
                  <a:cubicBezTo>
                    <a:pt x="403" y="1"/>
                    <a:pt x="1" y="391"/>
                    <a:pt x="1" y="876"/>
                  </a:cubicBezTo>
                  <a:cubicBezTo>
                    <a:pt x="1" y="1361"/>
                    <a:pt x="403" y="1755"/>
                    <a:pt x="900" y="1755"/>
                  </a:cubicBezTo>
                  <a:cubicBezTo>
                    <a:pt x="1397" y="1755"/>
                    <a:pt x="1799" y="1361"/>
                    <a:pt x="1799" y="876"/>
                  </a:cubicBezTo>
                  <a:cubicBezTo>
                    <a:pt x="1799" y="391"/>
                    <a:pt x="1397" y="1"/>
                    <a:pt x="900" y="1"/>
                  </a:cubicBezTo>
                  <a:close/>
                </a:path>
              </a:pathLst>
            </a:cu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36" name="Google Shape;1736;p42"/>
          <p:cNvSpPr txBox="1"/>
          <p:nvPr>
            <p:ph idx="4294967295" type="title"/>
          </p:nvPr>
        </p:nvSpPr>
        <p:spPr>
          <a:xfrm>
            <a:off x="265147" y="2580133"/>
            <a:ext cx="2563200" cy="1832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3300"/>
              <a:t>04</a:t>
            </a:r>
            <a:endParaRPr sz="13300"/>
          </a:p>
        </p:txBody>
      </p:sp>
      <p:sp>
        <p:nvSpPr>
          <p:cNvPr id="1737" name="Google Shape;1737;p42"/>
          <p:cNvSpPr txBox="1"/>
          <p:nvPr/>
        </p:nvSpPr>
        <p:spPr>
          <a:xfrm>
            <a:off x="10397625" y="82950"/>
            <a:ext cx="3484200" cy="3166200"/>
          </a:xfrm>
          <a:prstGeom prst="rect">
            <a:avLst/>
          </a:prstGeom>
          <a:solidFill>
            <a:srgbClr val="00C5FF">
              <a:alpha val="51270"/>
            </a:srgbClr>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Grandstander"/>
                <a:ea typeface="Grandstander"/>
                <a:cs typeface="Grandstander"/>
                <a:sym typeface="Grandstander"/>
              </a:rPr>
              <a:t>Instructions</a:t>
            </a:r>
            <a:endParaRPr>
              <a:latin typeface="Grandstander"/>
              <a:ea typeface="Grandstander"/>
              <a:cs typeface="Grandstander"/>
              <a:sym typeface="Grandstander"/>
            </a:endParaRPr>
          </a:p>
          <a:p>
            <a:pPr indent="0" lvl="0" marL="0" rtl="0" algn="l">
              <a:spcBef>
                <a:spcPts val="0"/>
              </a:spcBef>
              <a:spcAft>
                <a:spcPts val="0"/>
              </a:spcAft>
              <a:buNone/>
            </a:pPr>
            <a:r>
              <a:t/>
            </a:r>
            <a:endParaRPr>
              <a:latin typeface="Grandstander"/>
              <a:ea typeface="Grandstander"/>
              <a:cs typeface="Grandstander"/>
              <a:sym typeface="Grandstander"/>
            </a:endParaRPr>
          </a:p>
          <a:p>
            <a:pPr indent="-317500" lvl="0" marL="457200" rtl="0" algn="l">
              <a:spcBef>
                <a:spcPts val="0"/>
              </a:spcBef>
              <a:spcAft>
                <a:spcPts val="0"/>
              </a:spcAft>
              <a:buSzPts val="1400"/>
              <a:buFont typeface="Grandstander"/>
              <a:buChar char="●"/>
            </a:pPr>
            <a:r>
              <a:rPr lang="en">
                <a:latin typeface="Grandstander"/>
                <a:ea typeface="Grandstander"/>
                <a:cs typeface="Grandstander"/>
                <a:sym typeface="Grandstander"/>
              </a:rPr>
              <a:t>Replace the central image with a picture representative of yourself</a:t>
            </a:r>
            <a:endParaRPr>
              <a:latin typeface="Grandstander"/>
              <a:ea typeface="Grandstander"/>
              <a:cs typeface="Grandstander"/>
              <a:sym typeface="Grandstander"/>
            </a:endParaRPr>
          </a:p>
          <a:p>
            <a:pPr indent="-317500" lvl="0" marL="457200" rtl="0" algn="l">
              <a:spcBef>
                <a:spcPts val="0"/>
              </a:spcBef>
              <a:spcAft>
                <a:spcPts val="0"/>
              </a:spcAft>
              <a:buSzPts val="1400"/>
              <a:buFont typeface="Grandstander"/>
              <a:buChar char="●"/>
            </a:pPr>
            <a:r>
              <a:rPr lang="en">
                <a:latin typeface="Grandstander"/>
                <a:ea typeface="Grandstander"/>
                <a:cs typeface="Grandstander"/>
                <a:sym typeface="Grandstander"/>
              </a:rPr>
              <a:t>Optionally, replace the other images as well</a:t>
            </a:r>
            <a:endParaRPr>
              <a:latin typeface="Grandstander"/>
              <a:ea typeface="Grandstander"/>
              <a:cs typeface="Grandstander"/>
              <a:sym typeface="Grandstande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1" name="Shape 1741"/>
        <p:cNvGrpSpPr/>
        <p:nvPr/>
      </p:nvGrpSpPr>
      <p:grpSpPr>
        <a:xfrm>
          <a:off x="0" y="0"/>
          <a:ext cx="0" cy="0"/>
          <a:chOff x="0" y="0"/>
          <a:chExt cx="0" cy="0"/>
        </a:xfrm>
      </p:grpSpPr>
      <p:sp>
        <p:nvSpPr>
          <p:cNvPr id="1742" name="Google Shape;1742;p43"/>
          <p:cNvSpPr/>
          <p:nvPr/>
        </p:nvSpPr>
        <p:spPr>
          <a:xfrm>
            <a:off x="850847" y="7190375"/>
            <a:ext cx="8550576" cy="2330598"/>
          </a:xfrm>
          <a:custGeom>
            <a:rect b="b" l="l" r="r" t="t"/>
            <a:pathLst>
              <a:path extrusionOk="0" h="2109" w="3526">
                <a:moveTo>
                  <a:pt x="2176" y="1"/>
                </a:moveTo>
                <a:cubicBezTo>
                  <a:pt x="2054" y="1"/>
                  <a:pt x="1930" y="36"/>
                  <a:pt x="1829" y="104"/>
                </a:cubicBezTo>
                <a:cubicBezTo>
                  <a:pt x="1601" y="258"/>
                  <a:pt x="1478" y="534"/>
                  <a:pt x="1440" y="806"/>
                </a:cubicBezTo>
                <a:cubicBezTo>
                  <a:pt x="1349" y="640"/>
                  <a:pt x="1247" y="479"/>
                  <a:pt x="1100" y="365"/>
                </a:cubicBezTo>
                <a:cubicBezTo>
                  <a:pt x="989" y="272"/>
                  <a:pt x="845" y="211"/>
                  <a:pt x="701" y="211"/>
                </a:cubicBezTo>
                <a:cubicBezTo>
                  <a:pt x="660" y="211"/>
                  <a:pt x="619" y="216"/>
                  <a:pt x="579" y="226"/>
                </a:cubicBezTo>
                <a:cubicBezTo>
                  <a:pt x="402" y="277"/>
                  <a:pt x="272" y="435"/>
                  <a:pt x="189" y="605"/>
                </a:cubicBezTo>
                <a:cubicBezTo>
                  <a:pt x="16" y="967"/>
                  <a:pt x="1" y="1813"/>
                  <a:pt x="583" y="1813"/>
                </a:cubicBezTo>
                <a:cubicBezTo>
                  <a:pt x="597" y="1813"/>
                  <a:pt x="612" y="1813"/>
                  <a:pt x="627" y="1811"/>
                </a:cubicBezTo>
                <a:cubicBezTo>
                  <a:pt x="824" y="1799"/>
                  <a:pt x="1001" y="1634"/>
                  <a:pt x="1029" y="1437"/>
                </a:cubicBezTo>
                <a:lnTo>
                  <a:pt x="1029" y="1437"/>
                </a:lnTo>
                <a:cubicBezTo>
                  <a:pt x="998" y="1733"/>
                  <a:pt x="1203" y="2052"/>
                  <a:pt x="1494" y="2103"/>
                </a:cubicBezTo>
                <a:cubicBezTo>
                  <a:pt x="1517" y="2107"/>
                  <a:pt x="1539" y="2108"/>
                  <a:pt x="1561" y="2108"/>
                </a:cubicBezTo>
                <a:cubicBezTo>
                  <a:pt x="1836" y="2108"/>
                  <a:pt x="2101" y="1848"/>
                  <a:pt x="2046" y="1579"/>
                </a:cubicBezTo>
                <a:lnTo>
                  <a:pt x="2046" y="1579"/>
                </a:lnTo>
                <a:cubicBezTo>
                  <a:pt x="2126" y="1768"/>
                  <a:pt x="2326" y="1886"/>
                  <a:pt x="2528" y="1906"/>
                </a:cubicBezTo>
                <a:cubicBezTo>
                  <a:pt x="2546" y="1908"/>
                  <a:pt x="2563" y="1908"/>
                  <a:pt x="2581" y="1908"/>
                </a:cubicBezTo>
                <a:cubicBezTo>
                  <a:pt x="2768" y="1908"/>
                  <a:pt x="2952" y="1833"/>
                  <a:pt x="3103" y="1728"/>
                </a:cubicBezTo>
                <a:cubicBezTo>
                  <a:pt x="3289" y="1599"/>
                  <a:pt x="3442" y="1413"/>
                  <a:pt x="3486" y="1193"/>
                </a:cubicBezTo>
                <a:cubicBezTo>
                  <a:pt x="3525" y="971"/>
                  <a:pt x="3434" y="719"/>
                  <a:pt x="3238" y="612"/>
                </a:cubicBezTo>
                <a:cubicBezTo>
                  <a:pt x="3182" y="584"/>
                  <a:pt x="3120" y="570"/>
                  <a:pt x="3057" y="570"/>
                </a:cubicBezTo>
                <a:cubicBezTo>
                  <a:pt x="2895" y="570"/>
                  <a:pt x="2731" y="661"/>
                  <a:pt x="2685" y="814"/>
                </a:cubicBezTo>
                <a:cubicBezTo>
                  <a:pt x="2701" y="597"/>
                  <a:pt x="2713" y="352"/>
                  <a:pt x="2575" y="179"/>
                </a:cubicBezTo>
                <a:cubicBezTo>
                  <a:pt x="2480" y="58"/>
                  <a:pt x="2330" y="1"/>
                  <a:pt x="2176" y="1"/>
                </a:cubicBezTo>
                <a:close/>
              </a:path>
            </a:pathLst>
          </a:cu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3" name="Google Shape;1743;p43"/>
          <p:cNvSpPr/>
          <p:nvPr/>
        </p:nvSpPr>
        <p:spPr>
          <a:xfrm>
            <a:off x="519697" y="4703038"/>
            <a:ext cx="8550576" cy="2330598"/>
          </a:xfrm>
          <a:custGeom>
            <a:rect b="b" l="l" r="r" t="t"/>
            <a:pathLst>
              <a:path extrusionOk="0" h="2109" w="3526">
                <a:moveTo>
                  <a:pt x="2176" y="1"/>
                </a:moveTo>
                <a:cubicBezTo>
                  <a:pt x="2054" y="1"/>
                  <a:pt x="1930" y="36"/>
                  <a:pt x="1829" y="104"/>
                </a:cubicBezTo>
                <a:cubicBezTo>
                  <a:pt x="1601" y="258"/>
                  <a:pt x="1478" y="534"/>
                  <a:pt x="1440" y="806"/>
                </a:cubicBezTo>
                <a:cubicBezTo>
                  <a:pt x="1349" y="640"/>
                  <a:pt x="1247" y="479"/>
                  <a:pt x="1100" y="365"/>
                </a:cubicBezTo>
                <a:cubicBezTo>
                  <a:pt x="989" y="272"/>
                  <a:pt x="845" y="211"/>
                  <a:pt x="701" y="211"/>
                </a:cubicBezTo>
                <a:cubicBezTo>
                  <a:pt x="660" y="211"/>
                  <a:pt x="619" y="216"/>
                  <a:pt x="579" y="226"/>
                </a:cubicBezTo>
                <a:cubicBezTo>
                  <a:pt x="402" y="277"/>
                  <a:pt x="272" y="435"/>
                  <a:pt x="189" y="605"/>
                </a:cubicBezTo>
                <a:cubicBezTo>
                  <a:pt x="16" y="967"/>
                  <a:pt x="1" y="1813"/>
                  <a:pt x="583" y="1813"/>
                </a:cubicBezTo>
                <a:cubicBezTo>
                  <a:pt x="597" y="1813"/>
                  <a:pt x="612" y="1813"/>
                  <a:pt x="627" y="1811"/>
                </a:cubicBezTo>
                <a:cubicBezTo>
                  <a:pt x="824" y="1799"/>
                  <a:pt x="1001" y="1634"/>
                  <a:pt x="1029" y="1437"/>
                </a:cubicBezTo>
                <a:lnTo>
                  <a:pt x="1029" y="1437"/>
                </a:lnTo>
                <a:cubicBezTo>
                  <a:pt x="998" y="1733"/>
                  <a:pt x="1203" y="2052"/>
                  <a:pt x="1494" y="2103"/>
                </a:cubicBezTo>
                <a:cubicBezTo>
                  <a:pt x="1517" y="2107"/>
                  <a:pt x="1539" y="2108"/>
                  <a:pt x="1561" y="2108"/>
                </a:cubicBezTo>
                <a:cubicBezTo>
                  <a:pt x="1836" y="2108"/>
                  <a:pt x="2101" y="1848"/>
                  <a:pt x="2046" y="1579"/>
                </a:cubicBezTo>
                <a:lnTo>
                  <a:pt x="2046" y="1579"/>
                </a:lnTo>
                <a:cubicBezTo>
                  <a:pt x="2126" y="1768"/>
                  <a:pt x="2326" y="1886"/>
                  <a:pt x="2528" y="1906"/>
                </a:cubicBezTo>
                <a:cubicBezTo>
                  <a:pt x="2546" y="1908"/>
                  <a:pt x="2563" y="1908"/>
                  <a:pt x="2581" y="1908"/>
                </a:cubicBezTo>
                <a:cubicBezTo>
                  <a:pt x="2768" y="1908"/>
                  <a:pt x="2952" y="1833"/>
                  <a:pt x="3103" y="1728"/>
                </a:cubicBezTo>
                <a:cubicBezTo>
                  <a:pt x="3289" y="1599"/>
                  <a:pt x="3442" y="1413"/>
                  <a:pt x="3486" y="1193"/>
                </a:cubicBezTo>
                <a:cubicBezTo>
                  <a:pt x="3525" y="971"/>
                  <a:pt x="3434" y="719"/>
                  <a:pt x="3238" y="612"/>
                </a:cubicBezTo>
                <a:cubicBezTo>
                  <a:pt x="3182" y="584"/>
                  <a:pt x="3120" y="570"/>
                  <a:pt x="3057" y="570"/>
                </a:cubicBezTo>
                <a:cubicBezTo>
                  <a:pt x="2895" y="570"/>
                  <a:pt x="2731" y="661"/>
                  <a:pt x="2685" y="814"/>
                </a:cubicBezTo>
                <a:cubicBezTo>
                  <a:pt x="2701" y="597"/>
                  <a:pt x="2713" y="352"/>
                  <a:pt x="2575" y="179"/>
                </a:cubicBezTo>
                <a:cubicBezTo>
                  <a:pt x="2480" y="58"/>
                  <a:pt x="2330" y="1"/>
                  <a:pt x="2176" y="1"/>
                </a:cubicBezTo>
                <a:close/>
              </a:path>
            </a:pathLst>
          </a:cu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4" name="Google Shape;1744;p43"/>
          <p:cNvSpPr/>
          <p:nvPr/>
        </p:nvSpPr>
        <p:spPr>
          <a:xfrm>
            <a:off x="519697" y="2215700"/>
            <a:ext cx="8550576" cy="2330598"/>
          </a:xfrm>
          <a:custGeom>
            <a:rect b="b" l="l" r="r" t="t"/>
            <a:pathLst>
              <a:path extrusionOk="0" h="2109" w="3526">
                <a:moveTo>
                  <a:pt x="2176" y="1"/>
                </a:moveTo>
                <a:cubicBezTo>
                  <a:pt x="2054" y="1"/>
                  <a:pt x="1930" y="36"/>
                  <a:pt x="1829" y="104"/>
                </a:cubicBezTo>
                <a:cubicBezTo>
                  <a:pt x="1601" y="258"/>
                  <a:pt x="1478" y="534"/>
                  <a:pt x="1440" y="806"/>
                </a:cubicBezTo>
                <a:cubicBezTo>
                  <a:pt x="1349" y="640"/>
                  <a:pt x="1247" y="479"/>
                  <a:pt x="1100" y="365"/>
                </a:cubicBezTo>
                <a:cubicBezTo>
                  <a:pt x="989" y="272"/>
                  <a:pt x="845" y="211"/>
                  <a:pt x="701" y="211"/>
                </a:cubicBezTo>
                <a:cubicBezTo>
                  <a:pt x="660" y="211"/>
                  <a:pt x="619" y="216"/>
                  <a:pt x="579" y="226"/>
                </a:cubicBezTo>
                <a:cubicBezTo>
                  <a:pt x="402" y="277"/>
                  <a:pt x="272" y="435"/>
                  <a:pt x="189" y="605"/>
                </a:cubicBezTo>
                <a:cubicBezTo>
                  <a:pt x="16" y="967"/>
                  <a:pt x="1" y="1813"/>
                  <a:pt x="583" y="1813"/>
                </a:cubicBezTo>
                <a:cubicBezTo>
                  <a:pt x="597" y="1813"/>
                  <a:pt x="612" y="1813"/>
                  <a:pt x="627" y="1811"/>
                </a:cubicBezTo>
                <a:cubicBezTo>
                  <a:pt x="824" y="1799"/>
                  <a:pt x="1001" y="1634"/>
                  <a:pt x="1029" y="1437"/>
                </a:cubicBezTo>
                <a:lnTo>
                  <a:pt x="1029" y="1437"/>
                </a:lnTo>
                <a:cubicBezTo>
                  <a:pt x="998" y="1733"/>
                  <a:pt x="1203" y="2052"/>
                  <a:pt x="1494" y="2103"/>
                </a:cubicBezTo>
                <a:cubicBezTo>
                  <a:pt x="1517" y="2107"/>
                  <a:pt x="1539" y="2108"/>
                  <a:pt x="1561" y="2108"/>
                </a:cubicBezTo>
                <a:cubicBezTo>
                  <a:pt x="1836" y="2108"/>
                  <a:pt x="2101" y="1848"/>
                  <a:pt x="2046" y="1579"/>
                </a:cubicBezTo>
                <a:lnTo>
                  <a:pt x="2046" y="1579"/>
                </a:lnTo>
                <a:cubicBezTo>
                  <a:pt x="2126" y="1768"/>
                  <a:pt x="2326" y="1886"/>
                  <a:pt x="2528" y="1906"/>
                </a:cubicBezTo>
                <a:cubicBezTo>
                  <a:pt x="2546" y="1908"/>
                  <a:pt x="2563" y="1908"/>
                  <a:pt x="2581" y="1908"/>
                </a:cubicBezTo>
                <a:cubicBezTo>
                  <a:pt x="2768" y="1908"/>
                  <a:pt x="2952" y="1833"/>
                  <a:pt x="3103" y="1728"/>
                </a:cubicBezTo>
                <a:cubicBezTo>
                  <a:pt x="3289" y="1599"/>
                  <a:pt x="3442" y="1413"/>
                  <a:pt x="3486" y="1193"/>
                </a:cubicBezTo>
                <a:cubicBezTo>
                  <a:pt x="3525" y="971"/>
                  <a:pt x="3434" y="719"/>
                  <a:pt x="3238" y="612"/>
                </a:cubicBezTo>
                <a:cubicBezTo>
                  <a:pt x="3182" y="584"/>
                  <a:pt x="3120" y="570"/>
                  <a:pt x="3057" y="570"/>
                </a:cubicBezTo>
                <a:cubicBezTo>
                  <a:pt x="2895" y="570"/>
                  <a:pt x="2731" y="661"/>
                  <a:pt x="2685" y="814"/>
                </a:cubicBezTo>
                <a:cubicBezTo>
                  <a:pt x="2701" y="597"/>
                  <a:pt x="2713" y="352"/>
                  <a:pt x="2575" y="179"/>
                </a:cubicBezTo>
                <a:cubicBezTo>
                  <a:pt x="2480" y="58"/>
                  <a:pt x="2330" y="1"/>
                  <a:pt x="2176" y="1"/>
                </a:cubicBezTo>
                <a:close/>
              </a:path>
            </a:pathLst>
          </a:cu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45" name="Google Shape;1745;p43"/>
          <p:cNvGrpSpPr/>
          <p:nvPr/>
        </p:nvGrpSpPr>
        <p:grpSpPr>
          <a:xfrm>
            <a:off x="4519070" y="6456126"/>
            <a:ext cx="1213983" cy="1130356"/>
            <a:chOff x="-1538849" y="5276824"/>
            <a:chExt cx="1138501" cy="1060073"/>
          </a:xfrm>
        </p:grpSpPr>
        <p:sp>
          <p:nvSpPr>
            <p:cNvPr id="1746" name="Google Shape;1746;p43"/>
            <p:cNvSpPr/>
            <p:nvPr/>
          </p:nvSpPr>
          <p:spPr>
            <a:xfrm>
              <a:off x="-1453388" y="5309018"/>
              <a:ext cx="1053040" cy="1027879"/>
            </a:xfrm>
            <a:custGeom>
              <a:rect b="b" l="l" r="r" t="t"/>
              <a:pathLst>
                <a:path extrusionOk="0" h="1756" w="1799">
                  <a:moveTo>
                    <a:pt x="899" y="1"/>
                  </a:moveTo>
                  <a:cubicBezTo>
                    <a:pt x="403" y="1"/>
                    <a:pt x="0" y="395"/>
                    <a:pt x="0" y="880"/>
                  </a:cubicBezTo>
                  <a:cubicBezTo>
                    <a:pt x="0" y="1365"/>
                    <a:pt x="403" y="1755"/>
                    <a:pt x="899" y="1755"/>
                  </a:cubicBezTo>
                  <a:cubicBezTo>
                    <a:pt x="1396" y="1755"/>
                    <a:pt x="1799" y="1365"/>
                    <a:pt x="1799" y="880"/>
                  </a:cubicBezTo>
                  <a:cubicBezTo>
                    <a:pt x="1799" y="395"/>
                    <a:pt x="1396" y="1"/>
                    <a:pt x="899" y="1"/>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7" name="Google Shape;1747;p43"/>
            <p:cNvSpPr/>
            <p:nvPr/>
          </p:nvSpPr>
          <p:spPr>
            <a:xfrm>
              <a:off x="-1538849" y="5276824"/>
              <a:ext cx="1053040" cy="1027879"/>
            </a:xfrm>
            <a:custGeom>
              <a:rect b="b" l="l" r="r" t="t"/>
              <a:pathLst>
                <a:path extrusionOk="0" h="1756" w="1799">
                  <a:moveTo>
                    <a:pt x="900" y="1"/>
                  </a:moveTo>
                  <a:cubicBezTo>
                    <a:pt x="403" y="1"/>
                    <a:pt x="1" y="391"/>
                    <a:pt x="1" y="876"/>
                  </a:cubicBezTo>
                  <a:cubicBezTo>
                    <a:pt x="1" y="1361"/>
                    <a:pt x="403" y="1755"/>
                    <a:pt x="900" y="1755"/>
                  </a:cubicBezTo>
                  <a:cubicBezTo>
                    <a:pt x="1397" y="1755"/>
                    <a:pt x="1799" y="1361"/>
                    <a:pt x="1799" y="876"/>
                  </a:cubicBezTo>
                  <a:cubicBezTo>
                    <a:pt x="1799" y="391"/>
                    <a:pt x="1397" y="1"/>
                    <a:pt x="900" y="1"/>
                  </a:cubicBezTo>
                  <a:close/>
                </a:path>
              </a:pathLst>
            </a:custGeom>
            <a:solidFill>
              <a:schemeClr val="accent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48" name="Google Shape;1748;p43"/>
          <p:cNvGrpSpPr/>
          <p:nvPr/>
        </p:nvGrpSpPr>
        <p:grpSpPr>
          <a:xfrm>
            <a:off x="4519007" y="4084136"/>
            <a:ext cx="1213983" cy="1130356"/>
            <a:chOff x="-1538849" y="5276824"/>
            <a:chExt cx="1138501" cy="1060073"/>
          </a:xfrm>
        </p:grpSpPr>
        <p:sp>
          <p:nvSpPr>
            <p:cNvPr id="1749" name="Google Shape;1749;p43"/>
            <p:cNvSpPr/>
            <p:nvPr/>
          </p:nvSpPr>
          <p:spPr>
            <a:xfrm>
              <a:off x="-1453388" y="5309018"/>
              <a:ext cx="1053040" cy="1027879"/>
            </a:xfrm>
            <a:custGeom>
              <a:rect b="b" l="l" r="r" t="t"/>
              <a:pathLst>
                <a:path extrusionOk="0" h="1756" w="1799">
                  <a:moveTo>
                    <a:pt x="899" y="1"/>
                  </a:moveTo>
                  <a:cubicBezTo>
                    <a:pt x="403" y="1"/>
                    <a:pt x="0" y="395"/>
                    <a:pt x="0" y="880"/>
                  </a:cubicBezTo>
                  <a:cubicBezTo>
                    <a:pt x="0" y="1365"/>
                    <a:pt x="403" y="1755"/>
                    <a:pt x="899" y="1755"/>
                  </a:cubicBezTo>
                  <a:cubicBezTo>
                    <a:pt x="1396" y="1755"/>
                    <a:pt x="1799" y="1365"/>
                    <a:pt x="1799" y="880"/>
                  </a:cubicBezTo>
                  <a:cubicBezTo>
                    <a:pt x="1799" y="395"/>
                    <a:pt x="1396" y="1"/>
                    <a:pt x="899" y="1"/>
                  </a:cubicBezTo>
                  <a:close/>
                </a:path>
              </a:pathLst>
            </a:custGeom>
            <a:solidFill>
              <a:schemeClr val="accen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0" name="Google Shape;1750;p43"/>
            <p:cNvSpPr/>
            <p:nvPr/>
          </p:nvSpPr>
          <p:spPr>
            <a:xfrm>
              <a:off x="-1538849" y="5276824"/>
              <a:ext cx="1053040" cy="1027879"/>
            </a:xfrm>
            <a:custGeom>
              <a:rect b="b" l="l" r="r" t="t"/>
              <a:pathLst>
                <a:path extrusionOk="0" h="1756" w="1799">
                  <a:moveTo>
                    <a:pt x="900" y="1"/>
                  </a:moveTo>
                  <a:cubicBezTo>
                    <a:pt x="403" y="1"/>
                    <a:pt x="1" y="391"/>
                    <a:pt x="1" y="876"/>
                  </a:cubicBezTo>
                  <a:cubicBezTo>
                    <a:pt x="1" y="1361"/>
                    <a:pt x="403" y="1755"/>
                    <a:pt x="900" y="1755"/>
                  </a:cubicBezTo>
                  <a:cubicBezTo>
                    <a:pt x="1397" y="1755"/>
                    <a:pt x="1799" y="1361"/>
                    <a:pt x="1799" y="876"/>
                  </a:cubicBezTo>
                  <a:cubicBezTo>
                    <a:pt x="1799" y="391"/>
                    <a:pt x="1397" y="1"/>
                    <a:pt x="900" y="1"/>
                  </a:cubicBezTo>
                  <a:close/>
                </a:path>
              </a:pathLst>
            </a:cu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51" name="Google Shape;1751;p43"/>
          <p:cNvSpPr txBox="1"/>
          <p:nvPr>
            <p:ph type="title"/>
          </p:nvPr>
        </p:nvSpPr>
        <p:spPr>
          <a:xfrm>
            <a:off x="859100" y="460125"/>
            <a:ext cx="8458200" cy="956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Thoughts (Then)</a:t>
            </a:r>
            <a:endParaRPr/>
          </a:p>
        </p:txBody>
      </p:sp>
      <p:sp>
        <p:nvSpPr>
          <p:cNvPr id="1752" name="Google Shape;1752;p43"/>
          <p:cNvSpPr txBox="1"/>
          <p:nvPr>
            <p:ph idx="4294967295" type="subTitle"/>
          </p:nvPr>
        </p:nvSpPr>
        <p:spPr>
          <a:xfrm>
            <a:off x="4450775" y="6629414"/>
            <a:ext cx="1274700" cy="859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4600">
                <a:latin typeface="Ranchers"/>
                <a:ea typeface="Ranchers"/>
                <a:cs typeface="Ranchers"/>
                <a:sym typeface="Ranchers"/>
              </a:rPr>
              <a:t>#3</a:t>
            </a:r>
            <a:endParaRPr/>
          </a:p>
        </p:txBody>
      </p:sp>
      <p:sp>
        <p:nvSpPr>
          <p:cNvPr id="1753" name="Google Shape;1753;p43"/>
          <p:cNvSpPr txBox="1"/>
          <p:nvPr>
            <p:ph idx="4294967295" type="subTitle"/>
          </p:nvPr>
        </p:nvSpPr>
        <p:spPr>
          <a:xfrm>
            <a:off x="4481138" y="4257425"/>
            <a:ext cx="1214100" cy="859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4600">
                <a:latin typeface="Ranchers"/>
                <a:ea typeface="Ranchers"/>
                <a:cs typeface="Ranchers"/>
                <a:sym typeface="Ranchers"/>
              </a:rPr>
              <a:t>#2</a:t>
            </a:r>
            <a:endParaRPr/>
          </a:p>
        </p:txBody>
      </p:sp>
      <p:sp>
        <p:nvSpPr>
          <p:cNvPr id="1754" name="Google Shape;1754;p43"/>
          <p:cNvSpPr/>
          <p:nvPr/>
        </p:nvSpPr>
        <p:spPr>
          <a:xfrm rot="10800000">
            <a:off x="2440811" y="2506348"/>
            <a:ext cx="233400" cy="233400"/>
          </a:xfrm>
          <a:prstGeom prst="ellipse">
            <a:avLst/>
          </a:pr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5" name="Google Shape;1755;p43"/>
          <p:cNvSpPr/>
          <p:nvPr/>
        </p:nvSpPr>
        <p:spPr>
          <a:xfrm rot="10800000">
            <a:off x="7762736" y="7371111"/>
            <a:ext cx="233400" cy="233400"/>
          </a:xfrm>
          <a:prstGeom prst="ellipse">
            <a:avLst/>
          </a:pr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56" name="Google Shape;1756;p43"/>
          <p:cNvGrpSpPr/>
          <p:nvPr/>
        </p:nvGrpSpPr>
        <p:grpSpPr>
          <a:xfrm rot="-5040773">
            <a:off x="6254347" y="4332730"/>
            <a:ext cx="1490428" cy="1490428"/>
            <a:chOff x="4297845" y="2656673"/>
            <a:chExt cx="1490496" cy="1490496"/>
          </a:xfrm>
        </p:grpSpPr>
        <p:sp>
          <p:nvSpPr>
            <p:cNvPr id="1757" name="Google Shape;1757;p43"/>
            <p:cNvSpPr/>
            <p:nvPr/>
          </p:nvSpPr>
          <p:spPr>
            <a:xfrm rot="-2700000">
              <a:off x="4784333" y="2606741"/>
              <a:ext cx="517520" cy="1590360"/>
            </a:xfrm>
            <a:custGeom>
              <a:rect b="b" l="l" r="r" t="t"/>
              <a:pathLst>
                <a:path extrusionOk="0" h="63615" w="20701">
                  <a:moveTo>
                    <a:pt x="20701" y="0"/>
                  </a:moveTo>
                  <a:cubicBezTo>
                    <a:pt x="12419" y="20704"/>
                    <a:pt x="5408" y="41981"/>
                    <a:pt x="0" y="63615"/>
                  </a:cubicBezTo>
                </a:path>
              </a:pathLst>
            </a:custGeom>
            <a:noFill/>
            <a:ln cap="flat" cmpd="sng" w="28575">
              <a:solidFill>
                <a:schemeClr val="dk1"/>
              </a:solidFill>
              <a:prstDash val="solid"/>
              <a:round/>
              <a:headEnd len="med" w="med" type="none"/>
              <a:tailEnd len="med" w="med" type="none"/>
            </a:ln>
          </p:spPr>
        </p:sp>
        <p:sp>
          <p:nvSpPr>
            <p:cNvPr id="1758" name="Google Shape;1758;p43"/>
            <p:cNvSpPr/>
            <p:nvPr/>
          </p:nvSpPr>
          <p:spPr>
            <a:xfrm rot="-2700000">
              <a:off x="5137398" y="3110348"/>
              <a:ext cx="239798" cy="833042"/>
            </a:xfrm>
            <a:custGeom>
              <a:rect b="b" l="l" r="r" t="t"/>
              <a:pathLst>
                <a:path extrusionOk="0" h="33322" w="9592">
                  <a:moveTo>
                    <a:pt x="9592" y="0"/>
                  </a:moveTo>
                  <a:cubicBezTo>
                    <a:pt x="6193" y="11047"/>
                    <a:pt x="1897" y="21920"/>
                    <a:pt x="0" y="33322"/>
                  </a:cubicBezTo>
                </a:path>
              </a:pathLst>
            </a:custGeom>
            <a:noFill/>
            <a:ln cap="flat" cmpd="sng" w="28575">
              <a:solidFill>
                <a:schemeClr val="dk1"/>
              </a:solidFill>
              <a:prstDash val="solid"/>
              <a:round/>
              <a:headEnd len="med" w="med" type="none"/>
              <a:tailEnd len="med" w="med" type="none"/>
            </a:ln>
          </p:spPr>
        </p:sp>
      </p:grpSp>
      <p:sp>
        <p:nvSpPr>
          <p:cNvPr id="1759" name="Google Shape;1759;p43"/>
          <p:cNvSpPr/>
          <p:nvPr/>
        </p:nvSpPr>
        <p:spPr>
          <a:xfrm rot="10800000">
            <a:off x="3893236" y="4186748"/>
            <a:ext cx="233400" cy="233400"/>
          </a:xfrm>
          <a:prstGeom prst="ellipse">
            <a:avLst/>
          </a:pr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0" name="Google Shape;1760;p43"/>
          <p:cNvSpPr txBox="1"/>
          <p:nvPr/>
        </p:nvSpPr>
        <p:spPr>
          <a:xfrm>
            <a:off x="2524425" y="9677250"/>
            <a:ext cx="5238300" cy="332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sz="1700">
                <a:solidFill>
                  <a:schemeClr val="dk1"/>
                </a:solidFill>
                <a:latin typeface="Grandstander"/>
                <a:ea typeface="Grandstander"/>
                <a:cs typeface="Grandstander"/>
                <a:sym typeface="Grandstander"/>
              </a:rPr>
              <a:t>This template has been created by </a:t>
            </a:r>
            <a:r>
              <a:rPr b="1" lang="en" sz="1700">
                <a:solidFill>
                  <a:schemeClr val="dk1"/>
                </a:solidFill>
                <a:uFill>
                  <a:noFill/>
                </a:uFill>
                <a:latin typeface="Grandstander"/>
                <a:ea typeface="Grandstander"/>
                <a:cs typeface="Grandstander"/>
                <a:sym typeface="Grandstander"/>
                <a:hlinkClick r:id="rId3">
                  <a:extLst>
                    <a:ext uri="{A12FA001-AC4F-418D-AE19-62706E023703}">
                      <ahyp:hlinkClr val="tx"/>
                    </a:ext>
                  </a:extLst>
                </a:hlinkClick>
              </a:rPr>
              <a:t>Slidesgo</a:t>
            </a:r>
            <a:endParaRPr sz="1700">
              <a:solidFill>
                <a:schemeClr val="dk1"/>
              </a:solidFill>
              <a:latin typeface="Grandstander"/>
              <a:ea typeface="Grandstander"/>
              <a:cs typeface="Grandstander"/>
              <a:sym typeface="Grandstander"/>
            </a:endParaRPr>
          </a:p>
        </p:txBody>
      </p:sp>
      <p:grpSp>
        <p:nvGrpSpPr>
          <p:cNvPr id="1761" name="Google Shape;1761;p43"/>
          <p:cNvGrpSpPr/>
          <p:nvPr/>
        </p:nvGrpSpPr>
        <p:grpSpPr>
          <a:xfrm>
            <a:off x="4519145" y="1711136"/>
            <a:ext cx="1213983" cy="1130356"/>
            <a:chOff x="-1538849" y="5276824"/>
            <a:chExt cx="1138501" cy="1060073"/>
          </a:xfrm>
        </p:grpSpPr>
        <p:sp>
          <p:nvSpPr>
            <p:cNvPr id="1762" name="Google Shape;1762;p43"/>
            <p:cNvSpPr/>
            <p:nvPr/>
          </p:nvSpPr>
          <p:spPr>
            <a:xfrm>
              <a:off x="-1453388" y="5309018"/>
              <a:ext cx="1053040" cy="1027879"/>
            </a:xfrm>
            <a:custGeom>
              <a:rect b="b" l="l" r="r" t="t"/>
              <a:pathLst>
                <a:path extrusionOk="0" h="1756" w="1799">
                  <a:moveTo>
                    <a:pt x="899" y="1"/>
                  </a:moveTo>
                  <a:cubicBezTo>
                    <a:pt x="403" y="1"/>
                    <a:pt x="0" y="395"/>
                    <a:pt x="0" y="880"/>
                  </a:cubicBezTo>
                  <a:cubicBezTo>
                    <a:pt x="0" y="1365"/>
                    <a:pt x="403" y="1755"/>
                    <a:pt x="899" y="1755"/>
                  </a:cubicBezTo>
                  <a:cubicBezTo>
                    <a:pt x="1396" y="1755"/>
                    <a:pt x="1799" y="1365"/>
                    <a:pt x="1799" y="880"/>
                  </a:cubicBezTo>
                  <a:cubicBezTo>
                    <a:pt x="1799" y="395"/>
                    <a:pt x="1396" y="1"/>
                    <a:pt x="899" y="1"/>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3" name="Google Shape;1763;p43"/>
            <p:cNvSpPr/>
            <p:nvPr/>
          </p:nvSpPr>
          <p:spPr>
            <a:xfrm>
              <a:off x="-1538849" y="5276824"/>
              <a:ext cx="1053040" cy="1027879"/>
            </a:xfrm>
            <a:custGeom>
              <a:rect b="b" l="l" r="r" t="t"/>
              <a:pathLst>
                <a:path extrusionOk="0" h="1756" w="1799">
                  <a:moveTo>
                    <a:pt x="900" y="1"/>
                  </a:moveTo>
                  <a:cubicBezTo>
                    <a:pt x="403" y="1"/>
                    <a:pt x="1" y="391"/>
                    <a:pt x="1" y="876"/>
                  </a:cubicBezTo>
                  <a:cubicBezTo>
                    <a:pt x="1" y="1361"/>
                    <a:pt x="403" y="1755"/>
                    <a:pt x="900" y="1755"/>
                  </a:cubicBezTo>
                  <a:cubicBezTo>
                    <a:pt x="1397" y="1755"/>
                    <a:pt x="1799" y="1361"/>
                    <a:pt x="1799" y="876"/>
                  </a:cubicBezTo>
                  <a:cubicBezTo>
                    <a:pt x="1799" y="391"/>
                    <a:pt x="1397" y="1"/>
                    <a:pt x="900" y="1"/>
                  </a:cubicBezTo>
                  <a:close/>
                </a:path>
              </a:pathLst>
            </a:custGeom>
            <a:solidFill>
              <a:schemeClr val="accent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4600">
                  <a:solidFill>
                    <a:schemeClr val="dk1"/>
                  </a:solidFill>
                  <a:latin typeface="Ranchers"/>
                  <a:ea typeface="Ranchers"/>
                  <a:cs typeface="Ranchers"/>
                  <a:sym typeface="Ranchers"/>
                </a:rPr>
                <a:t>#1</a:t>
              </a:r>
              <a:endParaRPr/>
            </a:p>
          </p:txBody>
        </p:sp>
      </p:grpSp>
      <p:sp>
        <p:nvSpPr>
          <p:cNvPr id="1764" name="Google Shape;1764;p43"/>
          <p:cNvSpPr txBox="1"/>
          <p:nvPr>
            <p:ph idx="1" type="subTitle"/>
          </p:nvPr>
        </p:nvSpPr>
        <p:spPr>
          <a:xfrm>
            <a:off x="1749461" y="2972325"/>
            <a:ext cx="6677700" cy="811800"/>
          </a:xfrm>
          <a:prstGeom prst="rect">
            <a:avLst/>
          </a:prstGeom>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Insert text</a:t>
            </a:r>
            <a:endParaRPr/>
          </a:p>
        </p:txBody>
      </p:sp>
      <p:sp>
        <p:nvSpPr>
          <p:cNvPr id="1765" name="Google Shape;1765;p43"/>
          <p:cNvSpPr txBox="1"/>
          <p:nvPr>
            <p:ph idx="1" type="subTitle"/>
          </p:nvPr>
        </p:nvSpPr>
        <p:spPr>
          <a:xfrm>
            <a:off x="2080611" y="7947000"/>
            <a:ext cx="6677700" cy="811800"/>
          </a:xfrm>
          <a:prstGeom prst="rect">
            <a:avLst/>
          </a:prstGeom>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Insert text</a:t>
            </a:r>
            <a:endParaRPr/>
          </a:p>
        </p:txBody>
      </p:sp>
      <p:sp>
        <p:nvSpPr>
          <p:cNvPr id="1766" name="Google Shape;1766;p43"/>
          <p:cNvSpPr txBox="1"/>
          <p:nvPr>
            <p:ph idx="1" type="subTitle"/>
          </p:nvPr>
        </p:nvSpPr>
        <p:spPr>
          <a:xfrm>
            <a:off x="1749461" y="5459663"/>
            <a:ext cx="6677700" cy="811800"/>
          </a:xfrm>
          <a:prstGeom prst="rect">
            <a:avLst/>
          </a:prstGeom>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Insert text</a:t>
            </a:r>
            <a:endParaRPr/>
          </a:p>
        </p:txBody>
      </p:sp>
      <p:sp>
        <p:nvSpPr>
          <p:cNvPr id="1767" name="Google Shape;1767;p43"/>
          <p:cNvSpPr txBox="1"/>
          <p:nvPr/>
        </p:nvSpPr>
        <p:spPr>
          <a:xfrm>
            <a:off x="10342325" y="2060150"/>
            <a:ext cx="3484200" cy="4120500"/>
          </a:xfrm>
          <a:prstGeom prst="rect">
            <a:avLst/>
          </a:prstGeom>
          <a:solidFill>
            <a:srgbClr val="00C5FF">
              <a:alpha val="51270"/>
            </a:srgbClr>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Grandstander"/>
                <a:ea typeface="Grandstander"/>
                <a:cs typeface="Grandstander"/>
                <a:sym typeface="Grandstander"/>
              </a:rPr>
              <a:t>Instructions</a:t>
            </a:r>
            <a:endParaRPr>
              <a:latin typeface="Grandstander"/>
              <a:ea typeface="Grandstander"/>
              <a:cs typeface="Grandstander"/>
              <a:sym typeface="Grandstander"/>
            </a:endParaRPr>
          </a:p>
          <a:p>
            <a:pPr indent="0" lvl="0" marL="0" rtl="0" algn="l">
              <a:spcBef>
                <a:spcPts val="0"/>
              </a:spcBef>
              <a:spcAft>
                <a:spcPts val="0"/>
              </a:spcAft>
              <a:buNone/>
            </a:pPr>
            <a:r>
              <a:t/>
            </a:r>
            <a:endParaRPr>
              <a:latin typeface="Grandstander"/>
              <a:ea typeface="Grandstander"/>
              <a:cs typeface="Grandstander"/>
              <a:sym typeface="Grandstander"/>
            </a:endParaRPr>
          </a:p>
          <a:p>
            <a:pPr indent="-317500" lvl="0" marL="457200" rtl="0" algn="l">
              <a:spcBef>
                <a:spcPts val="0"/>
              </a:spcBef>
              <a:spcAft>
                <a:spcPts val="0"/>
              </a:spcAft>
              <a:buSzPts val="1400"/>
              <a:buFont typeface="Grandstander"/>
              <a:buChar char="●"/>
            </a:pPr>
            <a:r>
              <a:rPr lang="en">
                <a:latin typeface="Grandstander"/>
                <a:ea typeface="Grandstander"/>
                <a:cs typeface="Grandstander"/>
                <a:sym typeface="Grandstander"/>
              </a:rPr>
              <a:t>List some of your thoughts just before, during, and/or just after the event occurred</a:t>
            </a:r>
            <a:endParaRPr>
              <a:latin typeface="Grandstander"/>
              <a:ea typeface="Grandstander"/>
              <a:cs typeface="Grandstander"/>
              <a:sym typeface="Grandstander"/>
            </a:endParaRPr>
          </a:p>
          <a:p>
            <a:pPr indent="-317500" lvl="0" marL="457200" rtl="0" algn="l">
              <a:spcBef>
                <a:spcPts val="0"/>
              </a:spcBef>
              <a:spcAft>
                <a:spcPts val="0"/>
              </a:spcAft>
              <a:buSzPts val="1400"/>
              <a:buFont typeface="Grandstander"/>
              <a:buChar char="●"/>
            </a:pPr>
            <a:r>
              <a:rPr lang="en">
                <a:latin typeface="Grandstander"/>
                <a:ea typeface="Grandstander"/>
                <a:cs typeface="Grandstander"/>
                <a:sym typeface="Grandstander"/>
              </a:rPr>
              <a:t>Optionally, replace the other images</a:t>
            </a:r>
            <a:endParaRPr>
              <a:latin typeface="Grandstander"/>
              <a:ea typeface="Grandstander"/>
              <a:cs typeface="Grandstander"/>
              <a:sym typeface="Grandstande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71" name="Shape 1771"/>
        <p:cNvGrpSpPr/>
        <p:nvPr/>
      </p:nvGrpSpPr>
      <p:grpSpPr>
        <a:xfrm>
          <a:off x="0" y="0"/>
          <a:ext cx="0" cy="0"/>
          <a:chOff x="0" y="0"/>
          <a:chExt cx="0" cy="0"/>
        </a:xfrm>
      </p:grpSpPr>
      <p:sp>
        <p:nvSpPr>
          <p:cNvPr id="1772" name="Google Shape;1772;p44"/>
          <p:cNvSpPr/>
          <p:nvPr/>
        </p:nvSpPr>
        <p:spPr>
          <a:xfrm>
            <a:off x="979230" y="249525"/>
            <a:ext cx="5238296" cy="2330598"/>
          </a:xfrm>
          <a:custGeom>
            <a:rect b="b" l="l" r="r" t="t"/>
            <a:pathLst>
              <a:path extrusionOk="0" h="2109" w="3526">
                <a:moveTo>
                  <a:pt x="2176" y="1"/>
                </a:moveTo>
                <a:cubicBezTo>
                  <a:pt x="2054" y="1"/>
                  <a:pt x="1930" y="36"/>
                  <a:pt x="1829" y="104"/>
                </a:cubicBezTo>
                <a:cubicBezTo>
                  <a:pt x="1601" y="258"/>
                  <a:pt x="1478" y="534"/>
                  <a:pt x="1440" y="806"/>
                </a:cubicBezTo>
                <a:cubicBezTo>
                  <a:pt x="1349" y="640"/>
                  <a:pt x="1247" y="479"/>
                  <a:pt x="1100" y="365"/>
                </a:cubicBezTo>
                <a:cubicBezTo>
                  <a:pt x="989" y="272"/>
                  <a:pt x="845" y="211"/>
                  <a:pt x="701" y="211"/>
                </a:cubicBezTo>
                <a:cubicBezTo>
                  <a:pt x="660" y="211"/>
                  <a:pt x="619" y="216"/>
                  <a:pt x="579" y="226"/>
                </a:cubicBezTo>
                <a:cubicBezTo>
                  <a:pt x="402" y="277"/>
                  <a:pt x="272" y="435"/>
                  <a:pt x="189" y="605"/>
                </a:cubicBezTo>
                <a:cubicBezTo>
                  <a:pt x="16" y="967"/>
                  <a:pt x="1" y="1813"/>
                  <a:pt x="583" y="1813"/>
                </a:cubicBezTo>
                <a:cubicBezTo>
                  <a:pt x="597" y="1813"/>
                  <a:pt x="612" y="1813"/>
                  <a:pt x="627" y="1811"/>
                </a:cubicBezTo>
                <a:cubicBezTo>
                  <a:pt x="824" y="1799"/>
                  <a:pt x="1001" y="1634"/>
                  <a:pt x="1029" y="1437"/>
                </a:cubicBezTo>
                <a:lnTo>
                  <a:pt x="1029" y="1437"/>
                </a:lnTo>
                <a:cubicBezTo>
                  <a:pt x="998" y="1733"/>
                  <a:pt x="1203" y="2052"/>
                  <a:pt x="1494" y="2103"/>
                </a:cubicBezTo>
                <a:cubicBezTo>
                  <a:pt x="1517" y="2107"/>
                  <a:pt x="1539" y="2108"/>
                  <a:pt x="1561" y="2108"/>
                </a:cubicBezTo>
                <a:cubicBezTo>
                  <a:pt x="1836" y="2108"/>
                  <a:pt x="2101" y="1848"/>
                  <a:pt x="2046" y="1579"/>
                </a:cubicBezTo>
                <a:lnTo>
                  <a:pt x="2046" y="1579"/>
                </a:lnTo>
                <a:cubicBezTo>
                  <a:pt x="2126" y="1768"/>
                  <a:pt x="2326" y="1886"/>
                  <a:pt x="2528" y="1906"/>
                </a:cubicBezTo>
                <a:cubicBezTo>
                  <a:pt x="2546" y="1908"/>
                  <a:pt x="2563" y="1908"/>
                  <a:pt x="2581" y="1908"/>
                </a:cubicBezTo>
                <a:cubicBezTo>
                  <a:pt x="2768" y="1908"/>
                  <a:pt x="2952" y="1833"/>
                  <a:pt x="3103" y="1728"/>
                </a:cubicBezTo>
                <a:cubicBezTo>
                  <a:pt x="3289" y="1599"/>
                  <a:pt x="3442" y="1413"/>
                  <a:pt x="3486" y="1193"/>
                </a:cubicBezTo>
                <a:cubicBezTo>
                  <a:pt x="3525" y="971"/>
                  <a:pt x="3434" y="719"/>
                  <a:pt x="3238" y="612"/>
                </a:cubicBezTo>
                <a:cubicBezTo>
                  <a:pt x="3182" y="584"/>
                  <a:pt x="3120" y="570"/>
                  <a:pt x="3057" y="570"/>
                </a:cubicBezTo>
                <a:cubicBezTo>
                  <a:pt x="2895" y="570"/>
                  <a:pt x="2731" y="661"/>
                  <a:pt x="2685" y="814"/>
                </a:cubicBezTo>
                <a:cubicBezTo>
                  <a:pt x="2701" y="597"/>
                  <a:pt x="2713" y="352"/>
                  <a:pt x="2575" y="179"/>
                </a:cubicBezTo>
                <a:cubicBezTo>
                  <a:pt x="2480" y="58"/>
                  <a:pt x="2330" y="1"/>
                  <a:pt x="2176" y="1"/>
                </a:cubicBezTo>
                <a:close/>
              </a:path>
            </a:pathLst>
          </a:cu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3" name="Google Shape;1773;p44"/>
          <p:cNvSpPr/>
          <p:nvPr/>
        </p:nvSpPr>
        <p:spPr>
          <a:xfrm>
            <a:off x="4546805" y="201650"/>
            <a:ext cx="5238296" cy="2330598"/>
          </a:xfrm>
          <a:custGeom>
            <a:rect b="b" l="l" r="r" t="t"/>
            <a:pathLst>
              <a:path extrusionOk="0" h="2109" w="3526">
                <a:moveTo>
                  <a:pt x="2176" y="1"/>
                </a:moveTo>
                <a:cubicBezTo>
                  <a:pt x="2054" y="1"/>
                  <a:pt x="1930" y="36"/>
                  <a:pt x="1829" y="104"/>
                </a:cubicBezTo>
                <a:cubicBezTo>
                  <a:pt x="1601" y="258"/>
                  <a:pt x="1478" y="534"/>
                  <a:pt x="1440" y="806"/>
                </a:cubicBezTo>
                <a:cubicBezTo>
                  <a:pt x="1349" y="640"/>
                  <a:pt x="1247" y="479"/>
                  <a:pt x="1100" y="365"/>
                </a:cubicBezTo>
                <a:cubicBezTo>
                  <a:pt x="989" y="272"/>
                  <a:pt x="845" y="211"/>
                  <a:pt x="701" y="211"/>
                </a:cubicBezTo>
                <a:cubicBezTo>
                  <a:pt x="660" y="211"/>
                  <a:pt x="619" y="216"/>
                  <a:pt x="579" y="226"/>
                </a:cubicBezTo>
                <a:cubicBezTo>
                  <a:pt x="402" y="277"/>
                  <a:pt x="272" y="435"/>
                  <a:pt x="189" y="605"/>
                </a:cubicBezTo>
                <a:cubicBezTo>
                  <a:pt x="16" y="967"/>
                  <a:pt x="1" y="1813"/>
                  <a:pt x="583" y="1813"/>
                </a:cubicBezTo>
                <a:cubicBezTo>
                  <a:pt x="597" y="1813"/>
                  <a:pt x="612" y="1813"/>
                  <a:pt x="627" y="1811"/>
                </a:cubicBezTo>
                <a:cubicBezTo>
                  <a:pt x="824" y="1799"/>
                  <a:pt x="1001" y="1634"/>
                  <a:pt x="1029" y="1437"/>
                </a:cubicBezTo>
                <a:lnTo>
                  <a:pt x="1029" y="1437"/>
                </a:lnTo>
                <a:cubicBezTo>
                  <a:pt x="998" y="1733"/>
                  <a:pt x="1203" y="2052"/>
                  <a:pt x="1494" y="2103"/>
                </a:cubicBezTo>
                <a:cubicBezTo>
                  <a:pt x="1517" y="2107"/>
                  <a:pt x="1539" y="2108"/>
                  <a:pt x="1561" y="2108"/>
                </a:cubicBezTo>
                <a:cubicBezTo>
                  <a:pt x="1836" y="2108"/>
                  <a:pt x="2101" y="1848"/>
                  <a:pt x="2046" y="1579"/>
                </a:cubicBezTo>
                <a:lnTo>
                  <a:pt x="2046" y="1579"/>
                </a:lnTo>
                <a:cubicBezTo>
                  <a:pt x="2126" y="1768"/>
                  <a:pt x="2326" y="1886"/>
                  <a:pt x="2528" y="1906"/>
                </a:cubicBezTo>
                <a:cubicBezTo>
                  <a:pt x="2546" y="1908"/>
                  <a:pt x="2563" y="1908"/>
                  <a:pt x="2581" y="1908"/>
                </a:cubicBezTo>
                <a:cubicBezTo>
                  <a:pt x="2768" y="1908"/>
                  <a:pt x="2952" y="1833"/>
                  <a:pt x="3103" y="1728"/>
                </a:cubicBezTo>
                <a:cubicBezTo>
                  <a:pt x="3289" y="1599"/>
                  <a:pt x="3442" y="1413"/>
                  <a:pt x="3486" y="1193"/>
                </a:cubicBezTo>
                <a:cubicBezTo>
                  <a:pt x="3525" y="971"/>
                  <a:pt x="3434" y="719"/>
                  <a:pt x="3238" y="612"/>
                </a:cubicBezTo>
                <a:cubicBezTo>
                  <a:pt x="3182" y="584"/>
                  <a:pt x="3120" y="570"/>
                  <a:pt x="3057" y="570"/>
                </a:cubicBezTo>
                <a:cubicBezTo>
                  <a:pt x="2895" y="570"/>
                  <a:pt x="2731" y="661"/>
                  <a:pt x="2685" y="814"/>
                </a:cubicBezTo>
                <a:cubicBezTo>
                  <a:pt x="2701" y="597"/>
                  <a:pt x="2713" y="352"/>
                  <a:pt x="2575" y="179"/>
                </a:cubicBezTo>
                <a:cubicBezTo>
                  <a:pt x="2480" y="58"/>
                  <a:pt x="2330" y="1"/>
                  <a:pt x="2176" y="1"/>
                </a:cubicBezTo>
                <a:close/>
              </a:path>
            </a:pathLst>
          </a:cu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4" name="Google Shape;1774;p44"/>
          <p:cNvSpPr txBox="1"/>
          <p:nvPr>
            <p:ph type="title"/>
          </p:nvPr>
        </p:nvSpPr>
        <p:spPr>
          <a:xfrm>
            <a:off x="914400" y="888750"/>
            <a:ext cx="8458200" cy="956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t>My Thoughts Now</a:t>
            </a:r>
            <a:endParaRPr/>
          </a:p>
          <a:p>
            <a:pPr indent="0" lvl="0" marL="0" rtl="0" algn="ctr">
              <a:spcBef>
                <a:spcPts val="0"/>
              </a:spcBef>
              <a:spcAft>
                <a:spcPts val="0"/>
              </a:spcAft>
              <a:buClr>
                <a:schemeClr val="dk1"/>
              </a:buClr>
              <a:buSzPts val="1100"/>
              <a:buFont typeface="Arial"/>
              <a:buNone/>
            </a:pPr>
            <a:r>
              <a:t/>
            </a:r>
            <a:endParaRPr/>
          </a:p>
          <a:p>
            <a:pPr indent="0" lvl="0" marL="0" rtl="0" algn="ctr">
              <a:spcBef>
                <a:spcPts val="0"/>
              </a:spcBef>
              <a:spcAft>
                <a:spcPts val="0"/>
              </a:spcAft>
              <a:buClr>
                <a:schemeClr val="dk1"/>
              </a:buClr>
              <a:buSzPts val="1100"/>
              <a:buFont typeface="Arial"/>
              <a:buNone/>
            </a:pPr>
            <a:r>
              <a:t/>
            </a:r>
            <a:endParaRPr/>
          </a:p>
        </p:txBody>
      </p:sp>
      <p:grpSp>
        <p:nvGrpSpPr>
          <p:cNvPr id="1775" name="Google Shape;1775;p44"/>
          <p:cNvGrpSpPr/>
          <p:nvPr/>
        </p:nvGrpSpPr>
        <p:grpSpPr>
          <a:xfrm>
            <a:off x="2456583" y="3309226"/>
            <a:ext cx="5401483" cy="5874861"/>
            <a:chOff x="409807" y="307174"/>
            <a:chExt cx="8410905" cy="9148024"/>
          </a:xfrm>
        </p:grpSpPr>
        <p:sp>
          <p:nvSpPr>
            <p:cNvPr id="1776" name="Google Shape;1776;p44"/>
            <p:cNvSpPr/>
            <p:nvPr/>
          </p:nvSpPr>
          <p:spPr>
            <a:xfrm>
              <a:off x="719918" y="1402995"/>
              <a:ext cx="8100795" cy="6931683"/>
            </a:xfrm>
            <a:custGeom>
              <a:rect b="b" l="l" r="r" t="t"/>
              <a:pathLst>
                <a:path extrusionOk="0" h="14283" w="16692">
                  <a:moveTo>
                    <a:pt x="11165" y="0"/>
                  </a:moveTo>
                  <a:cubicBezTo>
                    <a:pt x="9782" y="0"/>
                    <a:pt x="8362" y="497"/>
                    <a:pt x="7217" y="1255"/>
                  </a:cubicBezTo>
                  <a:cubicBezTo>
                    <a:pt x="6549" y="1701"/>
                    <a:pt x="5939" y="2249"/>
                    <a:pt x="5430" y="2876"/>
                  </a:cubicBezTo>
                  <a:cubicBezTo>
                    <a:pt x="4953" y="3464"/>
                    <a:pt x="4764" y="4118"/>
                    <a:pt x="4345" y="4722"/>
                  </a:cubicBezTo>
                  <a:cubicBezTo>
                    <a:pt x="3904" y="5357"/>
                    <a:pt x="3368" y="5940"/>
                    <a:pt x="2760" y="6421"/>
                  </a:cubicBezTo>
                  <a:cubicBezTo>
                    <a:pt x="2220" y="6847"/>
                    <a:pt x="1534" y="7068"/>
                    <a:pt x="1026" y="7528"/>
                  </a:cubicBezTo>
                  <a:cubicBezTo>
                    <a:pt x="91" y="8380"/>
                    <a:pt x="1" y="9867"/>
                    <a:pt x="418" y="11058"/>
                  </a:cubicBezTo>
                  <a:cubicBezTo>
                    <a:pt x="576" y="11508"/>
                    <a:pt x="800" y="11941"/>
                    <a:pt x="1132" y="12284"/>
                  </a:cubicBezTo>
                  <a:cubicBezTo>
                    <a:pt x="1956" y="13124"/>
                    <a:pt x="3237" y="13239"/>
                    <a:pt x="4397" y="13428"/>
                  </a:cubicBezTo>
                  <a:cubicBezTo>
                    <a:pt x="5650" y="13629"/>
                    <a:pt x="6873" y="13976"/>
                    <a:pt x="8127" y="14161"/>
                  </a:cubicBezTo>
                  <a:cubicBezTo>
                    <a:pt x="8632" y="14236"/>
                    <a:pt x="9146" y="14282"/>
                    <a:pt x="9657" y="14282"/>
                  </a:cubicBezTo>
                  <a:cubicBezTo>
                    <a:pt x="10419" y="14282"/>
                    <a:pt x="11175" y="14179"/>
                    <a:pt x="11885" y="13912"/>
                  </a:cubicBezTo>
                  <a:cubicBezTo>
                    <a:pt x="13372" y="13353"/>
                    <a:pt x="14519" y="12123"/>
                    <a:pt x="15374" y="10778"/>
                  </a:cubicBezTo>
                  <a:cubicBezTo>
                    <a:pt x="15852" y="10029"/>
                    <a:pt x="16262" y="9221"/>
                    <a:pt x="16424" y="8349"/>
                  </a:cubicBezTo>
                  <a:cubicBezTo>
                    <a:pt x="16691" y="6890"/>
                    <a:pt x="16340" y="5167"/>
                    <a:pt x="15938" y="3759"/>
                  </a:cubicBezTo>
                  <a:cubicBezTo>
                    <a:pt x="15654" y="2762"/>
                    <a:pt x="15114" y="1831"/>
                    <a:pt x="14338" y="1145"/>
                  </a:cubicBezTo>
                  <a:cubicBezTo>
                    <a:pt x="13422" y="338"/>
                    <a:pt x="12306" y="0"/>
                    <a:pt x="11165" y="0"/>
                  </a:cubicBezTo>
                  <a:close/>
                </a:path>
              </a:pathLst>
            </a:custGeom>
            <a:solidFill>
              <a:schemeClr val="dk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7" name="Google Shape;1777;p44"/>
            <p:cNvSpPr/>
            <p:nvPr/>
          </p:nvSpPr>
          <p:spPr>
            <a:xfrm>
              <a:off x="1385757" y="6543357"/>
              <a:ext cx="639639" cy="379512"/>
            </a:xfrm>
            <a:custGeom>
              <a:rect b="b" l="l" r="r" t="t"/>
              <a:pathLst>
                <a:path extrusionOk="0" h="782" w="1318">
                  <a:moveTo>
                    <a:pt x="28" y="1"/>
                  </a:moveTo>
                  <a:lnTo>
                    <a:pt x="1" y="24"/>
                  </a:lnTo>
                  <a:cubicBezTo>
                    <a:pt x="178" y="201"/>
                    <a:pt x="398" y="332"/>
                    <a:pt x="635" y="395"/>
                  </a:cubicBezTo>
                  <a:cubicBezTo>
                    <a:pt x="738" y="423"/>
                    <a:pt x="837" y="438"/>
                    <a:pt x="931" y="474"/>
                  </a:cubicBezTo>
                  <a:cubicBezTo>
                    <a:pt x="1081" y="533"/>
                    <a:pt x="1208" y="643"/>
                    <a:pt x="1286" y="781"/>
                  </a:cubicBezTo>
                  <a:lnTo>
                    <a:pt x="1317" y="765"/>
                  </a:lnTo>
                  <a:cubicBezTo>
                    <a:pt x="1235" y="620"/>
                    <a:pt x="1101" y="501"/>
                    <a:pt x="943" y="443"/>
                  </a:cubicBezTo>
                  <a:cubicBezTo>
                    <a:pt x="844" y="403"/>
                    <a:pt x="742" y="387"/>
                    <a:pt x="647" y="363"/>
                  </a:cubicBezTo>
                  <a:cubicBezTo>
                    <a:pt x="415" y="301"/>
                    <a:pt x="198" y="174"/>
                    <a:pt x="28"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8" name="Google Shape;1778;p44"/>
            <p:cNvSpPr/>
            <p:nvPr/>
          </p:nvSpPr>
          <p:spPr>
            <a:xfrm>
              <a:off x="5521048" y="3407309"/>
              <a:ext cx="2252809" cy="3046776"/>
            </a:xfrm>
            <a:custGeom>
              <a:rect b="b" l="l" r="r" t="t"/>
              <a:pathLst>
                <a:path extrusionOk="0" h="6278" w="4642">
                  <a:moveTo>
                    <a:pt x="4591" y="0"/>
                  </a:moveTo>
                  <a:lnTo>
                    <a:pt x="4555" y="4"/>
                  </a:lnTo>
                  <a:cubicBezTo>
                    <a:pt x="4591" y="221"/>
                    <a:pt x="4606" y="446"/>
                    <a:pt x="4606" y="678"/>
                  </a:cubicBezTo>
                  <a:cubicBezTo>
                    <a:pt x="4606" y="1482"/>
                    <a:pt x="4416" y="2374"/>
                    <a:pt x="4098" y="3198"/>
                  </a:cubicBezTo>
                  <a:cubicBezTo>
                    <a:pt x="3774" y="4022"/>
                    <a:pt x="3321" y="4783"/>
                    <a:pt x="2796" y="5327"/>
                  </a:cubicBezTo>
                  <a:cubicBezTo>
                    <a:pt x="2458" y="5678"/>
                    <a:pt x="1996" y="5906"/>
                    <a:pt x="1519" y="6048"/>
                  </a:cubicBezTo>
                  <a:cubicBezTo>
                    <a:pt x="1042" y="6190"/>
                    <a:pt x="549" y="6242"/>
                    <a:pt x="143" y="6242"/>
                  </a:cubicBezTo>
                  <a:lnTo>
                    <a:pt x="1" y="6242"/>
                  </a:lnTo>
                  <a:lnTo>
                    <a:pt x="1" y="6277"/>
                  </a:lnTo>
                  <a:lnTo>
                    <a:pt x="143" y="6277"/>
                  </a:lnTo>
                  <a:cubicBezTo>
                    <a:pt x="553" y="6277"/>
                    <a:pt x="1049" y="6226"/>
                    <a:pt x="1530" y="6084"/>
                  </a:cubicBezTo>
                  <a:cubicBezTo>
                    <a:pt x="2012" y="5942"/>
                    <a:pt x="2476" y="5709"/>
                    <a:pt x="2820" y="5355"/>
                  </a:cubicBezTo>
                  <a:cubicBezTo>
                    <a:pt x="3352" y="4803"/>
                    <a:pt x="3806" y="4042"/>
                    <a:pt x="4129" y="3209"/>
                  </a:cubicBezTo>
                  <a:cubicBezTo>
                    <a:pt x="4452" y="2381"/>
                    <a:pt x="4642" y="1491"/>
                    <a:pt x="4642" y="678"/>
                  </a:cubicBezTo>
                  <a:cubicBezTo>
                    <a:pt x="4642" y="446"/>
                    <a:pt x="4626" y="217"/>
                    <a:pt x="4591"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9" name="Google Shape;1779;p44"/>
            <p:cNvSpPr/>
            <p:nvPr/>
          </p:nvSpPr>
          <p:spPr>
            <a:xfrm>
              <a:off x="983924" y="3664036"/>
              <a:ext cx="2629895" cy="2861873"/>
            </a:xfrm>
            <a:custGeom>
              <a:rect b="b" l="l" r="r" t="t"/>
              <a:pathLst>
                <a:path extrusionOk="0" h="5897" w="5419">
                  <a:moveTo>
                    <a:pt x="3973" y="1"/>
                  </a:moveTo>
                  <a:cubicBezTo>
                    <a:pt x="3833" y="1"/>
                    <a:pt x="3694" y="22"/>
                    <a:pt x="3561" y="66"/>
                  </a:cubicBezTo>
                  <a:cubicBezTo>
                    <a:pt x="3550" y="70"/>
                    <a:pt x="3541" y="74"/>
                    <a:pt x="3530" y="78"/>
                  </a:cubicBezTo>
                  <a:cubicBezTo>
                    <a:pt x="2977" y="275"/>
                    <a:pt x="2784" y="784"/>
                    <a:pt x="2532" y="1273"/>
                  </a:cubicBezTo>
                  <a:cubicBezTo>
                    <a:pt x="2240" y="1841"/>
                    <a:pt x="2027" y="2448"/>
                    <a:pt x="1846" y="3059"/>
                  </a:cubicBezTo>
                  <a:cubicBezTo>
                    <a:pt x="1728" y="3469"/>
                    <a:pt x="1641" y="3891"/>
                    <a:pt x="1515" y="4297"/>
                  </a:cubicBezTo>
                  <a:cubicBezTo>
                    <a:pt x="1420" y="4605"/>
                    <a:pt x="1333" y="5027"/>
                    <a:pt x="1061" y="5235"/>
                  </a:cubicBezTo>
                  <a:cubicBezTo>
                    <a:pt x="1006" y="5279"/>
                    <a:pt x="931" y="5299"/>
                    <a:pt x="860" y="5319"/>
                  </a:cubicBezTo>
                  <a:cubicBezTo>
                    <a:pt x="580" y="5386"/>
                    <a:pt x="300" y="5457"/>
                    <a:pt x="20" y="5528"/>
                  </a:cubicBezTo>
                  <a:cubicBezTo>
                    <a:pt x="1" y="5595"/>
                    <a:pt x="83" y="5638"/>
                    <a:pt x="150" y="5654"/>
                  </a:cubicBezTo>
                  <a:cubicBezTo>
                    <a:pt x="367" y="5705"/>
                    <a:pt x="588" y="5756"/>
                    <a:pt x="805" y="5803"/>
                  </a:cubicBezTo>
                  <a:cubicBezTo>
                    <a:pt x="1001" y="5852"/>
                    <a:pt x="1203" y="5897"/>
                    <a:pt x="1406" y="5897"/>
                  </a:cubicBezTo>
                  <a:cubicBezTo>
                    <a:pt x="1436" y="5897"/>
                    <a:pt x="1466" y="5896"/>
                    <a:pt x="1495" y="5894"/>
                  </a:cubicBezTo>
                  <a:cubicBezTo>
                    <a:pt x="1830" y="5867"/>
                    <a:pt x="2003" y="5661"/>
                    <a:pt x="2220" y="5429"/>
                  </a:cubicBezTo>
                  <a:cubicBezTo>
                    <a:pt x="2848" y="4762"/>
                    <a:pt x="3408" y="4049"/>
                    <a:pt x="3952" y="3311"/>
                  </a:cubicBezTo>
                  <a:cubicBezTo>
                    <a:pt x="4405" y="2696"/>
                    <a:pt x="5419" y="1592"/>
                    <a:pt x="5126" y="752"/>
                  </a:cubicBezTo>
                  <a:cubicBezTo>
                    <a:pt x="5048" y="516"/>
                    <a:pt x="4866" y="314"/>
                    <a:pt x="4649" y="185"/>
                  </a:cubicBezTo>
                  <a:cubicBezTo>
                    <a:pt x="4446" y="63"/>
                    <a:pt x="4209" y="1"/>
                    <a:pt x="3973" y="1"/>
                  </a:cubicBezTo>
                  <a:close/>
                </a:path>
              </a:pathLst>
            </a:custGeom>
            <a:solidFill>
              <a:schemeClr val="accent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0" name="Google Shape;1780;p44"/>
            <p:cNvSpPr/>
            <p:nvPr/>
          </p:nvSpPr>
          <p:spPr>
            <a:xfrm>
              <a:off x="4811045" y="1308846"/>
              <a:ext cx="2595438" cy="1875238"/>
            </a:xfrm>
            <a:custGeom>
              <a:rect b="b" l="l" r="r" t="t"/>
              <a:pathLst>
                <a:path extrusionOk="0" h="3864" w="5348">
                  <a:moveTo>
                    <a:pt x="2290" y="1"/>
                  </a:moveTo>
                  <a:cubicBezTo>
                    <a:pt x="2273" y="1"/>
                    <a:pt x="2257" y="1"/>
                    <a:pt x="2241" y="2"/>
                  </a:cubicBezTo>
                  <a:cubicBezTo>
                    <a:pt x="1901" y="22"/>
                    <a:pt x="1574" y="195"/>
                    <a:pt x="1369" y="464"/>
                  </a:cubicBezTo>
                  <a:cubicBezTo>
                    <a:pt x="1357" y="475"/>
                    <a:pt x="1349" y="488"/>
                    <a:pt x="1342" y="499"/>
                  </a:cubicBezTo>
                  <a:cubicBezTo>
                    <a:pt x="1144" y="775"/>
                    <a:pt x="1065" y="1130"/>
                    <a:pt x="825" y="1367"/>
                  </a:cubicBezTo>
                  <a:cubicBezTo>
                    <a:pt x="718" y="1469"/>
                    <a:pt x="580" y="1552"/>
                    <a:pt x="518" y="1689"/>
                  </a:cubicBezTo>
                  <a:cubicBezTo>
                    <a:pt x="423" y="1902"/>
                    <a:pt x="553" y="2171"/>
                    <a:pt x="450" y="2380"/>
                  </a:cubicBezTo>
                  <a:cubicBezTo>
                    <a:pt x="391" y="2494"/>
                    <a:pt x="277" y="2570"/>
                    <a:pt x="182" y="2652"/>
                  </a:cubicBezTo>
                  <a:cubicBezTo>
                    <a:pt x="88" y="2739"/>
                    <a:pt x="1" y="2861"/>
                    <a:pt x="36" y="2987"/>
                  </a:cubicBezTo>
                  <a:cubicBezTo>
                    <a:pt x="59" y="3070"/>
                    <a:pt x="130" y="3129"/>
                    <a:pt x="201" y="3180"/>
                  </a:cubicBezTo>
                  <a:cubicBezTo>
                    <a:pt x="474" y="3369"/>
                    <a:pt x="798" y="3492"/>
                    <a:pt x="1133" y="3523"/>
                  </a:cubicBezTo>
                  <a:cubicBezTo>
                    <a:pt x="1468" y="3551"/>
                    <a:pt x="1724" y="3649"/>
                    <a:pt x="2039" y="3724"/>
                  </a:cubicBezTo>
                  <a:cubicBezTo>
                    <a:pt x="2445" y="3823"/>
                    <a:pt x="2922" y="3795"/>
                    <a:pt x="3340" y="3823"/>
                  </a:cubicBezTo>
                  <a:cubicBezTo>
                    <a:pt x="3618" y="3843"/>
                    <a:pt x="3897" y="3864"/>
                    <a:pt x="4176" y="3864"/>
                  </a:cubicBezTo>
                  <a:cubicBezTo>
                    <a:pt x="4293" y="3864"/>
                    <a:pt x="4410" y="3860"/>
                    <a:pt x="4527" y="3851"/>
                  </a:cubicBezTo>
                  <a:cubicBezTo>
                    <a:pt x="4835" y="3831"/>
                    <a:pt x="5198" y="3724"/>
                    <a:pt x="5280" y="3429"/>
                  </a:cubicBezTo>
                  <a:cubicBezTo>
                    <a:pt x="5348" y="3180"/>
                    <a:pt x="5182" y="2928"/>
                    <a:pt x="4980" y="2766"/>
                  </a:cubicBezTo>
                  <a:cubicBezTo>
                    <a:pt x="4827" y="2644"/>
                    <a:pt x="4638" y="2530"/>
                    <a:pt x="4587" y="2341"/>
                  </a:cubicBezTo>
                  <a:cubicBezTo>
                    <a:pt x="4543" y="2186"/>
                    <a:pt x="4598" y="2009"/>
                    <a:pt x="4512" y="1871"/>
                  </a:cubicBezTo>
                  <a:cubicBezTo>
                    <a:pt x="4433" y="1745"/>
                    <a:pt x="4267" y="1713"/>
                    <a:pt x="4121" y="1689"/>
                  </a:cubicBezTo>
                  <a:cubicBezTo>
                    <a:pt x="4043" y="1678"/>
                    <a:pt x="3959" y="1666"/>
                    <a:pt x="3888" y="1627"/>
                  </a:cubicBezTo>
                  <a:cubicBezTo>
                    <a:pt x="3727" y="1544"/>
                    <a:pt x="3652" y="1358"/>
                    <a:pt x="3613" y="1181"/>
                  </a:cubicBezTo>
                  <a:cubicBezTo>
                    <a:pt x="3577" y="1008"/>
                    <a:pt x="3566" y="823"/>
                    <a:pt x="3486" y="661"/>
                  </a:cubicBezTo>
                  <a:cubicBezTo>
                    <a:pt x="3304" y="281"/>
                    <a:pt x="2707" y="1"/>
                    <a:pt x="2290" y="1"/>
                  </a:cubicBezTo>
                  <a:close/>
                </a:path>
              </a:pathLst>
            </a:custGeom>
            <a:solidFill>
              <a:schemeClr val="dk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1" name="Google Shape;1781;p44"/>
            <p:cNvSpPr/>
            <p:nvPr/>
          </p:nvSpPr>
          <p:spPr>
            <a:xfrm>
              <a:off x="2275808" y="3193289"/>
              <a:ext cx="3733490" cy="3036099"/>
            </a:xfrm>
            <a:custGeom>
              <a:rect b="b" l="l" r="r" t="t"/>
              <a:pathLst>
                <a:path extrusionOk="0" h="6256" w="7693">
                  <a:moveTo>
                    <a:pt x="2424" y="1"/>
                  </a:moveTo>
                  <a:cubicBezTo>
                    <a:pt x="2012" y="1"/>
                    <a:pt x="1601" y="160"/>
                    <a:pt x="1254" y="394"/>
                  </a:cubicBezTo>
                  <a:cubicBezTo>
                    <a:pt x="923" y="618"/>
                    <a:pt x="639" y="910"/>
                    <a:pt x="371" y="1210"/>
                  </a:cubicBezTo>
                  <a:cubicBezTo>
                    <a:pt x="131" y="1478"/>
                    <a:pt x="0" y="1564"/>
                    <a:pt x="347" y="1734"/>
                  </a:cubicBezTo>
                  <a:cubicBezTo>
                    <a:pt x="532" y="1824"/>
                    <a:pt x="2280" y="3142"/>
                    <a:pt x="2299" y="3142"/>
                  </a:cubicBezTo>
                  <a:cubicBezTo>
                    <a:pt x="2299" y="3142"/>
                    <a:pt x="2299" y="3142"/>
                    <a:pt x="2299" y="3142"/>
                  </a:cubicBezTo>
                  <a:cubicBezTo>
                    <a:pt x="2386" y="2992"/>
                    <a:pt x="2468" y="2838"/>
                    <a:pt x="2555" y="2685"/>
                  </a:cubicBezTo>
                  <a:cubicBezTo>
                    <a:pt x="2819" y="2953"/>
                    <a:pt x="2918" y="3288"/>
                    <a:pt x="3131" y="3575"/>
                  </a:cubicBezTo>
                  <a:cubicBezTo>
                    <a:pt x="3363" y="3891"/>
                    <a:pt x="3620" y="4191"/>
                    <a:pt x="3892" y="4474"/>
                  </a:cubicBezTo>
                  <a:cubicBezTo>
                    <a:pt x="4085" y="4676"/>
                    <a:pt x="4346" y="4885"/>
                    <a:pt x="4468" y="5141"/>
                  </a:cubicBezTo>
                  <a:cubicBezTo>
                    <a:pt x="4574" y="5362"/>
                    <a:pt x="4633" y="5559"/>
                    <a:pt x="4783" y="5768"/>
                  </a:cubicBezTo>
                  <a:cubicBezTo>
                    <a:pt x="4901" y="5934"/>
                    <a:pt x="5023" y="6134"/>
                    <a:pt x="5225" y="6178"/>
                  </a:cubicBezTo>
                  <a:cubicBezTo>
                    <a:pt x="5455" y="6226"/>
                    <a:pt x="5660" y="6256"/>
                    <a:pt x="5856" y="6256"/>
                  </a:cubicBezTo>
                  <a:cubicBezTo>
                    <a:pt x="6152" y="6256"/>
                    <a:pt x="6429" y="6189"/>
                    <a:pt x="6747" y="6021"/>
                  </a:cubicBezTo>
                  <a:cubicBezTo>
                    <a:pt x="7039" y="5863"/>
                    <a:pt x="7299" y="5630"/>
                    <a:pt x="7465" y="5346"/>
                  </a:cubicBezTo>
                  <a:cubicBezTo>
                    <a:pt x="7559" y="5188"/>
                    <a:pt x="7622" y="5015"/>
                    <a:pt x="7646" y="4826"/>
                  </a:cubicBezTo>
                  <a:cubicBezTo>
                    <a:pt x="7693" y="4463"/>
                    <a:pt x="7594" y="4088"/>
                    <a:pt x="7417" y="3765"/>
                  </a:cubicBezTo>
                  <a:cubicBezTo>
                    <a:pt x="7205" y="3362"/>
                    <a:pt x="6885" y="3055"/>
                    <a:pt x="6573" y="2732"/>
                  </a:cubicBezTo>
                  <a:cubicBezTo>
                    <a:pt x="6273" y="2428"/>
                    <a:pt x="6002" y="2105"/>
                    <a:pt x="5678" y="1821"/>
                  </a:cubicBezTo>
                  <a:cubicBezTo>
                    <a:pt x="4976" y="1202"/>
                    <a:pt x="4191" y="678"/>
                    <a:pt x="3352" y="267"/>
                  </a:cubicBezTo>
                  <a:cubicBezTo>
                    <a:pt x="3143" y="165"/>
                    <a:pt x="2930" y="70"/>
                    <a:pt x="2705" y="27"/>
                  </a:cubicBezTo>
                  <a:cubicBezTo>
                    <a:pt x="2612" y="9"/>
                    <a:pt x="2518" y="1"/>
                    <a:pt x="2424" y="1"/>
                  </a:cubicBezTo>
                  <a:close/>
                </a:path>
              </a:pathLst>
            </a:cu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2" name="Google Shape;1782;p44"/>
            <p:cNvSpPr/>
            <p:nvPr/>
          </p:nvSpPr>
          <p:spPr>
            <a:xfrm>
              <a:off x="2757717" y="1254977"/>
              <a:ext cx="2323179" cy="2748796"/>
            </a:xfrm>
            <a:custGeom>
              <a:rect b="b" l="l" r="r" t="t"/>
              <a:pathLst>
                <a:path extrusionOk="0" h="5664" w="4787">
                  <a:moveTo>
                    <a:pt x="1958" y="0"/>
                  </a:moveTo>
                  <a:cubicBezTo>
                    <a:pt x="1832" y="0"/>
                    <a:pt x="1706" y="25"/>
                    <a:pt x="1590" y="78"/>
                  </a:cubicBezTo>
                  <a:cubicBezTo>
                    <a:pt x="1373" y="173"/>
                    <a:pt x="1191" y="452"/>
                    <a:pt x="1338" y="637"/>
                  </a:cubicBezTo>
                  <a:cubicBezTo>
                    <a:pt x="1393" y="712"/>
                    <a:pt x="1484" y="744"/>
                    <a:pt x="1570" y="776"/>
                  </a:cubicBezTo>
                  <a:cubicBezTo>
                    <a:pt x="1697" y="823"/>
                    <a:pt x="1819" y="866"/>
                    <a:pt x="1944" y="910"/>
                  </a:cubicBezTo>
                  <a:cubicBezTo>
                    <a:pt x="1400" y="2053"/>
                    <a:pt x="486" y="2885"/>
                    <a:pt x="95" y="4095"/>
                  </a:cubicBezTo>
                  <a:cubicBezTo>
                    <a:pt x="44" y="4253"/>
                    <a:pt x="1" y="4415"/>
                    <a:pt x="13" y="4581"/>
                  </a:cubicBezTo>
                  <a:cubicBezTo>
                    <a:pt x="44" y="4979"/>
                    <a:pt x="430" y="5267"/>
                    <a:pt x="951" y="5472"/>
                  </a:cubicBezTo>
                  <a:cubicBezTo>
                    <a:pt x="1323" y="5617"/>
                    <a:pt x="1800" y="5663"/>
                    <a:pt x="2271" y="5663"/>
                  </a:cubicBezTo>
                  <a:cubicBezTo>
                    <a:pt x="2980" y="5663"/>
                    <a:pt x="3678" y="5559"/>
                    <a:pt x="3995" y="5531"/>
                  </a:cubicBezTo>
                  <a:cubicBezTo>
                    <a:pt x="4381" y="5500"/>
                    <a:pt x="4658" y="4601"/>
                    <a:pt x="4709" y="4143"/>
                  </a:cubicBezTo>
                  <a:cubicBezTo>
                    <a:pt x="4787" y="3500"/>
                    <a:pt x="4482" y="3311"/>
                    <a:pt x="4024" y="3311"/>
                  </a:cubicBezTo>
                  <a:cubicBezTo>
                    <a:pt x="3374" y="3311"/>
                    <a:pt x="2415" y="3692"/>
                    <a:pt x="1804" y="3692"/>
                  </a:cubicBezTo>
                  <a:cubicBezTo>
                    <a:pt x="1761" y="3692"/>
                    <a:pt x="1720" y="3690"/>
                    <a:pt x="1680" y="3686"/>
                  </a:cubicBezTo>
                  <a:cubicBezTo>
                    <a:pt x="2142" y="3520"/>
                    <a:pt x="2426" y="2006"/>
                    <a:pt x="2734" y="1119"/>
                  </a:cubicBezTo>
                  <a:cubicBezTo>
                    <a:pt x="2800" y="937"/>
                    <a:pt x="2863" y="744"/>
                    <a:pt x="2812" y="555"/>
                  </a:cubicBezTo>
                  <a:cubicBezTo>
                    <a:pt x="2781" y="433"/>
                    <a:pt x="2702" y="330"/>
                    <a:pt x="2607" y="244"/>
                  </a:cubicBezTo>
                  <a:cubicBezTo>
                    <a:pt x="2430" y="87"/>
                    <a:pt x="2193" y="0"/>
                    <a:pt x="1958" y="0"/>
                  </a:cubicBezTo>
                  <a:close/>
                </a:path>
              </a:pathLst>
            </a:custGeom>
            <a:solidFill>
              <a:schemeClr val="accent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3" name="Google Shape;1783;p44"/>
            <p:cNvSpPr/>
            <p:nvPr/>
          </p:nvSpPr>
          <p:spPr>
            <a:xfrm>
              <a:off x="1563864" y="5321842"/>
              <a:ext cx="2325606" cy="3870833"/>
            </a:xfrm>
            <a:custGeom>
              <a:rect b="b" l="l" r="r" t="t"/>
              <a:pathLst>
                <a:path extrusionOk="0" h="7976" w="4792">
                  <a:moveTo>
                    <a:pt x="3705" y="0"/>
                  </a:moveTo>
                  <a:cubicBezTo>
                    <a:pt x="3439" y="0"/>
                    <a:pt x="3240" y="691"/>
                    <a:pt x="2974" y="826"/>
                  </a:cubicBezTo>
                  <a:cubicBezTo>
                    <a:pt x="2662" y="980"/>
                    <a:pt x="2126" y="1023"/>
                    <a:pt x="1964" y="1331"/>
                  </a:cubicBezTo>
                  <a:cubicBezTo>
                    <a:pt x="1522" y="2151"/>
                    <a:pt x="1404" y="2490"/>
                    <a:pt x="1116" y="3377"/>
                  </a:cubicBezTo>
                  <a:cubicBezTo>
                    <a:pt x="643" y="4844"/>
                    <a:pt x="367" y="6189"/>
                    <a:pt x="0" y="7687"/>
                  </a:cubicBezTo>
                  <a:cubicBezTo>
                    <a:pt x="284" y="7908"/>
                    <a:pt x="572" y="7955"/>
                    <a:pt x="930" y="7975"/>
                  </a:cubicBezTo>
                  <a:cubicBezTo>
                    <a:pt x="1436" y="7064"/>
                    <a:pt x="2153" y="6524"/>
                    <a:pt x="2764" y="5680"/>
                  </a:cubicBezTo>
                  <a:cubicBezTo>
                    <a:pt x="3403" y="4797"/>
                    <a:pt x="3987" y="3866"/>
                    <a:pt x="4432" y="2869"/>
                  </a:cubicBezTo>
                  <a:cubicBezTo>
                    <a:pt x="4621" y="2451"/>
                    <a:pt x="4792" y="2005"/>
                    <a:pt x="4772" y="1544"/>
                  </a:cubicBezTo>
                  <a:cubicBezTo>
                    <a:pt x="4752" y="940"/>
                    <a:pt x="4393" y="334"/>
                    <a:pt x="3857" y="57"/>
                  </a:cubicBezTo>
                  <a:cubicBezTo>
                    <a:pt x="3829" y="41"/>
                    <a:pt x="3798" y="30"/>
                    <a:pt x="3769" y="14"/>
                  </a:cubicBezTo>
                  <a:cubicBezTo>
                    <a:pt x="3748" y="4"/>
                    <a:pt x="3726" y="0"/>
                    <a:pt x="3705" y="0"/>
                  </a:cubicBezTo>
                  <a:close/>
                </a:path>
              </a:pathLst>
            </a:custGeom>
            <a:solidFill>
              <a:schemeClr val="accent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4" name="Google Shape;1784;p44"/>
            <p:cNvSpPr/>
            <p:nvPr/>
          </p:nvSpPr>
          <p:spPr>
            <a:xfrm>
              <a:off x="2359766" y="4993775"/>
              <a:ext cx="4250830" cy="1937358"/>
            </a:xfrm>
            <a:custGeom>
              <a:rect b="b" l="l" r="r" t="t"/>
              <a:pathLst>
                <a:path extrusionOk="0" h="3992" w="8759">
                  <a:moveTo>
                    <a:pt x="6362" y="0"/>
                  </a:moveTo>
                  <a:cubicBezTo>
                    <a:pt x="6114" y="0"/>
                    <a:pt x="6079" y="233"/>
                    <a:pt x="5820" y="315"/>
                  </a:cubicBezTo>
                  <a:cubicBezTo>
                    <a:pt x="5788" y="326"/>
                    <a:pt x="5753" y="329"/>
                    <a:pt x="5718" y="329"/>
                  </a:cubicBezTo>
                  <a:cubicBezTo>
                    <a:pt x="5701" y="329"/>
                    <a:pt x="5684" y="328"/>
                    <a:pt x="5667" y="327"/>
                  </a:cubicBezTo>
                  <a:cubicBezTo>
                    <a:pt x="4855" y="271"/>
                    <a:pt x="4054" y="98"/>
                    <a:pt x="3241" y="82"/>
                  </a:cubicBezTo>
                  <a:cubicBezTo>
                    <a:pt x="3216" y="82"/>
                    <a:pt x="3191" y="82"/>
                    <a:pt x="3166" y="82"/>
                  </a:cubicBezTo>
                  <a:cubicBezTo>
                    <a:pt x="2377" y="82"/>
                    <a:pt x="1552" y="257"/>
                    <a:pt x="966" y="784"/>
                  </a:cubicBezTo>
                  <a:cubicBezTo>
                    <a:pt x="560" y="1151"/>
                    <a:pt x="293" y="1620"/>
                    <a:pt x="0" y="2082"/>
                  </a:cubicBezTo>
                  <a:cubicBezTo>
                    <a:pt x="213" y="2282"/>
                    <a:pt x="446" y="2464"/>
                    <a:pt x="695" y="2618"/>
                  </a:cubicBezTo>
                  <a:cubicBezTo>
                    <a:pt x="970" y="2792"/>
                    <a:pt x="1263" y="2933"/>
                    <a:pt x="1566" y="3056"/>
                  </a:cubicBezTo>
                  <a:cubicBezTo>
                    <a:pt x="1680" y="2866"/>
                    <a:pt x="1814" y="2693"/>
                    <a:pt x="1969" y="2531"/>
                  </a:cubicBezTo>
                  <a:lnTo>
                    <a:pt x="1969" y="2531"/>
                  </a:lnTo>
                  <a:lnTo>
                    <a:pt x="1917" y="2973"/>
                  </a:lnTo>
                  <a:cubicBezTo>
                    <a:pt x="1913" y="3021"/>
                    <a:pt x="1909" y="3075"/>
                    <a:pt x="1936" y="3115"/>
                  </a:cubicBezTo>
                  <a:cubicBezTo>
                    <a:pt x="1964" y="3150"/>
                    <a:pt x="2016" y="3162"/>
                    <a:pt x="2059" y="3174"/>
                  </a:cubicBezTo>
                  <a:cubicBezTo>
                    <a:pt x="2371" y="3252"/>
                    <a:pt x="2682" y="3367"/>
                    <a:pt x="2942" y="3565"/>
                  </a:cubicBezTo>
                  <a:cubicBezTo>
                    <a:pt x="3064" y="3379"/>
                    <a:pt x="3179" y="3123"/>
                    <a:pt x="3289" y="2914"/>
                  </a:cubicBezTo>
                  <a:cubicBezTo>
                    <a:pt x="3467" y="2992"/>
                    <a:pt x="3612" y="3083"/>
                    <a:pt x="3802" y="3150"/>
                  </a:cubicBezTo>
                  <a:cubicBezTo>
                    <a:pt x="4102" y="3261"/>
                    <a:pt x="4373" y="3450"/>
                    <a:pt x="4673" y="3560"/>
                  </a:cubicBezTo>
                  <a:cubicBezTo>
                    <a:pt x="5249" y="3778"/>
                    <a:pt x="5849" y="3971"/>
                    <a:pt x="6464" y="3991"/>
                  </a:cubicBezTo>
                  <a:cubicBezTo>
                    <a:pt x="6495" y="3991"/>
                    <a:pt x="6526" y="3992"/>
                    <a:pt x="6558" y="3992"/>
                  </a:cubicBezTo>
                  <a:cubicBezTo>
                    <a:pt x="7144" y="3992"/>
                    <a:pt x="7748" y="3822"/>
                    <a:pt x="8171" y="3418"/>
                  </a:cubicBezTo>
                  <a:cubicBezTo>
                    <a:pt x="8320" y="3281"/>
                    <a:pt x="8435" y="3123"/>
                    <a:pt x="8522" y="2953"/>
                  </a:cubicBezTo>
                  <a:cubicBezTo>
                    <a:pt x="8715" y="2562"/>
                    <a:pt x="8759" y="2113"/>
                    <a:pt x="8683" y="1676"/>
                  </a:cubicBezTo>
                  <a:cubicBezTo>
                    <a:pt x="8644" y="1470"/>
                    <a:pt x="8652" y="1199"/>
                    <a:pt x="8553" y="1013"/>
                  </a:cubicBezTo>
                  <a:cubicBezTo>
                    <a:pt x="8415" y="761"/>
                    <a:pt x="8073" y="603"/>
                    <a:pt x="7827" y="477"/>
                  </a:cubicBezTo>
                  <a:cubicBezTo>
                    <a:pt x="7410" y="260"/>
                    <a:pt x="6952" y="138"/>
                    <a:pt x="6499" y="20"/>
                  </a:cubicBezTo>
                  <a:cubicBezTo>
                    <a:pt x="6446" y="6"/>
                    <a:pt x="6401" y="0"/>
                    <a:pt x="6362" y="0"/>
                  </a:cubicBezTo>
                  <a:close/>
                </a:path>
              </a:pathLst>
            </a:cu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5" name="Google Shape;1785;p44"/>
            <p:cNvSpPr/>
            <p:nvPr/>
          </p:nvSpPr>
          <p:spPr>
            <a:xfrm>
              <a:off x="5603550" y="2757970"/>
              <a:ext cx="11647" cy="19898"/>
            </a:xfrm>
            <a:custGeom>
              <a:rect b="b" l="l" r="r" t="t"/>
              <a:pathLst>
                <a:path extrusionOk="0" h="41" w="24">
                  <a:moveTo>
                    <a:pt x="24" y="1"/>
                  </a:moveTo>
                  <a:lnTo>
                    <a:pt x="0" y="33"/>
                  </a:lnTo>
                  <a:cubicBezTo>
                    <a:pt x="8" y="33"/>
                    <a:pt x="12" y="37"/>
                    <a:pt x="20" y="41"/>
                  </a:cubicBezTo>
                  <a:cubicBezTo>
                    <a:pt x="24" y="28"/>
                    <a:pt x="24" y="17"/>
                    <a:pt x="24" y="1"/>
                  </a:cubicBezTo>
                  <a:close/>
                </a:path>
              </a:pathLst>
            </a:custGeom>
            <a:solidFill>
              <a:srgbClr val="5C2A9A"/>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6" name="Google Shape;1786;p44"/>
            <p:cNvSpPr/>
            <p:nvPr/>
          </p:nvSpPr>
          <p:spPr>
            <a:xfrm>
              <a:off x="4279150" y="2682747"/>
              <a:ext cx="1519991" cy="1482622"/>
            </a:xfrm>
            <a:custGeom>
              <a:rect b="b" l="l" r="r" t="t"/>
              <a:pathLst>
                <a:path extrusionOk="0" h="3055" w="3132">
                  <a:moveTo>
                    <a:pt x="2635" y="0"/>
                  </a:moveTo>
                  <a:cubicBezTo>
                    <a:pt x="2594" y="0"/>
                    <a:pt x="2553" y="3"/>
                    <a:pt x="2513" y="6"/>
                  </a:cubicBezTo>
                  <a:cubicBezTo>
                    <a:pt x="1672" y="77"/>
                    <a:pt x="837" y="172"/>
                    <a:pt x="1" y="302"/>
                  </a:cubicBezTo>
                  <a:cubicBezTo>
                    <a:pt x="1" y="302"/>
                    <a:pt x="1" y="302"/>
                    <a:pt x="1" y="302"/>
                  </a:cubicBezTo>
                  <a:cubicBezTo>
                    <a:pt x="52" y="302"/>
                    <a:pt x="79" y="1608"/>
                    <a:pt x="76" y="1702"/>
                  </a:cubicBezTo>
                  <a:cubicBezTo>
                    <a:pt x="76" y="2014"/>
                    <a:pt x="79" y="2325"/>
                    <a:pt x="83" y="2632"/>
                  </a:cubicBezTo>
                  <a:cubicBezTo>
                    <a:pt x="87" y="2838"/>
                    <a:pt x="79" y="2849"/>
                    <a:pt x="76" y="3055"/>
                  </a:cubicBezTo>
                  <a:cubicBezTo>
                    <a:pt x="340" y="3007"/>
                    <a:pt x="777" y="2975"/>
                    <a:pt x="1030" y="2885"/>
                  </a:cubicBezTo>
                  <a:cubicBezTo>
                    <a:pt x="1645" y="2664"/>
                    <a:pt x="2063" y="2463"/>
                    <a:pt x="2480" y="1950"/>
                  </a:cubicBezTo>
                  <a:cubicBezTo>
                    <a:pt x="2693" y="1694"/>
                    <a:pt x="2859" y="1398"/>
                    <a:pt x="2954" y="1079"/>
                  </a:cubicBezTo>
                  <a:cubicBezTo>
                    <a:pt x="3025" y="831"/>
                    <a:pt x="3131" y="314"/>
                    <a:pt x="2926" y="101"/>
                  </a:cubicBezTo>
                  <a:cubicBezTo>
                    <a:pt x="2922" y="97"/>
                    <a:pt x="2919" y="93"/>
                    <a:pt x="2915" y="89"/>
                  </a:cubicBezTo>
                  <a:cubicBezTo>
                    <a:pt x="2841" y="18"/>
                    <a:pt x="2739" y="0"/>
                    <a:pt x="2635" y="0"/>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7" name="Google Shape;1787;p44"/>
            <p:cNvSpPr/>
            <p:nvPr/>
          </p:nvSpPr>
          <p:spPr>
            <a:xfrm>
              <a:off x="4562083" y="2761852"/>
              <a:ext cx="2186322" cy="3211782"/>
            </a:xfrm>
            <a:custGeom>
              <a:rect b="b" l="l" r="r" t="t"/>
              <a:pathLst>
                <a:path extrusionOk="0" h="6618" w="4505">
                  <a:moveTo>
                    <a:pt x="2639" y="0"/>
                  </a:moveTo>
                  <a:cubicBezTo>
                    <a:pt x="2594" y="0"/>
                    <a:pt x="2551" y="2"/>
                    <a:pt x="2509" y="5"/>
                  </a:cubicBezTo>
                  <a:cubicBezTo>
                    <a:pt x="1420" y="88"/>
                    <a:pt x="845" y="1598"/>
                    <a:pt x="667" y="2064"/>
                  </a:cubicBezTo>
                  <a:cubicBezTo>
                    <a:pt x="585" y="2284"/>
                    <a:pt x="356" y="4071"/>
                    <a:pt x="261" y="4287"/>
                  </a:cubicBezTo>
                  <a:cubicBezTo>
                    <a:pt x="183" y="4464"/>
                    <a:pt x="76" y="4646"/>
                    <a:pt x="1" y="4832"/>
                  </a:cubicBezTo>
                  <a:cubicBezTo>
                    <a:pt x="876" y="4926"/>
                    <a:pt x="1748" y="5096"/>
                    <a:pt x="2576" y="5396"/>
                  </a:cubicBezTo>
                  <a:cubicBezTo>
                    <a:pt x="2982" y="5541"/>
                    <a:pt x="3408" y="5703"/>
                    <a:pt x="3743" y="5979"/>
                  </a:cubicBezTo>
                  <a:cubicBezTo>
                    <a:pt x="3964" y="6156"/>
                    <a:pt x="4121" y="6381"/>
                    <a:pt x="4268" y="6617"/>
                  </a:cubicBezTo>
                  <a:cubicBezTo>
                    <a:pt x="4441" y="5573"/>
                    <a:pt x="4505" y="4512"/>
                    <a:pt x="4452" y="3451"/>
                  </a:cubicBezTo>
                  <a:cubicBezTo>
                    <a:pt x="4449" y="3423"/>
                    <a:pt x="4449" y="3392"/>
                    <a:pt x="4449" y="3365"/>
                  </a:cubicBezTo>
                  <a:cubicBezTo>
                    <a:pt x="4421" y="2852"/>
                    <a:pt x="4366" y="2339"/>
                    <a:pt x="4287" y="1834"/>
                  </a:cubicBezTo>
                  <a:cubicBezTo>
                    <a:pt x="4228" y="1456"/>
                    <a:pt x="4216" y="774"/>
                    <a:pt x="3952" y="486"/>
                  </a:cubicBezTo>
                  <a:cubicBezTo>
                    <a:pt x="3659" y="163"/>
                    <a:pt x="3088" y="0"/>
                    <a:pt x="2639" y="0"/>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8" name="Google Shape;1788;p44"/>
            <p:cNvSpPr/>
            <p:nvPr/>
          </p:nvSpPr>
          <p:spPr>
            <a:xfrm>
              <a:off x="6313067" y="3567460"/>
              <a:ext cx="2006272" cy="3850935"/>
            </a:xfrm>
            <a:custGeom>
              <a:rect b="b" l="l" r="r" t="t"/>
              <a:pathLst>
                <a:path extrusionOk="0" h="7935" w="4134">
                  <a:moveTo>
                    <a:pt x="2473" y="0"/>
                  </a:moveTo>
                  <a:cubicBezTo>
                    <a:pt x="2006" y="0"/>
                    <a:pt x="1165" y="713"/>
                    <a:pt x="1101" y="1113"/>
                  </a:cubicBezTo>
                  <a:cubicBezTo>
                    <a:pt x="1030" y="1535"/>
                    <a:pt x="1432" y="1989"/>
                    <a:pt x="1606" y="2344"/>
                  </a:cubicBezTo>
                  <a:cubicBezTo>
                    <a:pt x="1854" y="2852"/>
                    <a:pt x="2158" y="3368"/>
                    <a:pt x="2331" y="3916"/>
                  </a:cubicBezTo>
                  <a:cubicBezTo>
                    <a:pt x="1925" y="4457"/>
                    <a:pt x="1515" y="5001"/>
                    <a:pt x="1109" y="5541"/>
                  </a:cubicBezTo>
                  <a:cubicBezTo>
                    <a:pt x="979" y="5714"/>
                    <a:pt x="912" y="5896"/>
                    <a:pt x="806" y="6082"/>
                  </a:cubicBezTo>
                  <a:cubicBezTo>
                    <a:pt x="719" y="6235"/>
                    <a:pt x="597" y="6373"/>
                    <a:pt x="482" y="6507"/>
                  </a:cubicBezTo>
                  <a:cubicBezTo>
                    <a:pt x="368" y="6641"/>
                    <a:pt x="293" y="6775"/>
                    <a:pt x="198" y="6917"/>
                  </a:cubicBezTo>
                  <a:cubicBezTo>
                    <a:pt x="171" y="6957"/>
                    <a:pt x="147" y="7001"/>
                    <a:pt x="120" y="7039"/>
                  </a:cubicBezTo>
                  <a:cubicBezTo>
                    <a:pt x="87" y="7079"/>
                    <a:pt x="49" y="7114"/>
                    <a:pt x="33" y="7161"/>
                  </a:cubicBezTo>
                  <a:cubicBezTo>
                    <a:pt x="0" y="7242"/>
                    <a:pt x="29" y="7268"/>
                    <a:pt x="74" y="7268"/>
                  </a:cubicBezTo>
                  <a:cubicBezTo>
                    <a:pt x="117" y="7268"/>
                    <a:pt x="176" y="7244"/>
                    <a:pt x="210" y="7221"/>
                  </a:cubicBezTo>
                  <a:cubicBezTo>
                    <a:pt x="269" y="7177"/>
                    <a:pt x="371" y="7095"/>
                    <a:pt x="380" y="7016"/>
                  </a:cubicBezTo>
                  <a:lnTo>
                    <a:pt x="380" y="7016"/>
                  </a:lnTo>
                  <a:cubicBezTo>
                    <a:pt x="368" y="7177"/>
                    <a:pt x="333" y="7339"/>
                    <a:pt x="344" y="7505"/>
                  </a:cubicBezTo>
                  <a:cubicBezTo>
                    <a:pt x="360" y="7667"/>
                    <a:pt x="435" y="7836"/>
                    <a:pt x="584" y="7907"/>
                  </a:cubicBezTo>
                  <a:cubicBezTo>
                    <a:pt x="628" y="7926"/>
                    <a:pt x="675" y="7935"/>
                    <a:pt x="722" y="7935"/>
                  </a:cubicBezTo>
                  <a:cubicBezTo>
                    <a:pt x="819" y="7935"/>
                    <a:pt x="919" y="7897"/>
                    <a:pt x="999" y="7836"/>
                  </a:cubicBezTo>
                  <a:cubicBezTo>
                    <a:pt x="1357" y="7548"/>
                    <a:pt x="1326" y="7039"/>
                    <a:pt x="1535" y="6669"/>
                  </a:cubicBezTo>
                  <a:cubicBezTo>
                    <a:pt x="1705" y="6377"/>
                    <a:pt x="2095" y="6188"/>
                    <a:pt x="2367" y="6014"/>
                  </a:cubicBezTo>
                  <a:cubicBezTo>
                    <a:pt x="2797" y="5738"/>
                    <a:pt x="3195" y="5419"/>
                    <a:pt x="3558" y="5064"/>
                  </a:cubicBezTo>
                  <a:cubicBezTo>
                    <a:pt x="3707" y="4919"/>
                    <a:pt x="3849" y="4764"/>
                    <a:pt x="3949" y="4579"/>
                  </a:cubicBezTo>
                  <a:cubicBezTo>
                    <a:pt x="4078" y="4335"/>
                    <a:pt x="4118" y="4051"/>
                    <a:pt x="4125" y="3771"/>
                  </a:cubicBezTo>
                  <a:cubicBezTo>
                    <a:pt x="4133" y="3432"/>
                    <a:pt x="4109" y="3097"/>
                    <a:pt x="4058" y="2769"/>
                  </a:cubicBezTo>
                  <a:cubicBezTo>
                    <a:pt x="3920" y="1925"/>
                    <a:pt x="3574" y="1133"/>
                    <a:pt x="3041" y="423"/>
                  </a:cubicBezTo>
                  <a:cubicBezTo>
                    <a:pt x="2923" y="265"/>
                    <a:pt x="2793" y="111"/>
                    <a:pt x="2615" y="29"/>
                  </a:cubicBezTo>
                  <a:cubicBezTo>
                    <a:pt x="2574" y="9"/>
                    <a:pt x="2526" y="0"/>
                    <a:pt x="2473" y="0"/>
                  </a:cubicBezTo>
                  <a:close/>
                </a:path>
              </a:pathLst>
            </a:custGeom>
            <a:solidFill>
              <a:schemeClr val="accent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9" name="Google Shape;1789;p44"/>
            <p:cNvSpPr/>
            <p:nvPr/>
          </p:nvSpPr>
          <p:spPr>
            <a:xfrm>
              <a:off x="5752539" y="2668188"/>
              <a:ext cx="2258633" cy="1947064"/>
            </a:xfrm>
            <a:custGeom>
              <a:rect b="b" l="l" r="r" t="t"/>
              <a:pathLst>
                <a:path extrusionOk="0" h="4012" w="4654">
                  <a:moveTo>
                    <a:pt x="305" y="0"/>
                  </a:moveTo>
                  <a:cubicBezTo>
                    <a:pt x="281" y="115"/>
                    <a:pt x="269" y="229"/>
                    <a:pt x="261" y="344"/>
                  </a:cubicBezTo>
                  <a:cubicBezTo>
                    <a:pt x="230" y="774"/>
                    <a:pt x="249" y="1196"/>
                    <a:pt x="143" y="1625"/>
                  </a:cubicBezTo>
                  <a:cubicBezTo>
                    <a:pt x="99" y="1807"/>
                    <a:pt x="1" y="1957"/>
                    <a:pt x="103" y="2102"/>
                  </a:cubicBezTo>
                  <a:cubicBezTo>
                    <a:pt x="178" y="2205"/>
                    <a:pt x="525" y="2304"/>
                    <a:pt x="647" y="2375"/>
                  </a:cubicBezTo>
                  <a:cubicBezTo>
                    <a:pt x="1294" y="2768"/>
                    <a:pt x="1834" y="3341"/>
                    <a:pt x="2177" y="4011"/>
                  </a:cubicBezTo>
                  <a:cubicBezTo>
                    <a:pt x="2954" y="3538"/>
                    <a:pt x="3703" y="3025"/>
                    <a:pt x="4421" y="2473"/>
                  </a:cubicBezTo>
                  <a:cubicBezTo>
                    <a:pt x="4654" y="2292"/>
                    <a:pt x="3111" y="1003"/>
                    <a:pt x="2989" y="919"/>
                  </a:cubicBezTo>
                  <a:cubicBezTo>
                    <a:pt x="2193" y="399"/>
                    <a:pt x="1259" y="76"/>
                    <a:pt x="305" y="0"/>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0" name="Google Shape;1790;p44"/>
            <p:cNvSpPr/>
            <p:nvPr/>
          </p:nvSpPr>
          <p:spPr>
            <a:xfrm>
              <a:off x="5374000" y="1505395"/>
              <a:ext cx="750775" cy="1640348"/>
            </a:xfrm>
            <a:custGeom>
              <a:rect b="b" l="l" r="r" t="t"/>
              <a:pathLst>
                <a:path extrusionOk="0" h="3380" w="1547">
                  <a:moveTo>
                    <a:pt x="795" y="0"/>
                  </a:moveTo>
                  <a:cubicBezTo>
                    <a:pt x="756" y="0"/>
                    <a:pt x="716" y="4"/>
                    <a:pt x="674" y="12"/>
                  </a:cubicBezTo>
                  <a:cubicBezTo>
                    <a:pt x="304" y="78"/>
                    <a:pt x="111" y="567"/>
                    <a:pt x="28" y="902"/>
                  </a:cubicBezTo>
                  <a:cubicBezTo>
                    <a:pt x="4" y="1005"/>
                    <a:pt x="8" y="1100"/>
                    <a:pt x="4" y="1202"/>
                  </a:cubicBezTo>
                  <a:cubicBezTo>
                    <a:pt x="0" y="1301"/>
                    <a:pt x="11" y="1399"/>
                    <a:pt x="35" y="1494"/>
                  </a:cubicBezTo>
                  <a:cubicBezTo>
                    <a:pt x="63" y="1604"/>
                    <a:pt x="111" y="1715"/>
                    <a:pt x="173" y="1810"/>
                  </a:cubicBezTo>
                  <a:cubicBezTo>
                    <a:pt x="205" y="1861"/>
                    <a:pt x="240" y="1908"/>
                    <a:pt x="280" y="1952"/>
                  </a:cubicBezTo>
                  <a:cubicBezTo>
                    <a:pt x="315" y="1987"/>
                    <a:pt x="363" y="1999"/>
                    <a:pt x="363" y="2050"/>
                  </a:cubicBezTo>
                  <a:cubicBezTo>
                    <a:pt x="366" y="2129"/>
                    <a:pt x="371" y="2212"/>
                    <a:pt x="371" y="2290"/>
                  </a:cubicBezTo>
                  <a:cubicBezTo>
                    <a:pt x="375" y="2464"/>
                    <a:pt x="371" y="2633"/>
                    <a:pt x="347" y="2807"/>
                  </a:cubicBezTo>
                  <a:cubicBezTo>
                    <a:pt x="324" y="2953"/>
                    <a:pt x="268" y="3106"/>
                    <a:pt x="272" y="3257"/>
                  </a:cubicBezTo>
                  <a:cubicBezTo>
                    <a:pt x="328" y="3260"/>
                    <a:pt x="366" y="3292"/>
                    <a:pt x="410" y="3319"/>
                  </a:cubicBezTo>
                  <a:cubicBezTo>
                    <a:pt x="482" y="3362"/>
                    <a:pt x="547" y="3379"/>
                    <a:pt x="626" y="3379"/>
                  </a:cubicBezTo>
                  <a:cubicBezTo>
                    <a:pt x="634" y="3379"/>
                    <a:pt x="642" y="3379"/>
                    <a:pt x="650" y="3379"/>
                  </a:cubicBezTo>
                  <a:cubicBezTo>
                    <a:pt x="1001" y="3363"/>
                    <a:pt x="1455" y="3197"/>
                    <a:pt x="1439" y="2771"/>
                  </a:cubicBezTo>
                  <a:cubicBezTo>
                    <a:pt x="1431" y="2444"/>
                    <a:pt x="1372" y="2117"/>
                    <a:pt x="1404" y="1790"/>
                  </a:cubicBezTo>
                  <a:cubicBezTo>
                    <a:pt x="1423" y="1545"/>
                    <a:pt x="1494" y="1304"/>
                    <a:pt x="1514" y="1056"/>
                  </a:cubicBezTo>
                  <a:cubicBezTo>
                    <a:pt x="1547" y="606"/>
                    <a:pt x="1292" y="0"/>
                    <a:pt x="795" y="0"/>
                  </a:cubicBezTo>
                  <a:close/>
                </a:path>
              </a:pathLst>
            </a:custGeom>
            <a:solidFill>
              <a:schemeClr val="accent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1" name="Google Shape;1791;p44"/>
            <p:cNvSpPr/>
            <p:nvPr/>
          </p:nvSpPr>
          <p:spPr>
            <a:xfrm>
              <a:off x="5352647" y="1330685"/>
              <a:ext cx="897824" cy="745921"/>
            </a:xfrm>
            <a:custGeom>
              <a:rect b="b" l="l" r="r" t="t"/>
              <a:pathLst>
                <a:path extrusionOk="0" h="1537" w="1850">
                  <a:moveTo>
                    <a:pt x="360" y="0"/>
                  </a:moveTo>
                  <a:cubicBezTo>
                    <a:pt x="355" y="0"/>
                    <a:pt x="349" y="0"/>
                    <a:pt x="344" y="1"/>
                  </a:cubicBezTo>
                  <a:cubicBezTo>
                    <a:pt x="332" y="1"/>
                    <a:pt x="324" y="1"/>
                    <a:pt x="312" y="4"/>
                  </a:cubicBezTo>
                  <a:cubicBezTo>
                    <a:pt x="245" y="17"/>
                    <a:pt x="182" y="56"/>
                    <a:pt x="135" y="103"/>
                  </a:cubicBezTo>
                  <a:cubicBezTo>
                    <a:pt x="64" y="174"/>
                    <a:pt x="13" y="265"/>
                    <a:pt x="8" y="367"/>
                  </a:cubicBezTo>
                  <a:cubicBezTo>
                    <a:pt x="1" y="466"/>
                    <a:pt x="40" y="568"/>
                    <a:pt x="119" y="627"/>
                  </a:cubicBezTo>
                  <a:cubicBezTo>
                    <a:pt x="185" y="677"/>
                    <a:pt x="268" y="691"/>
                    <a:pt x="352" y="691"/>
                  </a:cubicBezTo>
                  <a:cubicBezTo>
                    <a:pt x="407" y="691"/>
                    <a:pt x="464" y="685"/>
                    <a:pt x="517" y="679"/>
                  </a:cubicBezTo>
                  <a:cubicBezTo>
                    <a:pt x="648" y="666"/>
                    <a:pt x="779" y="658"/>
                    <a:pt x="908" y="658"/>
                  </a:cubicBezTo>
                  <a:cubicBezTo>
                    <a:pt x="934" y="658"/>
                    <a:pt x="960" y="659"/>
                    <a:pt x="987" y="659"/>
                  </a:cubicBezTo>
                  <a:cubicBezTo>
                    <a:pt x="1054" y="659"/>
                    <a:pt x="1125" y="663"/>
                    <a:pt x="1183" y="698"/>
                  </a:cubicBezTo>
                  <a:cubicBezTo>
                    <a:pt x="1247" y="734"/>
                    <a:pt x="1286" y="805"/>
                    <a:pt x="1314" y="876"/>
                  </a:cubicBezTo>
                  <a:cubicBezTo>
                    <a:pt x="1357" y="982"/>
                    <a:pt x="1377" y="1105"/>
                    <a:pt x="1329" y="1211"/>
                  </a:cubicBezTo>
                  <a:cubicBezTo>
                    <a:pt x="1314" y="1251"/>
                    <a:pt x="1290" y="1286"/>
                    <a:pt x="1278" y="1326"/>
                  </a:cubicBezTo>
                  <a:cubicBezTo>
                    <a:pt x="1255" y="1395"/>
                    <a:pt x="1291" y="1537"/>
                    <a:pt x="1375" y="1537"/>
                  </a:cubicBezTo>
                  <a:cubicBezTo>
                    <a:pt x="1390" y="1537"/>
                    <a:pt x="1406" y="1533"/>
                    <a:pt x="1424" y="1522"/>
                  </a:cubicBezTo>
                  <a:cubicBezTo>
                    <a:pt x="1448" y="1507"/>
                    <a:pt x="1460" y="1487"/>
                    <a:pt x="1475" y="1464"/>
                  </a:cubicBezTo>
                  <a:cubicBezTo>
                    <a:pt x="1574" y="1322"/>
                    <a:pt x="1747" y="1180"/>
                    <a:pt x="1795" y="1006"/>
                  </a:cubicBezTo>
                  <a:cubicBezTo>
                    <a:pt x="1811" y="943"/>
                    <a:pt x="1806" y="880"/>
                    <a:pt x="1826" y="816"/>
                  </a:cubicBezTo>
                  <a:cubicBezTo>
                    <a:pt x="1850" y="726"/>
                    <a:pt x="1818" y="679"/>
                    <a:pt x="1799" y="596"/>
                  </a:cubicBezTo>
                  <a:cubicBezTo>
                    <a:pt x="1775" y="481"/>
                    <a:pt x="1830" y="348"/>
                    <a:pt x="1751" y="261"/>
                  </a:cubicBezTo>
                  <a:cubicBezTo>
                    <a:pt x="1677" y="174"/>
                    <a:pt x="1538" y="210"/>
                    <a:pt x="1428" y="174"/>
                  </a:cubicBezTo>
                  <a:cubicBezTo>
                    <a:pt x="1373" y="154"/>
                    <a:pt x="1322" y="111"/>
                    <a:pt x="1267" y="91"/>
                  </a:cubicBezTo>
                  <a:cubicBezTo>
                    <a:pt x="1226" y="76"/>
                    <a:pt x="1185" y="70"/>
                    <a:pt x="1143" y="70"/>
                  </a:cubicBezTo>
                  <a:cubicBezTo>
                    <a:pt x="1032" y="70"/>
                    <a:pt x="918" y="109"/>
                    <a:pt x="806" y="109"/>
                  </a:cubicBezTo>
                  <a:cubicBezTo>
                    <a:pt x="790" y="109"/>
                    <a:pt x="774" y="109"/>
                    <a:pt x="758" y="107"/>
                  </a:cubicBezTo>
                  <a:cubicBezTo>
                    <a:pt x="621" y="92"/>
                    <a:pt x="496" y="0"/>
                    <a:pt x="360" y="0"/>
                  </a:cubicBezTo>
                  <a:close/>
                </a:path>
              </a:pathLst>
            </a:custGeom>
            <a:solidFill>
              <a:schemeClr val="dk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2" name="Google Shape;1792;p44"/>
            <p:cNvSpPr/>
            <p:nvPr/>
          </p:nvSpPr>
          <p:spPr>
            <a:xfrm>
              <a:off x="5919484" y="1905772"/>
              <a:ext cx="279539" cy="235375"/>
            </a:xfrm>
            <a:custGeom>
              <a:rect b="b" l="l" r="r" t="t"/>
              <a:pathLst>
                <a:path extrusionOk="0" h="485" w="576">
                  <a:moveTo>
                    <a:pt x="327" y="0"/>
                  </a:moveTo>
                  <a:cubicBezTo>
                    <a:pt x="243" y="0"/>
                    <a:pt x="159" y="34"/>
                    <a:pt x="114" y="89"/>
                  </a:cubicBezTo>
                  <a:cubicBezTo>
                    <a:pt x="0" y="224"/>
                    <a:pt x="83" y="484"/>
                    <a:pt x="292" y="484"/>
                  </a:cubicBezTo>
                  <a:cubicBezTo>
                    <a:pt x="321" y="484"/>
                    <a:pt x="353" y="479"/>
                    <a:pt x="386" y="468"/>
                  </a:cubicBezTo>
                  <a:cubicBezTo>
                    <a:pt x="485" y="436"/>
                    <a:pt x="556" y="341"/>
                    <a:pt x="572" y="259"/>
                  </a:cubicBezTo>
                  <a:cubicBezTo>
                    <a:pt x="576" y="223"/>
                    <a:pt x="576" y="188"/>
                    <a:pt x="563" y="152"/>
                  </a:cubicBezTo>
                  <a:cubicBezTo>
                    <a:pt x="540" y="77"/>
                    <a:pt x="457" y="15"/>
                    <a:pt x="363" y="2"/>
                  </a:cubicBezTo>
                  <a:cubicBezTo>
                    <a:pt x="351" y="1"/>
                    <a:pt x="339" y="0"/>
                    <a:pt x="32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3" name="Google Shape;1793;p44"/>
            <p:cNvSpPr/>
            <p:nvPr/>
          </p:nvSpPr>
          <p:spPr>
            <a:xfrm>
              <a:off x="6059252" y="1957700"/>
              <a:ext cx="74738" cy="106768"/>
            </a:xfrm>
            <a:custGeom>
              <a:rect b="b" l="l" r="r" t="t"/>
              <a:pathLst>
                <a:path extrusionOk="0" h="220" w="154">
                  <a:moveTo>
                    <a:pt x="22" y="0"/>
                  </a:moveTo>
                  <a:cubicBezTo>
                    <a:pt x="15" y="0"/>
                    <a:pt x="7" y="1"/>
                    <a:pt x="0" y="2"/>
                  </a:cubicBezTo>
                  <a:lnTo>
                    <a:pt x="66" y="203"/>
                  </a:lnTo>
                  <a:cubicBezTo>
                    <a:pt x="71" y="207"/>
                    <a:pt x="71" y="215"/>
                    <a:pt x="75" y="219"/>
                  </a:cubicBezTo>
                  <a:cubicBezTo>
                    <a:pt x="90" y="211"/>
                    <a:pt x="110" y="199"/>
                    <a:pt x="122" y="187"/>
                  </a:cubicBezTo>
                  <a:cubicBezTo>
                    <a:pt x="153" y="152"/>
                    <a:pt x="153" y="92"/>
                    <a:pt x="126" y="53"/>
                  </a:cubicBezTo>
                  <a:cubicBezTo>
                    <a:pt x="103" y="20"/>
                    <a:pt x="62" y="0"/>
                    <a:pt x="22" y="0"/>
                  </a:cubicBezTo>
                  <a:close/>
                </a:path>
              </a:pathLst>
            </a:cu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4" name="Google Shape;1794;p44"/>
            <p:cNvSpPr/>
            <p:nvPr/>
          </p:nvSpPr>
          <p:spPr>
            <a:xfrm>
              <a:off x="3289612" y="4665708"/>
              <a:ext cx="2528950" cy="1157950"/>
            </a:xfrm>
            <a:custGeom>
              <a:rect b="b" l="l" r="r" t="t"/>
              <a:pathLst>
                <a:path extrusionOk="0" h="2386" w="5211">
                  <a:moveTo>
                    <a:pt x="2491" y="0"/>
                  </a:moveTo>
                  <a:cubicBezTo>
                    <a:pt x="2390" y="0"/>
                    <a:pt x="2289" y="6"/>
                    <a:pt x="2189" y="17"/>
                  </a:cubicBezTo>
                  <a:cubicBezTo>
                    <a:pt x="1740" y="68"/>
                    <a:pt x="1302" y="230"/>
                    <a:pt x="916" y="474"/>
                  </a:cubicBezTo>
                  <a:cubicBezTo>
                    <a:pt x="565" y="696"/>
                    <a:pt x="195" y="1027"/>
                    <a:pt x="64" y="1437"/>
                  </a:cubicBezTo>
                  <a:cubicBezTo>
                    <a:pt x="1" y="1638"/>
                    <a:pt x="33" y="1855"/>
                    <a:pt x="195" y="2001"/>
                  </a:cubicBezTo>
                  <a:cubicBezTo>
                    <a:pt x="545" y="2316"/>
                    <a:pt x="1254" y="2301"/>
                    <a:pt x="1693" y="2320"/>
                  </a:cubicBezTo>
                  <a:cubicBezTo>
                    <a:pt x="1859" y="2327"/>
                    <a:pt x="2027" y="2331"/>
                    <a:pt x="2196" y="2331"/>
                  </a:cubicBezTo>
                  <a:cubicBezTo>
                    <a:pt x="2578" y="2331"/>
                    <a:pt x="2962" y="2309"/>
                    <a:pt x="3336" y="2249"/>
                  </a:cubicBezTo>
                  <a:cubicBezTo>
                    <a:pt x="3518" y="2249"/>
                    <a:pt x="3704" y="2201"/>
                    <a:pt x="3889" y="2190"/>
                  </a:cubicBezTo>
                  <a:cubicBezTo>
                    <a:pt x="3938" y="2190"/>
                    <a:pt x="3988" y="2176"/>
                    <a:pt x="4040" y="2176"/>
                  </a:cubicBezTo>
                  <a:cubicBezTo>
                    <a:pt x="4050" y="2176"/>
                    <a:pt x="4060" y="2176"/>
                    <a:pt x="4070" y="2178"/>
                  </a:cubicBezTo>
                  <a:cubicBezTo>
                    <a:pt x="4157" y="2186"/>
                    <a:pt x="4244" y="2210"/>
                    <a:pt x="4330" y="2230"/>
                  </a:cubicBezTo>
                  <a:cubicBezTo>
                    <a:pt x="4339" y="2230"/>
                    <a:pt x="4346" y="2230"/>
                    <a:pt x="4350" y="2233"/>
                  </a:cubicBezTo>
                  <a:cubicBezTo>
                    <a:pt x="4358" y="2241"/>
                    <a:pt x="4358" y="2249"/>
                    <a:pt x="4362" y="2257"/>
                  </a:cubicBezTo>
                  <a:cubicBezTo>
                    <a:pt x="4398" y="2354"/>
                    <a:pt x="4483" y="2385"/>
                    <a:pt x="4573" y="2385"/>
                  </a:cubicBezTo>
                  <a:cubicBezTo>
                    <a:pt x="4604" y="2385"/>
                    <a:pt x="4636" y="2381"/>
                    <a:pt x="4666" y="2375"/>
                  </a:cubicBezTo>
                  <a:cubicBezTo>
                    <a:pt x="4748" y="2356"/>
                    <a:pt x="4835" y="2328"/>
                    <a:pt x="4887" y="2261"/>
                  </a:cubicBezTo>
                  <a:cubicBezTo>
                    <a:pt x="4934" y="2201"/>
                    <a:pt x="4950" y="2119"/>
                    <a:pt x="4930" y="2044"/>
                  </a:cubicBezTo>
                  <a:cubicBezTo>
                    <a:pt x="4910" y="1969"/>
                    <a:pt x="4855" y="1894"/>
                    <a:pt x="4780" y="1866"/>
                  </a:cubicBezTo>
                  <a:cubicBezTo>
                    <a:pt x="4749" y="1857"/>
                    <a:pt x="4612" y="1831"/>
                    <a:pt x="4537" y="1831"/>
                  </a:cubicBezTo>
                  <a:cubicBezTo>
                    <a:pt x="4515" y="1831"/>
                    <a:pt x="4499" y="1834"/>
                    <a:pt x="4492" y="1839"/>
                  </a:cubicBezTo>
                  <a:cubicBezTo>
                    <a:pt x="4623" y="1733"/>
                    <a:pt x="4748" y="1633"/>
                    <a:pt x="4894" y="1555"/>
                  </a:cubicBezTo>
                  <a:cubicBezTo>
                    <a:pt x="4993" y="1504"/>
                    <a:pt x="5151" y="1460"/>
                    <a:pt x="5178" y="1334"/>
                  </a:cubicBezTo>
                  <a:cubicBezTo>
                    <a:pt x="5210" y="1189"/>
                    <a:pt x="5170" y="1042"/>
                    <a:pt x="5076" y="924"/>
                  </a:cubicBezTo>
                  <a:cubicBezTo>
                    <a:pt x="5064" y="909"/>
                    <a:pt x="5048" y="889"/>
                    <a:pt x="5036" y="873"/>
                  </a:cubicBezTo>
                  <a:cubicBezTo>
                    <a:pt x="4945" y="767"/>
                    <a:pt x="4863" y="687"/>
                    <a:pt x="4705" y="672"/>
                  </a:cubicBezTo>
                  <a:cubicBezTo>
                    <a:pt x="4583" y="660"/>
                    <a:pt x="4461" y="672"/>
                    <a:pt x="4342" y="645"/>
                  </a:cubicBezTo>
                  <a:cubicBezTo>
                    <a:pt x="4184" y="609"/>
                    <a:pt x="4051" y="506"/>
                    <a:pt x="3917" y="416"/>
                  </a:cubicBezTo>
                  <a:cubicBezTo>
                    <a:pt x="3496" y="140"/>
                    <a:pt x="2993" y="0"/>
                    <a:pt x="2491" y="0"/>
                  </a:cubicBezTo>
                  <a:close/>
                </a:path>
              </a:pathLst>
            </a:cu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5" name="Google Shape;1795;p44"/>
            <p:cNvSpPr/>
            <p:nvPr/>
          </p:nvSpPr>
          <p:spPr>
            <a:xfrm>
              <a:off x="5454075" y="4852551"/>
              <a:ext cx="291186" cy="292642"/>
            </a:xfrm>
            <a:custGeom>
              <a:rect b="b" l="l" r="r" t="t"/>
              <a:pathLst>
                <a:path extrusionOk="0" h="603" w="600">
                  <a:moveTo>
                    <a:pt x="475" y="1"/>
                  </a:moveTo>
                  <a:cubicBezTo>
                    <a:pt x="462" y="1"/>
                    <a:pt x="449" y="5"/>
                    <a:pt x="438" y="14"/>
                  </a:cubicBezTo>
                  <a:lnTo>
                    <a:pt x="1" y="444"/>
                  </a:lnTo>
                  <a:lnTo>
                    <a:pt x="600" y="602"/>
                  </a:lnTo>
                  <a:lnTo>
                    <a:pt x="600" y="602"/>
                  </a:lnTo>
                  <a:lnTo>
                    <a:pt x="529" y="47"/>
                  </a:lnTo>
                  <a:cubicBezTo>
                    <a:pt x="526" y="18"/>
                    <a:pt x="501" y="1"/>
                    <a:pt x="475" y="1"/>
                  </a:cubicBezTo>
                  <a:close/>
                </a:path>
              </a:pathLst>
            </a:custGeom>
            <a:solidFill>
              <a:schemeClr val="dk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6" name="Google Shape;1796;p44"/>
            <p:cNvSpPr/>
            <p:nvPr/>
          </p:nvSpPr>
          <p:spPr>
            <a:xfrm>
              <a:off x="5078934" y="4875845"/>
              <a:ext cx="291671" cy="332437"/>
            </a:xfrm>
            <a:custGeom>
              <a:rect b="b" l="l" r="r" t="t"/>
              <a:pathLst>
                <a:path extrusionOk="0" h="685" w="601">
                  <a:moveTo>
                    <a:pt x="70" y="1"/>
                  </a:moveTo>
                  <a:cubicBezTo>
                    <a:pt x="43" y="1"/>
                    <a:pt x="17" y="21"/>
                    <a:pt x="17" y="50"/>
                  </a:cubicBezTo>
                  <a:lnTo>
                    <a:pt x="1" y="685"/>
                  </a:lnTo>
                  <a:lnTo>
                    <a:pt x="601" y="365"/>
                  </a:lnTo>
                  <a:lnTo>
                    <a:pt x="99" y="10"/>
                  </a:lnTo>
                  <a:cubicBezTo>
                    <a:pt x="90" y="3"/>
                    <a:pt x="80" y="1"/>
                    <a:pt x="70" y="1"/>
                  </a:cubicBezTo>
                  <a:close/>
                </a:path>
              </a:pathLst>
            </a:custGeom>
            <a:solidFill>
              <a:schemeClr val="dk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7" name="Google Shape;1797;p44"/>
            <p:cNvSpPr/>
            <p:nvPr/>
          </p:nvSpPr>
          <p:spPr>
            <a:xfrm>
              <a:off x="3287671" y="5213133"/>
              <a:ext cx="1793706" cy="759510"/>
            </a:xfrm>
            <a:custGeom>
              <a:rect b="b" l="l" r="r" t="t"/>
              <a:pathLst>
                <a:path extrusionOk="0" h="1565" w="3696">
                  <a:moveTo>
                    <a:pt x="467" y="0"/>
                  </a:moveTo>
                  <a:cubicBezTo>
                    <a:pt x="335" y="0"/>
                    <a:pt x="212" y="90"/>
                    <a:pt x="135" y="203"/>
                  </a:cubicBezTo>
                  <a:cubicBezTo>
                    <a:pt x="80" y="277"/>
                    <a:pt x="44" y="364"/>
                    <a:pt x="24" y="454"/>
                  </a:cubicBezTo>
                  <a:cubicBezTo>
                    <a:pt x="5" y="534"/>
                    <a:pt x="1" y="612"/>
                    <a:pt x="9" y="695"/>
                  </a:cubicBezTo>
                  <a:cubicBezTo>
                    <a:pt x="28" y="853"/>
                    <a:pt x="99" y="1002"/>
                    <a:pt x="214" y="1117"/>
                  </a:cubicBezTo>
                  <a:cubicBezTo>
                    <a:pt x="288" y="1200"/>
                    <a:pt x="403" y="1247"/>
                    <a:pt x="501" y="1295"/>
                  </a:cubicBezTo>
                  <a:cubicBezTo>
                    <a:pt x="934" y="1483"/>
                    <a:pt x="1422" y="1565"/>
                    <a:pt x="1897" y="1565"/>
                  </a:cubicBezTo>
                  <a:cubicBezTo>
                    <a:pt x="2029" y="1565"/>
                    <a:pt x="2160" y="1559"/>
                    <a:pt x="2288" y="1546"/>
                  </a:cubicBezTo>
                  <a:cubicBezTo>
                    <a:pt x="3160" y="1472"/>
                    <a:pt x="3695" y="1366"/>
                    <a:pt x="3660" y="1140"/>
                  </a:cubicBezTo>
                  <a:cubicBezTo>
                    <a:pt x="3649" y="1066"/>
                    <a:pt x="3528" y="1044"/>
                    <a:pt x="3344" y="1044"/>
                  </a:cubicBezTo>
                  <a:cubicBezTo>
                    <a:pt x="3075" y="1044"/>
                    <a:pt x="2673" y="1092"/>
                    <a:pt x="2287" y="1092"/>
                  </a:cubicBezTo>
                  <a:cubicBezTo>
                    <a:pt x="2194" y="1092"/>
                    <a:pt x="2101" y="1089"/>
                    <a:pt x="2012" y="1082"/>
                  </a:cubicBezTo>
                  <a:cubicBezTo>
                    <a:pt x="1433" y="1038"/>
                    <a:pt x="912" y="967"/>
                    <a:pt x="730" y="809"/>
                  </a:cubicBezTo>
                  <a:cubicBezTo>
                    <a:pt x="659" y="738"/>
                    <a:pt x="636" y="656"/>
                    <a:pt x="620" y="558"/>
                  </a:cubicBezTo>
                  <a:cubicBezTo>
                    <a:pt x="601" y="458"/>
                    <a:pt x="624" y="392"/>
                    <a:pt x="656" y="289"/>
                  </a:cubicBezTo>
                  <a:cubicBezTo>
                    <a:pt x="672" y="238"/>
                    <a:pt x="687" y="179"/>
                    <a:pt x="672" y="123"/>
                  </a:cubicBezTo>
                  <a:cubicBezTo>
                    <a:pt x="648" y="61"/>
                    <a:pt x="585" y="17"/>
                    <a:pt x="517" y="5"/>
                  </a:cubicBezTo>
                  <a:cubicBezTo>
                    <a:pt x="500" y="2"/>
                    <a:pt x="483" y="0"/>
                    <a:pt x="467" y="0"/>
                  </a:cubicBezTo>
                  <a:close/>
                </a:path>
              </a:pathLst>
            </a:cu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8" name="Google Shape;1798;p44"/>
            <p:cNvSpPr/>
            <p:nvPr/>
          </p:nvSpPr>
          <p:spPr>
            <a:xfrm>
              <a:off x="4924122" y="4979216"/>
              <a:ext cx="1050696" cy="593534"/>
            </a:xfrm>
            <a:custGeom>
              <a:rect b="b" l="l" r="r" t="t"/>
              <a:pathLst>
                <a:path extrusionOk="0" h="1223" w="2165">
                  <a:moveTo>
                    <a:pt x="992" y="0"/>
                  </a:moveTo>
                  <a:cubicBezTo>
                    <a:pt x="761" y="0"/>
                    <a:pt x="521" y="35"/>
                    <a:pt x="379" y="168"/>
                  </a:cubicBezTo>
                  <a:cubicBezTo>
                    <a:pt x="339" y="203"/>
                    <a:pt x="304" y="246"/>
                    <a:pt x="285" y="301"/>
                  </a:cubicBezTo>
                  <a:cubicBezTo>
                    <a:pt x="265" y="349"/>
                    <a:pt x="252" y="396"/>
                    <a:pt x="229" y="443"/>
                  </a:cubicBezTo>
                  <a:cubicBezTo>
                    <a:pt x="205" y="491"/>
                    <a:pt x="170" y="534"/>
                    <a:pt x="119" y="546"/>
                  </a:cubicBezTo>
                  <a:cubicBezTo>
                    <a:pt x="95" y="550"/>
                    <a:pt x="59" y="566"/>
                    <a:pt x="75" y="585"/>
                  </a:cubicBezTo>
                  <a:cubicBezTo>
                    <a:pt x="79" y="594"/>
                    <a:pt x="87" y="598"/>
                    <a:pt x="99" y="601"/>
                  </a:cubicBezTo>
                  <a:cubicBezTo>
                    <a:pt x="119" y="614"/>
                    <a:pt x="126" y="641"/>
                    <a:pt x="119" y="661"/>
                  </a:cubicBezTo>
                  <a:cubicBezTo>
                    <a:pt x="109" y="680"/>
                    <a:pt x="90" y="691"/>
                    <a:pt x="72" y="691"/>
                  </a:cubicBezTo>
                  <a:cubicBezTo>
                    <a:pt x="68" y="691"/>
                    <a:pt x="63" y="690"/>
                    <a:pt x="59" y="688"/>
                  </a:cubicBezTo>
                  <a:lnTo>
                    <a:pt x="59" y="688"/>
                  </a:lnTo>
                  <a:cubicBezTo>
                    <a:pt x="75" y="712"/>
                    <a:pt x="91" y="743"/>
                    <a:pt x="95" y="771"/>
                  </a:cubicBezTo>
                  <a:cubicBezTo>
                    <a:pt x="63" y="763"/>
                    <a:pt x="32" y="756"/>
                    <a:pt x="1" y="751"/>
                  </a:cubicBezTo>
                  <a:lnTo>
                    <a:pt x="1" y="751"/>
                  </a:lnTo>
                  <a:cubicBezTo>
                    <a:pt x="1" y="751"/>
                    <a:pt x="75" y="893"/>
                    <a:pt x="91" y="909"/>
                  </a:cubicBezTo>
                  <a:cubicBezTo>
                    <a:pt x="134" y="964"/>
                    <a:pt x="190" y="996"/>
                    <a:pt x="245" y="1040"/>
                  </a:cubicBezTo>
                  <a:cubicBezTo>
                    <a:pt x="352" y="1122"/>
                    <a:pt x="426" y="1158"/>
                    <a:pt x="560" y="1181"/>
                  </a:cubicBezTo>
                  <a:cubicBezTo>
                    <a:pt x="709" y="1209"/>
                    <a:pt x="861" y="1222"/>
                    <a:pt x="1013" y="1222"/>
                  </a:cubicBezTo>
                  <a:cubicBezTo>
                    <a:pt x="1190" y="1222"/>
                    <a:pt x="1368" y="1204"/>
                    <a:pt x="1542" y="1165"/>
                  </a:cubicBezTo>
                  <a:cubicBezTo>
                    <a:pt x="1637" y="1142"/>
                    <a:pt x="1735" y="1114"/>
                    <a:pt x="1814" y="1055"/>
                  </a:cubicBezTo>
                  <a:cubicBezTo>
                    <a:pt x="1908" y="987"/>
                    <a:pt x="1999" y="913"/>
                    <a:pt x="2094" y="846"/>
                  </a:cubicBezTo>
                  <a:cubicBezTo>
                    <a:pt x="2130" y="827"/>
                    <a:pt x="2165" y="783"/>
                    <a:pt x="2137" y="751"/>
                  </a:cubicBezTo>
                  <a:cubicBezTo>
                    <a:pt x="2114" y="723"/>
                    <a:pt x="2055" y="732"/>
                    <a:pt x="2050" y="696"/>
                  </a:cubicBezTo>
                  <a:cubicBezTo>
                    <a:pt x="2047" y="680"/>
                    <a:pt x="2063" y="665"/>
                    <a:pt x="2063" y="645"/>
                  </a:cubicBezTo>
                  <a:cubicBezTo>
                    <a:pt x="2035" y="633"/>
                    <a:pt x="2012" y="621"/>
                    <a:pt x="1984" y="609"/>
                  </a:cubicBezTo>
                  <a:cubicBezTo>
                    <a:pt x="1972" y="601"/>
                    <a:pt x="1964" y="598"/>
                    <a:pt x="1960" y="590"/>
                  </a:cubicBezTo>
                  <a:cubicBezTo>
                    <a:pt x="1948" y="574"/>
                    <a:pt x="1960" y="550"/>
                    <a:pt x="1976" y="538"/>
                  </a:cubicBezTo>
                  <a:cubicBezTo>
                    <a:pt x="1992" y="523"/>
                    <a:pt x="2008" y="514"/>
                    <a:pt x="2015" y="495"/>
                  </a:cubicBezTo>
                  <a:cubicBezTo>
                    <a:pt x="1952" y="472"/>
                    <a:pt x="1881" y="443"/>
                    <a:pt x="1846" y="388"/>
                  </a:cubicBezTo>
                  <a:cubicBezTo>
                    <a:pt x="1826" y="361"/>
                    <a:pt x="1819" y="334"/>
                    <a:pt x="1806" y="301"/>
                  </a:cubicBezTo>
                  <a:cubicBezTo>
                    <a:pt x="1743" y="148"/>
                    <a:pt x="1609" y="46"/>
                    <a:pt x="1440" y="30"/>
                  </a:cubicBezTo>
                  <a:cubicBezTo>
                    <a:pt x="1321" y="18"/>
                    <a:pt x="1159" y="0"/>
                    <a:pt x="992" y="0"/>
                  </a:cubicBezTo>
                  <a:close/>
                </a:path>
              </a:pathLst>
            </a:cu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9" name="Google Shape;1799;p44"/>
            <p:cNvSpPr/>
            <p:nvPr/>
          </p:nvSpPr>
          <p:spPr>
            <a:xfrm>
              <a:off x="5367691" y="5361637"/>
              <a:ext cx="149961" cy="67458"/>
            </a:xfrm>
            <a:custGeom>
              <a:rect b="b" l="l" r="r" t="t"/>
              <a:pathLst>
                <a:path extrusionOk="0" h="139" w="309">
                  <a:moveTo>
                    <a:pt x="283" y="0"/>
                  </a:moveTo>
                  <a:cubicBezTo>
                    <a:pt x="280" y="0"/>
                    <a:pt x="276" y="1"/>
                    <a:pt x="273" y="3"/>
                  </a:cubicBezTo>
                  <a:cubicBezTo>
                    <a:pt x="190" y="10"/>
                    <a:pt x="115" y="15"/>
                    <a:pt x="37" y="15"/>
                  </a:cubicBezTo>
                  <a:cubicBezTo>
                    <a:pt x="21" y="15"/>
                    <a:pt x="1" y="19"/>
                    <a:pt x="1" y="34"/>
                  </a:cubicBezTo>
                  <a:cubicBezTo>
                    <a:pt x="1" y="42"/>
                    <a:pt x="6" y="50"/>
                    <a:pt x="13" y="54"/>
                  </a:cubicBezTo>
                  <a:cubicBezTo>
                    <a:pt x="54" y="95"/>
                    <a:pt x="99" y="138"/>
                    <a:pt x="152" y="138"/>
                  </a:cubicBezTo>
                  <a:cubicBezTo>
                    <a:pt x="171" y="138"/>
                    <a:pt x="190" y="133"/>
                    <a:pt x="210" y="121"/>
                  </a:cubicBezTo>
                  <a:cubicBezTo>
                    <a:pt x="242" y="105"/>
                    <a:pt x="266" y="81"/>
                    <a:pt x="285" y="58"/>
                  </a:cubicBezTo>
                  <a:cubicBezTo>
                    <a:pt x="293" y="54"/>
                    <a:pt x="297" y="46"/>
                    <a:pt x="301" y="39"/>
                  </a:cubicBezTo>
                  <a:cubicBezTo>
                    <a:pt x="305" y="26"/>
                    <a:pt x="308" y="15"/>
                    <a:pt x="297" y="6"/>
                  </a:cubicBezTo>
                  <a:cubicBezTo>
                    <a:pt x="293" y="2"/>
                    <a:pt x="288" y="0"/>
                    <a:pt x="28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0" name="Google Shape;1800;p44"/>
            <p:cNvSpPr/>
            <p:nvPr/>
          </p:nvSpPr>
          <p:spPr>
            <a:xfrm>
              <a:off x="5098346" y="5246134"/>
              <a:ext cx="195580" cy="48046"/>
            </a:xfrm>
            <a:custGeom>
              <a:rect b="b" l="l" r="r" t="t"/>
              <a:pathLst>
                <a:path extrusionOk="0" h="99" w="403">
                  <a:moveTo>
                    <a:pt x="24" y="0"/>
                  </a:moveTo>
                  <a:lnTo>
                    <a:pt x="0" y="28"/>
                  </a:lnTo>
                  <a:cubicBezTo>
                    <a:pt x="64" y="75"/>
                    <a:pt x="138" y="99"/>
                    <a:pt x="213" y="99"/>
                  </a:cubicBezTo>
                  <a:cubicBezTo>
                    <a:pt x="280" y="99"/>
                    <a:pt x="343" y="83"/>
                    <a:pt x="402" y="48"/>
                  </a:cubicBezTo>
                  <a:lnTo>
                    <a:pt x="383" y="16"/>
                  </a:lnTo>
                  <a:cubicBezTo>
                    <a:pt x="331" y="48"/>
                    <a:pt x="272" y="64"/>
                    <a:pt x="213" y="64"/>
                  </a:cubicBezTo>
                  <a:cubicBezTo>
                    <a:pt x="146" y="64"/>
                    <a:pt x="79" y="44"/>
                    <a:pt x="2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1" name="Google Shape;1801;p44"/>
            <p:cNvSpPr/>
            <p:nvPr/>
          </p:nvSpPr>
          <p:spPr>
            <a:xfrm>
              <a:off x="5586079" y="5213618"/>
              <a:ext cx="166947" cy="57752"/>
            </a:xfrm>
            <a:custGeom>
              <a:rect b="b" l="l" r="r" t="t"/>
              <a:pathLst>
                <a:path extrusionOk="0" h="119" w="344">
                  <a:moveTo>
                    <a:pt x="316" y="0"/>
                  </a:moveTo>
                  <a:cubicBezTo>
                    <a:pt x="304" y="20"/>
                    <a:pt x="289" y="36"/>
                    <a:pt x="269" y="47"/>
                  </a:cubicBezTo>
                  <a:cubicBezTo>
                    <a:pt x="249" y="60"/>
                    <a:pt x="226" y="67"/>
                    <a:pt x="198" y="75"/>
                  </a:cubicBezTo>
                  <a:cubicBezTo>
                    <a:pt x="166" y="79"/>
                    <a:pt x="135" y="83"/>
                    <a:pt x="103" y="83"/>
                  </a:cubicBezTo>
                  <a:cubicBezTo>
                    <a:pt x="71" y="83"/>
                    <a:pt x="40" y="79"/>
                    <a:pt x="5" y="75"/>
                  </a:cubicBezTo>
                  <a:lnTo>
                    <a:pt x="0" y="107"/>
                  </a:lnTo>
                  <a:cubicBezTo>
                    <a:pt x="32" y="115"/>
                    <a:pt x="67" y="118"/>
                    <a:pt x="103" y="118"/>
                  </a:cubicBezTo>
                  <a:cubicBezTo>
                    <a:pt x="138" y="118"/>
                    <a:pt x="174" y="115"/>
                    <a:pt x="206" y="107"/>
                  </a:cubicBezTo>
                  <a:cubicBezTo>
                    <a:pt x="233" y="102"/>
                    <a:pt x="261" y="95"/>
                    <a:pt x="284" y="79"/>
                  </a:cubicBezTo>
                  <a:cubicBezTo>
                    <a:pt x="313" y="63"/>
                    <a:pt x="332" y="44"/>
                    <a:pt x="344" y="16"/>
                  </a:cubicBezTo>
                  <a:lnTo>
                    <a:pt x="316" y="0"/>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2" name="Google Shape;1802;p44"/>
            <p:cNvSpPr/>
            <p:nvPr/>
          </p:nvSpPr>
          <p:spPr>
            <a:xfrm>
              <a:off x="5377397" y="5399005"/>
              <a:ext cx="115504" cy="90268"/>
            </a:xfrm>
            <a:custGeom>
              <a:rect b="b" l="l" r="r" t="t"/>
              <a:pathLst>
                <a:path extrusionOk="0" h="186" w="238">
                  <a:moveTo>
                    <a:pt x="155" y="28"/>
                  </a:moveTo>
                  <a:lnTo>
                    <a:pt x="159" y="36"/>
                  </a:lnTo>
                  <a:lnTo>
                    <a:pt x="159" y="33"/>
                  </a:lnTo>
                  <a:lnTo>
                    <a:pt x="155" y="28"/>
                  </a:lnTo>
                  <a:close/>
                  <a:moveTo>
                    <a:pt x="151" y="0"/>
                  </a:moveTo>
                  <a:cubicBezTo>
                    <a:pt x="149" y="0"/>
                    <a:pt x="148" y="0"/>
                    <a:pt x="146" y="1"/>
                  </a:cubicBezTo>
                  <a:lnTo>
                    <a:pt x="146" y="1"/>
                  </a:lnTo>
                  <a:cubicBezTo>
                    <a:pt x="137" y="2"/>
                    <a:pt x="130" y="5"/>
                    <a:pt x="123" y="13"/>
                  </a:cubicBezTo>
                  <a:cubicBezTo>
                    <a:pt x="115" y="20"/>
                    <a:pt x="111" y="28"/>
                    <a:pt x="108" y="36"/>
                  </a:cubicBezTo>
                  <a:cubicBezTo>
                    <a:pt x="104" y="44"/>
                    <a:pt x="104" y="52"/>
                    <a:pt x="104" y="60"/>
                  </a:cubicBezTo>
                  <a:lnTo>
                    <a:pt x="104" y="80"/>
                  </a:lnTo>
                  <a:cubicBezTo>
                    <a:pt x="99" y="87"/>
                    <a:pt x="95" y="95"/>
                    <a:pt x="91" y="104"/>
                  </a:cubicBezTo>
                  <a:cubicBezTo>
                    <a:pt x="84" y="115"/>
                    <a:pt x="75" y="122"/>
                    <a:pt x="68" y="127"/>
                  </a:cubicBezTo>
                  <a:cubicBezTo>
                    <a:pt x="48" y="139"/>
                    <a:pt x="28" y="146"/>
                    <a:pt x="1" y="155"/>
                  </a:cubicBezTo>
                  <a:lnTo>
                    <a:pt x="9" y="186"/>
                  </a:lnTo>
                  <a:cubicBezTo>
                    <a:pt x="37" y="182"/>
                    <a:pt x="64" y="175"/>
                    <a:pt x="88" y="158"/>
                  </a:cubicBezTo>
                  <a:cubicBezTo>
                    <a:pt x="99" y="146"/>
                    <a:pt x="111" y="139"/>
                    <a:pt x="119" y="127"/>
                  </a:cubicBezTo>
                  <a:cubicBezTo>
                    <a:pt x="122" y="123"/>
                    <a:pt x="125" y="118"/>
                    <a:pt x="127" y="113"/>
                  </a:cubicBezTo>
                  <a:lnTo>
                    <a:pt x="127" y="113"/>
                  </a:lnTo>
                  <a:cubicBezTo>
                    <a:pt x="127" y="114"/>
                    <a:pt x="127" y="114"/>
                    <a:pt x="127" y="115"/>
                  </a:cubicBezTo>
                  <a:cubicBezTo>
                    <a:pt x="127" y="119"/>
                    <a:pt x="131" y="119"/>
                    <a:pt x="131" y="122"/>
                  </a:cubicBezTo>
                  <a:lnTo>
                    <a:pt x="131" y="131"/>
                  </a:lnTo>
                  <a:cubicBezTo>
                    <a:pt x="143" y="151"/>
                    <a:pt x="159" y="162"/>
                    <a:pt x="179" y="170"/>
                  </a:cubicBezTo>
                  <a:cubicBezTo>
                    <a:pt x="198" y="178"/>
                    <a:pt x="217" y="182"/>
                    <a:pt x="237" y="182"/>
                  </a:cubicBezTo>
                  <a:lnTo>
                    <a:pt x="237" y="146"/>
                  </a:lnTo>
                  <a:cubicBezTo>
                    <a:pt x="222" y="146"/>
                    <a:pt x="206" y="146"/>
                    <a:pt x="194" y="139"/>
                  </a:cubicBezTo>
                  <a:cubicBezTo>
                    <a:pt x="182" y="135"/>
                    <a:pt x="170" y="127"/>
                    <a:pt x="162" y="111"/>
                  </a:cubicBezTo>
                  <a:lnTo>
                    <a:pt x="162" y="107"/>
                  </a:lnTo>
                  <a:cubicBezTo>
                    <a:pt x="159" y="95"/>
                    <a:pt x="155" y="71"/>
                    <a:pt x="155" y="56"/>
                  </a:cubicBezTo>
                  <a:cubicBezTo>
                    <a:pt x="155" y="48"/>
                    <a:pt x="159" y="40"/>
                    <a:pt x="159" y="36"/>
                  </a:cubicBezTo>
                  <a:lnTo>
                    <a:pt x="153" y="29"/>
                  </a:lnTo>
                  <a:lnTo>
                    <a:pt x="153" y="29"/>
                  </a:lnTo>
                  <a:lnTo>
                    <a:pt x="159" y="0"/>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3" name="Google Shape;1803;p44"/>
            <p:cNvSpPr/>
            <p:nvPr/>
          </p:nvSpPr>
          <p:spPr>
            <a:xfrm>
              <a:off x="3723960" y="5510140"/>
              <a:ext cx="1340426" cy="256729"/>
            </a:xfrm>
            <a:custGeom>
              <a:rect b="b" l="l" r="r" t="t"/>
              <a:pathLst>
                <a:path extrusionOk="0" h="529" w="2762">
                  <a:moveTo>
                    <a:pt x="33" y="0"/>
                  </a:moveTo>
                  <a:lnTo>
                    <a:pt x="1" y="8"/>
                  </a:lnTo>
                  <a:cubicBezTo>
                    <a:pt x="13" y="83"/>
                    <a:pt x="52" y="150"/>
                    <a:pt x="99" y="206"/>
                  </a:cubicBezTo>
                  <a:cubicBezTo>
                    <a:pt x="151" y="264"/>
                    <a:pt x="214" y="308"/>
                    <a:pt x="281" y="343"/>
                  </a:cubicBezTo>
                  <a:cubicBezTo>
                    <a:pt x="415" y="406"/>
                    <a:pt x="565" y="426"/>
                    <a:pt x="707" y="446"/>
                  </a:cubicBezTo>
                  <a:cubicBezTo>
                    <a:pt x="987" y="477"/>
                    <a:pt x="1267" y="505"/>
                    <a:pt x="1547" y="505"/>
                  </a:cubicBezTo>
                  <a:cubicBezTo>
                    <a:pt x="1704" y="505"/>
                    <a:pt x="1862" y="497"/>
                    <a:pt x="2016" y="477"/>
                  </a:cubicBezTo>
                  <a:cubicBezTo>
                    <a:pt x="2154" y="461"/>
                    <a:pt x="2292" y="438"/>
                    <a:pt x="2422" y="438"/>
                  </a:cubicBezTo>
                  <a:cubicBezTo>
                    <a:pt x="2509" y="438"/>
                    <a:pt x="2592" y="446"/>
                    <a:pt x="2670" y="474"/>
                  </a:cubicBezTo>
                  <a:cubicBezTo>
                    <a:pt x="2687" y="477"/>
                    <a:pt x="2698" y="485"/>
                    <a:pt x="2710" y="493"/>
                  </a:cubicBezTo>
                  <a:cubicBezTo>
                    <a:pt x="2714" y="497"/>
                    <a:pt x="2718" y="501"/>
                    <a:pt x="2722" y="509"/>
                  </a:cubicBezTo>
                  <a:cubicBezTo>
                    <a:pt x="2725" y="513"/>
                    <a:pt x="2725" y="517"/>
                    <a:pt x="2725" y="521"/>
                  </a:cubicBezTo>
                  <a:lnTo>
                    <a:pt x="2725" y="525"/>
                  </a:lnTo>
                  <a:lnTo>
                    <a:pt x="2761" y="528"/>
                  </a:lnTo>
                  <a:lnTo>
                    <a:pt x="2761" y="521"/>
                  </a:lnTo>
                  <a:cubicBezTo>
                    <a:pt x="2761" y="509"/>
                    <a:pt x="2758" y="497"/>
                    <a:pt x="2754" y="490"/>
                  </a:cubicBezTo>
                  <a:cubicBezTo>
                    <a:pt x="2745" y="477"/>
                    <a:pt x="2734" y="466"/>
                    <a:pt x="2722" y="458"/>
                  </a:cubicBezTo>
                  <a:cubicBezTo>
                    <a:pt x="2710" y="450"/>
                    <a:pt x="2694" y="446"/>
                    <a:pt x="2683" y="442"/>
                  </a:cubicBezTo>
                  <a:cubicBezTo>
                    <a:pt x="2599" y="410"/>
                    <a:pt x="2512" y="403"/>
                    <a:pt x="2422" y="403"/>
                  </a:cubicBezTo>
                  <a:cubicBezTo>
                    <a:pt x="2288" y="403"/>
                    <a:pt x="2146" y="426"/>
                    <a:pt x="2012" y="442"/>
                  </a:cubicBezTo>
                  <a:cubicBezTo>
                    <a:pt x="1858" y="461"/>
                    <a:pt x="1700" y="470"/>
                    <a:pt x="1547" y="470"/>
                  </a:cubicBezTo>
                  <a:cubicBezTo>
                    <a:pt x="1267" y="470"/>
                    <a:pt x="991" y="442"/>
                    <a:pt x="711" y="410"/>
                  </a:cubicBezTo>
                  <a:cubicBezTo>
                    <a:pt x="569" y="390"/>
                    <a:pt x="423" y="371"/>
                    <a:pt x="297" y="308"/>
                  </a:cubicBezTo>
                  <a:cubicBezTo>
                    <a:pt x="234" y="281"/>
                    <a:pt x="175" y="237"/>
                    <a:pt x="128" y="182"/>
                  </a:cubicBezTo>
                  <a:cubicBezTo>
                    <a:pt x="80" y="130"/>
                    <a:pt x="48" y="68"/>
                    <a:pt x="3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4" name="Google Shape;1804;p44"/>
            <p:cNvSpPr/>
            <p:nvPr/>
          </p:nvSpPr>
          <p:spPr>
            <a:xfrm>
              <a:off x="3927304" y="4960774"/>
              <a:ext cx="1033710" cy="423676"/>
            </a:xfrm>
            <a:custGeom>
              <a:rect b="b" l="l" r="r" t="t"/>
              <a:pathLst>
                <a:path extrusionOk="0" h="873" w="2130">
                  <a:moveTo>
                    <a:pt x="788" y="1"/>
                  </a:moveTo>
                  <a:cubicBezTo>
                    <a:pt x="508" y="1"/>
                    <a:pt x="233" y="84"/>
                    <a:pt x="0" y="233"/>
                  </a:cubicBezTo>
                  <a:lnTo>
                    <a:pt x="20" y="261"/>
                  </a:lnTo>
                  <a:cubicBezTo>
                    <a:pt x="244" y="115"/>
                    <a:pt x="517" y="37"/>
                    <a:pt x="788" y="37"/>
                  </a:cubicBezTo>
                  <a:cubicBezTo>
                    <a:pt x="816" y="37"/>
                    <a:pt x="848" y="37"/>
                    <a:pt x="875" y="40"/>
                  </a:cubicBezTo>
                  <a:cubicBezTo>
                    <a:pt x="1120" y="55"/>
                    <a:pt x="1360" y="139"/>
                    <a:pt x="1542" y="297"/>
                  </a:cubicBezTo>
                  <a:cubicBezTo>
                    <a:pt x="1644" y="383"/>
                    <a:pt x="1723" y="497"/>
                    <a:pt x="1809" y="600"/>
                  </a:cubicBezTo>
                  <a:cubicBezTo>
                    <a:pt x="1900" y="707"/>
                    <a:pt x="1991" y="809"/>
                    <a:pt x="2113" y="872"/>
                  </a:cubicBezTo>
                  <a:lnTo>
                    <a:pt x="2129" y="841"/>
                  </a:lnTo>
                  <a:cubicBezTo>
                    <a:pt x="2015" y="781"/>
                    <a:pt x="1924" y="683"/>
                    <a:pt x="1838" y="581"/>
                  </a:cubicBezTo>
                  <a:cubicBezTo>
                    <a:pt x="1755" y="474"/>
                    <a:pt x="1672" y="363"/>
                    <a:pt x="1565" y="268"/>
                  </a:cubicBezTo>
                  <a:cubicBezTo>
                    <a:pt x="1376" y="103"/>
                    <a:pt x="1128" y="20"/>
                    <a:pt x="879" y="4"/>
                  </a:cubicBezTo>
                  <a:cubicBezTo>
                    <a:pt x="848" y="1"/>
                    <a:pt x="816" y="1"/>
                    <a:pt x="788"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5" name="Google Shape;1805;p44"/>
            <p:cNvSpPr/>
            <p:nvPr/>
          </p:nvSpPr>
          <p:spPr>
            <a:xfrm>
              <a:off x="409807" y="6093963"/>
              <a:ext cx="1701982" cy="628476"/>
            </a:xfrm>
            <a:custGeom>
              <a:rect b="b" l="l" r="r" t="t"/>
              <a:pathLst>
                <a:path extrusionOk="0" h="1295" w="3507">
                  <a:moveTo>
                    <a:pt x="2399" y="0"/>
                  </a:moveTo>
                  <a:cubicBezTo>
                    <a:pt x="2339" y="0"/>
                    <a:pt x="2219" y="107"/>
                    <a:pt x="2161" y="138"/>
                  </a:cubicBezTo>
                  <a:cubicBezTo>
                    <a:pt x="2087" y="177"/>
                    <a:pt x="2003" y="213"/>
                    <a:pt x="1921" y="241"/>
                  </a:cubicBezTo>
                  <a:cubicBezTo>
                    <a:pt x="1759" y="295"/>
                    <a:pt x="1590" y="328"/>
                    <a:pt x="1424" y="355"/>
                  </a:cubicBezTo>
                  <a:cubicBezTo>
                    <a:pt x="1081" y="406"/>
                    <a:pt x="734" y="426"/>
                    <a:pt x="403" y="532"/>
                  </a:cubicBezTo>
                  <a:cubicBezTo>
                    <a:pt x="351" y="548"/>
                    <a:pt x="300" y="564"/>
                    <a:pt x="256" y="595"/>
                  </a:cubicBezTo>
                  <a:cubicBezTo>
                    <a:pt x="245" y="603"/>
                    <a:pt x="238" y="612"/>
                    <a:pt x="229" y="619"/>
                  </a:cubicBezTo>
                  <a:cubicBezTo>
                    <a:pt x="1" y="840"/>
                    <a:pt x="434" y="1001"/>
                    <a:pt x="592" y="1049"/>
                  </a:cubicBezTo>
                  <a:cubicBezTo>
                    <a:pt x="840" y="1124"/>
                    <a:pt x="1104" y="1132"/>
                    <a:pt x="1365" y="1140"/>
                  </a:cubicBezTo>
                  <a:cubicBezTo>
                    <a:pt x="1614" y="1147"/>
                    <a:pt x="1739" y="1179"/>
                    <a:pt x="1988" y="1218"/>
                  </a:cubicBezTo>
                  <a:cubicBezTo>
                    <a:pt x="2145" y="1245"/>
                    <a:pt x="2375" y="1295"/>
                    <a:pt x="2588" y="1295"/>
                  </a:cubicBezTo>
                  <a:cubicBezTo>
                    <a:pt x="2754" y="1295"/>
                    <a:pt x="2911" y="1264"/>
                    <a:pt x="3013" y="1167"/>
                  </a:cubicBezTo>
                  <a:cubicBezTo>
                    <a:pt x="3077" y="1108"/>
                    <a:pt x="3119" y="1037"/>
                    <a:pt x="3166" y="962"/>
                  </a:cubicBezTo>
                  <a:cubicBezTo>
                    <a:pt x="3277" y="781"/>
                    <a:pt x="3392" y="599"/>
                    <a:pt x="3506" y="418"/>
                  </a:cubicBezTo>
                  <a:cubicBezTo>
                    <a:pt x="3301" y="359"/>
                    <a:pt x="3096" y="292"/>
                    <a:pt x="2895" y="225"/>
                  </a:cubicBezTo>
                  <a:cubicBezTo>
                    <a:pt x="2793" y="190"/>
                    <a:pt x="2674" y="162"/>
                    <a:pt x="2580" y="115"/>
                  </a:cubicBezTo>
                  <a:cubicBezTo>
                    <a:pt x="2532" y="91"/>
                    <a:pt x="2453" y="4"/>
                    <a:pt x="2402" y="0"/>
                  </a:cubicBezTo>
                  <a:cubicBezTo>
                    <a:pt x="2401" y="0"/>
                    <a:pt x="2400" y="0"/>
                    <a:pt x="2399" y="0"/>
                  </a:cubicBezTo>
                  <a:close/>
                </a:path>
              </a:pathLst>
            </a:custGeom>
            <a:solidFill>
              <a:schemeClr val="accent5"/>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6" name="Google Shape;1806;p44"/>
            <p:cNvSpPr/>
            <p:nvPr/>
          </p:nvSpPr>
          <p:spPr>
            <a:xfrm>
              <a:off x="515119" y="8787897"/>
              <a:ext cx="1629186" cy="667301"/>
            </a:xfrm>
            <a:custGeom>
              <a:rect b="b" l="l" r="r" t="t"/>
              <a:pathLst>
                <a:path extrusionOk="0" h="1375" w="3357">
                  <a:moveTo>
                    <a:pt x="2260" y="1"/>
                  </a:moveTo>
                  <a:cubicBezTo>
                    <a:pt x="2053" y="152"/>
                    <a:pt x="1792" y="203"/>
                    <a:pt x="1530" y="203"/>
                  </a:cubicBezTo>
                  <a:cubicBezTo>
                    <a:pt x="1438" y="203"/>
                    <a:pt x="1345" y="196"/>
                    <a:pt x="1255" y="186"/>
                  </a:cubicBezTo>
                  <a:cubicBezTo>
                    <a:pt x="972" y="157"/>
                    <a:pt x="689" y="97"/>
                    <a:pt x="406" y="97"/>
                  </a:cubicBezTo>
                  <a:cubicBezTo>
                    <a:pt x="342" y="97"/>
                    <a:pt x="278" y="100"/>
                    <a:pt x="214" y="107"/>
                  </a:cubicBezTo>
                  <a:cubicBezTo>
                    <a:pt x="186" y="111"/>
                    <a:pt x="154" y="119"/>
                    <a:pt x="127" y="131"/>
                  </a:cubicBezTo>
                  <a:cubicBezTo>
                    <a:pt x="59" y="155"/>
                    <a:pt x="1" y="202"/>
                    <a:pt x="12" y="269"/>
                  </a:cubicBezTo>
                  <a:cubicBezTo>
                    <a:pt x="21" y="304"/>
                    <a:pt x="44" y="332"/>
                    <a:pt x="63" y="355"/>
                  </a:cubicBezTo>
                  <a:cubicBezTo>
                    <a:pt x="166" y="470"/>
                    <a:pt x="265" y="588"/>
                    <a:pt x="394" y="671"/>
                  </a:cubicBezTo>
                  <a:cubicBezTo>
                    <a:pt x="509" y="750"/>
                    <a:pt x="643" y="797"/>
                    <a:pt x="773" y="841"/>
                  </a:cubicBezTo>
                  <a:cubicBezTo>
                    <a:pt x="1097" y="955"/>
                    <a:pt x="1420" y="1070"/>
                    <a:pt x="1748" y="1183"/>
                  </a:cubicBezTo>
                  <a:cubicBezTo>
                    <a:pt x="1965" y="1259"/>
                    <a:pt x="2212" y="1375"/>
                    <a:pt x="2451" y="1375"/>
                  </a:cubicBezTo>
                  <a:cubicBezTo>
                    <a:pt x="2489" y="1375"/>
                    <a:pt x="2526" y="1372"/>
                    <a:pt x="2563" y="1365"/>
                  </a:cubicBezTo>
                  <a:cubicBezTo>
                    <a:pt x="2871" y="1306"/>
                    <a:pt x="3162" y="845"/>
                    <a:pt x="3337" y="604"/>
                  </a:cubicBezTo>
                  <a:cubicBezTo>
                    <a:pt x="3344" y="588"/>
                    <a:pt x="3356" y="573"/>
                    <a:pt x="3348" y="557"/>
                  </a:cubicBezTo>
                  <a:cubicBezTo>
                    <a:pt x="3344" y="549"/>
                    <a:pt x="3337" y="545"/>
                    <a:pt x="3328" y="541"/>
                  </a:cubicBezTo>
                  <a:cubicBezTo>
                    <a:pt x="2978" y="344"/>
                    <a:pt x="2603" y="206"/>
                    <a:pt x="2260" y="1"/>
                  </a:cubicBezTo>
                  <a:close/>
                </a:path>
              </a:pathLst>
            </a:custGeom>
            <a:solidFill>
              <a:schemeClr val="accent5"/>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7" name="Google Shape;1807;p44"/>
            <p:cNvSpPr/>
            <p:nvPr/>
          </p:nvSpPr>
          <p:spPr>
            <a:xfrm>
              <a:off x="3297377" y="1076384"/>
              <a:ext cx="689626" cy="876470"/>
            </a:xfrm>
            <a:custGeom>
              <a:rect b="b" l="l" r="r" t="t"/>
              <a:pathLst>
                <a:path extrusionOk="0" h="1806" w="1421">
                  <a:moveTo>
                    <a:pt x="1" y="0"/>
                  </a:moveTo>
                  <a:lnTo>
                    <a:pt x="221" y="1640"/>
                  </a:lnTo>
                  <a:cubicBezTo>
                    <a:pt x="233" y="1735"/>
                    <a:pt x="316" y="1806"/>
                    <a:pt x="410" y="1806"/>
                  </a:cubicBezTo>
                  <a:lnTo>
                    <a:pt x="1007" y="1806"/>
                  </a:lnTo>
                  <a:cubicBezTo>
                    <a:pt x="1105" y="1806"/>
                    <a:pt x="1184" y="1735"/>
                    <a:pt x="1200" y="1640"/>
                  </a:cubicBezTo>
                  <a:lnTo>
                    <a:pt x="1420" y="0"/>
                  </a:lnTo>
                  <a:close/>
                </a:path>
              </a:pathLst>
            </a:custGeom>
            <a:solidFill>
              <a:schemeClr val="accen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8" name="Google Shape;1808;p44"/>
            <p:cNvSpPr/>
            <p:nvPr/>
          </p:nvSpPr>
          <p:spPr>
            <a:xfrm>
              <a:off x="3747255" y="1182181"/>
              <a:ext cx="352335" cy="556651"/>
            </a:xfrm>
            <a:custGeom>
              <a:rect b="b" l="l" r="r" t="t"/>
              <a:pathLst>
                <a:path extrusionOk="0" h="1147" w="726">
                  <a:moveTo>
                    <a:pt x="414" y="1"/>
                  </a:moveTo>
                  <a:cubicBezTo>
                    <a:pt x="340" y="1"/>
                    <a:pt x="265" y="26"/>
                    <a:pt x="202" y="62"/>
                  </a:cubicBezTo>
                  <a:cubicBezTo>
                    <a:pt x="154" y="86"/>
                    <a:pt x="131" y="98"/>
                    <a:pt x="131" y="149"/>
                  </a:cubicBezTo>
                  <a:cubicBezTo>
                    <a:pt x="127" y="185"/>
                    <a:pt x="154" y="271"/>
                    <a:pt x="186" y="287"/>
                  </a:cubicBezTo>
                  <a:cubicBezTo>
                    <a:pt x="189" y="288"/>
                    <a:pt x="193" y="288"/>
                    <a:pt x="197" y="288"/>
                  </a:cubicBezTo>
                  <a:cubicBezTo>
                    <a:pt x="207" y="288"/>
                    <a:pt x="217" y="286"/>
                    <a:pt x="225" y="283"/>
                  </a:cubicBezTo>
                  <a:cubicBezTo>
                    <a:pt x="269" y="263"/>
                    <a:pt x="311" y="252"/>
                    <a:pt x="359" y="252"/>
                  </a:cubicBezTo>
                  <a:cubicBezTo>
                    <a:pt x="406" y="256"/>
                    <a:pt x="453" y="275"/>
                    <a:pt x="482" y="310"/>
                  </a:cubicBezTo>
                  <a:cubicBezTo>
                    <a:pt x="521" y="365"/>
                    <a:pt x="509" y="441"/>
                    <a:pt x="482" y="500"/>
                  </a:cubicBezTo>
                  <a:cubicBezTo>
                    <a:pt x="438" y="602"/>
                    <a:pt x="391" y="697"/>
                    <a:pt x="320" y="787"/>
                  </a:cubicBezTo>
                  <a:cubicBezTo>
                    <a:pt x="276" y="843"/>
                    <a:pt x="0" y="1056"/>
                    <a:pt x="131" y="1135"/>
                  </a:cubicBezTo>
                  <a:cubicBezTo>
                    <a:pt x="143" y="1143"/>
                    <a:pt x="158" y="1146"/>
                    <a:pt x="173" y="1146"/>
                  </a:cubicBezTo>
                  <a:cubicBezTo>
                    <a:pt x="195" y="1146"/>
                    <a:pt x="218" y="1138"/>
                    <a:pt x="237" y="1127"/>
                  </a:cubicBezTo>
                  <a:cubicBezTo>
                    <a:pt x="269" y="1107"/>
                    <a:pt x="293" y="1075"/>
                    <a:pt x="311" y="1044"/>
                  </a:cubicBezTo>
                  <a:cubicBezTo>
                    <a:pt x="371" y="969"/>
                    <a:pt x="430" y="891"/>
                    <a:pt x="486" y="811"/>
                  </a:cubicBezTo>
                  <a:cubicBezTo>
                    <a:pt x="576" y="689"/>
                    <a:pt x="666" y="559"/>
                    <a:pt x="695" y="413"/>
                  </a:cubicBezTo>
                  <a:cubicBezTo>
                    <a:pt x="726" y="267"/>
                    <a:pt x="671" y="94"/>
                    <a:pt x="540" y="30"/>
                  </a:cubicBezTo>
                  <a:cubicBezTo>
                    <a:pt x="537" y="27"/>
                    <a:pt x="537" y="27"/>
                    <a:pt x="533" y="27"/>
                  </a:cubicBezTo>
                  <a:cubicBezTo>
                    <a:pt x="495" y="8"/>
                    <a:pt x="455" y="1"/>
                    <a:pt x="414" y="1"/>
                  </a:cubicBezTo>
                  <a:close/>
                </a:path>
              </a:pathLst>
            </a:custGeom>
            <a:solidFill>
              <a:schemeClr val="accen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9" name="Google Shape;1809;p44"/>
            <p:cNvSpPr/>
            <p:nvPr/>
          </p:nvSpPr>
          <p:spPr>
            <a:xfrm>
              <a:off x="3885082" y="6321572"/>
              <a:ext cx="68914" cy="189756"/>
            </a:xfrm>
            <a:custGeom>
              <a:rect b="b" l="l" r="r" t="t"/>
              <a:pathLst>
                <a:path extrusionOk="0" h="391" w="142">
                  <a:moveTo>
                    <a:pt x="107" y="1"/>
                  </a:moveTo>
                  <a:cubicBezTo>
                    <a:pt x="87" y="130"/>
                    <a:pt x="51" y="256"/>
                    <a:pt x="0" y="374"/>
                  </a:cubicBezTo>
                  <a:lnTo>
                    <a:pt x="32" y="391"/>
                  </a:lnTo>
                  <a:cubicBezTo>
                    <a:pt x="83" y="268"/>
                    <a:pt x="122" y="138"/>
                    <a:pt x="142" y="8"/>
                  </a:cubicBezTo>
                  <a:lnTo>
                    <a:pt x="107" y="1"/>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0" name="Google Shape;1810;p44"/>
            <p:cNvSpPr/>
            <p:nvPr/>
          </p:nvSpPr>
          <p:spPr>
            <a:xfrm>
              <a:off x="3517220" y="4289596"/>
              <a:ext cx="98518" cy="237317"/>
            </a:xfrm>
            <a:custGeom>
              <a:rect b="b" l="l" r="r" t="t"/>
              <a:pathLst>
                <a:path extrusionOk="0" h="489" w="203">
                  <a:moveTo>
                    <a:pt x="170" y="0"/>
                  </a:moveTo>
                  <a:cubicBezTo>
                    <a:pt x="96" y="153"/>
                    <a:pt x="37" y="315"/>
                    <a:pt x="1" y="481"/>
                  </a:cubicBezTo>
                  <a:lnTo>
                    <a:pt x="37" y="488"/>
                  </a:lnTo>
                  <a:cubicBezTo>
                    <a:pt x="72" y="323"/>
                    <a:pt x="128" y="166"/>
                    <a:pt x="203" y="15"/>
                  </a:cubicBezTo>
                  <a:lnTo>
                    <a:pt x="170" y="0"/>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1" name="Google Shape;1811;p44"/>
            <p:cNvSpPr/>
            <p:nvPr/>
          </p:nvSpPr>
          <p:spPr>
            <a:xfrm>
              <a:off x="3507999" y="538665"/>
              <a:ext cx="183932" cy="467354"/>
            </a:xfrm>
            <a:custGeom>
              <a:rect b="b" l="l" r="r" t="t"/>
              <a:pathLst>
                <a:path extrusionOk="0" h="963" w="379">
                  <a:moveTo>
                    <a:pt x="347" y="0"/>
                  </a:moveTo>
                  <a:lnTo>
                    <a:pt x="316" y="24"/>
                  </a:lnTo>
                  <a:cubicBezTo>
                    <a:pt x="336" y="48"/>
                    <a:pt x="344" y="75"/>
                    <a:pt x="344" y="102"/>
                  </a:cubicBezTo>
                  <a:cubicBezTo>
                    <a:pt x="344" y="166"/>
                    <a:pt x="312" y="233"/>
                    <a:pt x="265" y="280"/>
                  </a:cubicBezTo>
                  <a:cubicBezTo>
                    <a:pt x="233" y="315"/>
                    <a:pt x="189" y="348"/>
                    <a:pt x="151" y="383"/>
                  </a:cubicBezTo>
                  <a:cubicBezTo>
                    <a:pt x="111" y="414"/>
                    <a:pt x="76" y="453"/>
                    <a:pt x="44" y="497"/>
                  </a:cubicBezTo>
                  <a:cubicBezTo>
                    <a:pt x="12" y="548"/>
                    <a:pt x="0" y="603"/>
                    <a:pt x="0" y="663"/>
                  </a:cubicBezTo>
                  <a:cubicBezTo>
                    <a:pt x="0" y="721"/>
                    <a:pt x="16" y="785"/>
                    <a:pt x="44" y="836"/>
                  </a:cubicBezTo>
                  <a:cubicBezTo>
                    <a:pt x="76" y="892"/>
                    <a:pt x="118" y="934"/>
                    <a:pt x="174" y="963"/>
                  </a:cubicBezTo>
                  <a:lnTo>
                    <a:pt x="189" y="930"/>
                  </a:lnTo>
                  <a:cubicBezTo>
                    <a:pt x="142" y="907"/>
                    <a:pt x="103" y="868"/>
                    <a:pt x="76" y="821"/>
                  </a:cubicBezTo>
                  <a:cubicBezTo>
                    <a:pt x="47" y="773"/>
                    <a:pt x="36" y="718"/>
                    <a:pt x="36" y="663"/>
                  </a:cubicBezTo>
                  <a:cubicBezTo>
                    <a:pt x="36" y="612"/>
                    <a:pt x="47" y="560"/>
                    <a:pt x="76" y="517"/>
                  </a:cubicBezTo>
                  <a:cubicBezTo>
                    <a:pt x="99" y="477"/>
                    <a:pt x="134" y="442"/>
                    <a:pt x="174" y="406"/>
                  </a:cubicBezTo>
                  <a:cubicBezTo>
                    <a:pt x="213" y="375"/>
                    <a:pt x="257" y="343"/>
                    <a:pt x="292" y="304"/>
                  </a:cubicBezTo>
                  <a:cubicBezTo>
                    <a:pt x="340" y="248"/>
                    <a:pt x="379" y="177"/>
                    <a:pt x="379" y="102"/>
                  </a:cubicBezTo>
                  <a:cubicBezTo>
                    <a:pt x="379" y="67"/>
                    <a:pt x="371" y="31"/>
                    <a:pt x="347"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2" name="Google Shape;1812;p44"/>
            <p:cNvSpPr/>
            <p:nvPr/>
          </p:nvSpPr>
          <p:spPr>
            <a:xfrm>
              <a:off x="3684165" y="307174"/>
              <a:ext cx="163064" cy="509090"/>
            </a:xfrm>
            <a:custGeom>
              <a:rect b="b" l="l" r="r" t="t"/>
              <a:pathLst>
                <a:path extrusionOk="0" h="1049" w="336">
                  <a:moveTo>
                    <a:pt x="79" y="0"/>
                  </a:moveTo>
                  <a:lnTo>
                    <a:pt x="79" y="55"/>
                  </a:lnTo>
                  <a:cubicBezTo>
                    <a:pt x="79" y="209"/>
                    <a:pt x="130" y="359"/>
                    <a:pt x="225" y="481"/>
                  </a:cubicBezTo>
                  <a:cubicBezTo>
                    <a:pt x="241" y="501"/>
                    <a:pt x="261" y="525"/>
                    <a:pt x="272" y="544"/>
                  </a:cubicBezTo>
                  <a:cubicBezTo>
                    <a:pt x="288" y="564"/>
                    <a:pt x="296" y="588"/>
                    <a:pt x="300" y="607"/>
                  </a:cubicBezTo>
                  <a:lnTo>
                    <a:pt x="300" y="619"/>
                  </a:lnTo>
                  <a:cubicBezTo>
                    <a:pt x="300" y="639"/>
                    <a:pt x="296" y="654"/>
                    <a:pt x="288" y="674"/>
                  </a:cubicBezTo>
                  <a:cubicBezTo>
                    <a:pt x="281" y="694"/>
                    <a:pt x="268" y="710"/>
                    <a:pt x="257" y="730"/>
                  </a:cubicBezTo>
                  <a:cubicBezTo>
                    <a:pt x="186" y="840"/>
                    <a:pt x="99" y="938"/>
                    <a:pt x="0" y="1025"/>
                  </a:cubicBezTo>
                  <a:lnTo>
                    <a:pt x="20" y="1049"/>
                  </a:lnTo>
                  <a:cubicBezTo>
                    <a:pt x="126" y="966"/>
                    <a:pt x="217" y="863"/>
                    <a:pt x="288" y="749"/>
                  </a:cubicBezTo>
                  <a:cubicBezTo>
                    <a:pt x="300" y="730"/>
                    <a:pt x="312" y="710"/>
                    <a:pt x="319" y="686"/>
                  </a:cubicBezTo>
                  <a:cubicBezTo>
                    <a:pt x="328" y="666"/>
                    <a:pt x="335" y="643"/>
                    <a:pt x="335" y="619"/>
                  </a:cubicBezTo>
                  <a:lnTo>
                    <a:pt x="335" y="607"/>
                  </a:lnTo>
                  <a:cubicBezTo>
                    <a:pt x="332" y="576"/>
                    <a:pt x="319" y="548"/>
                    <a:pt x="304" y="525"/>
                  </a:cubicBezTo>
                  <a:cubicBezTo>
                    <a:pt x="288" y="501"/>
                    <a:pt x="268" y="481"/>
                    <a:pt x="252" y="457"/>
                  </a:cubicBezTo>
                  <a:cubicBezTo>
                    <a:pt x="162" y="347"/>
                    <a:pt x="115" y="201"/>
                    <a:pt x="115" y="55"/>
                  </a:cubicBezTo>
                  <a:lnTo>
                    <a:pt x="115" y="4"/>
                  </a:lnTo>
                  <a:lnTo>
                    <a:pt x="79" y="0"/>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3" name="Google Shape;1813;p44"/>
            <p:cNvSpPr/>
            <p:nvPr/>
          </p:nvSpPr>
          <p:spPr>
            <a:xfrm>
              <a:off x="3804521" y="833246"/>
              <a:ext cx="55811" cy="76679"/>
            </a:xfrm>
            <a:custGeom>
              <a:rect b="b" l="l" r="r" t="t"/>
              <a:pathLst>
                <a:path extrusionOk="0" h="158" w="115">
                  <a:moveTo>
                    <a:pt x="84" y="1"/>
                  </a:moveTo>
                  <a:cubicBezTo>
                    <a:pt x="56" y="48"/>
                    <a:pt x="28" y="95"/>
                    <a:pt x="0" y="143"/>
                  </a:cubicBezTo>
                  <a:lnTo>
                    <a:pt x="33" y="158"/>
                  </a:lnTo>
                  <a:cubicBezTo>
                    <a:pt x="60" y="111"/>
                    <a:pt x="87" y="67"/>
                    <a:pt x="115" y="20"/>
                  </a:cubicBezTo>
                  <a:lnTo>
                    <a:pt x="84" y="1"/>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4" name="Google Shape;1814;p44"/>
            <p:cNvSpPr/>
            <p:nvPr/>
          </p:nvSpPr>
          <p:spPr>
            <a:xfrm>
              <a:off x="3163432" y="3023918"/>
              <a:ext cx="465412" cy="169373"/>
            </a:xfrm>
            <a:custGeom>
              <a:rect b="b" l="l" r="r" t="t"/>
              <a:pathLst>
                <a:path extrusionOk="0" h="349" w="959">
                  <a:moveTo>
                    <a:pt x="943" y="1"/>
                  </a:moveTo>
                  <a:cubicBezTo>
                    <a:pt x="639" y="135"/>
                    <a:pt x="324" y="242"/>
                    <a:pt x="0" y="317"/>
                  </a:cubicBezTo>
                  <a:lnTo>
                    <a:pt x="9" y="348"/>
                  </a:lnTo>
                  <a:cubicBezTo>
                    <a:pt x="336" y="277"/>
                    <a:pt x="651" y="171"/>
                    <a:pt x="959" y="33"/>
                  </a:cubicBezTo>
                  <a:lnTo>
                    <a:pt x="943" y="1"/>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5" name="Google Shape;1815;p44"/>
            <p:cNvSpPr/>
            <p:nvPr/>
          </p:nvSpPr>
          <p:spPr>
            <a:xfrm>
              <a:off x="7440432" y="5377652"/>
              <a:ext cx="197521" cy="81047"/>
            </a:xfrm>
            <a:custGeom>
              <a:rect b="b" l="l" r="r" t="t"/>
              <a:pathLst>
                <a:path extrusionOk="0" h="167" w="407">
                  <a:moveTo>
                    <a:pt x="395" y="1"/>
                  </a:moveTo>
                  <a:cubicBezTo>
                    <a:pt x="265" y="44"/>
                    <a:pt x="135" y="88"/>
                    <a:pt x="1" y="131"/>
                  </a:cubicBezTo>
                  <a:lnTo>
                    <a:pt x="12" y="166"/>
                  </a:lnTo>
                  <a:cubicBezTo>
                    <a:pt x="143" y="124"/>
                    <a:pt x="277" y="80"/>
                    <a:pt x="407" y="37"/>
                  </a:cubicBezTo>
                  <a:lnTo>
                    <a:pt x="395" y="1"/>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6" name="Google Shape;1816;p44"/>
            <p:cNvSpPr/>
            <p:nvPr/>
          </p:nvSpPr>
          <p:spPr>
            <a:xfrm>
              <a:off x="8190715" y="5565465"/>
              <a:ext cx="38825" cy="155299"/>
            </a:xfrm>
            <a:custGeom>
              <a:rect b="b" l="l" r="r" t="t"/>
              <a:pathLst>
                <a:path extrusionOk="0" h="320" w="80">
                  <a:moveTo>
                    <a:pt x="44" y="1"/>
                  </a:moveTo>
                  <a:cubicBezTo>
                    <a:pt x="27" y="103"/>
                    <a:pt x="12" y="210"/>
                    <a:pt x="0" y="316"/>
                  </a:cubicBezTo>
                  <a:lnTo>
                    <a:pt x="32" y="320"/>
                  </a:lnTo>
                  <a:cubicBezTo>
                    <a:pt x="47" y="214"/>
                    <a:pt x="63" y="111"/>
                    <a:pt x="80" y="5"/>
                  </a:cubicBezTo>
                  <a:lnTo>
                    <a:pt x="44" y="1"/>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7" name="Google Shape;1817;p44"/>
            <p:cNvSpPr/>
            <p:nvPr/>
          </p:nvSpPr>
          <p:spPr>
            <a:xfrm>
              <a:off x="6582897" y="7088841"/>
              <a:ext cx="25236" cy="321761"/>
            </a:xfrm>
            <a:custGeom>
              <a:rect b="b" l="l" r="r" t="t"/>
              <a:pathLst>
                <a:path extrusionOk="0" h="663" w="52">
                  <a:moveTo>
                    <a:pt x="17" y="0"/>
                  </a:moveTo>
                  <a:cubicBezTo>
                    <a:pt x="1" y="170"/>
                    <a:pt x="13" y="327"/>
                    <a:pt x="5" y="493"/>
                  </a:cubicBezTo>
                  <a:cubicBezTo>
                    <a:pt x="1" y="509"/>
                    <a:pt x="1" y="529"/>
                    <a:pt x="1" y="544"/>
                  </a:cubicBezTo>
                  <a:cubicBezTo>
                    <a:pt x="1" y="584"/>
                    <a:pt x="5" y="624"/>
                    <a:pt x="17" y="662"/>
                  </a:cubicBezTo>
                  <a:lnTo>
                    <a:pt x="52" y="651"/>
                  </a:lnTo>
                  <a:cubicBezTo>
                    <a:pt x="41" y="620"/>
                    <a:pt x="37" y="584"/>
                    <a:pt x="37" y="544"/>
                  </a:cubicBezTo>
                  <a:cubicBezTo>
                    <a:pt x="37" y="529"/>
                    <a:pt x="37" y="513"/>
                    <a:pt x="41" y="493"/>
                  </a:cubicBezTo>
                  <a:cubicBezTo>
                    <a:pt x="44" y="327"/>
                    <a:pt x="37" y="170"/>
                    <a:pt x="52" y="5"/>
                  </a:cubicBezTo>
                  <a:lnTo>
                    <a:pt x="17" y="0"/>
                  </a:lnTo>
                  <a:close/>
                </a:path>
              </a:pathLst>
            </a:custGeom>
            <a:solidFill>
              <a:srgbClr val="0D0029"/>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8" name="Google Shape;1818;p44"/>
            <p:cNvSpPr/>
            <p:nvPr/>
          </p:nvSpPr>
          <p:spPr>
            <a:xfrm>
              <a:off x="6656178" y="7084958"/>
              <a:ext cx="69399" cy="337290"/>
            </a:xfrm>
            <a:custGeom>
              <a:rect b="b" l="l" r="r" t="t"/>
              <a:pathLst>
                <a:path extrusionOk="0" h="695" w="143">
                  <a:moveTo>
                    <a:pt x="106" y="0"/>
                  </a:moveTo>
                  <a:cubicBezTo>
                    <a:pt x="90" y="174"/>
                    <a:pt x="39" y="517"/>
                    <a:pt x="0" y="687"/>
                  </a:cubicBezTo>
                  <a:lnTo>
                    <a:pt x="35" y="694"/>
                  </a:lnTo>
                  <a:cubicBezTo>
                    <a:pt x="75" y="521"/>
                    <a:pt x="126" y="178"/>
                    <a:pt x="142" y="4"/>
                  </a:cubicBezTo>
                  <a:lnTo>
                    <a:pt x="106" y="0"/>
                  </a:lnTo>
                  <a:close/>
                </a:path>
              </a:pathLst>
            </a:custGeom>
            <a:solidFill>
              <a:srgbClr val="0D0029"/>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9" name="Google Shape;1819;p44"/>
            <p:cNvSpPr/>
            <p:nvPr/>
          </p:nvSpPr>
          <p:spPr>
            <a:xfrm>
              <a:off x="6772651" y="7100003"/>
              <a:ext cx="81047" cy="281965"/>
            </a:xfrm>
            <a:custGeom>
              <a:rect b="b" l="l" r="r" t="t"/>
              <a:pathLst>
                <a:path extrusionOk="0" h="581" w="167">
                  <a:moveTo>
                    <a:pt x="130" y="1"/>
                  </a:moveTo>
                  <a:cubicBezTo>
                    <a:pt x="115" y="198"/>
                    <a:pt x="91" y="395"/>
                    <a:pt x="1" y="565"/>
                  </a:cubicBezTo>
                  <a:lnTo>
                    <a:pt x="32" y="581"/>
                  </a:lnTo>
                  <a:cubicBezTo>
                    <a:pt x="127" y="408"/>
                    <a:pt x="150" y="202"/>
                    <a:pt x="166" y="5"/>
                  </a:cubicBezTo>
                  <a:lnTo>
                    <a:pt x="130" y="1"/>
                  </a:lnTo>
                  <a:close/>
                </a:path>
              </a:pathLst>
            </a:custGeom>
            <a:solidFill>
              <a:srgbClr val="0D0029"/>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0" name="Google Shape;1820;p44"/>
            <p:cNvSpPr/>
            <p:nvPr/>
          </p:nvSpPr>
          <p:spPr>
            <a:xfrm>
              <a:off x="6483894" y="6884042"/>
              <a:ext cx="55325" cy="120842"/>
            </a:xfrm>
            <a:custGeom>
              <a:rect b="b" l="l" r="r" t="t"/>
              <a:pathLst>
                <a:path extrusionOk="0" h="249" w="114">
                  <a:moveTo>
                    <a:pt x="79" y="1"/>
                  </a:moveTo>
                  <a:cubicBezTo>
                    <a:pt x="51" y="79"/>
                    <a:pt x="24" y="158"/>
                    <a:pt x="0" y="237"/>
                  </a:cubicBezTo>
                  <a:lnTo>
                    <a:pt x="35" y="249"/>
                  </a:lnTo>
                  <a:cubicBezTo>
                    <a:pt x="59" y="170"/>
                    <a:pt x="87" y="91"/>
                    <a:pt x="114" y="12"/>
                  </a:cubicBezTo>
                  <a:lnTo>
                    <a:pt x="79" y="1"/>
                  </a:lnTo>
                  <a:close/>
                </a:path>
              </a:pathLst>
            </a:custGeom>
            <a:solidFill>
              <a:srgbClr val="0D0029"/>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1" name="Google Shape;1821;p44"/>
            <p:cNvSpPr/>
            <p:nvPr/>
          </p:nvSpPr>
          <p:spPr>
            <a:xfrm>
              <a:off x="5398502" y="2076612"/>
              <a:ext cx="513476" cy="244966"/>
            </a:xfrm>
            <a:custGeom>
              <a:rect b="b" l="l" r="r" t="t"/>
              <a:pathLst>
                <a:path extrusionOk="0" h="677" w="1419">
                  <a:moveTo>
                    <a:pt x="99" y="0"/>
                  </a:moveTo>
                  <a:lnTo>
                    <a:pt x="99" y="0"/>
                  </a:lnTo>
                  <a:cubicBezTo>
                    <a:pt x="0" y="304"/>
                    <a:pt x="297" y="652"/>
                    <a:pt x="675" y="675"/>
                  </a:cubicBezTo>
                  <a:cubicBezTo>
                    <a:pt x="692" y="676"/>
                    <a:pt x="708" y="677"/>
                    <a:pt x="724" y="677"/>
                  </a:cubicBezTo>
                  <a:cubicBezTo>
                    <a:pt x="1088" y="677"/>
                    <a:pt x="1419" y="389"/>
                    <a:pt x="1385" y="88"/>
                  </a:cubicBezTo>
                  <a:lnTo>
                    <a:pt x="99" y="0"/>
                  </a:lnTo>
                  <a:close/>
                </a:path>
              </a:pathLst>
            </a:custGeom>
            <a:solidFill>
              <a:schemeClr val="accent6"/>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2" name="Google Shape;1822;p44"/>
            <p:cNvSpPr/>
            <p:nvPr/>
          </p:nvSpPr>
          <p:spPr>
            <a:xfrm>
              <a:off x="5666950" y="3052500"/>
              <a:ext cx="1134775" cy="1434825"/>
            </a:xfrm>
            <a:custGeom>
              <a:rect b="b" l="l" r="r" t="t"/>
              <a:pathLst>
                <a:path extrusionOk="0" h="57393" w="45391">
                  <a:moveTo>
                    <a:pt x="40562" y="57393"/>
                  </a:moveTo>
                  <a:lnTo>
                    <a:pt x="45391" y="54496"/>
                  </a:lnTo>
                  <a:lnTo>
                    <a:pt x="38354" y="16832"/>
                  </a:lnTo>
                  <a:lnTo>
                    <a:pt x="17659" y="16556"/>
                  </a:lnTo>
                  <a:lnTo>
                    <a:pt x="14624" y="0"/>
                  </a:lnTo>
                  <a:lnTo>
                    <a:pt x="4967" y="4277"/>
                  </a:lnTo>
                  <a:lnTo>
                    <a:pt x="0" y="12141"/>
                  </a:lnTo>
                  <a:lnTo>
                    <a:pt x="1931" y="34491"/>
                  </a:lnTo>
                  <a:lnTo>
                    <a:pt x="9933" y="44425"/>
                  </a:lnTo>
                  <a:lnTo>
                    <a:pt x="29249" y="52013"/>
                  </a:lnTo>
                  <a:close/>
                </a:path>
              </a:pathLst>
            </a:custGeom>
            <a:solidFill>
              <a:schemeClr val="accent3"/>
            </a:solidFill>
            <a:ln>
              <a:noFill/>
            </a:ln>
          </p:spPr>
        </p:sp>
        <p:sp>
          <p:nvSpPr>
            <p:cNvPr id="1823" name="Google Shape;1823;p44"/>
            <p:cNvSpPr/>
            <p:nvPr/>
          </p:nvSpPr>
          <p:spPr>
            <a:xfrm>
              <a:off x="5423501" y="2989461"/>
              <a:ext cx="584313" cy="165491"/>
            </a:xfrm>
            <a:custGeom>
              <a:rect b="b" l="l" r="r" t="t"/>
              <a:pathLst>
                <a:path extrusionOk="0" h="341" w="1204">
                  <a:moveTo>
                    <a:pt x="32" y="1"/>
                  </a:moveTo>
                  <a:lnTo>
                    <a:pt x="0" y="17"/>
                  </a:lnTo>
                  <a:cubicBezTo>
                    <a:pt x="40" y="104"/>
                    <a:pt x="107" y="171"/>
                    <a:pt x="186" y="219"/>
                  </a:cubicBezTo>
                  <a:cubicBezTo>
                    <a:pt x="269" y="270"/>
                    <a:pt x="359" y="301"/>
                    <a:pt x="450" y="321"/>
                  </a:cubicBezTo>
                  <a:cubicBezTo>
                    <a:pt x="521" y="332"/>
                    <a:pt x="588" y="341"/>
                    <a:pt x="659" y="341"/>
                  </a:cubicBezTo>
                  <a:cubicBezTo>
                    <a:pt x="848" y="341"/>
                    <a:pt x="1037" y="293"/>
                    <a:pt x="1203" y="199"/>
                  </a:cubicBezTo>
                  <a:lnTo>
                    <a:pt x="1187" y="166"/>
                  </a:lnTo>
                  <a:cubicBezTo>
                    <a:pt x="1026" y="257"/>
                    <a:pt x="844" y="305"/>
                    <a:pt x="659" y="305"/>
                  </a:cubicBezTo>
                  <a:cubicBezTo>
                    <a:pt x="592" y="305"/>
                    <a:pt x="525" y="297"/>
                    <a:pt x="458" y="285"/>
                  </a:cubicBezTo>
                  <a:cubicBezTo>
                    <a:pt x="367" y="270"/>
                    <a:pt x="280" y="237"/>
                    <a:pt x="206" y="190"/>
                  </a:cubicBezTo>
                  <a:cubicBezTo>
                    <a:pt x="131" y="143"/>
                    <a:pt x="67" y="80"/>
                    <a:pt x="3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4" name="Google Shape;1824;p44"/>
            <p:cNvSpPr/>
            <p:nvPr/>
          </p:nvSpPr>
          <p:spPr>
            <a:xfrm>
              <a:off x="6696614" y="4170210"/>
              <a:ext cx="39310" cy="333893"/>
            </a:xfrm>
            <a:custGeom>
              <a:rect b="b" l="l" r="r" t="t"/>
              <a:pathLst>
                <a:path extrusionOk="0" h="688" w="81">
                  <a:moveTo>
                    <a:pt x="37" y="1"/>
                  </a:moveTo>
                  <a:lnTo>
                    <a:pt x="1" y="5"/>
                  </a:lnTo>
                  <a:cubicBezTo>
                    <a:pt x="24" y="230"/>
                    <a:pt x="40" y="459"/>
                    <a:pt x="44" y="687"/>
                  </a:cubicBezTo>
                  <a:lnTo>
                    <a:pt x="80" y="687"/>
                  </a:lnTo>
                  <a:cubicBezTo>
                    <a:pt x="75" y="459"/>
                    <a:pt x="60" y="230"/>
                    <a:pt x="37"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25" name="Google Shape;1825;p44"/>
          <p:cNvSpPr/>
          <p:nvPr/>
        </p:nvSpPr>
        <p:spPr>
          <a:xfrm rot="-878897">
            <a:off x="8014048" y="5098155"/>
            <a:ext cx="556807" cy="759411"/>
          </a:xfrm>
          <a:custGeom>
            <a:rect b="b" l="l" r="r" t="t"/>
            <a:pathLst>
              <a:path extrusionOk="0" h="1608" w="1179">
                <a:moveTo>
                  <a:pt x="939" y="0"/>
                </a:moveTo>
                <a:cubicBezTo>
                  <a:pt x="765" y="0"/>
                  <a:pt x="608" y="336"/>
                  <a:pt x="591" y="469"/>
                </a:cubicBezTo>
                <a:cubicBezTo>
                  <a:pt x="591" y="354"/>
                  <a:pt x="536" y="243"/>
                  <a:pt x="453" y="172"/>
                </a:cubicBezTo>
                <a:cubicBezTo>
                  <a:pt x="401" y="127"/>
                  <a:pt x="336" y="98"/>
                  <a:pt x="270" y="98"/>
                </a:cubicBezTo>
                <a:cubicBezTo>
                  <a:pt x="251" y="98"/>
                  <a:pt x="232" y="101"/>
                  <a:pt x="213" y="106"/>
                </a:cubicBezTo>
                <a:cubicBezTo>
                  <a:pt x="86" y="141"/>
                  <a:pt x="31" y="287"/>
                  <a:pt x="19" y="414"/>
                </a:cubicBezTo>
                <a:cubicBezTo>
                  <a:pt x="0" y="642"/>
                  <a:pt x="55" y="902"/>
                  <a:pt x="153" y="1111"/>
                </a:cubicBezTo>
                <a:cubicBezTo>
                  <a:pt x="228" y="1280"/>
                  <a:pt x="279" y="1450"/>
                  <a:pt x="386" y="1608"/>
                </a:cubicBezTo>
                <a:cubicBezTo>
                  <a:pt x="643" y="1360"/>
                  <a:pt x="856" y="1071"/>
                  <a:pt x="1017" y="756"/>
                </a:cubicBezTo>
                <a:cubicBezTo>
                  <a:pt x="1103" y="579"/>
                  <a:pt x="1178" y="381"/>
                  <a:pt x="1127" y="192"/>
                </a:cubicBezTo>
                <a:cubicBezTo>
                  <a:pt x="1107" y="121"/>
                  <a:pt x="1072" y="54"/>
                  <a:pt x="1009" y="19"/>
                </a:cubicBezTo>
                <a:cubicBezTo>
                  <a:pt x="985" y="6"/>
                  <a:pt x="962" y="0"/>
                  <a:pt x="939" y="0"/>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26" name="Google Shape;1826;p44"/>
          <p:cNvGrpSpPr/>
          <p:nvPr/>
        </p:nvGrpSpPr>
        <p:grpSpPr>
          <a:xfrm rot="1656481">
            <a:off x="2618707" y="3502813"/>
            <a:ext cx="1114343" cy="919477"/>
            <a:chOff x="-3339327" y="8358061"/>
            <a:chExt cx="1458370" cy="1203344"/>
          </a:xfrm>
        </p:grpSpPr>
        <p:sp>
          <p:nvSpPr>
            <p:cNvPr id="1827" name="Google Shape;1827;p44"/>
            <p:cNvSpPr/>
            <p:nvPr/>
          </p:nvSpPr>
          <p:spPr>
            <a:xfrm>
              <a:off x="-3339327" y="8358061"/>
              <a:ext cx="1458370" cy="1203344"/>
            </a:xfrm>
            <a:custGeom>
              <a:rect b="b" l="l" r="r" t="t"/>
              <a:pathLst>
                <a:path extrusionOk="0" h="2548" w="3088">
                  <a:moveTo>
                    <a:pt x="3087" y="0"/>
                  </a:moveTo>
                  <a:lnTo>
                    <a:pt x="3087" y="0"/>
                  </a:lnTo>
                  <a:cubicBezTo>
                    <a:pt x="2749" y="63"/>
                    <a:pt x="2414" y="137"/>
                    <a:pt x="2078" y="204"/>
                  </a:cubicBezTo>
                  <a:cubicBezTo>
                    <a:pt x="1964" y="228"/>
                    <a:pt x="1850" y="256"/>
                    <a:pt x="1735" y="284"/>
                  </a:cubicBezTo>
                  <a:cubicBezTo>
                    <a:pt x="1388" y="363"/>
                    <a:pt x="1049" y="461"/>
                    <a:pt x="705" y="563"/>
                  </a:cubicBezTo>
                  <a:cubicBezTo>
                    <a:pt x="536" y="615"/>
                    <a:pt x="367" y="666"/>
                    <a:pt x="197" y="721"/>
                  </a:cubicBezTo>
                  <a:cubicBezTo>
                    <a:pt x="150" y="733"/>
                    <a:pt x="43" y="745"/>
                    <a:pt x="19" y="796"/>
                  </a:cubicBezTo>
                  <a:cubicBezTo>
                    <a:pt x="0" y="852"/>
                    <a:pt x="55" y="887"/>
                    <a:pt x="90" y="914"/>
                  </a:cubicBezTo>
                  <a:cubicBezTo>
                    <a:pt x="852" y="1443"/>
                    <a:pt x="1624" y="1959"/>
                    <a:pt x="2394" y="2476"/>
                  </a:cubicBezTo>
                  <a:cubicBezTo>
                    <a:pt x="2444" y="2512"/>
                    <a:pt x="2500" y="2548"/>
                    <a:pt x="2561" y="2548"/>
                  </a:cubicBezTo>
                  <a:cubicBezTo>
                    <a:pt x="2567" y="2548"/>
                    <a:pt x="2573" y="2547"/>
                    <a:pt x="2579" y="2547"/>
                  </a:cubicBezTo>
                  <a:cubicBezTo>
                    <a:pt x="2591" y="2547"/>
                    <a:pt x="2607" y="2543"/>
                    <a:pt x="2610" y="2532"/>
                  </a:cubicBezTo>
                  <a:cubicBezTo>
                    <a:pt x="2618" y="2519"/>
                    <a:pt x="2614" y="2503"/>
                    <a:pt x="2610" y="2492"/>
                  </a:cubicBezTo>
                  <a:cubicBezTo>
                    <a:pt x="2594" y="2441"/>
                    <a:pt x="2579" y="2390"/>
                    <a:pt x="2563" y="2338"/>
                  </a:cubicBezTo>
                  <a:cubicBezTo>
                    <a:pt x="2480" y="2070"/>
                    <a:pt x="2398" y="1802"/>
                    <a:pt x="2310" y="1533"/>
                  </a:cubicBezTo>
                  <a:cubicBezTo>
                    <a:pt x="2303" y="1506"/>
                    <a:pt x="2295" y="1478"/>
                    <a:pt x="2295" y="1451"/>
                  </a:cubicBezTo>
                  <a:cubicBezTo>
                    <a:pt x="2291" y="1427"/>
                    <a:pt x="2291" y="1403"/>
                    <a:pt x="2291" y="1380"/>
                  </a:cubicBezTo>
                  <a:cubicBezTo>
                    <a:pt x="2299" y="1210"/>
                    <a:pt x="2307" y="1041"/>
                    <a:pt x="2314" y="871"/>
                  </a:cubicBezTo>
                  <a:cubicBezTo>
                    <a:pt x="2319" y="843"/>
                    <a:pt x="2319" y="812"/>
                    <a:pt x="2330" y="785"/>
                  </a:cubicBezTo>
                  <a:cubicBezTo>
                    <a:pt x="2343" y="752"/>
                    <a:pt x="2370" y="725"/>
                    <a:pt x="2398" y="701"/>
                  </a:cubicBezTo>
                  <a:cubicBezTo>
                    <a:pt x="2574" y="532"/>
                    <a:pt x="2752" y="363"/>
                    <a:pt x="2929" y="193"/>
                  </a:cubicBezTo>
                  <a:cubicBezTo>
                    <a:pt x="2989" y="133"/>
                    <a:pt x="3052" y="75"/>
                    <a:pt x="3087" y="0"/>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8" name="Google Shape;1828;p44"/>
            <p:cNvSpPr/>
            <p:nvPr/>
          </p:nvSpPr>
          <p:spPr>
            <a:xfrm>
              <a:off x="-3279821" y="8711319"/>
              <a:ext cx="1041355" cy="322088"/>
            </a:xfrm>
            <a:custGeom>
              <a:rect b="b" l="l" r="r" t="t"/>
              <a:pathLst>
                <a:path extrusionOk="0" h="682" w="2205">
                  <a:moveTo>
                    <a:pt x="2039" y="1"/>
                  </a:moveTo>
                  <a:cubicBezTo>
                    <a:pt x="1937" y="1"/>
                    <a:pt x="1833" y="24"/>
                    <a:pt x="1731" y="24"/>
                  </a:cubicBezTo>
                  <a:cubicBezTo>
                    <a:pt x="1715" y="28"/>
                    <a:pt x="1700" y="28"/>
                    <a:pt x="1684" y="28"/>
                  </a:cubicBezTo>
                  <a:cubicBezTo>
                    <a:pt x="1534" y="28"/>
                    <a:pt x="1389" y="40"/>
                    <a:pt x="1238" y="44"/>
                  </a:cubicBezTo>
                  <a:cubicBezTo>
                    <a:pt x="828" y="56"/>
                    <a:pt x="419" y="60"/>
                    <a:pt x="8" y="68"/>
                  </a:cubicBezTo>
                  <a:cubicBezTo>
                    <a:pt x="0" y="84"/>
                    <a:pt x="24" y="95"/>
                    <a:pt x="44" y="99"/>
                  </a:cubicBezTo>
                  <a:cubicBezTo>
                    <a:pt x="450" y="162"/>
                    <a:pt x="840" y="317"/>
                    <a:pt x="1234" y="439"/>
                  </a:cubicBezTo>
                  <a:cubicBezTo>
                    <a:pt x="1455" y="510"/>
                    <a:pt x="1676" y="565"/>
                    <a:pt x="1901" y="624"/>
                  </a:cubicBezTo>
                  <a:cubicBezTo>
                    <a:pt x="1940" y="632"/>
                    <a:pt x="1984" y="643"/>
                    <a:pt x="2027" y="655"/>
                  </a:cubicBezTo>
                  <a:cubicBezTo>
                    <a:pt x="2047" y="659"/>
                    <a:pt x="2093" y="682"/>
                    <a:pt x="2120" y="682"/>
                  </a:cubicBezTo>
                  <a:cubicBezTo>
                    <a:pt x="2125" y="682"/>
                    <a:pt x="2130" y="681"/>
                    <a:pt x="2133" y="679"/>
                  </a:cubicBezTo>
                  <a:cubicBezTo>
                    <a:pt x="2184" y="663"/>
                    <a:pt x="2157" y="537"/>
                    <a:pt x="2157" y="497"/>
                  </a:cubicBezTo>
                  <a:cubicBezTo>
                    <a:pt x="2157" y="336"/>
                    <a:pt x="2165" y="175"/>
                    <a:pt x="2204" y="17"/>
                  </a:cubicBezTo>
                  <a:cubicBezTo>
                    <a:pt x="2181" y="17"/>
                    <a:pt x="2153" y="17"/>
                    <a:pt x="2126" y="13"/>
                  </a:cubicBezTo>
                  <a:cubicBezTo>
                    <a:pt x="2098" y="9"/>
                    <a:pt x="2066" y="4"/>
                    <a:pt x="2039" y="1"/>
                  </a:cubicBezTo>
                  <a:close/>
                </a:path>
              </a:pathLst>
            </a:custGeom>
            <a:solidFill>
              <a:schemeClr val="accent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29" name="Google Shape;1829;p44"/>
          <p:cNvGrpSpPr/>
          <p:nvPr/>
        </p:nvGrpSpPr>
        <p:grpSpPr>
          <a:xfrm>
            <a:off x="7111290" y="7084067"/>
            <a:ext cx="1313927" cy="1559841"/>
            <a:chOff x="-2411274" y="3718723"/>
            <a:chExt cx="1125419" cy="1336052"/>
          </a:xfrm>
        </p:grpSpPr>
        <p:sp>
          <p:nvSpPr>
            <p:cNvPr id="1830" name="Google Shape;1830;p44"/>
            <p:cNvSpPr/>
            <p:nvPr/>
          </p:nvSpPr>
          <p:spPr>
            <a:xfrm>
              <a:off x="-2187891" y="4281669"/>
              <a:ext cx="400957" cy="305559"/>
            </a:xfrm>
            <a:custGeom>
              <a:rect b="b" l="l" r="r" t="t"/>
              <a:pathLst>
                <a:path extrusionOk="0" h="647" w="849">
                  <a:moveTo>
                    <a:pt x="734" y="0"/>
                  </a:moveTo>
                  <a:cubicBezTo>
                    <a:pt x="723" y="8"/>
                    <a:pt x="707" y="20"/>
                    <a:pt x="695" y="28"/>
                  </a:cubicBezTo>
                  <a:cubicBezTo>
                    <a:pt x="474" y="182"/>
                    <a:pt x="242" y="315"/>
                    <a:pt x="1" y="433"/>
                  </a:cubicBezTo>
                  <a:cubicBezTo>
                    <a:pt x="17" y="504"/>
                    <a:pt x="37" y="575"/>
                    <a:pt x="60" y="646"/>
                  </a:cubicBezTo>
                  <a:cubicBezTo>
                    <a:pt x="202" y="575"/>
                    <a:pt x="344" y="501"/>
                    <a:pt x="482" y="418"/>
                  </a:cubicBezTo>
                  <a:cubicBezTo>
                    <a:pt x="608" y="347"/>
                    <a:pt x="730" y="268"/>
                    <a:pt x="849" y="186"/>
                  </a:cubicBezTo>
                  <a:cubicBezTo>
                    <a:pt x="814" y="122"/>
                    <a:pt x="774" y="59"/>
                    <a:pt x="734"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1" name="Google Shape;1831;p44"/>
            <p:cNvSpPr/>
            <p:nvPr/>
          </p:nvSpPr>
          <p:spPr>
            <a:xfrm>
              <a:off x="-2411274" y="3989334"/>
              <a:ext cx="1125419" cy="1065441"/>
            </a:xfrm>
            <a:custGeom>
              <a:rect b="b" l="l" r="r" t="t"/>
              <a:pathLst>
                <a:path extrusionOk="0" h="2256" w="2383">
                  <a:moveTo>
                    <a:pt x="198" y="0"/>
                  </a:moveTo>
                  <a:cubicBezTo>
                    <a:pt x="178" y="0"/>
                    <a:pt x="20" y="1881"/>
                    <a:pt x="13" y="1960"/>
                  </a:cubicBezTo>
                  <a:cubicBezTo>
                    <a:pt x="9" y="1984"/>
                    <a:pt x="0" y="2003"/>
                    <a:pt x="24" y="2007"/>
                  </a:cubicBezTo>
                  <a:cubicBezTo>
                    <a:pt x="837" y="2102"/>
                    <a:pt x="1436" y="2173"/>
                    <a:pt x="2098" y="2255"/>
                  </a:cubicBezTo>
                  <a:cubicBezTo>
                    <a:pt x="2101" y="2256"/>
                    <a:pt x="2103" y="2256"/>
                    <a:pt x="2105" y="2256"/>
                  </a:cubicBezTo>
                  <a:cubicBezTo>
                    <a:pt x="2142" y="2256"/>
                    <a:pt x="2177" y="2226"/>
                    <a:pt x="2177" y="2188"/>
                  </a:cubicBezTo>
                  <a:cubicBezTo>
                    <a:pt x="2193" y="1818"/>
                    <a:pt x="2382" y="260"/>
                    <a:pt x="2371" y="260"/>
                  </a:cubicBezTo>
                  <a:lnTo>
                    <a:pt x="198" y="0"/>
                  </a:lnTo>
                  <a:cubicBezTo>
                    <a:pt x="198" y="0"/>
                    <a:pt x="198" y="0"/>
                    <a:pt x="198" y="0"/>
                  </a:cubicBezTo>
                  <a:close/>
                </a:path>
              </a:pathLst>
            </a:cu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2" name="Google Shape;1832;p44"/>
            <p:cNvSpPr/>
            <p:nvPr/>
          </p:nvSpPr>
          <p:spPr>
            <a:xfrm>
              <a:off x="-2319159" y="4549453"/>
              <a:ext cx="191269" cy="191742"/>
            </a:xfrm>
            <a:custGeom>
              <a:rect b="b" l="l" r="r" t="t"/>
              <a:pathLst>
                <a:path extrusionOk="0" h="406" w="405">
                  <a:moveTo>
                    <a:pt x="199" y="0"/>
                  </a:moveTo>
                  <a:cubicBezTo>
                    <a:pt x="160" y="0"/>
                    <a:pt x="119" y="13"/>
                    <a:pt x="84" y="39"/>
                  </a:cubicBezTo>
                  <a:cubicBezTo>
                    <a:pt x="40" y="71"/>
                    <a:pt x="17" y="122"/>
                    <a:pt x="13" y="177"/>
                  </a:cubicBezTo>
                  <a:cubicBezTo>
                    <a:pt x="5" y="200"/>
                    <a:pt x="1" y="229"/>
                    <a:pt x="5" y="256"/>
                  </a:cubicBezTo>
                  <a:cubicBezTo>
                    <a:pt x="13" y="331"/>
                    <a:pt x="68" y="386"/>
                    <a:pt x="139" y="402"/>
                  </a:cubicBezTo>
                  <a:cubicBezTo>
                    <a:pt x="151" y="404"/>
                    <a:pt x="162" y="406"/>
                    <a:pt x="174" y="406"/>
                  </a:cubicBezTo>
                  <a:cubicBezTo>
                    <a:pt x="301" y="406"/>
                    <a:pt x="405" y="257"/>
                    <a:pt x="375" y="138"/>
                  </a:cubicBezTo>
                  <a:cubicBezTo>
                    <a:pt x="355" y="51"/>
                    <a:pt x="279" y="0"/>
                    <a:pt x="19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3" name="Google Shape;1833;p44"/>
            <p:cNvSpPr/>
            <p:nvPr/>
          </p:nvSpPr>
          <p:spPr>
            <a:xfrm>
              <a:off x="-1979147" y="4497497"/>
              <a:ext cx="212994" cy="185130"/>
            </a:xfrm>
            <a:custGeom>
              <a:rect b="b" l="l" r="r" t="t"/>
              <a:pathLst>
                <a:path extrusionOk="0" h="392" w="451">
                  <a:moveTo>
                    <a:pt x="177" y="1"/>
                  </a:moveTo>
                  <a:cubicBezTo>
                    <a:pt x="152" y="1"/>
                    <a:pt x="128" y="8"/>
                    <a:pt x="107" y="24"/>
                  </a:cubicBezTo>
                  <a:cubicBezTo>
                    <a:pt x="37" y="87"/>
                    <a:pt x="1" y="186"/>
                    <a:pt x="44" y="276"/>
                  </a:cubicBezTo>
                  <a:cubicBezTo>
                    <a:pt x="76" y="349"/>
                    <a:pt x="144" y="392"/>
                    <a:pt x="218" y="392"/>
                  </a:cubicBezTo>
                  <a:cubicBezTo>
                    <a:pt x="244" y="392"/>
                    <a:pt x="271" y="386"/>
                    <a:pt x="297" y="375"/>
                  </a:cubicBezTo>
                  <a:cubicBezTo>
                    <a:pt x="403" y="331"/>
                    <a:pt x="450" y="202"/>
                    <a:pt x="383" y="107"/>
                  </a:cubicBezTo>
                  <a:cubicBezTo>
                    <a:pt x="355" y="67"/>
                    <a:pt x="316" y="40"/>
                    <a:pt x="273" y="28"/>
                  </a:cubicBezTo>
                  <a:cubicBezTo>
                    <a:pt x="261" y="24"/>
                    <a:pt x="253" y="20"/>
                    <a:pt x="241" y="16"/>
                  </a:cubicBezTo>
                  <a:cubicBezTo>
                    <a:pt x="222" y="7"/>
                    <a:pt x="200" y="1"/>
                    <a:pt x="17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4" name="Google Shape;1834;p44"/>
            <p:cNvSpPr/>
            <p:nvPr/>
          </p:nvSpPr>
          <p:spPr>
            <a:xfrm>
              <a:off x="-2249286" y="4217913"/>
              <a:ext cx="194103" cy="188436"/>
            </a:xfrm>
            <a:custGeom>
              <a:rect b="b" l="l" r="r" t="t"/>
              <a:pathLst>
                <a:path extrusionOk="0" h="399" w="411">
                  <a:moveTo>
                    <a:pt x="200" y="0"/>
                  </a:moveTo>
                  <a:cubicBezTo>
                    <a:pt x="195" y="0"/>
                    <a:pt x="191" y="0"/>
                    <a:pt x="186" y="1"/>
                  </a:cubicBezTo>
                  <a:cubicBezTo>
                    <a:pt x="135" y="4"/>
                    <a:pt x="88" y="33"/>
                    <a:pt x="52" y="68"/>
                  </a:cubicBezTo>
                  <a:cubicBezTo>
                    <a:pt x="12" y="111"/>
                    <a:pt x="1" y="163"/>
                    <a:pt x="1" y="217"/>
                  </a:cubicBezTo>
                  <a:cubicBezTo>
                    <a:pt x="1" y="226"/>
                    <a:pt x="1" y="237"/>
                    <a:pt x="5" y="246"/>
                  </a:cubicBezTo>
                  <a:cubicBezTo>
                    <a:pt x="5" y="253"/>
                    <a:pt x="9" y="261"/>
                    <a:pt x="12" y="269"/>
                  </a:cubicBezTo>
                  <a:cubicBezTo>
                    <a:pt x="41" y="346"/>
                    <a:pt x="118" y="398"/>
                    <a:pt x="201" y="398"/>
                  </a:cubicBezTo>
                  <a:cubicBezTo>
                    <a:pt x="212" y="398"/>
                    <a:pt x="223" y="397"/>
                    <a:pt x="234" y="395"/>
                  </a:cubicBezTo>
                  <a:cubicBezTo>
                    <a:pt x="336" y="379"/>
                    <a:pt x="411" y="285"/>
                    <a:pt x="396" y="179"/>
                  </a:cubicBezTo>
                  <a:cubicBezTo>
                    <a:pt x="384" y="80"/>
                    <a:pt x="300" y="0"/>
                    <a:pt x="20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5" name="Google Shape;1835;p44"/>
            <p:cNvSpPr/>
            <p:nvPr/>
          </p:nvSpPr>
          <p:spPr>
            <a:xfrm>
              <a:off x="-1721055" y="4796900"/>
              <a:ext cx="194103" cy="191742"/>
            </a:xfrm>
            <a:custGeom>
              <a:rect b="b" l="l" r="r" t="t"/>
              <a:pathLst>
                <a:path extrusionOk="0" h="406" w="411">
                  <a:moveTo>
                    <a:pt x="191" y="0"/>
                  </a:moveTo>
                  <a:cubicBezTo>
                    <a:pt x="153" y="0"/>
                    <a:pt x="115" y="12"/>
                    <a:pt x="83" y="37"/>
                  </a:cubicBezTo>
                  <a:cubicBezTo>
                    <a:pt x="43" y="69"/>
                    <a:pt x="20" y="111"/>
                    <a:pt x="8" y="159"/>
                  </a:cubicBezTo>
                  <a:cubicBezTo>
                    <a:pt x="1" y="198"/>
                    <a:pt x="8" y="234"/>
                    <a:pt x="24" y="269"/>
                  </a:cubicBezTo>
                  <a:cubicBezTo>
                    <a:pt x="28" y="337"/>
                    <a:pt x="72" y="384"/>
                    <a:pt x="134" y="400"/>
                  </a:cubicBezTo>
                  <a:cubicBezTo>
                    <a:pt x="149" y="403"/>
                    <a:pt x="164" y="405"/>
                    <a:pt x="179" y="405"/>
                  </a:cubicBezTo>
                  <a:cubicBezTo>
                    <a:pt x="245" y="405"/>
                    <a:pt x="311" y="372"/>
                    <a:pt x="347" y="320"/>
                  </a:cubicBezTo>
                  <a:cubicBezTo>
                    <a:pt x="410" y="238"/>
                    <a:pt x="398" y="131"/>
                    <a:pt x="332" y="60"/>
                  </a:cubicBezTo>
                  <a:cubicBezTo>
                    <a:pt x="295" y="22"/>
                    <a:pt x="243" y="0"/>
                    <a:pt x="19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6" name="Google Shape;1836;p44"/>
            <p:cNvSpPr/>
            <p:nvPr/>
          </p:nvSpPr>
          <p:spPr>
            <a:xfrm>
              <a:off x="-1593302" y="4497024"/>
              <a:ext cx="201659" cy="170489"/>
            </a:xfrm>
            <a:custGeom>
              <a:rect b="b" l="l" r="r" t="t"/>
              <a:pathLst>
                <a:path extrusionOk="0" h="361" w="427">
                  <a:moveTo>
                    <a:pt x="205" y="0"/>
                  </a:moveTo>
                  <a:cubicBezTo>
                    <a:pt x="200" y="0"/>
                    <a:pt x="195" y="1"/>
                    <a:pt x="190" y="1"/>
                  </a:cubicBezTo>
                  <a:cubicBezTo>
                    <a:pt x="166" y="1"/>
                    <a:pt x="146" y="10"/>
                    <a:pt x="126" y="17"/>
                  </a:cubicBezTo>
                  <a:cubicBezTo>
                    <a:pt x="90" y="25"/>
                    <a:pt x="55" y="52"/>
                    <a:pt x="35" y="92"/>
                  </a:cubicBezTo>
                  <a:cubicBezTo>
                    <a:pt x="0" y="171"/>
                    <a:pt x="24" y="270"/>
                    <a:pt x="95" y="325"/>
                  </a:cubicBezTo>
                  <a:cubicBezTo>
                    <a:pt x="128" y="348"/>
                    <a:pt x="167" y="360"/>
                    <a:pt x="206" y="360"/>
                  </a:cubicBezTo>
                  <a:cubicBezTo>
                    <a:pt x="264" y="360"/>
                    <a:pt x="321" y="335"/>
                    <a:pt x="359" y="285"/>
                  </a:cubicBezTo>
                  <a:cubicBezTo>
                    <a:pt x="426" y="203"/>
                    <a:pt x="398" y="84"/>
                    <a:pt x="308" y="29"/>
                  </a:cubicBezTo>
                  <a:cubicBezTo>
                    <a:pt x="276" y="12"/>
                    <a:pt x="242" y="0"/>
                    <a:pt x="20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7" name="Google Shape;1837;p44"/>
            <p:cNvSpPr/>
            <p:nvPr/>
          </p:nvSpPr>
          <p:spPr>
            <a:xfrm>
              <a:off x="-2215754" y="4725770"/>
              <a:ext cx="260693" cy="219606"/>
            </a:xfrm>
            <a:custGeom>
              <a:rect b="b" l="l" r="r" t="t"/>
              <a:pathLst>
                <a:path extrusionOk="0" h="465" w="552">
                  <a:moveTo>
                    <a:pt x="359" y="1"/>
                  </a:moveTo>
                  <a:cubicBezTo>
                    <a:pt x="339" y="1"/>
                    <a:pt x="317" y="5"/>
                    <a:pt x="296" y="13"/>
                  </a:cubicBezTo>
                  <a:cubicBezTo>
                    <a:pt x="193" y="53"/>
                    <a:pt x="99" y="144"/>
                    <a:pt x="39" y="235"/>
                  </a:cubicBezTo>
                  <a:cubicBezTo>
                    <a:pt x="0" y="293"/>
                    <a:pt x="0" y="373"/>
                    <a:pt x="59" y="420"/>
                  </a:cubicBezTo>
                  <a:cubicBezTo>
                    <a:pt x="59" y="424"/>
                    <a:pt x="63" y="424"/>
                    <a:pt x="67" y="424"/>
                  </a:cubicBezTo>
                  <a:cubicBezTo>
                    <a:pt x="67" y="428"/>
                    <a:pt x="71" y="432"/>
                    <a:pt x="75" y="435"/>
                  </a:cubicBezTo>
                  <a:cubicBezTo>
                    <a:pt x="102" y="457"/>
                    <a:pt x="132" y="465"/>
                    <a:pt x="162" y="465"/>
                  </a:cubicBezTo>
                  <a:cubicBezTo>
                    <a:pt x="198" y="465"/>
                    <a:pt x="236" y="454"/>
                    <a:pt x="272" y="444"/>
                  </a:cubicBezTo>
                  <a:cubicBezTo>
                    <a:pt x="383" y="416"/>
                    <a:pt x="497" y="345"/>
                    <a:pt x="525" y="226"/>
                  </a:cubicBezTo>
                  <a:cubicBezTo>
                    <a:pt x="551" y="114"/>
                    <a:pt x="469" y="1"/>
                    <a:pt x="35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8" name="Google Shape;1838;p44"/>
            <p:cNvSpPr/>
            <p:nvPr/>
          </p:nvSpPr>
          <p:spPr>
            <a:xfrm>
              <a:off x="-1731677" y="4208467"/>
              <a:ext cx="203548" cy="211577"/>
            </a:xfrm>
            <a:custGeom>
              <a:rect b="b" l="l" r="r" t="t"/>
              <a:pathLst>
                <a:path extrusionOk="0" h="448" w="431">
                  <a:moveTo>
                    <a:pt x="232" y="0"/>
                  </a:moveTo>
                  <a:cubicBezTo>
                    <a:pt x="138" y="0"/>
                    <a:pt x="69" y="77"/>
                    <a:pt x="24" y="159"/>
                  </a:cubicBezTo>
                  <a:cubicBezTo>
                    <a:pt x="13" y="183"/>
                    <a:pt x="9" y="210"/>
                    <a:pt x="17" y="237"/>
                  </a:cubicBezTo>
                  <a:cubicBezTo>
                    <a:pt x="1" y="324"/>
                    <a:pt x="24" y="412"/>
                    <a:pt x="119" y="439"/>
                  </a:cubicBezTo>
                  <a:cubicBezTo>
                    <a:pt x="138" y="445"/>
                    <a:pt x="157" y="447"/>
                    <a:pt x="174" y="447"/>
                  </a:cubicBezTo>
                  <a:cubicBezTo>
                    <a:pt x="267" y="447"/>
                    <a:pt x="341" y="376"/>
                    <a:pt x="388" y="297"/>
                  </a:cubicBezTo>
                  <a:cubicBezTo>
                    <a:pt x="419" y="242"/>
                    <a:pt x="430" y="179"/>
                    <a:pt x="412" y="119"/>
                  </a:cubicBezTo>
                  <a:cubicBezTo>
                    <a:pt x="395" y="57"/>
                    <a:pt x="336" y="17"/>
                    <a:pt x="277" y="6"/>
                  </a:cubicBezTo>
                  <a:cubicBezTo>
                    <a:pt x="262" y="2"/>
                    <a:pt x="247" y="0"/>
                    <a:pt x="2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9" name="Google Shape;1839;p44"/>
            <p:cNvSpPr/>
            <p:nvPr/>
          </p:nvSpPr>
          <p:spPr>
            <a:xfrm>
              <a:off x="-1955061" y="4048840"/>
              <a:ext cx="209216" cy="959180"/>
            </a:xfrm>
            <a:custGeom>
              <a:rect b="b" l="l" r="r" t="t"/>
              <a:pathLst>
                <a:path extrusionOk="0" h="2031" w="443">
                  <a:moveTo>
                    <a:pt x="241" y="0"/>
                  </a:moveTo>
                  <a:lnTo>
                    <a:pt x="1" y="2003"/>
                  </a:lnTo>
                  <a:lnTo>
                    <a:pt x="202" y="2031"/>
                  </a:lnTo>
                  <a:lnTo>
                    <a:pt x="443" y="24"/>
                  </a:lnTo>
                  <a:lnTo>
                    <a:pt x="241" y="0"/>
                  </a:ln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0" name="Google Shape;1840;p44"/>
            <p:cNvSpPr/>
            <p:nvPr/>
          </p:nvSpPr>
          <p:spPr>
            <a:xfrm>
              <a:off x="-2127912" y="3718723"/>
              <a:ext cx="357981" cy="438267"/>
            </a:xfrm>
            <a:custGeom>
              <a:rect b="b" l="l" r="r" t="t"/>
              <a:pathLst>
                <a:path extrusionOk="0" h="928" w="758">
                  <a:moveTo>
                    <a:pt x="251" y="0"/>
                  </a:moveTo>
                  <a:cubicBezTo>
                    <a:pt x="155" y="0"/>
                    <a:pt x="70" y="77"/>
                    <a:pt x="35" y="198"/>
                  </a:cubicBezTo>
                  <a:cubicBezTo>
                    <a:pt x="12" y="285"/>
                    <a:pt x="0" y="380"/>
                    <a:pt x="0" y="470"/>
                  </a:cubicBezTo>
                  <a:cubicBezTo>
                    <a:pt x="4" y="557"/>
                    <a:pt x="12" y="652"/>
                    <a:pt x="44" y="735"/>
                  </a:cubicBezTo>
                  <a:cubicBezTo>
                    <a:pt x="68" y="814"/>
                    <a:pt x="115" y="885"/>
                    <a:pt x="197" y="912"/>
                  </a:cubicBezTo>
                  <a:cubicBezTo>
                    <a:pt x="226" y="923"/>
                    <a:pt x="256" y="928"/>
                    <a:pt x="287" y="928"/>
                  </a:cubicBezTo>
                  <a:cubicBezTo>
                    <a:pt x="355" y="928"/>
                    <a:pt x="424" y="904"/>
                    <a:pt x="481" y="877"/>
                  </a:cubicBezTo>
                  <a:cubicBezTo>
                    <a:pt x="556" y="841"/>
                    <a:pt x="623" y="794"/>
                    <a:pt x="683" y="735"/>
                  </a:cubicBezTo>
                  <a:cubicBezTo>
                    <a:pt x="688" y="736"/>
                    <a:pt x="693" y="737"/>
                    <a:pt x="698" y="737"/>
                  </a:cubicBezTo>
                  <a:cubicBezTo>
                    <a:pt x="724" y="737"/>
                    <a:pt x="748" y="721"/>
                    <a:pt x="745" y="691"/>
                  </a:cubicBezTo>
                  <a:cubicBezTo>
                    <a:pt x="754" y="679"/>
                    <a:pt x="757" y="664"/>
                    <a:pt x="757" y="652"/>
                  </a:cubicBezTo>
                  <a:cubicBezTo>
                    <a:pt x="757" y="628"/>
                    <a:pt x="749" y="604"/>
                    <a:pt x="738" y="585"/>
                  </a:cubicBezTo>
                  <a:cubicBezTo>
                    <a:pt x="730" y="565"/>
                    <a:pt x="718" y="541"/>
                    <a:pt x="710" y="522"/>
                  </a:cubicBezTo>
                  <a:cubicBezTo>
                    <a:pt x="635" y="372"/>
                    <a:pt x="541" y="222"/>
                    <a:pt x="430" y="96"/>
                  </a:cubicBezTo>
                  <a:cubicBezTo>
                    <a:pt x="373" y="30"/>
                    <a:pt x="310" y="0"/>
                    <a:pt x="251" y="0"/>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1" name="Google Shape;1841;p44"/>
            <p:cNvSpPr/>
            <p:nvPr/>
          </p:nvSpPr>
          <p:spPr>
            <a:xfrm>
              <a:off x="-1808658" y="3795703"/>
              <a:ext cx="367898" cy="333895"/>
            </a:xfrm>
            <a:custGeom>
              <a:rect b="b" l="l" r="r" t="t"/>
              <a:pathLst>
                <a:path extrusionOk="0" h="707" w="779">
                  <a:moveTo>
                    <a:pt x="592" y="0"/>
                  </a:moveTo>
                  <a:cubicBezTo>
                    <a:pt x="559" y="0"/>
                    <a:pt x="526" y="8"/>
                    <a:pt x="495" y="19"/>
                  </a:cubicBezTo>
                  <a:cubicBezTo>
                    <a:pt x="428" y="47"/>
                    <a:pt x="365" y="87"/>
                    <a:pt x="314" y="134"/>
                  </a:cubicBezTo>
                  <a:cubicBezTo>
                    <a:pt x="191" y="236"/>
                    <a:pt x="101" y="370"/>
                    <a:pt x="14" y="505"/>
                  </a:cubicBezTo>
                  <a:cubicBezTo>
                    <a:pt x="0" y="527"/>
                    <a:pt x="24" y="549"/>
                    <a:pt x="45" y="549"/>
                  </a:cubicBezTo>
                  <a:cubicBezTo>
                    <a:pt x="55" y="549"/>
                    <a:pt x="63" y="545"/>
                    <a:pt x="69" y="536"/>
                  </a:cubicBezTo>
                  <a:cubicBezTo>
                    <a:pt x="69" y="532"/>
                    <a:pt x="73" y="528"/>
                    <a:pt x="73" y="528"/>
                  </a:cubicBezTo>
                  <a:cubicBezTo>
                    <a:pt x="187" y="611"/>
                    <a:pt x="314" y="702"/>
                    <a:pt x="460" y="705"/>
                  </a:cubicBezTo>
                  <a:cubicBezTo>
                    <a:pt x="466" y="706"/>
                    <a:pt x="472" y="706"/>
                    <a:pt x="478" y="706"/>
                  </a:cubicBezTo>
                  <a:cubicBezTo>
                    <a:pt x="508" y="706"/>
                    <a:pt x="541" y="699"/>
                    <a:pt x="570" y="686"/>
                  </a:cubicBezTo>
                  <a:cubicBezTo>
                    <a:pt x="602" y="670"/>
                    <a:pt x="626" y="647"/>
                    <a:pt x="646" y="619"/>
                  </a:cubicBezTo>
                  <a:cubicBezTo>
                    <a:pt x="693" y="560"/>
                    <a:pt x="724" y="489"/>
                    <a:pt x="744" y="418"/>
                  </a:cubicBezTo>
                  <a:cubicBezTo>
                    <a:pt x="768" y="351"/>
                    <a:pt x="779" y="272"/>
                    <a:pt x="771" y="201"/>
                  </a:cubicBezTo>
                  <a:cubicBezTo>
                    <a:pt x="768" y="138"/>
                    <a:pt x="748" y="70"/>
                    <a:pt x="693" y="32"/>
                  </a:cubicBezTo>
                  <a:cubicBezTo>
                    <a:pt x="662" y="9"/>
                    <a:pt x="627" y="0"/>
                    <a:pt x="592" y="0"/>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2" name="Google Shape;1842;p44"/>
            <p:cNvSpPr/>
            <p:nvPr/>
          </p:nvSpPr>
          <p:spPr>
            <a:xfrm>
              <a:off x="-2044320" y="3953441"/>
              <a:ext cx="648427" cy="459046"/>
            </a:xfrm>
            <a:custGeom>
              <a:rect b="b" l="l" r="r" t="t"/>
              <a:pathLst>
                <a:path extrusionOk="0" h="972" w="1373">
                  <a:moveTo>
                    <a:pt x="578" y="1"/>
                  </a:moveTo>
                  <a:cubicBezTo>
                    <a:pt x="560" y="1"/>
                    <a:pt x="543" y="7"/>
                    <a:pt x="525" y="17"/>
                  </a:cubicBezTo>
                  <a:cubicBezTo>
                    <a:pt x="458" y="44"/>
                    <a:pt x="411" y="104"/>
                    <a:pt x="406" y="175"/>
                  </a:cubicBezTo>
                  <a:cubicBezTo>
                    <a:pt x="403" y="210"/>
                    <a:pt x="411" y="242"/>
                    <a:pt x="430" y="273"/>
                  </a:cubicBezTo>
                  <a:cubicBezTo>
                    <a:pt x="442" y="285"/>
                    <a:pt x="375" y="411"/>
                    <a:pt x="364" y="431"/>
                  </a:cubicBezTo>
                  <a:cubicBezTo>
                    <a:pt x="293" y="584"/>
                    <a:pt x="135" y="715"/>
                    <a:pt x="0" y="817"/>
                  </a:cubicBezTo>
                  <a:cubicBezTo>
                    <a:pt x="37" y="827"/>
                    <a:pt x="74" y="836"/>
                    <a:pt x="115" y="836"/>
                  </a:cubicBezTo>
                  <a:cubicBezTo>
                    <a:pt x="126" y="836"/>
                    <a:pt x="138" y="835"/>
                    <a:pt x="151" y="833"/>
                  </a:cubicBezTo>
                  <a:cubicBezTo>
                    <a:pt x="151" y="833"/>
                    <a:pt x="151" y="833"/>
                    <a:pt x="151" y="833"/>
                  </a:cubicBezTo>
                  <a:cubicBezTo>
                    <a:pt x="155" y="833"/>
                    <a:pt x="158" y="959"/>
                    <a:pt x="158" y="971"/>
                  </a:cubicBezTo>
                  <a:cubicBezTo>
                    <a:pt x="304" y="912"/>
                    <a:pt x="379" y="711"/>
                    <a:pt x="442" y="577"/>
                  </a:cubicBezTo>
                  <a:cubicBezTo>
                    <a:pt x="473" y="514"/>
                    <a:pt x="501" y="443"/>
                    <a:pt x="524" y="376"/>
                  </a:cubicBezTo>
                  <a:lnTo>
                    <a:pt x="524" y="376"/>
                  </a:lnTo>
                  <a:cubicBezTo>
                    <a:pt x="519" y="395"/>
                    <a:pt x="577" y="490"/>
                    <a:pt x="588" y="506"/>
                  </a:cubicBezTo>
                  <a:cubicBezTo>
                    <a:pt x="616" y="557"/>
                    <a:pt x="651" y="604"/>
                    <a:pt x="690" y="648"/>
                  </a:cubicBezTo>
                  <a:cubicBezTo>
                    <a:pt x="771" y="726"/>
                    <a:pt x="887" y="768"/>
                    <a:pt x="1001" y="768"/>
                  </a:cubicBezTo>
                  <a:cubicBezTo>
                    <a:pt x="1015" y="768"/>
                    <a:pt x="1028" y="767"/>
                    <a:pt x="1041" y="766"/>
                  </a:cubicBezTo>
                  <a:cubicBezTo>
                    <a:pt x="1187" y="754"/>
                    <a:pt x="1286" y="679"/>
                    <a:pt x="1373" y="573"/>
                  </a:cubicBezTo>
                  <a:cubicBezTo>
                    <a:pt x="1365" y="573"/>
                    <a:pt x="1338" y="577"/>
                    <a:pt x="1305" y="581"/>
                  </a:cubicBezTo>
                  <a:cubicBezTo>
                    <a:pt x="1286" y="582"/>
                    <a:pt x="1264" y="584"/>
                    <a:pt x="1248" y="584"/>
                  </a:cubicBezTo>
                  <a:cubicBezTo>
                    <a:pt x="1232" y="584"/>
                    <a:pt x="1221" y="582"/>
                    <a:pt x="1223" y="577"/>
                  </a:cubicBezTo>
                  <a:cubicBezTo>
                    <a:pt x="1234" y="541"/>
                    <a:pt x="1254" y="502"/>
                    <a:pt x="1270" y="466"/>
                  </a:cubicBezTo>
                  <a:cubicBezTo>
                    <a:pt x="1278" y="446"/>
                    <a:pt x="1286" y="427"/>
                    <a:pt x="1278" y="411"/>
                  </a:cubicBezTo>
                  <a:lnTo>
                    <a:pt x="1278" y="411"/>
                  </a:lnTo>
                  <a:cubicBezTo>
                    <a:pt x="1215" y="451"/>
                    <a:pt x="1152" y="493"/>
                    <a:pt x="1081" y="526"/>
                  </a:cubicBezTo>
                  <a:cubicBezTo>
                    <a:pt x="1041" y="546"/>
                    <a:pt x="990" y="561"/>
                    <a:pt x="947" y="561"/>
                  </a:cubicBezTo>
                  <a:cubicBezTo>
                    <a:pt x="868" y="561"/>
                    <a:pt x="781" y="526"/>
                    <a:pt x="730" y="470"/>
                  </a:cubicBezTo>
                  <a:cubicBezTo>
                    <a:pt x="714" y="451"/>
                    <a:pt x="600" y="273"/>
                    <a:pt x="619" y="257"/>
                  </a:cubicBezTo>
                  <a:cubicBezTo>
                    <a:pt x="699" y="202"/>
                    <a:pt x="703" y="84"/>
                    <a:pt x="628" y="20"/>
                  </a:cubicBezTo>
                  <a:cubicBezTo>
                    <a:pt x="612" y="7"/>
                    <a:pt x="595" y="1"/>
                    <a:pt x="578" y="1"/>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3" name="Google Shape;1843;p44"/>
            <p:cNvSpPr/>
            <p:nvPr/>
          </p:nvSpPr>
          <p:spPr>
            <a:xfrm>
              <a:off x="-1845022" y="4071037"/>
              <a:ext cx="95871" cy="32114"/>
            </a:xfrm>
            <a:custGeom>
              <a:rect b="b" l="l" r="r" t="t"/>
              <a:pathLst>
                <a:path extrusionOk="0" h="68" w="203">
                  <a:moveTo>
                    <a:pt x="176" y="0"/>
                  </a:moveTo>
                  <a:cubicBezTo>
                    <a:pt x="172" y="0"/>
                    <a:pt x="169" y="1"/>
                    <a:pt x="166" y="4"/>
                  </a:cubicBezTo>
                  <a:cubicBezTo>
                    <a:pt x="142" y="16"/>
                    <a:pt x="119" y="24"/>
                    <a:pt x="91" y="24"/>
                  </a:cubicBezTo>
                  <a:cubicBezTo>
                    <a:pt x="71" y="24"/>
                    <a:pt x="52" y="20"/>
                    <a:pt x="36" y="13"/>
                  </a:cubicBezTo>
                  <a:cubicBezTo>
                    <a:pt x="33" y="11"/>
                    <a:pt x="30" y="11"/>
                    <a:pt x="27" y="11"/>
                  </a:cubicBezTo>
                  <a:cubicBezTo>
                    <a:pt x="19" y="11"/>
                    <a:pt x="12" y="16"/>
                    <a:pt x="8" y="24"/>
                  </a:cubicBezTo>
                  <a:cubicBezTo>
                    <a:pt x="0" y="36"/>
                    <a:pt x="8" y="48"/>
                    <a:pt x="17" y="51"/>
                  </a:cubicBezTo>
                  <a:cubicBezTo>
                    <a:pt x="40" y="64"/>
                    <a:pt x="68" y="68"/>
                    <a:pt x="91" y="68"/>
                  </a:cubicBezTo>
                  <a:cubicBezTo>
                    <a:pt x="126" y="68"/>
                    <a:pt x="158" y="60"/>
                    <a:pt x="190" y="40"/>
                  </a:cubicBezTo>
                  <a:cubicBezTo>
                    <a:pt x="197" y="36"/>
                    <a:pt x="202" y="20"/>
                    <a:pt x="194" y="13"/>
                  </a:cubicBezTo>
                  <a:cubicBezTo>
                    <a:pt x="191" y="5"/>
                    <a:pt x="183" y="0"/>
                    <a:pt x="176"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4" name="Google Shape;1844;p44"/>
            <p:cNvSpPr/>
            <p:nvPr/>
          </p:nvSpPr>
          <p:spPr>
            <a:xfrm>
              <a:off x="-1733094" y="3919910"/>
              <a:ext cx="154905" cy="87370"/>
            </a:xfrm>
            <a:custGeom>
              <a:rect b="b" l="l" r="r" t="t"/>
              <a:pathLst>
                <a:path extrusionOk="0" h="185" w="328">
                  <a:moveTo>
                    <a:pt x="303" y="0"/>
                  </a:moveTo>
                  <a:cubicBezTo>
                    <a:pt x="301" y="0"/>
                    <a:pt x="298" y="1"/>
                    <a:pt x="296" y="1"/>
                  </a:cubicBezTo>
                  <a:cubicBezTo>
                    <a:pt x="197" y="36"/>
                    <a:pt x="98" y="84"/>
                    <a:pt x="12" y="143"/>
                  </a:cubicBezTo>
                  <a:cubicBezTo>
                    <a:pt x="0" y="151"/>
                    <a:pt x="0" y="162"/>
                    <a:pt x="4" y="175"/>
                  </a:cubicBezTo>
                  <a:cubicBezTo>
                    <a:pt x="9" y="182"/>
                    <a:pt x="17" y="184"/>
                    <a:pt x="25" y="184"/>
                  </a:cubicBezTo>
                  <a:cubicBezTo>
                    <a:pt x="29" y="184"/>
                    <a:pt x="33" y="184"/>
                    <a:pt x="36" y="182"/>
                  </a:cubicBezTo>
                  <a:cubicBezTo>
                    <a:pt x="122" y="123"/>
                    <a:pt x="213" y="80"/>
                    <a:pt x="311" y="44"/>
                  </a:cubicBezTo>
                  <a:cubicBezTo>
                    <a:pt x="324" y="40"/>
                    <a:pt x="327" y="29"/>
                    <a:pt x="324" y="17"/>
                  </a:cubicBezTo>
                  <a:cubicBezTo>
                    <a:pt x="321" y="7"/>
                    <a:pt x="312" y="0"/>
                    <a:pt x="30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5" name="Google Shape;1845;p44"/>
            <p:cNvSpPr/>
            <p:nvPr/>
          </p:nvSpPr>
          <p:spPr>
            <a:xfrm>
              <a:off x="-1729788" y="4012475"/>
              <a:ext cx="118067" cy="36837"/>
            </a:xfrm>
            <a:custGeom>
              <a:rect b="b" l="l" r="r" t="t"/>
              <a:pathLst>
                <a:path extrusionOk="0" h="78" w="250">
                  <a:moveTo>
                    <a:pt x="23" y="0"/>
                  </a:moveTo>
                  <a:cubicBezTo>
                    <a:pt x="18" y="0"/>
                    <a:pt x="13" y="2"/>
                    <a:pt x="9" y="6"/>
                  </a:cubicBezTo>
                  <a:cubicBezTo>
                    <a:pt x="1" y="18"/>
                    <a:pt x="1" y="30"/>
                    <a:pt x="13" y="37"/>
                  </a:cubicBezTo>
                  <a:cubicBezTo>
                    <a:pt x="20" y="46"/>
                    <a:pt x="33" y="50"/>
                    <a:pt x="44" y="53"/>
                  </a:cubicBezTo>
                  <a:cubicBezTo>
                    <a:pt x="53" y="57"/>
                    <a:pt x="64" y="57"/>
                    <a:pt x="72" y="57"/>
                  </a:cubicBezTo>
                  <a:cubicBezTo>
                    <a:pt x="124" y="66"/>
                    <a:pt x="175" y="69"/>
                    <a:pt x="226" y="77"/>
                  </a:cubicBezTo>
                  <a:cubicBezTo>
                    <a:pt x="237" y="77"/>
                    <a:pt x="250" y="69"/>
                    <a:pt x="250" y="57"/>
                  </a:cubicBezTo>
                  <a:cubicBezTo>
                    <a:pt x="250" y="46"/>
                    <a:pt x="242" y="33"/>
                    <a:pt x="230" y="33"/>
                  </a:cubicBezTo>
                  <a:cubicBezTo>
                    <a:pt x="179" y="26"/>
                    <a:pt x="127" y="22"/>
                    <a:pt x="76" y="14"/>
                  </a:cubicBezTo>
                  <a:cubicBezTo>
                    <a:pt x="68" y="14"/>
                    <a:pt x="60" y="14"/>
                    <a:pt x="53" y="10"/>
                  </a:cubicBezTo>
                  <a:cubicBezTo>
                    <a:pt x="48" y="10"/>
                    <a:pt x="44" y="6"/>
                    <a:pt x="40" y="6"/>
                  </a:cubicBezTo>
                  <a:cubicBezTo>
                    <a:pt x="35" y="2"/>
                    <a:pt x="29" y="0"/>
                    <a:pt x="2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6" name="Google Shape;1846;p44"/>
            <p:cNvSpPr/>
            <p:nvPr/>
          </p:nvSpPr>
          <p:spPr>
            <a:xfrm>
              <a:off x="-1960256" y="3903853"/>
              <a:ext cx="119484" cy="114289"/>
            </a:xfrm>
            <a:custGeom>
              <a:rect b="b" l="l" r="r" t="t"/>
              <a:pathLst>
                <a:path extrusionOk="0" h="242" w="253">
                  <a:moveTo>
                    <a:pt x="26" y="0"/>
                  </a:moveTo>
                  <a:cubicBezTo>
                    <a:pt x="18" y="0"/>
                    <a:pt x="10" y="7"/>
                    <a:pt x="4" y="16"/>
                  </a:cubicBezTo>
                  <a:cubicBezTo>
                    <a:pt x="0" y="23"/>
                    <a:pt x="8" y="39"/>
                    <a:pt x="15" y="43"/>
                  </a:cubicBezTo>
                  <a:cubicBezTo>
                    <a:pt x="103" y="78"/>
                    <a:pt x="170" y="145"/>
                    <a:pt x="209" y="228"/>
                  </a:cubicBezTo>
                  <a:cubicBezTo>
                    <a:pt x="212" y="237"/>
                    <a:pt x="219" y="241"/>
                    <a:pt x="228" y="241"/>
                  </a:cubicBezTo>
                  <a:cubicBezTo>
                    <a:pt x="231" y="241"/>
                    <a:pt x="234" y="241"/>
                    <a:pt x="237" y="240"/>
                  </a:cubicBezTo>
                  <a:cubicBezTo>
                    <a:pt x="248" y="236"/>
                    <a:pt x="252" y="220"/>
                    <a:pt x="248" y="212"/>
                  </a:cubicBezTo>
                  <a:cubicBezTo>
                    <a:pt x="205" y="118"/>
                    <a:pt x="130" y="43"/>
                    <a:pt x="35" y="3"/>
                  </a:cubicBezTo>
                  <a:cubicBezTo>
                    <a:pt x="32" y="1"/>
                    <a:pt x="29" y="0"/>
                    <a:pt x="26"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7" name="Google Shape;1847;p44"/>
            <p:cNvSpPr/>
            <p:nvPr/>
          </p:nvSpPr>
          <p:spPr>
            <a:xfrm>
              <a:off x="-1956950" y="4029005"/>
              <a:ext cx="110511" cy="27864"/>
            </a:xfrm>
            <a:custGeom>
              <a:rect b="b" l="l" r="r" t="t"/>
              <a:pathLst>
                <a:path extrusionOk="0" h="59" w="234">
                  <a:moveTo>
                    <a:pt x="209" y="1"/>
                  </a:moveTo>
                  <a:cubicBezTo>
                    <a:pt x="203" y="1"/>
                    <a:pt x="198" y="3"/>
                    <a:pt x="194" y="7"/>
                  </a:cubicBezTo>
                  <a:cubicBezTo>
                    <a:pt x="190" y="11"/>
                    <a:pt x="190" y="11"/>
                    <a:pt x="183" y="11"/>
                  </a:cubicBezTo>
                  <a:cubicBezTo>
                    <a:pt x="179" y="15"/>
                    <a:pt x="170" y="15"/>
                    <a:pt x="163" y="15"/>
                  </a:cubicBezTo>
                  <a:lnTo>
                    <a:pt x="135" y="15"/>
                  </a:lnTo>
                  <a:cubicBezTo>
                    <a:pt x="99" y="15"/>
                    <a:pt x="64" y="15"/>
                    <a:pt x="25" y="7"/>
                  </a:cubicBezTo>
                  <a:cubicBezTo>
                    <a:pt x="13" y="7"/>
                    <a:pt x="5" y="15"/>
                    <a:pt x="1" y="26"/>
                  </a:cubicBezTo>
                  <a:cubicBezTo>
                    <a:pt x="1" y="38"/>
                    <a:pt x="8" y="50"/>
                    <a:pt x="21" y="50"/>
                  </a:cubicBezTo>
                  <a:cubicBezTo>
                    <a:pt x="60" y="58"/>
                    <a:pt x="96" y="58"/>
                    <a:pt x="135" y="58"/>
                  </a:cubicBezTo>
                  <a:lnTo>
                    <a:pt x="166" y="58"/>
                  </a:lnTo>
                  <a:cubicBezTo>
                    <a:pt x="174" y="58"/>
                    <a:pt x="183" y="58"/>
                    <a:pt x="194" y="54"/>
                  </a:cubicBezTo>
                  <a:cubicBezTo>
                    <a:pt x="202" y="54"/>
                    <a:pt x="214" y="46"/>
                    <a:pt x="221" y="38"/>
                  </a:cubicBezTo>
                  <a:cubicBezTo>
                    <a:pt x="234" y="31"/>
                    <a:pt x="234" y="18"/>
                    <a:pt x="226" y="7"/>
                  </a:cubicBezTo>
                  <a:cubicBezTo>
                    <a:pt x="220" y="3"/>
                    <a:pt x="214" y="1"/>
                    <a:pt x="20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48" name="Google Shape;1848;p44"/>
          <p:cNvGrpSpPr/>
          <p:nvPr/>
        </p:nvGrpSpPr>
        <p:grpSpPr>
          <a:xfrm>
            <a:off x="1494700" y="5147228"/>
            <a:ext cx="1669697" cy="1559825"/>
            <a:chOff x="-1245500" y="4065178"/>
            <a:chExt cx="1669697" cy="1559825"/>
          </a:xfrm>
        </p:grpSpPr>
        <p:sp>
          <p:nvSpPr>
            <p:cNvPr id="1849" name="Google Shape;1849;p44"/>
            <p:cNvSpPr/>
            <p:nvPr/>
          </p:nvSpPr>
          <p:spPr>
            <a:xfrm>
              <a:off x="-958240" y="4065178"/>
              <a:ext cx="858657" cy="858657"/>
            </a:xfrm>
            <a:custGeom>
              <a:rect b="b" l="l" r="r" t="t"/>
              <a:pathLst>
                <a:path extrusionOk="0" h="1641" w="1641">
                  <a:moveTo>
                    <a:pt x="820" y="44"/>
                  </a:moveTo>
                  <a:cubicBezTo>
                    <a:pt x="1033" y="44"/>
                    <a:pt x="1226" y="131"/>
                    <a:pt x="1368" y="273"/>
                  </a:cubicBezTo>
                  <a:cubicBezTo>
                    <a:pt x="1510" y="410"/>
                    <a:pt x="1597" y="608"/>
                    <a:pt x="1597" y="821"/>
                  </a:cubicBezTo>
                  <a:cubicBezTo>
                    <a:pt x="1597" y="1034"/>
                    <a:pt x="1510" y="1231"/>
                    <a:pt x="1368" y="1369"/>
                  </a:cubicBezTo>
                  <a:cubicBezTo>
                    <a:pt x="1226" y="1511"/>
                    <a:pt x="1033" y="1598"/>
                    <a:pt x="820" y="1598"/>
                  </a:cubicBezTo>
                  <a:cubicBezTo>
                    <a:pt x="604" y="1598"/>
                    <a:pt x="410" y="1511"/>
                    <a:pt x="268" y="1369"/>
                  </a:cubicBezTo>
                  <a:cubicBezTo>
                    <a:pt x="130" y="1231"/>
                    <a:pt x="43" y="1034"/>
                    <a:pt x="43" y="821"/>
                  </a:cubicBezTo>
                  <a:cubicBezTo>
                    <a:pt x="43" y="608"/>
                    <a:pt x="130" y="410"/>
                    <a:pt x="268" y="273"/>
                  </a:cubicBezTo>
                  <a:cubicBezTo>
                    <a:pt x="410" y="131"/>
                    <a:pt x="604" y="44"/>
                    <a:pt x="820" y="44"/>
                  </a:cubicBezTo>
                  <a:close/>
                  <a:moveTo>
                    <a:pt x="820" y="0"/>
                  </a:moveTo>
                  <a:cubicBezTo>
                    <a:pt x="367" y="0"/>
                    <a:pt x="1" y="368"/>
                    <a:pt x="1" y="821"/>
                  </a:cubicBezTo>
                  <a:cubicBezTo>
                    <a:pt x="1" y="1274"/>
                    <a:pt x="367" y="1640"/>
                    <a:pt x="820" y="1640"/>
                  </a:cubicBezTo>
                  <a:cubicBezTo>
                    <a:pt x="1270" y="1640"/>
                    <a:pt x="1641" y="1274"/>
                    <a:pt x="1641" y="821"/>
                  </a:cubicBezTo>
                  <a:cubicBezTo>
                    <a:pt x="1641" y="368"/>
                    <a:pt x="1270" y="0"/>
                    <a:pt x="820"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0" name="Google Shape;1850;p44"/>
            <p:cNvSpPr/>
            <p:nvPr/>
          </p:nvSpPr>
          <p:spPr>
            <a:xfrm>
              <a:off x="-1007421" y="4434600"/>
              <a:ext cx="1431619" cy="1190404"/>
            </a:xfrm>
            <a:custGeom>
              <a:rect b="b" l="l" r="r" t="t"/>
              <a:pathLst>
                <a:path extrusionOk="0" h="3731" w="2736">
                  <a:moveTo>
                    <a:pt x="228" y="0"/>
                  </a:moveTo>
                  <a:lnTo>
                    <a:pt x="0" y="3565"/>
                  </a:lnTo>
                  <a:lnTo>
                    <a:pt x="2283" y="3731"/>
                  </a:lnTo>
                  <a:lnTo>
                    <a:pt x="2736" y="3731"/>
                  </a:lnTo>
                  <a:lnTo>
                    <a:pt x="2283" y="0"/>
                  </a:lnTo>
                  <a:close/>
                </a:path>
              </a:pathLst>
            </a:cu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1" name="Google Shape;1851;p44"/>
            <p:cNvSpPr/>
            <p:nvPr/>
          </p:nvSpPr>
          <p:spPr>
            <a:xfrm>
              <a:off x="-1245500" y="4434600"/>
              <a:ext cx="1432665" cy="1190404"/>
            </a:xfrm>
            <a:custGeom>
              <a:rect b="b" l="l" r="r" t="t"/>
              <a:pathLst>
                <a:path extrusionOk="0" h="3731" w="2738">
                  <a:moveTo>
                    <a:pt x="37" y="0"/>
                  </a:moveTo>
                  <a:lnTo>
                    <a:pt x="6" y="3604"/>
                  </a:lnTo>
                  <a:cubicBezTo>
                    <a:pt x="1" y="3675"/>
                    <a:pt x="57" y="3731"/>
                    <a:pt x="128" y="3731"/>
                  </a:cubicBezTo>
                  <a:lnTo>
                    <a:pt x="2738" y="3731"/>
                  </a:lnTo>
                  <a:lnTo>
                    <a:pt x="2509" y="0"/>
                  </a:lnTo>
                  <a:close/>
                </a:path>
              </a:pathLst>
            </a:custGeom>
            <a:solidFill>
              <a:schemeClr val="accen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2" name="Google Shape;1852;p44"/>
            <p:cNvSpPr/>
            <p:nvPr/>
          </p:nvSpPr>
          <p:spPr>
            <a:xfrm>
              <a:off x="-855666" y="4540340"/>
              <a:ext cx="281510" cy="235987"/>
            </a:xfrm>
            <a:custGeom>
              <a:rect b="b" l="l" r="r" t="t"/>
              <a:pathLst>
                <a:path extrusionOk="0" h="451" w="538">
                  <a:moveTo>
                    <a:pt x="356" y="1"/>
                  </a:moveTo>
                  <a:lnTo>
                    <a:pt x="1" y="450"/>
                  </a:lnTo>
                  <a:lnTo>
                    <a:pt x="182" y="450"/>
                  </a:lnTo>
                  <a:lnTo>
                    <a:pt x="537" y="1"/>
                  </a:lnTo>
                  <a:close/>
                </a:path>
              </a:pathLst>
            </a:custGeom>
            <a:solidFill>
              <a:schemeClr val="dk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3" name="Google Shape;1853;p44"/>
            <p:cNvSpPr/>
            <p:nvPr/>
          </p:nvSpPr>
          <p:spPr>
            <a:xfrm>
              <a:off x="-669913" y="4540340"/>
              <a:ext cx="281510" cy="235987"/>
            </a:xfrm>
            <a:custGeom>
              <a:rect b="b" l="l" r="r" t="t"/>
              <a:pathLst>
                <a:path extrusionOk="0" h="451" w="538">
                  <a:moveTo>
                    <a:pt x="356" y="1"/>
                  </a:moveTo>
                  <a:lnTo>
                    <a:pt x="1" y="450"/>
                  </a:lnTo>
                  <a:lnTo>
                    <a:pt x="182" y="450"/>
                  </a:lnTo>
                  <a:lnTo>
                    <a:pt x="537" y="1"/>
                  </a:lnTo>
                  <a:close/>
                </a:path>
              </a:pathLst>
            </a:custGeom>
            <a:solidFill>
              <a:schemeClr val="dk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4" name="Google Shape;1854;p44"/>
            <p:cNvSpPr/>
            <p:nvPr/>
          </p:nvSpPr>
          <p:spPr>
            <a:xfrm>
              <a:off x="-484160" y="4540340"/>
              <a:ext cx="281510" cy="235987"/>
            </a:xfrm>
            <a:custGeom>
              <a:rect b="b" l="l" r="r" t="t"/>
              <a:pathLst>
                <a:path extrusionOk="0" h="451" w="538">
                  <a:moveTo>
                    <a:pt x="355" y="1"/>
                  </a:moveTo>
                  <a:lnTo>
                    <a:pt x="1" y="450"/>
                  </a:lnTo>
                  <a:lnTo>
                    <a:pt x="182" y="450"/>
                  </a:lnTo>
                  <a:lnTo>
                    <a:pt x="537" y="1"/>
                  </a:lnTo>
                  <a:close/>
                </a:path>
              </a:pathLst>
            </a:custGeom>
            <a:solidFill>
              <a:schemeClr val="dk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55" name="Google Shape;1855;p44"/>
          <p:cNvSpPr/>
          <p:nvPr/>
        </p:nvSpPr>
        <p:spPr>
          <a:xfrm rot="1449795">
            <a:off x="8426049" y="5866942"/>
            <a:ext cx="556805" cy="759408"/>
          </a:xfrm>
          <a:custGeom>
            <a:rect b="b" l="l" r="r" t="t"/>
            <a:pathLst>
              <a:path extrusionOk="0" h="1608" w="1179">
                <a:moveTo>
                  <a:pt x="939" y="0"/>
                </a:moveTo>
                <a:cubicBezTo>
                  <a:pt x="765" y="0"/>
                  <a:pt x="608" y="336"/>
                  <a:pt x="591" y="469"/>
                </a:cubicBezTo>
                <a:cubicBezTo>
                  <a:pt x="591" y="354"/>
                  <a:pt x="536" y="243"/>
                  <a:pt x="453" y="172"/>
                </a:cubicBezTo>
                <a:cubicBezTo>
                  <a:pt x="401" y="127"/>
                  <a:pt x="336" y="98"/>
                  <a:pt x="270" y="98"/>
                </a:cubicBezTo>
                <a:cubicBezTo>
                  <a:pt x="251" y="98"/>
                  <a:pt x="232" y="101"/>
                  <a:pt x="213" y="106"/>
                </a:cubicBezTo>
                <a:cubicBezTo>
                  <a:pt x="86" y="141"/>
                  <a:pt x="31" y="287"/>
                  <a:pt x="19" y="414"/>
                </a:cubicBezTo>
                <a:cubicBezTo>
                  <a:pt x="0" y="642"/>
                  <a:pt x="55" y="902"/>
                  <a:pt x="153" y="1111"/>
                </a:cubicBezTo>
                <a:cubicBezTo>
                  <a:pt x="228" y="1280"/>
                  <a:pt x="279" y="1450"/>
                  <a:pt x="386" y="1608"/>
                </a:cubicBezTo>
                <a:cubicBezTo>
                  <a:pt x="643" y="1360"/>
                  <a:pt x="856" y="1071"/>
                  <a:pt x="1017" y="756"/>
                </a:cubicBezTo>
                <a:cubicBezTo>
                  <a:pt x="1103" y="579"/>
                  <a:pt x="1178" y="381"/>
                  <a:pt x="1127" y="192"/>
                </a:cubicBezTo>
                <a:cubicBezTo>
                  <a:pt x="1107" y="121"/>
                  <a:pt x="1072" y="54"/>
                  <a:pt x="1009" y="19"/>
                </a:cubicBezTo>
                <a:cubicBezTo>
                  <a:pt x="985" y="6"/>
                  <a:pt x="962" y="0"/>
                  <a:pt x="939" y="0"/>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6" name="Google Shape;1856;p44"/>
          <p:cNvSpPr/>
          <p:nvPr/>
        </p:nvSpPr>
        <p:spPr>
          <a:xfrm rot="1449795">
            <a:off x="8318749" y="4201529"/>
            <a:ext cx="556805" cy="759408"/>
          </a:xfrm>
          <a:custGeom>
            <a:rect b="b" l="l" r="r" t="t"/>
            <a:pathLst>
              <a:path extrusionOk="0" h="1608" w="1179">
                <a:moveTo>
                  <a:pt x="939" y="0"/>
                </a:moveTo>
                <a:cubicBezTo>
                  <a:pt x="765" y="0"/>
                  <a:pt x="608" y="336"/>
                  <a:pt x="591" y="469"/>
                </a:cubicBezTo>
                <a:cubicBezTo>
                  <a:pt x="591" y="354"/>
                  <a:pt x="536" y="243"/>
                  <a:pt x="453" y="172"/>
                </a:cubicBezTo>
                <a:cubicBezTo>
                  <a:pt x="401" y="127"/>
                  <a:pt x="336" y="98"/>
                  <a:pt x="270" y="98"/>
                </a:cubicBezTo>
                <a:cubicBezTo>
                  <a:pt x="251" y="98"/>
                  <a:pt x="232" y="101"/>
                  <a:pt x="213" y="106"/>
                </a:cubicBezTo>
                <a:cubicBezTo>
                  <a:pt x="86" y="141"/>
                  <a:pt x="31" y="287"/>
                  <a:pt x="19" y="414"/>
                </a:cubicBezTo>
                <a:cubicBezTo>
                  <a:pt x="0" y="642"/>
                  <a:pt x="55" y="902"/>
                  <a:pt x="153" y="1111"/>
                </a:cubicBezTo>
                <a:cubicBezTo>
                  <a:pt x="228" y="1280"/>
                  <a:pt x="279" y="1450"/>
                  <a:pt x="386" y="1608"/>
                </a:cubicBezTo>
                <a:cubicBezTo>
                  <a:pt x="643" y="1360"/>
                  <a:pt x="856" y="1071"/>
                  <a:pt x="1017" y="756"/>
                </a:cubicBezTo>
                <a:cubicBezTo>
                  <a:pt x="1103" y="579"/>
                  <a:pt x="1178" y="381"/>
                  <a:pt x="1127" y="192"/>
                </a:cubicBezTo>
                <a:cubicBezTo>
                  <a:pt x="1107" y="121"/>
                  <a:pt x="1072" y="54"/>
                  <a:pt x="1009" y="19"/>
                </a:cubicBezTo>
                <a:cubicBezTo>
                  <a:pt x="985" y="6"/>
                  <a:pt x="962" y="0"/>
                  <a:pt x="939" y="0"/>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7" name="Google Shape;1857;p44"/>
          <p:cNvSpPr txBox="1"/>
          <p:nvPr/>
        </p:nvSpPr>
        <p:spPr>
          <a:xfrm>
            <a:off x="2524425" y="9677250"/>
            <a:ext cx="5238300" cy="332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sz="1700">
                <a:solidFill>
                  <a:schemeClr val="dk1"/>
                </a:solidFill>
                <a:latin typeface="Grandstander"/>
                <a:ea typeface="Grandstander"/>
                <a:cs typeface="Grandstander"/>
                <a:sym typeface="Grandstander"/>
              </a:rPr>
              <a:t>This template has been created by </a:t>
            </a:r>
            <a:r>
              <a:rPr b="1" lang="en" sz="1700">
                <a:solidFill>
                  <a:schemeClr val="dk1"/>
                </a:solidFill>
                <a:uFill>
                  <a:noFill/>
                </a:uFill>
                <a:latin typeface="Grandstander"/>
                <a:ea typeface="Grandstander"/>
                <a:cs typeface="Grandstander"/>
                <a:sym typeface="Grandstander"/>
                <a:hlinkClick r:id="rId3">
                  <a:extLst>
                    <a:ext uri="{A12FA001-AC4F-418D-AE19-62706E023703}">
                      <ahyp:hlinkClr val="tx"/>
                    </a:ext>
                  </a:extLst>
                </a:hlinkClick>
              </a:rPr>
              <a:t>Slidesgo</a:t>
            </a:r>
            <a:endParaRPr sz="1700">
              <a:solidFill>
                <a:schemeClr val="dk1"/>
              </a:solidFill>
              <a:latin typeface="Grandstander"/>
              <a:ea typeface="Grandstander"/>
              <a:cs typeface="Grandstander"/>
              <a:sym typeface="Grandstander"/>
            </a:endParaRPr>
          </a:p>
        </p:txBody>
      </p:sp>
      <p:grpSp>
        <p:nvGrpSpPr>
          <p:cNvPr id="1858" name="Google Shape;1858;p44"/>
          <p:cNvGrpSpPr/>
          <p:nvPr/>
        </p:nvGrpSpPr>
        <p:grpSpPr>
          <a:xfrm>
            <a:off x="754639" y="2074730"/>
            <a:ext cx="2563220" cy="2386649"/>
            <a:chOff x="-1538849" y="5276824"/>
            <a:chExt cx="1138501" cy="1060073"/>
          </a:xfrm>
        </p:grpSpPr>
        <p:sp>
          <p:nvSpPr>
            <p:cNvPr id="1859" name="Google Shape;1859;p44"/>
            <p:cNvSpPr/>
            <p:nvPr/>
          </p:nvSpPr>
          <p:spPr>
            <a:xfrm>
              <a:off x="-1453388" y="5309018"/>
              <a:ext cx="1053040" cy="1027879"/>
            </a:xfrm>
            <a:custGeom>
              <a:rect b="b" l="l" r="r" t="t"/>
              <a:pathLst>
                <a:path extrusionOk="0" h="1756" w="1799">
                  <a:moveTo>
                    <a:pt x="899" y="1"/>
                  </a:moveTo>
                  <a:cubicBezTo>
                    <a:pt x="403" y="1"/>
                    <a:pt x="0" y="395"/>
                    <a:pt x="0" y="880"/>
                  </a:cubicBezTo>
                  <a:cubicBezTo>
                    <a:pt x="0" y="1365"/>
                    <a:pt x="403" y="1755"/>
                    <a:pt x="899" y="1755"/>
                  </a:cubicBezTo>
                  <a:cubicBezTo>
                    <a:pt x="1396" y="1755"/>
                    <a:pt x="1799" y="1365"/>
                    <a:pt x="1799" y="880"/>
                  </a:cubicBezTo>
                  <a:cubicBezTo>
                    <a:pt x="1799" y="395"/>
                    <a:pt x="1396" y="1"/>
                    <a:pt x="899" y="1"/>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0" name="Google Shape;1860;p44"/>
            <p:cNvSpPr/>
            <p:nvPr/>
          </p:nvSpPr>
          <p:spPr>
            <a:xfrm>
              <a:off x="-1538849" y="5276824"/>
              <a:ext cx="1053040" cy="1027879"/>
            </a:xfrm>
            <a:custGeom>
              <a:rect b="b" l="l" r="r" t="t"/>
              <a:pathLst>
                <a:path extrusionOk="0" h="1756" w="1799">
                  <a:moveTo>
                    <a:pt x="900" y="1"/>
                  </a:moveTo>
                  <a:cubicBezTo>
                    <a:pt x="403" y="1"/>
                    <a:pt x="1" y="391"/>
                    <a:pt x="1" y="876"/>
                  </a:cubicBezTo>
                  <a:cubicBezTo>
                    <a:pt x="1" y="1361"/>
                    <a:pt x="403" y="1755"/>
                    <a:pt x="900" y="1755"/>
                  </a:cubicBezTo>
                  <a:cubicBezTo>
                    <a:pt x="1397" y="1755"/>
                    <a:pt x="1799" y="1361"/>
                    <a:pt x="1799" y="876"/>
                  </a:cubicBezTo>
                  <a:cubicBezTo>
                    <a:pt x="1799" y="391"/>
                    <a:pt x="1397" y="1"/>
                    <a:pt x="900" y="1"/>
                  </a:cubicBezTo>
                  <a:close/>
                </a:path>
              </a:pathLst>
            </a:custGeom>
            <a:solidFill>
              <a:schemeClr val="accent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61" name="Google Shape;1861;p44"/>
          <p:cNvSpPr txBox="1"/>
          <p:nvPr>
            <p:ph idx="4294967295" type="title"/>
          </p:nvPr>
        </p:nvSpPr>
        <p:spPr>
          <a:xfrm>
            <a:off x="624622" y="2193596"/>
            <a:ext cx="2563200" cy="1832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3300"/>
              <a:t>05</a:t>
            </a:r>
            <a:endParaRPr sz="13300"/>
          </a:p>
        </p:txBody>
      </p:sp>
      <p:sp>
        <p:nvSpPr>
          <p:cNvPr id="1862" name="Google Shape;1862;p44"/>
          <p:cNvSpPr txBox="1"/>
          <p:nvPr/>
        </p:nvSpPr>
        <p:spPr>
          <a:xfrm>
            <a:off x="10397625" y="82950"/>
            <a:ext cx="3484200" cy="3166200"/>
          </a:xfrm>
          <a:prstGeom prst="rect">
            <a:avLst/>
          </a:prstGeom>
          <a:solidFill>
            <a:srgbClr val="00C5FF">
              <a:alpha val="51270"/>
            </a:srgbClr>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Grandstander"/>
                <a:ea typeface="Grandstander"/>
                <a:cs typeface="Grandstander"/>
                <a:sym typeface="Grandstander"/>
              </a:rPr>
              <a:t>Instructions</a:t>
            </a:r>
            <a:endParaRPr>
              <a:latin typeface="Grandstander"/>
              <a:ea typeface="Grandstander"/>
              <a:cs typeface="Grandstander"/>
              <a:sym typeface="Grandstander"/>
            </a:endParaRPr>
          </a:p>
          <a:p>
            <a:pPr indent="0" lvl="0" marL="0" rtl="0" algn="l">
              <a:spcBef>
                <a:spcPts val="0"/>
              </a:spcBef>
              <a:spcAft>
                <a:spcPts val="0"/>
              </a:spcAft>
              <a:buNone/>
            </a:pPr>
            <a:r>
              <a:t/>
            </a:r>
            <a:endParaRPr>
              <a:latin typeface="Grandstander"/>
              <a:ea typeface="Grandstander"/>
              <a:cs typeface="Grandstander"/>
              <a:sym typeface="Grandstander"/>
            </a:endParaRPr>
          </a:p>
          <a:p>
            <a:pPr indent="-317500" lvl="0" marL="457200" rtl="0" algn="l">
              <a:spcBef>
                <a:spcPts val="0"/>
              </a:spcBef>
              <a:spcAft>
                <a:spcPts val="0"/>
              </a:spcAft>
              <a:buSzPts val="1400"/>
              <a:buFont typeface="Grandstander"/>
              <a:buChar char="●"/>
            </a:pPr>
            <a:r>
              <a:rPr lang="en">
                <a:latin typeface="Grandstander"/>
                <a:ea typeface="Grandstander"/>
                <a:cs typeface="Grandstander"/>
                <a:sym typeface="Grandstander"/>
              </a:rPr>
              <a:t>Replace the central image with a picture representative of yourself</a:t>
            </a:r>
            <a:endParaRPr>
              <a:latin typeface="Grandstander"/>
              <a:ea typeface="Grandstander"/>
              <a:cs typeface="Grandstander"/>
              <a:sym typeface="Grandstander"/>
            </a:endParaRPr>
          </a:p>
          <a:p>
            <a:pPr indent="-317500" lvl="0" marL="457200" rtl="0" algn="l">
              <a:spcBef>
                <a:spcPts val="0"/>
              </a:spcBef>
              <a:spcAft>
                <a:spcPts val="0"/>
              </a:spcAft>
              <a:buSzPts val="1400"/>
              <a:buFont typeface="Grandstander"/>
              <a:buChar char="●"/>
            </a:pPr>
            <a:r>
              <a:rPr lang="en">
                <a:latin typeface="Grandstander"/>
                <a:ea typeface="Grandstander"/>
                <a:cs typeface="Grandstander"/>
                <a:sym typeface="Grandstander"/>
              </a:rPr>
              <a:t>Optionally, replace the other images as well</a:t>
            </a:r>
            <a:endParaRPr>
              <a:latin typeface="Grandstander"/>
              <a:ea typeface="Grandstander"/>
              <a:cs typeface="Grandstander"/>
              <a:sym typeface="Grandstande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6" name="Shape 1866"/>
        <p:cNvGrpSpPr/>
        <p:nvPr/>
      </p:nvGrpSpPr>
      <p:grpSpPr>
        <a:xfrm>
          <a:off x="0" y="0"/>
          <a:ext cx="0" cy="0"/>
          <a:chOff x="0" y="0"/>
          <a:chExt cx="0" cy="0"/>
        </a:xfrm>
      </p:grpSpPr>
      <p:sp>
        <p:nvSpPr>
          <p:cNvPr id="1867" name="Google Shape;1867;p45"/>
          <p:cNvSpPr/>
          <p:nvPr/>
        </p:nvSpPr>
        <p:spPr>
          <a:xfrm>
            <a:off x="850847" y="7190375"/>
            <a:ext cx="8550576" cy="2330598"/>
          </a:xfrm>
          <a:custGeom>
            <a:rect b="b" l="l" r="r" t="t"/>
            <a:pathLst>
              <a:path extrusionOk="0" h="2109" w="3526">
                <a:moveTo>
                  <a:pt x="2176" y="1"/>
                </a:moveTo>
                <a:cubicBezTo>
                  <a:pt x="2054" y="1"/>
                  <a:pt x="1930" y="36"/>
                  <a:pt x="1829" y="104"/>
                </a:cubicBezTo>
                <a:cubicBezTo>
                  <a:pt x="1601" y="258"/>
                  <a:pt x="1478" y="534"/>
                  <a:pt x="1440" y="806"/>
                </a:cubicBezTo>
                <a:cubicBezTo>
                  <a:pt x="1349" y="640"/>
                  <a:pt x="1247" y="479"/>
                  <a:pt x="1100" y="365"/>
                </a:cubicBezTo>
                <a:cubicBezTo>
                  <a:pt x="989" y="272"/>
                  <a:pt x="845" y="211"/>
                  <a:pt x="701" y="211"/>
                </a:cubicBezTo>
                <a:cubicBezTo>
                  <a:pt x="660" y="211"/>
                  <a:pt x="619" y="216"/>
                  <a:pt x="579" y="226"/>
                </a:cubicBezTo>
                <a:cubicBezTo>
                  <a:pt x="402" y="277"/>
                  <a:pt x="272" y="435"/>
                  <a:pt x="189" y="605"/>
                </a:cubicBezTo>
                <a:cubicBezTo>
                  <a:pt x="16" y="967"/>
                  <a:pt x="1" y="1813"/>
                  <a:pt x="583" y="1813"/>
                </a:cubicBezTo>
                <a:cubicBezTo>
                  <a:pt x="597" y="1813"/>
                  <a:pt x="612" y="1813"/>
                  <a:pt x="627" y="1811"/>
                </a:cubicBezTo>
                <a:cubicBezTo>
                  <a:pt x="824" y="1799"/>
                  <a:pt x="1001" y="1634"/>
                  <a:pt x="1029" y="1437"/>
                </a:cubicBezTo>
                <a:lnTo>
                  <a:pt x="1029" y="1437"/>
                </a:lnTo>
                <a:cubicBezTo>
                  <a:pt x="998" y="1733"/>
                  <a:pt x="1203" y="2052"/>
                  <a:pt x="1494" y="2103"/>
                </a:cubicBezTo>
                <a:cubicBezTo>
                  <a:pt x="1517" y="2107"/>
                  <a:pt x="1539" y="2108"/>
                  <a:pt x="1561" y="2108"/>
                </a:cubicBezTo>
                <a:cubicBezTo>
                  <a:pt x="1836" y="2108"/>
                  <a:pt x="2101" y="1848"/>
                  <a:pt x="2046" y="1579"/>
                </a:cubicBezTo>
                <a:lnTo>
                  <a:pt x="2046" y="1579"/>
                </a:lnTo>
                <a:cubicBezTo>
                  <a:pt x="2126" y="1768"/>
                  <a:pt x="2326" y="1886"/>
                  <a:pt x="2528" y="1906"/>
                </a:cubicBezTo>
                <a:cubicBezTo>
                  <a:pt x="2546" y="1908"/>
                  <a:pt x="2563" y="1908"/>
                  <a:pt x="2581" y="1908"/>
                </a:cubicBezTo>
                <a:cubicBezTo>
                  <a:pt x="2768" y="1908"/>
                  <a:pt x="2952" y="1833"/>
                  <a:pt x="3103" y="1728"/>
                </a:cubicBezTo>
                <a:cubicBezTo>
                  <a:pt x="3289" y="1599"/>
                  <a:pt x="3442" y="1413"/>
                  <a:pt x="3486" y="1193"/>
                </a:cubicBezTo>
                <a:cubicBezTo>
                  <a:pt x="3525" y="971"/>
                  <a:pt x="3434" y="719"/>
                  <a:pt x="3238" y="612"/>
                </a:cubicBezTo>
                <a:cubicBezTo>
                  <a:pt x="3182" y="584"/>
                  <a:pt x="3120" y="570"/>
                  <a:pt x="3057" y="570"/>
                </a:cubicBezTo>
                <a:cubicBezTo>
                  <a:pt x="2895" y="570"/>
                  <a:pt x="2731" y="661"/>
                  <a:pt x="2685" y="814"/>
                </a:cubicBezTo>
                <a:cubicBezTo>
                  <a:pt x="2701" y="597"/>
                  <a:pt x="2713" y="352"/>
                  <a:pt x="2575" y="179"/>
                </a:cubicBezTo>
                <a:cubicBezTo>
                  <a:pt x="2480" y="58"/>
                  <a:pt x="2330" y="1"/>
                  <a:pt x="2176" y="1"/>
                </a:cubicBezTo>
                <a:close/>
              </a:path>
            </a:pathLst>
          </a:cu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8" name="Google Shape;1868;p45"/>
          <p:cNvSpPr/>
          <p:nvPr/>
        </p:nvSpPr>
        <p:spPr>
          <a:xfrm>
            <a:off x="519697" y="4703038"/>
            <a:ext cx="8550576" cy="2330598"/>
          </a:xfrm>
          <a:custGeom>
            <a:rect b="b" l="l" r="r" t="t"/>
            <a:pathLst>
              <a:path extrusionOk="0" h="2109" w="3526">
                <a:moveTo>
                  <a:pt x="2176" y="1"/>
                </a:moveTo>
                <a:cubicBezTo>
                  <a:pt x="2054" y="1"/>
                  <a:pt x="1930" y="36"/>
                  <a:pt x="1829" y="104"/>
                </a:cubicBezTo>
                <a:cubicBezTo>
                  <a:pt x="1601" y="258"/>
                  <a:pt x="1478" y="534"/>
                  <a:pt x="1440" y="806"/>
                </a:cubicBezTo>
                <a:cubicBezTo>
                  <a:pt x="1349" y="640"/>
                  <a:pt x="1247" y="479"/>
                  <a:pt x="1100" y="365"/>
                </a:cubicBezTo>
                <a:cubicBezTo>
                  <a:pt x="989" y="272"/>
                  <a:pt x="845" y="211"/>
                  <a:pt x="701" y="211"/>
                </a:cubicBezTo>
                <a:cubicBezTo>
                  <a:pt x="660" y="211"/>
                  <a:pt x="619" y="216"/>
                  <a:pt x="579" y="226"/>
                </a:cubicBezTo>
                <a:cubicBezTo>
                  <a:pt x="402" y="277"/>
                  <a:pt x="272" y="435"/>
                  <a:pt x="189" y="605"/>
                </a:cubicBezTo>
                <a:cubicBezTo>
                  <a:pt x="16" y="967"/>
                  <a:pt x="1" y="1813"/>
                  <a:pt x="583" y="1813"/>
                </a:cubicBezTo>
                <a:cubicBezTo>
                  <a:pt x="597" y="1813"/>
                  <a:pt x="612" y="1813"/>
                  <a:pt x="627" y="1811"/>
                </a:cubicBezTo>
                <a:cubicBezTo>
                  <a:pt x="824" y="1799"/>
                  <a:pt x="1001" y="1634"/>
                  <a:pt x="1029" y="1437"/>
                </a:cubicBezTo>
                <a:lnTo>
                  <a:pt x="1029" y="1437"/>
                </a:lnTo>
                <a:cubicBezTo>
                  <a:pt x="998" y="1733"/>
                  <a:pt x="1203" y="2052"/>
                  <a:pt x="1494" y="2103"/>
                </a:cubicBezTo>
                <a:cubicBezTo>
                  <a:pt x="1517" y="2107"/>
                  <a:pt x="1539" y="2108"/>
                  <a:pt x="1561" y="2108"/>
                </a:cubicBezTo>
                <a:cubicBezTo>
                  <a:pt x="1836" y="2108"/>
                  <a:pt x="2101" y="1848"/>
                  <a:pt x="2046" y="1579"/>
                </a:cubicBezTo>
                <a:lnTo>
                  <a:pt x="2046" y="1579"/>
                </a:lnTo>
                <a:cubicBezTo>
                  <a:pt x="2126" y="1768"/>
                  <a:pt x="2326" y="1886"/>
                  <a:pt x="2528" y="1906"/>
                </a:cubicBezTo>
                <a:cubicBezTo>
                  <a:pt x="2546" y="1908"/>
                  <a:pt x="2563" y="1908"/>
                  <a:pt x="2581" y="1908"/>
                </a:cubicBezTo>
                <a:cubicBezTo>
                  <a:pt x="2768" y="1908"/>
                  <a:pt x="2952" y="1833"/>
                  <a:pt x="3103" y="1728"/>
                </a:cubicBezTo>
                <a:cubicBezTo>
                  <a:pt x="3289" y="1599"/>
                  <a:pt x="3442" y="1413"/>
                  <a:pt x="3486" y="1193"/>
                </a:cubicBezTo>
                <a:cubicBezTo>
                  <a:pt x="3525" y="971"/>
                  <a:pt x="3434" y="719"/>
                  <a:pt x="3238" y="612"/>
                </a:cubicBezTo>
                <a:cubicBezTo>
                  <a:pt x="3182" y="584"/>
                  <a:pt x="3120" y="570"/>
                  <a:pt x="3057" y="570"/>
                </a:cubicBezTo>
                <a:cubicBezTo>
                  <a:pt x="2895" y="570"/>
                  <a:pt x="2731" y="661"/>
                  <a:pt x="2685" y="814"/>
                </a:cubicBezTo>
                <a:cubicBezTo>
                  <a:pt x="2701" y="597"/>
                  <a:pt x="2713" y="352"/>
                  <a:pt x="2575" y="179"/>
                </a:cubicBezTo>
                <a:cubicBezTo>
                  <a:pt x="2480" y="58"/>
                  <a:pt x="2330" y="1"/>
                  <a:pt x="2176" y="1"/>
                </a:cubicBezTo>
                <a:close/>
              </a:path>
            </a:pathLst>
          </a:cu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9" name="Google Shape;1869;p45"/>
          <p:cNvSpPr/>
          <p:nvPr/>
        </p:nvSpPr>
        <p:spPr>
          <a:xfrm>
            <a:off x="519697" y="2215700"/>
            <a:ext cx="8550576" cy="2330598"/>
          </a:xfrm>
          <a:custGeom>
            <a:rect b="b" l="l" r="r" t="t"/>
            <a:pathLst>
              <a:path extrusionOk="0" h="2109" w="3526">
                <a:moveTo>
                  <a:pt x="2176" y="1"/>
                </a:moveTo>
                <a:cubicBezTo>
                  <a:pt x="2054" y="1"/>
                  <a:pt x="1930" y="36"/>
                  <a:pt x="1829" y="104"/>
                </a:cubicBezTo>
                <a:cubicBezTo>
                  <a:pt x="1601" y="258"/>
                  <a:pt x="1478" y="534"/>
                  <a:pt x="1440" y="806"/>
                </a:cubicBezTo>
                <a:cubicBezTo>
                  <a:pt x="1349" y="640"/>
                  <a:pt x="1247" y="479"/>
                  <a:pt x="1100" y="365"/>
                </a:cubicBezTo>
                <a:cubicBezTo>
                  <a:pt x="989" y="272"/>
                  <a:pt x="845" y="211"/>
                  <a:pt x="701" y="211"/>
                </a:cubicBezTo>
                <a:cubicBezTo>
                  <a:pt x="660" y="211"/>
                  <a:pt x="619" y="216"/>
                  <a:pt x="579" y="226"/>
                </a:cubicBezTo>
                <a:cubicBezTo>
                  <a:pt x="402" y="277"/>
                  <a:pt x="272" y="435"/>
                  <a:pt x="189" y="605"/>
                </a:cubicBezTo>
                <a:cubicBezTo>
                  <a:pt x="16" y="967"/>
                  <a:pt x="1" y="1813"/>
                  <a:pt x="583" y="1813"/>
                </a:cubicBezTo>
                <a:cubicBezTo>
                  <a:pt x="597" y="1813"/>
                  <a:pt x="612" y="1813"/>
                  <a:pt x="627" y="1811"/>
                </a:cubicBezTo>
                <a:cubicBezTo>
                  <a:pt x="824" y="1799"/>
                  <a:pt x="1001" y="1634"/>
                  <a:pt x="1029" y="1437"/>
                </a:cubicBezTo>
                <a:lnTo>
                  <a:pt x="1029" y="1437"/>
                </a:lnTo>
                <a:cubicBezTo>
                  <a:pt x="998" y="1733"/>
                  <a:pt x="1203" y="2052"/>
                  <a:pt x="1494" y="2103"/>
                </a:cubicBezTo>
                <a:cubicBezTo>
                  <a:pt x="1517" y="2107"/>
                  <a:pt x="1539" y="2108"/>
                  <a:pt x="1561" y="2108"/>
                </a:cubicBezTo>
                <a:cubicBezTo>
                  <a:pt x="1836" y="2108"/>
                  <a:pt x="2101" y="1848"/>
                  <a:pt x="2046" y="1579"/>
                </a:cubicBezTo>
                <a:lnTo>
                  <a:pt x="2046" y="1579"/>
                </a:lnTo>
                <a:cubicBezTo>
                  <a:pt x="2126" y="1768"/>
                  <a:pt x="2326" y="1886"/>
                  <a:pt x="2528" y="1906"/>
                </a:cubicBezTo>
                <a:cubicBezTo>
                  <a:pt x="2546" y="1908"/>
                  <a:pt x="2563" y="1908"/>
                  <a:pt x="2581" y="1908"/>
                </a:cubicBezTo>
                <a:cubicBezTo>
                  <a:pt x="2768" y="1908"/>
                  <a:pt x="2952" y="1833"/>
                  <a:pt x="3103" y="1728"/>
                </a:cubicBezTo>
                <a:cubicBezTo>
                  <a:pt x="3289" y="1599"/>
                  <a:pt x="3442" y="1413"/>
                  <a:pt x="3486" y="1193"/>
                </a:cubicBezTo>
                <a:cubicBezTo>
                  <a:pt x="3525" y="971"/>
                  <a:pt x="3434" y="719"/>
                  <a:pt x="3238" y="612"/>
                </a:cubicBezTo>
                <a:cubicBezTo>
                  <a:pt x="3182" y="584"/>
                  <a:pt x="3120" y="570"/>
                  <a:pt x="3057" y="570"/>
                </a:cubicBezTo>
                <a:cubicBezTo>
                  <a:pt x="2895" y="570"/>
                  <a:pt x="2731" y="661"/>
                  <a:pt x="2685" y="814"/>
                </a:cubicBezTo>
                <a:cubicBezTo>
                  <a:pt x="2701" y="597"/>
                  <a:pt x="2713" y="352"/>
                  <a:pt x="2575" y="179"/>
                </a:cubicBezTo>
                <a:cubicBezTo>
                  <a:pt x="2480" y="58"/>
                  <a:pt x="2330" y="1"/>
                  <a:pt x="2176" y="1"/>
                </a:cubicBezTo>
                <a:close/>
              </a:path>
            </a:pathLst>
          </a:cu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70" name="Google Shape;1870;p45"/>
          <p:cNvGrpSpPr/>
          <p:nvPr/>
        </p:nvGrpSpPr>
        <p:grpSpPr>
          <a:xfrm>
            <a:off x="4519070" y="6456126"/>
            <a:ext cx="1213983" cy="1130356"/>
            <a:chOff x="-1538849" y="5276824"/>
            <a:chExt cx="1138501" cy="1060073"/>
          </a:xfrm>
        </p:grpSpPr>
        <p:sp>
          <p:nvSpPr>
            <p:cNvPr id="1871" name="Google Shape;1871;p45"/>
            <p:cNvSpPr/>
            <p:nvPr/>
          </p:nvSpPr>
          <p:spPr>
            <a:xfrm>
              <a:off x="-1453388" y="5309018"/>
              <a:ext cx="1053040" cy="1027879"/>
            </a:xfrm>
            <a:custGeom>
              <a:rect b="b" l="l" r="r" t="t"/>
              <a:pathLst>
                <a:path extrusionOk="0" h="1756" w="1799">
                  <a:moveTo>
                    <a:pt x="899" y="1"/>
                  </a:moveTo>
                  <a:cubicBezTo>
                    <a:pt x="403" y="1"/>
                    <a:pt x="0" y="395"/>
                    <a:pt x="0" y="880"/>
                  </a:cubicBezTo>
                  <a:cubicBezTo>
                    <a:pt x="0" y="1365"/>
                    <a:pt x="403" y="1755"/>
                    <a:pt x="899" y="1755"/>
                  </a:cubicBezTo>
                  <a:cubicBezTo>
                    <a:pt x="1396" y="1755"/>
                    <a:pt x="1799" y="1365"/>
                    <a:pt x="1799" y="880"/>
                  </a:cubicBezTo>
                  <a:cubicBezTo>
                    <a:pt x="1799" y="395"/>
                    <a:pt x="1396" y="1"/>
                    <a:pt x="899" y="1"/>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2" name="Google Shape;1872;p45"/>
            <p:cNvSpPr/>
            <p:nvPr/>
          </p:nvSpPr>
          <p:spPr>
            <a:xfrm>
              <a:off x="-1538849" y="5276824"/>
              <a:ext cx="1053040" cy="1027879"/>
            </a:xfrm>
            <a:custGeom>
              <a:rect b="b" l="l" r="r" t="t"/>
              <a:pathLst>
                <a:path extrusionOk="0" h="1756" w="1799">
                  <a:moveTo>
                    <a:pt x="900" y="1"/>
                  </a:moveTo>
                  <a:cubicBezTo>
                    <a:pt x="403" y="1"/>
                    <a:pt x="1" y="391"/>
                    <a:pt x="1" y="876"/>
                  </a:cubicBezTo>
                  <a:cubicBezTo>
                    <a:pt x="1" y="1361"/>
                    <a:pt x="403" y="1755"/>
                    <a:pt x="900" y="1755"/>
                  </a:cubicBezTo>
                  <a:cubicBezTo>
                    <a:pt x="1397" y="1755"/>
                    <a:pt x="1799" y="1361"/>
                    <a:pt x="1799" y="876"/>
                  </a:cubicBezTo>
                  <a:cubicBezTo>
                    <a:pt x="1799" y="391"/>
                    <a:pt x="1397" y="1"/>
                    <a:pt x="900" y="1"/>
                  </a:cubicBezTo>
                  <a:close/>
                </a:path>
              </a:pathLst>
            </a:custGeom>
            <a:solidFill>
              <a:schemeClr val="accent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73" name="Google Shape;1873;p45"/>
          <p:cNvGrpSpPr/>
          <p:nvPr/>
        </p:nvGrpSpPr>
        <p:grpSpPr>
          <a:xfrm>
            <a:off x="4519007" y="4084136"/>
            <a:ext cx="1213983" cy="1130356"/>
            <a:chOff x="-1538849" y="5276824"/>
            <a:chExt cx="1138501" cy="1060073"/>
          </a:xfrm>
        </p:grpSpPr>
        <p:sp>
          <p:nvSpPr>
            <p:cNvPr id="1874" name="Google Shape;1874;p45"/>
            <p:cNvSpPr/>
            <p:nvPr/>
          </p:nvSpPr>
          <p:spPr>
            <a:xfrm>
              <a:off x="-1453388" y="5309018"/>
              <a:ext cx="1053040" cy="1027879"/>
            </a:xfrm>
            <a:custGeom>
              <a:rect b="b" l="l" r="r" t="t"/>
              <a:pathLst>
                <a:path extrusionOk="0" h="1756" w="1799">
                  <a:moveTo>
                    <a:pt x="899" y="1"/>
                  </a:moveTo>
                  <a:cubicBezTo>
                    <a:pt x="403" y="1"/>
                    <a:pt x="0" y="395"/>
                    <a:pt x="0" y="880"/>
                  </a:cubicBezTo>
                  <a:cubicBezTo>
                    <a:pt x="0" y="1365"/>
                    <a:pt x="403" y="1755"/>
                    <a:pt x="899" y="1755"/>
                  </a:cubicBezTo>
                  <a:cubicBezTo>
                    <a:pt x="1396" y="1755"/>
                    <a:pt x="1799" y="1365"/>
                    <a:pt x="1799" y="880"/>
                  </a:cubicBezTo>
                  <a:cubicBezTo>
                    <a:pt x="1799" y="395"/>
                    <a:pt x="1396" y="1"/>
                    <a:pt x="899" y="1"/>
                  </a:cubicBezTo>
                  <a:close/>
                </a:path>
              </a:pathLst>
            </a:custGeom>
            <a:solidFill>
              <a:schemeClr val="accen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5" name="Google Shape;1875;p45"/>
            <p:cNvSpPr/>
            <p:nvPr/>
          </p:nvSpPr>
          <p:spPr>
            <a:xfrm>
              <a:off x="-1538849" y="5276824"/>
              <a:ext cx="1053040" cy="1027879"/>
            </a:xfrm>
            <a:custGeom>
              <a:rect b="b" l="l" r="r" t="t"/>
              <a:pathLst>
                <a:path extrusionOk="0" h="1756" w="1799">
                  <a:moveTo>
                    <a:pt x="900" y="1"/>
                  </a:moveTo>
                  <a:cubicBezTo>
                    <a:pt x="403" y="1"/>
                    <a:pt x="1" y="391"/>
                    <a:pt x="1" y="876"/>
                  </a:cubicBezTo>
                  <a:cubicBezTo>
                    <a:pt x="1" y="1361"/>
                    <a:pt x="403" y="1755"/>
                    <a:pt x="900" y="1755"/>
                  </a:cubicBezTo>
                  <a:cubicBezTo>
                    <a:pt x="1397" y="1755"/>
                    <a:pt x="1799" y="1361"/>
                    <a:pt x="1799" y="876"/>
                  </a:cubicBezTo>
                  <a:cubicBezTo>
                    <a:pt x="1799" y="391"/>
                    <a:pt x="1397" y="1"/>
                    <a:pt x="900" y="1"/>
                  </a:cubicBezTo>
                  <a:close/>
                </a:path>
              </a:pathLst>
            </a:cu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76" name="Google Shape;1876;p45"/>
          <p:cNvSpPr txBox="1"/>
          <p:nvPr>
            <p:ph type="title"/>
          </p:nvPr>
        </p:nvSpPr>
        <p:spPr>
          <a:xfrm>
            <a:off x="859100" y="460125"/>
            <a:ext cx="8458200" cy="956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Thoughts (Now)</a:t>
            </a:r>
            <a:endParaRPr/>
          </a:p>
        </p:txBody>
      </p:sp>
      <p:sp>
        <p:nvSpPr>
          <p:cNvPr id="1877" name="Google Shape;1877;p45"/>
          <p:cNvSpPr txBox="1"/>
          <p:nvPr>
            <p:ph idx="4294967295" type="subTitle"/>
          </p:nvPr>
        </p:nvSpPr>
        <p:spPr>
          <a:xfrm>
            <a:off x="4450775" y="6629414"/>
            <a:ext cx="1274700" cy="859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4600">
                <a:latin typeface="Ranchers"/>
                <a:ea typeface="Ranchers"/>
                <a:cs typeface="Ranchers"/>
                <a:sym typeface="Ranchers"/>
              </a:rPr>
              <a:t>#3</a:t>
            </a:r>
            <a:endParaRPr/>
          </a:p>
        </p:txBody>
      </p:sp>
      <p:sp>
        <p:nvSpPr>
          <p:cNvPr id="1878" name="Google Shape;1878;p45"/>
          <p:cNvSpPr txBox="1"/>
          <p:nvPr>
            <p:ph idx="4294967295" type="subTitle"/>
          </p:nvPr>
        </p:nvSpPr>
        <p:spPr>
          <a:xfrm>
            <a:off x="4481138" y="4257425"/>
            <a:ext cx="1214100" cy="859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4600">
                <a:latin typeface="Ranchers"/>
                <a:ea typeface="Ranchers"/>
                <a:cs typeface="Ranchers"/>
                <a:sym typeface="Ranchers"/>
              </a:rPr>
              <a:t>#2</a:t>
            </a:r>
            <a:endParaRPr/>
          </a:p>
        </p:txBody>
      </p:sp>
      <p:sp>
        <p:nvSpPr>
          <p:cNvPr id="1879" name="Google Shape;1879;p45"/>
          <p:cNvSpPr/>
          <p:nvPr/>
        </p:nvSpPr>
        <p:spPr>
          <a:xfrm rot="10800000">
            <a:off x="2440811" y="2506348"/>
            <a:ext cx="233400" cy="233400"/>
          </a:xfrm>
          <a:prstGeom prst="ellipse">
            <a:avLst/>
          </a:pr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0" name="Google Shape;1880;p45"/>
          <p:cNvSpPr/>
          <p:nvPr/>
        </p:nvSpPr>
        <p:spPr>
          <a:xfrm rot="10800000">
            <a:off x="7762736" y="7371111"/>
            <a:ext cx="233400" cy="233400"/>
          </a:xfrm>
          <a:prstGeom prst="ellipse">
            <a:avLst/>
          </a:pr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81" name="Google Shape;1881;p45"/>
          <p:cNvGrpSpPr/>
          <p:nvPr/>
        </p:nvGrpSpPr>
        <p:grpSpPr>
          <a:xfrm rot="-5040773">
            <a:off x="6254347" y="4332730"/>
            <a:ext cx="1490428" cy="1490428"/>
            <a:chOff x="4297845" y="2656673"/>
            <a:chExt cx="1490496" cy="1490496"/>
          </a:xfrm>
        </p:grpSpPr>
        <p:sp>
          <p:nvSpPr>
            <p:cNvPr id="1882" name="Google Shape;1882;p45"/>
            <p:cNvSpPr/>
            <p:nvPr/>
          </p:nvSpPr>
          <p:spPr>
            <a:xfrm rot="-2700000">
              <a:off x="4784333" y="2606741"/>
              <a:ext cx="517520" cy="1590360"/>
            </a:xfrm>
            <a:custGeom>
              <a:rect b="b" l="l" r="r" t="t"/>
              <a:pathLst>
                <a:path extrusionOk="0" h="63615" w="20701">
                  <a:moveTo>
                    <a:pt x="20701" y="0"/>
                  </a:moveTo>
                  <a:cubicBezTo>
                    <a:pt x="12419" y="20704"/>
                    <a:pt x="5408" y="41981"/>
                    <a:pt x="0" y="63615"/>
                  </a:cubicBezTo>
                </a:path>
              </a:pathLst>
            </a:custGeom>
            <a:noFill/>
            <a:ln cap="flat" cmpd="sng" w="28575">
              <a:solidFill>
                <a:schemeClr val="dk1"/>
              </a:solidFill>
              <a:prstDash val="solid"/>
              <a:round/>
              <a:headEnd len="med" w="med" type="none"/>
              <a:tailEnd len="med" w="med" type="none"/>
            </a:ln>
          </p:spPr>
        </p:sp>
        <p:sp>
          <p:nvSpPr>
            <p:cNvPr id="1883" name="Google Shape;1883;p45"/>
            <p:cNvSpPr/>
            <p:nvPr/>
          </p:nvSpPr>
          <p:spPr>
            <a:xfrm rot="-2700000">
              <a:off x="5137398" y="3110348"/>
              <a:ext cx="239798" cy="833042"/>
            </a:xfrm>
            <a:custGeom>
              <a:rect b="b" l="l" r="r" t="t"/>
              <a:pathLst>
                <a:path extrusionOk="0" h="33322" w="9592">
                  <a:moveTo>
                    <a:pt x="9592" y="0"/>
                  </a:moveTo>
                  <a:cubicBezTo>
                    <a:pt x="6193" y="11047"/>
                    <a:pt x="1897" y="21920"/>
                    <a:pt x="0" y="33322"/>
                  </a:cubicBezTo>
                </a:path>
              </a:pathLst>
            </a:custGeom>
            <a:noFill/>
            <a:ln cap="flat" cmpd="sng" w="28575">
              <a:solidFill>
                <a:schemeClr val="dk1"/>
              </a:solidFill>
              <a:prstDash val="solid"/>
              <a:round/>
              <a:headEnd len="med" w="med" type="none"/>
              <a:tailEnd len="med" w="med" type="none"/>
            </a:ln>
          </p:spPr>
        </p:sp>
      </p:grpSp>
      <p:sp>
        <p:nvSpPr>
          <p:cNvPr id="1884" name="Google Shape;1884;p45"/>
          <p:cNvSpPr/>
          <p:nvPr/>
        </p:nvSpPr>
        <p:spPr>
          <a:xfrm rot="10800000">
            <a:off x="3893236" y="4186748"/>
            <a:ext cx="233400" cy="233400"/>
          </a:xfrm>
          <a:prstGeom prst="ellipse">
            <a:avLst/>
          </a:pr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5" name="Google Shape;1885;p45"/>
          <p:cNvSpPr txBox="1"/>
          <p:nvPr/>
        </p:nvSpPr>
        <p:spPr>
          <a:xfrm>
            <a:off x="2524425" y="9677250"/>
            <a:ext cx="5238300" cy="332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sz="1700">
                <a:solidFill>
                  <a:schemeClr val="dk1"/>
                </a:solidFill>
                <a:latin typeface="Grandstander"/>
                <a:ea typeface="Grandstander"/>
                <a:cs typeface="Grandstander"/>
                <a:sym typeface="Grandstander"/>
              </a:rPr>
              <a:t>This template has been created by </a:t>
            </a:r>
            <a:r>
              <a:rPr b="1" lang="en" sz="1700">
                <a:solidFill>
                  <a:schemeClr val="dk1"/>
                </a:solidFill>
                <a:uFill>
                  <a:noFill/>
                </a:uFill>
                <a:latin typeface="Grandstander"/>
                <a:ea typeface="Grandstander"/>
                <a:cs typeface="Grandstander"/>
                <a:sym typeface="Grandstander"/>
                <a:hlinkClick r:id="rId3">
                  <a:extLst>
                    <a:ext uri="{A12FA001-AC4F-418D-AE19-62706E023703}">
                      <ahyp:hlinkClr val="tx"/>
                    </a:ext>
                  </a:extLst>
                </a:hlinkClick>
              </a:rPr>
              <a:t>Slidesgo</a:t>
            </a:r>
            <a:endParaRPr sz="1700">
              <a:solidFill>
                <a:schemeClr val="dk1"/>
              </a:solidFill>
              <a:latin typeface="Grandstander"/>
              <a:ea typeface="Grandstander"/>
              <a:cs typeface="Grandstander"/>
              <a:sym typeface="Grandstander"/>
            </a:endParaRPr>
          </a:p>
        </p:txBody>
      </p:sp>
      <p:grpSp>
        <p:nvGrpSpPr>
          <p:cNvPr id="1886" name="Google Shape;1886;p45"/>
          <p:cNvGrpSpPr/>
          <p:nvPr/>
        </p:nvGrpSpPr>
        <p:grpSpPr>
          <a:xfrm>
            <a:off x="4519145" y="1711136"/>
            <a:ext cx="1213983" cy="1130356"/>
            <a:chOff x="-1538849" y="5276824"/>
            <a:chExt cx="1138501" cy="1060073"/>
          </a:xfrm>
        </p:grpSpPr>
        <p:sp>
          <p:nvSpPr>
            <p:cNvPr id="1887" name="Google Shape;1887;p45"/>
            <p:cNvSpPr/>
            <p:nvPr/>
          </p:nvSpPr>
          <p:spPr>
            <a:xfrm>
              <a:off x="-1453388" y="5309018"/>
              <a:ext cx="1053040" cy="1027879"/>
            </a:xfrm>
            <a:custGeom>
              <a:rect b="b" l="l" r="r" t="t"/>
              <a:pathLst>
                <a:path extrusionOk="0" h="1756" w="1799">
                  <a:moveTo>
                    <a:pt x="899" y="1"/>
                  </a:moveTo>
                  <a:cubicBezTo>
                    <a:pt x="403" y="1"/>
                    <a:pt x="0" y="395"/>
                    <a:pt x="0" y="880"/>
                  </a:cubicBezTo>
                  <a:cubicBezTo>
                    <a:pt x="0" y="1365"/>
                    <a:pt x="403" y="1755"/>
                    <a:pt x="899" y="1755"/>
                  </a:cubicBezTo>
                  <a:cubicBezTo>
                    <a:pt x="1396" y="1755"/>
                    <a:pt x="1799" y="1365"/>
                    <a:pt x="1799" y="880"/>
                  </a:cubicBezTo>
                  <a:cubicBezTo>
                    <a:pt x="1799" y="395"/>
                    <a:pt x="1396" y="1"/>
                    <a:pt x="899" y="1"/>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8" name="Google Shape;1888;p45"/>
            <p:cNvSpPr/>
            <p:nvPr/>
          </p:nvSpPr>
          <p:spPr>
            <a:xfrm>
              <a:off x="-1538849" y="5276824"/>
              <a:ext cx="1053040" cy="1027879"/>
            </a:xfrm>
            <a:custGeom>
              <a:rect b="b" l="l" r="r" t="t"/>
              <a:pathLst>
                <a:path extrusionOk="0" h="1756" w="1799">
                  <a:moveTo>
                    <a:pt x="900" y="1"/>
                  </a:moveTo>
                  <a:cubicBezTo>
                    <a:pt x="403" y="1"/>
                    <a:pt x="1" y="391"/>
                    <a:pt x="1" y="876"/>
                  </a:cubicBezTo>
                  <a:cubicBezTo>
                    <a:pt x="1" y="1361"/>
                    <a:pt x="403" y="1755"/>
                    <a:pt x="900" y="1755"/>
                  </a:cubicBezTo>
                  <a:cubicBezTo>
                    <a:pt x="1397" y="1755"/>
                    <a:pt x="1799" y="1361"/>
                    <a:pt x="1799" y="876"/>
                  </a:cubicBezTo>
                  <a:cubicBezTo>
                    <a:pt x="1799" y="391"/>
                    <a:pt x="1397" y="1"/>
                    <a:pt x="900" y="1"/>
                  </a:cubicBezTo>
                  <a:close/>
                </a:path>
              </a:pathLst>
            </a:custGeom>
            <a:solidFill>
              <a:schemeClr val="accent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4600">
                  <a:solidFill>
                    <a:schemeClr val="dk1"/>
                  </a:solidFill>
                  <a:latin typeface="Ranchers"/>
                  <a:ea typeface="Ranchers"/>
                  <a:cs typeface="Ranchers"/>
                  <a:sym typeface="Ranchers"/>
                </a:rPr>
                <a:t>#1</a:t>
              </a:r>
              <a:endParaRPr/>
            </a:p>
          </p:txBody>
        </p:sp>
      </p:grpSp>
      <p:sp>
        <p:nvSpPr>
          <p:cNvPr id="1889" name="Google Shape;1889;p45"/>
          <p:cNvSpPr txBox="1"/>
          <p:nvPr>
            <p:ph idx="1" type="subTitle"/>
          </p:nvPr>
        </p:nvSpPr>
        <p:spPr>
          <a:xfrm>
            <a:off x="1749461" y="2972325"/>
            <a:ext cx="6677700" cy="811800"/>
          </a:xfrm>
          <a:prstGeom prst="rect">
            <a:avLst/>
          </a:prstGeom>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Insert text</a:t>
            </a:r>
            <a:endParaRPr/>
          </a:p>
        </p:txBody>
      </p:sp>
      <p:sp>
        <p:nvSpPr>
          <p:cNvPr id="1890" name="Google Shape;1890;p45"/>
          <p:cNvSpPr txBox="1"/>
          <p:nvPr>
            <p:ph idx="1" type="subTitle"/>
          </p:nvPr>
        </p:nvSpPr>
        <p:spPr>
          <a:xfrm>
            <a:off x="2080611" y="7947000"/>
            <a:ext cx="6677700" cy="811800"/>
          </a:xfrm>
          <a:prstGeom prst="rect">
            <a:avLst/>
          </a:prstGeom>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Insert text</a:t>
            </a:r>
            <a:endParaRPr/>
          </a:p>
        </p:txBody>
      </p:sp>
      <p:sp>
        <p:nvSpPr>
          <p:cNvPr id="1891" name="Google Shape;1891;p45"/>
          <p:cNvSpPr txBox="1"/>
          <p:nvPr>
            <p:ph idx="1" type="subTitle"/>
          </p:nvPr>
        </p:nvSpPr>
        <p:spPr>
          <a:xfrm>
            <a:off x="1749461" y="5459663"/>
            <a:ext cx="6677700" cy="811800"/>
          </a:xfrm>
          <a:prstGeom prst="rect">
            <a:avLst/>
          </a:prstGeom>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Insert text</a:t>
            </a:r>
            <a:endParaRPr/>
          </a:p>
        </p:txBody>
      </p:sp>
      <p:sp>
        <p:nvSpPr>
          <p:cNvPr id="1892" name="Google Shape;1892;p45"/>
          <p:cNvSpPr txBox="1"/>
          <p:nvPr/>
        </p:nvSpPr>
        <p:spPr>
          <a:xfrm>
            <a:off x="10342325" y="2060150"/>
            <a:ext cx="3484200" cy="4120500"/>
          </a:xfrm>
          <a:prstGeom prst="rect">
            <a:avLst/>
          </a:prstGeom>
          <a:solidFill>
            <a:srgbClr val="00C5FF">
              <a:alpha val="51270"/>
            </a:srgbClr>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Grandstander"/>
                <a:ea typeface="Grandstander"/>
                <a:cs typeface="Grandstander"/>
                <a:sym typeface="Grandstander"/>
              </a:rPr>
              <a:t>Instructions</a:t>
            </a:r>
            <a:endParaRPr>
              <a:latin typeface="Grandstander"/>
              <a:ea typeface="Grandstander"/>
              <a:cs typeface="Grandstander"/>
              <a:sym typeface="Grandstander"/>
            </a:endParaRPr>
          </a:p>
          <a:p>
            <a:pPr indent="0" lvl="0" marL="0" rtl="0" algn="l">
              <a:spcBef>
                <a:spcPts val="0"/>
              </a:spcBef>
              <a:spcAft>
                <a:spcPts val="0"/>
              </a:spcAft>
              <a:buNone/>
            </a:pPr>
            <a:r>
              <a:t/>
            </a:r>
            <a:endParaRPr>
              <a:latin typeface="Grandstander"/>
              <a:ea typeface="Grandstander"/>
              <a:cs typeface="Grandstander"/>
              <a:sym typeface="Grandstander"/>
            </a:endParaRPr>
          </a:p>
          <a:p>
            <a:pPr indent="-317500" lvl="0" marL="457200" rtl="0" algn="l">
              <a:spcBef>
                <a:spcPts val="0"/>
              </a:spcBef>
              <a:spcAft>
                <a:spcPts val="0"/>
              </a:spcAft>
              <a:buSzPts val="1400"/>
              <a:buFont typeface="Grandstander"/>
              <a:buChar char="●"/>
            </a:pPr>
            <a:r>
              <a:rPr lang="en">
                <a:latin typeface="Grandstander"/>
                <a:ea typeface="Grandstander"/>
                <a:cs typeface="Grandstander"/>
                <a:sym typeface="Grandstander"/>
              </a:rPr>
              <a:t>Looking back, list some of your thoughts about the event </a:t>
            </a:r>
            <a:endParaRPr>
              <a:latin typeface="Grandstander"/>
              <a:ea typeface="Grandstander"/>
              <a:cs typeface="Grandstander"/>
              <a:sym typeface="Grandstander"/>
            </a:endParaRPr>
          </a:p>
          <a:p>
            <a:pPr indent="-317500" lvl="0" marL="457200" rtl="0" algn="l">
              <a:spcBef>
                <a:spcPts val="0"/>
              </a:spcBef>
              <a:spcAft>
                <a:spcPts val="0"/>
              </a:spcAft>
              <a:buSzPts val="1400"/>
              <a:buFont typeface="Grandstander"/>
              <a:buChar char="●"/>
            </a:pPr>
            <a:r>
              <a:rPr lang="en">
                <a:latin typeface="Grandstander"/>
                <a:ea typeface="Grandstander"/>
                <a:cs typeface="Grandstander"/>
                <a:sym typeface="Grandstander"/>
              </a:rPr>
              <a:t>Optionally, replace the other images</a:t>
            </a:r>
            <a:endParaRPr>
              <a:latin typeface="Grandstander"/>
              <a:ea typeface="Grandstander"/>
              <a:cs typeface="Grandstander"/>
              <a:sym typeface="Grandstande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6" name="Shape 1896"/>
        <p:cNvGrpSpPr/>
        <p:nvPr/>
      </p:nvGrpSpPr>
      <p:grpSpPr>
        <a:xfrm>
          <a:off x="0" y="0"/>
          <a:ext cx="0" cy="0"/>
          <a:chOff x="0" y="0"/>
          <a:chExt cx="0" cy="0"/>
        </a:xfrm>
      </p:grpSpPr>
      <p:sp>
        <p:nvSpPr>
          <p:cNvPr id="1897" name="Google Shape;1897;p46"/>
          <p:cNvSpPr txBox="1"/>
          <p:nvPr>
            <p:ph type="title"/>
          </p:nvPr>
        </p:nvSpPr>
        <p:spPr>
          <a:xfrm>
            <a:off x="914400" y="888750"/>
            <a:ext cx="8458200" cy="956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t>How My Story Relates to the Way I See Myself &amp; Others</a:t>
            </a:r>
            <a:endParaRPr/>
          </a:p>
          <a:p>
            <a:pPr indent="0" lvl="0" marL="0" rtl="0" algn="ctr">
              <a:spcBef>
                <a:spcPts val="0"/>
              </a:spcBef>
              <a:spcAft>
                <a:spcPts val="0"/>
              </a:spcAft>
              <a:buClr>
                <a:schemeClr val="dk1"/>
              </a:buClr>
              <a:buSzPts val="1100"/>
              <a:buFont typeface="Arial"/>
              <a:buNone/>
            </a:pPr>
            <a:r>
              <a:t/>
            </a:r>
            <a:endParaRPr/>
          </a:p>
          <a:p>
            <a:pPr indent="0" lvl="0" marL="0" rtl="0" algn="ctr">
              <a:spcBef>
                <a:spcPts val="0"/>
              </a:spcBef>
              <a:spcAft>
                <a:spcPts val="0"/>
              </a:spcAft>
              <a:buNone/>
            </a:pPr>
            <a:r>
              <a:t/>
            </a:r>
            <a:endParaRPr/>
          </a:p>
        </p:txBody>
      </p:sp>
      <p:grpSp>
        <p:nvGrpSpPr>
          <p:cNvPr id="1898" name="Google Shape;1898;p46"/>
          <p:cNvGrpSpPr/>
          <p:nvPr/>
        </p:nvGrpSpPr>
        <p:grpSpPr>
          <a:xfrm>
            <a:off x="794536" y="3997695"/>
            <a:ext cx="4478996" cy="4504548"/>
            <a:chOff x="3484106" y="4265180"/>
            <a:chExt cx="5888767" cy="5107197"/>
          </a:xfrm>
        </p:grpSpPr>
        <p:sp>
          <p:nvSpPr>
            <p:cNvPr id="1899" name="Google Shape;1899;p46"/>
            <p:cNvSpPr/>
            <p:nvPr/>
          </p:nvSpPr>
          <p:spPr>
            <a:xfrm>
              <a:off x="3484106" y="4265180"/>
              <a:ext cx="5888767" cy="5107197"/>
            </a:xfrm>
            <a:custGeom>
              <a:rect b="b" l="l" r="r" t="t"/>
              <a:pathLst>
                <a:path extrusionOk="0" h="88751" w="99879">
                  <a:moveTo>
                    <a:pt x="50483" y="1"/>
                  </a:moveTo>
                  <a:cubicBezTo>
                    <a:pt x="46751" y="1"/>
                    <a:pt x="42953" y="456"/>
                    <a:pt x="39160" y="1409"/>
                  </a:cubicBezTo>
                  <a:cubicBezTo>
                    <a:pt x="14870" y="7513"/>
                    <a:pt x="1" y="31697"/>
                    <a:pt x="5963" y="55420"/>
                  </a:cubicBezTo>
                  <a:cubicBezTo>
                    <a:pt x="10993" y="75452"/>
                    <a:pt x="29236" y="88750"/>
                    <a:pt x="49406" y="88750"/>
                  </a:cubicBezTo>
                  <a:cubicBezTo>
                    <a:pt x="53141" y="88750"/>
                    <a:pt x="56941" y="88294"/>
                    <a:pt x="60736" y="87341"/>
                  </a:cubicBezTo>
                  <a:cubicBezTo>
                    <a:pt x="85027" y="81237"/>
                    <a:pt x="99878" y="57053"/>
                    <a:pt x="93917" y="33330"/>
                  </a:cubicBezTo>
                  <a:cubicBezTo>
                    <a:pt x="88901" y="13311"/>
                    <a:pt x="70655" y="1"/>
                    <a:pt x="50483" y="1"/>
                  </a:cubicBezTo>
                  <a:close/>
                </a:path>
              </a:pathLst>
            </a:cu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0" name="Google Shape;1900;p46"/>
            <p:cNvSpPr/>
            <p:nvPr/>
          </p:nvSpPr>
          <p:spPr>
            <a:xfrm>
              <a:off x="4177568" y="4383039"/>
              <a:ext cx="2439665" cy="3149048"/>
            </a:xfrm>
            <a:custGeom>
              <a:rect b="b" l="l" r="r" t="t"/>
              <a:pathLst>
                <a:path extrusionOk="0" h="54723" w="41379">
                  <a:moveTo>
                    <a:pt x="20938" y="3904"/>
                  </a:moveTo>
                  <a:lnTo>
                    <a:pt x="22677" y="6583"/>
                  </a:lnTo>
                  <a:lnTo>
                    <a:pt x="22091" y="7097"/>
                  </a:lnTo>
                  <a:lnTo>
                    <a:pt x="18951" y="4400"/>
                  </a:lnTo>
                  <a:lnTo>
                    <a:pt x="20938" y="3904"/>
                  </a:lnTo>
                  <a:close/>
                  <a:moveTo>
                    <a:pt x="25072" y="0"/>
                  </a:moveTo>
                  <a:lnTo>
                    <a:pt x="25072" y="0"/>
                  </a:lnTo>
                  <a:cubicBezTo>
                    <a:pt x="24433" y="195"/>
                    <a:pt x="23812" y="408"/>
                    <a:pt x="23191" y="621"/>
                  </a:cubicBezTo>
                  <a:lnTo>
                    <a:pt x="23493" y="1047"/>
                  </a:lnTo>
                  <a:lnTo>
                    <a:pt x="21861" y="1136"/>
                  </a:lnTo>
                  <a:cubicBezTo>
                    <a:pt x="20920" y="1491"/>
                    <a:pt x="19980" y="1899"/>
                    <a:pt x="19075" y="2307"/>
                  </a:cubicBezTo>
                  <a:lnTo>
                    <a:pt x="17709" y="4489"/>
                  </a:lnTo>
                  <a:lnTo>
                    <a:pt x="19341" y="6778"/>
                  </a:lnTo>
                  <a:lnTo>
                    <a:pt x="19341" y="6778"/>
                  </a:lnTo>
                  <a:lnTo>
                    <a:pt x="16697" y="6086"/>
                  </a:lnTo>
                  <a:lnTo>
                    <a:pt x="17017" y="4542"/>
                  </a:lnTo>
                  <a:lnTo>
                    <a:pt x="15473" y="4205"/>
                  </a:lnTo>
                  <a:cubicBezTo>
                    <a:pt x="14124" y="4968"/>
                    <a:pt x="12811" y="5820"/>
                    <a:pt x="11552" y="6725"/>
                  </a:cubicBezTo>
                  <a:lnTo>
                    <a:pt x="12581" y="6920"/>
                  </a:lnTo>
                  <a:lnTo>
                    <a:pt x="11836" y="8091"/>
                  </a:lnTo>
                  <a:cubicBezTo>
                    <a:pt x="11392" y="7967"/>
                    <a:pt x="10842" y="7772"/>
                    <a:pt x="10363" y="7612"/>
                  </a:cubicBezTo>
                  <a:cubicBezTo>
                    <a:pt x="6300" y="10753"/>
                    <a:pt x="2804" y="14567"/>
                    <a:pt x="1" y="18897"/>
                  </a:cubicBezTo>
                  <a:cubicBezTo>
                    <a:pt x="356" y="19536"/>
                    <a:pt x="498" y="20299"/>
                    <a:pt x="373" y="21026"/>
                  </a:cubicBezTo>
                  <a:cubicBezTo>
                    <a:pt x="285" y="21895"/>
                    <a:pt x="870" y="22800"/>
                    <a:pt x="977" y="23723"/>
                  </a:cubicBezTo>
                  <a:cubicBezTo>
                    <a:pt x="1101" y="24681"/>
                    <a:pt x="835" y="25710"/>
                    <a:pt x="1048" y="26633"/>
                  </a:cubicBezTo>
                  <a:cubicBezTo>
                    <a:pt x="1580" y="28922"/>
                    <a:pt x="1651" y="28904"/>
                    <a:pt x="1314" y="30696"/>
                  </a:cubicBezTo>
                  <a:cubicBezTo>
                    <a:pt x="1260" y="30998"/>
                    <a:pt x="1243" y="31335"/>
                    <a:pt x="1189" y="31654"/>
                  </a:cubicBezTo>
                  <a:cubicBezTo>
                    <a:pt x="906" y="33943"/>
                    <a:pt x="852" y="36090"/>
                    <a:pt x="2378" y="38184"/>
                  </a:cubicBezTo>
                  <a:cubicBezTo>
                    <a:pt x="3194" y="39302"/>
                    <a:pt x="4490" y="39461"/>
                    <a:pt x="5217" y="40473"/>
                  </a:cubicBezTo>
                  <a:cubicBezTo>
                    <a:pt x="5377" y="41147"/>
                    <a:pt x="5679" y="41821"/>
                    <a:pt x="5679" y="42496"/>
                  </a:cubicBezTo>
                  <a:cubicBezTo>
                    <a:pt x="5679" y="43170"/>
                    <a:pt x="7311" y="43347"/>
                    <a:pt x="6406" y="44146"/>
                  </a:cubicBezTo>
                  <a:lnTo>
                    <a:pt x="8429" y="45122"/>
                  </a:lnTo>
                  <a:lnTo>
                    <a:pt x="8429" y="45122"/>
                  </a:lnTo>
                  <a:lnTo>
                    <a:pt x="8269" y="43170"/>
                  </a:lnTo>
                  <a:lnTo>
                    <a:pt x="8269" y="43170"/>
                  </a:lnTo>
                  <a:cubicBezTo>
                    <a:pt x="8872" y="43613"/>
                    <a:pt x="9298" y="43826"/>
                    <a:pt x="9600" y="44146"/>
                  </a:cubicBezTo>
                  <a:cubicBezTo>
                    <a:pt x="10345" y="44909"/>
                    <a:pt x="10948" y="45849"/>
                    <a:pt x="11765" y="46523"/>
                  </a:cubicBezTo>
                  <a:cubicBezTo>
                    <a:pt x="12652" y="47251"/>
                    <a:pt x="13734" y="47730"/>
                    <a:pt x="13255" y="49167"/>
                  </a:cubicBezTo>
                  <a:cubicBezTo>
                    <a:pt x="15142" y="50239"/>
                    <a:pt x="17068" y="51273"/>
                    <a:pt x="19240" y="51273"/>
                  </a:cubicBezTo>
                  <a:cubicBezTo>
                    <a:pt x="19621" y="51273"/>
                    <a:pt x="20009" y="51241"/>
                    <a:pt x="20406" y="51172"/>
                  </a:cubicBezTo>
                  <a:cubicBezTo>
                    <a:pt x="21066" y="51051"/>
                    <a:pt x="21687" y="50867"/>
                    <a:pt x="22299" y="50867"/>
                  </a:cubicBezTo>
                  <a:cubicBezTo>
                    <a:pt x="22856" y="50867"/>
                    <a:pt x="23406" y="51019"/>
                    <a:pt x="23972" y="51509"/>
                  </a:cubicBezTo>
                  <a:cubicBezTo>
                    <a:pt x="24575" y="52042"/>
                    <a:pt x="25551" y="52219"/>
                    <a:pt x="26403" y="52414"/>
                  </a:cubicBezTo>
                  <a:cubicBezTo>
                    <a:pt x="26412" y="52417"/>
                    <a:pt x="26421" y="52418"/>
                    <a:pt x="26431" y="52418"/>
                  </a:cubicBezTo>
                  <a:cubicBezTo>
                    <a:pt x="26612" y="52418"/>
                    <a:pt x="26911" y="51958"/>
                    <a:pt x="27130" y="51722"/>
                  </a:cubicBezTo>
                  <a:cubicBezTo>
                    <a:pt x="29563" y="53875"/>
                    <a:pt x="30553" y="54722"/>
                    <a:pt x="31970" y="54722"/>
                  </a:cubicBezTo>
                  <a:cubicBezTo>
                    <a:pt x="32888" y="54722"/>
                    <a:pt x="33985" y="54367"/>
                    <a:pt x="35771" y="53780"/>
                  </a:cubicBezTo>
                  <a:cubicBezTo>
                    <a:pt x="35754" y="53674"/>
                    <a:pt x="35736" y="53568"/>
                    <a:pt x="35700" y="53461"/>
                  </a:cubicBezTo>
                  <a:cubicBezTo>
                    <a:pt x="35026" y="53479"/>
                    <a:pt x="34387" y="53550"/>
                    <a:pt x="33731" y="53568"/>
                  </a:cubicBezTo>
                  <a:cubicBezTo>
                    <a:pt x="33590" y="53572"/>
                    <a:pt x="33456" y="53574"/>
                    <a:pt x="33329" y="53574"/>
                  </a:cubicBezTo>
                  <a:cubicBezTo>
                    <a:pt x="31461" y="53574"/>
                    <a:pt x="31079" y="53047"/>
                    <a:pt x="30697" y="50871"/>
                  </a:cubicBezTo>
                  <a:cubicBezTo>
                    <a:pt x="30590" y="50179"/>
                    <a:pt x="30005" y="49575"/>
                    <a:pt x="29650" y="48972"/>
                  </a:cubicBezTo>
                  <a:lnTo>
                    <a:pt x="26030" y="49628"/>
                  </a:lnTo>
                  <a:lnTo>
                    <a:pt x="26030" y="49628"/>
                  </a:lnTo>
                  <a:lnTo>
                    <a:pt x="26385" y="45406"/>
                  </a:lnTo>
                  <a:lnTo>
                    <a:pt x="24167" y="45956"/>
                  </a:lnTo>
                  <a:cubicBezTo>
                    <a:pt x="23812" y="46931"/>
                    <a:pt x="24007" y="48085"/>
                    <a:pt x="22553" y="48564"/>
                  </a:cubicBezTo>
                  <a:cubicBezTo>
                    <a:pt x="22259" y="48659"/>
                    <a:pt x="21992" y="48700"/>
                    <a:pt x="21745" y="48700"/>
                  </a:cubicBezTo>
                  <a:cubicBezTo>
                    <a:pt x="20706" y="48700"/>
                    <a:pt x="20016" y="47976"/>
                    <a:pt x="19199" y="47517"/>
                  </a:cubicBezTo>
                  <a:lnTo>
                    <a:pt x="17851" y="42123"/>
                  </a:lnTo>
                  <a:cubicBezTo>
                    <a:pt x="19459" y="40109"/>
                    <a:pt x="19754" y="39740"/>
                    <a:pt x="21393" y="39740"/>
                  </a:cubicBezTo>
                  <a:cubicBezTo>
                    <a:pt x="21761" y="39740"/>
                    <a:pt x="22197" y="39758"/>
                    <a:pt x="22730" y="39781"/>
                  </a:cubicBezTo>
                  <a:lnTo>
                    <a:pt x="22890" y="38237"/>
                  </a:lnTo>
                  <a:lnTo>
                    <a:pt x="27042" y="38113"/>
                  </a:lnTo>
                  <a:lnTo>
                    <a:pt x="30324" y="41786"/>
                  </a:lnTo>
                  <a:cubicBezTo>
                    <a:pt x="30679" y="39550"/>
                    <a:pt x="29064" y="38290"/>
                    <a:pt x="28532" y="36374"/>
                  </a:cubicBezTo>
                  <a:cubicBezTo>
                    <a:pt x="29366" y="35363"/>
                    <a:pt x="30324" y="34280"/>
                    <a:pt x="31229" y="33163"/>
                  </a:cubicBezTo>
                  <a:cubicBezTo>
                    <a:pt x="32045" y="32133"/>
                    <a:pt x="31974" y="31885"/>
                    <a:pt x="30644" y="30359"/>
                  </a:cubicBezTo>
                  <a:cubicBezTo>
                    <a:pt x="31105" y="29916"/>
                    <a:pt x="31886" y="29490"/>
                    <a:pt x="31957" y="28993"/>
                  </a:cubicBezTo>
                  <a:cubicBezTo>
                    <a:pt x="32152" y="27378"/>
                    <a:pt x="33411" y="26757"/>
                    <a:pt x="34441" y="25906"/>
                  </a:cubicBezTo>
                  <a:lnTo>
                    <a:pt x="34245" y="24273"/>
                  </a:lnTo>
                  <a:lnTo>
                    <a:pt x="36588" y="22996"/>
                  </a:lnTo>
                  <a:lnTo>
                    <a:pt x="37120" y="24096"/>
                  </a:lnTo>
                  <a:lnTo>
                    <a:pt x="40438" y="20849"/>
                  </a:lnTo>
                  <a:lnTo>
                    <a:pt x="40048" y="20387"/>
                  </a:lnTo>
                  <a:lnTo>
                    <a:pt x="38184" y="21700"/>
                  </a:lnTo>
                  <a:lnTo>
                    <a:pt x="36410" y="20547"/>
                  </a:lnTo>
                  <a:cubicBezTo>
                    <a:pt x="37315" y="19429"/>
                    <a:pt x="38309" y="18631"/>
                    <a:pt x="38752" y="17584"/>
                  </a:cubicBezTo>
                  <a:cubicBezTo>
                    <a:pt x="39285" y="16377"/>
                    <a:pt x="40686" y="16271"/>
                    <a:pt x="41378" y="15295"/>
                  </a:cubicBezTo>
                  <a:cubicBezTo>
                    <a:pt x="40314" y="14177"/>
                    <a:pt x="39285" y="13663"/>
                    <a:pt x="37989" y="13521"/>
                  </a:cubicBezTo>
                  <a:cubicBezTo>
                    <a:pt x="37031" y="13467"/>
                    <a:pt x="36162" y="12971"/>
                    <a:pt x="35647" y="12154"/>
                  </a:cubicBezTo>
                  <a:cubicBezTo>
                    <a:pt x="35257" y="11622"/>
                    <a:pt x="34813" y="11161"/>
                    <a:pt x="34281" y="10770"/>
                  </a:cubicBezTo>
                  <a:cubicBezTo>
                    <a:pt x="34068" y="10593"/>
                    <a:pt x="33678" y="10628"/>
                    <a:pt x="33323" y="10557"/>
                  </a:cubicBezTo>
                  <a:lnTo>
                    <a:pt x="32773" y="12509"/>
                  </a:lnTo>
                  <a:cubicBezTo>
                    <a:pt x="31022" y="12013"/>
                    <a:pt x="29978" y="9739"/>
                    <a:pt x="28235" y="9739"/>
                  </a:cubicBezTo>
                  <a:cubicBezTo>
                    <a:pt x="27735" y="9739"/>
                    <a:pt x="27176" y="9927"/>
                    <a:pt x="26527" y="10398"/>
                  </a:cubicBezTo>
                  <a:cubicBezTo>
                    <a:pt x="26793" y="11711"/>
                    <a:pt x="25942" y="13290"/>
                    <a:pt x="27343" y="14479"/>
                  </a:cubicBezTo>
                  <a:cubicBezTo>
                    <a:pt x="27538" y="14638"/>
                    <a:pt x="27609" y="15295"/>
                    <a:pt x="27485" y="15419"/>
                  </a:cubicBezTo>
                  <a:cubicBezTo>
                    <a:pt x="26154" y="16590"/>
                    <a:pt x="27095" y="18169"/>
                    <a:pt x="26935" y="19447"/>
                  </a:cubicBezTo>
                  <a:cubicBezTo>
                    <a:pt x="26757" y="19471"/>
                    <a:pt x="26594" y="19483"/>
                    <a:pt x="26444" y="19483"/>
                  </a:cubicBezTo>
                  <a:cubicBezTo>
                    <a:pt x="24534" y="19483"/>
                    <a:pt x="24803" y="17604"/>
                    <a:pt x="24309" y="16732"/>
                  </a:cubicBezTo>
                  <a:cubicBezTo>
                    <a:pt x="23538" y="16756"/>
                    <a:pt x="22881" y="16829"/>
                    <a:pt x="22272" y="16829"/>
                  </a:cubicBezTo>
                  <a:cubicBezTo>
                    <a:pt x="21985" y="16829"/>
                    <a:pt x="21708" y="16813"/>
                    <a:pt x="21435" y="16768"/>
                  </a:cubicBezTo>
                  <a:cubicBezTo>
                    <a:pt x="20583" y="16626"/>
                    <a:pt x="19767" y="16235"/>
                    <a:pt x="18968" y="15880"/>
                  </a:cubicBezTo>
                  <a:cubicBezTo>
                    <a:pt x="18099" y="15508"/>
                    <a:pt x="17904" y="14745"/>
                    <a:pt x="18117" y="13929"/>
                  </a:cubicBezTo>
                  <a:cubicBezTo>
                    <a:pt x="18489" y="12562"/>
                    <a:pt x="19820" y="11799"/>
                    <a:pt x="20317" y="10433"/>
                  </a:cubicBezTo>
                  <a:cubicBezTo>
                    <a:pt x="20420" y="10159"/>
                    <a:pt x="20643" y="10069"/>
                    <a:pt x="20926" y="10069"/>
                  </a:cubicBezTo>
                  <a:cubicBezTo>
                    <a:pt x="21466" y="10069"/>
                    <a:pt x="22224" y="10398"/>
                    <a:pt x="22783" y="10398"/>
                  </a:cubicBezTo>
                  <a:cubicBezTo>
                    <a:pt x="23422" y="10398"/>
                    <a:pt x="24078" y="10114"/>
                    <a:pt x="25445" y="9777"/>
                  </a:cubicBezTo>
                  <a:lnTo>
                    <a:pt x="22925" y="8836"/>
                  </a:lnTo>
                  <a:cubicBezTo>
                    <a:pt x="23351" y="8002"/>
                    <a:pt x="23759" y="7435"/>
                    <a:pt x="23972" y="6796"/>
                  </a:cubicBezTo>
                  <a:cubicBezTo>
                    <a:pt x="24489" y="5333"/>
                    <a:pt x="24808" y="4715"/>
                    <a:pt x="25467" y="4715"/>
                  </a:cubicBezTo>
                  <a:cubicBezTo>
                    <a:pt x="25870" y="4715"/>
                    <a:pt x="26401" y="4947"/>
                    <a:pt x="27184" y="5359"/>
                  </a:cubicBezTo>
                  <a:cubicBezTo>
                    <a:pt x="27485" y="5518"/>
                    <a:pt x="27787" y="5713"/>
                    <a:pt x="28177" y="5944"/>
                  </a:cubicBezTo>
                  <a:lnTo>
                    <a:pt x="26012" y="8694"/>
                  </a:lnTo>
                  <a:cubicBezTo>
                    <a:pt x="26754" y="8600"/>
                    <a:pt x="27262" y="8535"/>
                    <a:pt x="27696" y="8535"/>
                  </a:cubicBezTo>
                  <a:cubicBezTo>
                    <a:pt x="28642" y="8535"/>
                    <a:pt x="29231" y="8844"/>
                    <a:pt x="31105" y="9830"/>
                  </a:cubicBezTo>
                  <a:lnTo>
                    <a:pt x="32844" y="8304"/>
                  </a:lnTo>
                  <a:lnTo>
                    <a:pt x="31886" y="7346"/>
                  </a:lnTo>
                  <a:lnTo>
                    <a:pt x="32861" y="5341"/>
                  </a:lnTo>
                  <a:lnTo>
                    <a:pt x="25232" y="2005"/>
                  </a:lnTo>
                  <a:lnTo>
                    <a:pt x="21577" y="2733"/>
                  </a:lnTo>
                  <a:lnTo>
                    <a:pt x="21452" y="2218"/>
                  </a:lnTo>
                  <a:lnTo>
                    <a:pt x="24540" y="1437"/>
                  </a:lnTo>
                  <a:lnTo>
                    <a:pt x="25072" y="0"/>
                  </a:ln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1" name="Google Shape;1901;p46"/>
            <p:cNvSpPr/>
            <p:nvPr/>
          </p:nvSpPr>
          <p:spPr>
            <a:xfrm>
              <a:off x="6230720" y="7199223"/>
              <a:ext cx="1946945" cy="2121808"/>
            </a:xfrm>
            <a:custGeom>
              <a:rect b="b" l="l" r="r" t="t"/>
              <a:pathLst>
                <a:path extrusionOk="0" h="36872" w="33022">
                  <a:moveTo>
                    <a:pt x="11233" y="0"/>
                  </a:moveTo>
                  <a:cubicBezTo>
                    <a:pt x="10639" y="505"/>
                    <a:pt x="10418" y="1084"/>
                    <a:pt x="9687" y="1084"/>
                  </a:cubicBezTo>
                  <a:cubicBezTo>
                    <a:pt x="9544" y="1084"/>
                    <a:pt x="9381" y="1061"/>
                    <a:pt x="9192" y="1012"/>
                  </a:cubicBezTo>
                  <a:cubicBezTo>
                    <a:pt x="8542" y="845"/>
                    <a:pt x="7805" y="576"/>
                    <a:pt x="7089" y="576"/>
                  </a:cubicBezTo>
                  <a:cubicBezTo>
                    <a:pt x="6437" y="576"/>
                    <a:pt x="5804" y="799"/>
                    <a:pt x="5271" y="1526"/>
                  </a:cubicBezTo>
                  <a:lnTo>
                    <a:pt x="4632" y="231"/>
                  </a:lnTo>
                  <a:cubicBezTo>
                    <a:pt x="3940" y="1030"/>
                    <a:pt x="3780" y="2165"/>
                    <a:pt x="2591" y="2325"/>
                  </a:cubicBezTo>
                  <a:cubicBezTo>
                    <a:pt x="1208" y="2502"/>
                    <a:pt x="2538" y="4649"/>
                    <a:pt x="959" y="4844"/>
                  </a:cubicBezTo>
                  <a:lnTo>
                    <a:pt x="2006" y="8961"/>
                  </a:lnTo>
                  <a:lnTo>
                    <a:pt x="1" y="12190"/>
                  </a:lnTo>
                  <a:cubicBezTo>
                    <a:pt x="1190" y="12935"/>
                    <a:pt x="143" y="14302"/>
                    <a:pt x="640" y="15153"/>
                  </a:cubicBezTo>
                  <a:cubicBezTo>
                    <a:pt x="1882" y="15987"/>
                    <a:pt x="3071" y="16697"/>
                    <a:pt x="4135" y="17531"/>
                  </a:cubicBezTo>
                  <a:cubicBezTo>
                    <a:pt x="5058" y="18276"/>
                    <a:pt x="5732" y="19359"/>
                    <a:pt x="6726" y="19980"/>
                  </a:cubicBezTo>
                  <a:cubicBezTo>
                    <a:pt x="7808" y="20654"/>
                    <a:pt x="9121" y="20973"/>
                    <a:pt x="10044" y="21364"/>
                  </a:cubicBezTo>
                  <a:cubicBezTo>
                    <a:pt x="11250" y="25161"/>
                    <a:pt x="11587" y="28638"/>
                    <a:pt x="10878" y="32152"/>
                  </a:cubicBezTo>
                  <a:cubicBezTo>
                    <a:pt x="11091" y="32506"/>
                    <a:pt x="11623" y="32968"/>
                    <a:pt x="11605" y="33394"/>
                  </a:cubicBezTo>
                  <a:cubicBezTo>
                    <a:pt x="11552" y="34405"/>
                    <a:pt x="11605" y="35416"/>
                    <a:pt x="11783" y="36428"/>
                  </a:cubicBezTo>
                  <a:cubicBezTo>
                    <a:pt x="11800" y="36587"/>
                    <a:pt x="11836" y="36729"/>
                    <a:pt x="11871" y="36871"/>
                  </a:cubicBezTo>
                  <a:cubicBezTo>
                    <a:pt x="12634" y="36712"/>
                    <a:pt x="13379" y="36552"/>
                    <a:pt x="14125" y="36357"/>
                  </a:cubicBezTo>
                  <a:lnTo>
                    <a:pt x="14568" y="36233"/>
                  </a:lnTo>
                  <a:cubicBezTo>
                    <a:pt x="15172" y="34139"/>
                    <a:pt x="15828" y="32045"/>
                    <a:pt x="17798" y="30785"/>
                  </a:cubicBezTo>
                  <a:cubicBezTo>
                    <a:pt x="18543" y="30324"/>
                    <a:pt x="18951" y="29845"/>
                    <a:pt x="19235" y="29117"/>
                  </a:cubicBezTo>
                  <a:cubicBezTo>
                    <a:pt x="19377" y="28763"/>
                    <a:pt x="19465" y="28230"/>
                    <a:pt x="19732" y="28124"/>
                  </a:cubicBezTo>
                  <a:cubicBezTo>
                    <a:pt x="22233" y="27059"/>
                    <a:pt x="23334" y="24930"/>
                    <a:pt x="24008" y="22535"/>
                  </a:cubicBezTo>
                  <a:cubicBezTo>
                    <a:pt x="24345" y="21346"/>
                    <a:pt x="25232" y="20423"/>
                    <a:pt x="26403" y="20051"/>
                  </a:cubicBezTo>
                  <a:cubicBezTo>
                    <a:pt x="28550" y="19447"/>
                    <a:pt x="29065" y="17904"/>
                    <a:pt x="29615" y="16147"/>
                  </a:cubicBezTo>
                  <a:cubicBezTo>
                    <a:pt x="30449" y="13503"/>
                    <a:pt x="30999" y="10735"/>
                    <a:pt x="32844" y="8517"/>
                  </a:cubicBezTo>
                  <a:cubicBezTo>
                    <a:pt x="32933" y="8429"/>
                    <a:pt x="32986" y="8340"/>
                    <a:pt x="33021" y="8216"/>
                  </a:cubicBezTo>
                  <a:cubicBezTo>
                    <a:pt x="33021" y="7683"/>
                    <a:pt x="33021" y="7133"/>
                    <a:pt x="33021" y="6424"/>
                  </a:cubicBezTo>
                  <a:cubicBezTo>
                    <a:pt x="32898" y="6449"/>
                    <a:pt x="32778" y="6461"/>
                    <a:pt x="32662" y="6461"/>
                  </a:cubicBezTo>
                  <a:cubicBezTo>
                    <a:pt x="31610" y="6461"/>
                    <a:pt x="30838" y="5512"/>
                    <a:pt x="29835" y="5512"/>
                  </a:cubicBezTo>
                  <a:cubicBezTo>
                    <a:pt x="29647" y="5512"/>
                    <a:pt x="29450" y="5546"/>
                    <a:pt x="29242" y="5625"/>
                  </a:cubicBezTo>
                  <a:cubicBezTo>
                    <a:pt x="28763" y="5810"/>
                    <a:pt x="28295" y="5881"/>
                    <a:pt x="27833" y="5881"/>
                  </a:cubicBezTo>
                  <a:cubicBezTo>
                    <a:pt x="27010" y="5881"/>
                    <a:pt x="26203" y="5659"/>
                    <a:pt x="25374" y="5465"/>
                  </a:cubicBezTo>
                  <a:cubicBezTo>
                    <a:pt x="25322" y="5454"/>
                    <a:pt x="25270" y="5449"/>
                    <a:pt x="25215" y="5449"/>
                  </a:cubicBezTo>
                  <a:cubicBezTo>
                    <a:pt x="24767" y="5449"/>
                    <a:pt x="24231" y="5812"/>
                    <a:pt x="23582" y="6033"/>
                  </a:cubicBezTo>
                  <a:lnTo>
                    <a:pt x="20637" y="2112"/>
                  </a:lnTo>
                  <a:lnTo>
                    <a:pt x="16467" y="2201"/>
                  </a:lnTo>
                  <a:lnTo>
                    <a:pt x="11233" y="0"/>
                  </a:ln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2" name="Google Shape;1902;p46"/>
            <p:cNvSpPr/>
            <p:nvPr/>
          </p:nvSpPr>
          <p:spPr>
            <a:xfrm>
              <a:off x="8505634" y="5386739"/>
              <a:ext cx="593246" cy="1520403"/>
            </a:xfrm>
            <a:custGeom>
              <a:rect b="b" l="l" r="r" t="t"/>
              <a:pathLst>
                <a:path extrusionOk="0" h="26421" w="10062">
                  <a:moveTo>
                    <a:pt x="2520" y="1"/>
                  </a:moveTo>
                  <a:lnTo>
                    <a:pt x="2254" y="19"/>
                  </a:lnTo>
                  <a:cubicBezTo>
                    <a:pt x="2077" y="515"/>
                    <a:pt x="2041" y="1474"/>
                    <a:pt x="1545" y="1864"/>
                  </a:cubicBezTo>
                  <a:cubicBezTo>
                    <a:pt x="107" y="3035"/>
                    <a:pt x="214" y="4401"/>
                    <a:pt x="586" y="5927"/>
                  </a:cubicBezTo>
                  <a:cubicBezTo>
                    <a:pt x="746" y="6566"/>
                    <a:pt x="1012" y="7311"/>
                    <a:pt x="835" y="7897"/>
                  </a:cubicBezTo>
                  <a:cubicBezTo>
                    <a:pt x="1" y="10523"/>
                    <a:pt x="799" y="13202"/>
                    <a:pt x="72" y="15917"/>
                  </a:cubicBezTo>
                  <a:lnTo>
                    <a:pt x="1686" y="15846"/>
                  </a:lnTo>
                  <a:cubicBezTo>
                    <a:pt x="1811" y="17177"/>
                    <a:pt x="2698" y="18241"/>
                    <a:pt x="1970" y="19590"/>
                  </a:cubicBezTo>
                  <a:cubicBezTo>
                    <a:pt x="1740" y="20051"/>
                    <a:pt x="2024" y="21293"/>
                    <a:pt x="2414" y="21506"/>
                  </a:cubicBezTo>
                  <a:cubicBezTo>
                    <a:pt x="4596" y="22642"/>
                    <a:pt x="4632" y="25587"/>
                    <a:pt x="6885" y="26421"/>
                  </a:cubicBezTo>
                  <a:lnTo>
                    <a:pt x="10061" y="24079"/>
                  </a:lnTo>
                  <a:cubicBezTo>
                    <a:pt x="9973" y="15491"/>
                    <a:pt x="7364" y="7098"/>
                    <a:pt x="2520" y="1"/>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3" name="Google Shape;1903;p46"/>
            <p:cNvSpPr/>
            <p:nvPr/>
          </p:nvSpPr>
          <p:spPr>
            <a:xfrm>
              <a:off x="5794565" y="6851286"/>
              <a:ext cx="485469" cy="116587"/>
            </a:xfrm>
            <a:custGeom>
              <a:rect b="b" l="l" r="r" t="t"/>
              <a:pathLst>
                <a:path extrusionOk="0" h="2026" w="8234">
                  <a:moveTo>
                    <a:pt x="3405" y="1"/>
                  </a:moveTo>
                  <a:cubicBezTo>
                    <a:pt x="2255" y="1"/>
                    <a:pt x="1201" y="655"/>
                    <a:pt x="1" y="919"/>
                  </a:cubicBezTo>
                  <a:cubicBezTo>
                    <a:pt x="371" y="1711"/>
                    <a:pt x="675" y="1974"/>
                    <a:pt x="943" y="1974"/>
                  </a:cubicBezTo>
                  <a:cubicBezTo>
                    <a:pt x="1419" y="1974"/>
                    <a:pt x="1781" y="1142"/>
                    <a:pt x="2201" y="972"/>
                  </a:cubicBezTo>
                  <a:cubicBezTo>
                    <a:pt x="2266" y="967"/>
                    <a:pt x="2330" y="964"/>
                    <a:pt x="2394" y="964"/>
                  </a:cubicBezTo>
                  <a:cubicBezTo>
                    <a:pt x="3717" y="964"/>
                    <a:pt x="4976" y="2025"/>
                    <a:pt x="6356" y="2025"/>
                  </a:cubicBezTo>
                  <a:cubicBezTo>
                    <a:pt x="6954" y="2025"/>
                    <a:pt x="7575" y="1826"/>
                    <a:pt x="8234" y="1256"/>
                  </a:cubicBezTo>
                  <a:cubicBezTo>
                    <a:pt x="7932" y="936"/>
                    <a:pt x="7684" y="440"/>
                    <a:pt x="7400" y="422"/>
                  </a:cubicBezTo>
                  <a:cubicBezTo>
                    <a:pt x="7374" y="421"/>
                    <a:pt x="7348" y="420"/>
                    <a:pt x="7322" y="420"/>
                  </a:cubicBezTo>
                  <a:cubicBezTo>
                    <a:pt x="6763" y="420"/>
                    <a:pt x="6090" y="679"/>
                    <a:pt x="5591" y="679"/>
                  </a:cubicBezTo>
                  <a:cubicBezTo>
                    <a:pt x="5418" y="679"/>
                    <a:pt x="5266" y="648"/>
                    <a:pt x="5147" y="564"/>
                  </a:cubicBezTo>
                  <a:cubicBezTo>
                    <a:pt x="4527" y="150"/>
                    <a:pt x="3955" y="1"/>
                    <a:pt x="3405" y="1"/>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4" name="Google Shape;1904;p46"/>
            <p:cNvSpPr/>
            <p:nvPr/>
          </p:nvSpPr>
          <p:spPr>
            <a:xfrm>
              <a:off x="6358342" y="6885757"/>
              <a:ext cx="389247" cy="141964"/>
            </a:xfrm>
            <a:custGeom>
              <a:rect b="b" l="l" r="r" t="t"/>
              <a:pathLst>
                <a:path extrusionOk="0" h="2467" w="6602">
                  <a:moveTo>
                    <a:pt x="6601" y="0"/>
                  </a:moveTo>
                  <a:cubicBezTo>
                    <a:pt x="4188" y="231"/>
                    <a:pt x="2254" y="391"/>
                    <a:pt x="338" y="604"/>
                  </a:cubicBezTo>
                  <a:cubicBezTo>
                    <a:pt x="231" y="621"/>
                    <a:pt x="160" y="976"/>
                    <a:pt x="1" y="1384"/>
                  </a:cubicBezTo>
                  <a:lnTo>
                    <a:pt x="1438" y="2467"/>
                  </a:lnTo>
                  <a:cubicBezTo>
                    <a:pt x="2573" y="621"/>
                    <a:pt x="4862" y="1491"/>
                    <a:pt x="6601" y="0"/>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5" name="Google Shape;1905;p46"/>
            <p:cNvSpPr/>
            <p:nvPr/>
          </p:nvSpPr>
          <p:spPr>
            <a:xfrm>
              <a:off x="5764266" y="4265410"/>
              <a:ext cx="1046169" cy="567914"/>
            </a:xfrm>
            <a:custGeom>
              <a:rect b="b" l="l" r="r" t="t"/>
              <a:pathLst>
                <a:path extrusionOk="0" h="9869" w="17744">
                  <a:moveTo>
                    <a:pt x="11775" y="1"/>
                  </a:moveTo>
                  <a:cubicBezTo>
                    <a:pt x="7969" y="1"/>
                    <a:pt x="4175" y="474"/>
                    <a:pt x="479" y="1405"/>
                  </a:cubicBezTo>
                  <a:lnTo>
                    <a:pt x="0" y="1530"/>
                  </a:lnTo>
                  <a:cubicBezTo>
                    <a:pt x="266" y="1749"/>
                    <a:pt x="570" y="1886"/>
                    <a:pt x="955" y="1886"/>
                  </a:cubicBezTo>
                  <a:cubicBezTo>
                    <a:pt x="1161" y="1886"/>
                    <a:pt x="1391" y="1847"/>
                    <a:pt x="1651" y="1760"/>
                  </a:cubicBezTo>
                  <a:cubicBezTo>
                    <a:pt x="2029" y="1630"/>
                    <a:pt x="2392" y="1564"/>
                    <a:pt x="2739" y="1564"/>
                  </a:cubicBezTo>
                  <a:cubicBezTo>
                    <a:pt x="3580" y="1564"/>
                    <a:pt x="4337" y="1950"/>
                    <a:pt x="5040" y="2754"/>
                  </a:cubicBezTo>
                  <a:cubicBezTo>
                    <a:pt x="5749" y="3588"/>
                    <a:pt x="7204" y="3428"/>
                    <a:pt x="7967" y="4422"/>
                  </a:cubicBezTo>
                  <a:cubicBezTo>
                    <a:pt x="8017" y="4486"/>
                    <a:pt x="8125" y="4504"/>
                    <a:pt x="8257" y="4504"/>
                  </a:cubicBezTo>
                  <a:cubicBezTo>
                    <a:pt x="8429" y="4504"/>
                    <a:pt x="8642" y="4473"/>
                    <a:pt x="8821" y="4473"/>
                  </a:cubicBezTo>
                  <a:cubicBezTo>
                    <a:pt x="8844" y="4473"/>
                    <a:pt x="8868" y="4474"/>
                    <a:pt x="8890" y="4475"/>
                  </a:cubicBezTo>
                  <a:lnTo>
                    <a:pt x="8233" y="6054"/>
                  </a:lnTo>
                  <a:cubicBezTo>
                    <a:pt x="9475" y="6533"/>
                    <a:pt x="11019" y="6640"/>
                    <a:pt x="11605" y="7420"/>
                  </a:cubicBezTo>
                  <a:cubicBezTo>
                    <a:pt x="13095" y="9479"/>
                    <a:pt x="15065" y="9745"/>
                    <a:pt x="17744" y="9869"/>
                  </a:cubicBezTo>
                  <a:cubicBezTo>
                    <a:pt x="17105" y="8982"/>
                    <a:pt x="16271" y="8325"/>
                    <a:pt x="16342" y="7828"/>
                  </a:cubicBezTo>
                  <a:cubicBezTo>
                    <a:pt x="16502" y="6888"/>
                    <a:pt x="16892" y="6125"/>
                    <a:pt x="15632" y="5717"/>
                  </a:cubicBezTo>
                  <a:lnTo>
                    <a:pt x="16857" y="4706"/>
                  </a:lnTo>
                  <a:lnTo>
                    <a:pt x="16484" y="3215"/>
                  </a:lnTo>
                  <a:cubicBezTo>
                    <a:pt x="16786" y="3073"/>
                    <a:pt x="17123" y="3002"/>
                    <a:pt x="17336" y="2772"/>
                  </a:cubicBezTo>
                  <a:cubicBezTo>
                    <a:pt x="17531" y="2559"/>
                    <a:pt x="17549" y="2222"/>
                    <a:pt x="17744" y="1689"/>
                  </a:cubicBezTo>
                  <a:cubicBezTo>
                    <a:pt x="16928" y="1441"/>
                    <a:pt x="16218" y="1281"/>
                    <a:pt x="15579" y="660"/>
                  </a:cubicBezTo>
                  <a:cubicBezTo>
                    <a:pt x="15384" y="465"/>
                    <a:pt x="15171" y="270"/>
                    <a:pt x="14940" y="110"/>
                  </a:cubicBezTo>
                  <a:cubicBezTo>
                    <a:pt x="13885" y="37"/>
                    <a:pt x="12830" y="1"/>
                    <a:pt x="11775" y="1"/>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6" name="Google Shape;1906;p46"/>
            <p:cNvSpPr/>
            <p:nvPr/>
          </p:nvSpPr>
          <p:spPr>
            <a:xfrm>
              <a:off x="7824728" y="4722632"/>
              <a:ext cx="802491" cy="767251"/>
            </a:xfrm>
            <a:custGeom>
              <a:rect b="b" l="l" r="r" t="t"/>
              <a:pathLst>
                <a:path extrusionOk="0" h="13333" w="13611">
                  <a:moveTo>
                    <a:pt x="1947" y="1"/>
                  </a:moveTo>
                  <a:cubicBezTo>
                    <a:pt x="1321" y="1"/>
                    <a:pt x="678" y="263"/>
                    <a:pt x="1" y="842"/>
                  </a:cubicBezTo>
                  <a:lnTo>
                    <a:pt x="1420" y="2634"/>
                  </a:lnTo>
                  <a:lnTo>
                    <a:pt x="5856" y="2829"/>
                  </a:lnTo>
                  <a:lnTo>
                    <a:pt x="5342" y="5224"/>
                  </a:lnTo>
                  <a:lnTo>
                    <a:pt x="8802" y="7105"/>
                  </a:lnTo>
                  <a:lnTo>
                    <a:pt x="7453" y="8702"/>
                  </a:lnTo>
                  <a:lnTo>
                    <a:pt x="9884" y="12925"/>
                  </a:lnTo>
                  <a:lnTo>
                    <a:pt x="12386" y="13333"/>
                  </a:lnTo>
                  <a:cubicBezTo>
                    <a:pt x="11889" y="12109"/>
                    <a:pt x="13610" y="10813"/>
                    <a:pt x="11694" y="9891"/>
                  </a:cubicBezTo>
                  <a:cubicBezTo>
                    <a:pt x="11605" y="9181"/>
                    <a:pt x="11232" y="8436"/>
                    <a:pt x="11179" y="7726"/>
                  </a:cubicBezTo>
                  <a:cubicBezTo>
                    <a:pt x="8713" y="4852"/>
                    <a:pt x="5892" y="2297"/>
                    <a:pt x="2769" y="150"/>
                  </a:cubicBezTo>
                  <a:cubicBezTo>
                    <a:pt x="2497" y="52"/>
                    <a:pt x="2224" y="1"/>
                    <a:pt x="1947" y="1"/>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7" name="Google Shape;1907;p46"/>
            <p:cNvSpPr/>
            <p:nvPr/>
          </p:nvSpPr>
          <p:spPr>
            <a:xfrm>
              <a:off x="6569611" y="5344901"/>
              <a:ext cx="215554" cy="147086"/>
            </a:xfrm>
            <a:custGeom>
              <a:rect b="b" l="l" r="r" t="t"/>
              <a:pathLst>
                <a:path extrusionOk="0" h="2556" w="3656">
                  <a:moveTo>
                    <a:pt x="498" y="0"/>
                  </a:moveTo>
                  <a:cubicBezTo>
                    <a:pt x="444" y="426"/>
                    <a:pt x="373" y="852"/>
                    <a:pt x="302" y="1278"/>
                  </a:cubicBezTo>
                  <a:cubicBezTo>
                    <a:pt x="231" y="1686"/>
                    <a:pt x="107" y="2076"/>
                    <a:pt x="1" y="2555"/>
                  </a:cubicBezTo>
                  <a:lnTo>
                    <a:pt x="3656" y="2467"/>
                  </a:lnTo>
                  <a:lnTo>
                    <a:pt x="3319" y="1100"/>
                  </a:lnTo>
                  <a:lnTo>
                    <a:pt x="498" y="0"/>
                  </a:ln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08" name="Google Shape;1908;p46"/>
          <p:cNvSpPr/>
          <p:nvPr/>
        </p:nvSpPr>
        <p:spPr>
          <a:xfrm rot="10800000">
            <a:off x="3462661" y="655348"/>
            <a:ext cx="233400" cy="233400"/>
          </a:xfrm>
          <a:prstGeom prst="ellipse">
            <a:avLst/>
          </a:pr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9" name="Google Shape;1909;p46"/>
          <p:cNvSpPr/>
          <p:nvPr/>
        </p:nvSpPr>
        <p:spPr>
          <a:xfrm rot="10800000">
            <a:off x="7346411" y="7811598"/>
            <a:ext cx="233400" cy="233400"/>
          </a:xfrm>
          <a:prstGeom prst="ellipse">
            <a:avLst/>
          </a:pr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910" name="Google Shape;1910;p46"/>
          <p:cNvGrpSpPr/>
          <p:nvPr/>
        </p:nvGrpSpPr>
        <p:grpSpPr>
          <a:xfrm>
            <a:off x="794513" y="2407313"/>
            <a:ext cx="517525" cy="1590375"/>
            <a:chOff x="1817688" y="2173913"/>
            <a:chExt cx="517525" cy="1590375"/>
          </a:xfrm>
        </p:grpSpPr>
        <p:sp>
          <p:nvSpPr>
            <p:cNvPr id="1911" name="Google Shape;1911;p46"/>
            <p:cNvSpPr/>
            <p:nvPr/>
          </p:nvSpPr>
          <p:spPr>
            <a:xfrm>
              <a:off x="1817688" y="2173913"/>
              <a:ext cx="517525" cy="1590375"/>
            </a:xfrm>
            <a:custGeom>
              <a:rect b="b" l="l" r="r" t="t"/>
              <a:pathLst>
                <a:path extrusionOk="0" h="63615" w="20701">
                  <a:moveTo>
                    <a:pt x="20701" y="0"/>
                  </a:moveTo>
                  <a:cubicBezTo>
                    <a:pt x="12419" y="20704"/>
                    <a:pt x="5408" y="41981"/>
                    <a:pt x="0" y="63615"/>
                  </a:cubicBezTo>
                </a:path>
              </a:pathLst>
            </a:custGeom>
            <a:noFill/>
            <a:ln cap="flat" cmpd="sng" w="28575">
              <a:solidFill>
                <a:schemeClr val="dk1"/>
              </a:solidFill>
              <a:prstDash val="solid"/>
              <a:round/>
              <a:headEnd len="med" w="med" type="none"/>
              <a:tailEnd len="med" w="med" type="none"/>
            </a:ln>
          </p:spPr>
        </p:sp>
        <p:sp>
          <p:nvSpPr>
            <p:cNvPr id="1912" name="Google Shape;1912;p46"/>
            <p:cNvSpPr/>
            <p:nvPr/>
          </p:nvSpPr>
          <p:spPr>
            <a:xfrm>
              <a:off x="2019663" y="2792388"/>
              <a:ext cx="239800" cy="833050"/>
            </a:xfrm>
            <a:custGeom>
              <a:rect b="b" l="l" r="r" t="t"/>
              <a:pathLst>
                <a:path extrusionOk="0" h="33322" w="9592">
                  <a:moveTo>
                    <a:pt x="9592" y="0"/>
                  </a:moveTo>
                  <a:cubicBezTo>
                    <a:pt x="6193" y="11047"/>
                    <a:pt x="1897" y="21920"/>
                    <a:pt x="0" y="33322"/>
                  </a:cubicBezTo>
                </a:path>
              </a:pathLst>
            </a:custGeom>
            <a:noFill/>
            <a:ln cap="flat" cmpd="sng" w="28575">
              <a:solidFill>
                <a:schemeClr val="dk1"/>
              </a:solidFill>
              <a:prstDash val="solid"/>
              <a:round/>
              <a:headEnd len="med" w="med" type="none"/>
              <a:tailEnd len="med" w="med" type="none"/>
            </a:ln>
          </p:spPr>
        </p:sp>
      </p:grpSp>
      <p:sp>
        <p:nvSpPr>
          <p:cNvPr id="1913" name="Google Shape;1913;p46"/>
          <p:cNvSpPr txBox="1"/>
          <p:nvPr/>
        </p:nvSpPr>
        <p:spPr>
          <a:xfrm>
            <a:off x="2524425" y="9677250"/>
            <a:ext cx="5238300" cy="332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sz="1700">
                <a:solidFill>
                  <a:schemeClr val="dk1"/>
                </a:solidFill>
                <a:latin typeface="Grandstander"/>
                <a:ea typeface="Grandstander"/>
                <a:cs typeface="Grandstander"/>
                <a:sym typeface="Grandstander"/>
              </a:rPr>
              <a:t>This template has been created by </a:t>
            </a:r>
            <a:r>
              <a:rPr b="1" lang="en" sz="1700">
                <a:solidFill>
                  <a:schemeClr val="dk1"/>
                </a:solidFill>
                <a:uFill>
                  <a:noFill/>
                </a:uFill>
                <a:latin typeface="Grandstander"/>
                <a:ea typeface="Grandstander"/>
                <a:cs typeface="Grandstander"/>
                <a:sym typeface="Grandstander"/>
                <a:hlinkClick r:id="rId3">
                  <a:extLst>
                    <a:ext uri="{A12FA001-AC4F-418D-AE19-62706E023703}">
                      <ahyp:hlinkClr val="tx"/>
                    </a:ext>
                  </a:extLst>
                </a:hlinkClick>
              </a:rPr>
              <a:t>Slidesgo</a:t>
            </a:r>
            <a:endParaRPr sz="1700">
              <a:solidFill>
                <a:schemeClr val="dk1"/>
              </a:solidFill>
              <a:latin typeface="Grandstander"/>
              <a:ea typeface="Grandstander"/>
              <a:cs typeface="Grandstander"/>
              <a:sym typeface="Grandstander"/>
            </a:endParaRPr>
          </a:p>
        </p:txBody>
      </p:sp>
      <p:grpSp>
        <p:nvGrpSpPr>
          <p:cNvPr id="1914" name="Google Shape;1914;p46"/>
          <p:cNvGrpSpPr/>
          <p:nvPr/>
        </p:nvGrpSpPr>
        <p:grpSpPr>
          <a:xfrm>
            <a:off x="8855063" y="8419275"/>
            <a:ext cx="517525" cy="1590375"/>
            <a:chOff x="8313738" y="4883163"/>
            <a:chExt cx="517525" cy="1590375"/>
          </a:xfrm>
        </p:grpSpPr>
        <p:sp>
          <p:nvSpPr>
            <p:cNvPr id="1915" name="Google Shape;1915;p46"/>
            <p:cNvSpPr/>
            <p:nvPr/>
          </p:nvSpPr>
          <p:spPr>
            <a:xfrm>
              <a:off x="8313738" y="4883163"/>
              <a:ext cx="517525" cy="1590375"/>
            </a:xfrm>
            <a:custGeom>
              <a:rect b="b" l="l" r="r" t="t"/>
              <a:pathLst>
                <a:path extrusionOk="0" h="63615" w="20701">
                  <a:moveTo>
                    <a:pt x="20701" y="0"/>
                  </a:moveTo>
                  <a:cubicBezTo>
                    <a:pt x="12419" y="20704"/>
                    <a:pt x="5408" y="41981"/>
                    <a:pt x="0" y="63615"/>
                  </a:cubicBezTo>
                </a:path>
              </a:pathLst>
            </a:custGeom>
            <a:noFill/>
            <a:ln cap="flat" cmpd="sng" w="28575">
              <a:solidFill>
                <a:schemeClr val="dk1"/>
              </a:solidFill>
              <a:prstDash val="solid"/>
              <a:round/>
              <a:headEnd len="med" w="med" type="none"/>
              <a:tailEnd len="med" w="med" type="none"/>
            </a:ln>
          </p:spPr>
        </p:sp>
        <p:sp>
          <p:nvSpPr>
            <p:cNvPr id="1916" name="Google Shape;1916;p46"/>
            <p:cNvSpPr/>
            <p:nvPr/>
          </p:nvSpPr>
          <p:spPr>
            <a:xfrm>
              <a:off x="8515713" y="5501638"/>
              <a:ext cx="239800" cy="833050"/>
            </a:xfrm>
            <a:custGeom>
              <a:rect b="b" l="l" r="r" t="t"/>
              <a:pathLst>
                <a:path extrusionOk="0" h="33322" w="9592">
                  <a:moveTo>
                    <a:pt x="9592" y="0"/>
                  </a:moveTo>
                  <a:cubicBezTo>
                    <a:pt x="6193" y="11047"/>
                    <a:pt x="1897" y="21920"/>
                    <a:pt x="0" y="33322"/>
                  </a:cubicBezTo>
                </a:path>
              </a:pathLst>
            </a:custGeom>
            <a:noFill/>
            <a:ln cap="flat" cmpd="sng" w="28575">
              <a:solidFill>
                <a:schemeClr val="dk1"/>
              </a:solidFill>
              <a:prstDash val="solid"/>
              <a:round/>
              <a:headEnd len="med" w="med" type="none"/>
              <a:tailEnd len="med" w="med" type="none"/>
            </a:ln>
          </p:spPr>
        </p:sp>
      </p:grpSp>
      <p:grpSp>
        <p:nvGrpSpPr>
          <p:cNvPr id="1917" name="Google Shape;1917;p46"/>
          <p:cNvGrpSpPr/>
          <p:nvPr/>
        </p:nvGrpSpPr>
        <p:grpSpPr>
          <a:xfrm rot="1030467">
            <a:off x="4657034" y="6006865"/>
            <a:ext cx="925393" cy="1316958"/>
            <a:chOff x="-2411274" y="3718723"/>
            <a:chExt cx="1125419" cy="1336052"/>
          </a:xfrm>
        </p:grpSpPr>
        <p:sp>
          <p:nvSpPr>
            <p:cNvPr id="1918" name="Google Shape;1918;p46"/>
            <p:cNvSpPr/>
            <p:nvPr/>
          </p:nvSpPr>
          <p:spPr>
            <a:xfrm>
              <a:off x="-2187891" y="4281669"/>
              <a:ext cx="400957" cy="305559"/>
            </a:xfrm>
            <a:custGeom>
              <a:rect b="b" l="l" r="r" t="t"/>
              <a:pathLst>
                <a:path extrusionOk="0" h="647" w="849">
                  <a:moveTo>
                    <a:pt x="734" y="0"/>
                  </a:moveTo>
                  <a:cubicBezTo>
                    <a:pt x="723" y="8"/>
                    <a:pt x="707" y="20"/>
                    <a:pt x="695" y="28"/>
                  </a:cubicBezTo>
                  <a:cubicBezTo>
                    <a:pt x="474" y="182"/>
                    <a:pt x="242" y="315"/>
                    <a:pt x="1" y="433"/>
                  </a:cubicBezTo>
                  <a:cubicBezTo>
                    <a:pt x="17" y="504"/>
                    <a:pt x="37" y="575"/>
                    <a:pt x="60" y="646"/>
                  </a:cubicBezTo>
                  <a:cubicBezTo>
                    <a:pt x="202" y="575"/>
                    <a:pt x="344" y="501"/>
                    <a:pt x="482" y="418"/>
                  </a:cubicBezTo>
                  <a:cubicBezTo>
                    <a:pt x="608" y="347"/>
                    <a:pt x="730" y="268"/>
                    <a:pt x="849" y="186"/>
                  </a:cubicBezTo>
                  <a:cubicBezTo>
                    <a:pt x="814" y="122"/>
                    <a:pt x="774" y="59"/>
                    <a:pt x="734"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9" name="Google Shape;1919;p46"/>
            <p:cNvSpPr/>
            <p:nvPr/>
          </p:nvSpPr>
          <p:spPr>
            <a:xfrm>
              <a:off x="-2411274" y="3989334"/>
              <a:ext cx="1125419" cy="1065441"/>
            </a:xfrm>
            <a:custGeom>
              <a:rect b="b" l="l" r="r" t="t"/>
              <a:pathLst>
                <a:path extrusionOk="0" h="2256" w="2383">
                  <a:moveTo>
                    <a:pt x="198" y="0"/>
                  </a:moveTo>
                  <a:cubicBezTo>
                    <a:pt x="178" y="0"/>
                    <a:pt x="20" y="1881"/>
                    <a:pt x="13" y="1960"/>
                  </a:cubicBezTo>
                  <a:cubicBezTo>
                    <a:pt x="9" y="1984"/>
                    <a:pt x="0" y="2003"/>
                    <a:pt x="24" y="2007"/>
                  </a:cubicBezTo>
                  <a:cubicBezTo>
                    <a:pt x="837" y="2102"/>
                    <a:pt x="1436" y="2173"/>
                    <a:pt x="2098" y="2255"/>
                  </a:cubicBezTo>
                  <a:cubicBezTo>
                    <a:pt x="2101" y="2256"/>
                    <a:pt x="2103" y="2256"/>
                    <a:pt x="2105" y="2256"/>
                  </a:cubicBezTo>
                  <a:cubicBezTo>
                    <a:pt x="2142" y="2256"/>
                    <a:pt x="2177" y="2226"/>
                    <a:pt x="2177" y="2188"/>
                  </a:cubicBezTo>
                  <a:cubicBezTo>
                    <a:pt x="2193" y="1818"/>
                    <a:pt x="2382" y="260"/>
                    <a:pt x="2371" y="260"/>
                  </a:cubicBezTo>
                  <a:lnTo>
                    <a:pt x="198" y="0"/>
                  </a:lnTo>
                  <a:cubicBezTo>
                    <a:pt x="198" y="0"/>
                    <a:pt x="198" y="0"/>
                    <a:pt x="198" y="0"/>
                  </a:cubicBezTo>
                  <a:close/>
                </a:path>
              </a:pathLst>
            </a:custGeom>
            <a:solidFill>
              <a:schemeClr val="dk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0" name="Google Shape;1920;p46"/>
            <p:cNvSpPr/>
            <p:nvPr/>
          </p:nvSpPr>
          <p:spPr>
            <a:xfrm>
              <a:off x="-2319159" y="4549453"/>
              <a:ext cx="191269" cy="191742"/>
            </a:xfrm>
            <a:custGeom>
              <a:rect b="b" l="l" r="r" t="t"/>
              <a:pathLst>
                <a:path extrusionOk="0" h="406" w="405">
                  <a:moveTo>
                    <a:pt x="199" y="0"/>
                  </a:moveTo>
                  <a:cubicBezTo>
                    <a:pt x="160" y="0"/>
                    <a:pt x="119" y="13"/>
                    <a:pt x="84" y="39"/>
                  </a:cubicBezTo>
                  <a:cubicBezTo>
                    <a:pt x="40" y="71"/>
                    <a:pt x="17" y="122"/>
                    <a:pt x="13" y="177"/>
                  </a:cubicBezTo>
                  <a:cubicBezTo>
                    <a:pt x="5" y="200"/>
                    <a:pt x="1" y="229"/>
                    <a:pt x="5" y="256"/>
                  </a:cubicBezTo>
                  <a:cubicBezTo>
                    <a:pt x="13" y="331"/>
                    <a:pt x="68" y="386"/>
                    <a:pt x="139" y="402"/>
                  </a:cubicBezTo>
                  <a:cubicBezTo>
                    <a:pt x="151" y="404"/>
                    <a:pt x="162" y="406"/>
                    <a:pt x="174" y="406"/>
                  </a:cubicBezTo>
                  <a:cubicBezTo>
                    <a:pt x="301" y="406"/>
                    <a:pt x="405" y="257"/>
                    <a:pt x="375" y="138"/>
                  </a:cubicBezTo>
                  <a:cubicBezTo>
                    <a:pt x="355" y="51"/>
                    <a:pt x="279" y="0"/>
                    <a:pt x="19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1" name="Google Shape;1921;p46"/>
            <p:cNvSpPr/>
            <p:nvPr/>
          </p:nvSpPr>
          <p:spPr>
            <a:xfrm>
              <a:off x="-1979147" y="4497497"/>
              <a:ext cx="212994" cy="185130"/>
            </a:xfrm>
            <a:custGeom>
              <a:rect b="b" l="l" r="r" t="t"/>
              <a:pathLst>
                <a:path extrusionOk="0" h="392" w="451">
                  <a:moveTo>
                    <a:pt x="177" y="1"/>
                  </a:moveTo>
                  <a:cubicBezTo>
                    <a:pt x="152" y="1"/>
                    <a:pt x="128" y="8"/>
                    <a:pt x="107" y="24"/>
                  </a:cubicBezTo>
                  <a:cubicBezTo>
                    <a:pt x="37" y="87"/>
                    <a:pt x="1" y="186"/>
                    <a:pt x="44" y="276"/>
                  </a:cubicBezTo>
                  <a:cubicBezTo>
                    <a:pt x="76" y="349"/>
                    <a:pt x="144" y="392"/>
                    <a:pt x="218" y="392"/>
                  </a:cubicBezTo>
                  <a:cubicBezTo>
                    <a:pt x="244" y="392"/>
                    <a:pt x="271" y="386"/>
                    <a:pt x="297" y="375"/>
                  </a:cubicBezTo>
                  <a:cubicBezTo>
                    <a:pt x="403" y="331"/>
                    <a:pt x="450" y="202"/>
                    <a:pt x="383" y="107"/>
                  </a:cubicBezTo>
                  <a:cubicBezTo>
                    <a:pt x="355" y="67"/>
                    <a:pt x="316" y="40"/>
                    <a:pt x="273" y="28"/>
                  </a:cubicBezTo>
                  <a:cubicBezTo>
                    <a:pt x="261" y="24"/>
                    <a:pt x="253" y="20"/>
                    <a:pt x="241" y="16"/>
                  </a:cubicBezTo>
                  <a:cubicBezTo>
                    <a:pt x="222" y="7"/>
                    <a:pt x="200" y="1"/>
                    <a:pt x="17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2" name="Google Shape;1922;p46"/>
            <p:cNvSpPr/>
            <p:nvPr/>
          </p:nvSpPr>
          <p:spPr>
            <a:xfrm>
              <a:off x="-2249286" y="4217913"/>
              <a:ext cx="194103" cy="188436"/>
            </a:xfrm>
            <a:custGeom>
              <a:rect b="b" l="l" r="r" t="t"/>
              <a:pathLst>
                <a:path extrusionOk="0" h="399" w="411">
                  <a:moveTo>
                    <a:pt x="200" y="0"/>
                  </a:moveTo>
                  <a:cubicBezTo>
                    <a:pt x="195" y="0"/>
                    <a:pt x="191" y="0"/>
                    <a:pt x="186" y="1"/>
                  </a:cubicBezTo>
                  <a:cubicBezTo>
                    <a:pt x="135" y="4"/>
                    <a:pt x="88" y="33"/>
                    <a:pt x="52" y="68"/>
                  </a:cubicBezTo>
                  <a:cubicBezTo>
                    <a:pt x="12" y="111"/>
                    <a:pt x="1" y="163"/>
                    <a:pt x="1" y="217"/>
                  </a:cubicBezTo>
                  <a:cubicBezTo>
                    <a:pt x="1" y="226"/>
                    <a:pt x="1" y="237"/>
                    <a:pt x="5" y="246"/>
                  </a:cubicBezTo>
                  <a:cubicBezTo>
                    <a:pt x="5" y="253"/>
                    <a:pt x="9" y="261"/>
                    <a:pt x="12" y="269"/>
                  </a:cubicBezTo>
                  <a:cubicBezTo>
                    <a:pt x="41" y="346"/>
                    <a:pt x="118" y="398"/>
                    <a:pt x="201" y="398"/>
                  </a:cubicBezTo>
                  <a:cubicBezTo>
                    <a:pt x="212" y="398"/>
                    <a:pt x="223" y="397"/>
                    <a:pt x="234" y="395"/>
                  </a:cubicBezTo>
                  <a:cubicBezTo>
                    <a:pt x="336" y="379"/>
                    <a:pt x="411" y="285"/>
                    <a:pt x="396" y="179"/>
                  </a:cubicBezTo>
                  <a:cubicBezTo>
                    <a:pt x="384" y="80"/>
                    <a:pt x="300" y="0"/>
                    <a:pt x="20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3" name="Google Shape;1923;p46"/>
            <p:cNvSpPr/>
            <p:nvPr/>
          </p:nvSpPr>
          <p:spPr>
            <a:xfrm>
              <a:off x="-1721055" y="4796900"/>
              <a:ext cx="194103" cy="191742"/>
            </a:xfrm>
            <a:custGeom>
              <a:rect b="b" l="l" r="r" t="t"/>
              <a:pathLst>
                <a:path extrusionOk="0" h="406" w="411">
                  <a:moveTo>
                    <a:pt x="191" y="0"/>
                  </a:moveTo>
                  <a:cubicBezTo>
                    <a:pt x="153" y="0"/>
                    <a:pt x="115" y="12"/>
                    <a:pt x="83" y="37"/>
                  </a:cubicBezTo>
                  <a:cubicBezTo>
                    <a:pt x="43" y="69"/>
                    <a:pt x="20" y="111"/>
                    <a:pt x="8" y="159"/>
                  </a:cubicBezTo>
                  <a:cubicBezTo>
                    <a:pt x="1" y="198"/>
                    <a:pt x="8" y="234"/>
                    <a:pt x="24" y="269"/>
                  </a:cubicBezTo>
                  <a:cubicBezTo>
                    <a:pt x="28" y="337"/>
                    <a:pt x="72" y="384"/>
                    <a:pt x="134" y="400"/>
                  </a:cubicBezTo>
                  <a:cubicBezTo>
                    <a:pt x="149" y="403"/>
                    <a:pt x="164" y="405"/>
                    <a:pt x="179" y="405"/>
                  </a:cubicBezTo>
                  <a:cubicBezTo>
                    <a:pt x="245" y="405"/>
                    <a:pt x="311" y="372"/>
                    <a:pt x="347" y="320"/>
                  </a:cubicBezTo>
                  <a:cubicBezTo>
                    <a:pt x="410" y="238"/>
                    <a:pt x="398" y="131"/>
                    <a:pt x="332" y="60"/>
                  </a:cubicBezTo>
                  <a:cubicBezTo>
                    <a:pt x="295" y="22"/>
                    <a:pt x="243" y="0"/>
                    <a:pt x="19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4" name="Google Shape;1924;p46"/>
            <p:cNvSpPr/>
            <p:nvPr/>
          </p:nvSpPr>
          <p:spPr>
            <a:xfrm>
              <a:off x="-1593302" y="4497024"/>
              <a:ext cx="201659" cy="170489"/>
            </a:xfrm>
            <a:custGeom>
              <a:rect b="b" l="l" r="r" t="t"/>
              <a:pathLst>
                <a:path extrusionOk="0" h="361" w="427">
                  <a:moveTo>
                    <a:pt x="205" y="0"/>
                  </a:moveTo>
                  <a:cubicBezTo>
                    <a:pt x="200" y="0"/>
                    <a:pt x="195" y="1"/>
                    <a:pt x="190" y="1"/>
                  </a:cubicBezTo>
                  <a:cubicBezTo>
                    <a:pt x="166" y="1"/>
                    <a:pt x="146" y="10"/>
                    <a:pt x="126" y="17"/>
                  </a:cubicBezTo>
                  <a:cubicBezTo>
                    <a:pt x="90" y="25"/>
                    <a:pt x="55" y="52"/>
                    <a:pt x="35" y="92"/>
                  </a:cubicBezTo>
                  <a:cubicBezTo>
                    <a:pt x="0" y="171"/>
                    <a:pt x="24" y="270"/>
                    <a:pt x="95" y="325"/>
                  </a:cubicBezTo>
                  <a:cubicBezTo>
                    <a:pt x="128" y="348"/>
                    <a:pt x="167" y="360"/>
                    <a:pt x="206" y="360"/>
                  </a:cubicBezTo>
                  <a:cubicBezTo>
                    <a:pt x="264" y="360"/>
                    <a:pt x="321" y="335"/>
                    <a:pt x="359" y="285"/>
                  </a:cubicBezTo>
                  <a:cubicBezTo>
                    <a:pt x="426" y="203"/>
                    <a:pt x="398" y="84"/>
                    <a:pt x="308" y="29"/>
                  </a:cubicBezTo>
                  <a:cubicBezTo>
                    <a:pt x="276" y="12"/>
                    <a:pt x="242" y="0"/>
                    <a:pt x="20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5" name="Google Shape;1925;p46"/>
            <p:cNvSpPr/>
            <p:nvPr/>
          </p:nvSpPr>
          <p:spPr>
            <a:xfrm>
              <a:off x="-2215754" y="4725770"/>
              <a:ext cx="260693" cy="219606"/>
            </a:xfrm>
            <a:custGeom>
              <a:rect b="b" l="l" r="r" t="t"/>
              <a:pathLst>
                <a:path extrusionOk="0" h="465" w="552">
                  <a:moveTo>
                    <a:pt x="359" y="1"/>
                  </a:moveTo>
                  <a:cubicBezTo>
                    <a:pt x="339" y="1"/>
                    <a:pt x="317" y="5"/>
                    <a:pt x="296" y="13"/>
                  </a:cubicBezTo>
                  <a:cubicBezTo>
                    <a:pt x="193" y="53"/>
                    <a:pt x="99" y="144"/>
                    <a:pt x="39" y="235"/>
                  </a:cubicBezTo>
                  <a:cubicBezTo>
                    <a:pt x="0" y="293"/>
                    <a:pt x="0" y="373"/>
                    <a:pt x="59" y="420"/>
                  </a:cubicBezTo>
                  <a:cubicBezTo>
                    <a:pt x="59" y="424"/>
                    <a:pt x="63" y="424"/>
                    <a:pt x="67" y="424"/>
                  </a:cubicBezTo>
                  <a:cubicBezTo>
                    <a:pt x="67" y="428"/>
                    <a:pt x="71" y="432"/>
                    <a:pt x="75" y="435"/>
                  </a:cubicBezTo>
                  <a:cubicBezTo>
                    <a:pt x="102" y="457"/>
                    <a:pt x="132" y="465"/>
                    <a:pt x="162" y="465"/>
                  </a:cubicBezTo>
                  <a:cubicBezTo>
                    <a:pt x="198" y="465"/>
                    <a:pt x="236" y="454"/>
                    <a:pt x="272" y="444"/>
                  </a:cubicBezTo>
                  <a:cubicBezTo>
                    <a:pt x="383" y="416"/>
                    <a:pt x="497" y="345"/>
                    <a:pt x="525" y="226"/>
                  </a:cubicBezTo>
                  <a:cubicBezTo>
                    <a:pt x="551" y="114"/>
                    <a:pt x="469" y="1"/>
                    <a:pt x="35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6" name="Google Shape;1926;p46"/>
            <p:cNvSpPr/>
            <p:nvPr/>
          </p:nvSpPr>
          <p:spPr>
            <a:xfrm>
              <a:off x="-1731677" y="4208467"/>
              <a:ext cx="203548" cy="211577"/>
            </a:xfrm>
            <a:custGeom>
              <a:rect b="b" l="l" r="r" t="t"/>
              <a:pathLst>
                <a:path extrusionOk="0" h="448" w="431">
                  <a:moveTo>
                    <a:pt x="232" y="0"/>
                  </a:moveTo>
                  <a:cubicBezTo>
                    <a:pt x="138" y="0"/>
                    <a:pt x="69" y="77"/>
                    <a:pt x="24" y="159"/>
                  </a:cubicBezTo>
                  <a:cubicBezTo>
                    <a:pt x="13" y="183"/>
                    <a:pt x="9" y="210"/>
                    <a:pt x="17" y="237"/>
                  </a:cubicBezTo>
                  <a:cubicBezTo>
                    <a:pt x="1" y="324"/>
                    <a:pt x="24" y="412"/>
                    <a:pt x="119" y="439"/>
                  </a:cubicBezTo>
                  <a:cubicBezTo>
                    <a:pt x="138" y="445"/>
                    <a:pt x="157" y="447"/>
                    <a:pt x="174" y="447"/>
                  </a:cubicBezTo>
                  <a:cubicBezTo>
                    <a:pt x="267" y="447"/>
                    <a:pt x="341" y="376"/>
                    <a:pt x="388" y="297"/>
                  </a:cubicBezTo>
                  <a:cubicBezTo>
                    <a:pt x="419" y="242"/>
                    <a:pt x="430" y="179"/>
                    <a:pt x="412" y="119"/>
                  </a:cubicBezTo>
                  <a:cubicBezTo>
                    <a:pt x="395" y="57"/>
                    <a:pt x="336" y="17"/>
                    <a:pt x="277" y="6"/>
                  </a:cubicBezTo>
                  <a:cubicBezTo>
                    <a:pt x="262" y="2"/>
                    <a:pt x="247" y="0"/>
                    <a:pt x="2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7" name="Google Shape;1927;p46"/>
            <p:cNvSpPr/>
            <p:nvPr/>
          </p:nvSpPr>
          <p:spPr>
            <a:xfrm>
              <a:off x="-1955061" y="4048840"/>
              <a:ext cx="209216" cy="959180"/>
            </a:xfrm>
            <a:custGeom>
              <a:rect b="b" l="l" r="r" t="t"/>
              <a:pathLst>
                <a:path extrusionOk="0" h="2031" w="443">
                  <a:moveTo>
                    <a:pt x="241" y="0"/>
                  </a:moveTo>
                  <a:lnTo>
                    <a:pt x="1" y="2003"/>
                  </a:lnTo>
                  <a:lnTo>
                    <a:pt x="202" y="2031"/>
                  </a:lnTo>
                  <a:lnTo>
                    <a:pt x="443" y="24"/>
                  </a:lnTo>
                  <a:lnTo>
                    <a:pt x="241" y="0"/>
                  </a:lnTo>
                  <a:close/>
                </a:path>
              </a:pathLst>
            </a:custGeom>
            <a:solidFill>
              <a:schemeClr val="accent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8" name="Google Shape;1928;p46"/>
            <p:cNvSpPr/>
            <p:nvPr/>
          </p:nvSpPr>
          <p:spPr>
            <a:xfrm>
              <a:off x="-2127912" y="3718723"/>
              <a:ext cx="357981" cy="438267"/>
            </a:xfrm>
            <a:custGeom>
              <a:rect b="b" l="l" r="r" t="t"/>
              <a:pathLst>
                <a:path extrusionOk="0" h="928" w="758">
                  <a:moveTo>
                    <a:pt x="251" y="0"/>
                  </a:moveTo>
                  <a:cubicBezTo>
                    <a:pt x="155" y="0"/>
                    <a:pt x="70" y="77"/>
                    <a:pt x="35" y="198"/>
                  </a:cubicBezTo>
                  <a:cubicBezTo>
                    <a:pt x="12" y="285"/>
                    <a:pt x="0" y="380"/>
                    <a:pt x="0" y="470"/>
                  </a:cubicBezTo>
                  <a:cubicBezTo>
                    <a:pt x="4" y="557"/>
                    <a:pt x="12" y="652"/>
                    <a:pt x="44" y="735"/>
                  </a:cubicBezTo>
                  <a:cubicBezTo>
                    <a:pt x="68" y="814"/>
                    <a:pt x="115" y="885"/>
                    <a:pt x="197" y="912"/>
                  </a:cubicBezTo>
                  <a:cubicBezTo>
                    <a:pt x="226" y="923"/>
                    <a:pt x="256" y="928"/>
                    <a:pt x="287" y="928"/>
                  </a:cubicBezTo>
                  <a:cubicBezTo>
                    <a:pt x="355" y="928"/>
                    <a:pt x="424" y="904"/>
                    <a:pt x="481" y="877"/>
                  </a:cubicBezTo>
                  <a:cubicBezTo>
                    <a:pt x="556" y="841"/>
                    <a:pt x="623" y="794"/>
                    <a:pt x="683" y="735"/>
                  </a:cubicBezTo>
                  <a:cubicBezTo>
                    <a:pt x="688" y="736"/>
                    <a:pt x="693" y="737"/>
                    <a:pt x="698" y="737"/>
                  </a:cubicBezTo>
                  <a:cubicBezTo>
                    <a:pt x="724" y="737"/>
                    <a:pt x="748" y="721"/>
                    <a:pt x="745" y="691"/>
                  </a:cubicBezTo>
                  <a:cubicBezTo>
                    <a:pt x="754" y="679"/>
                    <a:pt x="757" y="664"/>
                    <a:pt x="757" y="652"/>
                  </a:cubicBezTo>
                  <a:cubicBezTo>
                    <a:pt x="757" y="628"/>
                    <a:pt x="749" y="604"/>
                    <a:pt x="738" y="585"/>
                  </a:cubicBezTo>
                  <a:cubicBezTo>
                    <a:pt x="730" y="565"/>
                    <a:pt x="718" y="541"/>
                    <a:pt x="710" y="522"/>
                  </a:cubicBezTo>
                  <a:cubicBezTo>
                    <a:pt x="635" y="372"/>
                    <a:pt x="541" y="222"/>
                    <a:pt x="430" y="96"/>
                  </a:cubicBezTo>
                  <a:cubicBezTo>
                    <a:pt x="373" y="30"/>
                    <a:pt x="310" y="0"/>
                    <a:pt x="251" y="0"/>
                  </a:cubicBezTo>
                  <a:close/>
                </a:path>
              </a:pathLst>
            </a:custGeom>
            <a:solidFill>
              <a:schemeClr val="accent3"/>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9" name="Google Shape;1929;p46"/>
            <p:cNvSpPr/>
            <p:nvPr/>
          </p:nvSpPr>
          <p:spPr>
            <a:xfrm>
              <a:off x="-1808658" y="3795703"/>
              <a:ext cx="367898" cy="333895"/>
            </a:xfrm>
            <a:custGeom>
              <a:rect b="b" l="l" r="r" t="t"/>
              <a:pathLst>
                <a:path extrusionOk="0" h="707" w="779">
                  <a:moveTo>
                    <a:pt x="592" y="0"/>
                  </a:moveTo>
                  <a:cubicBezTo>
                    <a:pt x="559" y="0"/>
                    <a:pt x="526" y="8"/>
                    <a:pt x="495" y="19"/>
                  </a:cubicBezTo>
                  <a:cubicBezTo>
                    <a:pt x="428" y="47"/>
                    <a:pt x="365" y="87"/>
                    <a:pt x="314" y="134"/>
                  </a:cubicBezTo>
                  <a:cubicBezTo>
                    <a:pt x="191" y="236"/>
                    <a:pt x="101" y="370"/>
                    <a:pt x="14" y="505"/>
                  </a:cubicBezTo>
                  <a:cubicBezTo>
                    <a:pt x="0" y="527"/>
                    <a:pt x="24" y="549"/>
                    <a:pt x="45" y="549"/>
                  </a:cubicBezTo>
                  <a:cubicBezTo>
                    <a:pt x="55" y="549"/>
                    <a:pt x="63" y="545"/>
                    <a:pt x="69" y="536"/>
                  </a:cubicBezTo>
                  <a:cubicBezTo>
                    <a:pt x="69" y="532"/>
                    <a:pt x="73" y="528"/>
                    <a:pt x="73" y="528"/>
                  </a:cubicBezTo>
                  <a:cubicBezTo>
                    <a:pt x="187" y="611"/>
                    <a:pt x="314" y="702"/>
                    <a:pt x="460" y="705"/>
                  </a:cubicBezTo>
                  <a:cubicBezTo>
                    <a:pt x="466" y="706"/>
                    <a:pt x="472" y="706"/>
                    <a:pt x="478" y="706"/>
                  </a:cubicBezTo>
                  <a:cubicBezTo>
                    <a:pt x="508" y="706"/>
                    <a:pt x="541" y="699"/>
                    <a:pt x="570" y="686"/>
                  </a:cubicBezTo>
                  <a:cubicBezTo>
                    <a:pt x="602" y="670"/>
                    <a:pt x="626" y="647"/>
                    <a:pt x="646" y="619"/>
                  </a:cubicBezTo>
                  <a:cubicBezTo>
                    <a:pt x="693" y="560"/>
                    <a:pt x="724" y="489"/>
                    <a:pt x="744" y="418"/>
                  </a:cubicBezTo>
                  <a:cubicBezTo>
                    <a:pt x="768" y="351"/>
                    <a:pt x="779" y="272"/>
                    <a:pt x="771" y="201"/>
                  </a:cubicBezTo>
                  <a:cubicBezTo>
                    <a:pt x="768" y="138"/>
                    <a:pt x="748" y="70"/>
                    <a:pt x="693" y="32"/>
                  </a:cubicBezTo>
                  <a:cubicBezTo>
                    <a:pt x="662" y="9"/>
                    <a:pt x="627" y="0"/>
                    <a:pt x="592" y="0"/>
                  </a:cubicBezTo>
                  <a:close/>
                </a:path>
              </a:pathLst>
            </a:custGeom>
            <a:solidFill>
              <a:schemeClr val="accent3"/>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0" name="Google Shape;1930;p46"/>
            <p:cNvSpPr/>
            <p:nvPr/>
          </p:nvSpPr>
          <p:spPr>
            <a:xfrm>
              <a:off x="-2044320" y="3953441"/>
              <a:ext cx="648427" cy="459046"/>
            </a:xfrm>
            <a:custGeom>
              <a:rect b="b" l="l" r="r" t="t"/>
              <a:pathLst>
                <a:path extrusionOk="0" h="972" w="1373">
                  <a:moveTo>
                    <a:pt x="578" y="1"/>
                  </a:moveTo>
                  <a:cubicBezTo>
                    <a:pt x="560" y="1"/>
                    <a:pt x="543" y="7"/>
                    <a:pt x="525" y="17"/>
                  </a:cubicBezTo>
                  <a:cubicBezTo>
                    <a:pt x="458" y="44"/>
                    <a:pt x="411" y="104"/>
                    <a:pt x="406" y="175"/>
                  </a:cubicBezTo>
                  <a:cubicBezTo>
                    <a:pt x="403" y="210"/>
                    <a:pt x="411" y="242"/>
                    <a:pt x="430" y="273"/>
                  </a:cubicBezTo>
                  <a:cubicBezTo>
                    <a:pt x="442" y="285"/>
                    <a:pt x="375" y="411"/>
                    <a:pt x="364" y="431"/>
                  </a:cubicBezTo>
                  <a:cubicBezTo>
                    <a:pt x="293" y="584"/>
                    <a:pt x="135" y="715"/>
                    <a:pt x="0" y="817"/>
                  </a:cubicBezTo>
                  <a:cubicBezTo>
                    <a:pt x="37" y="827"/>
                    <a:pt x="74" y="836"/>
                    <a:pt x="115" y="836"/>
                  </a:cubicBezTo>
                  <a:cubicBezTo>
                    <a:pt x="126" y="836"/>
                    <a:pt x="138" y="835"/>
                    <a:pt x="151" y="833"/>
                  </a:cubicBezTo>
                  <a:cubicBezTo>
                    <a:pt x="151" y="833"/>
                    <a:pt x="151" y="833"/>
                    <a:pt x="151" y="833"/>
                  </a:cubicBezTo>
                  <a:cubicBezTo>
                    <a:pt x="155" y="833"/>
                    <a:pt x="158" y="959"/>
                    <a:pt x="158" y="971"/>
                  </a:cubicBezTo>
                  <a:cubicBezTo>
                    <a:pt x="304" y="912"/>
                    <a:pt x="379" y="711"/>
                    <a:pt x="442" y="577"/>
                  </a:cubicBezTo>
                  <a:cubicBezTo>
                    <a:pt x="473" y="514"/>
                    <a:pt x="501" y="443"/>
                    <a:pt x="524" y="376"/>
                  </a:cubicBezTo>
                  <a:lnTo>
                    <a:pt x="524" y="376"/>
                  </a:lnTo>
                  <a:cubicBezTo>
                    <a:pt x="519" y="395"/>
                    <a:pt x="577" y="490"/>
                    <a:pt x="588" y="506"/>
                  </a:cubicBezTo>
                  <a:cubicBezTo>
                    <a:pt x="616" y="557"/>
                    <a:pt x="651" y="604"/>
                    <a:pt x="690" y="648"/>
                  </a:cubicBezTo>
                  <a:cubicBezTo>
                    <a:pt x="771" y="726"/>
                    <a:pt x="887" y="768"/>
                    <a:pt x="1001" y="768"/>
                  </a:cubicBezTo>
                  <a:cubicBezTo>
                    <a:pt x="1015" y="768"/>
                    <a:pt x="1028" y="767"/>
                    <a:pt x="1041" y="766"/>
                  </a:cubicBezTo>
                  <a:cubicBezTo>
                    <a:pt x="1187" y="754"/>
                    <a:pt x="1286" y="679"/>
                    <a:pt x="1373" y="573"/>
                  </a:cubicBezTo>
                  <a:cubicBezTo>
                    <a:pt x="1365" y="573"/>
                    <a:pt x="1338" y="577"/>
                    <a:pt x="1305" y="581"/>
                  </a:cubicBezTo>
                  <a:cubicBezTo>
                    <a:pt x="1286" y="582"/>
                    <a:pt x="1264" y="584"/>
                    <a:pt x="1248" y="584"/>
                  </a:cubicBezTo>
                  <a:cubicBezTo>
                    <a:pt x="1232" y="584"/>
                    <a:pt x="1221" y="582"/>
                    <a:pt x="1223" y="577"/>
                  </a:cubicBezTo>
                  <a:cubicBezTo>
                    <a:pt x="1234" y="541"/>
                    <a:pt x="1254" y="502"/>
                    <a:pt x="1270" y="466"/>
                  </a:cubicBezTo>
                  <a:cubicBezTo>
                    <a:pt x="1278" y="446"/>
                    <a:pt x="1286" y="427"/>
                    <a:pt x="1278" y="411"/>
                  </a:cubicBezTo>
                  <a:lnTo>
                    <a:pt x="1278" y="411"/>
                  </a:lnTo>
                  <a:cubicBezTo>
                    <a:pt x="1215" y="451"/>
                    <a:pt x="1152" y="493"/>
                    <a:pt x="1081" y="526"/>
                  </a:cubicBezTo>
                  <a:cubicBezTo>
                    <a:pt x="1041" y="546"/>
                    <a:pt x="990" y="561"/>
                    <a:pt x="947" y="561"/>
                  </a:cubicBezTo>
                  <a:cubicBezTo>
                    <a:pt x="868" y="561"/>
                    <a:pt x="781" y="526"/>
                    <a:pt x="730" y="470"/>
                  </a:cubicBezTo>
                  <a:cubicBezTo>
                    <a:pt x="714" y="451"/>
                    <a:pt x="600" y="273"/>
                    <a:pt x="619" y="257"/>
                  </a:cubicBezTo>
                  <a:cubicBezTo>
                    <a:pt x="699" y="202"/>
                    <a:pt x="703" y="84"/>
                    <a:pt x="628" y="20"/>
                  </a:cubicBezTo>
                  <a:cubicBezTo>
                    <a:pt x="612" y="7"/>
                    <a:pt x="595" y="1"/>
                    <a:pt x="578" y="1"/>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1" name="Google Shape;1931;p46"/>
            <p:cNvSpPr/>
            <p:nvPr/>
          </p:nvSpPr>
          <p:spPr>
            <a:xfrm>
              <a:off x="-1845022" y="4071037"/>
              <a:ext cx="95871" cy="32114"/>
            </a:xfrm>
            <a:custGeom>
              <a:rect b="b" l="l" r="r" t="t"/>
              <a:pathLst>
                <a:path extrusionOk="0" h="68" w="203">
                  <a:moveTo>
                    <a:pt x="176" y="0"/>
                  </a:moveTo>
                  <a:cubicBezTo>
                    <a:pt x="172" y="0"/>
                    <a:pt x="169" y="1"/>
                    <a:pt x="166" y="4"/>
                  </a:cubicBezTo>
                  <a:cubicBezTo>
                    <a:pt x="142" y="16"/>
                    <a:pt x="119" y="24"/>
                    <a:pt x="91" y="24"/>
                  </a:cubicBezTo>
                  <a:cubicBezTo>
                    <a:pt x="71" y="24"/>
                    <a:pt x="52" y="20"/>
                    <a:pt x="36" y="13"/>
                  </a:cubicBezTo>
                  <a:cubicBezTo>
                    <a:pt x="33" y="11"/>
                    <a:pt x="30" y="11"/>
                    <a:pt x="27" y="11"/>
                  </a:cubicBezTo>
                  <a:cubicBezTo>
                    <a:pt x="19" y="11"/>
                    <a:pt x="12" y="16"/>
                    <a:pt x="8" y="24"/>
                  </a:cubicBezTo>
                  <a:cubicBezTo>
                    <a:pt x="0" y="36"/>
                    <a:pt x="8" y="48"/>
                    <a:pt x="17" y="51"/>
                  </a:cubicBezTo>
                  <a:cubicBezTo>
                    <a:pt x="40" y="64"/>
                    <a:pt x="68" y="68"/>
                    <a:pt x="91" y="68"/>
                  </a:cubicBezTo>
                  <a:cubicBezTo>
                    <a:pt x="126" y="68"/>
                    <a:pt x="158" y="60"/>
                    <a:pt x="190" y="40"/>
                  </a:cubicBezTo>
                  <a:cubicBezTo>
                    <a:pt x="197" y="36"/>
                    <a:pt x="202" y="20"/>
                    <a:pt x="194" y="13"/>
                  </a:cubicBezTo>
                  <a:cubicBezTo>
                    <a:pt x="191" y="5"/>
                    <a:pt x="183" y="0"/>
                    <a:pt x="17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2" name="Google Shape;1932;p46"/>
            <p:cNvSpPr/>
            <p:nvPr/>
          </p:nvSpPr>
          <p:spPr>
            <a:xfrm>
              <a:off x="-1733094" y="3919910"/>
              <a:ext cx="154905" cy="87370"/>
            </a:xfrm>
            <a:custGeom>
              <a:rect b="b" l="l" r="r" t="t"/>
              <a:pathLst>
                <a:path extrusionOk="0" h="185" w="328">
                  <a:moveTo>
                    <a:pt x="303" y="0"/>
                  </a:moveTo>
                  <a:cubicBezTo>
                    <a:pt x="301" y="0"/>
                    <a:pt x="298" y="1"/>
                    <a:pt x="296" y="1"/>
                  </a:cubicBezTo>
                  <a:cubicBezTo>
                    <a:pt x="197" y="36"/>
                    <a:pt x="98" y="84"/>
                    <a:pt x="12" y="143"/>
                  </a:cubicBezTo>
                  <a:cubicBezTo>
                    <a:pt x="0" y="151"/>
                    <a:pt x="0" y="162"/>
                    <a:pt x="4" y="175"/>
                  </a:cubicBezTo>
                  <a:cubicBezTo>
                    <a:pt x="9" y="182"/>
                    <a:pt x="17" y="184"/>
                    <a:pt x="25" y="184"/>
                  </a:cubicBezTo>
                  <a:cubicBezTo>
                    <a:pt x="29" y="184"/>
                    <a:pt x="33" y="184"/>
                    <a:pt x="36" y="182"/>
                  </a:cubicBezTo>
                  <a:cubicBezTo>
                    <a:pt x="122" y="123"/>
                    <a:pt x="213" y="80"/>
                    <a:pt x="311" y="44"/>
                  </a:cubicBezTo>
                  <a:cubicBezTo>
                    <a:pt x="324" y="40"/>
                    <a:pt x="327" y="29"/>
                    <a:pt x="324" y="17"/>
                  </a:cubicBezTo>
                  <a:cubicBezTo>
                    <a:pt x="321" y="7"/>
                    <a:pt x="312" y="0"/>
                    <a:pt x="30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3" name="Google Shape;1933;p46"/>
            <p:cNvSpPr/>
            <p:nvPr/>
          </p:nvSpPr>
          <p:spPr>
            <a:xfrm>
              <a:off x="-1729788" y="4012475"/>
              <a:ext cx="118067" cy="36837"/>
            </a:xfrm>
            <a:custGeom>
              <a:rect b="b" l="l" r="r" t="t"/>
              <a:pathLst>
                <a:path extrusionOk="0" h="78" w="250">
                  <a:moveTo>
                    <a:pt x="23" y="0"/>
                  </a:moveTo>
                  <a:cubicBezTo>
                    <a:pt x="18" y="0"/>
                    <a:pt x="13" y="2"/>
                    <a:pt x="9" y="6"/>
                  </a:cubicBezTo>
                  <a:cubicBezTo>
                    <a:pt x="1" y="18"/>
                    <a:pt x="1" y="30"/>
                    <a:pt x="13" y="37"/>
                  </a:cubicBezTo>
                  <a:cubicBezTo>
                    <a:pt x="20" y="46"/>
                    <a:pt x="33" y="50"/>
                    <a:pt x="44" y="53"/>
                  </a:cubicBezTo>
                  <a:cubicBezTo>
                    <a:pt x="53" y="57"/>
                    <a:pt x="64" y="57"/>
                    <a:pt x="72" y="57"/>
                  </a:cubicBezTo>
                  <a:cubicBezTo>
                    <a:pt x="124" y="66"/>
                    <a:pt x="175" y="69"/>
                    <a:pt x="226" y="77"/>
                  </a:cubicBezTo>
                  <a:cubicBezTo>
                    <a:pt x="237" y="77"/>
                    <a:pt x="250" y="69"/>
                    <a:pt x="250" y="57"/>
                  </a:cubicBezTo>
                  <a:cubicBezTo>
                    <a:pt x="250" y="46"/>
                    <a:pt x="242" y="33"/>
                    <a:pt x="230" y="33"/>
                  </a:cubicBezTo>
                  <a:cubicBezTo>
                    <a:pt x="179" y="26"/>
                    <a:pt x="127" y="22"/>
                    <a:pt x="76" y="14"/>
                  </a:cubicBezTo>
                  <a:cubicBezTo>
                    <a:pt x="68" y="14"/>
                    <a:pt x="60" y="14"/>
                    <a:pt x="53" y="10"/>
                  </a:cubicBezTo>
                  <a:cubicBezTo>
                    <a:pt x="48" y="10"/>
                    <a:pt x="44" y="6"/>
                    <a:pt x="40" y="6"/>
                  </a:cubicBezTo>
                  <a:cubicBezTo>
                    <a:pt x="35" y="2"/>
                    <a:pt x="29" y="0"/>
                    <a:pt x="2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4" name="Google Shape;1934;p46"/>
            <p:cNvSpPr/>
            <p:nvPr/>
          </p:nvSpPr>
          <p:spPr>
            <a:xfrm>
              <a:off x="-1960256" y="3903853"/>
              <a:ext cx="119484" cy="114289"/>
            </a:xfrm>
            <a:custGeom>
              <a:rect b="b" l="l" r="r" t="t"/>
              <a:pathLst>
                <a:path extrusionOk="0" h="242" w="253">
                  <a:moveTo>
                    <a:pt x="26" y="0"/>
                  </a:moveTo>
                  <a:cubicBezTo>
                    <a:pt x="18" y="0"/>
                    <a:pt x="10" y="7"/>
                    <a:pt x="4" y="16"/>
                  </a:cubicBezTo>
                  <a:cubicBezTo>
                    <a:pt x="0" y="23"/>
                    <a:pt x="8" y="39"/>
                    <a:pt x="15" y="43"/>
                  </a:cubicBezTo>
                  <a:cubicBezTo>
                    <a:pt x="103" y="78"/>
                    <a:pt x="170" y="145"/>
                    <a:pt x="209" y="228"/>
                  </a:cubicBezTo>
                  <a:cubicBezTo>
                    <a:pt x="212" y="237"/>
                    <a:pt x="219" y="241"/>
                    <a:pt x="228" y="241"/>
                  </a:cubicBezTo>
                  <a:cubicBezTo>
                    <a:pt x="231" y="241"/>
                    <a:pt x="234" y="241"/>
                    <a:pt x="237" y="240"/>
                  </a:cubicBezTo>
                  <a:cubicBezTo>
                    <a:pt x="248" y="236"/>
                    <a:pt x="252" y="220"/>
                    <a:pt x="248" y="212"/>
                  </a:cubicBezTo>
                  <a:cubicBezTo>
                    <a:pt x="205" y="118"/>
                    <a:pt x="130" y="43"/>
                    <a:pt x="35" y="3"/>
                  </a:cubicBezTo>
                  <a:cubicBezTo>
                    <a:pt x="32" y="1"/>
                    <a:pt x="29" y="0"/>
                    <a:pt x="2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5" name="Google Shape;1935;p46"/>
            <p:cNvSpPr/>
            <p:nvPr/>
          </p:nvSpPr>
          <p:spPr>
            <a:xfrm>
              <a:off x="-1956950" y="4029005"/>
              <a:ext cx="110511" cy="27864"/>
            </a:xfrm>
            <a:custGeom>
              <a:rect b="b" l="l" r="r" t="t"/>
              <a:pathLst>
                <a:path extrusionOk="0" h="59" w="234">
                  <a:moveTo>
                    <a:pt x="209" y="1"/>
                  </a:moveTo>
                  <a:cubicBezTo>
                    <a:pt x="203" y="1"/>
                    <a:pt x="198" y="3"/>
                    <a:pt x="194" y="7"/>
                  </a:cubicBezTo>
                  <a:cubicBezTo>
                    <a:pt x="190" y="11"/>
                    <a:pt x="190" y="11"/>
                    <a:pt x="183" y="11"/>
                  </a:cubicBezTo>
                  <a:cubicBezTo>
                    <a:pt x="179" y="15"/>
                    <a:pt x="170" y="15"/>
                    <a:pt x="163" y="15"/>
                  </a:cubicBezTo>
                  <a:lnTo>
                    <a:pt x="135" y="15"/>
                  </a:lnTo>
                  <a:cubicBezTo>
                    <a:pt x="99" y="15"/>
                    <a:pt x="64" y="15"/>
                    <a:pt x="25" y="7"/>
                  </a:cubicBezTo>
                  <a:cubicBezTo>
                    <a:pt x="13" y="7"/>
                    <a:pt x="5" y="15"/>
                    <a:pt x="1" y="26"/>
                  </a:cubicBezTo>
                  <a:cubicBezTo>
                    <a:pt x="1" y="38"/>
                    <a:pt x="8" y="50"/>
                    <a:pt x="21" y="50"/>
                  </a:cubicBezTo>
                  <a:cubicBezTo>
                    <a:pt x="60" y="58"/>
                    <a:pt x="96" y="58"/>
                    <a:pt x="135" y="58"/>
                  </a:cubicBezTo>
                  <a:lnTo>
                    <a:pt x="166" y="58"/>
                  </a:lnTo>
                  <a:cubicBezTo>
                    <a:pt x="174" y="58"/>
                    <a:pt x="183" y="58"/>
                    <a:pt x="194" y="54"/>
                  </a:cubicBezTo>
                  <a:cubicBezTo>
                    <a:pt x="202" y="54"/>
                    <a:pt x="214" y="46"/>
                    <a:pt x="221" y="38"/>
                  </a:cubicBezTo>
                  <a:cubicBezTo>
                    <a:pt x="234" y="31"/>
                    <a:pt x="234" y="18"/>
                    <a:pt x="226" y="7"/>
                  </a:cubicBezTo>
                  <a:cubicBezTo>
                    <a:pt x="220" y="3"/>
                    <a:pt x="214" y="1"/>
                    <a:pt x="20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36" name="Google Shape;1936;p46"/>
          <p:cNvGrpSpPr/>
          <p:nvPr/>
        </p:nvGrpSpPr>
        <p:grpSpPr>
          <a:xfrm rot="1811218">
            <a:off x="7539328" y="3710174"/>
            <a:ext cx="1786987" cy="1748298"/>
            <a:chOff x="1322124" y="4079650"/>
            <a:chExt cx="3420400" cy="2968851"/>
          </a:xfrm>
        </p:grpSpPr>
        <p:sp>
          <p:nvSpPr>
            <p:cNvPr id="1937" name="Google Shape;1937;p46"/>
            <p:cNvSpPr/>
            <p:nvPr/>
          </p:nvSpPr>
          <p:spPr>
            <a:xfrm>
              <a:off x="1322124" y="4377475"/>
              <a:ext cx="3420400" cy="2671026"/>
            </a:xfrm>
            <a:custGeom>
              <a:rect b="b" l="l" r="r" t="t"/>
              <a:pathLst>
                <a:path extrusionOk="0" h="2556" w="3273">
                  <a:moveTo>
                    <a:pt x="228" y="0"/>
                  </a:moveTo>
                  <a:cubicBezTo>
                    <a:pt x="244" y="548"/>
                    <a:pt x="157" y="1345"/>
                    <a:pt x="0" y="2331"/>
                  </a:cubicBezTo>
                  <a:lnTo>
                    <a:pt x="3040" y="2555"/>
                  </a:lnTo>
                  <a:cubicBezTo>
                    <a:pt x="3186" y="1767"/>
                    <a:pt x="3273" y="998"/>
                    <a:pt x="3269" y="257"/>
                  </a:cubicBezTo>
                  <a:lnTo>
                    <a:pt x="3143" y="249"/>
                  </a:lnTo>
                  <a:lnTo>
                    <a:pt x="3143" y="249"/>
                  </a:lnTo>
                  <a:cubicBezTo>
                    <a:pt x="3154" y="320"/>
                    <a:pt x="3115" y="402"/>
                    <a:pt x="3020" y="402"/>
                  </a:cubicBezTo>
                  <a:cubicBezTo>
                    <a:pt x="2918" y="402"/>
                    <a:pt x="2878" y="304"/>
                    <a:pt x="2902" y="229"/>
                  </a:cubicBezTo>
                  <a:lnTo>
                    <a:pt x="2674" y="209"/>
                  </a:lnTo>
                  <a:lnTo>
                    <a:pt x="2674" y="209"/>
                  </a:lnTo>
                  <a:cubicBezTo>
                    <a:pt x="2677" y="213"/>
                    <a:pt x="2677" y="222"/>
                    <a:pt x="2677" y="229"/>
                  </a:cubicBezTo>
                  <a:lnTo>
                    <a:pt x="2677" y="237"/>
                  </a:lnTo>
                  <a:cubicBezTo>
                    <a:pt x="2677" y="261"/>
                    <a:pt x="2670" y="280"/>
                    <a:pt x="2657" y="300"/>
                  </a:cubicBezTo>
                  <a:cubicBezTo>
                    <a:pt x="2654" y="312"/>
                    <a:pt x="2646" y="320"/>
                    <a:pt x="2638" y="328"/>
                  </a:cubicBezTo>
                  <a:cubicBezTo>
                    <a:pt x="2622" y="344"/>
                    <a:pt x="2603" y="355"/>
                    <a:pt x="2583" y="364"/>
                  </a:cubicBezTo>
                  <a:lnTo>
                    <a:pt x="2547" y="367"/>
                  </a:lnTo>
                  <a:cubicBezTo>
                    <a:pt x="2528" y="367"/>
                    <a:pt x="2512" y="364"/>
                    <a:pt x="2496" y="355"/>
                  </a:cubicBezTo>
                  <a:cubicBezTo>
                    <a:pt x="2480" y="351"/>
                    <a:pt x="2468" y="340"/>
                    <a:pt x="2457" y="328"/>
                  </a:cubicBezTo>
                  <a:cubicBezTo>
                    <a:pt x="2441" y="316"/>
                    <a:pt x="2433" y="304"/>
                    <a:pt x="2428" y="288"/>
                  </a:cubicBezTo>
                  <a:cubicBezTo>
                    <a:pt x="2421" y="273"/>
                    <a:pt x="2417" y="253"/>
                    <a:pt x="2417" y="237"/>
                  </a:cubicBezTo>
                  <a:lnTo>
                    <a:pt x="2417" y="229"/>
                  </a:lnTo>
                  <a:cubicBezTo>
                    <a:pt x="2417" y="213"/>
                    <a:pt x="2421" y="202"/>
                    <a:pt x="2425" y="186"/>
                  </a:cubicBezTo>
                  <a:lnTo>
                    <a:pt x="2208" y="170"/>
                  </a:lnTo>
                  <a:lnTo>
                    <a:pt x="2208" y="170"/>
                  </a:lnTo>
                  <a:cubicBezTo>
                    <a:pt x="2228" y="245"/>
                    <a:pt x="2188" y="335"/>
                    <a:pt x="2090" y="335"/>
                  </a:cubicBezTo>
                  <a:cubicBezTo>
                    <a:pt x="1979" y="335"/>
                    <a:pt x="1940" y="225"/>
                    <a:pt x="1975" y="151"/>
                  </a:cubicBezTo>
                  <a:lnTo>
                    <a:pt x="1660" y="122"/>
                  </a:lnTo>
                  <a:lnTo>
                    <a:pt x="1660" y="122"/>
                  </a:lnTo>
                  <a:cubicBezTo>
                    <a:pt x="1684" y="198"/>
                    <a:pt x="1644" y="293"/>
                    <a:pt x="1542" y="293"/>
                  </a:cubicBezTo>
                  <a:cubicBezTo>
                    <a:pt x="1431" y="293"/>
                    <a:pt x="1396" y="182"/>
                    <a:pt x="1431" y="103"/>
                  </a:cubicBezTo>
                  <a:lnTo>
                    <a:pt x="1171" y="84"/>
                  </a:lnTo>
                  <a:lnTo>
                    <a:pt x="1171" y="84"/>
                  </a:lnTo>
                  <a:cubicBezTo>
                    <a:pt x="1183" y="155"/>
                    <a:pt x="1140" y="237"/>
                    <a:pt x="1049" y="237"/>
                  </a:cubicBezTo>
                  <a:cubicBezTo>
                    <a:pt x="946" y="237"/>
                    <a:pt x="907" y="138"/>
                    <a:pt x="930" y="60"/>
                  </a:cubicBezTo>
                  <a:lnTo>
                    <a:pt x="678" y="40"/>
                  </a:lnTo>
                  <a:cubicBezTo>
                    <a:pt x="678" y="107"/>
                    <a:pt x="635" y="170"/>
                    <a:pt x="552" y="170"/>
                  </a:cubicBezTo>
                  <a:cubicBezTo>
                    <a:pt x="461" y="170"/>
                    <a:pt x="417" y="91"/>
                    <a:pt x="430" y="20"/>
                  </a:cubicBezTo>
                  <a:lnTo>
                    <a:pt x="228" y="0"/>
                  </a:lnTo>
                  <a:close/>
                </a:path>
              </a:pathLst>
            </a:custGeom>
            <a:solidFill>
              <a:schemeClr val="accent5"/>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8" name="Google Shape;1938;p46"/>
            <p:cNvSpPr/>
            <p:nvPr/>
          </p:nvSpPr>
          <p:spPr>
            <a:xfrm>
              <a:off x="3019260" y="4421365"/>
              <a:ext cx="391888" cy="506826"/>
            </a:xfrm>
            <a:custGeom>
              <a:rect b="b" l="l" r="r" t="t"/>
              <a:pathLst>
                <a:path extrusionOk="0" h="485" w="375">
                  <a:moveTo>
                    <a:pt x="26" y="0"/>
                  </a:moveTo>
                  <a:cubicBezTo>
                    <a:pt x="21" y="0"/>
                    <a:pt x="16" y="2"/>
                    <a:pt x="12" y="6"/>
                  </a:cubicBezTo>
                  <a:cubicBezTo>
                    <a:pt x="0" y="9"/>
                    <a:pt x="0" y="25"/>
                    <a:pt x="9" y="33"/>
                  </a:cubicBezTo>
                  <a:lnTo>
                    <a:pt x="331" y="475"/>
                  </a:lnTo>
                  <a:cubicBezTo>
                    <a:pt x="336" y="482"/>
                    <a:pt x="341" y="485"/>
                    <a:pt x="347" y="485"/>
                  </a:cubicBezTo>
                  <a:cubicBezTo>
                    <a:pt x="352" y="485"/>
                    <a:pt x="358" y="483"/>
                    <a:pt x="363" y="479"/>
                  </a:cubicBezTo>
                  <a:cubicBezTo>
                    <a:pt x="371" y="475"/>
                    <a:pt x="375" y="459"/>
                    <a:pt x="367" y="451"/>
                  </a:cubicBezTo>
                  <a:lnTo>
                    <a:pt x="40" y="9"/>
                  </a:lnTo>
                  <a:cubicBezTo>
                    <a:pt x="38" y="3"/>
                    <a:pt x="32" y="0"/>
                    <a:pt x="2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9" name="Google Shape;1939;p46"/>
            <p:cNvSpPr/>
            <p:nvPr/>
          </p:nvSpPr>
          <p:spPr>
            <a:xfrm>
              <a:off x="2779947" y="4154890"/>
              <a:ext cx="755560" cy="640587"/>
            </a:xfrm>
            <a:custGeom>
              <a:rect b="b" l="l" r="r" t="t"/>
              <a:pathLst>
                <a:path extrusionOk="0" h="613" w="723">
                  <a:moveTo>
                    <a:pt x="311" y="0"/>
                  </a:moveTo>
                  <a:cubicBezTo>
                    <a:pt x="154" y="0"/>
                    <a:pt x="19" y="127"/>
                    <a:pt x="9" y="300"/>
                  </a:cubicBezTo>
                  <a:cubicBezTo>
                    <a:pt x="1" y="422"/>
                    <a:pt x="87" y="561"/>
                    <a:pt x="210" y="596"/>
                  </a:cubicBezTo>
                  <a:cubicBezTo>
                    <a:pt x="249" y="606"/>
                    <a:pt x="286" y="612"/>
                    <a:pt x="323" y="612"/>
                  </a:cubicBezTo>
                  <a:cubicBezTo>
                    <a:pt x="384" y="612"/>
                    <a:pt x="442" y="596"/>
                    <a:pt x="494" y="557"/>
                  </a:cubicBezTo>
                  <a:cubicBezTo>
                    <a:pt x="722" y="387"/>
                    <a:pt x="596" y="87"/>
                    <a:pt x="418" y="20"/>
                  </a:cubicBezTo>
                  <a:cubicBezTo>
                    <a:pt x="382" y="6"/>
                    <a:pt x="346" y="0"/>
                    <a:pt x="311" y="0"/>
                  </a:cubicBezTo>
                  <a:close/>
                </a:path>
              </a:pathLst>
            </a:cu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0" name="Google Shape;1940;p46"/>
            <p:cNvSpPr/>
            <p:nvPr/>
          </p:nvSpPr>
          <p:spPr>
            <a:xfrm>
              <a:off x="2751731" y="4079650"/>
              <a:ext cx="638516" cy="558031"/>
            </a:xfrm>
            <a:custGeom>
              <a:rect b="b" l="l" r="r" t="t"/>
              <a:pathLst>
                <a:path extrusionOk="0" h="534" w="611">
                  <a:moveTo>
                    <a:pt x="247" y="0"/>
                  </a:moveTo>
                  <a:cubicBezTo>
                    <a:pt x="117" y="0"/>
                    <a:pt x="10" y="106"/>
                    <a:pt x="4" y="254"/>
                  </a:cubicBezTo>
                  <a:cubicBezTo>
                    <a:pt x="1" y="360"/>
                    <a:pt x="79" y="483"/>
                    <a:pt x="181" y="518"/>
                  </a:cubicBezTo>
                  <a:cubicBezTo>
                    <a:pt x="214" y="528"/>
                    <a:pt x="246" y="534"/>
                    <a:pt x="277" y="534"/>
                  </a:cubicBezTo>
                  <a:cubicBezTo>
                    <a:pt x="328" y="534"/>
                    <a:pt x="377" y="519"/>
                    <a:pt x="422" y="487"/>
                  </a:cubicBezTo>
                  <a:cubicBezTo>
                    <a:pt x="611" y="345"/>
                    <a:pt x="497" y="81"/>
                    <a:pt x="347" y="21"/>
                  </a:cubicBezTo>
                  <a:cubicBezTo>
                    <a:pt x="313" y="7"/>
                    <a:pt x="279" y="0"/>
                    <a:pt x="247" y="0"/>
                  </a:cubicBezTo>
                  <a:close/>
                </a:path>
              </a:pathLst>
            </a:cu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1" name="Google Shape;1941;p46"/>
            <p:cNvSpPr/>
            <p:nvPr/>
          </p:nvSpPr>
          <p:spPr>
            <a:xfrm>
              <a:off x="1802840" y="5085985"/>
              <a:ext cx="2642894" cy="248711"/>
            </a:xfrm>
            <a:custGeom>
              <a:rect b="b" l="l" r="r" t="t"/>
              <a:pathLst>
                <a:path extrusionOk="0" h="238" w="2529">
                  <a:moveTo>
                    <a:pt x="13" y="1"/>
                  </a:moveTo>
                  <a:cubicBezTo>
                    <a:pt x="9" y="1"/>
                    <a:pt x="5" y="5"/>
                    <a:pt x="1" y="12"/>
                  </a:cubicBezTo>
                  <a:cubicBezTo>
                    <a:pt x="1" y="17"/>
                    <a:pt x="5" y="24"/>
                    <a:pt x="13" y="24"/>
                  </a:cubicBezTo>
                  <a:lnTo>
                    <a:pt x="186" y="41"/>
                  </a:lnTo>
                  <a:cubicBezTo>
                    <a:pt x="190" y="41"/>
                    <a:pt x="199" y="36"/>
                    <a:pt x="199" y="28"/>
                  </a:cubicBezTo>
                  <a:cubicBezTo>
                    <a:pt x="199" y="24"/>
                    <a:pt x="194" y="17"/>
                    <a:pt x="186" y="17"/>
                  </a:cubicBezTo>
                  <a:lnTo>
                    <a:pt x="13" y="1"/>
                  </a:lnTo>
                  <a:close/>
                  <a:moveTo>
                    <a:pt x="360" y="32"/>
                  </a:moveTo>
                  <a:cubicBezTo>
                    <a:pt x="356" y="32"/>
                    <a:pt x="352" y="36"/>
                    <a:pt x="348" y="41"/>
                  </a:cubicBezTo>
                  <a:cubicBezTo>
                    <a:pt x="348" y="48"/>
                    <a:pt x="352" y="52"/>
                    <a:pt x="360" y="52"/>
                  </a:cubicBezTo>
                  <a:lnTo>
                    <a:pt x="534" y="68"/>
                  </a:lnTo>
                  <a:cubicBezTo>
                    <a:pt x="541" y="68"/>
                    <a:pt x="545" y="64"/>
                    <a:pt x="545" y="59"/>
                  </a:cubicBezTo>
                  <a:cubicBezTo>
                    <a:pt x="545" y="52"/>
                    <a:pt x="541" y="48"/>
                    <a:pt x="534" y="48"/>
                  </a:cubicBezTo>
                  <a:lnTo>
                    <a:pt x="360" y="32"/>
                  </a:lnTo>
                  <a:close/>
                  <a:moveTo>
                    <a:pt x="707" y="59"/>
                  </a:moveTo>
                  <a:cubicBezTo>
                    <a:pt x="703" y="59"/>
                    <a:pt x="699" y="64"/>
                    <a:pt x="699" y="72"/>
                  </a:cubicBezTo>
                  <a:cubicBezTo>
                    <a:pt x="696" y="76"/>
                    <a:pt x="703" y="83"/>
                    <a:pt x="707" y="83"/>
                  </a:cubicBezTo>
                  <a:lnTo>
                    <a:pt x="880" y="99"/>
                  </a:lnTo>
                  <a:cubicBezTo>
                    <a:pt x="889" y="99"/>
                    <a:pt x="892" y="95"/>
                    <a:pt x="892" y="88"/>
                  </a:cubicBezTo>
                  <a:cubicBezTo>
                    <a:pt x="892" y="83"/>
                    <a:pt x="889" y="76"/>
                    <a:pt x="885" y="76"/>
                  </a:cubicBezTo>
                  <a:lnTo>
                    <a:pt x="707" y="59"/>
                  </a:lnTo>
                  <a:close/>
                  <a:moveTo>
                    <a:pt x="1058" y="92"/>
                  </a:moveTo>
                  <a:cubicBezTo>
                    <a:pt x="1050" y="92"/>
                    <a:pt x="1046" y="95"/>
                    <a:pt x="1046" y="99"/>
                  </a:cubicBezTo>
                  <a:cubicBezTo>
                    <a:pt x="1042" y="107"/>
                    <a:pt x="1050" y="112"/>
                    <a:pt x="1054" y="112"/>
                  </a:cubicBezTo>
                  <a:lnTo>
                    <a:pt x="1227" y="127"/>
                  </a:lnTo>
                  <a:cubicBezTo>
                    <a:pt x="1235" y="127"/>
                    <a:pt x="1240" y="123"/>
                    <a:pt x="1240" y="119"/>
                  </a:cubicBezTo>
                  <a:cubicBezTo>
                    <a:pt x="1240" y="112"/>
                    <a:pt x="1235" y="107"/>
                    <a:pt x="1231" y="107"/>
                  </a:cubicBezTo>
                  <a:lnTo>
                    <a:pt x="1058" y="92"/>
                  </a:lnTo>
                  <a:close/>
                  <a:moveTo>
                    <a:pt x="1405" y="119"/>
                  </a:moveTo>
                  <a:cubicBezTo>
                    <a:pt x="1397" y="119"/>
                    <a:pt x="1393" y="123"/>
                    <a:pt x="1393" y="130"/>
                  </a:cubicBezTo>
                  <a:cubicBezTo>
                    <a:pt x="1393" y="139"/>
                    <a:pt x="1397" y="143"/>
                    <a:pt x="1401" y="143"/>
                  </a:cubicBezTo>
                  <a:lnTo>
                    <a:pt x="1575" y="159"/>
                  </a:lnTo>
                  <a:cubicBezTo>
                    <a:pt x="1582" y="159"/>
                    <a:pt x="1586" y="154"/>
                    <a:pt x="1586" y="147"/>
                  </a:cubicBezTo>
                  <a:cubicBezTo>
                    <a:pt x="1586" y="143"/>
                    <a:pt x="1582" y="135"/>
                    <a:pt x="1579" y="135"/>
                  </a:cubicBezTo>
                  <a:lnTo>
                    <a:pt x="1405" y="119"/>
                  </a:lnTo>
                  <a:close/>
                  <a:moveTo>
                    <a:pt x="1752" y="150"/>
                  </a:moveTo>
                  <a:cubicBezTo>
                    <a:pt x="1744" y="150"/>
                    <a:pt x="1740" y="154"/>
                    <a:pt x="1740" y="163"/>
                  </a:cubicBezTo>
                  <a:cubicBezTo>
                    <a:pt x="1740" y="166"/>
                    <a:pt x="1744" y="170"/>
                    <a:pt x="1748" y="170"/>
                  </a:cubicBezTo>
                  <a:lnTo>
                    <a:pt x="1921" y="186"/>
                  </a:lnTo>
                  <a:cubicBezTo>
                    <a:pt x="1930" y="186"/>
                    <a:pt x="1933" y="182"/>
                    <a:pt x="1933" y="178"/>
                  </a:cubicBezTo>
                  <a:cubicBezTo>
                    <a:pt x="1933" y="170"/>
                    <a:pt x="1930" y="166"/>
                    <a:pt x="1926" y="166"/>
                  </a:cubicBezTo>
                  <a:lnTo>
                    <a:pt x="1752" y="150"/>
                  </a:lnTo>
                  <a:close/>
                  <a:moveTo>
                    <a:pt x="2095" y="181"/>
                  </a:moveTo>
                  <a:cubicBezTo>
                    <a:pt x="2090" y="181"/>
                    <a:pt x="2087" y="187"/>
                    <a:pt x="2087" y="190"/>
                  </a:cubicBezTo>
                  <a:cubicBezTo>
                    <a:pt x="2087" y="198"/>
                    <a:pt x="2091" y="201"/>
                    <a:pt x="2095" y="201"/>
                  </a:cubicBezTo>
                  <a:lnTo>
                    <a:pt x="2268" y="218"/>
                  </a:lnTo>
                  <a:cubicBezTo>
                    <a:pt x="2276" y="218"/>
                    <a:pt x="2281" y="214"/>
                    <a:pt x="2281" y="206"/>
                  </a:cubicBezTo>
                  <a:cubicBezTo>
                    <a:pt x="2281" y="201"/>
                    <a:pt x="2276" y="194"/>
                    <a:pt x="2272" y="194"/>
                  </a:cubicBezTo>
                  <a:lnTo>
                    <a:pt x="2099" y="182"/>
                  </a:lnTo>
                  <a:cubicBezTo>
                    <a:pt x="2097" y="182"/>
                    <a:pt x="2096" y="181"/>
                    <a:pt x="2095" y="181"/>
                  </a:cubicBezTo>
                  <a:close/>
                  <a:moveTo>
                    <a:pt x="2446" y="210"/>
                  </a:moveTo>
                  <a:cubicBezTo>
                    <a:pt x="2438" y="210"/>
                    <a:pt x="2434" y="214"/>
                    <a:pt x="2434" y="221"/>
                  </a:cubicBezTo>
                  <a:cubicBezTo>
                    <a:pt x="2434" y="225"/>
                    <a:pt x="2438" y="230"/>
                    <a:pt x="2442" y="234"/>
                  </a:cubicBezTo>
                  <a:lnTo>
                    <a:pt x="2517" y="237"/>
                  </a:lnTo>
                  <a:cubicBezTo>
                    <a:pt x="2521" y="237"/>
                    <a:pt x="2525" y="234"/>
                    <a:pt x="2529" y="230"/>
                  </a:cubicBezTo>
                  <a:cubicBezTo>
                    <a:pt x="2529" y="221"/>
                    <a:pt x="2525" y="218"/>
                    <a:pt x="2517" y="218"/>
                  </a:cubicBezTo>
                  <a:lnTo>
                    <a:pt x="2446" y="210"/>
                  </a:lnTo>
                  <a:close/>
                </a:path>
              </a:pathLst>
            </a:cu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2" name="Google Shape;1942;p46"/>
            <p:cNvSpPr/>
            <p:nvPr/>
          </p:nvSpPr>
          <p:spPr>
            <a:xfrm>
              <a:off x="1778804" y="5539515"/>
              <a:ext cx="2646029" cy="177650"/>
            </a:xfrm>
            <a:custGeom>
              <a:rect b="b" l="l" r="r" t="t"/>
              <a:pathLst>
                <a:path extrusionOk="0" h="170" w="2532">
                  <a:moveTo>
                    <a:pt x="13" y="0"/>
                  </a:moveTo>
                  <a:cubicBezTo>
                    <a:pt x="4" y="0"/>
                    <a:pt x="0" y="9"/>
                    <a:pt x="0" y="13"/>
                  </a:cubicBezTo>
                  <a:cubicBezTo>
                    <a:pt x="0" y="20"/>
                    <a:pt x="4" y="24"/>
                    <a:pt x="13" y="24"/>
                  </a:cubicBezTo>
                  <a:lnTo>
                    <a:pt x="186" y="36"/>
                  </a:lnTo>
                  <a:cubicBezTo>
                    <a:pt x="190" y="36"/>
                    <a:pt x="193" y="28"/>
                    <a:pt x="198" y="24"/>
                  </a:cubicBezTo>
                  <a:cubicBezTo>
                    <a:pt x="198" y="16"/>
                    <a:pt x="190" y="13"/>
                    <a:pt x="186" y="13"/>
                  </a:cubicBezTo>
                  <a:lnTo>
                    <a:pt x="13" y="0"/>
                  </a:lnTo>
                  <a:close/>
                  <a:moveTo>
                    <a:pt x="357" y="23"/>
                  </a:moveTo>
                  <a:cubicBezTo>
                    <a:pt x="353" y="23"/>
                    <a:pt x="348" y="29"/>
                    <a:pt x="348" y="32"/>
                  </a:cubicBezTo>
                  <a:cubicBezTo>
                    <a:pt x="348" y="40"/>
                    <a:pt x="351" y="44"/>
                    <a:pt x="359" y="44"/>
                  </a:cubicBezTo>
                  <a:lnTo>
                    <a:pt x="533" y="56"/>
                  </a:lnTo>
                  <a:cubicBezTo>
                    <a:pt x="537" y="56"/>
                    <a:pt x="544" y="51"/>
                    <a:pt x="544" y="44"/>
                  </a:cubicBezTo>
                  <a:cubicBezTo>
                    <a:pt x="544" y="40"/>
                    <a:pt x="541" y="32"/>
                    <a:pt x="533" y="32"/>
                  </a:cubicBezTo>
                  <a:lnTo>
                    <a:pt x="359" y="24"/>
                  </a:lnTo>
                  <a:cubicBezTo>
                    <a:pt x="358" y="23"/>
                    <a:pt x="357" y="23"/>
                    <a:pt x="357" y="23"/>
                  </a:cubicBezTo>
                  <a:close/>
                  <a:moveTo>
                    <a:pt x="706" y="44"/>
                  </a:moveTo>
                  <a:cubicBezTo>
                    <a:pt x="703" y="44"/>
                    <a:pt x="695" y="48"/>
                    <a:pt x="695" y="51"/>
                  </a:cubicBezTo>
                  <a:cubicBezTo>
                    <a:pt x="695" y="60"/>
                    <a:pt x="699" y="64"/>
                    <a:pt x="706" y="64"/>
                  </a:cubicBezTo>
                  <a:lnTo>
                    <a:pt x="879" y="75"/>
                  </a:lnTo>
                  <a:cubicBezTo>
                    <a:pt x="888" y="75"/>
                    <a:pt x="892" y="71"/>
                    <a:pt x="892" y="64"/>
                  </a:cubicBezTo>
                  <a:cubicBezTo>
                    <a:pt x="892" y="60"/>
                    <a:pt x="888" y="51"/>
                    <a:pt x="879" y="51"/>
                  </a:cubicBezTo>
                  <a:lnTo>
                    <a:pt x="706" y="44"/>
                  </a:lnTo>
                  <a:close/>
                  <a:moveTo>
                    <a:pt x="1057" y="64"/>
                  </a:moveTo>
                  <a:cubicBezTo>
                    <a:pt x="1050" y="64"/>
                    <a:pt x="1045" y="67"/>
                    <a:pt x="1045" y="71"/>
                  </a:cubicBezTo>
                  <a:cubicBezTo>
                    <a:pt x="1045" y="80"/>
                    <a:pt x="1050" y="84"/>
                    <a:pt x="1054" y="84"/>
                  </a:cubicBezTo>
                  <a:lnTo>
                    <a:pt x="1227" y="95"/>
                  </a:lnTo>
                  <a:cubicBezTo>
                    <a:pt x="1234" y="95"/>
                    <a:pt x="1239" y="91"/>
                    <a:pt x="1239" y="84"/>
                  </a:cubicBezTo>
                  <a:cubicBezTo>
                    <a:pt x="1239" y="80"/>
                    <a:pt x="1234" y="71"/>
                    <a:pt x="1231" y="71"/>
                  </a:cubicBezTo>
                  <a:lnTo>
                    <a:pt x="1057" y="64"/>
                  </a:lnTo>
                  <a:close/>
                  <a:moveTo>
                    <a:pt x="1405" y="84"/>
                  </a:moveTo>
                  <a:cubicBezTo>
                    <a:pt x="1396" y="84"/>
                    <a:pt x="1392" y="87"/>
                    <a:pt x="1392" y="95"/>
                  </a:cubicBezTo>
                  <a:cubicBezTo>
                    <a:pt x="1392" y="99"/>
                    <a:pt x="1396" y="103"/>
                    <a:pt x="1400" y="103"/>
                  </a:cubicBezTo>
                  <a:lnTo>
                    <a:pt x="1578" y="115"/>
                  </a:lnTo>
                  <a:cubicBezTo>
                    <a:pt x="1582" y="115"/>
                    <a:pt x="1585" y="111"/>
                    <a:pt x="1589" y="103"/>
                  </a:cubicBezTo>
                  <a:cubicBezTo>
                    <a:pt x="1589" y="99"/>
                    <a:pt x="1582" y="95"/>
                    <a:pt x="1578" y="91"/>
                  </a:cubicBezTo>
                  <a:lnTo>
                    <a:pt x="1405" y="84"/>
                  </a:lnTo>
                  <a:close/>
                  <a:moveTo>
                    <a:pt x="1751" y="103"/>
                  </a:moveTo>
                  <a:cubicBezTo>
                    <a:pt x="1747" y="103"/>
                    <a:pt x="1740" y="107"/>
                    <a:pt x="1740" y="115"/>
                  </a:cubicBezTo>
                  <a:cubicBezTo>
                    <a:pt x="1740" y="119"/>
                    <a:pt x="1743" y="122"/>
                    <a:pt x="1751" y="127"/>
                  </a:cubicBezTo>
                  <a:lnTo>
                    <a:pt x="1925" y="135"/>
                  </a:lnTo>
                  <a:cubicBezTo>
                    <a:pt x="1929" y="135"/>
                    <a:pt x="1937" y="131"/>
                    <a:pt x="1937" y="122"/>
                  </a:cubicBezTo>
                  <a:cubicBezTo>
                    <a:pt x="1937" y="119"/>
                    <a:pt x="1933" y="115"/>
                    <a:pt x="1925" y="115"/>
                  </a:cubicBezTo>
                  <a:lnTo>
                    <a:pt x="1751" y="103"/>
                  </a:lnTo>
                  <a:close/>
                  <a:moveTo>
                    <a:pt x="2098" y="122"/>
                  </a:moveTo>
                  <a:cubicBezTo>
                    <a:pt x="2095" y="122"/>
                    <a:pt x="2086" y="127"/>
                    <a:pt x="2086" y="135"/>
                  </a:cubicBezTo>
                  <a:cubicBezTo>
                    <a:pt x="2086" y="138"/>
                    <a:pt x="2091" y="146"/>
                    <a:pt x="2098" y="146"/>
                  </a:cubicBezTo>
                  <a:lnTo>
                    <a:pt x="2272" y="154"/>
                  </a:lnTo>
                  <a:cubicBezTo>
                    <a:pt x="2280" y="154"/>
                    <a:pt x="2284" y="151"/>
                    <a:pt x="2284" y="146"/>
                  </a:cubicBezTo>
                  <a:cubicBezTo>
                    <a:pt x="2284" y="138"/>
                    <a:pt x="2280" y="135"/>
                    <a:pt x="2272" y="135"/>
                  </a:cubicBezTo>
                  <a:lnTo>
                    <a:pt x="2098" y="122"/>
                  </a:lnTo>
                  <a:close/>
                  <a:moveTo>
                    <a:pt x="2449" y="142"/>
                  </a:moveTo>
                  <a:cubicBezTo>
                    <a:pt x="2441" y="142"/>
                    <a:pt x="2437" y="146"/>
                    <a:pt x="2437" y="154"/>
                  </a:cubicBezTo>
                  <a:cubicBezTo>
                    <a:pt x="2437" y="158"/>
                    <a:pt x="2441" y="166"/>
                    <a:pt x="2446" y="166"/>
                  </a:cubicBezTo>
                  <a:lnTo>
                    <a:pt x="2520" y="170"/>
                  </a:lnTo>
                  <a:cubicBezTo>
                    <a:pt x="2524" y="170"/>
                    <a:pt x="2528" y="166"/>
                    <a:pt x="2528" y="158"/>
                  </a:cubicBezTo>
                  <a:cubicBezTo>
                    <a:pt x="2532" y="154"/>
                    <a:pt x="2524" y="146"/>
                    <a:pt x="2520" y="146"/>
                  </a:cubicBezTo>
                  <a:lnTo>
                    <a:pt x="2449" y="142"/>
                  </a:lnTo>
                  <a:close/>
                </a:path>
              </a:pathLst>
            </a:cu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3" name="Google Shape;1943;p46"/>
            <p:cNvSpPr/>
            <p:nvPr/>
          </p:nvSpPr>
          <p:spPr>
            <a:xfrm>
              <a:off x="1704607" y="5959605"/>
              <a:ext cx="2642894" cy="203775"/>
            </a:xfrm>
            <a:custGeom>
              <a:rect b="b" l="l" r="r" t="t"/>
              <a:pathLst>
                <a:path extrusionOk="0" h="195" w="2529">
                  <a:moveTo>
                    <a:pt x="13" y="0"/>
                  </a:moveTo>
                  <a:cubicBezTo>
                    <a:pt x="4" y="0"/>
                    <a:pt x="0" y="4"/>
                    <a:pt x="0" y="9"/>
                  </a:cubicBezTo>
                  <a:cubicBezTo>
                    <a:pt x="0" y="17"/>
                    <a:pt x="4" y="20"/>
                    <a:pt x="9" y="20"/>
                  </a:cubicBezTo>
                  <a:lnTo>
                    <a:pt x="182" y="33"/>
                  </a:lnTo>
                  <a:cubicBezTo>
                    <a:pt x="183" y="33"/>
                    <a:pt x="185" y="34"/>
                    <a:pt x="186" y="34"/>
                  </a:cubicBezTo>
                  <a:cubicBezTo>
                    <a:pt x="191" y="34"/>
                    <a:pt x="193" y="27"/>
                    <a:pt x="193" y="24"/>
                  </a:cubicBezTo>
                  <a:cubicBezTo>
                    <a:pt x="198" y="17"/>
                    <a:pt x="190" y="13"/>
                    <a:pt x="186" y="13"/>
                  </a:cubicBezTo>
                  <a:lnTo>
                    <a:pt x="13" y="0"/>
                  </a:lnTo>
                  <a:close/>
                  <a:moveTo>
                    <a:pt x="359" y="24"/>
                  </a:moveTo>
                  <a:cubicBezTo>
                    <a:pt x="351" y="24"/>
                    <a:pt x="348" y="28"/>
                    <a:pt x="348" y="36"/>
                  </a:cubicBezTo>
                  <a:cubicBezTo>
                    <a:pt x="348" y="40"/>
                    <a:pt x="351" y="44"/>
                    <a:pt x="359" y="44"/>
                  </a:cubicBezTo>
                  <a:lnTo>
                    <a:pt x="533" y="60"/>
                  </a:lnTo>
                  <a:cubicBezTo>
                    <a:pt x="537" y="60"/>
                    <a:pt x="541" y="52"/>
                    <a:pt x="544" y="48"/>
                  </a:cubicBezTo>
                  <a:cubicBezTo>
                    <a:pt x="544" y="40"/>
                    <a:pt x="541" y="36"/>
                    <a:pt x="533" y="36"/>
                  </a:cubicBezTo>
                  <a:lnTo>
                    <a:pt x="359" y="24"/>
                  </a:lnTo>
                  <a:close/>
                  <a:moveTo>
                    <a:pt x="706" y="48"/>
                  </a:moveTo>
                  <a:cubicBezTo>
                    <a:pt x="703" y="48"/>
                    <a:pt x="695" y="52"/>
                    <a:pt x="695" y="60"/>
                  </a:cubicBezTo>
                  <a:cubicBezTo>
                    <a:pt x="695" y="64"/>
                    <a:pt x="699" y="68"/>
                    <a:pt x="706" y="71"/>
                  </a:cubicBezTo>
                  <a:lnTo>
                    <a:pt x="879" y="84"/>
                  </a:lnTo>
                  <a:cubicBezTo>
                    <a:pt x="884" y="84"/>
                    <a:pt x="892" y="80"/>
                    <a:pt x="892" y="71"/>
                  </a:cubicBezTo>
                  <a:cubicBezTo>
                    <a:pt x="892" y="68"/>
                    <a:pt x="888" y="60"/>
                    <a:pt x="879" y="60"/>
                  </a:cubicBezTo>
                  <a:lnTo>
                    <a:pt x="706" y="48"/>
                  </a:lnTo>
                  <a:close/>
                  <a:moveTo>
                    <a:pt x="1054" y="71"/>
                  </a:moveTo>
                  <a:cubicBezTo>
                    <a:pt x="1050" y="71"/>
                    <a:pt x="1041" y="75"/>
                    <a:pt x="1041" y="84"/>
                  </a:cubicBezTo>
                  <a:cubicBezTo>
                    <a:pt x="1041" y="87"/>
                    <a:pt x="1045" y="95"/>
                    <a:pt x="1054" y="95"/>
                  </a:cubicBezTo>
                  <a:lnTo>
                    <a:pt x="1227" y="107"/>
                  </a:lnTo>
                  <a:cubicBezTo>
                    <a:pt x="1234" y="107"/>
                    <a:pt x="1239" y="104"/>
                    <a:pt x="1239" y="95"/>
                  </a:cubicBezTo>
                  <a:cubicBezTo>
                    <a:pt x="1239" y="91"/>
                    <a:pt x="1234" y="84"/>
                    <a:pt x="1227" y="84"/>
                  </a:cubicBezTo>
                  <a:lnTo>
                    <a:pt x="1054" y="71"/>
                  </a:lnTo>
                  <a:close/>
                  <a:moveTo>
                    <a:pt x="1400" y="95"/>
                  </a:moveTo>
                  <a:cubicBezTo>
                    <a:pt x="1396" y="95"/>
                    <a:pt x="1392" y="99"/>
                    <a:pt x="1392" y="107"/>
                  </a:cubicBezTo>
                  <a:cubicBezTo>
                    <a:pt x="1389" y="111"/>
                    <a:pt x="1396" y="119"/>
                    <a:pt x="1400" y="119"/>
                  </a:cubicBezTo>
                  <a:lnTo>
                    <a:pt x="1574" y="131"/>
                  </a:lnTo>
                  <a:cubicBezTo>
                    <a:pt x="1582" y="131"/>
                    <a:pt x="1585" y="127"/>
                    <a:pt x="1585" y="119"/>
                  </a:cubicBezTo>
                  <a:cubicBezTo>
                    <a:pt x="1585" y="115"/>
                    <a:pt x="1582" y="107"/>
                    <a:pt x="1578" y="107"/>
                  </a:cubicBezTo>
                  <a:lnTo>
                    <a:pt x="1400" y="95"/>
                  </a:lnTo>
                  <a:close/>
                  <a:moveTo>
                    <a:pt x="1751" y="119"/>
                  </a:moveTo>
                  <a:cubicBezTo>
                    <a:pt x="1744" y="119"/>
                    <a:pt x="1740" y="123"/>
                    <a:pt x="1740" y="131"/>
                  </a:cubicBezTo>
                  <a:cubicBezTo>
                    <a:pt x="1740" y="139"/>
                    <a:pt x="1744" y="142"/>
                    <a:pt x="1747" y="142"/>
                  </a:cubicBezTo>
                  <a:lnTo>
                    <a:pt x="1920" y="155"/>
                  </a:lnTo>
                  <a:cubicBezTo>
                    <a:pt x="1929" y="155"/>
                    <a:pt x="1933" y="151"/>
                    <a:pt x="1933" y="142"/>
                  </a:cubicBezTo>
                  <a:cubicBezTo>
                    <a:pt x="1933" y="139"/>
                    <a:pt x="1929" y="135"/>
                    <a:pt x="1925" y="135"/>
                  </a:cubicBezTo>
                  <a:lnTo>
                    <a:pt x="1751" y="119"/>
                  </a:lnTo>
                  <a:close/>
                  <a:moveTo>
                    <a:pt x="2095" y="145"/>
                  </a:moveTo>
                  <a:cubicBezTo>
                    <a:pt x="2089" y="145"/>
                    <a:pt x="2086" y="152"/>
                    <a:pt x="2086" y="155"/>
                  </a:cubicBezTo>
                  <a:cubicBezTo>
                    <a:pt x="2086" y="162"/>
                    <a:pt x="2091" y="166"/>
                    <a:pt x="2095" y="166"/>
                  </a:cubicBezTo>
                  <a:lnTo>
                    <a:pt x="2272" y="178"/>
                  </a:lnTo>
                  <a:cubicBezTo>
                    <a:pt x="2275" y="178"/>
                    <a:pt x="2280" y="175"/>
                    <a:pt x="2280" y="170"/>
                  </a:cubicBezTo>
                  <a:cubicBezTo>
                    <a:pt x="2284" y="162"/>
                    <a:pt x="2275" y="158"/>
                    <a:pt x="2272" y="158"/>
                  </a:cubicBezTo>
                  <a:lnTo>
                    <a:pt x="2098" y="146"/>
                  </a:lnTo>
                  <a:cubicBezTo>
                    <a:pt x="2097" y="145"/>
                    <a:pt x="2096" y="145"/>
                    <a:pt x="2095" y="145"/>
                  </a:cubicBezTo>
                  <a:close/>
                  <a:moveTo>
                    <a:pt x="2446" y="170"/>
                  </a:moveTo>
                  <a:cubicBezTo>
                    <a:pt x="2437" y="170"/>
                    <a:pt x="2433" y="175"/>
                    <a:pt x="2433" y="178"/>
                  </a:cubicBezTo>
                  <a:cubicBezTo>
                    <a:pt x="2433" y="186"/>
                    <a:pt x="2437" y="190"/>
                    <a:pt x="2446" y="190"/>
                  </a:cubicBezTo>
                  <a:lnTo>
                    <a:pt x="2517" y="193"/>
                  </a:lnTo>
                  <a:cubicBezTo>
                    <a:pt x="2517" y="194"/>
                    <a:pt x="2518" y="195"/>
                    <a:pt x="2519" y="195"/>
                  </a:cubicBezTo>
                  <a:cubicBezTo>
                    <a:pt x="2523" y="195"/>
                    <a:pt x="2528" y="189"/>
                    <a:pt x="2528" y="186"/>
                  </a:cubicBezTo>
                  <a:cubicBezTo>
                    <a:pt x="2528" y="178"/>
                    <a:pt x="2524" y="175"/>
                    <a:pt x="2517" y="175"/>
                  </a:cubicBezTo>
                  <a:lnTo>
                    <a:pt x="2446" y="170"/>
                  </a:lnTo>
                  <a:close/>
                </a:path>
              </a:pathLst>
            </a:cu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4" name="Google Shape;1944;p46"/>
            <p:cNvSpPr/>
            <p:nvPr/>
          </p:nvSpPr>
          <p:spPr>
            <a:xfrm>
              <a:off x="1626229" y="6458070"/>
              <a:ext cx="2642894" cy="207955"/>
            </a:xfrm>
            <a:custGeom>
              <a:rect b="b" l="l" r="r" t="t"/>
              <a:pathLst>
                <a:path extrusionOk="0" h="199" w="2529">
                  <a:moveTo>
                    <a:pt x="13" y="0"/>
                  </a:moveTo>
                  <a:cubicBezTo>
                    <a:pt x="4" y="0"/>
                    <a:pt x="1" y="5"/>
                    <a:pt x="1" y="13"/>
                  </a:cubicBezTo>
                  <a:cubicBezTo>
                    <a:pt x="1" y="16"/>
                    <a:pt x="4" y="24"/>
                    <a:pt x="8" y="24"/>
                  </a:cubicBezTo>
                  <a:lnTo>
                    <a:pt x="182" y="36"/>
                  </a:lnTo>
                  <a:cubicBezTo>
                    <a:pt x="190" y="36"/>
                    <a:pt x="194" y="33"/>
                    <a:pt x="194" y="24"/>
                  </a:cubicBezTo>
                  <a:cubicBezTo>
                    <a:pt x="194" y="20"/>
                    <a:pt x="190" y="13"/>
                    <a:pt x="186" y="13"/>
                  </a:cubicBezTo>
                  <a:lnTo>
                    <a:pt x="13" y="0"/>
                  </a:lnTo>
                  <a:close/>
                  <a:moveTo>
                    <a:pt x="359" y="24"/>
                  </a:moveTo>
                  <a:cubicBezTo>
                    <a:pt x="352" y="24"/>
                    <a:pt x="348" y="29"/>
                    <a:pt x="348" y="36"/>
                  </a:cubicBezTo>
                  <a:cubicBezTo>
                    <a:pt x="348" y="44"/>
                    <a:pt x="352" y="48"/>
                    <a:pt x="359" y="48"/>
                  </a:cubicBezTo>
                  <a:lnTo>
                    <a:pt x="533" y="60"/>
                  </a:lnTo>
                  <a:cubicBezTo>
                    <a:pt x="537" y="60"/>
                    <a:pt x="541" y="56"/>
                    <a:pt x="545" y="48"/>
                  </a:cubicBezTo>
                  <a:cubicBezTo>
                    <a:pt x="545" y="44"/>
                    <a:pt x="541" y="40"/>
                    <a:pt x="533" y="36"/>
                  </a:cubicBezTo>
                  <a:lnTo>
                    <a:pt x="359" y="24"/>
                  </a:lnTo>
                  <a:close/>
                  <a:moveTo>
                    <a:pt x="704" y="51"/>
                  </a:moveTo>
                  <a:cubicBezTo>
                    <a:pt x="700" y="51"/>
                    <a:pt x="694" y="57"/>
                    <a:pt x="694" y="60"/>
                  </a:cubicBezTo>
                  <a:cubicBezTo>
                    <a:pt x="694" y="68"/>
                    <a:pt x="699" y="71"/>
                    <a:pt x="707" y="71"/>
                  </a:cubicBezTo>
                  <a:lnTo>
                    <a:pt x="880" y="84"/>
                  </a:lnTo>
                  <a:cubicBezTo>
                    <a:pt x="884" y="84"/>
                    <a:pt x="892" y="80"/>
                    <a:pt x="892" y="76"/>
                  </a:cubicBezTo>
                  <a:cubicBezTo>
                    <a:pt x="892" y="68"/>
                    <a:pt x="888" y="64"/>
                    <a:pt x="880" y="64"/>
                  </a:cubicBezTo>
                  <a:lnTo>
                    <a:pt x="707" y="52"/>
                  </a:lnTo>
                  <a:cubicBezTo>
                    <a:pt x="706" y="51"/>
                    <a:pt x="705" y="51"/>
                    <a:pt x="704" y="51"/>
                  </a:cubicBezTo>
                  <a:close/>
                  <a:moveTo>
                    <a:pt x="1054" y="76"/>
                  </a:moveTo>
                  <a:cubicBezTo>
                    <a:pt x="1049" y="76"/>
                    <a:pt x="1042" y="80"/>
                    <a:pt x="1042" y="84"/>
                  </a:cubicBezTo>
                  <a:cubicBezTo>
                    <a:pt x="1042" y="91"/>
                    <a:pt x="1045" y="95"/>
                    <a:pt x="1054" y="95"/>
                  </a:cubicBezTo>
                  <a:lnTo>
                    <a:pt x="1227" y="107"/>
                  </a:lnTo>
                  <a:cubicBezTo>
                    <a:pt x="1231" y="107"/>
                    <a:pt x="1238" y="104"/>
                    <a:pt x="1238" y="100"/>
                  </a:cubicBezTo>
                  <a:cubicBezTo>
                    <a:pt x="1238" y="91"/>
                    <a:pt x="1235" y="87"/>
                    <a:pt x="1227" y="87"/>
                  </a:cubicBezTo>
                  <a:lnTo>
                    <a:pt x="1054" y="76"/>
                  </a:lnTo>
                  <a:close/>
                  <a:moveTo>
                    <a:pt x="1400" y="100"/>
                  </a:moveTo>
                  <a:cubicBezTo>
                    <a:pt x="1396" y="100"/>
                    <a:pt x="1393" y="104"/>
                    <a:pt x="1389" y="107"/>
                  </a:cubicBezTo>
                  <a:cubicBezTo>
                    <a:pt x="1389" y="115"/>
                    <a:pt x="1396" y="119"/>
                    <a:pt x="1400" y="119"/>
                  </a:cubicBezTo>
                  <a:lnTo>
                    <a:pt x="1574" y="131"/>
                  </a:lnTo>
                  <a:cubicBezTo>
                    <a:pt x="1582" y="131"/>
                    <a:pt x="1586" y="127"/>
                    <a:pt x="1586" y="123"/>
                  </a:cubicBezTo>
                  <a:cubicBezTo>
                    <a:pt x="1586" y="115"/>
                    <a:pt x="1582" y="111"/>
                    <a:pt x="1578" y="111"/>
                  </a:cubicBezTo>
                  <a:lnTo>
                    <a:pt x="1400" y="100"/>
                  </a:lnTo>
                  <a:close/>
                  <a:moveTo>
                    <a:pt x="1751" y="123"/>
                  </a:moveTo>
                  <a:cubicBezTo>
                    <a:pt x="1744" y="123"/>
                    <a:pt x="1740" y="127"/>
                    <a:pt x="1740" y="131"/>
                  </a:cubicBezTo>
                  <a:cubicBezTo>
                    <a:pt x="1740" y="139"/>
                    <a:pt x="1744" y="142"/>
                    <a:pt x="1748" y="142"/>
                  </a:cubicBezTo>
                  <a:lnTo>
                    <a:pt x="1921" y="158"/>
                  </a:lnTo>
                  <a:cubicBezTo>
                    <a:pt x="1929" y="158"/>
                    <a:pt x="1933" y="151"/>
                    <a:pt x="1933" y="147"/>
                  </a:cubicBezTo>
                  <a:cubicBezTo>
                    <a:pt x="1933" y="139"/>
                    <a:pt x="1929" y="135"/>
                    <a:pt x="1924" y="135"/>
                  </a:cubicBezTo>
                  <a:lnTo>
                    <a:pt x="1751" y="123"/>
                  </a:lnTo>
                  <a:close/>
                  <a:moveTo>
                    <a:pt x="2099" y="147"/>
                  </a:moveTo>
                  <a:cubicBezTo>
                    <a:pt x="2090" y="147"/>
                    <a:pt x="2086" y="151"/>
                    <a:pt x="2086" y="158"/>
                  </a:cubicBezTo>
                  <a:cubicBezTo>
                    <a:pt x="2086" y="162"/>
                    <a:pt x="2090" y="166"/>
                    <a:pt x="2095" y="171"/>
                  </a:cubicBezTo>
                  <a:lnTo>
                    <a:pt x="2272" y="182"/>
                  </a:lnTo>
                  <a:cubicBezTo>
                    <a:pt x="2276" y="182"/>
                    <a:pt x="2279" y="178"/>
                    <a:pt x="2279" y="171"/>
                  </a:cubicBezTo>
                  <a:cubicBezTo>
                    <a:pt x="2284" y="166"/>
                    <a:pt x="2276" y="158"/>
                    <a:pt x="2272" y="158"/>
                  </a:cubicBezTo>
                  <a:lnTo>
                    <a:pt x="2099" y="147"/>
                  </a:lnTo>
                  <a:close/>
                  <a:moveTo>
                    <a:pt x="2445" y="171"/>
                  </a:moveTo>
                  <a:cubicBezTo>
                    <a:pt x="2437" y="171"/>
                    <a:pt x="2434" y="175"/>
                    <a:pt x="2434" y="182"/>
                  </a:cubicBezTo>
                  <a:cubicBezTo>
                    <a:pt x="2434" y="186"/>
                    <a:pt x="2437" y="194"/>
                    <a:pt x="2445" y="194"/>
                  </a:cubicBezTo>
                  <a:lnTo>
                    <a:pt x="2516" y="198"/>
                  </a:lnTo>
                  <a:cubicBezTo>
                    <a:pt x="2521" y="198"/>
                    <a:pt x="2528" y="194"/>
                    <a:pt x="2528" y="186"/>
                  </a:cubicBezTo>
                  <a:cubicBezTo>
                    <a:pt x="2528" y="182"/>
                    <a:pt x="2524" y="178"/>
                    <a:pt x="2516" y="175"/>
                  </a:cubicBezTo>
                  <a:lnTo>
                    <a:pt x="2445" y="171"/>
                  </a:lnTo>
                  <a:close/>
                </a:path>
              </a:pathLst>
            </a:cu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45" name="Google Shape;1945;p46"/>
          <p:cNvGrpSpPr/>
          <p:nvPr/>
        </p:nvGrpSpPr>
        <p:grpSpPr>
          <a:xfrm>
            <a:off x="3376543" y="4205410"/>
            <a:ext cx="1707894" cy="5260442"/>
            <a:chOff x="3314375" y="542975"/>
            <a:chExt cx="3353414" cy="8401919"/>
          </a:xfrm>
        </p:grpSpPr>
        <p:sp>
          <p:nvSpPr>
            <p:cNvPr id="1946" name="Google Shape;1946;p46"/>
            <p:cNvSpPr/>
            <p:nvPr/>
          </p:nvSpPr>
          <p:spPr>
            <a:xfrm>
              <a:off x="3402472" y="1638494"/>
              <a:ext cx="1485744" cy="1438586"/>
            </a:xfrm>
            <a:custGeom>
              <a:rect b="b" l="l" r="r" t="t"/>
              <a:pathLst>
                <a:path extrusionOk="0" h="2776" w="2867">
                  <a:moveTo>
                    <a:pt x="2115" y="1"/>
                  </a:moveTo>
                  <a:cubicBezTo>
                    <a:pt x="1710" y="1"/>
                    <a:pt x="856" y="748"/>
                    <a:pt x="623" y="1004"/>
                  </a:cubicBezTo>
                  <a:cubicBezTo>
                    <a:pt x="331" y="1319"/>
                    <a:pt x="111" y="1576"/>
                    <a:pt x="44" y="2005"/>
                  </a:cubicBezTo>
                  <a:cubicBezTo>
                    <a:pt x="0" y="2302"/>
                    <a:pt x="44" y="2439"/>
                    <a:pt x="288" y="2617"/>
                  </a:cubicBezTo>
                  <a:cubicBezTo>
                    <a:pt x="443" y="2729"/>
                    <a:pt x="609" y="2776"/>
                    <a:pt x="777" y="2776"/>
                  </a:cubicBezTo>
                  <a:cubicBezTo>
                    <a:pt x="1264" y="2776"/>
                    <a:pt x="1773" y="2386"/>
                    <a:pt x="2110" y="2072"/>
                  </a:cubicBezTo>
                  <a:cubicBezTo>
                    <a:pt x="2481" y="1729"/>
                    <a:pt x="2867" y="1114"/>
                    <a:pt x="2717" y="586"/>
                  </a:cubicBezTo>
                  <a:cubicBezTo>
                    <a:pt x="2626" y="262"/>
                    <a:pt x="2417" y="164"/>
                    <a:pt x="2173" y="7"/>
                  </a:cubicBezTo>
                  <a:cubicBezTo>
                    <a:pt x="2155" y="3"/>
                    <a:pt x="2135" y="1"/>
                    <a:pt x="2115" y="1"/>
                  </a:cubicBezTo>
                  <a:close/>
                </a:path>
              </a:pathLst>
            </a:custGeom>
            <a:solidFill>
              <a:schemeClr val="accent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7" name="Google Shape;1947;p46"/>
            <p:cNvSpPr/>
            <p:nvPr/>
          </p:nvSpPr>
          <p:spPr>
            <a:xfrm>
              <a:off x="3406100" y="1627093"/>
              <a:ext cx="1433403" cy="1461906"/>
            </a:xfrm>
            <a:custGeom>
              <a:rect b="b" l="l" r="r" t="t"/>
              <a:pathLst>
                <a:path extrusionOk="0" h="2821" w="2766">
                  <a:moveTo>
                    <a:pt x="2106" y="44"/>
                  </a:moveTo>
                  <a:cubicBezTo>
                    <a:pt x="2123" y="44"/>
                    <a:pt x="2140" y="46"/>
                    <a:pt x="2154" y="47"/>
                  </a:cubicBezTo>
                  <a:lnTo>
                    <a:pt x="2154" y="47"/>
                  </a:lnTo>
                  <a:lnTo>
                    <a:pt x="2154" y="48"/>
                  </a:lnTo>
                  <a:cubicBezTo>
                    <a:pt x="2276" y="127"/>
                    <a:pt x="2390" y="189"/>
                    <a:pt x="2481" y="273"/>
                  </a:cubicBezTo>
                  <a:cubicBezTo>
                    <a:pt x="2572" y="355"/>
                    <a:pt x="2643" y="454"/>
                    <a:pt x="2687" y="612"/>
                  </a:cubicBezTo>
                  <a:cubicBezTo>
                    <a:pt x="2710" y="691"/>
                    <a:pt x="2722" y="770"/>
                    <a:pt x="2722" y="852"/>
                  </a:cubicBezTo>
                  <a:cubicBezTo>
                    <a:pt x="2722" y="1077"/>
                    <a:pt x="2639" y="1314"/>
                    <a:pt x="2521" y="1527"/>
                  </a:cubicBezTo>
                  <a:cubicBezTo>
                    <a:pt x="2403" y="1740"/>
                    <a:pt x="2245" y="1933"/>
                    <a:pt x="2087" y="2078"/>
                  </a:cubicBezTo>
                  <a:cubicBezTo>
                    <a:pt x="1921" y="2236"/>
                    <a:pt x="1708" y="2410"/>
                    <a:pt x="1480" y="2544"/>
                  </a:cubicBezTo>
                  <a:cubicBezTo>
                    <a:pt x="1251" y="2682"/>
                    <a:pt x="1007" y="2777"/>
                    <a:pt x="770" y="2777"/>
                  </a:cubicBezTo>
                  <a:cubicBezTo>
                    <a:pt x="605" y="2777"/>
                    <a:pt x="447" y="2733"/>
                    <a:pt x="297" y="2623"/>
                  </a:cubicBezTo>
                  <a:cubicBezTo>
                    <a:pt x="202" y="2552"/>
                    <a:pt x="139" y="2493"/>
                    <a:pt x="99" y="2426"/>
                  </a:cubicBezTo>
                  <a:cubicBezTo>
                    <a:pt x="60" y="2362"/>
                    <a:pt x="44" y="2291"/>
                    <a:pt x="44" y="2205"/>
                  </a:cubicBezTo>
                  <a:cubicBezTo>
                    <a:pt x="44" y="2153"/>
                    <a:pt x="48" y="2094"/>
                    <a:pt x="60" y="2031"/>
                  </a:cubicBezTo>
                  <a:cubicBezTo>
                    <a:pt x="92" y="1818"/>
                    <a:pt x="163" y="1653"/>
                    <a:pt x="261" y="1495"/>
                  </a:cubicBezTo>
                  <a:cubicBezTo>
                    <a:pt x="359" y="1341"/>
                    <a:pt x="486" y="1199"/>
                    <a:pt x="632" y="1041"/>
                  </a:cubicBezTo>
                  <a:cubicBezTo>
                    <a:pt x="687" y="979"/>
                    <a:pt x="785" y="884"/>
                    <a:pt x="904" y="777"/>
                  </a:cubicBezTo>
                  <a:cubicBezTo>
                    <a:pt x="1082" y="620"/>
                    <a:pt x="1311" y="435"/>
                    <a:pt x="1531" y="293"/>
                  </a:cubicBezTo>
                  <a:cubicBezTo>
                    <a:pt x="1642" y="218"/>
                    <a:pt x="1748" y="158"/>
                    <a:pt x="1850" y="115"/>
                  </a:cubicBezTo>
                  <a:cubicBezTo>
                    <a:pt x="1949" y="67"/>
                    <a:pt x="2035" y="44"/>
                    <a:pt x="2106" y="44"/>
                  </a:cubicBezTo>
                  <a:close/>
                  <a:moveTo>
                    <a:pt x="2106" y="0"/>
                  </a:moveTo>
                  <a:cubicBezTo>
                    <a:pt x="2055" y="0"/>
                    <a:pt x="1992" y="13"/>
                    <a:pt x="1929" y="36"/>
                  </a:cubicBezTo>
                  <a:cubicBezTo>
                    <a:pt x="1819" y="71"/>
                    <a:pt x="1693" y="138"/>
                    <a:pt x="1562" y="218"/>
                  </a:cubicBezTo>
                  <a:cubicBezTo>
                    <a:pt x="1369" y="340"/>
                    <a:pt x="1169" y="497"/>
                    <a:pt x="994" y="644"/>
                  </a:cubicBezTo>
                  <a:cubicBezTo>
                    <a:pt x="821" y="789"/>
                    <a:pt x="676" y="928"/>
                    <a:pt x="601" y="1010"/>
                  </a:cubicBezTo>
                  <a:cubicBezTo>
                    <a:pt x="454" y="1168"/>
                    <a:pt x="324" y="1314"/>
                    <a:pt x="222" y="1472"/>
                  </a:cubicBezTo>
                  <a:cubicBezTo>
                    <a:pt x="123" y="1633"/>
                    <a:pt x="48" y="1807"/>
                    <a:pt x="17" y="2024"/>
                  </a:cubicBezTo>
                  <a:cubicBezTo>
                    <a:pt x="5" y="2091"/>
                    <a:pt x="1" y="2149"/>
                    <a:pt x="1" y="2205"/>
                  </a:cubicBezTo>
                  <a:cubicBezTo>
                    <a:pt x="1" y="2295"/>
                    <a:pt x="17" y="2375"/>
                    <a:pt x="60" y="2449"/>
                  </a:cubicBezTo>
                  <a:cubicBezTo>
                    <a:pt x="104" y="2520"/>
                    <a:pt x="170" y="2588"/>
                    <a:pt x="270" y="2659"/>
                  </a:cubicBezTo>
                  <a:cubicBezTo>
                    <a:pt x="427" y="2773"/>
                    <a:pt x="596" y="2820"/>
                    <a:pt x="770" y="2820"/>
                  </a:cubicBezTo>
                  <a:cubicBezTo>
                    <a:pt x="1018" y="2820"/>
                    <a:pt x="1271" y="2721"/>
                    <a:pt x="1504" y="2584"/>
                  </a:cubicBezTo>
                  <a:cubicBezTo>
                    <a:pt x="1736" y="2446"/>
                    <a:pt x="1949" y="2268"/>
                    <a:pt x="2119" y="2111"/>
                  </a:cubicBezTo>
                  <a:cubicBezTo>
                    <a:pt x="2276" y="1964"/>
                    <a:pt x="2438" y="1767"/>
                    <a:pt x="2560" y="1550"/>
                  </a:cubicBezTo>
                  <a:cubicBezTo>
                    <a:pt x="2683" y="1330"/>
                    <a:pt x="2765" y="1089"/>
                    <a:pt x="2765" y="852"/>
                  </a:cubicBezTo>
                  <a:cubicBezTo>
                    <a:pt x="2765" y="766"/>
                    <a:pt x="2754" y="683"/>
                    <a:pt x="2730" y="600"/>
                  </a:cubicBezTo>
                  <a:cubicBezTo>
                    <a:pt x="2683" y="438"/>
                    <a:pt x="2607" y="328"/>
                    <a:pt x="2509" y="242"/>
                  </a:cubicBezTo>
                  <a:cubicBezTo>
                    <a:pt x="2414" y="154"/>
                    <a:pt x="2299" y="87"/>
                    <a:pt x="2177" y="9"/>
                  </a:cubicBezTo>
                  <a:lnTo>
                    <a:pt x="2170" y="9"/>
                  </a:lnTo>
                  <a:cubicBezTo>
                    <a:pt x="2150" y="5"/>
                    <a:pt x="2130" y="0"/>
                    <a:pt x="2106"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8" name="Google Shape;1948;p46"/>
            <p:cNvSpPr/>
            <p:nvPr/>
          </p:nvSpPr>
          <p:spPr>
            <a:xfrm>
              <a:off x="5418872" y="1765976"/>
              <a:ext cx="1248916" cy="1516837"/>
            </a:xfrm>
            <a:custGeom>
              <a:rect b="b" l="l" r="r" t="t"/>
              <a:pathLst>
                <a:path extrusionOk="0" h="2927" w="2410">
                  <a:moveTo>
                    <a:pt x="456" y="0"/>
                  </a:moveTo>
                  <a:cubicBezTo>
                    <a:pt x="410" y="0"/>
                    <a:pt x="362" y="9"/>
                    <a:pt x="313" y="32"/>
                  </a:cubicBezTo>
                  <a:cubicBezTo>
                    <a:pt x="119" y="123"/>
                    <a:pt x="1" y="340"/>
                    <a:pt x="17" y="549"/>
                  </a:cubicBezTo>
                  <a:cubicBezTo>
                    <a:pt x="40" y="951"/>
                    <a:pt x="455" y="1377"/>
                    <a:pt x="675" y="1688"/>
                  </a:cubicBezTo>
                  <a:cubicBezTo>
                    <a:pt x="861" y="1949"/>
                    <a:pt x="1065" y="2232"/>
                    <a:pt x="1290" y="2461"/>
                  </a:cubicBezTo>
                  <a:cubicBezTo>
                    <a:pt x="1456" y="2631"/>
                    <a:pt x="1709" y="2926"/>
                    <a:pt x="1969" y="2926"/>
                  </a:cubicBezTo>
                  <a:cubicBezTo>
                    <a:pt x="1971" y="2926"/>
                    <a:pt x="1972" y="2926"/>
                    <a:pt x="1974" y="2926"/>
                  </a:cubicBezTo>
                  <a:cubicBezTo>
                    <a:pt x="2266" y="2926"/>
                    <a:pt x="2410" y="2523"/>
                    <a:pt x="2386" y="2276"/>
                  </a:cubicBezTo>
                  <a:cubicBezTo>
                    <a:pt x="2375" y="2138"/>
                    <a:pt x="2328" y="2008"/>
                    <a:pt x="2268" y="1885"/>
                  </a:cubicBezTo>
                  <a:cubicBezTo>
                    <a:pt x="2209" y="1767"/>
                    <a:pt x="2135" y="1653"/>
                    <a:pt x="2059" y="1543"/>
                  </a:cubicBezTo>
                  <a:cubicBezTo>
                    <a:pt x="1791" y="1148"/>
                    <a:pt x="1480" y="789"/>
                    <a:pt x="1196" y="407"/>
                  </a:cubicBezTo>
                  <a:cubicBezTo>
                    <a:pt x="1081" y="253"/>
                    <a:pt x="923" y="167"/>
                    <a:pt x="750" y="87"/>
                  </a:cubicBezTo>
                  <a:cubicBezTo>
                    <a:pt x="651" y="42"/>
                    <a:pt x="556" y="0"/>
                    <a:pt x="456" y="0"/>
                  </a:cubicBezTo>
                  <a:close/>
                </a:path>
              </a:pathLst>
            </a:custGeom>
            <a:solidFill>
              <a:schemeClr val="accent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9" name="Google Shape;1949;p46"/>
            <p:cNvSpPr/>
            <p:nvPr/>
          </p:nvSpPr>
          <p:spPr>
            <a:xfrm>
              <a:off x="5415245" y="1754057"/>
              <a:ext cx="1252544" cy="1540675"/>
            </a:xfrm>
            <a:custGeom>
              <a:rect b="b" l="l" r="r" t="t"/>
              <a:pathLst>
                <a:path extrusionOk="0" h="2973" w="2417">
                  <a:moveTo>
                    <a:pt x="466" y="44"/>
                  </a:moveTo>
                  <a:cubicBezTo>
                    <a:pt x="513" y="44"/>
                    <a:pt x="556" y="55"/>
                    <a:pt x="604" y="71"/>
                  </a:cubicBezTo>
                  <a:cubicBezTo>
                    <a:pt x="651" y="86"/>
                    <a:pt x="702" y="106"/>
                    <a:pt x="750" y="130"/>
                  </a:cubicBezTo>
                  <a:cubicBezTo>
                    <a:pt x="836" y="170"/>
                    <a:pt x="915" y="209"/>
                    <a:pt x="990" y="261"/>
                  </a:cubicBezTo>
                  <a:cubicBezTo>
                    <a:pt x="1065" y="308"/>
                    <a:pt x="1128" y="367"/>
                    <a:pt x="1187" y="441"/>
                  </a:cubicBezTo>
                  <a:cubicBezTo>
                    <a:pt x="1471" y="828"/>
                    <a:pt x="1778" y="1183"/>
                    <a:pt x="2047" y="1577"/>
                  </a:cubicBezTo>
                  <a:cubicBezTo>
                    <a:pt x="2122" y="1688"/>
                    <a:pt x="2197" y="1798"/>
                    <a:pt x="2255" y="1917"/>
                  </a:cubicBezTo>
                  <a:cubicBezTo>
                    <a:pt x="2315" y="2039"/>
                    <a:pt x="2358" y="2165"/>
                    <a:pt x="2370" y="2299"/>
                  </a:cubicBezTo>
                  <a:cubicBezTo>
                    <a:pt x="2373" y="2319"/>
                    <a:pt x="2373" y="2334"/>
                    <a:pt x="2373" y="2354"/>
                  </a:cubicBezTo>
                  <a:cubicBezTo>
                    <a:pt x="2373" y="2472"/>
                    <a:pt x="2338" y="2618"/>
                    <a:pt x="2271" y="2732"/>
                  </a:cubicBezTo>
                  <a:cubicBezTo>
                    <a:pt x="2236" y="2792"/>
                    <a:pt x="2197" y="2839"/>
                    <a:pt x="2145" y="2874"/>
                  </a:cubicBezTo>
                  <a:cubicBezTo>
                    <a:pt x="2098" y="2910"/>
                    <a:pt x="2042" y="2930"/>
                    <a:pt x="1980" y="2930"/>
                  </a:cubicBezTo>
                  <a:lnTo>
                    <a:pt x="1976" y="2930"/>
                  </a:lnTo>
                  <a:cubicBezTo>
                    <a:pt x="1916" y="2930"/>
                    <a:pt x="1853" y="2910"/>
                    <a:pt x="1794" y="2883"/>
                  </a:cubicBezTo>
                  <a:cubicBezTo>
                    <a:pt x="1703" y="2836"/>
                    <a:pt x="1613" y="2765"/>
                    <a:pt x="1530" y="2689"/>
                  </a:cubicBezTo>
                  <a:cubicBezTo>
                    <a:pt x="1451" y="2614"/>
                    <a:pt x="1376" y="2532"/>
                    <a:pt x="1314" y="2468"/>
                  </a:cubicBezTo>
                  <a:cubicBezTo>
                    <a:pt x="1088" y="2244"/>
                    <a:pt x="883" y="1960"/>
                    <a:pt x="702" y="1700"/>
                  </a:cubicBezTo>
                  <a:cubicBezTo>
                    <a:pt x="591" y="1542"/>
                    <a:pt x="430" y="1356"/>
                    <a:pt x="296" y="1163"/>
                  </a:cubicBezTo>
                  <a:cubicBezTo>
                    <a:pt x="166" y="970"/>
                    <a:pt x="55" y="765"/>
                    <a:pt x="44" y="568"/>
                  </a:cubicBezTo>
                  <a:lnTo>
                    <a:pt x="44" y="541"/>
                  </a:lnTo>
                  <a:cubicBezTo>
                    <a:pt x="44" y="446"/>
                    <a:pt x="71" y="351"/>
                    <a:pt x="118" y="268"/>
                  </a:cubicBezTo>
                  <a:cubicBezTo>
                    <a:pt x="169" y="186"/>
                    <a:pt x="240" y="119"/>
                    <a:pt x="327" y="75"/>
                  </a:cubicBezTo>
                  <a:cubicBezTo>
                    <a:pt x="375" y="55"/>
                    <a:pt x="418" y="44"/>
                    <a:pt x="466" y="44"/>
                  </a:cubicBezTo>
                  <a:close/>
                  <a:moveTo>
                    <a:pt x="466" y="0"/>
                  </a:moveTo>
                  <a:cubicBezTo>
                    <a:pt x="415" y="0"/>
                    <a:pt x="362" y="12"/>
                    <a:pt x="308" y="35"/>
                  </a:cubicBezTo>
                  <a:cubicBezTo>
                    <a:pt x="213" y="83"/>
                    <a:pt x="138" y="157"/>
                    <a:pt x="83" y="244"/>
                  </a:cubicBezTo>
                  <a:cubicBezTo>
                    <a:pt x="27" y="335"/>
                    <a:pt x="0" y="438"/>
                    <a:pt x="0" y="541"/>
                  </a:cubicBezTo>
                  <a:lnTo>
                    <a:pt x="0" y="572"/>
                  </a:lnTo>
                  <a:cubicBezTo>
                    <a:pt x="16" y="781"/>
                    <a:pt x="126" y="990"/>
                    <a:pt x="260" y="1187"/>
                  </a:cubicBezTo>
                  <a:cubicBezTo>
                    <a:pt x="398" y="1384"/>
                    <a:pt x="556" y="1569"/>
                    <a:pt x="666" y="1727"/>
                  </a:cubicBezTo>
                  <a:cubicBezTo>
                    <a:pt x="848" y="1984"/>
                    <a:pt x="1057" y="2272"/>
                    <a:pt x="1281" y="2500"/>
                  </a:cubicBezTo>
                  <a:cubicBezTo>
                    <a:pt x="1365" y="2583"/>
                    <a:pt x="1471" y="2701"/>
                    <a:pt x="1589" y="2796"/>
                  </a:cubicBezTo>
                  <a:cubicBezTo>
                    <a:pt x="1649" y="2843"/>
                    <a:pt x="1707" y="2887"/>
                    <a:pt x="1774" y="2922"/>
                  </a:cubicBezTo>
                  <a:cubicBezTo>
                    <a:pt x="1838" y="2954"/>
                    <a:pt x="1905" y="2973"/>
                    <a:pt x="1976" y="2973"/>
                  </a:cubicBezTo>
                  <a:lnTo>
                    <a:pt x="1980" y="2973"/>
                  </a:lnTo>
                  <a:cubicBezTo>
                    <a:pt x="2051" y="2973"/>
                    <a:pt x="2118" y="2949"/>
                    <a:pt x="2173" y="2910"/>
                  </a:cubicBezTo>
                  <a:cubicBezTo>
                    <a:pt x="2255" y="2851"/>
                    <a:pt x="2315" y="2760"/>
                    <a:pt x="2355" y="2658"/>
                  </a:cubicBezTo>
                  <a:cubicBezTo>
                    <a:pt x="2397" y="2559"/>
                    <a:pt x="2417" y="2449"/>
                    <a:pt x="2417" y="2354"/>
                  </a:cubicBezTo>
                  <a:cubicBezTo>
                    <a:pt x="2417" y="2334"/>
                    <a:pt x="2417" y="2315"/>
                    <a:pt x="2413" y="2295"/>
                  </a:cubicBezTo>
                  <a:cubicBezTo>
                    <a:pt x="2402" y="2157"/>
                    <a:pt x="2355" y="2023"/>
                    <a:pt x="2295" y="1901"/>
                  </a:cubicBezTo>
                  <a:cubicBezTo>
                    <a:pt x="2232" y="1779"/>
                    <a:pt x="2157" y="1664"/>
                    <a:pt x="2082" y="1553"/>
                  </a:cubicBezTo>
                  <a:cubicBezTo>
                    <a:pt x="1814" y="1156"/>
                    <a:pt x="1503" y="801"/>
                    <a:pt x="1219" y="418"/>
                  </a:cubicBezTo>
                  <a:cubicBezTo>
                    <a:pt x="1159" y="335"/>
                    <a:pt x="1092" y="276"/>
                    <a:pt x="1014" y="225"/>
                  </a:cubicBezTo>
                  <a:cubicBezTo>
                    <a:pt x="939" y="170"/>
                    <a:pt x="856" y="130"/>
                    <a:pt x="769" y="91"/>
                  </a:cubicBezTo>
                  <a:cubicBezTo>
                    <a:pt x="717" y="68"/>
                    <a:pt x="670" y="48"/>
                    <a:pt x="619" y="28"/>
                  </a:cubicBezTo>
                  <a:cubicBezTo>
                    <a:pt x="568" y="12"/>
                    <a:pt x="517" y="0"/>
                    <a:pt x="466"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0" name="Google Shape;1950;p46"/>
            <p:cNvSpPr/>
            <p:nvPr/>
          </p:nvSpPr>
          <p:spPr>
            <a:xfrm>
              <a:off x="4959210" y="4387138"/>
              <a:ext cx="897561" cy="4359806"/>
            </a:xfrm>
            <a:custGeom>
              <a:rect b="b" l="l" r="r" t="t"/>
              <a:pathLst>
                <a:path extrusionOk="0" h="8413" w="1732">
                  <a:moveTo>
                    <a:pt x="1002" y="1"/>
                  </a:moveTo>
                  <a:cubicBezTo>
                    <a:pt x="739" y="1"/>
                    <a:pt x="505" y="216"/>
                    <a:pt x="367" y="447"/>
                  </a:cubicBezTo>
                  <a:cubicBezTo>
                    <a:pt x="1" y="1058"/>
                    <a:pt x="21" y="1815"/>
                    <a:pt x="52" y="2529"/>
                  </a:cubicBezTo>
                  <a:cubicBezTo>
                    <a:pt x="83" y="3227"/>
                    <a:pt x="115" y="3933"/>
                    <a:pt x="325" y="4596"/>
                  </a:cubicBezTo>
                  <a:cubicBezTo>
                    <a:pt x="387" y="4793"/>
                    <a:pt x="466" y="4989"/>
                    <a:pt x="501" y="5195"/>
                  </a:cubicBezTo>
                  <a:cubicBezTo>
                    <a:pt x="572" y="5641"/>
                    <a:pt x="434" y="6086"/>
                    <a:pt x="458" y="6527"/>
                  </a:cubicBezTo>
                  <a:cubicBezTo>
                    <a:pt x="458" y="6563"/>
                    <a:pt x="462" y="6594"/>
                    <a:pt x="466" y="6627"/>
                  </a:cubicBezTo>
                  <a:cubicBezTo>
                    <a:pt x="514" y="7064"/>
                    <a:pt x="580" y="7506"/>
                    <a:pt x="683" y="7935"/>
                  </a:cubicBezTo>
                  <a:cubicBezTo>
                    <a:pt x="729" y="8136"/>
                    <a:pt x="970" y="8413"/>
                    <a:pt x="1194" y="8413"/>
                  </a:cubicBezTo>
                  <a:cubicBezTo>
                    <a:pt x="1274" y="8413"/>
                    <a:pt x="1351" y="8378"/>
                    <a:pt x="1417" y="8294"/>
                  </a:cubicBezTo>
                  <a:cubicBezTo>
                    <a:pt x="1539" y="8136"/>
                    <a:pt x="1488" y="7841"/>
                    <a:pt x="1495" y="7648"/>
                  </a:cubicBezTo>
                  <a:lnTo>
                    <a:pt x="1531" y="6796"/>
                  </a:lnTo>
                  <a:cubicBezTo>
                    <a:pt x="1578" y="5652"/>
                    <a:pt x="1626" y="4512"/>
                    <a:pt x="1673" y="3373"/>
                  </a:cubicBezTo>
                  <a:cubicBezTo>
                    <a:pt x="1701" y="2679"/>
                    <a:pt x="1732" y="1981"/>
                    <a:pt x="1681" y="1284"/>
                  </a:cubicBezTo>
                  <a:cubicBezTo>
                    <a:pt x="1649" y="822"/>
                    <a:pt x="1673" y="101"/>
                    <a:pt x="1073" y="6"/>
                  </a:cubicBezTo>
                  <a:cubicBezTo>
                    <a:pt x="1049" y="2"/>
                    <a:pt x="1026" y="1"/>
                    <a:pt x="1002" y="1"/>
                  </a:cubicBezTo>
                  <a:close/>
                </a:path>
              </a:pathLst>
            </a:custGeom>
            <a:solidFill>
              <a:schemeClr val="accent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1" name="Google Shape;1951;p46"/>
            <p:cNvSpPr/>
            <p:nvPr/>
          </p:nvSpPr>
          <p:spPr>
            <a:xfrm>
              <a:off x="4967501" y="4375737"/>
              <a:ext cx="889270" cy="4383644"/>
            </a:xfrm>
            <a:custGeom>
              <a:rect b="b" l="l" r="r" t="t"/>
              <a:pathLst>
                <a:path extrusionOk="0" h="8459" w="1716">
                  <a:moveTo>
                    <a:pt x="982" y="43"/>
                  </a:moveTo>
                  <a:cubicBezTo>
                    <a:pt x="1006" y="43"/>
                    <a:pt x="1030" y="43"/>
                    <a:pt x="1053" y="48"/>
                  </a:cubicBezTo>
                  <a:cubicBezTo>
                    <a:pt x="1199" y="71"/>
                    <a:pt x="1306" y="130"/>
                    <a:pt x="1385" y="217"/>
                  </a:cubicBezTo>
                  <a:cubicBezTo>
                    <a:pt x="1503" y="343"/>
                    <a:pt x="1562" y="529"/>
                    <a:pt x="1594" y="725"/>
                  </a:cubicBezTo>
                  <a:cubicBezTo>
                    <a:pt x="1625" y="923"/>
                    <a:pt x="1633" y="1131"/>
                    <a:pt x="1645" y="1309"/>
                  </a:cubicBezTo>
                  <a:cubicBezTo>
                    <a:pt x="1665" y="1581"/>
                    <a:pt x="1672" y="1853"/>
                    <a:pt x="1672" y="2130"/>
                  </a:cubicBezTo>
                  <a:cubicBezTo>
                    <a:pt x="1672" y="2551"/>
                    <a:pt x="1652" y="2973"/>
                    <a:pt x="1637" y="3395"/>
                  </a:cubicBezTo>
                  <a:cubicBezTo>
                    <a:pt x="1590" y="4534"/>
                    <a:pt x="1543" y="5674"/>
                    <a:pt x="1495" y="6814"/>
                  </a:cubicBezTo>
                  <a:cubicBezTo>
                    <a:pt x="1483" y="7102"/>
                    <a:pt x="1472" y="7386"/>
                    <a:pt x="1459" y="7670"/>
                  </a:cubicBezTo>
                  <a:lnTo>
                    <a:pt x="1459" y="7721"/>
                  </a:lnTo>
                  <a:cubicBezTo>
                    <a:pt x="1459" y="7792"/>
                    <a:pt x="1463" y="7870"/>
                    <a:pt x="1463" y="7950"/>
                  </a:cubicBezTo>
                  <a:cubicBezTo>
                    <a:pt x="1463" y="8021"/>
                    <a:pt x="1459" y="8087"/>
                    <a:pt x="1448" y="8147"/>
                  </a:cubicBezTo>
                  <a:cubicBezTo>
                    <a:pt x="1436" y="8210"/>
                    <a:pt x="1416" y="8261"/>
                    <a:pt x="1381" y="8305"/>
                  </a:cubicBezTo>
                  <a:cubicBezTo>
                    <a:pt x="1353" y="8344"/>
                    <a:pt x="1317" y="8371"/>
                    <a:pt x="1286" y="8387"/>
                  </a:cubicBezTo>
                  <a:cubicBezTo>
                    <a:pt x="1250" y="8407"/>
                    <a:pt x="1215" y="8414"/>
                    <a:pt x="1179" y="8414"/>
                  </a:cubicBezTo>
                  <a:cubicBezTo>
                    <a:pt x="1128" y="8414"/>
                    <a:pt x="1073" y="8395"/>
                    <a:pt x="1022" y="8367"/>
                  </a:cubicBezTo>
                  <a:cubicBezTo>
                    <a:pt x="943" y="8328"/>
                    <a:pt x="868" y="8261"/>
                    <a:pt x="809" y="8182"/>
                  </a:cubicBezTo>
                  <a:cubicBezTo>
                    <a:pt x="750" y="8107"/>
                    <a:pt x="706" y="8025"/>
                    <a:pt x="687" y="7954"/>
                  </a:cubicBezTo>
                  <a:cubicBezTo>
                    <a:pt x="588" y="7524"/>
                    <a:pt x="517" y="7082"/>
                    <a:pt x="469" y="6649"/>
                  </a:cubicBezTo>
                  <a:cubicBezTo>
                    <a:pt x="466" y="6616"/>
                    <a:pt x="466" y="6581"/>
                    <a:pt x="462" y="6549"/>
                  </a:cubicBezTo>
                  <a:lnTo>
                    <a:pt x="462" y="6447"/>
                  </a:lnTo>
                  <a:cubicBezTo>
                    <a:pt x="462" y="6136"/>
                    <a:pt x="529" y="5816"/>
                    <a:pt x="529" y="5497"/>
                  </a:cubicBezTo>
                  <a:cubicBezTo>
                    <a:pt x="529" y="5402"/>
                    <a:pt x="521" y="5308"/>
                    <a:pt x="505" y="5213"/>
                  </a:cubicBezTo>
                  <a:cubicBezTo>
                    <a:pt x="474" y="5004"/>
                    <a:pt x="391" y="4811"/>
                    <a:pt x="332" y="4614"/>
                  </a:cubicBezTo>
                  <a:cubicBezTo>
                    <a:pt x="119" y="3952"/>
                    <a:pt x="87" y="3249"/>
                    <a:pt x="60" y="2551"/>
                  </a:cubicBezTo>
                  <a:cubicBezTo>
                    <a:pt x="52" y="2366"/>
                    <a:pt x="44" y="2177"/>
                    <a:pt x="44" y="1992"/>
                  </a:cubicBezTo>
                  <a:cubicBezTo>
                    <a:pt x="44" y="1455"/>
                    <a:pt x="103" y="927"/>
                    <a:pt x="371" y="477"/>
                  </a:cubicBezTo>
                  <a:cubicBezTo>
                    <a:pt x="438" y="367"/>
                    <a:pt x="529" y="256"/>
                    <a:pt x="635" y="174"/>
                  </a:cubicBezTo>
                  <a:cubicBezTo>
                    <a:pt x="738" y="95"/>
                    <a:pt x="860" y="43"/>
                    <a:pt x="982" y="43"/>
                  </a:cubicBezTo>
                  <a:close/>
                  <a:moveTo>
                    <a:pt x="982" y="1"/>
                  </a:moveTo>
                  <a:cubicBezTo>
                    <a:pt x="844" y="1"/>
                    <a:pt x="718" y="55"/>
                    <a:pt x="608" y="142"/>
                  </a:cubicBezTo>
                  <a:cubicBezTo>
                    <a:pt x="498" y="225"/>
                    <a:pt x="403" y="339"/>
                    <a:pt x="332" y="458"/>
                  </a:cubicBezTo>
                  <a:cubicBezTo>
                    <a:pt x="60" y="915"/>
                    <a:pt x="1" y="1455"/>
                    <a:pt x="1" y="1992"/>
                  </a:cubicBezTo>
                  <a:cubicBezTo>
                    <a:pt x="1" y="2181"/>
                    <a:pt x="9" y="2366"/>
                    <a:pt x="16" y="2551"/>
                  </a:cubicBezTo>
                  <a:cubicBezTo>
                    <a:pt x="44" y="3249"/>
                    <a:pt x="76" y="3955"/>
                    <a:pt x="289" y="4625"/>
                  </a:cubicBezTo>
                  <a:cubicBezTo>
                    <a:pt x="351" y="4822"/>
                    <a:pt x="431" y="5020"/>
                    <a:pt x="462" y="5221"/>
                  </a:cubicBezTo>
                  <a:cubicBezTo>
                    <a:pt x="478" y="5311"/>
                    <a:pt x="485" y="5406"/>
                    <a:pt x="485" y="5497"/>
                  </a:cubicBezTo>
                  <a:cubicBezTo>
                    <a:pt x="485" y="5812"/>
                    <a:pt x="418" y="6128"/>
                    <a:pt x="418" y="6447"/>
                  </a:cubicBezTo>
                  <a:lnTo>
                    <a:pt x="418" y="6554"/>
                  </a:lnTo>
                  <a:cubicBezTo>
                    <a:pt x="422" y="6585"/>
                    <a:pt x="422" y="6620"/>
                    <a:pt x="427" y="6652"/>
                  </a:cubicBezTo>
                  <a:cubicBezTo>
                    <a:pt x="474" y="7090"/>
                    <a:pt x="545" y="7532"/>
                    <a:pt x="647" y="7961"/>
                  </a:cubicBezTo>
                  <a:cubicBezTo>
                    <a:pt x="659" y="8016"/>
                    <a:pt x="682" y="8072"/>
                    <a:pt x="718" y="8127"/>
                  </a:cubicBezTo>
                  <a:cubicBezTo>
                    <a:pt x="769" y="8210"/>
                    <a:pt x="840" y="8292"/>
                    <a:pt x="919" y="8356"/>
                  </a:cubicBezTo>
                  <a:cubicBezTo>
                    <a:pt x="998" y="8414"/>
                    <a:pt x="1089" y="8458"/>
                    <a:pt x="1179" y="8458"/>
                  </a:cubicBezTo>
                  <a:cubicBezTo>
                    <a:pt x="1223" y="8458"/>
                    <a:pt x="1266" y="8447"/>
                    <a:pt x="1306" y="8427"/>
                  </a:cubicBezTo>
                  <a:cubicBezTo>
                    <a:pt x="1345" y="8407"/>
                    <a:pt x="1385" y="8376"/>
                    <a:pt x="1416" y="8332"/>
                  </a:cubicBezTo>
                  <a:cubicBezTo>
                    <a:pt x="1455" y="8281"/>
                    <a:pt x="1479" y="8221"/>
                    <a:pt x="1491" y="8154"/>
                  </a:cubicBezTo>
                  <a:cubicBezTo>
                    <a:pt x="1503" y="8092"/>
                    <a:pt x="1507" y="8021"/>
                    <a:pt x="1507" y="7950"/>
                  </a:cubicBezTo>
                  <a:cubicBezTo>
                    <a:pt x="1507" y="7870"/>
                    <a:pt x="1503" y="7788"/>
                    <a:pt x="1503" y="7721"/>
                  </a:cubicBezTo>
                  <a:lnTo>
                    <a:pt x="1503" y="7673"/>
                  </a:lnTo>
                  <a:cubicBezTo>
                    <a:pt x="1515" y="7386"/>
                    <a:pt x="1526" y="7102"/>
                    <a:pt x="1539" y="6818"/>
                  </a:cubicBezTo>
                  <a:cubicBezTo>
                    <a:pt x="1586" y="5679"/>
                    <a:pt x="1633" y="4534"/>
                    <a:pt x="1681" y="3395"/>
                  </a:cubicBezTo>
                  <a:cubicBezTo>
                    <a:pt x="1696" y="2973"/>
                    <a:pt x="1716" y="2551"/>
                    <a:pt x="1716" y="2130"/>
                  </a:cubicBezTo>
                  <a:cubicBezTo>
                    <a:pt x="1716" y="1853"/>
                    <a:pt x="1708" y="1577"/>
                    <a:pt x="1688" y="1306"/>
                  </a:cubicBezTo>
                  <a:cubicBezTo>
                    <a:pt x="1672" y="1073"/>
                    <a:pt x="1668" y="777"/>
                    <a:pt x="1594" y="521"/>
                  </a:cubicBezTo>
                  <a:cubicBezTo>
                    <a:pt x="1558" y="394"/>
                    <a:pt x="1503" y="276"/>
                    <a:pt x="1416" y="185"/>
                  </a:cubicBezTo>
                  <a:cubicBezTo>
                    <a:pt x="1330" y="95"/>
                    <a:pt x="1215" y="32"/>
                    <a:pt x="1057" y="4"/>
                  </a:cubicBezTo>
                  <a:cubicBezTo>
                    <a:pt x="1033" y="1"/>
                    <a:pt x="1006" y="1"/>
                    <a:pt x="98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2" name="Google Shape;1952;p46"/>
            <p:cNvSpPr/>
            <p:nvPr/>
          </p:nvSpPr>
          <p:spPr>
            <a:xfrm>
              <a:off x="5284135" y="8506477"/>
              <a:ext cx="1174292" cy="388149"/>
            </a:xfrm>
            <a:custGeom>
              <a:rect b="b" l="l" r="r" t="t"/>
              <a:pathLst>
                <a:path extrusionOk="0" h="749" w="2266">
                  <a:moveTo>
                    <a:pt x="804" y="1"/>
                  </a:moveTo>
                  <a:cubicBezTo>
                    <a:pt x="785" y="1"/>
                    <a:pt x="765" y="4"/>
                    <a:pt x="746" y="6"/>
                  </a:cubicBezTo>
                  <a:cubicBezTo>
                    <a:pt x="591" y="27"/>
                    <a:pt x="441" y="50"/>
                    <a:pt x="290" y="50"/>
                  </a:cubicBezTo>
                  <a:cubicBezTo>
                    <a:pt x="215" y="50"/>
                    <a:pt x="140" y="44"/>
                    <a:pt x="64" y="30"/>
                  </a:cubicBezTo>
                  <a:cubicBezTo>
                    <a:pt x="64" y="148"/>
                    <a:pt x="56" y="274"/>
                    <a:pt x="29" y="392"/>
                  </a:cubicBezTo>
                  <a:cubicBezTo>
                    <a:pt x="9" y="476"/>
                    <a:pt x="0" y="609"/>
                    <a:pt x="56" y="676"/>
                  </a:cubicBezTo>
                  <a:cubicBezTo>
                    <a:pt x="92" y="716"/>
                    <a:pt x="148" y="726"/>
                    <a:pt x="209" y="726"/>
                  </a:cubicBezTo>
                  <a:cubicBezTo>
                    <a:pt x="270" y="726"/>
                    <a:pt x="336" y="716"/>
                    <a:pt x="390" y="716"/>
                  </a:cubicBezTo>
                  <a:cubicBezTo>
                    <a:pt x="394" y="716"/>
                    <a:pt x="398" y="716"/>
                    <a:pt x="403" y="716"/>
                  </a:cubicBezTo>
                  <a:cubicBezTo>
                    <a:pt x="490" y="722"/>
                    <a:pt x="577" y="723"/>
                    <a:pt x="665" y="723"/>
                  </a:cubicBezTo>
                  <a:cubicBezTo>
                    <a:pt x="709" y="723"/>
                    <a:pt x="753" y="722"/>
                    <a:pt x="797" y="722"/>
                  </a:cubicBezTo>
                  <a:cubicBezTo>
                    <a:pt x="841" y="722"/>
                    <a:pt x="884" y="723"/>
                    <a:pt x="928" y="724"/>
                  </a:cubicBezTo>
                  <a:cubicBezTo>
                    <a:pt x="1136" y="727"/>
                    <a:pt x="1341" y="747"/>
                    <a:pt x="1550" y="747"/>
                  </a:cubicBezTo>
                  <a:cubicBezTo>
                    <a:pt x="1566" y="748"/>
                    <a:pt x="1593" y="749"/>
                    <a:pt x="1627" y="749"/>
                  </a:cubicBezTo>
                  <a:cubicBezTo>
                    <a:pt x="1825" y="749"/>
                    <a:pt x="2265" y="721"/>
                    <a:pt x="2114" y="452"/>
                  </a:cubicBezTo>
                  <a:cubicBezTo>
                    <a:pt x="2095" y="416"/>
                    <a:pt x="2051" y="392"/>
                    <a:pt x="2011" y="373"/>
                  </a:cubicBezTo>
                  <a:cubicBezTo>
                    <a:pt x="1787" y="274"/>
                    <a:pt x="1567" y="239"/>
                    <a:pt x="1334" y="183"/>
                  </a:cubicBezTo>
                  <a:cubicBezTo>
                    <a:pt x="1164" y="144"/>
                    <a:pt x="999" y="26"/>
                    <a:pt x="828" y="2"/>
                  </a:cubicBezTo>
                  <a:cubicBezTo>
                    <a:pt x="820" y="1"/>
                    <a:pt x="812" y="1"/>
                    <a:pt x="804" y="1"/>
                  </a:cubicBezTo>
                  <a:close/>
                </a:path>
              </a:pathLst>
            </a:custGeom>
            <a:solidFill>
              <a:schemeClr val="dk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3" name="Google Shape;1953;p46"/>
            <p:cNvSpPr/>
            <p:nvPr/>
          </p:nvSpPr>
          <p:spPr>
            <a:xfrm>
              <a:off x="5279989" y="8495077"/>
              <a:ext cx="1128689" cy="410950"/>
            </a:xfrm>
            <a:custGeom>
              <a:rect b="b" l="l" r="r" t="t"/>
              <a:pathLst>
                <a:path extrusionOk="0" h="793" w="2178">
                  <a:moveTo>
                    <a:pt x="813" y="43"/>
                  </a:moveTo>
                  <a:cubicBezTo>
                    <a:pt x="821" y="43"/>
                    <a:pt x="829" y="43"/>
                    <a:pt x="836" y="48"/>
                  </a:cubicBezTo>
                  <a:cubicBezTo>
                    <a:pt x="916" y="56"/>
                    <a:pt x="998" y="91"/>
                    <a:pt x="1082" y="130"/>
                  </a:cubicBezTo>
                  <a:cubicBezTo>
                    <a:pt x="1164" y="166"/>
                    <a:pt x="1247" y="205"/>
                    <a:pt x="1333" y="225"/>
                  </a:cubicBezTo>
                  <a:cubicBezTo>
                    <a:pt x="1570" y="280"/>
                    <a:pt x="1791" y="320"/>
                    <a:pt x="2008" y="418"/>
                  </a:cubicBezTo>
                  <a:cubicBezTo>
                    <a:pt x="2032" y="427"/>
                    <a:pt x="2048" y="434"/>
                    <a:pt x="2067" y="446"/>
                  </a:cubicBezTo>
                  <a:cubicBezTo>
                    <a:pt x="2083" y="458"/>
                    <a:pt x="2095" y="469"/>
                    <a:pt x="2103" y="485"/>
                  </a:cubicBezTo>
                  <a:cubicBezTo>
                    <a:pt x="2126" y="521"/>
                    <a:pt x="2134" y="553"/>
                    <a:pt x="2134" y="576"/>
                  </a:cubicBezTo>
                  <a:cubicBezTo>
                    <a:pt x="2134" y="596"/>
                    <a:pt x="2126" y="611"/>
                    <a:pt x="2119" y="624"/>
                  </a:cubicBezTo>
                  <a:cubicBezTo>
                    <a:pt x="2106" y="651"/>
                    <a:pt x="2075" y="671"/>
                    <a:pt x="2039" y="691"/>
                  </a:cubicBezTo>
                  <a:cubicBezTo>
                    <a:pt x="1981" y="714"/>
                    <a:pt x="1901" y="730"/>
                    <a:pt x="1826" y="738"/>
                  </a:cubicBezTo>
                  <a:cubicBezTo>
                    <a:pt x="1752" y="749"/>
                    <a:pt x="1677" y="749"/>
                    <a:pt x="1622" y="749"/>
                  </a:cubicBezTo>
                  <a:lnTo>
                    <a:pt x="1558" y="749"/>
                  </a:lnTo>
                  <a:cubicBezTo>
                    <a:pt x="1353" y="746"/>
                    <a:pt x="1149" y="726"/>
                    <a:pt x="940" y="722"/>
                  </a:cubicBezTo>
                  <a:lnTo>
                    <a:pt x="699" y="722"/>
                  </a:lnTo>
                  <a:cubicBezTo>
                    <a:pt x="600" y="722"/>
                    <a:pt x="505" y="722"/>
                    <a:pt x="411" y="718"/>
                  </a:cubicBezTo>
                  <a:lnTo>
                    <a:pt x="392" y="718"/>
                  </a:lnTo>
                  <a:cubicBezTo>
                    <a:pt x="336" y="718"/>
                    <a:pt x="273" y="726"/>
                    <a:pt x="218" y="726"/>
                  </a:cubicBezTo>
                  <a:cubicBezTo>
                    <a:pt x="186" y="726"/>
                    <a:pt x="159" y="722"/>
                    <a:pt x="139" y="718"/>
                  </a:cubicBezTo>
                  <a:cubicBezTo>
                    <a:pt x="115" y="711"/>
                    <a:pt x="95" y="698"/>
                    <a:pt x="79" y="682"/>
                  </a:cubicBezTo>
                  <a:cubicBezTo>
                    <a:pt x="68" y="667"/>
                    <a:pt x="56" y="647"/>
                    <a:pt x="52" y="624"/>
                  </a:cubicBezTo>
                  <a:cubicBezTo>
                    <a:pt x="44" y="596"/>
                    <a:pt x="44" y="569"/>
                    <a:pt x="44" y="540"/>
                  </a:cubicBezTo>
                  <a:cubicBezTo>
                    <a:pt x="44" y="498"/>
                    <a:pt x="48" y="454"/>
                    <a:pt x="56" y="418"/>
                  </a:cubicBezTo>
                  <a:cubicBezTo>
                    <a:pt x="86" y="304"/>
                    <a:pt x="91" y="187"/>
                    <a:pt x="92" y="76"/>
                  </a:cubicBezTo>
                  <a:lnTo>
                    <a:pt x="92" y="76"/>
                  </a:lnTo>
                  <a:cubicBezTo>
                    <a:pt x="162" y="88"/>
                    <a:pt x="234" y="91"/>
                    <a:pt x="305" y="91"/>
                  </a:cubicBezTo>
                  <a:cubicBezTo>
                    <a:pt x="454" y="91"/>
                    <a:pt x="605" y="72"/>
                    <a:pt x="754" y="48"/>
                  </a:cubicBezTo>
                  <a:cubicBezTo>
                    <a:pt x="774" y="48"/>
                    <a:pt x="794" y="43"/>
                    <a:pt x="813" y="43"/>
                  </a:cubicBezTo>
                  <a:close/>
                  <a:moveTo>
                    <a:pt x="813" y="1"/>
                  </a:moveTo>
                  <a:cubicBezTo>
                    <a:pt x="789" y="1"/>
                    <a:pt x="770" y="5"/>
                    <a:pt x="750" y="5"/>
                  </a:cubicBezTo>
                  <a:cubicBezTo>
                    <a:pt x="596" y="28"/>
                    <a:pt x="450" y="48"/>
                    <a:pt x="305" y="48"/>
                  </a:cubicBezTo>
                  <a:cubicBezTo>
                    <a:pt x="230" y="48"/>
                    <a:pt x="150" y="43"/>
                    <a:pt x="76" y="28"/>
                  </a:cubicBezTo>
                  <a:cubicBezTo>
                    <a:pt x="68" y="28"/>
                    <a:pt x="64" y="28"/>
                    <a:pt x="56" y="32"/>
                  </a:cubicBezTo>
                  <a:cubicBezTo>
                    <a:pt x="52" y="36"/>
                    <a:pt x="48" y="43"/>
                    <a:pt x="48" y="52"/>
                  </a:cubicBezTo>
                  <a:cubicBezTo>
                    <a:pt x="48" y="170"/>
                    <a:pt x="44" y="292"/>
                    <a:pt x="17" y="407"/>
                  </a:cubicBezTo>
                  <a:cubicBezTo>
                    <a:pt x="5" y="446"/>
                    <a:pt x="1" y="493"/>
                    <a:pt x="1" y="540"/>
                  </a:cubicBezTo>
                  <a:cubicBezTo>
                    <a:pt x="1" y="572"/>
                    <a:pt x="1" y="604"/>
                    <a:pt x="8" y="631"/>
                  </a:cubicBezTo>
                  <a:cubicBezTo>
                    <a:pt x="17" y="663"/>
                    <a:pt x="28" y="691"/>
                    <a:pt x="48" y="711"/>
                  </a:cubicBezTo>
                  <a:cubicBezTo>
                    <a:pt x="68" y="734"/>
                    <a:pt x="95" y="749"/>
                    <a:pt x="123" y="758"/>
                  </a:cubicBezTo>
                  <a:cubicBezTo>
                    <a:pt x="155" y="765"/>
                    <a:pt x="186" y="769"/>
                    <a:pt x="218" y="769"/>
                  </a:cubicBezTo>
                  <a:cubicBezTo>
                    <a:pt x="277" y="769"/>
                    <a:pt x="344" y="762"/>
                    <a:pt x="392" y="762"/>
                  </a:cubicBezTo>
                  <a:lnTo>
                    <a:pt x="411" y="762"/>
                  </a:lnTo>
                  <a:cubicBezTo>
                    <a:pt x="505" y="765"/>
                    <a:pt x="600" y="765"/>
                    <a:pt x="699" y="765"/>
                  </a:cubicBezTo>
                  <a:lnTo>
                    <a:pt x="936" y="765"/>
                  </a:lnTo>
                  <a:cubicBezTo>
                    <a:pt x="1144" y="769"/>
                    <a:pt x="1349" y="789"/>
                    <a:pt x="1558" y="793"/>
                  </a:cubicBezTo>
                  <a:lnTo>
                    <a:pt x="1622" y="793"/>
                  </a:lnTo>
                  <a:cubicBezTo>
                    <a:pt x="1704" y="793"/>
                    <a:pt x="1839" y="789"/>
                    <a:pt x="1957" y="762"/>
                  </a:cubicBezTo>
                  <a:cubicBezTo>
                    <a:pt x="2012" y="749"/>
                    <a:pt x="2067" y="730"/>
                    <a:pt x="2106" y="698"/>
                  </a:cubicBezTo>
                  <a:cubicBezTo>
                    <a:pt x="2126" y="687"/>
                    <a:pt x="2146" y="667"/>
                    <a:pt x="2158" y="647"/>
                  </a:cubicBezTo>
                  <a:cubicBezTo>
                    <a:pt x="2170" y="627"/>
                    <a:pt x="2177" y="604"/>
                    <a:pt x="2177" y="576"/>
                  </a:cubicBezTo>
                  <a:cubicBezTo>
                    <a:pt x="2177" y="540"/>
                    <a:pt x="2166" y="505"/>
                    <a:pt x="2142" y="465"/>
                  </a:cubicBezTo>
                  <a:cubicBezTo>
                    <a:pt x="2130" y="442"/>
                    <a:pt x="2110" y="422"/>
                    <a:pt x="2090" y="411"/>
                  </a:cubicBezTo>
                  <a:cubicBezTo>
                    <a:pt x="2071" y="395"/>
                    <a:pt x="2048" y="387"/>
                    <a:pt x="2028" y="375"/>
                  </a:cubicBezTo>
                  <a:cubicBezTo>
                    <a:pt x="1803" y="276"/>
                    <a:pt x="1578" y="237"/>
                    <a:pt x="1346" y="185"/>
                  </a:cubicBezTo>
                  <a:cubicBezTo>
                    <a:pt x="1262" y="166"/>
                    <a:pt x="1180" y="127"/>
                    <a:pt x="1097" y="91"/>
                  </a:cubicBezTo>
                  <a:cubicBezTo>
                    <a:pt x="1014" y="52"/>
                    <a:pt x="927" y="16"/>
                    <a:pt x="841" y="5"/>
                  </a:cubicBezTo>
                  <a:cubicBezTo>
                    <a:pt x="833" y="1"/>
                    <a:pt x="821" y="1"/>
                    <a:pt x="813"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4" name="Google Shape;1954;p46"/>
            <p:cNvSpPr/>
            <p:nvPr/>
          </p:nvSpPr>
          <p:spPr>
            <a:xfrm>
              <a:off x="3876645" y="4400094"/>
              <a:ext cx="1064429" cy="4320421"/>
            </a:xfrm>
            <a:custGeom>
              <a:rect b="b" l="l" r="r" t="t"/>
              <a:pathLst>
                <a:path extrusionOk="0" h="8337" w="2054">
                  <a:moveTo>
                    <a:pt x="1335" y="0"/>
                  </a:moveTo>
                  <a:cubicBezTo>
                    <a:pt x="1082" y="0"/>
                    <a:pt x="832" y="211"/>
                    <a:pt x="686" y="438"/>
                  </a:cubicBezTo>
                  <a:cubicBezTo>
                    <a:pt x="363" y="942"/>
                    <a:pt x="272" y="1562"/>
                    <a:pt x="209" y="2161"/>
                  </a:cubicBezTo>
                  <a:cubicBezTo>
                    <a:pt x="0" y="4169"/>
                    <a:pt x="185" y="6147"/>
                    <a:pt x="146" y="8158"/>
                  </a:cubicBezTo>
                  <a:cubicBezTo>
                    <a:pt x="144" y="8287"/>
                    <a:pt x="261" y="8337"/>
                    <a:pt x="404" y="8337"/>
                  </a:cubicBezTo>
                  <a:cubicBezTo>
                    <a:pt x="591" y="8337"/>
                    <a:pt x="823" y="8253"/>
                    <a:pt x="903" y="8151"/>
                  </a:cubicBezTo>
                  <a:cubicBezTo>
                    <a:pt x="907" y="8147"/>
                    <a:pt x="911" y="8143"/>
                    <a:pt x="915" y="8139"/>
                  </a:cubicBezTo>
                  <a:cubicBezTo>
                    <a:pt x="1033" y="7969"/>
                    <a:pt x="1069" y="7575"/>
                    <a:pt x="1120" y="7382"/>
                  </a:cubicBezTo>
                  <a:cubicBezTo>
                    <a:pt x="1262" y="6838"/>
                    <a:pt x="1380" y="6286"/>
                    <a:pt x="1408" y="5726"/>
                  </a:cubicBezTo>
                  <a:cubicBezTo>
                    <a:pt x="1424" y="5395"/>
                    <a:pt x="1408" y="5064"/>
                    <a:pt x="1467" y="4740"/>
                  </a:cubicBezTo>
                  <a:cubicBezTo>
                    <a:pt x="1514" y="4476"/>
                    <a:pt x="1609" y="4223"/>
                    <a:pt x="1680" y="3967"/>
                  </a:cubicBezTo>
                  <a:cubicBezTo>
                    <a:pt x="1881" y="3226"/>
                    <a:pt x="1999" y="2480"/>
                    <a:pt x="2035" y="1712"/>
                  </a:cubicBezTo>
                  <a:cubicBezTo>
                    <a:pt x="2054" y="1235"/>
                    <a:pt x="2039" y="726"/>
                    <a:pt x="1794" y="316"/>
                  </a:cubicBezTo>
                  <a:cubicBezTo>
                    <a:pt x="1719" y="198"/>
                    <a:pt x="1624" y="87"/>
                    <a:pt x="1498" y="32"/>
                  </a:cubicBezTo>
                  <a:cubicBezTo>
                    <a:pt x="1444" y="10"/>
                    <a:pt x="1389" y="0"/>
                    <a:pt x="1335" y="0"/>
                  </a:cubicBezTo>
                  <a:close/>
                </a:path>
              </a:pathLst>
            </a:custGeom>
            <a:solidFill>
              <a:schemeClr val="accent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5" name="Google Shape;1955;p46"/>
            <p:cNvSpPr/>
            <p:nvPr/>
          </p:nvSpPr>
          <p:spPr>
            <a:xfrm>
              <a:off x="3919139" y="4388175"/>
              <a:ext cx="1026599" cy="4342705"/>
            </a:xfrm>
            <a:custGeom>
              <a:rect b="b" l="l" r="r" t="t"/>
              <a:pathLst>
                <a:path extrusionOk="0" h="8380" w="1981">
                  <a:moveTo>
                    <a:pt x="1251" y="43"/>
                  </a:moveTo>
                  <a:cubicBezTo>
                    <a:pt x="1302" y="43"/>
                    <a:pt x="1353" y="55"/>
                    <a:pt x="1409" y="75"/>
                  </a:cubicBezTo>
                  <a:cubicBezTo>
                    <a:pt x="1468" y="102"/>
                    <a:pt x="1522" y="142"/>
                    <a:pt x="1570" y="189"/>
                  </a:cubicBezTo>
                  <a:cubicBezTo>
                    <a:pt x="1617" y="237"/>
                    <a:pt x="1657" y="292"/>
                    <a:pt x="1693" y="350"/>
                  </a:cubicBezTo>
                  <a:cubicBezTo>
                    <a:pt x="1890" y="678"/>
                    <a:pt x="1937" y="1069"/>
                    <a:pt x="1937" y="1458"/>
                  </a:cubicBezTo>
                  <a:cubicBezTo>
                    <a:pt x="1937" y="1549"/>
                    <a:pt x="1933" y="1644"/>
                    <a:pt x="1929" y="1735"/>
                  </a:cubicBezTo>
                  <a:cubicBezTo>
                    <a:pt x="1897" y="2503"/>
                    <a:pt x="1775" y="3245"/>
                    <a:pt x="1578" y="3982"/>
                  </a:cubicBezTo>
                  <a:cubicBezTo>
                    <a:pt x="1507" y="4243"/>
                    <a:pt x="1413" y="4495"/>
                    <a:pt x="1365" y="4759"/>
                  </a:cubicBezTo>
                  <a:cubicBezTo>
                    <a:pt x="1306" y="5087"/>
                    <a:pt x="1318" y="5418"/>
                    <a:pt x="1302" y="5744"/>
                  </a:cubicBezTo>
                  <a:cubicBezTo>
                    <a:pt x="1274" y="6305"/>
                    <a:pt x="1160" y="6856"/>
                    <a:pt x="1014" y="7397"/>
                  </a:cubicBezTo>
                  <a:cubicBezTo>
                    <a:pt x="991" y="7495"/>
                    <a:pt x="967" y="7642"/>
                    <a:pt x="939" y="7788"/>
                  </a:cubicBezTo>
                  <a:cubicBezTo>
                    <a:pt x="923" y="7859"/>
                    <a:pt x="907" y="7930"/>
                    <a:pt x="884" y="7992"/>
                  </a:cubicBezTo>
                  <a:cubicBezTo>
                    <a:pt x="865" y="8055"/>
                    <a:pt x="841" y="8110"/>
                    <a:pt x="813" y="8146"/>
                  </a:cubicBezTo>
                  <a:cubicBezTo>
                    <a:pt x="813" y="8154"/>
                    <a:pt x="809" y="8158"/>
                    <a:pt x="805" y="8162"/>
                  </a:cubicBezTo>
                  <a:cubicBezTo>
                    <a:pt x="785" y="8181"/>
                    <a:pt x="758" y="8205"/>
                    <a:pt x="727" y="8229"/>
                  </a:cubicBezTo>
                  <a:cubicBezTo>
                    <a:pt x="620" y="8292"/>
                    <a:pt x="458" y="8336"/>
                    <a:pt x="324" y="8336"/>
                  </a:cubicBezTo>
                  <a:cubicBezTo>
                    <a:pt x="253" y="8336"/>
                    <a:pt x="194" y="8323"/>
                    <a:pt x="150" y="8300"/>
                  </a:cubicBezTo>
                  <a:cubicBezTo>
                    <a:pt x="131" y="8288"/>
                    <a:pt x="115" y="8272"/>
                    <a:pt x="103" y="8252"/>
                  </a:cubicBezTo>
                  <a:cubicBezTo>
                    <a:pt x="92" y="8233"/>
                    <a:pt x="88" y="8214"/>
                    <a:pt x="88" y="8186"/>
                  </a:cubicBezTo>
                  <a:lnTo>
                    <a:pt x="88" y="8181"/>
                  </a:lnTo>
                  <a:cubicBezTo>
                    <a:pt x="92" y="7985"/>
                    <a:pt x="92" y="7788"/>
                    <a:pt x="92" y="7590"/>
                  </a:cubicBezTo>
                  <a:cubicBezTo>
                    <a:pt x="92" y="6534"/>
                    <a:pt x="48" y="5484"/>
                    <a:pt x="48" y="4436"/>
                  </a:cubicBezTo>
                  <a:cubicBezTo>
                    <a:pt x="48" y="3686"/>
                    <a:pt x="68" y="2938"/>
                    <a:pt x="146" y="2184"/>
                  </a:cubicBezTo>
                  <a:cubicBezTo>
                    <a:pt x="210" y="1589"/>
                    <a:pt x="301" y="974"/>
                    <a:pt x="623" y="473"/>
                  </a:cubicBezTo>
                  <a:cubicBezTo>
                    <a:pt x="694" y="363"/>
                    <a:pt x="789" y="252"/>
                    <a:pt x="900" y="173"/>
                  </a:cubicBezTo>
                  <a:cubicBezTo>
                    <a:pt x="1010" y="95"/>
                    <a:pt x="1129" y="43"/>
                    <a:pt x="1251" y="43"/>
                  </a:cubicBezTo>
                  <a:close/>
                  <a:moveTo>
                    <a:pt x="1251" y="0"/>
                  </a:moveTo>
                  <a:cubicBezTo>
                    <a:pt x="1116" y="0"/>
                    <a:pt x="991" y="55"/>
                    <a:pt x="876" y="137"/>
                  </a:cubicBezTo>
                  <a:cubicBezTo>
                    <a:pt x="762" y="221"/>
                    <a:pt x="659" y="335"/>
                    <a:pt x="585" y="450"/>
                  </a:cubicBezTo>
                  <a:cubicBezTo>
                    <a:pt x="257" y="962"/>
                    <a:pt x="166" y="1581"/>
                    <a:pt x="103" y="2181"/>
                  </a:cubicBezTo>
                  <a:cubicBezTo>
                    <a:pt x="24" y="2938"/>
                    <a:pt x="1" y="3686"/>
                    <a:pt x="1" y="4436"/>
                  </a:cubicBezTo>
                  <a:cubicBezTo>
                    <a:pt x="1" y="5489"/>
                    <a:pt x="48" y="6538"/>
                    <a:pt x="48" y="7590"/>
                  </a:cubicBezTo>
                  <a:cubicBezTo>
                    <a:pt x="48" y="7788"/>
                    <a:pt x="44" y="7981"/>
                    <a:pt x="44" y="8178"/>
                  </a:cubicBezTo>
                  <a:lnTo>
                    <a:pt x="44" y="8186"/>
                  </a:lnTo>
                  <a:cubicBezTo>
                    <a:pt x="44" y="8217"/>
                    <a:pt x="52" y="8249"/>
                    <a:pt x="64" y="8276"/>
                  </a:cubicBezTo>
                  <a:cubicBezTo>
                    <a:pt x="88" y="8316"/>
                    <a:pt x="127" y="8339"/>
                    <a:pt x="170" y="8355"/>
                  </a:cubicBezTo>
                  <a:cubicBezTo>
                    <a:pt x="214" y="8375"/>
                    <a:pt x="268" y="8379"/>
                    <a:pt x="324" y="8379"/>
                  </a:cubicBezTo>
                  <a:cubicBezTo>
                    <a:pt x="419" y="8379"/>
                    <a:pt x="525" y="8359"/>
                    <a:pt x="620" y="8323"/>
                  </a:cubicBezTo>
                  <a:cubicBezTo>
                    <a:pt x="667" y="8308"/>
                    <a:pt x="710" y="8288"/>
                    <a:pt x="746" y="8265"/>
                  </a:cubicBezTo>
                  <a:cubicBezTo>
                    <a:pt x="785" y="8241"/>
                    <a:pt x="817" y="8217"/>
                    <a:pt x="841" y="8190"/>
                  </a:cubicBezTo>
                  <a:cubicBezTo>
                    <a:pt x="845" y="8181"/>
                    <a:pt x="845" y="8178"/>
                    <a:pt x="849" y="8174"/>
                  </a:cubicBezTo>
                  <a:cubicBezTo>
                    <a:pt x="880" y="8126"/>
                    <a:pt x="907" y="8072"/>
                    <a:pt x="927" y="8004"/>
                  </a:cubicBezTo>
                  <a:cubicBezTo>
                    <a:pt x="959" y="7910"/>
                    <a:pt x="983" y="7795"/>
                    <a:pt x="1002" y="7689"/>
                  </a:cubicBezTo>
                  <a:cubicBezTo>
                    <a:pt x="1022" y="7582"/>
                    <a:pt x="1038" y="7480"/>
                    <a:pt x="1058" y="7409"/>
                  </a:cubicBezTo>
                  <a:cubicBezTo>
                    <a:pt x="1203" y="6865"/>
                    <a:pt x="1318" y="6312"/>
                    <a:pt x="1345" y="5749"/>
                  </a:cubicBezTo>
                  <a:cubicBezTo>
                    <a:pt x="1362" y="5418"/>
                    <a:pt x="1349" y="5087"/>
                    <a:pt x="1404" y="4767"/>
                  </a:cubicBezTo>
                  <a:cubicBezTo>
                    <a:pt x="1451" y="4507"/>
                    <a:pt x="1551" y="4254"/>
                    <a:pt x="1617" y="3994"/>
                  </a:cubicBezTo>
                  <a:cubicBezTo>
                    <a:pt x="1819" y="3253"/>
                    <a:pt x="1941" y="2508"/>
                    <a:pt x="1972" y="1739"/>
                  </a:cubicBezTo>
                  <a:cubicBezTo>
                    <a:pt x="1977" y="1644"/>
                    <a:pt x="1980" y="1549"/>
                    <a:pt x="1980" y="1458"/>
                  </a:cubicBezTo>
                  <a:cubicBezTo>
                    <a:pt x="1980" y="1065"/>
                    <a:pt x="1933" y="666"/>
                    <a:pt x="1728" y="327"/>
                  </a:cubicBezTo>
                  <a:cubicBezTo>
                    <a:pt x="1693" y="268"/>
                    <a:pt x="1649" y="208"/>
                    <a:pt x="1598" y="157"/>
                  </a:cubicBezTo>
                  <a:cubicBezTo>
                    <a:pt x="1551" y="106"/>
                    <a:pt x="1491" y="63"/>
                    <a:pt x="1424" y="35"/>
                  </a:cubicBezTo>
                  <a:cubicBezTo>
                    <a:pt x="1365" y="12"/>
                    <a:pt x="1306" y="0"/>
                    <a:pt x="1251"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6" name="Google Shape;1956;p46"/>
            <p:cNvSpPr/>
            <p:nvPr/>
          </p:nvSpPr>
          <p:spPr>
            <a:xfrm>
              <a:off x="3414392" y="3135116"/>
              <a:ext cx="2892200" cy="2809284"/>
            </a:xfrm>
            <a:custGeom>
              <a:rect b="b" l="l" r="r" t="t"/>
              <a:pathLst>
                <a:path extrusionOk="0" h="5421" w="5581">
                  <a:moveTo>
                    <a:pt x="4025" y="0"/>
                  </a:moveTo>
                  <a:cubicBezTo>
                    <a:pt x="3975" y="0"/>
                    <a:pt x="3926" y="2"/>
                    <a:pt x="3877" y="5"/>
                  </a:cubicBezTo>
                  <a:cubicBezTo>
                    <a:pt x="3431" y="24"/>
                    <a:pt x="2989" y="67"/>
                    <a:pt x="2548" y="131"/>
                  </a:cubicBezTo>
                  <a:cubicBezTo>
                    <a:pt x="2398" y="154"/>
                    <a:pt x="2055" y="147"/>
                    <a:pt x="1937" y="242"/>
                  </a:cubicBezTo>
                  <a:cubicBezTo>
                    <a:pt x="1815" y="340"/>
                    <a:pt x="1787" y="624"/>
                    <a:pt x="1768" y="770"/>
                  </a:cubicBezTo>
                  <a:cubicBezTo>
                    <a:pt x="1708" y="1235"/>
                    <a:pt x="1720" y="1590"/>
                    <a:pt x="1397" y="1969"/>
                  </a:cubicBezTo>
                  <a:cubicBezTo>
                    <a:pt x="1195" y="2205"/>
                    <a:pt x="955" y="2430"/>
                    <a:pt x="856" y="2726"/>
                  </a:cubicBezTo>
                  <a:cubicBezTo>
                    <a:pt x="801" y="2879"/>
                    <a:pt x="789" y="3052"/>
                    <a:pt x="714" y="3199"/>
                  </a:cubicBezTo>
                  <a:cubicBezTo>
                    <a:pt x="647" y="3329"/>
                    <a:pt x="541" y="3427"/>
                    <a:pt x="450" y="3541"/>
                  </a:cubicBezTo>
                  <a:cubicBezTo>
                    <a:pt x="154" y="3916"/>
                    <a:pt x="72" y="4413"/>
                    <a:pt x="1" y="4886"/>
                  </a:cubicBezTo>
                  <a:cubicBezTo>
                    <a:pt x="1085" y="5143"/>
                    <a:pt x="2185" y="5394"/>
                    <a:pt x="3301" y="5418"/>
                  </a:cubicBezTo>
                  <a:cubicBezTo>
                    <a:pt x="3365" y="5419"/>
                    <a:pt x="3428" y="5420"/>
                    <a:pt x="3492" y="5420"/>
                  </a:cubicBezTo>
                  <a:cubicBezTo>
                    <a:pt x="3819" y="5420"/>
                    <a:pt x="4146" y="5403"/>
                    <a:pt x="4476" y="5387"/>
                  </a:cubicBezTo>
                  <a:cubicBezTo>
                    <a:pt x="4820" y="5367"/>
                    <a:pt x="5162" y="5352"/>
                    <a:pt x="5510" y="5332"/>
                  </a:cubicBezTo>
                  <a:cubicBezTo>
                    <a:pt x="5581" y="5328"/>
                    <a:pt x="5383" y="3980"/>
                    <a:pt x="5190" y="2753"/>
                  </a:cubicBezTo>
                  <a:cubicBezTo>
                    <a:pt x="5044" y="1830"/>
                    <a:pt x="4894" y="975"/>
                    <a:pt x="4862" y="825"/>
                  </a:cubicBezTo>
                  <a:cubicBezTo>
                    <a:pt x="4807" y="560"/>
                    <a:pt x="4733" y="269"/>
                    <a:pt x="4512" y="119"/>
                  </a:cubicBezTo>
                  <a:cubicBezTo>
                    <a:pt x="4371" y="24"/>
                    <a:pt x="4197" y="0"/>
                    <a:pt x="4025" y="0"/>
                  </a:cubicBez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7" name="Google Shape;1957;p46"/>
            <p:cNvSpPr/>
            <p:nvPr/>
          </p:nvSpPr>
          <p:spPr>
            <a:xfrm>
              <a:off x="3402472" y="3122679"/>
              <a:ext cx="2885463" cy="2832604"/>
            </a:xfrm>
            <a:custGeom>
              <a:rect b="b" l="l" r="r" t="t"/>
              <a:pathLst>
                <a:path extrusionOk="0" h="5466" w="5568">
                  <a:moveTo>
                    <a:pt x="4046" y="44"/>
                  </a:moveTo>
                  <a:cubicBezTo>
                    <a:pt x="4128" y="44"/>
                    <a:pt x="4215" y="53"/>
                    <a:pt x="4299" y="68"/>
                  </a:cubicBezTo>
                  <a:cubicBezTo>
                    <a:pt x="4377" y="84"/>
                    <a:pt x="4452" y="115"/>
                    <a:pt x="4523" y="159"/>
                  </a:cubicBezTo>
                  <a:cubicBezTo>
                    <a:pt x="4630" y="233"/>
                    <a:pt x="4701" y="340"/>
                    <a:pt x="4752" y="462"/>
                  </a:cubicBezTo>
                  <a:cubicBezTo>
                    <a:pt x="4807" y="584"/>
                    <a:pt x="4838" y="719"/>
                    <a:pt x="4866" y="852"/>
                  </a:cubicBezTo>
                  <a:cubicBezTo>
                    <a:pt x="4881" y="928"/>
                    <a:pt x="4925" y="1180"/>
                    <a:pt x="4985" y="1527"/>
                  </a:cubicBezTo>
                  <a:cubicBezTo>
                    <a:pt x="5043" y="1874"/>
                    <a:pt x="5118" y="2319"/>
                    <a:pt x="5189" y="2781"/>
                  </a:cubicBezTo>
                  <a:cubicBezTo>
                    <a:pt x="5276" y="3305"/>
                    <a:pt x="5358" y="3849"/>
                    <a:pt x="5422" y="4303"/>
                  </a:cubicBezTo>
                  <a:cubicBezTo>
                    <a:pt x="5453" y="4532"/>
                    <a:pt x="5477" y="4737"/>
                    <a:pt x="5497" y="4903"/>
                  </a:cubicBezTo>
                  <a:cubicBezTo>
                    <a:pt x="5513" y="5068"/>
                    <a:pt x="5524" y="5198"/>
                    <a:pt x="5524" y="5273"/>
                  </a:cubicBezTo>
                  <a:cubicBezTo>
                    <a:pt x="5524" y="5300"/>
                    <a:pt x="5524" y="5320"/>
                    <a:pt x="5520" y="5332"/>
                  </a:cubicBezTo>
                  <a:lnTo>
                    <a:pt x="5520" y="5333"/>
                  </a:lnTo>
                  <a:lnTo>
                    <a:pt x="5520" y="5333"/>
                  </a:lnTo>
                  <a:cubicBezTo>
                    <a:pt x="5180" y="5352"/>
                    <a:pt x="4840" y="5371"/>
                    <a:pt x="4495" y="5387"/>
                  </a:cubicBezTo>
                  <a:cubicBezTo>
                    <a:pt x="4168" y="5407"/>
                    <a:pt x="3837" y="5423"/>
                    <a:pt x="3505" y="5423"/>
                  </a:cubicBezTo>
                  <a:cubicBezTo>
                    <a:pt x="3442" y="5423"/>
                    <a:pt x="3383" y="5423"/>
                    <a:pt x="3324" y="5418"/>
                  </a:cubicBezTo>
                  <a:cubicBezTo>
                    <a:pt x="2218" y="5400"/>
                    <a:pt x="1129" y="5146"/>
                    <a:pt x="47" y="4895"/>
                  </a:cubicBezTo>
                  <a:lnTo>
                    <a:pt x="47" y="4895"/>
                  </a:lnTo>
                  <a:cubicBezTo>
                    <a:pt x="81" y="4664"/>
                    <a:pt x="120" y="4431"/>
                    <a:pt x="186" y="4208"/>
                  </a:cubicBezTo>
                  <a:cubicBezTo>
                    <a:pt x="253" y="3980"/>
                    <a:pt x="343" y="3762"/>
                    <a:pt x="493" y="3582"/>
                  </a:cubicBezTo>
                  <a:cubicBezTo>
                    <a:pt x="579" y="3467"/>
                    <a:pt x="690" y="3369"/>
                    <a:pt x="757" y="3234"/>
                  </a:cubicBezTo>
                  <a:cubicBezTo>
                    <a:pt x="797" y="3156"/>
                    <a:pt x="816" y="3076"/>
                    <a:pt x="836" y="2994"/>
                  </a:cubicBezTo>
                  <a:cubicBezTo>
                    <a:pt x="856" y="2911"/>
                    <a:pt x="872" y="2832"/>
                    <a:pt x="899" y="2754"/>
                  </a:cubicBezTo>
                  <a:cubicBezTo>
                    <a:pt x="950" y="2612"/>
                    <a:pt x="1034" y="2481"/>
                    <a:pt x="1128" y="2363"/>
                  </a:cubicBezTo>
                  <a:cubicBezTo>
                    <a:pt x="1227" y="2241"/>
                    <a:pt x="1336" y="2126"/>
                    <a:pt x="1436" y="2004"/>
                  </a:cubicBezTo>
                  <a:cubicBezTo>
                    <a:pt x="1601" y="1815"/>
                    <a:pt x="1680" y="1625"/>
                    <a:pt x="1724" y="1429"/>
                  </a:cubicBezTo>
                  <a:cubicBezTo>
                    <a:pt x="1771" y="1231"/>
                    <a:pt x="1782" y="1026"/>
                    <a:pt x="1814" y="797"/>
                  </a:cubicBezTo>
                  <a:cubicBezTo>
                    <a:pt x="1822" y="723"/>
                    <a:pt x="1833" y="616"/>
                    <a:pt x="1857" y="517"/>
                  </a:cubicBezTo>
                  <a:cubicBezTo>
                    <a:pt x="1869" y="466"/>
                    <a:pt x="1885" y="419"/>
                    <a:pt x="1904" y="379"/>
                  </a:cubicBezTo>
                  <a:cubicBezTo>
                    <a:pt x="1924" y="337"/>
                    <a:pt x="1948" y="304"/>
                    <a:pt x="1975" y="281"/>
                  </a:cubicBezTo>
                  <a:cubicBezTo>
                    <a:pt x="1999" y="261"/>
                    <a:pt x="2042" y="246"/>
                    <a:pt x="2090" y="233"/>
                  </a:cubicBezTo>
                  <a:cubicBezTo>
                    <a:pt x="2165" y="214"/>
                    <a:pt x="2255" y="206"/>
                    <a:pt x="2346" y="198"/>
                  </a:cubicBezTo>
                  <a:cubicBezTo>
                    <a:pt x="2433" y="190"/>
                    <a:pt x="2516" y="186"/>
                    <a:pt x="2575" y="178"/>
                  </a:cubicBezTo>
                  <a:cubicBezTo>
                    <a:pt x="3012" y="111"/>
                    <a:pt x="3458" y="68"/>
                    <a:pt x="3900" y="48"/>
                  </a:cubicBezTo>
                  <a:cubicBezTo>
                    <a:pt x="3947" y="48"/>
                    <a:pt x="3995" y="44"/>
                    <a:pt x="4046" y="44"/>
                  </a:cubicBezTo>
                  <a:close/>
                  <a:moveTo>
                    <a:pt x="4046" y="1"/>
                  </a:moveTo>
                  <a:cubicBezTo>
                    <a:pt x="3995" y="1"/>
                    <a:pt x="3947" y="5"/>
                    <a:pt x="3900" y="5"/>
                  </a:cubicBezTo>
                  <a:cubicBezTo>
                    <a:pt x="3454" y="24"/>
                    <a:pt x="3009" y="68"/>
                    <a:pt x="2567" y="135"/>
                  </a:cubicBezTo>
                  <a:cubicBezTo>
                    <a:pt x="2532" y="139"/>
                    <a:pt x="2484" y="143"/>
                    <a:pt x="2429" y="147"/>
                  </a:cubicBezTo>
                  <a:cubicBezTo>
                    <a:pt x="2346" y="155"/>
                    <a:pt x="2252" y="159"/>
                    <a:pt x="2161" y="175"/>
                  </a:cubicBezTo>
                  <a:cubicBezTo>
                    <a:pt x="2117" y="182"/>
                    <a:pt x="2078" y="190"/>
                    <a:pt x="2042" y="202"/>
                  </a:cubicBezTo>
                  <a:cubicBezTo>
                    <a:pt x="2004" y="214"/>
                    <a:pt x="1971" y="230"/>
                    <a:pt x="1948" y="249"/>
                  </a:cubicBezTo>
                  <a:cubicBezTo>
                    <a:pt x="1913" y="277"/>
                    <a:pt x="1889" y="317"/>
                    <a:pt x="1865" y="360"/>
                  </a:cubicBezTo>
                  <a:cubicBezTo>
                    <a:pt x="1833" y="426"/>
                    <a:pt x="1814" y="506"/>
                    <a:pt x="1798" y="584"/>
                  </a:cubicBezTo>
                  <a:cubicBezTo>
                    <a:pt x="1786" y="663"/>
                    <a:pt x="1778" y="734"/>
                    <a:pt x="1771" y="790"/>
                  </a:cubicBezTo>
                  <a:cubicBezTo>
                    <a:pt x="1739" y="1023"/>
                    <a:pt x="1727" y="1227"/>
                    <a:pt x="1684" y="1420"/>
                  </a:cubicBezTo>
                  <a:cubicBezTo>
                    <a:pt x="1636" y="1609"/>
                    <a:pt x="1562" y="1791"/>
                    <a:pt x="1404" y="1977"/>
                  </a:cubicBezTo>
                  <a:cubicBezTo>
                    <a:pt x="1305" y="2095"/>
                    <a:pt x="1195" y="2213"/>
                    <a:pt x="1096" y="2335"/>
                  </a:cubicBezTo>
                  <a:cubicBezTo>
                    <a:pt x="998" y="2457"/>
                    <a:pt x="911" y="2588"/>
                    <a:pt x="860" y="2741"/>
                  </a:cubicBezTo>
                  <a:cubicBezTo>
                    <a:pt x="832" y="2821"/>
                    <a:pt x="812" y="2903"/>
                    <a:pt x="797" y="2982"/>
                  </a:cubicBezTo>
                  <a:cubicBezTo>
                    <a:pt x="777" y="3065"/>
                    <a:pt x="754" y="3143"/>
                    <a:pt x="718" y="3214"/>
                  </a:cubicBezTo>
                  <a:cubicBezTo>
                    <a:pt x="655" y="3336"/>
                    <a:pt x="548" y="3440"/>
                    <a:pt x="457" y="3554"/>
                  </a:cubicBezTo>
                  <a:cubicBezTo>
                    <a:pt x="308" y="3743"/>
                    <a:pt x="209" y="3964"/>
                    <a:pt x="142" y="4197"/>
                  </a:cubicBezTo>
                  <a:cubicBezTo>
                    <a:pt x="75" y="4429"/>
                    <a:pt x="35" y="4670"/>
                    <a:pt x="0" y="4906"/>
                  </a:cubicBezTo>
                  <a:cubicBezTo>
                    <a:pt x="0" y="4918"/>
                    <a:pt x="8" y="4930"/>
                    <a:pt x="16" y="4934"/>
                  </a:cubicBezTo>
                  <a:cubicBezTo>
                    <a:pt x="1105" y="5187"/>
                    <a:pt x="2204" y="5442"/>
                    <a:pt x="3324" y="5462"/>
                  </a:cubicBezTo>
                  <a:cubicBezTo>
                    <a:pt x="3383" y="5466"/>
                    <a:pt x="3442" y="5466"/>
                    <a:pt x="3505" y="5466"/>
                  </a:cubicBezTo>
                  <a:cubicBezTo>
                    <a:pt x="3837" y="5466"/>
                    <a:pt x="4168" y="5451"/>
                    <a:pt x="4499" y="5431"/>
                  </a:cubicBezTo>
                  <a:cubicBezTo>
                    <a:pt x="4843" y="5415"/>
                    <a:pt x="5189" y="5395"/>
                    <a:pt x="5533" y="5376"/>
                  </a:cubicBezTo>
                  <a:cubicBezTo>
                    <a:pt x="5540" y="5376"/>
                    <a:pt x="5544" y="5376"/>
                    <a:pt x="5548" y="5371"/>
                  </a:cubicBezTo>
                  <a:cubicBezTo>
                    <a:pt x="5556" y="5364"/>
                    <a:pt x="5560" y="5360"/>
                    <a:pt x="5560" y="5352"/>
                  </a:cubicBezTo>
                  <a:cubicBezTo>
                    <a:pt x="5564" y="5344"/>
                    <a:pt x="5564" y="5332"/>
                    <a:pt x="5568" y="5320"/>
                  </a:cubicBezTo>
                  <a:lnTo>
                    <a:pt x="5568" y="5273"/>
                  </a:lnTo>
                  <a:cubicBezTo>
                    <a:pt x="5568" y="5194"/>
                    <a:pt x="5556" y="5064"/>
                    <a:pt x="5540" y="4898"/>
                  </a:cubicBezTo>
                  <a:cubicBezTo>
                    <a:pt x="5485" y="4397"/>
                    <a:pt x="5358" y="3562"/>
                    <a:pt x="5233" y="2773"/>
                  </a:cubicBezTo>
                  <a:cubicBezTo>
                    <a:pt x="5162" y="2312"/>
                    <a:pt x="5087" y="1866"/>
                    <a:pt x="5027" y="1519"/>
                  </a:cubicBezTo>
                  <a:cubicBezTo>
                    <a:pt x="4969" y="1172"/>
                    <a:pt x="4925" y="919"/>
                    <a:pt x="4909" y="845"/>
                  </a:cubicBezTo>
                  <a:cubicBezTo>
                    <a:pt x="4881" y="710"/>
                    <a:pt x="4846" y="568"/>
                    <a:pt x="4795" y="443"/>
                  </a:cubicBezTo>
                  <a:cubicBezTo>
                    <a:pt x="4740" y="317"/>
                    <a:pt x="4661" y="202"/>
                    <a:pt x="4546" y="124"/>
                  </a:cubicBezTo>
                  <a:cubicBezTo>
                    <a:pt x="4472" y="72"/>
                    <a:pt x="4388" y="44"/>
                    <a:pt x="4306" y="24"/>
                  </a:cubicBezTo>
                  <a:cubicBezTo>
                    <a:pt x="4219" y="9"/>
                    <a:pt x="4133" y="1"/>
                    <a:pt x="4046"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8" name="Google Shape;1958;p46"/>
            <p:cNvSpPr/>
            <p:nvPr/>
          </p:nvSpPr>
          <p:spPr>
            <a:xfrm>
              <a:off x="4236291" y="1530186"/>
              <a:ext cx="1869747" cy="1972873"/>
            </a:xfrm>
            <a:custGeom>
              <a:rect b="b" l="l" r="r" t="t"/>
              <a:pathLst>
                <a:path extrusionOk="0" h="3807" w="3608">
                  <a:moveTo>
                    <a:pt x="1622" y="1"/>
                  </a:moveTo>
                  <a:cubicBezTo>
                    <a:pt x="1516" y="1"/>
                    <a:pt x="1410" y="5"/>
                    <a:pt x="1305" y="10"/>
                  </a:cubicBezTo>
                  <a:cubicBezTo>
                    <a:pt x="1171" y="14"/>
                    <a:pt x="765" y="10"/>
                    <a:pt x="517" y="136"/>
                  </a:cubicBezTo>
                  <a:cubicBezTo>
                    <a:pt x="343" y="223"/>
                    <a:pt x="256" y="373"/>
                    <a:pt x="205" y="554"/>
                  </a:cubicBezTo>
                  <a:cubicBezTo>
                    <a:pt x="146" y="760"/>
                    <a:pt x="209" y="866"/>
                    <a:pt x="343" y="1031"/>
                  </a:cubicBezTo>
                  <a:cubicBezTo>
                    <a:pt x="497" y="1224"/>
                    <a:pt x="694" y="1375"/>
                    <a:pt x="666" y="1646"/>
                  </a:cubicBezTo>
                  <a:cubicBezTo>
                    <a:pt x="639" y="1927"/>
                    <a:pt x="528" y="2108"/>
                    <a:pt x="335" y="2301"/>
                  </a:cubicBezTo>
                  <a:cubicBezTo>
                    <a:pt x="150" y="2482"/>
                    <a:pt x="55" y="2766"/>
                    <a:pt x="44" y="3022"/>
                  </a:cubicBezTo>
                  <a:cubicBezTo>
                    <a:pt x="35" y="3204"/>
                    <a:pt x="0" y="3563"/>
                    <a:pt x="177" y="3674"/>
                  </a:cubicBezTo>
                  <a:cubicBezTo>
                    <a:pt x="224" y="3705"/>
                    <a:pt x="280" y="3712"/>
                    <a:pt x="335" y="3725"/>
                  </a:cubicBezTo>
                  <a:cubicBezTo>
                    <a:pt x="645" y="3779"/>
                    <a:pt x="959" y="3807"/>
                    <a:pt x="1274" y="3807"/>
                  </a:cubicBezTo>
                  <a:cubicBezTo>
                    <a:pt x="1933" y="3807"/>
                    <a:pt x="2593" y="3687"/>
                    <a:pt x="3210" y="3452"/>
                  </a:cubicBezTo>
                  <a:cubicBezTo>
                    <a:pt x="3174" y="3200"/>
                    <a:pt x="3214" y="2991"/>
                    <a:pt x="3166" y="2778"/>
                  </a:cubicBezTo>
                  <a:cubicBezTo>
                    <a:pt x="3150" y="2707"/>
                    <a:pt x="3127" y="2640"/>
                    <a:pt x="3087" y="2565"/>
                  </a:cubicBezTo>
                  <a:cubicBezTo>
                    <a:pt x="3012" y="2423"/>
                    <a:pt x="2863" y="2207"/>
                    <a:pt x="2847" y="2045"/>
                  </a:cubicBezTo>
                  <a:cubicBezTo>
                    <a:pt x="2831" y="1872"/>
                    <a:pt x="3005" y="1686"/>
                    <a:pt x="3072" y="1532"/>
                  </a:cubicBezTo>
                  <a:cubicBezTo>
                    <a:pt x="3134" y="1386"/>
                    <a:pt x="3249" y="1284"/>
                    <a:pt x="3360" y="1170"/>
                  </a:cubicBezTo>
                  <a:cubicBezTo>
                    <a:pt x="3427" y="1095"/>
                    <a:pt x="3525" y="897"/>
                    <a:pt x="3607" y="866"/>
                  </a:cubicBezTo>
                  <a:cubicBezTo>
                    <a:pt x="3407" y="609"/>
                    <a:pt x="3083" y="420"/>
                    <a:pt x="2812" y="239"/>
                  </a:cubicBezTo>
                  <a:cubicBezTo>
                    <a:pt x="2504" y="38"/>
                    <a:pt x="2106" y="10"/>
                    <a:pt x="1743" y="3"/>
                  </a:cubicBezTo>
                  <a:cubicBezTo>
                    <a:pt x="1703" y="1"/>
                    <a:pt x="1662" y="1"/>
                    <a:pt x="1622" y="1"/>
                  </a:cubicBez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9" name="Google Shape;1959;p46"/>
            <p:cNvSpPr/>
            <p:nvPr/>
          </p:nvSpPr>
          <p:spPr>
            <a:xfrm>
              <a:off x="4244582" y="1519303"/>
              <a:ext cx="1873893" cy="1994120"/>
            </a:xfrm>
            <a:custGeom>
              <a:rect b="b" l="l" r="r" t="t"/>
              <a:pathLst>
                <a:path extrusionOk="0" h="3848" w="3616">
                  <a:moveTo>
                    <a:pt x="1624" y="43"/>
                  </a:moveTo>
                  <a:cubicBezTo>
                    <a:pt x="1660" y="43"/>
                    <a:pt x="1691" y="43"/>
                    <a:pt x="1727" y="47"/>
                  </a:cubicBezTo>
                  <a:cubicBezTo>
                    <a:pt x="1908" y="47"/>
                    <a:pt x="2097" y="59"/>
                    <a:pt x="2279" y="90"/>
                  </a:cubicBezTo>
                  <a:cubicBezTo>
                    <a:pt x="2461" y="122"/>
                    <a:pt x="2634" y="181"/>
                    <a:pt x="2783" y="279"/>
                  </a:cubicBezTo>
                  <a:cubicBezTo>
                    <a:pt x="2918" y="370"/>
                    <a:pt x="3067" y="461"/>
                    <a:pt x="3209" y="563"/>
                  </a:cubicBezTo>
                  <a:cubicBezTo>
                    <a:pt x="3340" y="661"/>
                    <a:pt x="3463" y="764"/>
                    <a:pt x="3560" y="882"/>
                  </a:cubicBezTo>
                  <a:lnTo>
                    <a:pt x="3560" y="882"/>
                  </a:lnTo>
                  <a:cubicBezTo>
                    <a:pt x="3544" y="893"/>
                    <a:pt x="3529" y="907"/>
                    <a:pt x="3513" y="923"/>
                  </a:cubicBezTo>
                  <a:cubicBezTo>
                    <a:pt x="3478" y="962"/>
                    <a:pt x="3442" y="1009"/>
                    <a:pt x="3411" y="1056"/>
                  </a:cubicBezTo>
                  <a:cubicBezTo>
                    <a:pt x="3379" y="1103"/>
                    <a:pt x="3351" y="1151"/>
                    <a:pt x="3327" y="1174"/>
                  </a:cubicBezTo>
                  <a:cubicBezTo>
                    <a:pt x="3273" y="1234"/>
                    <a:pt x="3218" y="1285"/>
                    <a:pt x="3166" y="1344"/>
                  </a:cubicBezTo>
                  <a:cubicBezTo>
                    <a:pt x="3115" y="1403"/>
                    <a:pt x="3071" y="1471"/>
                    <a:pt x="3036" y="1545"/>
                  </a:cubicBezTo>
                  <a:cubicBezTo>
                    <a:pt x="3005" y="1613"/>
                    <a:pt x="2949" y="1695"/>
                    <a:pt x="2902" y="1778"/>
                  </a:cubicBezTo>
                  <a:cubicBezTo>
                    <a:pt x="2878" y="1822"/>
                    <a:pt x="2854" y="1864"/>
                    <a:pt x="2839" y="1908"/>
                  </a:cubicBezTo>
                  <a:cubicBezTo>
                    <a:pt x="2819" y="1955"/>
                    <a:pt x="2811" y="1999"/>
                    <a:pt x="2811" y="2042"/>
                  </a:cubicBezTo>
                  <a:lnTo>
                    <a:pt x="2811" y="2070"/>
                  </a:lnTo>
                  <a:cubicBezTo>
                    <a:pt x="2819" y="2157"/>
                    <a:pt x="2863" y="2251"/>
                    <a:pt x="2910" y="2346"/>
                  </a:cubicBezTo>
                  <a:cubicBezTo>
                    <a:pt x="2961" y="2437"/>
                    <a:pt x="3016" y="2527"/>
                    <a:pt x="3056" y="2598"/>
                  </a:cubicBezTo>
                  <a:cubicBezTo>
                    <a:pt x="3091" y="2669"/>
                    <a:pt x="3115" y="2736"/>
                    <a:pt x="3131" y="2803"/>
                  </a:cubicBezTo>
                  <a:cubicBezTo>
                    <a:pt x="3154" y="2910"/>
                    <a:pt x="3154" y="3012"/>
                    <a:pt x="3154" y="3123"/>
                  </a:cubicBezTo>
                  <a:cubicBezTo>
                    <a:pt x="3154" y="3227"/>
                    <a:pt x="3154" y="3340"/>
                    <a:pt x="3171" y="3460"/>
                  </a:cubicBezTo>
                  <a:lnTo>
                    <a:pt x="3171" y="3460"/>
                  </a:lnTo>
                  <a:cubicBezTo>
                    <a:pt x="2564" y="3688"/>
                    <a:pt x="1915" y="3804"/>
                    <a:pt x="1262" y="3804"/>
                  </a:cubicBezTo>
                  <a:cubicBezTo>
                    <a:pt x="950" y="3804"/>
                    <a:pt x="634" y="3777"/>
                    <a:pt x="323" y="3722"/>
                  </a:cubicBezTo>
                  <a:cubicBezTo>
                    <a:pt x="268" y="3714"/>
                    <a:pt x="217" y="3702"/>
                    <a:pt x="173" y="3678"/>
                  </a:cubicBezTo>
                  <a:cubicBezTo>
                    <a:pt x="150" y="3659"/>
                    <a:pt x="126" y="3639"/>
                    <a:pt x="110" y="3608"/>
                  </a:cubicBezTo>
                  <a:cubicBezTo>
                    <a:pt x="82" y="3568"/>
                    <a:pt x="66" y="3513"/>
                    <a:pt x="55" y="3454"/>
                  </a:cubicBezTo>
                  <a:cubicBezTo>
                    <a:pt x="43" y="3395"/>
                    <a:pt x="43" y="3327"/>
                    <a:pt x="43" y="3265"/>
                  </a:cubicBezTo>
                  <a:cubicBezTo>
                    <a:pt x="43" y="3182"/>
                    <a:pt x="47" y="3103"/>
                    <a:pt x="51" y="3043"/>
                  </a:cubicBezTo>
                  <a:cubicBezTo>
                    <a:pt x="55" y="2918"/>
                    <a:pt x="82" y="2787"/>
                    <a:pt x="130" y="2661"/>
                  </a:cubicBezTo>
                  <a:cubicBezTo>
                    <a:pt x="177" y="2539"/>
                    <a:pt x="244" y="2425"/>
                    <a:pt x="335" y="2338"/>
                  </a:cubicBezTo>
                  <a:cubicBezTo>
                    <a:pt x="434" y="2239"/>
                    <a:pt x="508" y="2144"/>
                    <a:pt x="568" y="2038"/>
                  </a:cubicBezTo>
                  <a:cubicBezTo>
                    <a:pt x="623" y="1932"/>
                    <a:pt x="658" y="1813"/>
                    <a:pt x="670" y="1671"/>
                  </a:cubicBezTo>
                  <a:cubicBezTo>
                    <a:pt x="674" y="1651"/>
                    <a:pt x="674" y="1636"/>
                    <a:pt x="674" y="1620"/>
                  </a:cubicBezTo>
                  <a:cubicBezTo>
                    <a:pt x="674" y="1557"/>
                    <a:pt x="663" y="1498"/>
                    <a:pt x="643" y="1447"/>
                  </a:cubicBezTo>
                  <a:cubicBezTo>
                    <a:pt x="610" y="1367"/>
                    <a:pt x="563" y="1297"/>
                    <a:pt x="508" y="1234"/>
                  </a:cubicBezTo>
                  <a:cubicBezTo>
                    <a:pt x="453" y="1167"/>
                    <a:pt x="394" y="1103"/>
                    <a:pt x="343" y="1036"/>
                  </a:cubicBezTo>
                  <a:cubicBezTo>
                    <a:pt x="295" y="978"/>
                    <a:pt x="256" y="926"/>
                    <a:pt x="228" y="875"/>
                  </a:cubicBezTo>
                  <a:cubicBezTo>
                    <a:pt x="205" y="823"/>
                    <a:pt x="189" y="772"/>
                    <a:pt x="189" y="717"/>
                  </a:cubicBezTo>
                  <a:cubicBezTo>
                    <a:pt x="189" y="674"/>
                    <a:pt x="197" y="630"/>
                    <a:pt x="208" y="579"/>
                  </a:cubicBezTo>
                  <a:cubicBezTo>
                    <a:pt x="237" y="492"/>
                    <a:pt x="268" y="410"/>
                    <a:pt x="315" y="343"/>
                  </a:cubicBezTo>
                  <a:cubicBezTo>
                    <a:pt x="363" y="275"/>
                    <a:pt x="426" y="217"/>
                    <a:pt x="508" y="177"/>
                  </a:cubicBezTo>
                  <a:cubicBezTo>
                    <a:pt x="630" y="114"/>
                    <a:pt x="792" y="86"/>
                    <a:pt x="942" y="71"/>
                  </a:cubicBezTo>
                  <a:cubicBezTo>
                    <a:pt x="1088" y="55"/>
                    <a:pt x="1222" y="55"/>
                    <a:pt x="1289" y="51"/>
                  </a:cubicBezTo>
                  <a:cubicBezTo>
                    <a:pt x="1400" y="47"/>
                    <a:pt x="1514" y="43"/>
                    <a:pt x="1624" y="43"/>
                  </a:cubicBezTo>
                  <a:close/>
                  <a:moveTo>
                    <a:pt x="1624" y="0"/>
                  </a:moveTo>
                  <a:cubicBezTo>
                    <a:pt x="1510" y="0"/>
                    <a:pt x="1400" y="4"/>
                    <a:pt x="1289" y="8"/>
                  </a:cubicBezTo>
                  <a:cubicBezTo>
                    <a:pt x="1222" y="11"/>
                    <a:pt x="1088" y="11"/>
                    <a:pt x="938" y="27"/>
                  </a:cubicBezTo>
                  <a:cubicBezTo>
                    <a:pt x="785" y="43"/>
                    <a:pt x="619" y="71"/>
                    <a:pt x="488" y="137"/>
                  </a:cubicBezTo>
                  <a:cubicBezTo>
                    <a:pt x="402" y="181"/>
                    <a:pt x="331" y="244"/>
                    <a:pt x="279" y="319"/>
                  </a:cubicBezTo>
                  <a:cubicBezTo>
                    <a:pt x="228" y="390"/>
                    <a:pt x="193" y="477"/>
                    <a:pt x="170" y="568"/>
                  </a:cubicBezTo>
                  <a:cubicBezTo>
                    <a:pt x="153" y="623"/>
                    <a:pt x="146" y="670"/>
                    <a:pt x="146" y="717"/>
                  </a:cubicBezTo>
                  <a:cubicBezTo>
                    <a:pt x="146" y="781"/>
                    <a:pt x="161" y="839"/>
                    <a:pt x="189" y="894"/>
                  </a:cubicBezTo>
                  <a:cubicBezTo>
                    <a:pt x="221" y="950"/>
                    <a:pt x="260" y="1005"/>
                    <a:pt x="308" y="1065"/>
                  </a:cubicBezTo>
                  <a:cubicBezTo>
                    <a:pt x="382" y="1159"/>
                    <a:pt x="465" y="1238"/>
                    <a:pt x="524" y="1325"/>
                  </a:cubicBezTo>
                  <a:cubicBezTo>
                    <a:pt x="556" y="1367"/>
                    <a:pt x="583" y="1411"/>
                    <a:pt x="603" y="1462"/>
                  </a:cubicBezTo>
                  <a:cubicBezTo>
                    <a:pt x="619" y="1509"/>
                    <a:pt x="630" y="1561"/>
                    <a:pt x="630" y="1620"/>
                  </a:cubicBezTo>
                  <a:cubicBezTo>
                    <a:pt x="630" y="1636"/>
                    <a:pt x="630" y="1648"/>
                    <a:pt x="627" y="1667"/>
                  </a:cubicBezTo>
                  <a:cubicBezTo>
                    <a:pt x="615" y="1806"/>
                    <a:pt x="583" y="1916"/>
                    <a:pt x="528" y="2019"/>
                  </a:cubicBezTo>
                  <a:cubicBezTo>
                    <a:pt x="473" y="2121"/>
                    <a:pt x="398" y="2212"/>
                    <a:pt x="303" y="2306"/>
                  </a:cubicBezTo>
                  <a:cubicBezTo>
                    <a:pt x="208" y="2401"/>
                    <a:pt x="137" y="2519"/>
                    <a:pt x="86" y="2645"/>
                  </a:cubicBezTo>
                  <a:cubicBezTo>
                    <a:pt x="39" y="2776"/>
                    <a:pt x="11" y="2910"/>
                    <a:pt x="8" y="3043"/>
                  </a:cubicBezTo>
                  <a:cubicBezTo>
                    <a:pt x="4" y="3103"/>
                    <a:pt x="0" y="3182"/>
                    <a:pt x="0" y="3265"/>
                  </a:cubicBezTo>
                  <a:cubicBezTo>
                    <a:pt x="0" y="3351"/>
                    <a:pt x="4" y="3442"/>
                    <a:pt x="24" y="3520"/>
                  </a:cubicBezTo>
                  <a:cubicBezTo>
                    <a:pt x="35" y="3560"/>
                    <a:pt x="51" y="3600"/>
                    <a:pt x="71" y="3631"/>
                  </a:cubicBezTo>
                  <a:cubicBezTo>
                    <a:pt x="90" y="3667"/>
                    <a:pt x="118" y="3695"/>
                    <a:pt x="153" y="3714"/>
                  </a:cubicBezTo>
                  <a:cubicBezTo>
                    <a:pt x="205" y="3746"/>
                    <a:pt x="260" y="3757"/>
                    <a:pt x="315" y="3766"/>
                  </a:cubicBezTo>
                  <a:cubicBezTo>
                    <a:pt x="627" y="3820"/>
                    <a:pt x="946" y="3848"/>
                    <a:pt x="1262" y="3848"/>
                  </a:cubicBezTo>
                  <a:cubicBezTo>
                    <a:pt x="1924" y="3848"/>
                    <a:pt x="2586" y="3730"/>
                    <a:pt x="3202" y="3497"/>
                  </a:cubicBezTo>
                  <a:cubicBezTo>
                    <a:pt x="3213" y="3493"/>
                    <a:pt x="3218" y="3482"/>
                    <a:pt x="3218" y="3473"/>
                  </a:cubicBezTo>
                  <a:cubicBezTo>
                    <a:pt x="3198" y="3347"/>
                    <a:pt x="3198" y="3233"/>
                    <a:pt x="3198" y="3123"/>
                  </a:cubicBezTo>
                  <a:cubicBezTo>
                    <a:pt x="3198" y="3012"/>
                    <a:pt x="3198" y="2905"/>
                    <a:pt x="3174" y="2796"/>
                  </a:cubicBezTo>
                  <a:cubicBezTo>
                    <a:pt x="3158" y="2725"/>
                    <a:pt x="3131" y="2650"/>
                    <a:pt x="3091" y="2579"/>
                  </a:cubicBezTo>
                  <a:cubicBezTo>
                    <a:pt x="3056" y="2503"/>
                    <a:pt x="2996" y="2417"/>
                    <a:pt x="2949" y="2326"/>
                  </a:cubicBezTo>
                  <a:cubicBezTo>
                    <a:pt x="2902" y="2232"/>
                    <a:pt x="2863" y="2141"/>
                    <a:pt x="2854" y="2066"/>
                  </a:cubicBezTo>
                  <a:lnTo>
                    <a:pt x="2854" y="2042"/>
                  </a:lnTo>
                  <a:cubicBezTo>
                    <a:pt x="2854" y="2006"/>
                    <a:pt x="2863" y="1967"/>
                    <a:pt x="2878" y="1924"/>
                  </a:cubicBezTo>
                  <a:cubicBezTo>
                    <a:pt x="2902" y="1864"/>
                    <a:pt x="2938" y="1802"/>
                    <a:pt x="2976" y="1738"/>
                  </a:cubicBezTo>
                  <a:cubicBezTo>
                    <a:pt x="3012" y="1680"/>
                    <a:pt x="3052" y="1620"/>
                    <a:pt x="3076" y="1561"/>
                  </a:cubicBezTo>
                  <a:cubicBezTo>
                    <a:pt x="3107" y="1491"/>
                    <a:pt x="3150" y="1431"/>
                    <a:pt x="3198" y="1376"/>
                  </a:cubicBezTo>
                  <a:cubicBezTo>
                    <a:pt x="3249" y="1316"/>
                    <a:pt x="3304" y="1262"/>
                    <a:pt x="3360" y="1207"/>
                  </a:cubicBezTo>
                  <a:cubicBezTo>
                    <a:pt x="3375" y="1187"/>
                    <a:pt x="3395" y="1159"/>
                    <a:pt x="3418" y="1127"/>
                  </a:cubicBezTo>
                  <a:cubicBezTo>
                    <a:pt x="3446" y="1084"/>
                    <a:pt x="3482" y="1032"/>
                    <a:pt x="3513" y="989"/>
                  </a:cubicBezTo>
                  <a:cubicBezTo>
                    <a:pt x="3529" y="970"/>
                    <a:pt x="3544" y="950"/>
                    <a:pt x="3560" y="938"/>
                  </a:cubicBezTo>
                  <a:cubicBezTo>
                    <a:pt x="3573" y="923"/>
                    <a:pt x="3588" y="914"/>
                    <a:pt x="3600" y="910"/>
                  </a:cubicBezTo>
                  <a:cubicBezTo>
                    <a:pt x="3608" y="907"/>
                    <a:pt x="3611" y="903"/>
                    <a:pt x="3611" y="894"/>
                  </a:cubicBezTo>
                  <a:cubicBezTo>
                    <a:pt x="3615" y="887"/>
                    <a:pt x="3615" y="879"/>
                    <a:pt x="3611" y="875"/>
                  </a:cubicBezTo>
                  <a:cubicBezTo>
                    <a:pt x="3509" y="745"/>
                    <a:pt x="3375" y="630"/>
                    <a:pt x="3233" y="528"/>
                  </a:cubicBezTo>
                  <a:cubicBezTo>
                    <a:pt x="3091" y="426"/>
                    <a:pt x="2941" y="331"/>
                    <a:pt x="2807" y="244"/>
                  </a:cubicBezTo>
                  <a:cubicBezTo>
                    <a:pt x="2650" y="137"/>
                    <a:pt x="2472" y="79"/>
                    <a:pt x="2286" y="47"/>
                  </a:cubicBezTo>
                  <a:cubicBezTo>
                    <a:pt x="2101" y="15"/>
                    <a:pt x="1912" y="4"/>
                    <a:pt x="1727"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0" name="Google Shape;1960;p46"/>
            <p:cNvSpPr/>
            <p:nvPr/>
          </p:nvSpPr>
          <p:spPr>
            <a:xfrm>
              <a:off x="3342877" y="8507514"/>
              <a:ext cx="1067538" cy="425461"/>
            </a:xfrm>
            <a:custGeom>
              <a:rect b="b" l="l" r="r" t="t"/>
              <a:pathLst>
                <a:path extrusionOk="0" h="821" w="2060">
                  <a:moveTo>
                    <a:pt x="1267" y="0"/>
                  </a:moveTo>
                  <a:cubicBezTo>
                    <a:pt x="1224" y="0"/>
                    <a:pt x="1064" y="127"/>
                    <a:pt x="1026" y="146"/>
                  </a:cubicBezTo>
                  <a:cubicBezTo>
                    <a:pt x="947" y="190"/>
                    <a:pt x="876" y="241"/>
                    <a:pt x="801" y="280"/>
                  </a:cubicBezTo>
                  <a:cubicBezTo>
                    <a:pt x="596" y="383"/>
                    <a:pt x="359" y="434"/>
                    <a:pt x="146" y="516"/>
                  </a:cubicBezTo>
                  <a:cubicBezTo>
                    <a:pt x="111" y="529"/>
                    <a:pt x="75" y="545"/>
                    <a:pt x="48" y="568"/>
                  </a:cubicBezTo>
                  <a:cubicBezTo>
                    <a:pt x="21" y="596"/>
                    <a:pt x="1" y="631"/>
                    <a:pt x="5" y="671"/>
                  </a:cubicBezTo>
                  <a:cubicBezTo>
                    <a:pt x="25" y="803"/>
                    <a:pt x="358" y="821"/>
                    <a:pt x="516" y="821"/>
                  </a:cubicBezTo>
                  <a:cubicBezTo>
                    <a:pt x="541" y="821"/>
                    <a:pt x="562" y="821"/>
                    <a:pt x="576" y="820"/>
                  </a:cubicBezTo>
                  <a:cubicBezTo>
                    <a:pt x="1038" y="809"/>
                    <a:pt x="1495" y="789"/>
                    <a:pt x="1961" y="765"/>
                  </a:cubicBezTo>
                  <a:cubicBezTo>
                    <a:pt x="1972" y="765"/>
                    <a:pt x="1984" y="765"/>
                    <a:pt x="1996" y="758"/>
                  </a:cubicBezTo>
                  <a:cubicBezTo>
                    <a:pt x="2008" y="749"/>
                    <a:pt x="2015" y="729"/>
                    <a:pt x="2019" y="714"/>
                  </a:cubicBezTo>
                  <a:lnTo>
                    <a:pt x="2019" y="706"/>
                  </a:lnTo>
                  <a:cubicBezTo>
                    <a:pt x="2059" y="489"/>
                    <a:pt x="2051" y="261"/>
                    <a:pt x="1988" y="52"/>
                  </a:cubicBezTo>
                  <a:cubicBezTo>
                    <a:pt x="1919" y="65"/>
                    <a:pt x="1847" y="70"/>
                    <a:pt x="1775" y="70"/>
                  </a:cubicBezTo>
                  <a:cubicBezTo>
                    <a:pt x="1604" y="70"/>
                    <a:pt x="1428" y="39"/>
                    <a:pt x="1271" y="0"/>
                  </a:cubicBezTo>
                  <a:cubicBezTo>
                    <a:pt x="1270" y="0"/>
                    <a:pt x="1268" y="0"/>
                    <a:pt x="1267" y="0"/>
                  </a:cubicBezTo>
                  <a:close/>
                </a:path>
              </a:pathLst>
            </a:custGeom>
            <a:solidFill>
              <a:schemeClr val="dk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1" name="Google Shape;1961;p46"/>
            <p:cNvSpPr/>
            <p:nvPr/>
          </p:nvSpPr>
          <p:spPr>
            <a:xfrm>
              <a:off x="3334585" y="8497149"/>
              <a:ext cx="1079457" cy="447744"/>
            </a:xfrm>
            <a:custGeom>
              <a:rect b="b" l="l" r="r" t="t"/>
              <a:pathLst>
                <a:path extrusionOk="0" h="864" w="2083">
                  <a:moveTo>
                    <a:pt x="1283" y="44"/>
                  </a:moveTo>
                  <a:cubicBezTo>
                    <a:pt x="1444" y="79"/>
                    <a:pt x="1622" y="110"/>
                    <a:pt x="1799" y="110"/>
                  </a:cubicBezTo>
                  <a:cubicBezTo>
                    <a:pt x="1863" y="110"/>
                    <a:pt x="1928" y="107"/>
                    <a:pt x="1990" y="98"/>
                  </a:cubicBezTo>
                  <a:lnTo>
                    <a:pt x="1990" y="98"/>
                  </a:lnTo>
                  <a:cubicBezTo>
                    <a:pt x="2022" y="215"/>
                    <a:pt x="2035" y="339"/>
                    <a:pt x="2035" y="461"/>
                  </a:cubicBezTo>
                  <a:cubicBezTo>
                    <a:pt x="2035" y="549"/>
                    <a:pt x="2028" y="636"/>
                    <a:pt x="2012" y="722"/>
                  </a:cubicBezTo>
                  <a:lnTo>
                    <a:pt x="2012" y="730"/>
                  </a:lnTo>
                  <a:cubicBezTo>
                    <a:pt x="2012" y="738"/>
                    <a:pt x="2008" y="745"/>
                    <a:pt x="2008" y="749"/>
                  </a:cubicBezTo>
                  <a:cubicBezTo>
                    <a:pt x="2004" y="758"/>
                    <a:pt x="2000" y="758"/>
                    <a:pt x="2000" y="761"/>
                  </a:cubicBezTo>
                  <a:cubicBezTo>
                    <a:pt x="1996" y="761"/>
                    <a:pt x="1996" y="761"/>
                    <a:pt x="1993" y="765"/>
                  </a:cubicBezTo>
                  <a:lnTo>
                    <a:pt x="1977" y="765"/>
                  </a:lnTo>
                  <a:cubicBezTo>
                    <a:pt x="1511" y="785"/>
                    <a:pt x="1054" y="805"/>
                    <a:pt x="592" y="820"/>
                  </a:cubicBezTo>
                  <a:lnTo>
                    <a:pt x="537" y="820"/>
                  </a:lnTo>
                  <a:cubicBezTo>
                    <a:pt x="459" y="820"/>
                    <a:pt x="337" y="816"/>
                    <a:pt x="233" y="796"/>
                  </a:cubicBezTo>
                  <a:cubicBezTo>
                    <a:pt x="179" y="785"/>
                    <a:pt x="131" y="769"/>
                    <a:pt x="100" y="749"/>
                  </a:cubicBezTo>
                  <a:cubicBezTo>
                    <a:pt x="84" y="742"/>
                    <a:pt x="68" y="730"/>
                    <a:pt x="60" y="722"/>
                  </a:cubicBezTo>
                  <a:cubicBezTo>
                    <a:pt x="53" y="710"/>
                    <a:pt x="44" y="698"/>
                    <a:pt x="44" y="687"/>
                  </a:cubicBezTo>
                  <a:lnTo>
                    <a:pt x="44" y="678"/>
                  </a:lnTo>
                  <a:cubicBezTo>
                    <a:pt x="44" y="663"/>
                    <a:pt x="44" y="651"/>
                    <a:pt x="53" y="639"/>
                  </a:cubicBezTo>
                  <a:cubicBezTo>
                    <a:pt x="60" y="627"/>
                    <a:pt x="68" y="616"/>
                    <a:pt x="80" y="603"/>
                  </a:cubicBezTo>
                  <a:cubicBezTo>
                    <a:pt x="104" y="584"/>
                    <a:pt x="135" y="572"/>
                    <a:pt x="171" y="556"/>
                  </a:cubicBezTo>
                  <a:cubicBezTo>
                    <a:pt x="379" y="474"/>
                    <a:pt x="620" y="426"/>
                    <a:pt x="829" y="320"/>
                  </a:cubicBezTo>
                  <a:cubicBezTo>
                    <a:pt x="904" y="281"/>
                    <a:pt x="979" y="225"/>
                    <a:pt x="1050" y="186"/>
                  </a:cubicBezTo>
                  <a:cubicBezTo>
                    <a:pt x="1058" y="181"/>
                    <a:pt x="1065" y="178"/>
                    <a:pt x="1074" y="174"/>
                  </a:cubicBezTo>
                  <a:cubicBezTo>
                    <a:pt x="1101" y="154"/>
                    <a:pt x="1149" y="119"/>
                    <a:pt x="1192" y="91"/>
                  </a:cubicBezTo>
                  <a:cubicBezTo>
                    <a:pt x="1212" y="79"/>
                    <a:pt x="1236" y="63"/>
                    <a:pt x="1251" y="56"/>
                  </a:cubicBezTo>
                  <a:cubicBezTo>
                    <a:pt x="1259" y="52"/>
                    <a:pt x="1267" y="48"/>
                    <a:pt x="1274" y="48"/>
                  </a:cubicBezTo>
                  <a:cubicBezTo>
                    <a:pt x="1278" y="44"/>
                    <a:pt x="1283" y="44"/>
                    <a:pt x="1283" y="44"/>
                  </a:cubicBezTo>
                  <a:close/>
                  <a:moveTo>
                    <a:pt x="1283" y="1"/>
                  </a:moveTo>
                  <a:cubicBezTo>
                    <a:pt x="1271" y="1"/>
                    <a:pt x="1263" y="4"/>
                    <a:pt x="1255" y="8"/>
                  </a:cubicBezTo>
                  <a:cubicBezTo>
                    <a:pt x="1236" y="12"/>
                    <a:pt x="1216" y="24"/>
                    <a:pt x="1196" y="39"/>
                  </a:cubicBezTo>
                  <a:cubicBezTo>
                    <a:pt x="1165" y="59"/>
                    <a:pt x="1129" y="83"/>
                    <a:pt x="1097" y="103"/>
                  </a:cubicBezTo>
                  <a:cubicBezTo>
                    <a:pt x="1081" y="115"/>
                    <a:pt x="1070" y="123"/>
                    <a:pt x="1058" y="130"/>
                  </a:cubicBezTo>
                  <a:cubicBezTo>
                    <a:pt x="1046" y="139"/>
                    <a:pt x="1034" y="146"/>
                    <a:pt x="1030" y="146"/>
                  </a:cubicBezTo>
                  <a:cubicBezTo>
                    <a:pt x="952" y="190"/>
                    <a:pt x="881" y="245"/>
                    <a:pt x="810" y="281"/>
                  </a:cubicBezTo>
                  <a:cubicBezTo>
                    <a:pt x="608" y="383"/>
                    <a:pt x="368" y="434"/>
                    <a:pt x="155" y="517"/>
                  </a:cubicBezTo>
                  <a:cubicBezTo>
                    <a:pt x="119" y="529"/>
                    <a:pt x="84" y="545"/>
                    <a:pt x="53" y="572"/>
                  </a:cubicBezTo>
                  <a:cubicBezTo>
                    <a:pt x="37" y="584"/>
                    <a:pt x="24" y="600"/>
                    <a:pt x="13" y="620"/>
                  </a:cubicBezTo>
                  <a:cubicBezTo>
                    <a:pt x="5" y="636"/>
                    <a:pt x="1" y="655"/>
                    <a:pt x="1" y="678"/>
                  </a:cubicBezTo>
                  <a:lnTo>
                    <a:pt x="1" y="691"/>
                  </a:lnTo>
                  <a:cubicBezTo>
                    <a:pt x="5" y="714"/>
                    <a:pt x="13" y="734"/>
                    <a:pt x="24" y="749"/>
                  </a:cubicBezTo>
                  <a:cubicBezTo>
                    <a:pt x="53" y="778"/>
                    <a:pt x="88" y="796"/>
                    <a:pt x="127" y="813"/>
                  </a:cubicBezTo>
                  <a:cubicBezTo>
                    <a:pt x="190" y="832"/>
                    <a:pt x="266" y="849"/>
                    <a:pt x="340" y="856"/>
                  </a:cubicBezTo>
                  <a:cubicBezTo>
                    <a:pt x="415" y="860"/>
                    <a:pt x="486" y="864"/>
                    <a:pt x="537" y="864"/>
                  </a:cubicBezTo>
                  <a:lnTo>
                    <a:pt x="592" y="864"/>
                  </a:lnTo>
                  <a:cubicBezTo>
                    <a:pt x="1058" y="849"/>
                    <a:pt x="1515" y="829"/>
                    <a:pt x="1977" y="809"/>
                  </a:cubicBezTo>
                  <a:cubicBezTo>
                    <a:pt x="1984" y="809"/>
                    <a:pt x="1993" y="809"/>
                    <a:pt x="2000" y="805"/>
                  </a:cubicBezTo>
                  <a:cubicBezTo>
                    <a:pt x="2008" y="805"/>
                    <a:pt x="2016" y="801"/>
                    <a:pt x="2024" y="796"/>
                  </a:cubicBezTo>
                  <a:cubicBezTo>
                    <a:pt x="2035" y="789"/>
                    <a:pt x="2044" y="778"/>
                    <a:pt x="2048" y="765"/>
                  </a:cubicBezTo>
                  <a:cubicBezTo>
                    <a:pt x="2051" y="758"/>
                    <a:pt x="2051" y="745"/>
                    <a:pt x="2055" y="738"/>
                  </a:cubicBezTo>
                  <a:lnTo>
                    <a:pt x="2055" y="730"/>
                  </a:lnTo>
                  <a:cubicBezTo>
                    <a:pt x="2071" y="639"/>
                    <a:pt x="2083" y="552"/>
                    <a:pt x="2083" y="461"/>
                  </a:cubicBezTo>
                  <a:cubicBezTo>
                    <a:pt x="2083" y="328"/>
                    <a:pt x="2064" y="194"/>
                    <a:pt x="2028" y="68"/>
                  </a:cubicBezTo>
                  <a:cubicBezTo>
                    <a:pt x="2025" y="58"/>
                    <a:pt x="2016" y="51"/>
                    <a:pt x="2006" y="51"/>
                  </a:cubicBezTo>
                  <a:cubicBezTo>
                    <a:pt x="2004" y="51"/>
                    <a:pt x="2002" y="51"/>
                    <a:pt x="2000" y="52"/>
                  </a:cubicBezTo>
                  <a:cubicBezTo>
                    <a:pt x="1933" y="63"/>
                    <a:pt x="1866" y="68"/>
                    <a:pt x="1799" y="68"/>
                  </a:cubicBezTo>
                  <a:cubicBezTo>
                    <a:pt x="1626" y="68"/>
                    <a:pt x="1452" y="39"/>
                    <a:pt x="1291"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2" name="Google Shape;1962;p46"/>
            <p:cNvSpPr/>
            <p:nvPr/>
          </p:nvSpPr>
          <p:spPr>
            <a:xfrm>
              <a:off x="4609928" y="656983"/>
              <a:ext cx="846257" cy="850921"/>
            </a:xfrm>
            <a:custGeom>
              <a:rect b="b" l="l" r="r" t="t"/>
              <a:pathLst>
                <a:path extrusionOk="0" h="1642" w="1633">
                  <a:moveTo>
                    <a:pt x="1205" y="0"/>
                  </a:moveTo>
                  <a:cubicBezTo>
                    <a:pt x="988" y="0"/>
                    <a:pt x="737" y="183"/>
                    <a:pt x="620" y="339"/>
                  </a:cubicBezTo>
                  <a:cubicBezTo>
                    <a:pt x="564" y="410"/>
                    <a:pt x="525" y="489"/>
                    <a:pt x="489" y="571"/>
                  </a:cubicBezTo>
                  <a:cubicBezTo>
                    <a:pt x="450" y="666"/>
                    <a:pt x="411" y="760"/>
                    <a:pt x="360" y="847"/>
                  </a:cubicBezTo>
                  <a:cubicBezTo>
                    <a:pt x="289" y="966"/>
                    <a:pt x="186" y="1068"/>
                    <a:pt x="123" y="1195"/>
                  </a:cubicBezTo>
                  <a:cubicBezTo>
                    <a:pt x="76" y="1281"/>
                    <a:pt x="47" y="1375"/>
                    <a:pt x="16" y="1470"/>
                  </a:cubicBezTo>
                  <a:cubicBezTo>
                    <a:pt x="9" y="1502"/>
                    <a:pt x="0" y="1537"/>
                    <a:pt x="12" y="1569"/>
                  </a:cubicBezTo>
                  <a:cubicBezTo>
                    <a:pt x="27" y="1609"/>
                    <a:pt x="75" y="1629"/>
                    <a:pt x="119" y="1629"/>
                  </a:cubicBezTo>
                  <a:cubicBezTo>
                    <a:pt x="123" y="1629"/>
                    <a:pt x="127" y="1628"/>
                    <a:pt x="131" y="1628"/>
                  </a:cubicBezTo>
                  <a:cubicBezTo>
                    <a:pt x="178" y="1624"/>
                    <a:pt x="222" y="1604"/>
                    <a:pt x="269" y="1601"/>
                  </a:cubicBezTo>
                  <a:cubicBezTo>
                    <a:pt x="276" y="1600"/>
                    <a:pt x="282" y="1600"/>
                    <a:pt x="289" y="1600"/>
                  </a:cubicBezTo>
                  <a:cubicBezTo>
                    <a:pt x="345" y="1600"/>
                    <a:pt x="401" y="1613"/>
                    <a:pt x="454" y="1624"/>
                  </a:cubicBezTo>
                  <a:cubicBezTo>
                    <a:pt x="521" y="1636"/>
                    <a:pt x="585" y="1641"/>
                    <a:pt x="648" y="1641"/>
                  </a:cubicBezTo>
                  <a:cubicBezTo>
                    <a:pt x="731" y="1641"/>
                    <a:pt x="813" y="1632"/>
                    <a:pt x="895" y="1617"/>
                  </a:cubicBezTo>
                  <a:cubicBezTo>
                    <a:pt x="1061" y="1581"/>
                    <a:pt x="1223" y="1585"/>
                    <a:pt x="1385" y="1526"/>
                  </a:cubicBezTo>
                  <a:cubicBezTo>
                    <a:pt x="1472" y="1494"/>
                    <a:pt x="1570" y="1439"/>
                    <a:pt x="1578" y="1344"/>
                  </a:cubicBezTo>
                  <a:cubicBezTo>
                    <a:pt x="1581" y="1266"/>
                    <a:pt x="1514" y="1191"/>
                    <a:pt x="1523" y="1111"/>
                  </a:cubicBezTo>
                  <a:cubicBezTo>
                    <a:pt x="1530" y="1053"/>
                    <a:pt x="1578" y="1005"/>
                    <a:pt x="1601" y="950"/>
                  </a:cubicBezTo>
                  <a:cubicBezTo>
                    <a:pt x="1633" y="883"/>
                    <a:pt x="1629" y="800"/>
                    <a:pt x="1590" y="733"/>
                  </a:cubicBezTo>
                  <a:cubicBezTo>
                    <a:pt x="1578" y="718"/>
                    <a:pt x="1566" y="702"/>
                    <a:pt x="1558" y="678"/>
                  </a:cubicBezTo>
                  <a:cubicBezTo>
                    <a:pt x="1554" y="658"/>
                    <a:pt x="1554" y="638"/>
                    <a:pt x="1558" y="618"/>
                  </a:cubicBezTo>
                  <a:cubicBezTo>
                    <a:pt x="1570" y="512"/>
                    <a:pt x="1578" y="421"/>
                    <a:pt x="1554" y="319"/>
                  </a:cubicBezTo>
                  <a:cubicBezTo>
                    <a:pt x="1519" y="181"/>
                    <a:pt x="1440" y="47"/>
                    <a:pt x="1294" y="12"/>
                  </a:cubicBezTo>
                  <a:cubicBezTo>
                    <a:pt x="1265" y="4"/>
                    <a:pt x="1235" y="0"/>
                    <a:pt x="120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3" name="Google Shape;1963;p46"/>
            <p:cNvSpPr/>
            <p:nvPr/>
          </p:nvSpPr>
          <p:spPr>
            <a:xfrm>
              <a:off x="4845201" y="1032693"/>
              <a:ext cx="423388" cy="607875"/>
            </a:xfrm>
            <a:custGeom>
              <a:rect b="b" l="l" r="r" t="t"/>
              <a:pathLst>
                <a:path extrusionOk="0" h="1173" w="817">
                  <a:moveTo>
                    <a:pt x="133" y="0"/>
                  </a:moveTo>
                  <a:cubicBezTo>
                    <a:pt x="112" y="0"/>
                    <a:pt x="94" y="8"/>
                    <a:pt x="79" y="40"/>
                  </a:cubicBezTo>
                  <a:cubicBezTo>
                    <a:pt x="67" y="67"/>
                    <a:pt x="67" y="99"/>
                    <a:pt x="67" y="126"/>
                  </a:cubicBezTo>
                  <a:cubicBezTo>
                    <a:pt x="67" y="197"/>
                    <a:pt x="63" y="268"/>
                    <a:pt x="63" y="339"/>
                  </a:cubicBezTo>
                  <a:cubicBezTo>
                    <a:pt x="63" y="461"/>
                    <a:pt x="67" y="584"/>
                    <a:pt x="63" y="706"/>
                  </a:cubicBezTo>
                  <a:cubicBezTo>
                    <a:pt x="59" y="805"/>
                    <a:pt x="55" y="923"/>
                    <a:pt x="0" y="1005"/>
                  </a:cubicBezTo>
                  <a:cubicBezTo>
                    <a:pt x="63" y="1065"/>
                    <a:pt x="130" y="1124"/>
                    <a:pt x="213" y="1152"/>
                  </a:cubicBezTo>
                  <a:cubicBezTo>
                    <a:pt x="245" y="1160"/>
                    <a:pt x="280" y="1163"/>
                    <a:pt x="316" y="1167"/>
                  </a:cubicBezTo>
                  <a:cubicBezTo>
                    <a:pt x="346" y="1170"/>
                    <a:pt x="378" y="1173"/>
                    <a:pt x="411" y="1173"/>
                  </a:cubicBezTo>
                  <a:cubicBezTo>
                    <a:pt x="425" y="1173"/>
                    <a:pt x="440" y="1172"/>
                    <a:pt x="454" y="1171"/>
                  </a:cubicBezTo>
                  <a:cubicBezTo>
                    <a:pt x="592" y="1163"/>
                    <a:pt x="729" y="1092"/>
                    <a:pt x="816" y="978"/>
                  </a:cubicBezTo>
                  <a:lnTo>
                    <a:pt x="816" y="978"/>
                  </a:lnTo>
                  <a:cubicBezTo>
                    <a:pt x="815" y="978"/>
                    <a:pt x="814" y="978"/>
                    <a:pt x="813" y="978"/>
                  </a:cubicBezTo>
                  <a:cubicBezTo>
                    <a:pt x="750" y="978"/>
                    <a:pt x="769" y="863"/>
                    <a:pt x="769" y="821"/>
                  </a:cubicBezTo>
                  <a:cubicBezTo>
                    <a:pt x="765" y="745"/>
                    <a:pt x="761" y="670"/>
                    <a:pt x="757" y="592"/>
                  </a:cubicBezTo>
                  <a:cubicBezTo>
                    <a:pt x="757" y="541"/>
                    <a:pt x="753" y="485"/>
                    <a:pt x="745" y="434"/>
                  </a:cubicBezTo>
                  <a:cubicBezTo>
                    <a:pt x="729" y="335"/>
                    <a:pt x="694" y="244"/>
                    <a:pt x="631" y="173"/>
                  </a:cubicBezTo>
                  <a:cubicBezTo>
                    <a:pt x="563" y="87"/>
                    <a:pt x="465" y="44"/>
                    <a:pt x="359" y="24"/>
                  </a:cubicBezTo>
                  <a:cubicBezTo>
                    <a:pt x="303" y="12"/>
                    <a:pt x="248" y="12"/>
                    <a:pt x="193" y="8"/>
                  </a:cubicBezTo>
                  <a:cubicBezTo>
                    <a:pt x="171" y="6"/>
                    <a:pt x="151" y="0"/>
                    <a:pt x="133" y="0"/>
                  </a:cubicBezTo>
                  <a:close/>
                </a:path>
              </a:pathLst>
            </a:custGeom>
            <a:solidFill>
              <a:schemeClr val="accent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4" name="Google Shape;1964;p46"/>
            <p:cNvSpPr/>
            <p:nvPr/>
          </p:nvSpPr>
          <p:spPr>
            <a:xfrm>
              <a:off x="4845201" y="606716"/>
              <a:ext cx="533769" cy="703228"/>
            </a:xfrm>
            <a:custGeom>
              <a:rect b="b" l="l" r="r" t="t"/>
              <a:pathLst>
                <a:path extrusionOk="0" h="1357" w="1030">
                  <a:moveTo>
                    <a:pt x="607" y="1"/>
                  </a:moveTo>
                  <a:cubicBezTo>
                    <a:pt x="605" y="1"/>
                    <a:pt x="602" y="1"/>
                    <a:pt x="599" y="2"/>
                  </a:cubicBezTo>
                  <a:cubicBezTo>
                    <a:pt x="540" y="18"/>
                    <a:pt x="410" y="22"/>
                    <a:pt x="347" y="38"/>
                  </a:cubicBezTo>
                  <a:cubicBezTo>
                    <a:pt x="245" y="58"/>
                    <a:pt x="161" y="313"/>
                    <a:pt x="86" y="393"/>
                  </a:cubicBezTo>
                  <a:cubicBezTo>
                    <a:pt x="4" y="479"/>
                    <a:pt x="0" y="606"/>
                    <a:pt x="8" y="715"/>
                  </a:cubicBezTo>
                  <a:cubicBezTo>
                    <a:pt x="16" y="822"/>
                    <a:pt x="67" y="948"/>
                    <a:pt x="86" y="1051"/>
                  </a:cubicBezTo>
                  <a:cubicBezTo>
                    <a:pt x="110" y="1185"/>
                    <a:pt x="130" y="1288"/>
                    <a:pt x="268" y="1330"/>
                  </a:cubicBezTo>
                  <a:cubicBezTo>
                    <a:pt x="329" y="1350"/>
                    <a:pt x="391" y="1357"/>
                    <a:pt x="455" y="1357"/>
                  </a:cubicBezTo>
                  <a:cubicBezTo>
                    <a:pt x="508" y="1357"/>
                    <a:pt x="562" y="1352"/>
                    <a:pt x="616" y="1347"/>
                  </a:cubicBezTo>
                  <a:cubicBezTo>
                    <a:pt x="663" y="1343"/>
                    <a:pt x="714" y="1339"/>
                    <a:pt x="757" y="1319"/>
                  </a:cubicBezTo>
                  <a:cubicBezTo>
                    <a:pt x="1029" y="1201"/>
                    <a:pt x="982" y="744"/>
                    <a:pt x="966" y="502"/>
                  </a:cubicBezTo>
                  <a:cubicBezTo>
                    <a:pt x="962" y="400"/>
                    <a:pt x="954" y="298"/>
                    <a:pt x="915" y="207"/>
                  </a:cubicBezTo>
                  <a:cubicBezTo>
                    <a:pt x="911" y="191"/>
                    <a:pt x="907" y="180"/>
                    <a:pt x="895" y="171"/>
                  </a:cubicBezTo>
                  <a:cubicBezTo>
                    <a:pt x="885" y="164"/>
                    <a:pt x="874" y="161"/>
                    <a:pt x="861" y="161"/>
                  </a:cubicBezTo>
                  <a:cubicBezTo>
                    <a:pt x="854" y="161"/>
                    <a:pt x="847" y="162"/>
                    <a:pt x="840" y="164"/>
                  </a:cubicBezTo>
                  <a:lnTo>
                    <a:pt x="805" y="164"/>
                  </a:lnTo>
                  <a:cubicBezTo>
                    <a:pt x="803" y="164"/>
                    <a:pt x="802" y="164"/>
                    <a:pt x="800" y="164"/>
                  </a:cubicBezTo>
                  <a:cubicBezTo>
                    <a:pt x="734" y="164"/>
                    <a:pt x="671" y="1"/>
                    <a:pt x="607" y="1"/>
                  </a:cubicBezTo>
                  <a:close/>
                </a:path>
              </a:pathLst>
            </a:custGeom>
            <a:solidFill>
              <a:schemeClr val="accent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5" name="Google Shape;1965;p46"/>
            <p:cNvSpPr/>
            <p:nvPr/>
          </p:nvSpPr>
          <p:spPr>
            <a:xfrm>
              <a:off x="4153894" y="542975"/>
              <a:ext cx="1255653" cy="984105"/>
            </a:xfrm>
            <a:custGeom>
              <a:rect b="b" l="l" r="r" t="t"/>
              <a:pathLst>
                <a:path extrusionOk="0" h="1899" w="2423">
                  <a:moveTo>
                    <a:pt x="1713" y="1"/>
                  </a:moveTo>
                  <a:cubicBezTo>
                    <a:pt x="1412" y="1"/>
                    <a:pt x="1074" y="68"/>
                    <a:pt x="1011" y="338"/>
                  </a:cubicBezTo>
                  <a:cubicBezTo>
                    <a:pt x="998" y="385"/>
                    <a:pt x="998" y="441"/>
                    <a:pt x="963" y="472"/>
                  </a:cubicBezTo>
                  <a:cubicBezTo>
                    <a:pt x="932" y="496"/>
                    <a:pt x="892" y="496"/>
                    <a:pt x="853" y="500"/>
                  </a:cubicBezTo>
                  <a:cubicBezTo>
                    <a:pt x="672" y="519"/>
                    <a:pt x="518" y="696"/>
                    <a:pt x="525" y="882"/>
                  </a:cubicBezTo>
                  <a:cubicBezTo>
                    <a:pt x="525" y="922"/>
                    <a:pt x="534" y="969"/>
                    <a:pt x="510" y="1004"/>
                  </a:cubicBezTo>
                  <a:cubicBezTo>
                    <a:pt x="494" y="1032"/>
                    <a:pt x="463" y="1047"/>
                    <a:pt x="435" y="1060"/>
                  </a:cubicBezTo>
                  <a:cubicBezTo>
                    <a:pt x="352" y="1103"/>
                    <a:pt x="270" y="1151"/>
                    <a:pt x="210" y="1225"/>
                  </a:cubicBezTo>
                  <a:cubicBezTo>
                    <a:pt x="1" y="1486"/>
                    <a:pt x="222" y="1750"/>
                    <a:pt x="490" y="1817"/>
                  </a:cubicBezTo>
                  <a:cubicBezTo>
                    <a:pt x="630" y="1853"/>
                    <a:pt x="830" y="1899"/>
                    <a:pt x="1020" y="1899"/>
                  </a:cubicBezTo>
                  <a:cubicBezTo>
                    <a:pt x="1238" y="1899"/>
                    <a:pt x="1441" y="1839"/>
                    <a:pt x="1524" y="1639"/>
                  </a:cubicBezTo>
                  <a:cubicBezTo>
                    <a:pt x="1586" y="1482"/>
                    <a:pt x="1547" y="1304"/>
                    <a:pt x="1527" y="1138"/>
                  </a:cubicBezTo>
                  <a:cubicBezTo>
                    <a:pt x="1527" y="1122"/>
                    <a:pt x="1524" y="1103"/>
                    <a:pt x="1531" y="1087"/>
                  </a:cubicBezTo>
                  <a:cubicBezTo>
                    <a:pt x="1539" y="1071"/>
                    <a:pt x="1559" y="1056"/>
                    <a:pt x="1575" y="1044"/>
                  </a:cubicBezTo>
                  <a:cubicBezTo>
                    <a:pt x="1653" y="989"/>
                    <a:pt x="1724" y="902"/>
                    <a:pt x="1760" y="807"/>
                  </a:cubicBezTo>
                  <a:cubicBezTo>
                    <a:pt x="1784" y="748"/>
                    <a:pt x="1764" y="598"/>
                    <a:pt x="1803" y="554"/>
                  </a:cubicBezTo>
                  <a:cubicBezTo>
                    <a:pt x="1815" y="543"/>
                    <a:pt x="1831" y="539"/>
                    <a:pt x="1846" y="535"/>
                  </a:cubicBezTo>
                  <a:cubicBezTo>
                    <a:pt x="1926" y="516"/>
                    <a:pt x="2008" y="500"/>
                    <a:pt x="2091" y="496"/>
                  </a:cubicBezTo>
                  <a:cubicBezTo>
                    <a:pt x="2217" y="488"/>
                    <a:pt x="2423" y="460"/>
                    <a:pt x="2414" y="290"/>
                  </a:cubicBezTo>
                  <a:cubicBezTo>
                    <a:pt x="2410" y="129"/>
                    <a:pt x="2229" y="58"/>
                    <a:pt x="2095" y="34"/>
                  </a:cubicBezTo>
                  <a:cubicBezTo>
                    <a:pt x="2001" y="17"/>
                    <a:pt x="1862" y="1"/>
                    <a:pt x="1713"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6" name="Google Shape;1966;p46"/>
            <p:cNvSpPr/>
            <p:nvPr/>
          </p:nvSpPr>
          <p:spPr>
            <a:xfrm>
              <a:off x="5772299" y="2582174"/>
              <a:ext cx="45604" cy="167904"/>
            </a:xfrm>
            <a:custGeom>
              <a:rect b="b" l="l" r="r" t="t"/>
              <a:pathLst>
                <a:path extrusionOk="0" h="324" w="88">
                  <a:moveTo>
                    <a:pt x="29" y="0"/>
                  </a:moveTo>
                  <a:cubicBezTo>
                    <a:pt x="15" y="0"/>
                    <a:pt x="0" y="12"/>
                    <a:pt x="5" y="31"/>
                  </a:cubicBezTo>
                  <a:cubicBezTo>
                    <a:pt x="21" y="121"/>
                    <a:pt x="37" y="212"/>
                    <a:pt x="44" y="303"/>
                  </a:cubicBezTo>
                  <a:cubicBezTo>
                    <a:pt x="44" y="316"/>
                    <a:pt x="54" y="323"/>
                    <a:pt x="64" y="323"/>
                  </a:cubicBezTo>
                  <a:cubicBezTo>
                    <a:pt x="74" y="323"/>
                    <a:pt x="84" y="316"/>
                    <a:pt x="84" y="303"/>
                  </a:cubicBezTo>
                  <a:cubicBezTo>
                    <a:pt x="88" y="255"/>
                    <a:pt x="84" y="208"/>
                    <a:pt x="80" y="161"/>
                  </a:cubicBezTo>
                  <a:cubicBezTo>
                    <a:pt x="72" y="110"/>
                    <a:pt x="64" y="66"/>
                    <a:pt x="52" y="19"/>
                  </a:cubicBezTo>
                  <a:cubicBezTo>
                    <a:pt x="49" y="6"/>
                    <a:pt x="39" y="0"/>
                    <a:pt x="29" y="0"/>
                  </a:cubicBezTo>
                  <a:close/>
                </a:path>
              </a:pathLst>
            </a:custGeom>
            <a:solidFill>
              <a:srgbClr val="100909"/>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7" name="Google Shape;1967;p46"/>
            <p:cNvSpPr/>
            <p:nvPr/>
          </p:nvSpPr>
          <p:spPr>
            <a:xfrm>
              <a:off x="5752607" y="2558854"/>
              <a:ext cx="86025" cy="212989"/>
            </a:xfrm>
            <a:custGeom>
              <a:rect b="b" l="l" r="r" t="t"/>
              <a:pathLst>
                <a:path extrusionOk="0" h="411" w="166">
                  <a:moveTo>
                    <a:pt x="66" y="0"/>
                  </a:moveTo>
                  <a:cubicBezTo>
                    <a:pt x="51" y="0"/>
                    <a:pt x="35" y="9"/>
                    <a:pt x="19" y="20"/>
                  </a:cubicBezTo>
                  <a:cubicBezTo>
                    <a:pt x="15" y="24"/>
                    <a:pt x="8" y="32"/>
                    <a:pt x="4" y="40"/>
                  </a:cubicBezTo>
                  <a:cubicBezTo>
                    <a:pt x="0" y="52"/>
                    <a:pt x="0" y="60"/>
                    <a:pt x="0" y="71"/>
                  </a:cubicBezTo>
                  <a:lnTo>
                    <a:pt x="0" y="84"/>
                  </a:lnTo>
                  <a:cubicBezTo>
                    <a:pt x="15" y="174"/>
                    <a:pt x="31" y="261"/>
                    <a:pt x="39" y="351"/>
                  </a:cubicBezTo>
                  <a:cubicBezTo>
                    <a:pt x="39" y="360"/>
                    <a:pt x="39" y="367"/>
                    <a:pt x="43" y="375"/>
                  </a:cubicBezTo>
                  <a:cubicBezTo>
                    <a:pt x="51" y="387"/>
                    <a:pt x="59" y="395"/>
                    <a:pt x="71" y="402"/>
                  </a:cubicBezTo>
                  <a:cubicBezTo>
                    <a:pt x="79" y="407"/>
                    <a:pt x="90" y="411"/>
                    <a:pt x="102" y="411"/>
                  </a:cubicBezTo>
                  <a:cubicBezTo>
                    <a:pt x="118" y="411"/>
                    <a:pt x="134" y="407"/>
                    <a:pt x="146" y="395"/>
                  </a:cubicBezTo>
                  <a:cubicBezTo>
                    <a:pt x="153" y="387"/>
                    <a:pt x="157" y="379"/>
                    <a:pt x="161" y="371"/>
                  </a:cubicBezTo>
                  <a:cubicBezTo>
                    <a:pt x="166" y="364"/>
                    <a:pt x="166" y="355"/>
                    <a:pt x="166" y="348"/>
                  </a:cubicBezTo>
                  <a:lnTo>
                    <a:pt x="166" y="313"/>
                  </a:lnTo>
                  <a:cubicBezTo>
                    <a:pt x="166" y="273"/>
                    <a:pt x="166" y="237"/>
                    <a:pt x="161" y="198"/>
                  </a:cubicBezTo>
                  <a:cubicBezTo>
                    <a:pt x="153" y="151"/>
                    <a:pt x="146" y="100"/>
                    <a:pt x="134" y="52"/>
                  </a:cubicBezTo>
                  <a:cubicBezTo>
                    <a:pt x="130" y="36"/>
                    <a:pt x="118" y="24"/>
                    <a:pt x="106" y="13"/>
                  </a:cubicBezTo>
                  <a:cubicBezTo>
                    <a:pt x="95" y="5"/>
                    <a:pt x="82" y="0"/>
                    <a:pt x="66" y="0"/>
                  </a:cubicBezTo>
                  <a:close/>
                </a:path>
              </a:pathLst>
            </a:custGeom>
            <a:solidFill>
              <a:srgbClr val="22222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8" name="Google Shape;1968;p46"/>
            <p:cNvSpPr/>
            <p:nvPr/>
          </p:nvSpPr>
          <p:spPr>
            <a:xfrm>
              <a:off x="3933649" y="1541068"/>
              <a:ext cx="1101741" cy="999651"/>
            </a:xfrm>
            <a:custGeom>
              <a:rect b="b" l="l" r="r" t="t"/>
              <a:pathLst>
                <a:path extrusionOk="0" h="1929" w="2126">
                  <a:moveTo>
                    <a:pt x="1410" y="1"/>
                  </a:moveTo>
                  <a:cubicBezTo>
                    <a:pt x="1312" y="1"/>
                    <a:pt x="1208" y="20"/>
                    <a:pt x="1101" y="56"/>
                  </a:cubicBezTo>
                  <a:cubicBezTo>
                    <a:pt x="919" y="119"/>
                    <a:pt x="761" y="222"/>
                    <a:pt x="588" y="308"/>
                  </a:cubicBezTo>
                  <a:cubicBezTo>
                    <a:pt x="387" y="408"/>
                    <a:pt x="178" y="494"/>
                    <a:pt x="0" y="644"/>
                  </a:cubicBezTo>
                  <a:cubicBezTo>
                    <a:pt x="189" y="703"/>
                    <a:pt x="308" y="916"/>
                    <a:pt x="415" y="1065"/>
                  </a:cubicBezTo>
                  <a:cubicBezTo>
                    <a:pt x="477" y="1152"/>
                    <a:pt x="505" y="1243"/>
                    <a:pt x="537" y="1325"/>
                  </a:cubicBezTo>
                  <a:cubicBezTo>
                    <a:pt x="568" y="1409"/>
                    <a:pt x="600" y="1487"/>
                    <a:pt x="666" y="1555"/>
                  </a:cubicBezTo>
                  <a:cubicBezTo>
                    <a:pt x="846" y="1740"/>
                    <a:pt x="872" y="1929"/>
                    <a:pt x="1064" y="1929"/>
                  </a:cubicBezTo>
                  <a:cubicBezTo>
                    <a:pt x="1113" y="1929"/>
                    <a:pt x="1172" y="1917"/>
                    <a:pt x="1246" y="1890"/>
                  </a:cubicBezTo>
                  <a:cubicBezTo>
                    <a:pt x="1589" y="1771"/>
                    <a:pt x="1826" y="1476"/>
                    <a:pt x="1980" y="1160"/>
                  </a:cubicBezTo>
                  <a:cubicBezTo>
                    <a:pt x="2091" y="928"/>
                    <a:pt x="2126" y="604"/>
                    <a:pt x="2000" y="372"/>
                  </a:cubicBezTo>
                  <a:cubicBezTo>
                    <a:pt x="1862" y="117"/>
                    <a:pt x="1653" y="1"/>
                    <a:pt x="1410" y="1"/>
                  </a:cubicBez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9" name="Google Shape;1969;p46"/>
            <p:cNvSpPr/>
            <p:nvPr/>
          </p:nvSpPr>
          <p:spPr>
            <a:xfrm>
              <a:off x="3921212" y="1531222"/>
              <a:ext cx="1101741" cy="1021935"/>
            </a:xfrm>
            <a:custGeom>
              <a:rect b="b" l="l" r="r" t="t"/>
              <a:pathLst>
                <a:path extrusionOk="0" h="1972" w="2126">
                  <a:moveTo>
                    <a:pt x="1432" y="43"/>
                  </a:moveTo>
                  <a:cubicBezTo>
                    <a:pt x="1551" y="43"/>
                    <a:pt x="1660" y="72"/>
                    <a:pt x="1755" y="127"/>
                  </a:cubicBezTo>
                  <a:cubicBezTo>
                    <a:pt x="1854" y="185"/>
                    <a:pt x="1937" y="276"/>
                    <a:pt x="2004" y="398"/>
                  </a:cubicBezTo>
                  <a:cubicBezTo>
                    <a:pt x="2059" y="498"/>
                    <a:pt x="2082" y="620"/>
                    <a:pt x="2082" y="738"/>
                  </a:cubicBezTo>
                  <a:cubicBezTo>
                    <a:pt x="2082" y="891"/>
                    <a:pt x="2044" y="1045"/>
                    <a:pt x="1984" y="1168"/>
                  </a:cubicBezTo>
                  <a:cubicBezTo>
                    <a:pt x="1909" y="1326"/>
                    <a:pt x="1811" y="1475"/>
                    <a:pt x="1693" y="1601"/>
                  </a:cubicBezTo>
                  <a:cubicBezTo>
                    <a:pt x="1574" y="1728"/>
                    <a:pt x="1432" y="1830"/>
                    <a:pt x="1263" y="1889"/>
                  </a:cubicBezTo>
                  <a:cubicBezTo>
                    <a:pt x="1192" y="1917"/>
                    <a:pt x="1136" y="1925"/>
                    <a:pt x="1093" y="1925"/>
                  </a:cubicBezTo>
                  <a:cubicBezTo>
                    <a:pt x="1045" y="1925"/>
                    <a:pt x="1014" y="1917"/>
                    <a:pt x="983" y="1897"/>
                  </a:cubicBezTo>
                  <a:cubicBezTo>
                    <a:pt x="939" y="1870"/>
                    <a:pt x="903" y="1822"/>
                    <a:pt x="864" y="1763"/>
                  </a:cubicBezTo>
                  <a:cubicBezTo>
                    <a:pt x="825" y="1699"/>
                    <a:pt x="777" y="1628"/>
                    <a:pt x="706" y="1557"/>
                  </a:cubicBezTo>
                  <a:cubicBezTo>
                    <a:pt x="643" y="1495"/>
                    <a:pt x="612" y="1420"/>
                    <a:pt x="581" y="1337"/>
                  </a:cubicBezTo>
                  <a:cubicBezTo>
                    <a:pt x="548" y="1255"/>
                    <a:pt x="521" y="1164"/>
                    <a:pt x="454" y="1073"/>
                  </a:cubicBezTo>
                  <a:cubicBezTo>
                    <a:pt x="403" y="998"/>
                    <a:pt x="348" y="907"/>
                    <a:pt x="281" y="824"/>
                  </a:cubicBezTo>
                  <a:cubicBezTo>
                    <a:pt x="221" y="755"/>
                    <a:pt x="153" y="691"/>
                    <a:pt x="68" y="656"/>
                  </a:cubicBezTo>
                  <a:lnTo>
                    <a:pt x="68" y="656"/>
                  </a:lnTo>
                  <a:cubicBezTo>
                    <a:pt x="235" y="523"/>
                    <a:pt x="430" y="440"/>
                    <a:pt x="624" y="347"/>
                  </a:cubicBezTo>
                  <a:cubicBezTo>
                    <a:pt x="794" y="261"/>
                    <a:pt x="951" y="158"/>
                    <a:pt x="1132" y="95"/>
                  </a:cubicBezTo>
                  <a:cubicBezTo>
                    <a:pt x="1234" y="59"/>
                    <a:pt x="1338" y="43"/>
                    <a:pt x="1432" y="43"/>
                  </a:cubicBezTo>
                  <a:close/>
                  <a:moveTo>
                    <a:pt x="1432" y="1"/>
                  </a:moveTo>
                  <a:cubicBezTo>
                    <a:pt x="1334" y="1"/>
                    <a:pt x="1227" y="16"/>
                    <a:pt x="1116" y="56"/>
                  </a:cubicBezTo>
                  <a:cubicBezTo>
                    <a:pt x="932" y="119"/>
                    <a:pt x="774" y="221"/>
                    <a:pt x="604" y="308"/>
                  </a:cubicBezTo>
                  <a:cubicBezTo>
                    <a:pt x="399" y="407"/>
                    <a:pt x="190" y="493"/>
                    <a:pt x="13" y="647"/>
                  </a:cubicBezTo>
                  <a:cubicBezTo>
                    <a:pt x="4" y="651"/>
                    <a:pt x="0" y="658"/>
                    <a:pt x="4" y="667"/>
                  </a:cubicBezTo>
                  <a:cubicBezTo>
                    <a:pt x="4" y="674"/>
                    <a:pt x="13" y="678"/>
                    <a:pt x="20" y="682"/>
                  </a:cubicBezTo>
                  <a:cubicBezTo>
                    <a:pt x="107" y="710"/>
                    <a:pt x="182" y="777"/>
                    <a:pt x="246" y="852"/>
                  </a:cubicBezTo>
                  <a:cubicBezTo>
                    <a:pt x="312" y="931"/>
                    <a:pt x="368" y="1022"/>
                    <a:pt x="419" y="1097"/>
                  </a:cubicBezTo>
                  <a:cubicBezTo>
                    <a:pt x="482" y="1184"/>
                    <a:pt x="510" y="1270"/>
                    <a:pt x="541" y="1353"/>
                  </a:cubicBezTo>
                  <a:cubicBezTo>
                    <a:pt x="572" y="1435"/>
                    <a:pt x="604" y="1519"/>
                    <a:pt x="675" y="1590"/>
                  </a:cubicBezTo>
                  <a:cubicBezTo>
                    <a:pt x="766" y="1680"/>
                    <a:pt x="813" y="1770"/>
                    <a:pt x="868" y="1841"/>
                  </a:cubicBezTo>
                  <a:cubicBezTo>
                    <a:pt x="896" y="1881"/>
                    <a:pt x="923" y="1912"/>
                    <a:pt x="963" y="1932"/>
                  </a:cubicBezTo>
                  <a:cubicBezTo>
                    <a:pt x="998" y="1956"/>
                    <a:pt x="1038" y="1972"/>
                    <a:pt x="1093" y="1972"/>
                  </a:cubicBezTo>
                  <a:cubicBezTo>
                    <a:pt x="1145" y="1972"/>
                    <a:pt x="1203" y="1956"/>
                    <a:pt x="1278" y="1932"/>
                  </a:cubicBezTo>
                  <a:cubicBezTo>
                    <a:pt x="1452" y="1870"/>
                    <a:pt x="1602" y="1763"/>
                    <a:pt x="1724" y="1633"/>
                  </a:cubicBezTo>
                  <a:cubicBezTo>
                    <a:pt x="1846" y="1503"/>
                    <a:pt x="1944" y="1349"/>
                    <a:pt x="2024" y="1187"/>
                  </a:cubicBezTo>
                  <a:cubicBezTo>
                    <a:pt x="2086" y="1057"/>
                    <a:pt x="2126" y="895"/>
                    <a:pt x="2126" y="738"/>
                  </a:cubicBezTo>
                  <a:cubicBezTo>
                    <a:pt x="2126" y="611"/>
                    <a:pt x="2099" y="485"/>
                    <a:pt x="2044" y="379"/>
                  </a:cubicBezTo>
                  <a:cubicBezTo>
                    <a:pt x="1973" y="249"/>
                    <a:pt x="1882" y="154"/>
                    <a:pt x="1779" y="91"/>
                  </a:cubicBezTo>
                  <a:cubicBezTo>
                    <a:pt x="1676" y="28"/>
                    <a:pt x="1558" y="1"/>
                    <a:pt x="143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0" name="Google Shape;1970;p46"/>
            <p:cNvSpPr/>
            <p:nvPr/>
          </p:nvSpPr>
          <p:spPr>
            <a:xfrm>
              <a:off x="5222984" y="2175371"/>
              <a:ext cx="1426667" cy="1133871"/>
            </a:xfrm>
            <a:custGeom>
              <a:rect b="b" l="l" r="r" t="t"/>
              <a:pathLst>
                <a:path extrusionOk="0" h="2188" w="2753">
                  <a:moveTo>
                    <a:pt x="160" y="0"/>
                  </a:moveTo>
                  <a:cubicBezTo>
                    <a:pt x="140" y="0"/>
                    <a:pt x="121" y="3"/>
                    <a:pt x="103" y="12"/>
                  </a:cubicBezTo>
                  <a:cubicBezTo>
                    <a:pt x="0" y="54"/>
                    <a:pt x="32" y="205"/>
                    <a:pt x="80" y="303"/>
                  </a:cubicBezTo>
                  <a:cubicBezTo>
                    <a:pt x="320" y="756"/>
                    <a:pt x="671" y="1139"/>
                    <a:pt x="1033" y="1506"/>
                  </a:cubicBezTo>
                  <a:cubicBezTo>
                    <a:pt x="1230" y="1707"/>
                    <a:pt x="1443" y="1904"/>
                    <a:pt x="1692" y="2034"/>
                  </a:cubicBezTo>
                  <a:cubicBezTo>
                    <a:pt x="1823" y="2103"/>
                    <a:pt x="2053" y="2187"/>
                    <a:pt x="2253" y="2187"/>
                  </a:cubicBezTo>
                  <a:cubicBezTo>
                    <a:pt x="2374" y="2187"/>
                    <a:pt x="2484" y="2157"/>
                    <a:pt x="2555" y="2074"/>
                  </a:cubicBezTo>
                  <a:cubicBezTo>
                    <a:pt x="2603" y="2018"/>
                    <a:pt x="2622" y="1952"/>
                    <a:pt x="2638" y="1881"/>
                  </a:cubicBezTo>
                  <a:cubicBezTo>
                    <a:pt x="2753" y="1375"/>
                    <a:pt x="2520" y="1218"/>
                    <a:pt x="2098" y="953"/>
                  </a:cubicBezTo>
                  <a:cubicBezTo>
                    <a:pt x="1649" y="674"/>
                    <a:pt x="1132" y="627"/>
                    <a:pt x="639" y="425"/>
                  </a:cubicBezTo>
                  <a:cubicBezTo>
                    <a:pt x="482" y="362"/>
                    <a:pt x="383" y="39"/>
                    <a:pt x="218" y="7"/>
                  </a:cubicBezTo>
                  <a:cubicBezTo>
                    <a:pt x="198" y="3"/>
                    <a:pt x="179" y="0"/>
                    <a:pt x="160" y="0"/>
                  </a:cubicBezTo>
                  <a:close/>
                </a:path>
              </a:pathLst>
            </a:custGeom>
            <a:solidFill>
              <a:schemeClr val="accent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1" name="Google Shape;1971;p46"/>
            <p:cNvSpPr/>
            <p:nvPr/>
          </p:nvSpPr>
          <p:spPr>
            <a:xfrm>
              <a:off x="5229203" y="2164488"/>
              <a:ext cx="1387800" cy="1155118"/>
            </a:xfrm>
            <a:custGeom>
              <a:rect b="b" l="l" r="r" t="t"/>
              <a:pathLst>
                <a:path extrusionOk="0" h="2229" w="2678">
                  <a:moveTo>
                    <a:pt x="142" y="44"/>
                  </a:moveTo>
                  <a:cubicBezTo>
                    <a:pt x="162" y="44"/>
                    <a:pt x="182" y="48"/>
                    <a:pt x="201" y="52"/>
                  </a:cubicBezTo>
                  <a:cubicBezTo>
                    <a:pt x="217" y="52"/>
                    <a:pt x="237" y="60"/>
                    <a:pt x="253" y="71"/>
                  </a:cubicBezTo>
                  <a:cubicBezTo>
                    <a:pt x="284" y="91"/>
                    <a:pt x="312" y="119"/>
                    <a:pt x="339" y="155"/>
                  </a:cubicBezTo>
                  <a:cubicBezTo>
                    <a:pt x="383" y="210"/>
                    <a:pt x="426" y="273"/>
                    <a:pt x="470" y="332"/>
                  </a:cubicBezTo>
                  <a:cubicBezTo>
                    <a:pt x="490" y="364"/>
                    <a:pt x="513" y="387"/>
                    <a:pt x="537" y="411"/>
                  </a:cubicBezTo>
                  <a:cubicBezTo>
                    <a:pt x="561" y="435"/>
                    <a:pt x="588" y="454"/>
                    <a:pt x="619" y="466"/>
                  </a:cubicBezTo>
                  <a:cubicBezTo>
                    <a:pt x="868" y="568"/>
                    <a:pt x="1120" y="628"/>
                    <a:pt x="1369" y="703"/>
                  </a:cubicBezTo>
                  <a:cubicBezTo>
                    <a:pt x="1613" y="774"/>
                    <a:pt x="1853" y="856"/>
                    <a:pt x="2075" y="994"/>
                  </a:cubicBezTo>
                  <a:cubicBezTo>
                    <a:pt x="2252" y="1105"/>
                    <a:pt x="2390" y="1196"/>
                    <a:pt x="2488" y="1298"/>
                  </a:cubicBezTo>
                  <a:cubicBezTo>
                    <a:pt x="2536" y="1349"/>
                    <a:pt x="2572" y="1400"/>
                    <a:pt x="2595" y="1463"/>
                  </a:cubicBezTo>
                  <a:cubicBezTo>
                    <a:pt x="2623" y="1523"/>
                    <a:pt x="2634" y="1594"/>
                    <a:pt x="2634" y="1673"/>
                  </a:cubicBezTo>
                  <a:cubicBezTo>
                    <a:pt x="2634" y="1740"/>
                    <a:pt x="2626" y="1815"/>
                    <a:pt x="2607" y="1897"/>
                  </a:cubicBezTo>
                  <a:cubicBezTo>
                    <a:pt x="2591" y="1964"/>
                    <a:pt x="2572" y="2031"/>
                    <a:pt x="2528" y="2079"/>
                  </a:cubicBezTo>
                  <a:cubicBezTo>
                    <a:pt x="2496" y="2118"/>
                    <a:pt x="2453" y="2146"/>
                    <a:pt x="2406" y="2162"/>
                  </a:cubicBezTo>
                  <a:cubicBezTo>
                    <a:pt x="2354" y="2177"/>
                    <a:pt x="2299" y="2186"/>
                    <a:pt x="2240" y="2186"/>
                  </a:cubicBezTo>
                  <a:cubicBezTo>
                    <a:pt x="2141" y="2186"/>
                    <a:pt x="2035" y="2166"/>
                    <a:pt x="1940" y="2138"/>
                  </a:cubicBezTo>
                  <a:cubicBezTo>
                    <a:pt x="1842" y="2106"/>
                    <a:pt x="1755" y="2071"/>
                    <a:pt x="1691" y="2035"/>
                  </a:cubicBezTo>
                  <a:cubicBezTo>
                    <a:pt x="1447" y="1905"/>
                    <a:pt x="1234" y="1712"/>
                    <a:pt x="1038" y="1511"/>
                  </a:cubicBezTo>
                  <a:cubicBezTo>
                    <a:pt x="674" y="1148"/>
                    <a:pt x="324" y="766"/>
                    <a:pt x="87" y="312"/>
                  </a:cubicBezTo>
                  <a:cubicBezTo>
                    <a:pt x="64" y="264"/>
                    <a:pt x="44" y="206"/>
                    <a:pt x="44" y="155"/>
                  </a:cubicBezTo>
                  <a:cubicBezTo>
                    <a:pt x="44" y="131"/>
                    <a:pt x="48" y="107"/>
                    <a:pt x="55" y="91"/>
                  </a:cubicBezTo>
                  <a:cubicBezTo>
                    <a:pt x="68" y="75"/>
                    <a:pt x="79" y="60"/>
                    <a:pt x="99" y="52"/>
                  </a:cubicBezTo>
                  <a:cubicBezTo>
                    <a:pt x="111" y="48"/>
                    <a:pt x="126" y="44"/>
                    <a:pt x="142" y="44"/>
                  </a:cubicBezTo>
                  <a:close/>
                  <a:moveTo>
                    <a:pt x="142" y="0"/>
                  </a:moveTo>
                  <a:cubicBezTo>
                    <a:pt x="122" y="0"/>
                    <a:pt x="103" y="4"/>
                    <a:pt x="79" y="13"/>
                  </a:cubicBezTo>
                  <a:cubicBezTo>
                    <a:pt x="51" y="24"/>
                    <a:pt x="32" y="48"/>
                    <a:pt x="20" y="71"/>
                  </a:cubicBezTo>
                  <a:cubicBezTo>
                    <a:pt x="4" y="95"/>
                    <a:pt x="0" y="122"/>
                    <a:pt x="0" y="155"/>
                  </a:cubicBezTo>
                  <a:cubicBezTo>
                    <a:pt x="0" y="213"/>
                    <a:pt x="24" y="281"/>
                    <a:pt x="48" y="332"/>
                  </a:cubicBezTo>
                  <a:cubicBezTo>
                    <a:pt x="288" y="793"/>
                    <a:pt x="643" y="1176"/>
                    <a:pt x="1005" y="1542"/>
                  </a:cubicBezTo>
                  <a:cubicBezTo>
                    <a:pt x="1203" y="1744"/>
                    <a:pt x="1420" y="1940"/>
                    <a:pt x="1673" y="2075"/>
                  </a:cubicBezTo>
                  <a:cubicBezTo>
                    <a:pt x="1739" y="2110"/>
                    <a:pt x="1826" y="2150"/>
                    <a:pt x="1928" y="2177"/>
                  </a:cubicBezTo>
                  <a:cubicBezTo>
                    <a:pt x="2027" y="2209"/>
                    <a:pt x="2137" y="2228"/>
                    <a:pt x="2240" y="2228"/>
                  </a:cubicBezTo>
                  <a:cubicBezTo>
                    <a:pt x="2303" y="2228"/>
                    <a:pt x="2362" y="2221"/>
                    <a:pt x="2417" y="2201"/>
                  </a:cubicBezTo>
                  <a:cubicBezTo>
                    <a:pt x="2472" y="2186"/>
                    <a:pt x="2524" y="2153"/>
                    <a:pt x="2563" y="2106"/>
                  </a:cubicBezTo>
                  <a:cubicBezTo>
                    <a:pt x="2610" y="2051"/>
                    <a:pt x="2634" y="1976"/>
                    <a:pt x="2650" y="1909"/>
                  </a:cubicBezTo>
                  <a:cubicBezTo>
                    <a:pt x="2670" y="1818"/>
                    <a:pt x="2678" y="1744"/>
                    <a:pt x="2678" y="1673"/>
                  </a:cubicBezTo>
                  <a:cubicBezTo>
                    <a:pt x="2678" y="1586"/>
                    <a:pt x="2666" y="1511"/>
                    <a:pt x="2638" y="1447"/>
                  </a:cubicBezTo>
                  <a:cubicBezTo>
                    <a:pt x="2595" y="1345"/>
                    <a:pt x="2528" y="1267"/>
                    <a:pt x="2433" y="1187"/>
                  </a:cubicBezTo>
                  <a:cubicBezTo>
                    <a:pt x="2343" y="1112"/>
                    <a:pt x="2228" y="1041"/>
                    <a:pt x="2098" y="959"/>
                  </a:cubicBezTo>
                  <a:cubicBezTo>
                    <a:pt x="1873" y="813"/>
                    <a:pt x="1629" y="730"/>
                    <a:pt x="1380" y="659"/>
                  </a:cubicBezTo>
                  <a:cubicBezTo>
                    <a:pt x="1132" y="588"/>
                    <a:pt x="880" y="525"/>
                    <a:pt x="635" y="426"/>
                  </a:cubicBezTo>
                  <a:cubicBezTo>
                    <a:pt x="599" y="411"/>
                    <a:pt x="568" y="383"/>
                    <a:pt x="532" y="344"/>
                  </a:cubicBezTo>
                  <a:cubicBezTo>
                    <a:pt x="485" y="288"/>
                    <a:pt x="438" y="210"/>
                    <a:pt x="386" y="146"/>
                  </a:cubicBezTo>
                  <a:cubicBezTo>
                    <a:pt x="363" y="111"/>
                    <a:pt x="335" y="84"/>
                    <a:pt x="308" y="56"/>
                  </a:cubicBezTo>
                  <a:cubicBezTo>
                    <a:pt x="277" y="33"/>
                    <a:pt x="245" y="17"/>
                    <a:pt x="210" y="9"/>
                  </a:cubicBezTo>
                  <a:cubicBezTo>
                    <a:pt x="190" y="4"/>
                    <a:pt x="166" y="0"/>
                    <a:pt x="14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2" name="Google Shape;1972;p46"/>
            <p:cNvSpPr/>
            <p:nvPr/>
          </p:nvSpPr>
          <p:spPr>
            <a:xfrm>
              <a:off x="6404011" y="3141335"/>
              <a:ext cx="143548" cy="82397"/>
            </a:xfrm>
            <a:custGeom>
              <a:rect b="b" l="l" r="r" t="t"/>
              <a:pathLst>
                <a:path extrusionOk="0" h="159" w="277">
                  <a:moveTo>
                    <a:pt x="253" y="0"/>
                  </a:moveTo>
                  <a:cubicBezTo>
                    <a:pt x="246" y="0"/>
                    <a:pt x="238" y="3"/>
                    <a:pt x="234" y="8"/>
                  </a:cubicBezTo>
                  <a:cubicBezTo>
                    <a:pt x="205" y="40"/>
                    <a:pt x="174" y="68"/>
                    <a:pt x="143" y="88"/>
                  </a:cubicBezTo>
                  <a:cubicBezTo>
                    <a:pt x="107" y="103"/>
                    <a:pt x="72" y="115"/>
                    <a:pt x="32" y="115"/>
                  </a:cubicBezTo>
                  <a:lnTo>
                    <a:pt x="24" y="115"/>
                  </a:lnTo>
                  <a:cubicBezTo>
                    <a:pt x="8" y="115"/>
                    <a:pt x="1" y="123"/>
                    <a:pt x="1" y="135"/>
                  </a:cubicBezTo>
                  <a:cubicBezTo>
                    <a:pt x="1" y="150"/>
                    <a:pt x="8" y="159"/>
                    <a:pt x="21" y="159"/>
                  </a:cubicBezTo>
                  <a:lnTo>
                    <a:pt x="32" y="159"/>
                  </a:lnTo>
                  <a:cubicBezTo>
                    <a:pt x="79" y="159"/>
                    <a:pt x="123" y="146"/>
                    <a:pt x="163" y="123"/>
                  </a:cubicBezTo>
                  <a:cubicBezTo>
                    <a:pt x="201" y="103"/>
                    <a:pt x="237" y="72"/>
                    <a:pt x="269" y="36"/>
                  </a:cubicBezTo>
                  <a:cubicBezTo>
                    <a:pt x="276" y="28"/>
                    <a:pt x="272" y="12"/>
                    <a:pt x="265" y="4"/>
                  </a:cubicBezTo>
                  <a:cubicBezTo>
                    <a:pt x="262" y="1"/>
                    <a:pt x="258" y="0"/>
                    <a:pt x="25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3" name="Google Shape;1973;p46"/>
            <p:cNvSpPr/>
            <p:nvPr/>
          </p:nvSpPr>
          <p:spPr>
            <a:xfrm>
              <a:off x="4477264" y="1750948"/>
              <a:ext cx="1330795" cy="921918"/>
            </a:xfrm>
            <a:custGeom>
              <a:rect b="b" l="l" r="r" t="t"/>
              <a:pathLst>
                <a:path extrusionOk="0" h="1779" w="2568">
                  <a:moveTo>
                    <a:pt x="1" y="176"/>
                  </a:moveTo>
                  <a:cubicBezTo>
                    <a:pt x="1" y="176"/>
                    <a:pt x="1" y="176"/>
                    <a:pt x="1" y="176"/>
                  </a:cubicBezTo>
                  <a:cubicBezTo>
                    <a:pt x="1" y="176"/>
                    <a:pt x="1" y="176"/>
                    <a:pt x="1" y="176"/>
                  </a:cubicBezTo>
                  <a:lnTo>
                    <a:pt x="1" y="176"/>
                  </a:lnTo>
                  <a:cubicBezTo>
                    <a:pt x="1" y="176"/>
                    <a:pt x="1" y="176"/>
                    <a:pt x="1" y="176"/>
                  </a:cubicBezTo>
                  <a:close/>
                  <a:moveTo>
                    <a:pt x="2347" y="0"/>
                  </a:moveTo>
                  <a:cubicBezTo>
                    <a:pt x="2319" y="0"/>
                    <a:pt x="2296" y="1"/>
                    <a:pt x="2287" y="3"/>
                  </a:cubicBezTo>
                  <a:cubicBezTo>
                    <a:pt x="2165" y="6"/>
                    <a:pt x="2043" y="21"/>
                    <a:pt x="1928" y="54"/>
                  </a:cubicBezTo>
                  <a:cubicBezTo>
                    <a:pt x="1696" y="116"/>
                    <a:pt x="1475" y="227"/>
                    <a:pt x="1293" y="381"/>
                  </a:cubicBezTo>
                  <a:cubicBezTo>
                    <a:pt x="1128" y="215"/>
                    <a:pt x="887" y="156"/>
                    <a:pt x="663" y="101"/>
                  </a:cubicBezTo>
                  <a:cubicBezTo>
                    <a:pt x="490" y="62"/>
                    <a:pt x="315" y="20"/>
                    <a:pt x="139" y="20"/>
                  </a:cubicBezTo>
                  <a:cubicBezTo>
                    <a:pt x="102" y="20"/>
                    <a:pt x="65" y="22"/>
                    <a:pt x="28" y="26"/>
                  </a:cubicBezTo>
                  <a:cubicBezTo>
                    <a:pt x="48" y="50"/>
                    <a:pt x="72" y="69"/>
                    <a:pt x="95" y="85"/>
                  </a:cubicBezTo>
                  <a:cubicBezTo>
                    <a:pt x="63" y="85"/>
                    <a:pt x="36" y="89"/>
                    <a:pt x="8" y="101"/>
                  </a:cubicBezTo>
                  <a:cubicBezTo>
                    <a:pt x="20" y="121"/>
                    <a:pt x="36" y="136"/>
                    <a:pt x="56" y="144"/>
                  </a:cubicBezTo>
                  <a:cubicBezTo>
                    <a:pt x="36" y="156"/>
                    <a:pt x="20" y="168"/>
                    <a:pt x="1" y="176"/>
                  </a:cubicBezTo>
                  <a:lnTo>
                    <a:pt x="1" y="176"/>
                  </a:lnTo>
                  <a:cubicBezTo>
                    <a:pt x="5" y="176"/>
                    <a:pt x="56" y="515"/>
                    <a:pt x="59" y="534"/>
                  </a:cubicBezTo>
                  <a:cubicBezTo>
                    <a:pt x="79" y="866"/>
                    <a:pt x="59" y="1237"/>
                    <a:pt x="276" y="1488"/>
                  </a:cubicBezTo>
                  <a:cubicBezTo>
                    <a:pt x="465" y="1706"/>
                    <a:pt x="777" y="1768"/>
                    <a:pt x="1061" y="1777"/>
                  </a:cubicBezTo>
                  <a:cubicBezTo>
                    <a:pt x="1089" y="1778"/>
                    <a:pt x="1117" y="1778"/>
                    <a:pt x="1145" y="1778"/>
                  </a:cubicBezTo>
                  <a:cubicBezTo>
                    <a:pt x="1223" y="1778"/>
                    <a:pt x="1302" y="1775"/>
                    <a:pt x="1380" y="1768"/>
                  </a:cubicBezTo>
                  <a:cubicBezTo>
                    <a:pt x="1479" y="1757"/>
                    <a:pt x="1573" y="1725"/>
                    <a:pt x="1668" y="1721"/>
                  </a:cubicBezTo>
                  <a:cubicBezTo>
                    <a:pt x="1850" y="1706"/>
                    <a:pt x="2007" y="1607"/>
                    <a:pt x="2161" y="1512"/>
                  </a:cubicBezTo>
                  <a:cubicBezTo>
                    <a:pt x="2225" y="1477"/>
                    <a:pt x="2303" y="1433"/>
                    <a:pt x="2343" y="1366"/>
                  </a:cubicBezTo>
                  <a:cubicBezTo>
                    <a:pt x="2374" y="1319"/>
                    <a:pt x="2390" y="1256"/>
                    <a:pt x="2414" y="1204"/>
                  </a:cubicBezTo>
                  <a:cubicBezTo>
                    <a:pt x="2480" y="1055"/>
                    <a:pt x="2512" y="893"/>
                    <a:pt x="2520" y="736"/>
                  </a:cubicBezTo>
                  <a:cubicBezTo>
                    <a:pt x="2527" y="570"/>
                    <a:pt x="2527" y="409"/>
                    <a:pt x="2543" y="247"/>
                  </a:cubicBezTo>
                  <a:cubicBezTo>
                    <a:pt x="2547" y="223"/>
                    <a:pt x="2547" y="196"/>
                    <a:pt x="2536" y="176"/>
                  </a:cubicBezTo>
                  <a:cubicBezTo>
                    <a:pt x="2520" y="160"/>
                    <a:pt x="2496" y="152"/>
                    <a:pt x="2476" y="144"/>
                  </a:cubicBezTo>
                  <a:cubicBezTo>
                    <a:pt x="2492" y="140"/>
                    <a:pt x="2512" y="128"/>
                    <a:pt x="2516" y="109"/>
                  </a:cubicBezTo>
                  <a:cubicBezTo>
                    <a:pt x="2522" y="93"/>
                    <a:pt x="2509" y="77"/>
                    <a:pt x="2495" y="77"/>
                  </a:cubicBezTo>
                  <a:cubicBezTo>
                    <a:pt x="2492" y="77"/>
                    <a:pt x="2488" y="78"/>
                    <a:pt x="2485" y="81"/>
                  </a:cubicBezTo>
                  <a:cubicBezTo>
                    <a:pt x="2568" y="13"/>
                    <a:pt x="2434" y="0"/>
                    <a:pt x="2347" y="0"/>
                  </a:cubicBezTo>
                  <a:close/>
                </a:path>
              </a:pathLst>
            </a:cu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4" name="Google Shape;1974;p46"/>
            <p:cNvSpPr/>
            <p:nvPr/>
          </p:nvSpPr>
          <p:spPr>
            <a:xfrm>
              <a:off x="4450316" y="1843709"/>
              <a:ext cx="1390391" cy="1159264"/>
            </a:xfrm>
            <a:custGeom>
              <a:rect b="b" l="l" r="r" t="t"/>
              <a:pathLst>
                <a:path extrusionOk="0" h="2237" w="2683">
                  <a:moveTo>
                    <a:pt x="2634" y="19"/>
                  </a:moveTo>
                  <a:cubicBezTo>
                    <a:pt x="2633" y="19"/>
                    <a:pt x="2632" y="19"/>
                    <a:pt x="2635" y="20"/>
                  </a:cubicBezTo>
                  <a:cubicBezTo>
                    <a:pt x="2643" y="20"/>
                    <a:pt x="2636" y="19"/>
                    <a:pt x="2634" y="19"/>
                  </a:cubicBezTo>
                  <a:close/>
                  <a:moveTo>
                    <a:pt x="2340" y="1"/>
                  </a:moveTo>
                  <a:cubicBezTo>
                    <a:pt x="2009" y="1"/>
                    <a:pt x="1631" y="64"/>
                    <a:pt x="1361" y="178"/>
                  </a:cubicBezTo>
                  <a:cubicBezTo>
                    <a:pt x="1354" y="182"/>
                    <a:pt x="1345" y="186"/>
                    <a:pt x="1334" y="186"/>
                  </a:cubicBezTo>
                  <a:cubicBezTo>
                    <a:pt x="1325" y="186"/>
                    <a:pt x="1314" y="182"/>
                    <a:pt x="1307" y="178"/>
                  </a:cubicBezTo>
                  <a:cubicBezTo>
                    <a:pt x="1059" y="68"/>
                    <a:pt x="690" y="15"/>
                    <a:pt x="363" y="15"/>
                  </a:cubicBezTo>
                  <a:cubicBezTo>
                    <a:pt x="232" y="15"/>
                    <a:pt x="108" y="23"/>
                    <a:pt x="1" y="40"/>
                  </a:cubicBezTo>
                  <a:cubicBezTo>
                    <a:pt x="29" y="363"/>
                    <a:pt x="5" y="694"/>
                    <a:pt x="40" y="1018"/>
                  </a:cubicBezTo>
                  <a:cubicBezTo>
                    <a:pt x="76" y="1333"/>
                    <a:pt x="76" y="1657"/>
                    <a:pt x="100" y="1976"/>
                  </a:cubicBezTo>
                  <a:lnTo>
                    <a:pt x="100" y="2015"/>
                  </a:lnTo>
                  <a:cubicBezTo>
                    <a:pt x="198" y="2039"/>
                    <a:pt x="478" y="2055"/>
                    <a:pt x="577" y="2075"/>
                  </a:cubicBezTo>
                  <a:cubicBezTo>
                    <a:pt x="837" y="2134"/>
                    <a:pt x="1094" y="2189"/>
                    <a:pt x="1358" y="2237"/>
                  </a:cubicBezTo>
                  <a:cubicBezTo>
                    <a:pt x="1425" y="2237"/>
                    <a:pt x="1496" y="2232"/>
                    <a:pt x="1567" y="2232"/>
                  </a:cubicBezTo>
                  <a:cubicBezTo>
                    <a:pt x="1858" y="2146"/>
                    <a:pt x="2348" y="2004"/>
                    <a:pt x="2647" y="1924"/>
                  </a:cubicBezTo>
                  <a:cubicBezTo>
                    <a:pt x="2683" y="1282"/>
                    <a:pt x="2666" y="663"/>
                    <a:pt x="2635" y="20"/>
                  </a:cubicBezTo>
                  <a:cubicBezTo>
                    <a:pt x="2545" y="7"/>
                    <a:pt x="2445" y="1"/>
                    <a:pt x="2340" y="1"/>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5" name="Google Shape;1975;p46"/>
            <p:cNvSpPr/>
            <p:nvPr/>
          </p:nvSpPr>
          <p:spPr>
            <a:xfrm>
              <a:off x="5068036" y="1890349"/>
              <a:ext cx="198479" cy="1130761"/>
            </a:xfrm>
            <a:custGeom>
              <a:rect b="b" l="l" r="r" t="t"/>
              <a:pathLst>
                <a:path extrusionOk="0" h="2182" w="383">
                  <a:moveTo>
                    <a:pt x="39" y="2162"/>
                  </a:moveTo>
                  <a:cubicBezTo>
                    <a:pt x="39" y="2162"/>
                    <a:pt x="39" y="2162"/>
                    <a:pt x="39" y="2162"/>
                  </a:cubicBezTo>
                  <a:cubicBezTo>
                    <a:pt x="39" y="2162"/>
                    <a:pt x="39" y="2162"/>
                    <a:pt x="39" y="2162"/>
                  </a:cubicBezTo>
                  <a:lnTo>
                    <a:pt x="39" y="2162"/>
                  </a:lnTo>
                  <a:cubicBezTo>
                    <a:pt x="39" y="2162"/>
                    <a:pt x="39" y="2162"/>
                    <a:pt x="39" y="2162"/>
                  </a:cubicBezTo>
                  <a:close/>
                  <a:moveTo>
                    <a:pt x="127" y="1"/>
                  </a:moveTo>
                  <a:cubicBezTo>
                    <a:pt x="90" y="1"/>
                    <a:pt x="53" y="6"/>
                    <a:pt x="20" y="21"/>
                  </a:cubicBezTo>
                  <a:cubicBezTo>
                    <a:pt x="15" y="25"/>
                    <a:pt x="11" y="29"/>
                    <a:pt x="8" y="33"/>
                  </a:cubicBezTo>
                  <a:lnTo>
                    <a:pt x="8" y="49"/>
                  </a:lnTo>
                  <a:cubicBezTo>
                    <a:pt x="0" y="309"/>
                    <a:pt x="20" y="573"/>
                    <a:pt x="27" y="833"/>
                  </a:cubicBezTo>
                  <a:cubicBezTo>
                    <a:pt x="35" y="1116"/>
                    <a:pt x="44" y="2160"/>
                    <a:pt x="39" y="2162"/>
                  </a:cubicBezTo>
                  <a:lnTo>
                    <a:pt x="39" y="2162"/>
                  </a:lnTo>
                  <a:cubicBezTo>
                    <a:pt x="96" y="2176"/>
                    <a:pt x="155" y="2182"/>
                    <a:pt x="214" y="2182"/>
                  </a:cubicBezTo>
                  <a:cubicBezTo>
                    <a:pt x="241" y="2182"/>
                    <a:pt x="268" y="2180"/>
                    <a:pt x="295" y="2178"/>
                  </a:cubicBezTo>
                  <a:cubicBezTo>
                    <a:pt x="311" y="2178"/>
                    <a:pt x="331" y="2174"/>
                    <a:pt x="343" y="2162"/>
                  </a:cubicBezTo>
                  <a:cubicBezTo>
                    <a:pt x="382" y="2134"/>
                    <a:pt x="339" y="1393"/>
                    <a:pt x="339" y="1106"/>
                  </a:cubicBezTo>
                  <a:cubicBezTo>
                    <a:pt x="343" y="778"/>
                    <a:pt x="323" y="439"/>
                    <a:pt x="308" y="120"/>
                  </a:cubicBezTo>
                  <a:cubicBezTo>
                    <a:pt x="308" y="100"/>
                    <a:pt x="299" y="80"/>
                    <a:pt x="291" y="65"/>
                  </a:cubicBezTo>
                  <a:cubicBezTo>
                    <a:pt x="291" y="56"/>
                    <a:pt x="288" y="52"/>
                    <a:pt x="284" y="45"/>
                  </a:cubicBezTo>
                  <a:cubicBezTo>
                    <a:pt x="260" y="17"/>
                    <a:pt x="224" y="9"/>
                    <a:pt x="189" y="5"/>
                  </a:cubicBezTo>
                  <a:cubicBezTo>
                    <a:pt x="169" y="2"/>
                    <a:pt x="148" y="1"/>
                    <a:pt x="127" y="1"/>
                  </a:cubicBezTo>
                  <a:close/>
                </a:path>
              </a:pathLst>
            </a:cu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6" name="Google Shape;1976;p46"/>
            <p:cNvSpPr/>
            <p:nvPr/>
          </p:nvSpPr>
          <p:spPr>
            <a:xfrm>
              <a:off x="3553275" y="2908135"/>
              <a:ext cx="108827" cy="126446"/>
            </a:xfrm>
            <a:custGeom>
              <a:rect b="b" l="l" r="r" t="t"/>
              <a:pathLst>
                <a:path extrusionOk="0" h="244" w="210">
                  <a:moveTo>
                    <a:pt x="49" y="0"/>
                  </a:moveTo>
                  <a:cubicBezTo>
                    <a:pt x="28" y="0"/>
                    <a:pt x="9" y="15"/>
                    <a:pt x="4" y="36"/>
                  </a:cubicBezTo>
                  <a:cubicBezTo>
                    <a:pt x="4" y="48"/>
                    <a:pt x="1" y="60"/>
                    <a:pt x="1" y="68"/>
                  </a:cubicBezTo>
                  <a:cubicBezTo>
                    <a:pt x="1" y="92"/>
                    <a:pt x="4" y="112"/>
                    <a:pt x="13" y="131"/>
                  </a:cubicBezTo>
                  <a:cubicBezTo>
                    <a:pt x="24" y="163"/>
                    <a:pt x="44" y="187"/>
                    <a:pt x="68" y="206"/>
                  </a:cubicBezTo>
                  <a:cubicBezTo>
                    <a:pt x="92" y="222"/>
                    <a:pt x="123" y="238"/>
                    <a:pt x="155" y="241"/>
                  </a:cubicBezTo>
                  <a:cubicBezTo>
                    <a:pt x="159" y="243"/>
                    <a:pt x="163" y="243"/>
                    <a:pt x="167" y="243"/>
                  </a:cubicBezTo>
                  <a:cubicBezTo>
                    <a:pt x="185" y="243"/>
                    <a:pt x="200" y="230"/>
                    <a:pt x="206" y="210"/>
                  </a:cubicBezTo>
                  <a:cubicBezTo>
                    <a:pt x="210" y="187"/>
                    <a:pt x="194" y="163"/>
                    <a:pt x="170" y="159"/>
                  </a:cubicBezTo>
                  <a:cubicBezTo>
                    <a:pt x="143" y="151"/>
                    <a:pt x="123" y="139"/>
                    <a:pt x="111" y="123"/>
                  </a:cubicBezTo>
                  <a:cubicBezTo>
                    <a:pt x="104" y="119"/>
                    <a:pt x="99" y="112"/>
                    <a:pt x="95" y="99"/>
                  </a:cubicBezTo>
                  <a:cubicBezTo>
                    <a:pt x="92" y="92"/>
                    <a:pt x="88" y="80"/>
                    <a:pt x="88" y="68"/>
                  </a:cubicBezTo>
                  <a:cubicBezTo>
                    <a:pt x="88" y="64"/>
                    <a:pt x="92" y="56"/>
                    <a:pt x="92" y="48"/>
                  </a:cubicBezTo>
                  <a:cubicBezTo>
                    <a:pt x="95" y="25"/>
                    <a:pt x="80" y="5"/>
                    <a:pt x="57" y="1"/>
                  </a:cubicBezTo>
                  <a:cubicBezTo>
                    <a:pt x="54" y="1"/>
                    <a:pt x="52" y="0"/>
                    <a:pt x="49" y="0"/>
                  </a:cubicBezTo>
                  <a:close/>
                </a:path>
              </a:pathLst>
            </a:custGeom>
            <a:solidFill>
              <a:srgbClr val="100909"/>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7" name="Google Shape;1977;p46"/>
            <p:cNvSpPr/>
            <p:nvPr/>
          </p:nvSpPr>
          <p:spPr>
            <a:xfrm>
              <a:off x="3314375" y="2270205"/>
              <a:ext cx="2148032" cy="956121"/>
            </a:xfrm>
            <a:custGeom>
              <a:rect b="b" l="l" r="r" t="t"/>
              <a:pathLst>
                <a:path extrusionOk="0" h="1845" w="4145">
                  <a:moveTo>
                    <a:pt x="3271" y="0"/>
                  </a:moveTo>
                  <a:cubicBezTo>
                    <a:pt x="3262" y="0"/>
                    <a:pt x="3251" y="4"/>
                    <a:pt x="3242" y="13"/>
                  </a:cubicBezTo>
                  <a:cubicBezTo>
                    <a:pt x="3222" y="37"/>
                    <a:pt x="3210" y="65"/>
                    <a:pt x="3191" y="89"/>
                  </a:cubicBezTo>
                  <a:cubicBezTo>
                    <a:pt x="3163" y="112"/>
                    <a:pt x="3128" y="148"/>
                    <a:pt x="3120" y="160"/>
                  </a:cubicBezTo>
                  <a:cubicBezTo>
                    <a:pt x="3033" y="246"/>
                    <a:pt x="2973" y="368"/>
                    <a:pt x="2867" y="431"/>
                  </a:cubicBezTo>
                  <a:cubicBezTo>
                    <a:pt x="2789" y="479"/>
                    <a:pt x="2689" y="486"/>
                    <a:pt x="2595" y="499"/>
                  </a:cubicBezTo>
                  <a:cubicBezTo>
                    <a:pt x="2445" y="518"/>
                    <a:pt x="2300" y="562"/>
                    <a:pt x="2150" y="577"/>
                  </a:cubicBezTo>
                  <a:cubicBezTo>
                    <a:pt x="1965" y="601"/>
                    <a:pt x="1779" y="621"/>
                    <a:pt x="1597" y="641"/>
                  </a:cubicBezTo>
                  <a:cubicBezTo>
                    <a:pt x="1207" y="680"/>
                    <a:pt x="797" y="680"/>
                    <a:pt x="423" y="802"/>
                  </a:cubicBezTo>
                  <a:cubicBezTo>
                    <a:pt x="1" y="944"/>
                    <a:pt x="340" y="1504"/>
                    <a:pt x="572" y="1674"/>
                  </a:cubicBezTo>
                  <a:cubicBezTo>
                    <a:pt x="737" y="1796"/>
                    <a:pt x="921" y="1845"/>
                    <a:pt x="1109" y="1845"/>
                  </a:cubicBezTo>
                  <a:cubicBezTo>
                    <a:pt x="1510" y="1845"/>
                    <a:pt x="1934" y="1625"/>
                    <a:pt x="2256" y="1429"/>
                  </a:cubicBezTo>
                  <a:cubicBezTo>
                    <a:pt x="2382" y="1354"/>
                    <a:pt x="2509" y="1276"/>
                    <a:pt x="2635" y="1201"/>
                  </a:cubicBezTo>
                  <a:cubicBezTo>
                    <a:pt x="2911" y="1035"/>
                    <a:pt x="3222" y="972"/>
                    <a:pt x="3514" y="853"/>
                  </a:cubicBezTo>
                  <a:cubicBezTo>
                    <a:pt x="3612" y="822"/>
                    <a:pt x="3707" y="786"/>
                    <a:pt x="3798" y="751"/>
                  </a:cubicBezTo>
                  <a:cubicBezTo>
                    <a:pt x="3841" y="735"/>
                    <a:pt x="3881" y="712"/>
                    <a:pt x="3920" y="688"/>
                  </a:cubicBezTo>
                  <a:cubicBezTo>
                    <a:pt x="3956" y="668"/>
                    <a:pt x="3991" y="648"/>
                    <a:pt x="4023" y="621"/>
                  </a:cubicBezTo>
                  <a:cubicBezTo>
                    <a:pt x="4027" y="621"/>
                    <a:pt x="4027" y="617"/>
                    <a:pt x="4030" y="617"/>
                  </a:cubicBezTo>
                  <a:cubicBezTo>
                    <a:pt x="4076" y="603"/>
                    <a:pt x="4062" y="535"/>
                    <a:pt x="4025" y="535"/>
                  </a:cubicBezTo>
                  <a:cubicBezTo>
                    <a:pt x="4020" y="535"/>
                    <a:pt x="4016" y="536"/>
                    <a:pt x="4011" y="538"/>
                  </a:cubicBezTo>
                  <a:cubicBezTo>
                    <a:pt x="4003" y="538"/>
                    <a:pt x="3999" y="542"/>
                    <a:pt x="3995" y="542"/>
                  </a:cubicBezTo>
                  <a:cubicBezTo>
                    <a:pt x="3991" y="542"/>
                    <a:pt x="3987" y="546"/>
                    <a:pt x="3983" y="550"/>
                  </a:cubicBezTo>
                  <a:cubicBezTo>
                    <a:pt x="3948" y="566"/>
                    <a:pt x="3916" y="586"/>
                    <a:pt x="3881" y="605"/>
                  </a:cubicBezTo>
                  <a:cubicBezTo>
                    <a:pt x="3845" y="621"/>
                    <a:pt x="3810" y="637"/>
                    <a:pt x="3770" y="652"/>
                  </a:cubicBezTo>
                  <a:cubicBezTo>
                    <a:pt x="3770" y="641"/>
                    <a:pt x="3770" y="624"/>
                    <a:pt x="3766" y="613"/>
                  </a:cubicBezTo>
                  <a:cubicBezTo>
                    <a:pt x="3801" y="597"/>
                    <a:pt x="3837" y="581"/>
                    <a:pt x="3877" y="566"/>
                  </a:cubicBezTo>
                  <a:cubicBezTo>
                    <a:pt x="3924" y="542"/>
                    <a:pt x="3972" y="510"/>
                    <a:pt x="4019" y="486"/>
                  </a:cubicBezTo>
                  <a:cubicBezTo>
                    <a:pt x="4058" y="467"/>
                    <a:pt x="4114" y="451"/>
                    <a:pt x="4129" y="404"/>
                  </a:cubicBezTo>
                  <a:cubicBezTo>
                    <a:pt x="4143" y="380"/>
                    <a:pt x="4130" y="341"/>
                    <a:pt x="4100" y="341"/>
                  </a:cubicBezTo>
                  <a:cubicBezTo>
                    <a:pt x="4095" y="341"/>
                    <a:pt x="4091" y="342"/>
                    <a:pt x="4085" y="344"/>
                  </a:cubicBezTo>
                  <a:cubicBezTo>
                    <a:pt x="3995" y="377"/>
                    <a:pt x="3916" y="420"/>
                    <a:pt x="3834" y="463"/>
                  </a:cubicBezTo>
                  <a:cubicBezTo>
                    <a:pt x="3794" y="479"/>
                    <a:pt x="3759" y="499"/>
                    <a:pt x="3723" y="515"/>
                  </a:cubicBezTo>
                  <a:cubicBezTo>
                    <a:pt x="3715" y="502"/>
                    <a:pt x="3711" y="491"/>
                    <a:pt x="3703" y="479"/>
                  </a:cubicBezTo>
                  <a:cubicBezTo>
                    <a:pt x="3715" y="471"/>
                    <a:pt x="3727" y="467"/>
                    <a:pt x="3739" y="459"/>
                  </a:cubicBezTo>
                  <a:cubicBezTo>
                    <a:pt x="3759" y="448"/>
                    <a:pt x="3778" y="435"/>
                    <a:pt x="3798" y="424"/>
                  </a:cubicBezTo>
                  <a:cubicBezTo>
                    <a:pt x="3830" y="408"/>
                    <a:pt x="3861" y="392"/>
                    <a:pt x="3892" y="373"/>
                  </a:cubicBezTo>
                  <a:lnTo>
                    <a:pt x="3896" y="373"/>
                  </a:lnTo>
                  <a:cubicBezTo>
                    <a:pt x="3928" y="353"/>
                    <a:pt x="3963" y="333"/>
                    <a:pt x="3999" y="317"/>
                  </a:cubicBezTo>
                  <a:cubicBezTo>
                    <a:pt x="4030" y="297"/>
                    <a:pt x="4066" y="282"/>
                    <a:pt x="4094" y="254"/>
                  </a:cubicBezTo>
                  <a:cubicBezTo>
                    <a:pt x="4098" y="250"/>
                    <a:pt x="4105" y="246"/>
                    <a:pt x="4109" y="246"/>
                  </a:cubicBezTo>
                  <a:cubicBezTo>
                    <a:pt x="4137" y="235"/>
                    <a:pt x="4145" y="202"/>
                    <a:pt x="4133" y="183"/>
                  </a:cubicBezTo>
                  <a:cubicBezTo>
                    <a:pt x="4133" y="164"/>
                    <a:pt x="4121" y="148"/>
                    <a:pt x="4094" y="148"/>
                  </a:cubicBezTo>
                  <a:cubicBezTo>
                    <a:pt x="4046" y="151"/>
                    <a:pt x="3999" y="187"/>
                    <a:pt x="3959" y="211"/>
                  </a:cubicBezTo>
                  <a:cubicBezTo>
                    <a:pt x="3905" y="238"/>
                    <a:pt x="3849" y="266"/>
                    <a:pt x="3798" y="293"/>
                  </a:cubicBezTo>
                  <a:cubicBezTo>
                    <a:pt x="3743" y="317"/>
                    <a:pt x="3688" y="344"/>
                    <a:pt x="3632" y="373"/>
                  </a:cubicBezTo>
                  <a:cubicBezTo>
                    <a:pt x="3628" y="364"/>
                    <a:pt x="3624" y="357"/>
                    <a:pt x="3621" y="353"/>
                  </a:cubicBezTo>
                  <a:cubicBezTo>
                    <a:pt x="3608" y="337"/>
                    <a:pt x="3597" y="325"/>
                    <a:pt x="3581" y="313"/>
                  </a:cubicBezTo>
                  <a:cubicBezTo>
                    <a:pt x="3585" y="309"/>
                    <a:pt x="3588" y="309"/>
                    <a:pt x="3593" y="309"/>
                  </a:cubicBezTo>
                  <a:cubicBezTo>
                    <a:pt x="3692" y="273"/>
                    <a:pt x="3794" y="242"/>
                    <a:pt x="3885" y="195"/>
                  </a:cubicBezTo>
                  <a:cubicBezTo>
                    <a:pt x="3896" y="187"/>
                    <a:pt x="3905" y="179"/>
                    <a:pt x="3905" y="171"/>
                  </a:cubicBezTo>
                  <a:cubicBezTo>
                    <a:pt x="3912" y="167"/>
                    <a:pt x="3916" y="164"/>
                    <a:pt x="3924" y="164"/>
                  </a:cubicBezTo>
                  <a:cubicBezTo>
                    <a:pt x="3962" y="140"/>
                    <a:pt x="3940" y="85"/>
                    <a:pt x="3904" y="85"/>
                  </a:cubicBezTo>
                  <a:cubicBezTo>
                    <a:pt x="3899" y="85"/>
                    <a:pt x="3894" y="86"/>
                    <a:pt x="3888" y="89"/>
                  </a:cubicBezTo>
                  <a:cubicBezTo>
                    <a:pt x="3885" y="88"/>
                    <a:pt x="3882" y="87"/>
                    <a:pt x="3878" y="87"/>
                  </a:cubicBezTo>
                  <a:cubicBezTo>
                    <a:pt x="3868" y="87"/>
                    <a:pt x="3858" y="91"/>
                    <a:pt x="3849" y="96"/>
                  </a:cubicBezTo>
                  <a:cubicBezTo>
                    <a:pt x="3849" y="96"/>
                    <a:pt x="3845" y="100"/>
                    <a:pt x="3841" y="100"/>
                  </a:cubicBezTo>
                  <a:cubicBezTo>
                    <a:pt x="3837" y="104"/>
                    <a:pt x="3830" y="104"/>
                    <a:pt x="3821" y="108"/>
                  </a:cubicBezTo>
                  <a:cubicBezTo>
                    <a:pt x="3821" y="108"/>
                    <a:pt x="3817" y="108"/>
                    <a:pt x="3814" y="112"/>
                  </a:cubicBezTo>
                  <a:cubicBezTo>
                    <a:pt x="3806" y="112"/>
                    <a:pt x="3798" y="116"/>
                    <a:pt x="3790" y="116"/>
                  </a:cubicBezTo>
                  <a:cubicBezTo>
                    <a:pt x="3763" y="124"/>
                    <a:pt x="3730" y="131"/>
                    <a:pt x="3699" y="144"/>
                  </a:cubicBezTo>
                  <a:cubicBezTo>
                    <a:pt x="3648" y="160"/>
                    <a:pt x="3593" y="171"/>
                    <a:pt x="3541" y="195"/>
                  </a:cubicBezTo>
                  <a:cubicBezTo>
                    <a:pt x="3502" y="215"/>
                    <a:pt x="3463" y="226"/>
                    <a:pt x="3423" y="238"/>
                  </a:cubicBezTo>
                  <a:cubicBezTo>
                    <a:pt x="3395" y="242"/>
                    <a:pt x="3368" y="254"/>
                    <a:pt x="3344" y="270"/>
                  </a:cubicBezTo>
                  <a:cubicBezTo>
                    <a:pt x="3305" y="286"/>
                    <a:pt x="3266" y="302"/>
                    <a:pt x="3226" y="313"/>
                  </a:cubicBezTo>
                  <a:lnTo>
                    <a:pt x="3215" y="313"/>
                  </a:lnTo>
                  <a:cubicBezTo>
                    <a:pt x="3210" y="313"/>
                    <a:pt x="3210" y="313"/>
                    <a:pt x="3206" y="309"/>
                  </a:cubicBezTo>
                  <a:cubicBezTo>
                    <a:pt x="3234" y="270"/>
                    <a:pt x="3257" y="226"/>
                    <a:pt x="3281" y="187"/>
                  </a:cubicBezTo>
                  <a:cubicBezTo>
                    <a:pt x="3293" y="160"/>
                    <a:pt x="3305" y="131"/>
                    <a:pt x="3313" y="100"/>
                  </a:cubicBezTo>
                  <a:cubicBezTo>
                    <a:pt x="3324" y="73"/>
                    <a:pt x="3328" y="37"/>
                    <a:pt x="3301" y="13"/>
                  </a:cubicBezTo>
                  <a:cubicBezTo>
                    <a:pt x="3293" y="5"/>
                    <a:pt x="3282" y="0"/>
                    <a:pt x="3271" y="0"/>
                  </a:cubicBezTo>
                  <a:close/>
                </a:path>
              </a:pathLst>
            </a:custGeom>
            <a:solidFill>
              <a:schemeClr val="accent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8" name="Google Shape;1978;p46"/>
            <p:cNvSpPr/>
            <p:nvPr/>
          </p:nvSpPr>
          <p:spPr>
            <a:xfrm>
              <a:off x="3416464" y="2258804"/>
              <a:ext cx="2054234" cy="979441"/>
            </a:xfrm>
            <a:custGeom>
              <a:rect b="b" l="l" r="r" t="t"/>
              <a:pathLst>
                <a:path extrusionOk="0" h="1890" w="3964">
                  <a:moveTo>
                    <a:pt x="3076" y="44"/>
                  </a:moveTo>
                  <a:cubicBezTo>
                    <a:pt x="3080" y="44"/>
                    <a:pt x="3089" y="47"/>
                    <a:pt x="3092" y="51"/>
                  </a:cubicBezTo>
                  <a:cubicBezTo>
                    <a:pt x="3096" y="55"/>
                    <a:pt x="3096" y="59"/>
                    <a:pt x="3100" y="64"/>
                  </a:cubicBezTo>
                  <a:cubicBezTo>
                    <a:pt x="3100" y="71"/>
                    <a:pt x="3104" y="75"/>
                    <a:pt x="3104" y="82"/>
                  </a:cubicBezTo>
                  <a:cubicBezTo>
                    <a:pt x="3104" y="95"/>
                    <a:pt x="3100" y="106"/>
                    <a:pt x="3096" y="118"/>
                  </a:cubicBezTo>
                  <a:cubicBezTo>
                    <a:pt x="3089" y="146"/>
                    <a:pt x="3076" y="173"/>
                    <a:pt x="3065" y="197"/>
                  </a:cubicBezTo>
                  <a:cubicBezTo>
                    <a:pt x="3045" y="240"/>
                    <a:pt x="3018" y="280"/>
                    <a:pt x="2989" y="319"/>
                  </a:cubicBezTo>
                  <a:cubicBezTo>
                    <a:pt x="2985" y="328"/>
                    <a:pt x="2985" y="339"/>
                    <a:pt x="2994" y="347"/>
                  </a:cubicBezTo>
                  <a:cubicBezTo>
                    <a:pt x="2998" y="351"/>
                    <a:pt x="3005" y="355"/>
                    <a:pt x="3013" y="359"/>
                  </a:cubicBezTo>
                  <a:lnTo>
                    <a:pt x="3029" y="359"/>
                  </a:lnTo>
                  <a:cubicBezTo>
                    <a:pt x="3029" y="355"/>
                    <a:pt x="3033" y="355"/>
                    <a:pt x="3033" y="355"/>
                  </a:cubicBezTo>
                  <a:cubicBezTo>
                    <a:pt x="3076" y="347"/>
                    <a:pt x="3116" y="328"/>
                    <a:pt x="3155" y="311"/>
                  </a:cubicBezTo>
                  <a:cubicBezTo>
                    <a:pt x="3183" y="295"/>
                    <a:pt x="3207" y="284"/>
                    <a:pt x="3231" y="284"/>
                  </a:cubicBezTo>
                  <a:lnTo>
                    <a:pt x="3234" y="280"/>
                  </a:lnTo>
                  <a:cubicBezTo>
                    <a:pt x="3273" y="268"/>
                    <a:pt x="3313" y="257"/>
                    <a:pt x="3353" y="237"/>
                  </a:cubicBezTo>
                  <a:cubicBezTo>
                    <a:pt x="3400" y="213"/>
                    <a:pt x="3455" y="201"/>
                    <a:pt x="3510" y="186"/>
                  </a:cubicBezTo>
                  <a:cubicBezTo>
                    <a:pt x="3538" y="177"/>
                    <a:pt x="3569" y="170"/>
                    <a:pt x="3601" y="158"/>
                  </a:cubicBezTo>
                  <a:cubicBezTo>
                    <a:pt x="3604" y="158"/>
                    <a:pt x="3613" y="158"/>
                    <a:pt x="3620" y="153"/>
                  </a:cubicBezTo>
                  <a:lnTo>
                    <a:pt x="3624" y="153"/>
                  </a:lnTo>
                  <a:cubicBezTo>
                    <a:pt x="3628" y="150"/>
                    <a:pt x="3633" y="150"/>
                    <a:pt x="3633" y="150"/>
                  </a:cubicBezTo>
                  <a:cubicBezTo>
                    <a:pt x="3637" y="146"/>
                    <a:pt x="3644" y="146"/>
                    <a:pt x="3648" y="146"/>
                  </a:cubicBezTo>
                  <a:cubicBezTo>
                    <a:pt x="3652" y="146"/>
                    <a:pt x="3652" y="142"/>
                    <a:pt x="3656" y="142"/>
                  </a:cubicBezTo>
                  <a:cubicBezTo>
                    <a:pt x="3656" y="142"/>
                    <a:pt x="3660" y="138"/>
                    <a:pt x="3668" y="134"/>
                  </a:cubicBezTo>
                  <a:cubicBezTo>
                    <a:pt x="3672" y="130"/>
                    <a:pt x="3675" y="130"/>
                    <a:pt x="3680" y="130"/>
                  </a:cubicBezTo>
                  <a:lnTo>
                    <a:pt x="3704" y="130"/>
                  </a:lnTo>
                  <a:cubicBezTo>
                    <a:pt x="3708" y="130"/>
                    <a:pt x="3715" y="130"/>
                    <a:pt x="3719" y="134"/>
                  </a:cubicBezTo>
                  <a:cubicBezTo>
                    <a:pt x="3723" y="138"/>
                    <a:pt x="3723" y="146"/>
                    <a:pt x="3723" y="150"/>
                  </a:cubicBezTo>
                  <a:lnTo>
                    <a:pt x="3723" y="158"/>
                  </a:lnTo>
                  <a:cubicBezTo>
                    <a:pt x="3719" y="162"/>
                    <a:pt x="3719" y="162"/>
                    <a:pt x="3715" y="166"/>
                  </a:cubicBezTo>
                  <a:cubicBezTo>
                    <a:pt x="3711" y="166"/>
                    <a:pt x="3708" y="170"/>
                    <a:pt x="3699" y="170"/>
                  </a:cubicBezTo>
                  <a:cubicBezTo>
                    <a:pt x="3695" y="173"/>
                    <a:pt x="3688" y="177"/>
                    <a:pt x="3688" y="186"/>
                  </a:cubicBezTo>
                  <a:cubicBezTo>
                    <a:pt x="3688" y="189"/>
                    <a:pt x="3688" y="189"/>
                    <a:pt x="3684" y="193"/>
                  </a:cubicBezTo>
                  <a:lnTo>
                    <a:pt x="3680" y="197"/>
                  </a:lnTo>
                  <a:cubicBezTo>
                    <a:pt x="3589" y="240"/>
                    <a:pt x="3486" y="276"/>
                    <a:pt x="3388" y="308"/>
                  </a:cubicBezTo>
                  <a:cubicBezTo>
                    <a:pt x="3384" y="311"/>
                    <a:pt x="3384" y="311"/>
                    <a:pt x="3380" y="311"/>
                  </a:cubicBezTo>
                  <a:cubicBezTo>
                    <a:pt x="3373" y="315"/>
                    <a:pt x="3364" y="319"/>
                    <a:pt x="3364" y="328"/>
                  </a:cubicBezTo>
                  <a:cubicBezTo>
                    <a:pt x="3364" y="335"/>
                    <a:pt x="3364" y="343"/>
                    <a:pt x="3373" y="347"/>
                  </a:cubicBezTo>
                  <a:cubicBezTo>
                    <a:pt x="3384" y="363"/>
                    <a:pt x="3396" y="375"/>
                    <a:pt x="3404" y="386"/>
                  </a:cubicBezTo>
                  <a:cubicBezTo>
                    <a:pt x="3408" y="395"/>
                    <a:pt x="3415" y="399"/>
                    <a:pt x="3420" y="406"/>
                  </a:cubicBezTo>
                  <a:cubicBezTo>
                    <a:pt x="3423" y="412"/>
                    <a:pt x="3429" y="416"/>
                    <a:pt x="3437" y="416"/>
                  </a:cubicBezTo>
                  <a:cubicBezTo>
                    <a:pt x="3441" y="416"/>
                    <a:pt x="3444" y="415"/>
                    <a:pt x="3447" y="414"/>
                  </a:cubicBezTo>
                  <a:cubicBezTo>
                    <a:pt x="3498" y="386"/>
                    <a:pt x="3553" y="359"/>
                    <a:pt x="3609" y="335"/>
                  </a:cubicBezTo>
                  <a:cubicBezTo>
                    <a:pt x="3664" y="308"/>
                    <a:pt x="3719" y="280"/>
                    <a:pt x="3770" y="253"/>
                  </a:cubicBezTo>
                  <a:cubicBezTo>
                    <a:pt x="3794" y="240"/>
                    <a:pt x="3814" y="224"/>
                    <a:pt x="3837" y="213"/>
                  </a:cubicBezTo>
                  <a:cubicBezTo>
                    <a:pt x="3861" y="201"/>
                    <a:pt x="3881" y="193"/>
                    <a:pt x="3901" y="193"/>
                  </a:cubicBezTo>
                  <a:cubicBezTo>
                    <a:pt x="3908" y="193"/>
                    <a:pt x="3908" y="193"/>
                    <a:pt x="3912" y="197"/>
                  </a:cubicBezTo>
                  <a:cubicBezTo>
                    <a:pt x="3912" y="197"/>
                    <a:pt x="3917" y="201"/>
                    <a:pt x="3917" y="205"/>
                  </a:cubicBezTo>
                  <a:lnTo>
                    <a:pt x="3917" y="213"/>
                  </a:lnTo>
                  <a:cubicBezTo>
                    <a:pt x="3920" y="217"/>
                    <a:pt x="3920" y="221"/>
                    <a:pt x="3920" y="224"/>
                  </a:cubicBezTo>
                  <a:cubicBezTo>
                    <a:pt x="3920" y="229"/>
                    <a:pt x="3920" y="237"/>
                    <a:pt x="3917" y="240"/>
                  </a:cubicBezTo>
                  <a:cubicBezTo>
                    <a:pt x="3912" y="244"/>
                    <a:pt x="3912" y="244"/>
                    <a:pt x="3904" y="248"/>
                  </a:cubicBezTo>
                  <a:cubicBezTo>
                    <a:pt x="3897" y="253"/>
                    <a:pt x="3888" y="257"/>
                    <a:pt x="3884" y="260"/>
                  </a:cubicBezTo>
                  <a:lnTo>
                    <a:pt x="3881" y="260"/>
                  </a:lnTo>
                  <a:cubicBezTo>
                    <a:pt x="3857" y="284"/>
                    <a:pt x="3826" y="304"/>
                    <a:pt x="3790" y="319"/>
                  </a:cubicBezTo>
                  <a:cubicBezTo>
                    <a:pt x="3755" y="335"/>
                    <a:pt x="3723" y="355"/>
                    <a:pt x="3688" y="375"/>
                  </a:cubicBezTo>
                  <a:lnTo>
                    <a:pt x="3684" y="375"/>
                  </a:lnTo>
                  <a:cubicBezTo>
                    <a:pt x="3652" y="395"/>
                    <a:pt x="3620" y="410"/>
                    <a:pt x="3593" y="426"/>
                  </a:cubicBezTo>
                  <a:lnTo>
                    <a:pt x="3589" y="426"/>
                  </a:lnTo>
                  <a:cubicBezTo>
                    <a:pt x="3569" y="437"/>
                    <a:pt x="3549" y="450"/>
                    <a:pt x="3530" y="461"/>
                  </a:cubicBezTo>
                  <a:cubicBezTo>
                    <a:pt x="3518" y="470"/>
                    <a:pt x="3510" y="473"/>
                    <a:pt x="3498" y="481"/>
                  </a:cubicBezTo>
                  <a:cubicBezTo>
                    <a:pt x="3491" y="485"/>
                    <a:pt x="3486" y="489"/>
                    <a:pt x="3486" y="493"/>
                  </a:cubicBezTo>
                  <a:lnTo>
                    <a:pt x="3486" y="513"/>
                  </a:lnTo>
                  <a:cubicBezTo>
                    <a:pt x="3495" y="521"/>
                    <a:pt x="3498" y="532"/>
                    <a:pt x="3506" y="544"/>
                  </a:cubicBezTo>
                  <a:cubicBezTo>
                    <a:pt x="3509" y="553"/>
                    <a:pt x="3516" y="557"/>
                    <a:pt x="3524" y="557"/>
                  </a:cubicBezTo>
                  <a:cubicBezTo>
                    <a:pt x="3527" y="557"/>
                    <a:pt x="3530" y="557"/>
                    <a:pt x="3533" y="556"/>
                  </a:cubicBezTo>
                  <a:cubicBezTo>
                    <a:pt x="3573" y="540"/>
                    <a:pt x="3609" y="521"/>
                    <a:pt x="3644" y="505"/>
                  </a:cubicBezTo>
                  <a:cubicBezTo>
                    <a:pt x="3727" y="461"/>
                    <a:pt x="3810" y="418"/>
                    <a:pt x="3897" y="386"/>
                  </a:cubicBezTo>
                  <a:lnTo>
                    <a:pt x="3908" y="386"/>
                  </a:lnTo>
                  <a:lnTo>
                    <a:pt x="3912" y="390"/>
                  </a:lnTo>
                  <a:cubicBezTo>
                    <a:pt x="3912" y="395"/>
                    <a:pt x="3917" y="399"/>
                    <a:pt x="3917" y="402"/>
                  </a:cubicBezTo>
                  <a:cubicBezTo>
                    <a:pt x="3917" y="410"/>
                    <a:pt x="3912" y="414"/>
                    <a:pt x="3912" y="414"/>
                  </a:cubicBezTo>
                  <a:cubicBezTo>
                    <a:pt x="3912" y="418"/>
                    <a:pt x="3912" y="418"/>
                    <a:pt x="3908" y="422"/>
                  </a:cubicBezTo>
                  <a:cubicBezTo>
                    <a:pt x="3908" y="430"/>
                    <a:pt x="3904" y="434"/>
                    <a:pt x="3897" y="442"/>
                  </a:cubicBezTo>
                  <a:cubicBezTo>
                    <a:pt x="3888" y="450"/>
                    <a:pt x="3877" y="457"/>
                    <a:pt x="3861" y="466"/>
                  </a:cubicBezTo>
                  <a:cubicBezTo>
                    <a:pt x="3846" y="473"/>
                    <a:pt x="3830" y="481"/>
                    <a:pt x="3814" y="489"/>
                  </a:cubicBezTo>
                  <a:cubicBezTo>
                    <a:pt x="3762" y="513"/>
                    <a:pt x="3715" y="544"/>
                    <a:pt x="3668" y="564"/>
                  </a:cubicBezTo>
                  <a:cubicBezTo>
                    <a:pt x="3633" y="584"/>
                    <a:pt x="3597" y="599"/>
                    <a:pt x="3562" y="615"/>
                  </a:cubicBezTo>
                  <a:cubicBezTo>
                    <a:pt x="3549" y="623"/>
                    <a:pt x="3546" y="631"/>
                    <a:pt x="3549" y="643"/>
                  </a:cubicBezTo>
                  <a:cubicBezTo>
                    <a:pt x="3553" y="650"/>
                    <a:pt x="3553" y="663"/>
                    <a:pt x="3553" y="674"/>
                  </a:cubicBezTo>
                  <a:cubicBezTo>
                    <a:pt x="3553" y="682"/>
                    <a:pt x="3557" y="686"/>
                    <a:pt x="3562" y="690"/>
                  </a:cubicBezTo>
                  <a:cubicBezTo>
                    <a:pt x="3567" y="693"/>
                    <a:pt x="3572" y="695"/>
                    <a:pt x="3578" y="695"/>
                  </a:cubicBezTo>
                  <a:cubicBezTo>
                    <a:pt x="3581" y="695"/>
                    <a:pt x="3583" y="695"/>
                    <a:pt x="3585" y="694"/>
                  </a:cubicBezTo>
                  <a:cubicBezTo>
                    <a:pt x="3620" y="679"/>
                    <a:pt x="3656" y="663"/>
                    <a:pt x="3695" y="646"/>
                  </a:cubicBezTo>
                  <a:cubicBezTo>
                    <a:pt x="3731" y="627"/>
                    <a:pt x="3762" y="603"/>
                    <a:pt x="3794" y="592"/>
                  </a:cubicBezTo>
                  <a:lnTo>
                    <a:pt x="3798" y="588"/>
                  </a:lnTo>
                  <a:lnTo>
                    <a:pt x="3802" y="588"/>
                  </a:lnTo>
                  <a:cubicBezTo>
                    <a:pt x="3806" y="588"/>
                    <a:pt x="3806" y="584"/>
                    <a:pt x="3806" y="584"/>
                  </a:cubicBezTo>
                  <a:cubicBezTo>
                    <a:pt x="3814" y="584"/>
                    <a:pt x="3817" y="579"/>
                    <a:pt x="3817" y="579"/>
                  </a:cubicBezTo>
                  <a:lnTo>
                    <a:pt x="3830" y="579"/>
                  </a:lnTo>
                  <a:cubicBezTo>
                    <a:pt x="3833" y="579"/>
                    <a:pt x="3837" y="584"/>
                    <a:pt x="3837" y="588"/>
                  </a:cubicBezTo>
                  <a:cubicBezTo>
                    <a:pt x="3841" y="592"/>
                    <a:pt x="3841" y="595"/>
                    <a:pt x="3841" y="599"/>
                  </a:cubicBezTo>
                  <a:cubicBezTo>
                    <a:pt x="3841" y="603"/>
                    <a:pt x="3841" y="608"/>
                    <a:pt x="3837" y="611"/>
                  </a:cubicBezTo>
                  <a:cubicBezTo>
                    <a:pt x="3837" y="615"/>
                    <a:pt x="3833" y="615"/>
                    <a:pt x="3826" y="619"/>
                  </a:cubicBezTo>
                  <a:cubicBezTo>
                    <a:pt x="3822" y="619"/>
                    <a:pt x="3817" y="623"/>
                    <a:pt x="3817" y="623"/>
                  </a:cubicBezTo>
                  <a:cubicBezTo>
                    <a:pt x="3814" y="623"/>
                    <a:pt x="3814" y="623"/>
                    <a:pt x="3810" y="627"/>
                  </a:cubicBezTo>
                  <a:cubicBezTo>
                    <a:pt x="3782" y="650"/>
                    <a:pt x="3746" y="670"/>
                    <a:pt x="3711" y="690"/>
                  </a:cubicBezTo>
                  <a:cubicBezTo>
                    <a:pt x="3672" y="714"/>
                    <a:pt x="3637" y="737"/>
                    <a:pt x="3593" y="753"/>
                  </a:cubicBezTo>
                  <a:cubicBezTo>
                    <a:pt x="3502" y="788"/>
                    <a:pt x="3408" y="824"/>
                    <a:pt x="3313" y="856"/>
                  </a:cubicBezTo>
                  <a:lnTo>
                    <a:pt x="3309" y="856"/>
                  </a:lnTo>
                  <a:cubicBezTo>
                    <a:pt x="3163" y="915"/>
                    <a:pt x="3013" y="958"/>
                    <a:pt x="2863" y="1010"/>
                  </a:cubicBezTo>
                  <a:cubicBezTo>
                    <a:pt x="2714" y="1061"/>
                    <a:pt x="2568" y="1120"/>
                    <a:pt x="2426" y="1203"/>
                  </a:cubicBezTo>
                  <a:cubicBezTo>
                    <a:pt x="2299" y="1281"/>
                    <a:pt x="2173" y="1356"/>
                    <a:pt x="2048" y="1431"/>
                  </a:cubicBezTo>
                  <a:cubicBezTo>
                    <a:pt x="1886" y="1530"/>
                    <a:pt x="1700" y="1633"/>
                    <a:pt x="1507" y="1711"/>
                  </a:cubicBezTo>
                  <a:cubicBezTo>
                    <a:pt x="1309" y="1791"/>
                    <a:pt x="1109" y="1845"/>
                    <a:pt x="912" y="1845"/>
                  </a:cubicBezTo>
                  <a:cubicBezTo>
                    <a:pt x="727" y="1845"/>
                    <a:pt x="549" y="1798"/>
                    <a:pt x="387" y="1680"/>
                  </a:cubicBezTo>
                  <a:cubicBezTo>
                    <a:pt x="316" y="1625"/>
                    <a:pt x="230" y="1530"/>
                    <a:pt x="162" y="1420"/>
                  </a:cubicBezTo>
                  <a:cubicBezTo>
                    <a:pt x="95" y="1313"/>
                    <a:pt x="44" y="1191"/>
                    <a:pt x="48" y="1088"/>
                  </a:cubicBezTo>
                  <a:cubicBezTo>
                    <a:pt x="48" y="1034"/>
                    <a:pt x="60" y="986"/>
                    <a:pt x="88" y="943"/>
                  </a:cubicBezTo>
                  <a:cubicBezTo>
                    <a:pt x="119" y="903"/>
                    <a:pt x="162" y="868"/>
                    <a:pt x="233" y="844"/>
                  </a:cubicBezTo>
                  <a:cubicBezTo>
                    <a:pt x="600" y="726"/>
                    <a:pt x="1010" y="726"/>
                    <a:pt x="1400" y="682"/>
                  </a:cubicBezTo>
                  <a:cubicBezTo>
                    <a:pt x="1586" y="663"/>
                    <a:pt x="1771" y="643"/>
                    <a:pt x="1953" y="623"/>
                  </a:cubicBezTo>
                  <a:cubicBezTo>
                    <a:pt x="2110" y="603"/>
                    <a:pt x="2252" y="564"/>
                    <a:pt x="2402" y="544"/>
                  </a:cubicBezTo>
                  <a:cubicBezTo>
                    <a:pt x="2450" y="537"/>
                    <a:pt x="2497" y="532"/>
                    <a:pt x="2544" y="521"/>
                  </a:cubicBezTo>
                  <a:cubicBezTo>
                    <a:pt x="2592" y="513"/>
                    <a:pt x="2639" y="497"/>
                    <a:pt x="2682" y="473"/>
                  </a:cubicBezTo>
                  <a:cubicBezTo>
                    <a:pt x="2741" y="437"/>
                    <a:pt x="2781" y="390"/>
                    <a:pt x="2820" y="339"/>
                  </a:cubicBezTo>
                  <a:cubicBezTo>
                    <a:pt x="2860" y="288"/>
                    <a:pt x="2895" y="237"/>
                    <a:pt x="2938" y="197"/>
                  </a:cubicBezTo>
                  <a:cubicBezTo>
                    <a:pt x="2942" y="193"/>
                    <a:pt x="2954" y="182"/>
                    <a:pt x="2966" y="166"/>
                  </a:cubicBezTo>
                  <a:cubicBezTo>
                    <a:pt x="2978" y="153"/>
                    <a:pt x="2994" y="138"/>
                    <a:pt x="3009" y="126"/>
                  </a:cubicBezTo>
                  <a:cubicBezTo>
                    <a:pt x="3009" y="126"/>
                    <a:pt x="3013" y="126"/>
                    <a:pt x="3013" y="122"/>
                  </a:cubicBezTo>
                  <a:cubicBezTo>
                    <a:pt x="3029" y="95"/>
                    <a:pt x="3045" y="71"/>
                    <a:pt x="3065" y="47"/>
                  </a:cubicBezTo>
                  <a:cubicBezTo>
                    <a:pt x="3065" y="47"/>
                    <a:pt x="3069" y="44"/>
                    <a:pt x="3076" y="44"/>
                  </a:cubicBezTo>
                  <a:close/>
                  <a:moveTo>
                    <a:pt x="3076" y="0"/>
                  </a:moveTo>
                  <a:cubicBezTo>
                    <a:pt x="3060" y="0"/>
                    <a:pt x="3045" y="8"/>
                    <a:pt x="3029" y="20"/>
                  </a:cubicBezTo>
                  <a:cubicBezTo>
                    <a:pt x="3006" y="47"/>
                    <a:pt x="2995" y="73"/>
                    <a:pt x="2979" y="96"/>
                  </a:cubicBezTo>
                  <a:lnTo>
                    <a:pt x="2979" y="96"/>
                  </a:lnTo>
                  <a:cubicBezTo>
                    <a:pt x="2964" y="108"/>
                    <a:pt x="2950" y="123"/>
                    <a:pt x="2934" y="138"/>
                  </a:cubicBezTo>
                  <a:cubicBezTo>
                    <a:pt x="2923" y="150"/>
                    <a:pt x="2911" y="162"/>
                    <a:pt x="2907" y="166"/>
                  </a:cubicBezTo>
                  <a:cubicBezTo>
                    <a:pt x="2860" y="209"/>
                    <a:pt x="2824" y="264"/>
                    <a:pt x="2789" y="311"/>
                  </a:cubicBezTo>
                  <a:cubicBezTo>
                    <a:pt x="2749" y="359"/>
                    <a:pt x="2710" y="406"/>
                    <a:pt x="2663" y="434"/>
                  </a:cubicBezTo>
                  <a:cubicBezTo>
                    <a:pt x="2623" y="457"/>
                    <a:pt x="2579" y="470"/>
                    <a:pt x="2536" y="481"/>
                  </a:cubicBezTo>
                  <a:cubicBezTo>
                    <a:pt x="2492" y="489"/>
                    <a:pt x="2445" y="493"/>
                    <a:pt x="2398" y="501"/>
                  </a:cubicBezTo>
                  <a:cubicBezTo>
                    <a:pt x="2241" y="521"/>
                    <a:pt x="2099" y="560"/>
                    <a:pt x="1948" y="579"/>
                  </a:cubicBezTo>
                  <a:cubicBezTo>
                    <a:pt x="1764" y="599"/>
                    <a:pt x="1582" y="619"/>
                    <a:pt x="1397" y="639"/>
                  </a:cubicBezTo>
                  <a:cubicBezTo>
                    <a:pt x="1010" y="682"/>
                    <a:pt x="596" y="679"/>
                    <a:pt x="217" y="805"/>
                  </a:cubicBezTo>
                  <a:cubicBezTo>
                    <a:pt x="143" y="828"/>
                    <a:pt x="88" y="868"/>
                    <a:pt x="52" y="919"/>
                  </a:cubicBezTo>
                  <a:cubicBezTo>
                    <a:pt x="17" y="966"/>
                    <a:pt x="1" y="1025"/>
                    <a:pt x="1" y="1088"/>
                  </a:cubicBezTo>
                  <a:cubicBezTo>
                    <a:pt x="4" y="1203"/>
                    <a:pt x="56" y="1329"/>
                    <a:pt x="123" y="1443"/>
                  </a:cubicBezTo>
                  <a:cubicBezTo>
                    <a:pt x="194" y="1558"/>
                    <a:pt x="281" y="1656"/>
                    <a:pt x="359" y="1715"/>
                  </a:cubicBezTo>
                  <a:cubicBezTo>
                    <a:pt x="529" y="1838"/>
                    <a:pt x="718" y="1889"/>
                    <a:pt x="912" y="1889"/>
                  </a:cubicBezTo>
                  <a:cubicBezTo>
                    <a:pt x="1116" y="1889"/>
                    <a:pt x="1322" y="1829"/>
                    <a:pt x="1522" y="1751"/>
                  </a:cubicBezTo>
                  <a:cubicBezTo>
                    <a:pt x="1720" y="1672"/>
                    <a:pt x="1909" y="1569"/>
                    <a:pt x="2071" y="1471"/>
                  </a:cubicBezTo>
                  <a:cubicBezTo>
                    <a:pt x="2197" y="1392"/>
                    <a:pt x="2323" y="1317"/>
                    <a:pt x="2450" y="1242"/>
                  </a:cubicBezTo>
                  <a:cubicBezTo>
                    <a:pt x="2583" y="1159"/>
                    <a:pt x="2729" y="1105"/>
                    <a:pt x="2879" y="1052"/>
                  </a:cubicBezTo>
                  <a:cubicBezTo>
                    <a:pt x="3025" y="1001"/>
                    <a:pt x="3179" y="954"/>
                    <a:pt x="3325" y="895"/>
                  </a:cubicBezTo>
                  <a:cubicBezTo>
                    <a:pt x="3424" y="863"/>
                    <a:pt x="3518" y="828"/>
                    <a:pt x="3609" y="792"/>
                  </a:cubicBezTo>
                  <a:cubicBezTo>
                    <a:pt x="3656" y="777"/>
                    <a:pt x="3695" y="750"/>
                    <a:pt x="3731" y="730"/>
                  </a:cubicBezTo>
                  <a:cubicBezTo>
                    <a:pt x="3770" y="710"/>
                    <a:pt x="3805" y="690"/>
                    <a:pt x="3840" y="660"/>
                  </a:cubicBezTo>
                  <a:lnTo>
                    <a:pt x="3840" y="660"/>
                  </a:lnTo>
                  <a:cubicBezTo>
                    <a:pt x="3841" y="659"/>
                    <a:pt x="3841" y="659"/>
                    <a:pt x="3841" y="659"/>
                  </a:cubicBezTo>
                  <a:lnTo>
                    <a:pt x="3841" y="659"/>
                  </a:lnTo>
                  <a:cubicBezTo>
                    <a:pt x="3841" y="659"/>
                    <a:pt x="3841" y="659"/>
                    <a:pt x="3841" y="659"/>
                  </a:cubicBezTo>
                  <a:cubicBezTo>
                    <a:pt x="3857" y="655"/>
                    <a:pt x="3865" y="646"/>
                    <a:pt x="3873" y="635"/>
                  </a:cubicBezTo>
                  <a:cubicBezTo>
                    <a:pt x="3881" y="623"/>
                    <a:pt x="3884" y="611"/>
                    <a:pt x="3884" y="599"/>
                  </a:cubicBezTo>
                  <a:cubicBezTo>
                    <a:pt x="3884" y="584"/>
                    <a:pt x="3881" y="568"/>
                    <a:pt x="3869" y="556"/>
                  </a:cubicBezTo>
                  <a:cubicBezTo>
                    <a:pt x="3865" y="552"/>
                    <a:pt x="3857" y="544"/>
                    <a:pt x="3849" y="540"/>
                  </a:cubicBezTo>
                  <a:cubicBezTo>
                    <a:pt x="3846" y="537"/>
                    <a:pt x="3833" y="537"/>
                    <a:pt x="3826" y="537"/>
                  </a:cubicBezTo>
                  <a:cubicBezTo>
                    <a:pt x="3820" y="537"/>
                    <a:pt x="3817" y="537"/>
                    <a:pt x="3813" y="538"/>
                  </a:cubicBezTo>
                  <a:lnTo>
                    <a:pt x="3813" y="538"/>
                  </a:lnTo>
                  <a:cubicBezTo>
                    <a:pt x="3820" y="534"/>
                    <a:pt x="3827" y="531"/>
                    <a:pt x="3833" y="528"/>
                  </a:cubicBezTo>
                  <a:cubicBezTo>
                    <a:pt x="3849" y="517"/>
                    <a:pt x="3873" y="508"/>
                    <a:pt x="3897" y="497"/>
                  </a:cubicBezTo>
                  <a:cubicBezTo>
                    <a:pt x="3908" y="489"/>
                    <a:pt x="3920" y="481"/>
                    <a:pt x="3928" y="470"/>
                  </a:cubicBezTo>
                  <a:cubicBezTo>
                    <a:pt x="3939" y="462"/>
                    <a:pt x="3947" y="451"/>
                    <a:pt x="3951" y="437"/>
                  </a:cubicBezTo>
                  <a:lnTo>
                    <a:pt x="3951" y="437"/>
                  </a:lnTo>
                  <a:lnTo>
                    <a:pt x="3952" y="437"/>
                  </a:lnTo>
                  <a:cubicBezTo>
                    <a:pt x="3955" y="426"/>
                    <a:pt x="3959" y="414"/>
                    <a:pt x="3959" y="402"/>
                  </a:cubicBezTo>
                  <a:cubicBezTo>
                    <a:pt x="3959" y="390"/>
                    <a:pt x="3955" y="375"/>
                    <a:pt x="3944" y="363"/>
                  </a:cubicBezTo>
                  <a:cubicBezTo>
                    <a:pt x="3940" y="355"/>
                    <a:pt x="3932" y="351"/>
                    <a:pt x="3928" y="347"/>
                  </a:cubicBezTo>
                  <a:cubicBezTo>
                    <a:pt x="3920" y="343"/>
                    <a:pt x="3912" y="339"/>
                    <a:pt x="3901" y="339"/>
                  </a:cubicBezTo>
                  <a:cubicBezTo>
                    <a:pt x="3893" y="339"/>
                    <a:pt x="3888" y="343"/>
                    <a:pt x="3881" y="347"/>
                  </a:cubicBezTo>
                  <a:cubicBezTo>
                    <a:pt x="3790" y="379"/>
                    <a:pt x="3708" y="422"/>
                    <a:pt x="3624" y="466"/>
                  </a:cubicBezTo>
                  <a:cubicBezTo>
                    <a:pt x="3609" y="472"/>
                    <a:pt x="3593" y="479"/>
                    <a:pt x="3577" y="487"/>
                  </a:cubicBezTo>
                  <a:lnTo>
                    <a:pt x="3577" y="487"/>
                  </a:lnTo>
                  <a:cubicBezTo>
                    <a:pt x="3589" y="480"/>
                    <a:pt x="3601" y="472"/>
                    <a:pt x="3613" y="466"/>
                  </a:cubicBezTo>
                  <a:cubicBezTo>
                    <a:pt x="3644" y="450"/>
                    <a:pt x="3675" y="434"/>
                    <a:pt x="3708" y="414"/>
                  </a:cubicBezTo>
                  <a:lnTo>
                    <a:pt x="3708" y="410"/>
                  </a:lnTo>
                  <a:cubicBezTo>
                    <a:pt x="3743" y="395"/>
                    <a:pt x="3778" y="375"/>
                    <a:pt x="3810" y="359"/>
                  </a:cubicBezTo>
                  <a:cubicBezTo>
                    <a:pt x="3846" y="339"/>
                    <a:pt x="3881" y="319"/>
                    <a:pt x="3912" y="295"/>
                  </a:cubicBezTo>
                  <a:lnTo>
                    <a:pt x="3910" y="293"/>
                  </a:lnTo>
                  <a:lnTo>
                    <a:pt x="3910" y="293"/>
                  </a:lnTo>
                  <a:cubicBezTo>
                    <a:pt x="3915" y="290"/>
                    <a:pt x="3920" y="288"/>
                    <a:pt x="3920" y="288"/>
                  </a:cubicBezTo>
                  <a:cubicBezTo>
                    <a:pt x="3936" y="284"/>
                    <a:pt x="3948" y="272"/>
                    <a:pt x="3952" y="260"/>
                  </a:cubicBezTo>
                  <a:cubicBezTo>
                    <a:pt x="3959" y="248"/>
                    <a:pt x="3964" y="237"/>
                    <a:pt x="3964" y="224"/>
                  </a:cubicBezTo>
                  <a:cubicBezTo>
                    <a:pt x="3964" y="216"/>
                    <a:pt x="3961" y="209"/>
                    <a:pt x="3958" y="201"/>
                  </a:cubicBezTo>
                  <a:lnTo>
                    <a:pt x="3958" y="201"/>
                  </a:lnTo>
                  <a:lnTo>
                    <a:pt x="3959" y="201"/>
                  </a:lnTo>
                  <a:cubicBezTo>
                    <a:pt x="3955" y="189"/>
                    <a:pt x="3952" y="177"/>
                    <a:pt x="3944" y="166"/>
                  </a:cubicBezTo>
                  <a:cubicBezTo>
                    <a:pt x="3932" y="153"/>
                    <a:pt x="3917" y="150"/>
                    <a:pt x="3901" y="150"/>
                  </a:cubicBezTo>
                  <a:lnTo>
                    <a:pt x="3897" y="150"/>
                  </a:lnTo>
                  <a:cubicBezTo>
                    <a:pt x="3869" y="150"/>
                    <a:pt x="3841" y="162"/>
                    <a:pt x="3817" y="173"/>
                  </a:cubicBezTo>
                  <a:cubicBezTo>
                    <a:pt x="3794" y="186"/>
                    <a:pt x="3770" y="201"/>
                    <a:pt x="3751" y="213"/>
                  </a:cubicBezTo>
                  <a:cubicBezTo>
                    <a:pt x="3699" y="240"/>
                    <a:pt x="3644" y="268"/>
                    <a:pt x="3589" y="295"/>
                  </a:cubicBezTo>
                  <a:cubicBezTo>
                    <a:pt x="3539" y="317"/>
                    <a:pt x="3493" y="342"/>
                    <a:pt x="3444" y="366"/>
                  </a:cubicBezTo>
                  <a:lnTo>
                    <a:pt x="3444" y="366"/>
                  </a:lnTo>
                  <a:cubicBezTo>
                    <a:pt x="3442" y="364"/>
                    <a:pt x="3440" y="361"/>
                    <a:pt x="3439" y="359"/>
                  </a:cubicBezTo>
                  <a:cubicBezTo>
                    <a:pt x="3434" y="354"/>
                    <a:pt x="3430" y="349"/>
                    <a:pt x="3425" y="344"/>
                  </a:cubicBezTo>
                  <a:lnTo>
                    <a:pt x="3425" y="344"/>
                  </a:lnTo>
                  <a:cubicBezTo>
                    <a:pt x="3516" y="311"/>
                    <a:pt x="3608" y="281"/>
                    <a:pt x="3699" y="237"/>
                  </a:cubicBezTo>
                  <a:cubicBezTo>
                    <a:pt x="3708" y="233"/>
                    <a:pt x="3715" y="224"/>
                    <a:pt x="3719" y="217"/>
                  </a:cubicBezTo>
                  <a:cubicBezTo>
                    <a:pt x="3721" y="215"/>
                    <a:pt x="3723" y="212"/>
                    <a:pt x="3725" y="208"/>
                  </a:cubicBezTo>
                  <a:lnTo>
                    <a:pt x="3725" y="208"/>
                  </a:lnTo>
                  <a:cubicBezTo>
                    <a:pt x="3730" y="206"/>
                    <a:pt x="3734" y="203"/>
                    <a:pt x="3739" y="201"/>
                  </a:cubicBezTo>
                  <a:cubicBezTo>
                    <a:pt x="3746" y="197"/>
                    <a:pt x="3755" y="189"/>
                    <a:pt x="3759" y="177"/>
                  </a:cubicBezTo>
                  <a:cubicBezTo>
                    <a:pt x="3766" y="170"/>
                    <a:pt x="3766" y="158"/>
                    <a:pt x="3766" y="150"/>
                  </a:cubicBezTo>
                  <a:cubicBezTo>
                    <a:pt x="3766" y="134"/>
                    <a:pt x="3762" y="118"/>
                    <a:pt x="3751" y="106"/>
                  </a:cubicBezTo>
                  <a:cubicBezTo>
                    <a:pt x="3739" y="95"/>
                    <a:pt x="3723" y="82"/>
                    <a:pt x="3704" y="82"/>
                  </a:cubicBezTo>
                  <a:cubicBezTo>
                    <a:pt x="3698" y="82"/>
                    <a:pt x="3693" y="85"/>
                    <a:pt x="3687" y="87"/>
                  </a:cubicBezTo>
                  <a:lnTo>
                    <a:pt x="3680" y="87"/>
                  </a:lnTo>
                  <a:cubicBezTo>
                    <a:pt x="3668" y="87"/>
                    <a:pt x="3652" y="91"/>
                    <a:pt x="3640" y="102"/>
                  </a:cubicBezTo>
                  <a:lnTo>
                    <a:pt x="3637" y="102"/>
                  </a:lnTo>
                  <a:lnTo>
                    <a:pt x="3637" y="103"/>
                  </a:lnTo>
                  <a:lnTo>
                    <a:pt x="3637" y="103"/>
                  </a:lnTo>
                  <a:cubicBezTo>
                    <a:pt x="3630" y="103"/>
                    <a:pt x="3623" y="106"/>
                    <a:pt x="3617" y="106"/>
                  </a:cubicBezTo>
                  <a:cubicBezTo>
                    <a:pt x="3614" y="110"/>
                    <a:pt x="3611" y="111"/>
                    <a:pt x="3610" y="113"/>
                  </a:cubicBezTo>
                  <a:lnTo>
                    <a:pt x="3610" y="113"/>
                  </a:lnTo>
                  <a:lnTo>
                    <a:pt x="3609" y="111"/>
                  </a:lnTo>
                  <a:cubicBezTo>
                    <a:pt x="3601" y="115"/>
                    <a:pt x="3593" y="115"/>
                    <a:pt x="3589" y="118"/>
                  </a:cubicBezTo>
                  <a:cubicBezTo>
                    <a:pt x="3557" y="126"/>
                    <a:pt x="3530" y="134"/>
                    <a:pt x="3498" y="142"/>
                  </a:cubicBezTo>
                  <a:cubicBezTo>
                    <a:pt x="3443" y="158"/>
                    <a:pt x="3388" y="173"/>
                    <a:pt x="3333" y="197"/>
                  </a:cubicBezTo>
                  <a:cubicBezTo>
                    <a:pt x="3297" y="213"/>
                    <a:pt x="3262" y="229"/>
                    <a:pt x="3222" y="240"/>
                  </a:cubicBezTo>
                  <a:lnTo>
                    <a:pt x="3222" y="241"/>
                  </a:lnTo>
                  <a:lnTo>
                    <a:pt x="3222" y="241"/>
                  </a:lnTo>
                  <a:cubicBezTo>
                    <a:pt x="3189" y="245"/>
                    <a:pt x="3162" y="257"/>
                    <a:pt x="3136" y="272"/>
                  </a:cubicBezTo>
                  <a:cubicBezTo>
                    <a:pt x="3106" y="284"/>
                    <a:pt x="3078" y="296"/>
                    <a:pt x="3051" y="304"/>
                  </a:cubicBezTo>
                  <a:lnTo>
                    <a:pt x="3051" y="304"/>
                  </a:lnTo>
                  <a:cubicBezTo>
                    <a:pt x="3070" y="276"/>
                    <a:pt x="3088" y="247"/>
                    <a:pt x="3104" y="217"/>
                  </a:cubicBezTo>
                  <a:cubicBezTo>
                    <a:pt x="3116" y="189"/>
                    <a:pt x="3127" y="162"/>
                    <a:pt x="3140" y="130"/>
                  </a:cubicBezTo>
                  <a:cubicBezTo>
                    <a:pt x="3143" y="115"/>
                    <a:pt x="3147" y="99"/>
                    <a:pt x="3147" y="82"/>
                  </a:cubicBezTo>
                  <a:cubicBezTo>
                    <a:pt x="3147" y="71"/>
                    <a:pt x="3143" y="59"/>
                    <a:pt x="3140" y="47"/>
                  </a:cubicBezTo>
                  <a:cubicBezTo>
                    <a:pt x="3136" y="40"/>
                    <a:pt x="3131" y="28"/>
                    <a:pt x="3120" y="20"/>
                  </a:cubicBezTo>
                  <a:cubicBezTo>
                    <a:pt x="3108" y="8"/>
                    <a:pt x="3092" y="0"/>
                    <a:pt x="3076"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9" name="Google Shape;1979;p46"/>
            <p:cNvSpPr/>
            <p:nvPr/>
          </p:nvSpPr>
          <p:spPr>
            <a:xfrm>
              <a:off x="4113472" y="3803621"/>
              <a:ext cx="292796" cy="699082"/>
            </a:xfrm>
            <a:custGeom>
              <a:rect b="b" l="l" r="r" t="t"/>
              <a:pathLst>
                <a:path extrusionOk="0" h="1349" w="565">
                  <a:moveTo>
                    <a:pt x="545" y="0"/>
                  </a:moveTo>
                  <a:cubicBezTo>
                    <a:pt x="532" y="0"/>
                    <a:pt x="521" y="8"/>
                    <a:pt x="521" y="20"/>
                  </a:cubicBezTo>
                  <a:lnTo>
                    <a:pt x="521" y="28"/>
                  </a:lnTo>
                  <a:cubicBezTo>
                    <a:pt x="521" y="134"/>
                    <a:pt x="490" y="237"/>
                    <a:pt x="442" y="339"/>
                  </a:cubicBezTo>
                  <a:cubicBezTo>
                    <a:pt x="371" y="493"/>
                    <a:pt x="261" y="646"/>
                    <a:pt x="166" y="805"/>
                  </a:cubicBezTo>
                  <a:cubicBezTo>
                    <a:pt x="123" y="883"/>
                    <a:pt x="79" y="963"/>
                    <a:pt x="48" y="1041"/>
                  </a:cubicBezTo>
                  <a:cubicBezTo>
                    <a:pt x="20" y="1123"/>
                    <a:pt x="0" y="1203"/>
                    <a:pt x="0" y="1289"/>
                  </a:cubicBezTo>
                  <a:lnTo>
                    <a:pt x="0" y="1329"/>
                  </a:lnTo>
                  <a:cubicBezTo>
                    <a:pt x="0" y="1341"/>
                    <a:pt x="12" y="1349"/>
                    <a:pt x="24" y="1349"/>
                  </a:cubicBezTo>
                  <a:cubicBezTo>
                    <a:pt x="35" y="1349"/>
                    <a:pt x="44" y="1336"/>
                    <a:pt x="44" y="1325"/>
                  </a:cubicBezTo>
                  <a:lnTo>
                    <a:pt x="44" y="1289"/>
                  </a:lnTo>
                  <a:cubicBezTo>
                    <a:pt x="44" y="1187"/>
                    <a:pt x="75" y="1081"/>
                    <a:pt x="123" y="978"/>
                  </a:cubicBezTo>
                  <a:cubicBezTo>
                    <a:pt x="193" y="824"/>
                    <a:pt x="304" y="670"/>
                    <a:pt x="399" y="517"/>
                  </a:cubicBezTo>
                  <a:cubicBezTo>
                    <a:pt x="442" y="437"/>
                    <a:pt x="485" y="359"/>
                    <a:pt x="517" y="276"/>
                  </a:cubicBezTo>
                  <a:cubicBezTo>
                    <a:pt x="545" y="197"/>
                    <a:pt x="564" y="115"/>
                    <a:pt x="564" y="28"/>
                  </a:cubicBezTo>
                  <a:lnTo>
                    <a:pt x="564" y="20"/>
                  </a:lnTo>
                  <a:cubicBezTo>
                    <a:pt x="564" y="8"/>
                    <a:pt x="556" y="0"/>
                    <a:pt x="54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0" name="Google Shape;1980;p46"/>
            <p:cNvSpPr/>
            <p:nvPr/>
          </p:nvSpPr>
          <p:spPr>
            <a:xfrm>
              <a:off x="3647591" y="5072226"/>
              <a:ext cx="202625" cy="224390"/>
            </a:xfrm>
            <a:custGeom>
              <a:rect b="b" l="l" r="r" t="t"/>
              <a:pathLst>
                <a:path extrusionOk="0" h="433" w="391">
                  <a:moveTo>
                    <a:pt x="368" y="0"/>
                  </a:moveTo>
                  <a:cubicBezTo>
                    <a:pt x="364" y="0"/>
                    <a:pt x="359" y="2"/>
                    <a:pt x="355" y="5"/>
                  </a:cubicBezTo>
                  <a:cubicBezTo>
                    <a:pt x="201" y="95"/>
                    <a:pt x="75" y="237"/>
                    <a:pt x="4" y="403"/>
                  </a:cubicBezTo>
                  <a:cubicBezTo>
                    <a:pt x="0" y="415"/>
                    <a:pt x="4" y="426"/>
                    <a:pt x="16" y="431"/>
                  </a:cubicBezTo>
                  <a:cubicBezTo>
                    <a:pt x="19" y="432"/>
                    <a:pt x="22" y="432"/>
                    <a:pt x="25" y="432"/>
                  </a:cubicBezTo>
                  <a:cubicBezTo>
                    <a:pt x="33" y="432"/>
                    <a:pt x="41" y="428"/>
                    <a:pt x="44" y="419"/>
                  </a:cubicBezTo>
                  <a:cubicBezTo>
                    <a:pt x="111" y="261"/>
                    <a:pt x="229" y="127"/>
                    <a:pt x="379" y="40"/>
                  </a:cubicBezTo>
                  <a:cubicBezTo>
                    <a:pt x="387" y="36"/>
                    <a:pt x="390" y="20"/>
                    <a:pt x="387" y="13"/>
                  </a:cubicBezTo>
                  <a:cubicBezTo>
                    <a:pt x="382" y="5"/>
                    <a:pt x="375" y="0"/>
                    <a:pt x="368"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1" name="Google Shape;1981;p46"/>
            <p:cNvSpPr/>
            <p:nvPr/>
          </p:nvSpPr>
          <p:spPr>
            <a:xfrm>
              <a:off x="5041089" y="1059123"/>
              <a:ext cx="324926" cy="156503"/>
            </a:xfrm>
            <a:custGeom>
              <a:rect b="b" l="l" r="r" t="t"/>
              <a:pathLst>
                <a:path extrusionOk="0" h="302" w="627">
                  <a:moveTo>
                    <a:pt x="44" y="0"/>
                  </a:moveTo>
                  <a:lnTo>
                    <a:pt x="44" y="0"/>
                  </a:lnTo>
                  <a:cubicBezTo>
                    <a:pt x="1" y="135"/>
                    <a:pt x="131" y="288"/>
                    <a:pt x="300" y="300"/>
                  </a:cubicBezTo>
                  <a:cubicBezTo>
                    <a:pt x="307" y="301"/>
                    <a:pt x="313" y="301"/>
                    <a:pt x="320" y="301"/>
                  </a:cubicBezTo>
                  <a:cubicBezTo>
                    <a:pt x="482" y="301"/>
                    <a:pt x="627" y="173"/>
                    <a:pt x="611" y="40"/>
                  </a:cubicBezTo>
                  <a:lnTo>
                    <a:pt x="44"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2" name="Google Shape;1982;p46"/>
            <p:cNvSpPr/>
            <p:nvPr/>
          </p:nvSpPr>
          <p:spPr>
            <a:xfrm>
              <a:off x="5047307" y="1048240"/>
              <a:ext cx="322853" cy="178787"/>
            </a:xfrm>
            <a:custGeom>
              <a:rect b="b" l="l" r="r" t="t"/>
              <a:pathLst>
                <a:path extrusionOk="0" h="345" w="623">
                  <a:moveTo>
                    <a:pt x="47" y="46"/>
                  </a:moveTo>
                  <a:lnTo>
                    <a:pt x="580" y="80"/>
                  </a:lnTo>
                  <a:lnTo>
                    <a:pt x="580" y="80"/>
                  </a:lnTo>
                  <a:lnTo>
                    <a:pt x="580" y="81"/>
                  </a:lnTo>
                  <a:cubicBezTo>
                    <a:pt x="580" y="108"/>
                    <a:pt x="572" y="136"/>
                    <a:pt x="561" y="160"/>
                  </a:cubicBezTo>
                  <a:cubicBezTo>
                    <a:pt x="537" y="199"/>
                    <a:pt x="501" y="234"/>
                    <a:pt x="457" y="258"/>
                  </a:cubicBezTo>
                  <a:cubicBezTo>
                    <a:pt x="415" y="285"/>
                    <a:pt x="363" y="301"/>
                    <a:pt x="308" y="301"/>
                  </a:cubicBezTo>
                  <a:cubicBezTo>
                    <a:pt x="300" y="301"/>
                    <a:pt x="296" y="301"/>
                    <a:pt x="288" y="298"/>
                  </a:cubicBezTo>
                  <a:cubicBezTo>
                    <a:pt x="221" y="294"/>
                    <a:pt x="158" y="266"/>
                    <a:pt x="115" y="223"/>
                  </a:cubicBezTo>
                  <a:cubicBezTo>
                    <a:pt x="71" y="179"/>
                    <a:pt x="44" y="128"/>
                    <a:pt x="44" y="76"/>
                  </a:cubicBezTo>
                  <a:cubicBezTo>
                    <a:pt x="44" y="67"/>
                    <a:pt x="45" y="56"/>
                    <a:pt x="47" y="46"/>
                  </a:cubicBezTo>
                  <a:close/>
                  <a:moveTo>
                    <a:pt x="27" y="0"/>
                  </a:moveTo>
                  <a:cubicBezTo>
                    <a:pt x="20" y="0"/>
                    <a:pt x="12" y="7"/>
                    <a:pt x="8" y="14"/>
                  </a:cubicBezTo>
                  <a:cubicBezTo>
                    <a:pt x="4" y="34"/>
                    <a:pt x="0" y="57"/>
                    <a:pt x="0" y="76"/>
                  </a:cubicBezTo>
                  <a:cubicBezTo>
                    <a:pt x="0" y="143"/>
                    <a:pt x="32" y="207"/>
                    <a:pt x="87" y="254"/>
                  </a:cubicBezTo>
                  <a:cubicBezTo>
                    <a:pt x="138" y="301"/>
                    <a:pt x="209" y="336"/>
                    <a:pt x="288" y="341"/>
                  </a:cubicBezTo>
                  <a:cubicBezTo>
                    <a:pt x="292" y="345"/>
                    <a:pt x="300" y="345"/>
                    <a:pt x="308" y="345"/>
                  </a:cubicBezTo>
                  <a:cubicBezTo>
                    <a:pt x="391" y="345"/>
                    <a:pt x="470" y="313"/>
                    <a:pt x="525" y="266"/>
                  </a:cubicBezTo>
                  <a:cubicBezTo>
                    <a:pt x="557" y="242"/>
                    <a:pt x="580" y="211"/>
                    <a:pt x="596" y="179"/>
                  </a:cubicBezTo>
                  <a:cubicBezTo>
                    <a:pt x="615" y="147"/>
                    <a:pt x="623" y="116"/>
                    <a:pt x="623" y="81"/>
                  </a:cubicBezTo>
                  <a:lnTo>
                    <a:pt x="623" y="57"/>
                  </a:lnTo>
                  <a:cubicBezTo>
                    <a:pt x="619" y="49"/>
                    <a:pt x="612" y="41"/>
                    <a:pt x="604" y="37"/>
                  </a:cubicBezTo>
                  <a:lnTo>
                    <a:pt x="32" y="1"/>
                  </a:lnTo>
                  <a:cubicBezTo>
                    <a:pt x="30" y="1"/>
                    <a:pt x="29" y="0"/>
                    <a:pt x="27"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83" name="Google Shape;1983;p46"/>
          <p:cNvGrpSpPr/>
          <p:nvPr/>
        </p:nvGrpSpPr>
        <p:grpSpPr>
          <a:xfrm flipH="1" rot="-713902">
            <a:off x="3364906" y="7783691"/>
            <a:ext cx="1976172" cy="1130892"/>
            <a:chOff x="-8551466" y="4497909"/>
            <a:chExt cx="2827481" cy="1332274"/>
          </a:xfrm>
        </p:grpSpPr>
        <p:sp>
          <p:nvSpPr>
            <p:cNvPr id="1984" name="Google Shape;1984;p46"/>
            <p:cNvSpPr/>
            <p:nvPr/>
          </p:nvSpPr>
          <p:spPr>
            <a:xfrm>
              <a:off x="-8214265" y="4615977"/>
              <a:ext cx="2490280" cy="956819"/>
            </a:xfrm>
            <a:custGeom>
              <a:rect b="b" l="l" r="r" t="t"/>
              <a:pathLst>
                <a:path extrusionOk="0" h="2026" w="5273">
                  <a:moveTo>
                    <a:pt x="975" y="0"/>
                  </a:moveTo>
                  <a:cubicBezTo>
                    <a:pt x="686" y="0"/>
                    <a:pt x="399" y="96"/>
                    <a:pt x="186" y="294"/>
                  </a:cubicBezTo>
                  <a:cubicBezTo>
                    <a:pt x="126" y="349"/>
                    <a:pt x="75" y="405"/>
                    <a:pt x="32" y="472"/>
                  </a:cubicBezTo>
                  <a:cubicBezTo>
                    <a:pt x="0" y="520"/>
                    <a:pt x="0" y="586"/>
                    <a:pt x="48" y="626"/>
                  </a:cubicBezTo>
                  <a:cubicBezTo>
                    <a:pt x="66" y="641"/>
                    <a:pt x="91" y="649"/>
                    <a:pt x="117" y="649"/>
                  </a:cubicBezTo>
                  <a:cubicBezTo>
                    <a:pt x="150" y="649"/>
                    <a:pt x="184" y="635"/>
                    <a:pt x="202" y="606"/>
                  </a:cubicBezTo>
                  <a:cubicBezTo>
                    <a:pt x="351" y="381"/>
                    <a:pt x="604" y="247"/>
                    <a:pt x="872" y="223"/>
                  </a:cubicBezTo>
                  <a:cubicBezTo>
                    <a:pt x="907" y="220"/>
                    <a:pt x="942" y="218"/>
                    <a:pt x="977" y="218"/>
                  </a:cubicBezTo>
                  <a:cubicBezTo>
                    <a:pt x="1274" y="218"/>
                    <a:pt x="1555" y="346"/>
                    <a:pt x="1791" y="520"/>
                  </a:cubicBezTo>
                  <a:cubicBezTo>
                    <a:pt x="1937" y="622"/>
                    <a:pt x="2082" y="713"/>
                    <a:pt x="2264" y="717"/>
                  </a:cubicBezTo>
                  <a:cubicBezTo>
                    <a:pt x="2270" y="717"/>
                    <a:pt x="2276" y="717"/>
                    <a:pt x="2282" y="717"/>
                  </a:cubicBezTo>
                  <a:cubicBezTo>
                    <a:pt x="2449" y="717"/>
                    <a:pt x="2613" y="668"/>
                    <a:pt x="2781" y="646"/>
                  </a:cubicBezTo>
                  <a:cubicBezTo>
                    <a:pt x="2863" y="634"/>
                    <a:pt x="2945" y="627"/>
                    <a:pt x="3026" y="627"/>
                  </a:cubicBezTo>
                  <a:cubicBezTo>
                    <a:pt x="3113" y="627"/>
                    <a:pt x="3200" y="635"/>
                    <a:pt x="3285" y="653"/>
                  </a:cubicBezTo>
                  <a:cubicBezTo>
                    <a:pt x="3467" y="689"/>
                    <a:pt x="3624" y="795"/>
                    <a:pt x="3802" y="839"/>
                  </a:cubicBezTo>
                  <a:cubicBezTo>
                    <a:pt x="3894" y="862"/>
                    <a:pt x="3990" y="869"/>
                    <a:pt x="4085" y="869"/>
                  </a:cubicBezTo>
                  <a:cubicBezTo>
                    <a:pt x="4151" y="869"/>
                    <a:pt x="4217" y="865"/>
                    <a:pt x="4283" y="862"/>
                  </a:cubicBezTo>
                  <a:cubicBezTo>
                    <a:pt x="4318" y="861"/>
                    <a:pt x="4355" y="860"/>
                    <a:pt x="4391" y="860"/>
                  </a:cubicBezTo>
                  <a:cubicBezTo>
                    <a:pt x="4508" y="860"/>
                    <a:pt x="4627" y="870"/>
                    <a:pt x="4732" y="917"/>
                  </a:cubicBezTo>
                  <a:cubicBezTo>
                    <a:pt x="4953" y="1020"/>
                    <a:pt x="5076" y="1304"/>
                    <a:pt x="4957" y="1525"/>
                  </a:cubicBezTo>
                  <a:cubicBezTo>
                    <a:pt x="4852" y="1718"/>
                    <a:pt x="4599" y="1807"/>
                    <a:pt x="4380" y="1807"/>
                  </a:cubicBezTo>
                  <a:cubicBezTo>
                    <a:pt x="4362" y="1807"/>
                    <a:pt x="4344" y="1806"/>
                    <a:pt x="4326" y="1805"/>
                  </a:cubicBezTo>
                  <a:cubicBezTo>
                    <a:pt x="3975" y="1781"/>
                    <a:pt x="3664" y="1576"/>
                    <a:pt x="3356" y="1422"/>
                  </a:cubicBezTo>
                  <a:cubicBezTo>
                    <a:pt x="3055" y="1277"/>
                    <a:pt x="2724" y="1169"/>
                    <a:pt x="2384" y="1169"/>
                  </a:cubicBezTo>
                  <a:cubicBezTo>
                    <a:pt x="2373" y="1169"/>
                    <a:pt x="2362" y="1170"/>
                    <a:pt x="2350" y="1170"/>
                  </a:cubicBezTo>
                  <a:cubicBezTo>
                    <a:pt x="2177" y="1177"/>
                    <a:pt x="2015" y="1221"/>
                    <a:pt x="1846" y="1257"/>
                  </a:cubicBezTo>
                  <a:cubicBezTo>
                    <a:pt x="1744" y="1278"/>
                    <a:pt x="1643" y="1291"/>
                    <a:pt x="1540" y="1291"/>
                  </a:cubicBezTo>
                  <a:cubicBezTo>
                    <a:pt x="1472" y="1291"/>
                    <a:pt x="1403" y="1285"/>
                    <a:pt x="1333" y="1272"/>
                  </a:cubicBezTo>
                  <a:cubicBezTo>
                    <a:pt x="1250" y="1257"/>
                    <a:pt x="1172" y="1233"/>
                    <a:pt x="1092" y="1206"/>
                  </a:cubicBezTo>
                  <a:cubicBezTo>
                    <a:pt x="1078" y="1200"/>
                    <a:pt x="1063" y="1197"/>
                    <a:pt x="1050" y="1197"/>
                  </a:cubicBezTo>
                  <a:cubicBezTo>
                    <a:pt x="946" y="1197"/>
                    <a:pt x="891" y="1357"/>
                    <a:pt x="1006" y="1403"/>
                  </a:cubicBezTo>
                  <a:cubicBezTo>
                    <a:pt x="1187" y="1474"/>
                    <a:pt x="1376" y="1509"/>
                    <a:pt x="1566" y="1509"/>
                  </a:cubicBezTo>
                  <a:cubicBezTo>
                    <a:pt x="1755" y="1505"/>
                    <a:pt x="1933" y="1457"/>
                    <a:pt x="2114" y="1419"/>
                  </a:cubicBezTo>
                  <a:cubicBezTo>
                    <a:pt x="2207" y="1400"/>
                    <a:pt x="2300" y="1392"/>
                    <a:pt x="2392" y="1392"/>
                  </a:cubicBezTo>
                  <a:cubicBezTo>
                    <a:pt x="2653" y="1392"/>
                    <a:pt x="2906" y="1461"/>
                    <a:pt x="3151" y="1568"/>
                  </a:cubicBezTo>
                  <a:cubicBezTo>
                    <a:pt x="3506" y="1726"/>
                    <a:pt x="3829" y="1951"/>
                    <a:pt x="4219" y="2014"/>
                  </a:cubicBezTo>
                  <a:cubicBezTo>
                    <a:pt x="4269" y="2021"/>
                    <a:pt x="4320" y="2025"/>
                    <a:pt x="4371" y="2025"/>
                  </a:cubicBezTo>
                  <a:cubicBezTo>
                    <a:pt x="4619" y="2025"/>
                    <a:pt x="4871" y="1938"/>
                    <a:pt x="5047" y="1761"/>
                  </a:cubicBezTo>
                  <a:cubicBezTo>
                    <a:pt x="5272" y="1532"/>
                    <a:pt x="5269" y="1182"/>
                    <a:pt x="5083" y="933"/>
                  </a:cubicBezTo>
                  <a:cubicBezTo>
                    <a:pt x="4981" y="799"/>
                    <a:pt x="4843" y="713"/>
                    <a:pt x="4685" y="673"/>
                  </a:cubicBezTo>
                  <a:cubicBezTo>
                    <a:pt x="4593" y="649"/>
                    <a:pt x="4498" y="643"/>
                    <a:pt x="4404" y="643"/>
                  </a:cubicBezTo>
                  <a:cubicBezTo>
                    <a:pt x="4325" y="643"/>
                    <a:pt x="4246" y="648"/>
                    <a:pt x="4168" y="649"/>
                  </a:cubicBezTo>
                  <a:cubicBezTo>
                    <a:pt x="4138" y="651"/>
                    <a:pt x="4108" y="652"/>
                    <a:pt x="4077" y="652"/>
                  </a:cubicBezTo>
                  <a:cubicBezTo>
                    <a:pt x="4025" y="652"/>
                    <a:pt x="3972" y="649"/>
                    <a:pt x="3920" y="642"/>
                  </a:cubicBezTo>
                  <a:cubicBezTo>
                    <a:pt x="3829" y="626"/>
                    <a:pt x="3746" y="594"/>
                    <a:pt x="3664" y="558"/>
                  </a:cubicBezTo>
                  <a:cubicBezTo>
                    <a:pt x="3486" y="480"/>
                    <a:pt x="3316" y="420"/>
                    <a:pt x="3123" y="413"/>
                  </a:cubicBezTo>
                  <a:cubicBezTo>
                    <a:pt x="3090" y="411"/>
                    <a:pt x="3057" y="410"/>
                    <a:pt x="3024" y="410"/>
                  </a:cubicBezTo>
                  <a:cubicBezTo>
                    <a:pt x="2866" y="410"/>
                    <a:pt x="2712" y="431"/>
                    <a:pt x="2555" y="460"/>
                  </a:cubicBezTo>
                  <a:cubicBezTo>
                    <a:pt x="2464" y="479"/>
                    <a:pt x="2376" y="498"/>
                    <a:pt x="2291" y="498"/>
                  </a:cubicBezTo>
                  <a:cubicBezTo>
                    <a:pt x="2214" y="498"/>
                    <a:pt x="2139" y="483"/>
                    <a:pt x="2062" y="440"/>
                  </a:cubicBezTo>
                  <a:cubicBezTo>
                    <a:pt x="1984" y="393"/>
                    <a:pt x="1913" y="334"/>
                    <a:pt x="1838" y="287"/>
                  </a:cubicBezTo>
                  <a:cubicBezTo>
                    <a:pt x="1759" y="231"/>
                    <a:pt x="1680" y="184"/>
                    <a:pt x="1593" y="145"/>
                  </a:cubicBezTo>
                  <a:cubicBezTo>
                    <a:pt x="1424" y="65"/>
                    <a:pt x="1243" y="14"/>
                    <a:pt x="1057" y="3"/>
                  </a:cubicBezTo>
                  <a:cubicBezTo>
                    <a:pt x="1030" y="1"/>
                    <a:pt x="1003" y="0"/>
                    <a:pt x="975" y="0"/>
                  </a:cubicBezTo>
                  <a:close/>
                </a:path>
              </a:pathLst>
            </a:cu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5" name="Google Shape;1985;p46"/>
            <p:cNvSpPr/>
            <p:nvPr/>
          </p:nvSpPr>
          <p:spPr>
            <a:xfrm>
              <a:off x="-8065499" y="4497909"/>
              <a:ext cx="912898" cy="545944"/>
            </a:xfrm>
            <a:custGeom>
              <a:rect b="b" l="l" r="r" t="t"/>
              <a:pathLst>
                <a:path extrusionOk="0" h="1156" w="1933">
                  <a:moveTo>
                    <a:pt x="612" y="0"/>
                  </a:moveTo>
                  <a:cubicBezTo>
                    <a:pt x="592" y="20"/>
                    <a:pt x="581" y="48"/>
                    <a:pt x="561" y="67"/>
                  </a:cubicBezTo>
                  <a:cubicBezTo>
                    <a:pt x="526" y="119"/>
                    <a:pt x="486" y="170"/>
                    <a:pt x="450" y="221"/>
                  </a:cubicBezTo>
                  <a:cubicBezTo>
                    <a:pt x="415" y="268"/>
                    <a:pt x="384" y="320"/>
                    <a:pt x="352" y="371"/>
                  </a:cubicBezTo>
                  <a:cubicBezTo>
                    <a:pt x="348" y="379"/>
                    <a:pt x="340" y="391"/>
                    <a:pt x="336" y="399"/>
                  </a:cubicBezTo>
                  <a:cubicBezTo>
                    <a:pt x="317" y="399"/>
                    <a:pt x="293" y="367"/>
                    <a:pt x="281" y="355"/>
                  </a:cubicBezTo>
                  <a:cubicBezTo>
                    <a:pt x="237" y="324"/>
                    <a:pt x="190" y="296"/>
                    <a:pt x="147" y="268"/>
                  </a:cubicBezTo>
                  <a:cubicBezTo>
                    <a:pt x="107" y="241"/>
                    <a:pt x="68" y="213"/>
                    <a:pt x="33" y="178"/>
                  </a:cubicBezTo>
                  <a:cubicBezTo>
                    <a:pt x="20" y="170"/>
                    <a:pt x="17" y="162"/>
                    <a:pt x="0" y="162"/>
                  </a:cubicBezTo>
                  <a:lnTo>
                    <a:pt x="0" y="190"/>
                  </a:lnTo>
                  <a:cubicBezTo>
                    <a:pt x="5" y="213"/>
                    <a:pt x="5" y="237"/>
                    <a:pt x="5" y="261"/>
                  </a:cubicBezTo>
                  <a:cubicBezTo>
                    <a:pt x="9" y="328"/>
                    <a:pt x="17" y="399"/>
                    <a:pt x="20" y="466"/>
                  </a:cubicBezTo>
                  <a:cubicBezTo>
                    <a:pt x="24" y="525"/>
                    <a:pt x="36" y="588"/>
                    <a:pt x="53" y="651"/>
                  </a:cubicBezTo>
                  <a:cubicBezTo>
                    <a:pt x="56" y="670"/>
                    <a:pt x="60" y="679"/>
                    <a:pt x="56" y="699"/>
                  </a:cubicBezTo>
                  <a:lnTo>
                    <a:pt x="1026" y="1156"/>
                  </a:lnTo>
                  <a:cubicBezTo>
                    <a:pt x="1132" y="1116"/>
                    <a:pt x="1239" y="1072"/>
                    <a:pt x="1341" y="1021"/>
                  </a:cubicBezTo>
                  <a:cubicBezTo>
                    <a:pt x="1448" y="967"/>
                    <a:pt x="1554" y="907"/>
                    <a:pt x="1657" y="844"/>
                  </a:cubicBezTo>
                  <a:cubicBezTo>
                    <a:pt x="1728" y="805"/>
                    <a:pt x="1799" y="765"/>
                    <a:pt x="1862" y="718"/>
                  </a:cubicBezTo>
                  <a:cubicBezTo>
                    <a:pt x="1886" y="702"/>
                    <a:pt x="1913" y="686"/>
                    <a:pt x="1933" y="663"/>
                  </a:cubicBezTo>
                  <a:cubicBezTo>
                    <a:pt x="1929" y="659"/>
                    <a:pt x="1917" y="659"/>
                    <a:pt x="1913" y="659"/>
                  </a:cubicBezTo>
                  <a:cubicBezTo>
                    <a:pt x="1882" y="659"/>
                    <a:pt x="1851" y="655"/>
                    <a:pt x="1818" y="655"/>
                  </a:cubicBezTo>
                  <a:cubicBezTo>
                    <a:pt x="1806" y="655"/>
                    <a:pt x="1793" y="654"/>
                    <a:pt x="1780" y="654"/>
                  </a:cubicBezTo>
                  <a:cubicBezTo>
                    <a:pt x="1701" y="654"/>
                    <a:pt x="1620" y="663"/>
                    <a:pt x="1538" y="667"/>
                  </a:cubicBezTo>
                  <a:cubicBezTo>
                    <a:pt x="1456" y="670"/>
                    <a:pt x="1373" y="667"/>
                    <a:pt x="1290" y="690"/>
                  </a:cubicBezTo>
                  <a:cubicBezTo>
                    <a:pt x="1270" y="694"/>
                    <a:pt x="1251" y="706"/>
                    <a:pt x="1231" y="710"/>
                  </a:cubicBezTo>
                  <a:lnTo>
                    <a:pt x="1223" y="710"/>
                  </a:lnTo>
                  <a:cubicBezTo>
                    <a:pt x="1219" y="686"/>
                    <a:pt x="1247" y="655"/>
                    <a:pt x="1259" y="635"/>
                  </a:cubicBezTo>
                  <a:cubicBezTo>
                    <a:pt x="1290" y="568"/>
                    <a:pt x="1325" y="501"/>
                    <a:pt x="1361" y="434"/>
                  </a:cubicBezTo>
                  <a:cubicBezTo>
                    <a:pt x="1396" y="359"/>
                    <a:pt x="1440" y="288"/>
                    <a:pt x="1467" y="213"/>
                  </a:cubicBezTo>
                  <a:cubicBezTo>
                    <a:pt x="1476" y="197"/>
                    <a:pt x="1480" y="178"/>
                    <a:pt x="1483" y="158"/>
                  </a:cubicBezTo>
                  <a:cubicBezTo>
                    <a:pt x="1483" y="155"/>
                    <a:pt x="1487" y="150"/>
                    <a:pt x="1483" y="146"/>
                  </a:cubicBezTo>
                  <a:cubicBezTo>
                    <a:pt x="1467" y="146"/>
                    <a:pt x="1448" y="158"/>
                    <a:pt x="1429" y="166"/>
                  </a:cubicBezTo>
                  <a:cubicBezTo>
                    <a:pt x="1393" y="182"/>
                    <a:pt x="1358" y="197"/>
                    <a:pt x="1318" y="209"/>
                  </a:cubicBezTo>
                  <a:cubicBezTo>
                    <a:pt x="1216" y="241"/>
                    <a:pt x="1121" y="296"/>
                    <a:pt x="1023" y="344"/>
                  </a:cubicBezTo>
                  <a:cubicBezTo>
                    <a:pt x="943" y="379"/>
                    <a:pt x="861" y="410"/>
                    <a:pt x="781" y="442"/>
                  </a:cubicBezTo>
                  <a:cubicBezTo>
                    <a:pt x="770" y="446"/>
                    <a:pt x="762" y="454"/>
                    <a:pt x="754" y="454"/>
                  </a:cubicBezTo>
                  <a:cubicBezTo>
                    <a:pt x="746" y="430"/>
                    <a:pt x="739" y="406"/>
                    <a:pt x="730" y="379"/>
                  </a:cubicBezTo>
                  <a:cubicBezTo>
                    <a:pt x="715" y="328"/>
                    <a:pt x="699" y="277"/>
                    <a:pt x="687" y="221"/>
                  </a:cubicBezTo>
                  <a:cubicBezTo>
                    <a:pt x="671" y="162"/>
                    <a:pt x="648" y="107"/>
                    <a:pt x="632" y="48"/>
                  </a:cubicBezTo>
                  <a:cubicBezTo>
                    <a:pt x="628" y="28"/>
                    <a:pt x="624" y="13"/>
                    <a:pt x="612" y="0"/>
                  </a:cubicBezTo>
                  <a:close/>
                </a:path>
              </a:pathLst>
            </a:cu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6" name="Google Shape;1986;p46"/>
            <p:cNvSpPr/>
            <p:nvPr/>
          </p:nvSpPr>
          <p:spPr>
            <a:xfrm>
              <a:off x="-8551466" y="4708541"/>
              <a:ext cx="1322828" cy="1121641"/>
            </a:xfrm>
            <a:custGeom>
              <a:rect b="b" l="l" r="r" t="t"/>
              <a:pathLst>
                <a:path extrusionOk="0" h="2375" w="2801">
                  <a:moveTo>
                    <a:pt x="518" y="0"/>
                  </a:moveTo>
                  <a:cubicBezTo>
                    <a:pt x="501" y="4"/>
                    <a:pt x="501" y="8"/>
                    <a:pt x="498" y="24"/>
                  </a:cubicBezTo>
                  <a:cubicBezTo>
                    <a:pt x="478" y="79"/>
                    <a:pt x="454" y="134"/>
                    <a:pt x="438" y="189"/>
                  </a:cubicBezTo>
                  <a:cubicBezTo>
                    <a:pt x="427" y="237"/>
                    <a:pt x="423" y="288"/>
                    <a:pt x="419" y="335"/>
                  </a:cubicBezTo>
                  <a:cubicBezTo>
                    <a:pt x="414" y="366"/>
                    <a:pt x="411" y="395"/>
                    <a:pt x="403" y="426"/>
                  </a:cubicBezTo>
                  <a:cubicBezTo>
                    <a:pt x="383" y="504"/>
                    <a:pt x="340" y="575"/>
                    <a:pt x="320" y="655"/>
                  </a:cubicBezTo>
                  <a:cubicBezTo>
                    <a:pt x="305" y="721"/>
                    <a:pt x="296" y="785"/>
                    <a:pt x="272" y="848"/>
                  </a:cubicBezTo>
                  <a:cubicBezTo>
                    <a:pt x="257" y="887"/>
                    <a:pt x="241" y="926"/>
                    <a:pt x="230" y="966"/>
                  </a:cubicBezTo>
                  <a:cubicBezTo>
                    <a:pt x="214" y="1005"/>
                    <a:pt x="198" y="1049"/>
                    <a:pt x="186" y="1092"/>
                  </a:cubicBezTo>
                  <a:cubicBezTo>
                    <a:pt x="174" y="1132"/>
                    <a:pt x="163" y="1167"/>
                    <a:pt x="163" y="1203"/>
                  </a:cubicBezTo>
                  <a:cubicBezTo>
                    <a:pt x="163" y="1234"/>
                    <a:pt x="159" y="1258"/>
                    <a:pt x="150" y="1285"/>
                  </a:cubicBezTo>
                  <a:cubicBezTo>
                    <a:pt x="135" y="1329"/>
                    <a:pt x="115" y="1368"/>
                    <a:pt x="103" y="1412"/>
                  </a:cubicBezTo>
                  <a:cubicBezTo>
                    <a:pt x="88" y="1447"/>
                    <a:pt x="76" y="1483"/>
                    <a:pt x="68" y="1518"/>
                  </a:cubicBezTo>
                  <a:cubicBezTo>
                    <a:pt x="52" y="1573"/>
                    <a:pt x="1" y="1731"/>
                    <a:pt x="44" y="1782"/>
                  </a:cubicBezTo>
                  <a:cubicBezTo>
                    <a:pt x="72" y="1818"/>
                    <a:pt x="277" y="1853"/>
                    <a:pt x="328" y="1865"/>
                  </a:cubicBezTo>
                  <a:cubicBezTo>
                    <a:pt x="430" y="1889"/>
                    <a:pt x="529" y="1916"/>
                    <a:pt x="632" y="1936"/>
                  </a:cubicBezTo>
                  <a:cubicBezTo>
                    <a:pt x="916" y="1987"/>
                    <a:pt x="1195" y="2066"/>
                    <a:pt x="1471" y="2149"/>
                  </a:cubicBezTo>
                  <a:cubicBezTo>
                    <a:pt x="1519" y="2164"/>
                    <a:pt x="1562" y="2184"/>
                    <a:pt x="1610" y="2196"/>
                  </a:cubicBezTo>
                  <a:cubicBezTo>
                    <a:pt x="1637" y="2200"/>
                    <a:pt x="1661" y="2204"/>
                    <a:pt x="1688" y="2212"/>
                  </a:cubicBezTo>
                  <a:cubicBezTo>
                    <a:pt x="1732" y="2224"/>
                    <a:pt x="1775" y="2235"/>
                    <a:pt x="1819" y="2244"/>
                  </a:cubicBezTo>
                  <a:cubicBezTo>
                    <a:pt x="1862" y="2255"/>
                    <a:pt x="1910" y="2267"/>
                    <a:pt x="1952" y="2283"/>
                  </a:cubicBezTo>
                  <a:cubicBezTo>
                    <a:pt x="1984" y="2295"/>
                    <a:pt x="2016" y="2302"/>
                    <a:pt x="2047" y="2311"/>
                  </a:cubicBezTo>
                  <a:cubicBezTo>
                    <a:pt x="2087" y="2319"/>
                    <a:pt x="2123" y="2319"/>
                    <a:pt x="2158" y="2322"/>
                  </a:cubicBezTo>
                  <a:cubicBezTo>
                    <a:pt x="2217" y="2330"/>
                    <a:pt x="2276" y="2354"/>
                    <a:pt x="2331" y="2366"/>
                  </a:cubicBezTo>
                  <a:cubicBezTo>
                    <a:pt x="2338" y="2369"/>
                    <a:pt x="2352" y="2374"/>
                    <a:pt x="2359" y="2374"/>
                  </a:cubicBezTo>
                  <a:cubicBezTo>
                    <a:pt x="2361" y="2374"/>
                    <a:pt x="2362" y="2374"/>
                    <a:pt x="2363" y="2373"/>
                  </a:cubicBezTo>
                  <a:cubicBezTo>
                    <a:pt x="2367" y="2370"/>
                    <a:pt x="2367" y="2362"/>
                    <a:pt x="2367" y="2362"/>
                  </a:cubicBezTo>
                  <a:cubicBezTo>
                    <a:pt x="2370" y="2350"/>
                    <a:pt x="2374" y="2338"/>
                    <a:pt x="2378" y="2330"/>
                  </a:cubicBezTo>
                  <a:cubicBezTo>
                    <a:pt x="2394" y="2287"/>
                    <a:pt x="2394" y="2240"/>
                    <a:pt x="2410" y="2196"/>
                  </a:cubicBezTo>
                  <a:cubicBezTo>
                    <a:pt x="2425" y="2133"/>
                    <a:pt x="2461" y="2074"/>
                    <a:pt x="2481" y="2007"/>
                  </a:cubicBezTo>
                  <a:cubicBezTo>
                    <a:pt x="2496" y="1956"/>
                    <a:pt x="2512" y="1900"/>
                    <a:pt x="2525" y="1845"/>
                  </a:cubicBezTo>
                  <a:cubicBezTo>
                    <a:pt x="2540" y="1782"/>
                    <a:pt x="2556" y="1720"/>
                    <a:pt x="2572" y="1656"/>
                  </a:cubicBezTo>
                  <a:cubicBezTo>
                    <a:pt x="2587" y="1597"/>
                    <a:pt x="2603" y="1538"/>
                    <a:pt x="2619" y="1478"/>
                  </a:cubicBezTo>
                  <a:cubicBezTo>
                    <a:pt x="2638" y="1400"/>
                    <a:pt x="2667" y="1321"/>
                    <a:pt x="2686" y="1238"/>
                  </a:cubicBezTo>
                  <a:cubicBezTo>
                    <a:pt x="2714" y="1128"/>
                    <a:pt x="2738" y="1017"/>
                    <a:pt x="2769" y="907"/>
                  </a:cubicBezTo>
                  <a:cubicBezTo>
                    <a:pt x="2776" y="868"/>
                    <a:pt x="2785" y="824"/>
                    <a:pt x="2793" y="785"/>
                  </a:cubicBezTo>
                  <a:cubicBezTo>
                    <a:pt x="2796" y="757"/>
                    <a:pt x="2800" y="730"/>
                    <a:pt x="2800" y="702"/>
                  </a:cubicBezTo>
                  <a:cubicBezTo>
                    <a:pt x="2796" y="679"/>
                    <a:pt x="2776" y="682"/>
                    <a:pt x="2757" y="679"/>
                  </a:cubicBezTo>
                  <a:cubicBezTo>
                    <a:pt x="2729" y="666"/>
                    <a:pt x="2705" y="655"/>
                    <a:pt x="2678" y="646"/>
                  </a:cubicBezTo>
                  <a:cubicBezTo>
                    <a:pt x="2631" y="626"/>
                    <a:pt x="2591" y="599"/>
                    <a:pt x="2544" y="579"/>
                  </a:cubicBezTo>
                  <a:cubicBezTo>
                    <a:pt x="2489" y="560"/>
                    <a:pt x="2434" y="544"/>
                    <a:pt x="2378" y="524"/>
                  </a:cubicBezTo>
                  <a:cubicBezTo>
                    <a:pt x="2316" y="497"/>
                    <a:pt x="2248" y="477"/>
                    <a:pt x="2177" y="457"/>
                  </a:cubicBezTo>
                  <a:cubicBezTo>
                    <a:pt x="2138" y="446"/>
                    <a:pt x="2103" y="433"/>
                    <a:pt x="2063" y="418"/>
                  </a:cubicBezTo>
                  <a:cubicBezTo>
                    <a:pt x="2059" y="398"/>
                    <a:pt x="2055" y="375"/>
                    <a:pt x="2052" y="355"/>
                  </a:cubicBezTo>
                  <a:cubicBezTo>
                    <a:pt x="2047" y="327"/>
                    <a:pt x="2047" y="300"/>
                    <a:pt x="2039" y="272"/>
                  </a:cubicBezTo>
                  <a:cubicBezTo>
                    <a:pt x="2032" y="244"/>
                    <a:pt x="2008" y="233"/>
                    <a:pt x="1984" y="221"/>
                  </a:cubicBezTo>
                  <a:cubicBezTo>
                    <a:pt x="1894" y="173"/>
                    <a:pt x="1799" y="138"/>
                    <a:pt x="1704" y="111"/>
                  </a:cubicBezTo>
                  <a:cubicBezTo>
                    <a:pt x="1613" y="82"/>
                    <a:pt x="1515" y="59"/>
                    <a:pt x="1417" y="51"/>
                  </a:cubicBezTo>
                  <a:cubicBezTo>
                    <a:pt x="1413" y="51"/>
                    <a:pt x="1409" y="51"/>
                    <a:pt x="1405" y="51"/>
                  </a:cubicBezTo>
                  <a:cubicBezTo>
                    <a:pt x="1356" y="51"/>
                    <a:pt x="1327" y="74"/>
                    <a:pt x="1298" y="115"/>
                  </a:cubicBezTo>
                  <a:cubicBezTo>
                    <a:pt x="1278" y="138"/>
                    <a:pt x="1262" y="166"/>
                    <a:pt x="1247" y="193"/>
                  </a:cubicBezTo>
                  <a:cubicBezTo>
                    <a:pt x="1223" y="185"/>
                    <a:pt x="1200" y="177"/>
                    <a:pt x="1171" y="173"/>
                  </a:cubicBezTo>
                  <a:cubicBezTo>
                    <a:pt x="1026" y="130"/>
                    <a:pt x="876" y="91"/>
                    <a:pt x="730" y="40"/>
                  </a:cubicBezTo>
                  <a:cubicBezTo>
                    <a:pt x="687" y="27"/>
                    <a:pt x="640" y="11"/>
                    <a:pt x="592" y="8"/>
                  </a:cubicBezTo>
                  <a:cubicBezTo>
                    <a:pt x="569" y="4"/>
                    <a:pt x="541" y="0"/>
                    <a:pt x="518" y="0"/>
                  </a:cubicBezTo>
                  <a:close/>
                </a:path>
              </a:pathLst>
            </a:custGeom>
            <a:solidFill>
              <a:schemeClr val="dk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7" name="Google Shape;1987;p46"/>
            <p:cNvSpPr/>
            <p:nvPr/>
          </p:nvSpPr>
          <p:spPr>
            <a:xfrm>
              <a:off x="-8121227" y="5035352"/>
              <a:ext cx="502968" cy="420320"/>
            </a:xfrm>
            <a:custGeom>
              <a:rect b="b" l="l" r="r" t="t"/>
              <a:pathLst>
                <a:path extrusionOk="0" h="890" w="1065">
                  <a:moveTo>
                    <a:pt x="519" y="0"/>
                  </a:moveTo>
                  <a:cubicBezTo>
                    <a:pt x="390" y="0"/>
                    <a:pt x="262" y="47"/>
                    <a:pt x="166" y="132"/>
                  </a:cubicBezTo>
                  <a:cubicBezTo>
                    <a:pt x="162" y="136"/>
                    <a:pt x="154" y="144"/>
                    <a:pt x="147" y="152"/>
                  </a:cubicBezTo>
                  <a:cubicBezTo>
                    <a:pt x="16" y="282"/>
                    <a:pt x="0" y="455"/>
                    <a:pt x="67" y="629"/>
                  </a:cubicBezTo>
                  <a:cubicBezTo>
                    <a:pt x="91" y="688"/>
                    <a:pt x="127" y="731"/>
                    <a:pt x="174" y="775"/>
                  </a:cubicBezTo>
                  <a:cubicBezTo>
                    <a:pt x="222" y="818"/>
                    <a:pt x="273" y="834"/>
                    <a:pt x="328" y="857"/>
                  </a:cubicBezTo>
                  <a:cubicBezTo>
                    <a:pt x="387" y="879"/>
                    <a:pt x="445" y="889"/>
                    <a:pt x="500" y="889"/>
                  </a:cubicBezTo>
                  <a:cubicBezTo>
                    <a:pt x="687" y="889"/>
                    <a:pt x="847" y="774"/>
                    <a:pt x="935" y="589"/>
                  </a:cubicBezTo>
                  <a:cubicBezTo>
                    <a:pt x="1065" y="305"/>
                    <a:pt x="844" y="29"/>
                    <a:pt x="560" y="2"/>
                  </a:cubicBezTo>
                  <a:cubicBezTo>
                    <a:pt x="547" y="1"/>
                    <a:pt x="533" y="0"/>
                    <a:pt x="519" y="0"/>
                  </a:cubicBezTo>
                  <a:close/>
                </a:path>
              </a:pathLst>
            </a:cu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8" name="Google Shape;1988;p46"/>
            <p:cNvSpPr/>
            <p:nvPr/>
          </p:nvSpPr>
          <p:spPr>
            <a:xfrm>
              <a:off x="-8078251" y="5076912"/>
              <a:ext cx="385845" cy="331534"/>
            </a:xfrm>
            <a:custGeom>
              <a:rect b="b" l="l" r="r" t="t"/>
              <a:pathLst>
                <a:path extrusionOk="0" h="702" w="817">
                  <a:moveTo>
                    <a:pt x="447" y="0"/>
                  </a:moveTo>
                  <a:cubicBezTo>
                    <a:pt x="321" y="0"/>
                    <a:pt x="199" y="60"/>
                    <a:pt x="127" y="150"/>
                  </a:cubicBezTo>
                  <a:cubicBezTo>
                    <a:pt x="12" y="296"/>
                    <a:pt x="0" y="525"/>
                    <a:pt x="182" y="643"/>
                  </a:cubicBezTo>
                  <a:cubicBezTo>
                    <a:pt x="246" y="683"/>
                    <a:pt x="317" y="701"/>
                    <a:pt x="387" y="701"/>
                  </a:cubicBezTo>
                  <a:cubicBezTo>
                    <a:pt x="485" y="701"/>
                    <a:pt x="582" y="666"/>
                    <a:pt x="655" y="604"/>
                  </a:cubicBezTo>
                  <a:cubicBezTo>
                    <a:pt x="718" y="561"/>
                    <a:pt x="761" y="494"/>
                    <a:pt x="785" y="427"/>
                  </a:cubicBezTo>
                  <a:cubicBezTo>
                    <a:pt x="817" y="343"/>
                    <a:pt x="813" y="257"/>
                    <a:pt x="766" y="178"/>
                  </a:cubicBezTo>
                  <a:cubicBezTo>
                    <a:pt x="726" y="111"/>
                    <a:pt x="659" y="52"/>
                    <a:pt x="580" y="24"/>
                  </a:cubicBezTo>
                  <a:cubicBezTo>
                    <a:pt x="537" y="8"/>
                    <a:pt x="491" y="0"/>
                    <a:pt x="447" y="0"/>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9" name="Google Shape;1989;p46"/>
            <p:cNvSpPr/>
            <p:nvPr/>
          </p:nvSpPr>
          <p:spPr>
            <a:xfrm>
              <a:off x="-7908706" y="4784577"/>
              <a:ext cx="270611" cy="109094"/>
            </a:xfrm>
            <a:custGeom>
              <a:rect b="b" l="l" r="r" t="t"/>
              <a:pathLst>
                <a:path extrusionOk="0" h="231" w="573">
                  <a:moveTo>
                    <a:pt x="8" y="74"/>
                  </a:moveTo>
                  <a:lnTo>
                    <a:pt x="8" y="74"/>
                  </a:lnTo>
                  <a:cubicBezTo>
                    <a:pt x="7" y="74"/>
                    <a:pt x="7" y="75"/>
                    <a:pt x="7" y="78"/>
                  </a:cubicBezTo>
                  <a:lnTo>
                    <a:pt x="7" y="78"/>
                  </a:lnTo>
                  <a:cubicBezTo>
                    <a:pt x="7" y="77"/>
                    <a:pt x="8" y="76"/>
                    <a:pt x="8" y="76"/>
                  </a:cubicBezTo>
                  <a:cubicBezTo>
                    <a:pt x="8" y="75"/>
                    <a:pt x="8" y="74"/>
                    <a:pt x="8" y="74"/>
                  </a:cubicBezTo>
                  <a:close/>
                  <a:moveTo>
                    <a:pt x="118" y="1"/>
                  </a:moveTo>
                  <a:cubicBezTo>
                    <a:pt x="99" y="1"/>
                    <a:pt x="87" y="5"/>
                    <a:pt x="71" y="12"/>
                  </a:cubicBezTo>
                  <a:cubicBezTo>
                    <a:pt x="52" y="24"/>
                    <a:pt x="36" y="36"/>
                    <a:pt x="23" y="60"/>
                  </a:cubicBezTo>
                  <a:cubicBezTo>
                    <a:pt x="20" y="68"/>
                    <a:pt x="8" y="76"/>
                    <a:pt x="8" y="87"/>
                  </a:cubicBezTo>
                  <a:cubicBezTo>
                    <a:pt x="7" y="83"/>
                    <a:pt x="7" y="80"/>
                    <a:pt x="7" y="78"/>
                  </a:cubicBezTo>
                  <a:lnTo>
                    <a:pt x="7" y="78"/>
                  </a:lnTo>
                  <a:cubicBezTo>
                    <a:pt x="0" y="87"/>
                    <a:pt x="5" y="88"/>
                    <a:pt x="16" y="95"/>
                  </a:cubicBezTo>
                  <a:cubicBezTo>
                    <a:pt x="39" y="107"/>
                    <a:pt x="59" y="115"/>
                    <a:pt x="83" y="127"/>
                  </a:cubicBezTo>
                  <a:cubicBezTo>
                    <a:pt x="94" y="134"/>
                    <a:pt x="107" y="143"/>
                    <a:pt x="123" y="150"/>
                  </a:cubicBezTo>
                  <a:cubicBezTo>
                    <a:pt x="142" y="154"/>
                    <a:pt x="162" y="154"/>
                    <a:pt x="181" y="158"/>
                  </a:cubicBezTo>
                  <a:cubicBezTo>
                    <a:pt x="225" y="170"/>
                    <a:pt x="268" y="182"/>
                    <a:pt x="312" y="194"/>
                  </a:cubicBezTo>
                  <a:cubicBezTo>
                    <a:pt x="355" y="201"/>
                    <a:pt x="402" y="214"/>
                    <a:pt x="445" y="221"/>
                  </a:cubicBezTo>
                  <a:cubicBezTo>
                    <a:pt x="462" y="224"/>
                    <a:pt x="489" y="230"/>
                    <a:pt x="512" y="230"/>
                  </a:cubicBezTo>
                  <a:cubicBezTo>
                    <a:pt x="523" y="230"/>
                    <a:pt x="533" y="229"/>
                    <a:pt x="540" y="225"/>
                  </a:cubicBezTo>
                  <a:cubicBezTo>
                    <a:pt x="572" y="205"/>
                    <a:pt x="529" y="134"/>
                    <a:pt x="520" y="111"/>
                  </a:cubicBezTo>
                  <a:cubicBezTo>
                    <a:pt x="509" y="92"/>
                    <a:pt x="505" y="87"/>
                    <a:pt x="485" y="79"/>
                  </a:cubicBezTo>
                  <a:cubicBezTo>
                    <a:pt x="458" y="68"/>
                    <a:pt x="434" y="60"/>
                    <a:pt x="407" y="56"/>
                  </a:cubicBezTo>
                  <a:cubicBezTo>
                    <a:pt x="343" y="40"/>
                    <a:pt x="284" y="16"/>
                    <a:pt x="221" y="8"/>
                  </a:cubicBezTo>
                  <a:cubicBezTo>
                    <a:pt x="189" y="1"/>
                    <a:pt x="154" y="5"/>
                    <a:pt x="118" y="1"/>
                  </a:cubicBezTo>
                  <a:close/>
                </a:path>
              </a:pathLst>
            </a:cu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0" name="Google Shape;1990;p46"/>
            <p:cNvSpPr/>
            <p:nvPr/>
          </p:nvSpPr>
          <p:spPr>
            <a:xfrm>
              <a:off x="-8264325" y="4833221"/>
              <a:ext cx="125152" cy="126568"/>
            </a:xfrm>
            <a:custGeom>
              <a:rect b="b" l="l" r="r" t="t"/>
              <a:pathLst>
                <a:path extrusionOk="0" h="268" w="265">
                  <a:moveTo>
                    <a:pt x="55" y="0"/>
                  </a:moveTo>
                  <a:lnTo>
                    <a:pt x="0" y="213"/>
                  </a:lnTo>
                  <a:lnTo>
                    <a:pt x="209" y="268"/>
                  </a:lnTo>
                  <a:lnTo>
                    <a:pt x="264" y="55"/>
                  </a:lnTo>
                  <a:lnTo>
                    <a:pt x="55" y="0"/>
                  </a:ln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1" name="Google Shape;1991;p46"/>
            <p:cNvSpPr/>
            <p:nvPr/>
          </p:nvSpPr>
          <p:spPr>
            <a:xfrm>
              <a:off x="-8396561" y="5324854"/>
              <a:ext cx="139792" cy="184658"/>
            </a:xfrm>
            <a:custGeom>
              <a:rect b="b" l="l" r="r" t="t"/>
              <a:pathLst>
                <a:path extrusionOk="0" h="391" w="296">
                  <a:moveTo>
                    <a:pt x="86" y="0"/>
                  </a:moveTo>
                  <a:lnTo>
                    <a:pt x="0" y="335"/>
                  </a:lnTo>
                  <a:lnTo>
                    <a:pt x="209" y="391"/>
                  </a:lnTo>
                  <a:lnTo>
                    <a:pt x="296" y="51"/>
                  </a:lnTo>
                  <a:lnTo>
                    <a:pt x="86" y="0"/>
                  </a:ln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92" name="Google Shape;1992;p46"/>
          <p:cNvGrpSpPr/>
          <p:nvPr/>
        </p:nvGrpSpPr>
        <p:grpSpPr>
          <a:xfrm>
            <a:off x="7418870" y="4236054"/>
            <a:ext cx="1447508" cy="1469704"/>
            <a:chOff x="-2027593" y="5947929"/>
            <a:chExt cx="1447508" cy="1469704"/>
          </a:xfrm>
        </p:grpSpPr>
        <p:sp>
          <p:nvSpPr>
            <p:cNvPr id="1993" name="Google Shape;1993;p46"/>
            <p:cNvSpPr/>
            <p:nvPr/>
          </p:nvSpPr>
          <p:spPr>
            <a:xfrm>
              <a:off x="-2027593" y="5947929"/>
              <a:ext cx="1447508" cy="1469704"/>
            </a:xfrm>
            <a:custGeom>
              <a:rect b="b" l="l" r="r" t="t"/>
              <a:pathLst>
                <a:path extrusionOk="0" h="3112" w="3065">
                  <a:moveTo>
                    <a:pt x="1653" y="2965"/>
                  </a:moveTo>
                  <a:cubicBezTo>
                    <a:pt x="1620" y="2979"/>
                    <a:pt x="1585" y="2986"/>
                    <a:pt x="1551" y="2986"/>
                  </a:cubicBezTo>
                  <a:cubicBezTo>
                    <a:pt x="1527" y="2986"/>
                    <a:pt x="1503" y="2983"/>
                    <a:pt x="1479" y="2976"/>
                  </a:cubicBezTo>
                  <a:lnTo>
                    <a:pt x="1479" y="2976"/>
                  </a:lnTo>
                  <a:cubicBezTo>
                    <a:pt x="1492" y="2977"/>
                    <a:pt x="1505" y="2977"/>
                    <a:pt x="1518" y="2977"/>
                  </a:cubicBezTo>
                  <a:cubicBezTo>
                    <a:pt x="1556" y="2977"/>
                    <a:pt x="1594" y="2973"/>
                    <a:pt x="1633" y="2965"/>
                  </a:cubicBezTo>
                  <a:close/>
                  <a:moveTo>
                    <a:pt x="1062" y="0"/>
                  </a:moveTo>
                  <a:cubicBezTo>
                    <a:pt x="1004" y="0"/>
                    <a:pt x="947" y="16"/>
                    <a:pt x="892" y="50"/>
                  </a:cubicBezTo>
                  <a:cubicBezTo>
                    <a:pt x="766" y="126"/>
                    <a:pt x="706" y="244"/>
                    <a:pt x="671" y="386"/>
                  </a:cubicBezTo>
                  <a:cubicBezTo>
                    <a:pt x="647" y="472"/>
                    <a:pt x="628" y="559"/>
                    <a:pt x="631" y="650"/>
                  </a:cubicBezTo>
                  <a:cubicBezTo>
                    <a:pt x="635" y="732"/>
                    <a:pt x="639" y="819"/>
                    <a:pt x="644" y="902"/>
                  </a:cubicBezTo>
                  <a:cubicBezTo>
                    <a:pt x="644" y="985"/>
                    <a:pt x="671" y="1052"/>
                    <a:pt x="691" y="1127"/>
                  </a:cubicBezTo>
                  <a:cubicBezTo>
                    <a:pt x="715" y="1198"/>
                    <a:pt x="738" y="1265"/>
                    <a:pt x="766" y="1336"/>
                  </a:cubicBezTo>
                  <a:cubicBezTo>
                    <a:pt x="786" y="1380"/>
                    <a:pt x="809" y="1415"/>
                    <a:pt x="833" y="1458"/>
                  </a:cubicBezTo>
                  <a:cubicBezTo>
                    <a:pt x="839" y="1465"/>
                    <a:pt x="843" y="1474"/>
                    <a:pt x="852" y="1482"/>
                  </a:cubicBezTo>
                  <a:lnTo>
                    <a:pt x="852" y="1482"/>
                  </a:lnTo>
                  <a:cubicBezTo>
                    <a:pt x="831" y="1468"/>
                    <a:pt x="804" y="1464"/>
                    <a:pt x="776" y="1464"/>
                  </a:cubicBezTo>
                  <a:cubicBezTo>
                    <a:pt x="743" y="1464"/>
                    <a:pt x="709" y="1469"/>
                    <a:pt x="683" y="1469"/>
                  </a:cubicBezTo>
                  <a:cubicBezTo>
                    <a:pt x="667" y="1468"/>
                    <a:pt x="652" y="1468"/>
                    <a:pt x="637" y="1468"/>
                  </a:cubicBezTo>
                  <a:cubicBezTo>
                    <a:pt x="594" y="1468"/>
                    <a:pt x="553" y="1472"/>
                    <a:pt x="509" y="1478"/>
                  </a:cubicBezTo>
                  <a:cubicBezTo>
                    <a:pt x="462" y="1486"/>
                    <a:pt x="411" y="1486"/>
                    <a:pt x="364" y="1502"/>
                  </a:cubicBezTo>
                  <a:cubicBezTo>
                    <a:pt x="312" y="1517"/>
                    <a:pt x="253" y="1533"/>
                    <a:pt x="209" y="1564"/>
                  </a:cubicBezTo>
                  <a:cubicBezTo>
                    <a:pt x="162" y="1604"/>
                    <a:pt x="142" y="1659"/>
                    <a:pt x="107" y="1711"/>
                  </a:cubicBezTo>
                  <a:cubicBezTo>
                    <a:pt x="80" y="1753"/>
                    <a:pt x="60" y="1789"/>
                    <a:pt x="52" y="1840"/>
                  </a:cubicBezTo>
                  <a:cubicBezTo>
                    <a:pt x="40" y="1895"/>
                    <a:pt x="20" y="1951"/>
                    <a:pt x="12" y="2006"/>
                  </a:cubicBezTo>
                  <a:cubicBezTo>
                    <a:pt x="0" y="2117"/>
                    <a:pt x="95" y="2203"/>
                    <a:pt x="162" y="2274"/>
                  </a:cubicBezTo>
                  <a:cubicBezTo>
                    <a:pt x="202" y="2314"/>
                    <a:pt x="253" y="2350"/>
                    <a:pt x="300" y="2377"/>
                  </a:cubicBezTo>
                  <a:cubicBezTo>
                    <a:pt x="351" y="2401"/>
                    <a:pt x="426" y="2408"/>
                    <a:pt x="482" y="2408"/>
                  </a:cubicBezTo>
                  <a:cubicBezTo>
                    <a:pt x="537" y="2408"/>
                    <a:pt x="608" y="2388"/>
                    <a:pt x="663" y="2369"/>
                  </a:cubicBezTo>
                  <a:cubicBezTo>
                    <a:pt x="722" y="2350"/>
                    <a:pt x="793" y="2321"/>
                    <a:pt x="844" y="2282"/>
                  </a:cubicBezTo>
                  <a:cubicBezTo>
                    <a:pt x="888" y="2250"/>
                    <a:pt x="928" y="2211"/>
                    <a:pt x="975" y="2179"/>
                  </a:cubicBezTo>
                  <a:cubicBezTo>
                    <a:pt x="1002" y="2156"/>
                    <a:pt x="1030" y="2128"/>
                    <a:pt x="1046" y="2097"/>
                  </a:cubicBezTo>
                  <a:lnTo>
                    <a:pt x="1046" y="2097"/>
                  </a:lnTo>
                  <a:cubicBezTo>
                    <a:pt x="1014" y="2160"/>
                    <a:pt x="1018" y="2235"/>
                    <a:pt x="1022" y="2306"/>
                  </a:cubicBezTo>
                  <a:cubicBezTo>
                    <a:pt x="1022" y="2334"/>
                    <a:pt x="1022" y="2361"/>
                    <a:pt x="1014" y="2388"/>
                  </a:cubicBezTo>
                  <a:cubicBezTo>
                    <a:pt x="1006" y="2436"/>
                    <a:pt x="1014" y="2475"/>
                    <a:pt x="1026" y="2523"/>
                  </a:cubicBezTo>
                  <a:cubicBezTo>
                    <a:pt x="1057" y="2716"/>
                    <a:pt x="1132" y="2913"/>
                    <a:pt x="1301" y="3027"/>
                  </a:cubicBezTo>
                  <a:cubicBezTo>
                    <a:pt x="1378" y="3082"/>
                    <a:pt x="1467" y="3111"/>
                    <a:pt x="1556" y="3111"/>
                  </a:cubicBezTo>
                  <a:cubicBezTo>
                    <a:pt x="1642" y="3111"/>
                    <a:pt x="1727" y="3083"/>
                    <a:pt x="1798" y="3023"/>
                  </a:cubicBezTo>
                  <a:cubicBezTo>
                    <a:pt x="1953" y="2894"/>
                    <a:pt x="2004" y="2688"/>
                    <a:pt x="1992" y="2492"/>
                  </a:cubicBezTo>
                  <a:cubicBezTo>
                    <a:pt x="1984" y="2302"/>
                    <a:pt x="1933" y="2117"/>
                    <a:pt x="1858" y="1943"/>
                  </a:cubicBezTo>
                  <a:lnTo>
                    <a:pt x="1858" y="1943"/>
                  </a:lnTo>
                  <a:cubicBezTo>
                    <a:pt x="2015" y="2051"/>
                    <a:pt x="2203" y="2126"/>
                    <a:pt x="2395" y="2126"/>
                  </a:cubicBezTo>
                  <a:cubicBezTo>
                    <a:pt x="2434" y="2126"/>
                    <a:pt x="2473" y="2123"/>
                    <a:pt x="2513" y="2117"/>
                  </a:cubicBezTo>
                  <a:cubicBezTo>
                    <a:pt x="2662" y="2093"/>
                    <a:pt x="2753" y="1998"/>
                    <a:pt x="2852" y="1892"/>
                  </a:cubicBezTo>
                  <a:cubicBezTo>
                    <a:pt x="2930" y="1809"/>
                    <a:pt x="3013" y="1726"/>
                    <a:pt x="3041" y="1616"/>
                  </a:cubicBezTo>
                  <a:cubicBezTo>
                    <a:pt x="3064" y="1509"/>
                    <a:pt x="3029" y="1399"/>
                    <a:pt x="2974" y="1312"/>
                  </a:cubicBezTo>
                  <a:cubicBezTo>
                    <a:pt x="2901" y="1206"/>
                    <a:pt x="2807" y="1174"/>
                    <a:pt x="2700" y="1174"/>
                  </a:cubicBezTo>
                  <a:cubicBezTo>
                    <a:pt x="2667" y="1174"/>
                    <a:pt x="2634" y="1177"/>
                    <a:pt x="2599" y="1182"/>
                  </a:cubicBezTo>
                  <a:cubicBezTo>
                    <a:pt x="2457" y="1198"/>
                    <a:pt x="2323" y="1225"/>
                    <a:pt x="2205" y="1304"/>
                  </a:cubicBezTo>
                  <a:cubicBezTo>
                    <a:pt x="2224" y="1280"/>
                    <a:pt x="2244" y="1253"/>
                    <a:pt x="2264" y="1229"/>
                  </a:cubicBezTo>
                  <a:cubicBezTo>
                    <a:pt x="2315" y="1170"/>
                    <a:pt x="2355" y="1103"/>
                    <a:pt x="2386" y="1032"/>
                  </a:cubicBezTo>
                  <a:cubicBezTo>
                    <a:pt x="2429" y="934"/>
                    <a:pt x="2473" y="843"/>
                    <a:pt x="2497" y="741"/>
                  </a:cubicBezTo>
                  <a:cubicBezTo>
                    <a:pt x="2517" y="638"/>
                    <a:pt x="2508" y="547"/>
                    <a:pt x="2489" y="448"/>
                  </a:cubicBezTo>
                  <a:cubicBezTo>
                    <a:pt x="2477" y="362"/>
                    <a:pt x="2457" y="259"/>
                    <a:pt x="2375" y="216"/>
                  </a:cubicBezTo>
                  <a:cubicBezTo>
                    <a:pt x="2341" y="200"/>
                    <a:pt x="2305" y="193"/>
                    <a:pt x="2268" y="193"/>
                  </a:cubicBezTo>
                  <a:cubicBezTo>
                    <a:pt x="2166" y="193"/>
                    <a:pt x="2059" y="244"/>
                    <a:pt x="1984" y="299"/>
                  </a:cubicBezTo>
                  <a:cubicBezTo>
                    <a:pt x="1953" y="319"/>
                    <a:pt x="1921" y="346"/>
                    <a:pt x="1893" y="374"/>
                  </a:cubicBezTo>
                  <a:cubicBezTo>
                    <a:pt x="1865" y="397"/>
                    <a:pt x="1834" y="425"/>
                    <a:pt x="1803" y="452"/>
                  </a:cubicBezTo>
                  <a:cubicBezTo>
                    <a:pt x="1696" y="559"/>
                    <a:pt x="1653" y="717"/>
                    <a:pt x="1598" y="854"/>
                  </a:cubicBezTo>
                  <a:cubicBezTo>
                    <a:pt x="1566" y="945"/>
                    <a:pt x="1530" y="1036"/>
                    <a:pt x="1491" y="1127"/>
                  </a:cubicBezTo>
                  <a:cubicBezTo>
                    <a:pt x="1503" y="1020"/>
                    <a:pt x="1507" y="906"/>
                    <a:pt x="1503" y="799"/>
                  </a:cubicBezTo>
                  <a:cubicBezTo>
                    <a:pt x="1503" y="634"/>
                    <a:pt x="1463" y="476"/>
                    <a:pt x="1416" y="319"/>
                  </a:cubicBezTo>
                  <a:cubicBezTo>
                    <a:pt x="1381" y="197"/>
                    <a:pt x="1325" y="82"/>
                    <a:pt x="1207" y="31"/>
                  </a:cubicBezTo>
                  <a:cubicBezTo>
                    <a:pt x="1159" y="11"/>
                    <a:pt x="1110" y="0"/>
                    <a:pt x="1062" y="0"/>
                  </a:cubicBezTo>
                  <a:close/>
                </a:path>
              </a:pathLst>
            </a:custGeom>
            <a:solidFill>
              <a:schemeClr val="accent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4" name="Google Shape;1994;p46"/>
            <p:cNvSpPr/>
            <p:nvPr/>
          </p:nvSpPr>
          <p:spPr>
            <a:xfrm>
              <a:off x="-1599244" y="6509458"/>
              <a:ext cx="538860" cy="427877"/>
            </a:xfrm>
            <a:custGeom>
              <a:rect b="b" l="l" r="r" t="t"/>
              <a:pathLst>
                <a:path extrusionOk="0" h="906" w="1141">
                  <a:moveTo>
                    <a:pt x="550" y="1"/>
                  </a:moveTo>
                  <a:cubicBezTo>
                    <a:pt x="484" y="1"/>
                    <a:pt x="418" y="8"/>
                    <a:pt x="356" y="25"/>
                  </a:cubicBezTo>
                  <a:cubicBezTo>
                    <a:pt x="237" y="56"/>
                    <a:pt x="119" y="127"/>
                    <a:pt x="63" y="245"/>
                  </a:cubicBezTo>
                  <a:cubicBezTo>
                    <a:pt x="1" y="380"/>
                    <a:pt x="83" y="513"/>
                    <a:pt x="130" y="635"/>
                  </a:cubicBezTo>
                  <a:cubicBezTo>
                    <a:pt x="154" y="687"/>
                    <a:pt x="170" y="754"/>
                    <a:pt x="210" y="793"/>
                  </a:cubicBezTo>
                  <a:cubicBezTo>
                    <a:pt x="252" y="837"/>
                    <a:pt x="305" y="864"/>
                    <a:pt x="359" y="880"/>
                  </a:cubicBezTo>
                  <a:cubicBezTo>
                    <a:pt x="418" y="900"/>
                    <a:pt x="474" y="904"/>
                    <a:pt x="533" y="904"/>
                  </a:cubicBezTo>
                  <a:cubicBezTo>
                    <a:pt x="550" y="905"/>
                    <a:pt x="568" y="905"/>
                    <a:pt x="586" y="905"/>
                  </a:cubicBezTo>
                  <a:cubicBezTo>
                    <a:pt x="648" y="905"/>
                    <a:pt x="711" y="900"/>
                    <a:pt x="769" y="884"/>
                  </a:cubicBezTo>
                  <a:cubicBezTo>
                    <a:pt x="896" y="848"/>
                    <a:pt x="1006" y="797"/>
                    <a:pt x="1077" y="675"/>
                  </a:cubicBezTo>
                  <a:cubicBezTo>
                    <a:pt x="1097" y="640"/>
                    <a:pt x="1120" y="593"/>
                    <a:pt x="1124" y="549"/>
                  </a:cubicBezTo>
                  <a:lnTo>
                    <a:pt x="1124" y="510"/>
                  </a:lnTo>
                  <a:cubicBezTo>
                    <a:pt x="1133" y="466"/>
                    <a:pt x="1140" y="422"/>
                    <a:pt x="1140" y="380"/>
                  </a:cubicBezTo>
                  <a:cubicBezTo>
                    <a:pt x="1136" y="320"/>
                    <a:pt x="1116" y="265"/>
                    <a:pt x="1081" y="218"/>
                  </a:cubicBezTo>
                  <a:cubicBezTo>
                    <a:pt x="1069" y="202"/>
                    <a:pt x="1057" y="182"/>
                    <a:pt x="1042" y="171"/>
                  </a:cubicBezTo>
                  <a:cubicBezTo>
                    <a:pt x="1018" y="143"/>
                    <a:pt x="994" y="120"/>
                    <a:pt x="971" y="96"/>
                  </a:cubicBezTo>
                  <a:cubicBezTo>
                    <a:pt x="939" y="68"/>
                    <a:pt x="896" y="60"/>
                    <a:pt x="860" y="49"/>
                  </a:cubicBezTo>
                  <a:cubicBezTo>
                    <a:pt x="763" y="20"/>
                    <a:pt x="656" y="1"/>
                    <a:pt x="550" y="1"/>
                  </a:cubicBezTo>
                  <a:close/>
                </a:path>
              </a:pathLst>
            </a:cu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5" name="Google Shape;1995;p46"/>
            <p:cNvSpPr/>
            <p:nvPr/>
          </p:nvSpPr>
          <p:spPr>
            <a:xfrm>
              <a:off x="-1156254" y="6353049"/>
              <a:ext cx="95871" cy="136486"/>
            </a:xfrm>
            <a:custGeom>
              <a:rect b="b" l="l" r="r" t="t"/>
              <a:pathLst>
                <a:path extrusionOk="0" h="289" w="203">
                  <a:moveTo>
                    <a:pt x="166" y="0"/>
                  </a:moveTo>
                  <a:cubicBezTo>
                    <a:pt x="127" y="55"/>
                    <a:pt x="91" y="110"/>
                    <a:pt x="56" y="166"/>
                  </a:cubicBezTo>
                  <a:cubicBezTo>
                    <a:pt x="44" y="185"/>
                    <a:pt x="33" y="201"/>
                    <a:pt x="20" y="221"/>
                  </a:cubicBezTo>
                  <a:lnTo>
                    <a:pt x="20" y="225"/>
                  </a:lnTo>
                  <a:cubicBezTo>
                    <a:pt x="17" y="232"/>
                    <a:pt x="13" y="241"/>
                    <a:pt x="13" y="245"/>
                  </a:cubicBezTo>
                  <a:cubicBezTo>
                    <a:pt x="9" y="252"/>
                    <a:pt x="5" y="256"/>
                    <a:pt x="1" y="264"/>
                  </a:cubicBezTo>
                  <a:lnTo>
                    <a:pt x="40" y="288"/>
                  </a:lnTo>
                  <a:cubicBezTo>
                    <a:pt x="44" y="276"/>
                    <a:pt x="48" y="268"/>
                    <a:pt x="53" y="264"/>
                  </a:cubicBezTo>
                  <a:cubicBezTo>
                    <a:pt x="53" y="256"/>
                    <a:pt x="56" y="248"/>
                    <a:pt x="60" y="245"/>
                  </a:cubicBezTo>
                  <a:cubicBezTo>
                    <a:pt x="72" y="225"/>
                    <a:pt x="84" y="205"/>
                    <a:pt x="95" y="190"/>
                  </a:cubicBezTo>
                  <a:cubicBezTo>
                    <a:pt x="127" y="134"/>
                    <a:pt x="166" y="79"/>
                    <a:pt x="202" y="24"/>
                  </a:cubicBezTo>
                  <a:lnTo>
                    <a:pt x="16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6" name="Google Shape;1996;p46"/>
            <p:cNvSpPr/>
            <p:nvPr/>
          </p:nvSpPr>
          <p:spPr>
            <a:xfrm>
              <a:off x="-958845" y="6701112"/>
              <a:ext cx="116178" cy="34003"/>
            </a:xfrm>
            <a:custGeom>
              <a:rect b="b" l="l" r="r" t="t"/>
              <a:pathLst>
                <a:path extrusionOk="0" h="72" w="246">
                  <a:moveTo>
                    <a:pt x="190" y="1"/>
                  </a:moveTo>
                  <a:cubicBezTo>
                    <a:pt x="163" y="1"/>
                    <a:pt x="135" y="4"/>
                    <a:pt x="108" y="12"/>
                  </a:cubicBezTo>
                  <a:cubicBezTo>
                    <a:pt x="92" y="12"/>
                    <a:pt x="79" y="16"/>
                    <a:pt x="68" y="21"/>
                  </a:cubicBezTo>
                  <a:cubicBezTo>
                    <a:pt x="56" y="21"/>
                    <a:pt x="48" y="21"/>
                    <a:pt x="37" y="24"/>
                  </a:cubicBezTo>
                  <a:cubicBezTo>
                    <a:pt x="25" y="24"/>
                    <a:pt x="13" y="24"/>
                    <a:pt x="1" y="28"/>
                  </a:cubicBezTo>
                  <a:lnTo>
                    <a:pt x="13" y="72"/>
                  </a:lnTo>
                  <a:cubicBezTo>
                    <a:pt x="21" y="68"/>
                    <a:pt x="32" y="68"/>
                    <a:pt x="41" y="68"/>
                  </a:cubicBezTo>
                  <a:cubicBezTo>
                    <a:pt x="52" y="63"/>
                    <a:pt x="60" y="63"/>
                    <a:pt x="72" y="63"/>
                  </a:cubicBezTo>
                  <a:lnTo>
                    <a:pt x="76" y="63"/>
                  </a:lnTo>
                  <a:cubicBezTo>
                    <a:pt x="88" y="59"/>
                    <a:pt x="103" y="56"/>
                    <a:pt x="115" y="56"/>
                  </a:cubicBezTo>
                  <a:cubicBezTo>
                    <a:pt x="139" y="48"/>
                    <a:pt x="166" y="48"/>
                    <a:pt x="190" y="48"/>
                  </a:cubicBezTo>
                  <a:lnTo>
                    <a:pt x="237" y="48"/>
                  </a:lnTo>
                  <a:lnTo>
                    <a:pt x="245" y="4"/>
                  </a:lnTo>
                  <a:cubicBezTo>
                    <a:pt x="226" y="4"/>
                    <a:pt x="210" y="1"/>
                    <a:pt x="19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7" name="Google Shape;1997;p46"/>
            <p:cNvSpPr/>
            <p:nvPr/>
          </p:nvSpPr>
          <p:spPr>
            <a:xfrm>
              <a:off x="-1308798" y="7038313"/>
              <a:ext cx="28336" cy="117595"/>
            </a:xfrm>
            <a:custGeom>
              <a:rect b="b" l="l" r="r" t="t"/>
              <a:pathLst>
                <a:path extrusionOk="0" h="249" w="60">
                  <a:moveTo>
                    <a:pt x="16" y="0"/>
                  </a:moveTo>
                  <a:cubicBezTo>
                    <a:pt x="12" y="79"/>
                    <a:pt x="5" y="162"/>
                    <a:pt x="1" y="248"/>
                  </a:cubicBezTo>
                  <a:lnTo>
                    <a:pt x="48" y="248"/>
                  </a:lnTo>
                  <a:cubicBezTo>
                    <a:pt x="48" y="166"/>
                    <a:pt x="56" y="83"/>
                    <a:pt x="6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8" name="Google Shape;1998;p46"/>
            <p:cNvSpPr/>
            <p:nvPr/>
          </p:nvSpPr>
          <p:spPr>
            <a:xfrm>
              <a:off x="-1790985" y="6844682"/>
              <a:ext cx="128930" cy="34003"/>
            </a:xfrm>
            <a:custGeom>
              <a:rect b="b" l="l" r="r" t="t"/>
              <a:pathLst>
                <a:path extrusionOk="0" h="72" w="273">
                  <a:moveTo>
                    <a:pt x="269" y="0"/>
                  </a:moveTo>
                  <a:cubicBezTo>
                    <a:pt x="205" y="8"/>
                    <a:pt x="143" y="12"/>
                    <a:pt x="76" y="12"/>
                  </a:cubicBezTo>
                  <a:cubicBezTo>
                    <a:pt x="59" y="16"/>
                    <a:pt x="48" y="16"/>
                    <a:pt x="36" y="19"/>
                  </a:cubicBezTo>
                  <a:cubicBezTo>
                    <a:pt x="24" y="19"/>
                    <a:pt x="12" y="24"/>
                    <a:pt x="1" y="32"/>
                  </a:cubicBezTo>
                  <a:lnTo>
                    <a:pt x="20" y="71"/>
                  </a:lnTo>
                  <a:cubicBezTo>
                    <a:pt x="32" y="63"/>
                    <a:pt x="40" y="63"/>
                    <a:pt x="48" y="59"/>
                  </a:cubicBezTo>
                  <a:lnTo>
                    <a:pt x="79" y="59"/>
                  </a:lnTo>
                  <a:cubicBezTo>
                    <a:pt x="143" y="55"/>
                    <a:pt x="209" y="52"/>
                    <a:pt x="272" y="43"/>
                  </a:cubicBezTo>
                  <a:lnTo>
                    <a:pt x="26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9" name="Google Shape;1999;p46"/>
            <p:cNvSpPr/>
            <p:nvPr/>
          </p:nvSpPr>
          <p:spPr>
            <a:xfrm>
              <a:off x="-1522736" y="6341715"/>
              <a:ext cx="45338" cy="112400"/>
            </a:xfrm>
            <a:custGeom>
              <a:rect b="b" l="l" r="r" t="t"/>
              <a:pathLst>
                <a:path extrusionOk="0" h="238" w="96">
                  <a:moveTo>
                    <a:pt x="1" y="1"/>
                  </a:moveTo>
                  <a:lnTo>
                    <a:pt x="1" y="12"/>
                  </a:lnTo>
                  <a:cubicBezTo>
                    <a:pt x="1" y="32"/>
                    <a:pt x="4" y="48"/>
                    <a:pt x="8" y="72"/>
                  </a:cubicBezTo>
                  <a:cubicBezTo>
                    <a:pt x="24" y="127"/>
                    <a:pt x="39" y="182"/>
                    <a:pt x="52" y="237"/>
                  </a:cubicBezTo>
                  <a:lnTo>
                    <a:pt x="95" y="229"/>
                  </a:lnTo>
                  <a:cubicBezTo>
                    <a:pt x="83" y="170"/>
                    <a:pt x="67" y="114"/>
                    <a:pt x="52" y="59"/>
                  </a:cubicBezTo>
                  <a:cubicBezTo>
                    <a:pt x="48" y="40"/>
                    <a:pt x="43" y="32"/>
                    <a:pt x="43" y="12"/>
                  </a:cubicBezTo>
                  <a:lnTo>
                    <a:pt x="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00" name="Google Shape;2000;p46"/>
          <p:cNvGrpSpPr/>
          <p:nvPr/>
        </p:nvGrpSpPr>
        <p:grpSpPr>
          <a:xfrm>
            <a:off x="6457936" y="4022293"/>
            <a:ext cx="2563220" cy="2386649"/>
            <a:chOff x="-1538849" y="5276824"/>
            <a:chExt cx="1138501" cy="1060073"/>
          </a:xfrm>
        </p:grpSpPr>
        <p:sp>
          <p:nvSpPr>
            <p:cNvPr id="2001" name="Google Shape;2001;p46"/>
            <p:cNvSpPr/>
            <p:nvPr/>
          </p:nvSpPr>
          <p:spPr>
            <a:xfrm>
              <a:off x="-1453388" y="5309018"/>
              <a:ext cx="1053040" cy="1027879"/>
            </a:xfrm>
            <a:custGeom>
              <a:rect b="b" l="l" r="r" t="t"/>
              <a:pathLst>
                <a:path extrusionOk="0" h="1756" w="1799">
                  <a:moveTo>
                    <a:pt x="899" y="1"/>
                  </a:moveTo>
                  <a:cubicBezTo>
                    <a:pt x="403" y="1"/>
                    <a:pt x="0" y="395"/>
                    <a:pt x="0" y="880"/>
                  </a:cubicBezTo>
                  <a:cubicBezTo>
                    <a:pt x="0" y="1365"/>
                    <a:pt x="403" y="1755"/>
                    <a:pt x="899" y="1755"/>
                  </a:cubicBezTo>
                  <a:cubicBezTo>
                    <a:pt x="1396" y="1755"/>
                    <a:pt x="1799" y="1365"/>
                    <a:pt x="1799" y="880"/>
                  </a:cubicBezTo>
                  <a:cubicBezTo>
                    <a:pt x="1799" y="395"/>
                    <a:pt x="1396" y="1"/>
                    <a:pt x="899" y="1"/>
                  </a:cubicBezTo>
                  <a:close/>
                </a:path>
              </a:pathLst>
            </a:custGeom>
            <a:solidFill>
              <a:schemeClr val="accen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2" name="Google Shape;2002;p46"/>
            <p:cNvSpPr/>
            <p:nvPr/>
          </p:nvSpPr>
          <p:spPr>
            <a:xfrm>
              <a:off x="-1538849" y="5276824"/>
              <a:ext cx="1053040" cy="1027879"/>
            </a:xfrm>
            <a:custGeom>
              <a:rect b="b" l="l" r="r" t="t"/>
              <a:pathLst>
                <a:path extrusionOk="0" h="1756" w="1799">
                  <a:moveTo>
                    <a:pt x="900" y="1"/>
                  </a:moveTo>
                  <a:cubicBezTo>
                    <a:pt x="403" y="1"/>
                    <a:pt x="1" y="391"/>
                    <a:pt x="1" y="876"/>
                  </a:cubicBezTo>
                  <a:cubicBezTo>
                    <a:pt x="1" y="1361"/>
                    <a:pt x="403" y="1755"/>
                    <a:pt x="900" y="1755"/>
                  </a:cubicBezTo>
                  <a:cubicBezTo>
                    <a:pt x="1397" y="1755"/>
                    <a:pt x="1799" y="1361"/>
                    <a:pt x="1799" y="876"/>
                  </a:cubicBezTo>
                  <a:cubicBezTo>
                    <a:pt x="1799" y="391"/>
                    <a:pt x="1397" y="1"/>
                    <a:pt x="900" y="1"/>
                  </a:cubicBezTo>
                  <a:close/>
                </a:path>
              </a:pathLst>
            </a:cu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03" name="Google Shape;2003;p46"/>
          <p:cNvSpPr txBox="1"/>
          <p:nvPr>
            <p:ph idx="4294967295" type="title"/>
          </p:nvPr>
        </p:nvSpPr>
        <p:spPr>
          <a:xfrm>
            <a:off x="6390347" y="4112758"/>
            <a:ext cx="2563200" cy="1832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3300"/>
              <a:t>06</a:t>
            </a:r>
            <a:endParaRPr sz="13300"/>
          </a:p>
        </p:txBody>
      </p:sp>
      <p:sp>
        <p:nvSpPr>
          <p:cNvPr id="2004" name="Google Shape;2004;p46"/>
          <p:cNvSpPr txBox="1"/>
          <p:nvPr/>
        </p:nvSpPr>
        <p:spPr>
          <a:xfrm>
            <a:off x="10397625" y="82950"/>
            <a:ext cx="3484200" cy="3166200"/>
          </a:xfrm>
          <a:prstGeom prst="rect">
            <a:avLst/>
          </a:prstGeom>
          <a:solidFill>
            <a:srgbClr val="00C5FF">
              <a:alpha val="51270"/>
            </a:srgbClr>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Grandstander"/>
                <a:ea typeface="Grandstander"/>
                <a:cs typeface="Grandstander"/>
                <a:sym typeface="Grandstander"/>
              </a:rPr>
              <a:t>Instructions</a:t>
            </a:r>
            <a:endParaRPr>
              <a:latin typeface="Grandstander"/>
              <a:ea typeface="Grandstander"/>
              <a:cs typeface="Grandstander"/>
              <a:sym typeface="Grandstander"/>
            </a:endParaRPr>
          </a:p>
          <a:p>
            <a:pPr indent="0" lvl="0" marL="0" rtl="0" algn="l">
              <a:spcBef>
                <a:spcPts val="0"/>
              </a:spcBef>
              <a:spcAft>
                <a:spcPts val="0"/>
              </a:spcAft>
              <a:buNone/>
            </a:pPr>
            <a:r>
              <a:t/>
            </a:r>
            <a:endParaRPr>
              <a:latin typeface="Grandstander"/>
              <a:ea typeface="Grandstander"/>
              <a:cs typeface="Grandstander"/>
              <a:sym typeface="Grandstander"/>
            </a:endParaRPr>
          </a:p>
          <a:p>
            <a:pPr indent="-317500" lvl="0" marL="457200" rtl="0" algn="l">
              <a:spcBef>
                <a:spcPts val="0"/>
              </a:spcBef>
              <a:spcAft>
                <a:spcPts val="0"/>
              </a:spcAft>
              <a:buSzPts val="1400"/>
              <a:buFont typeface="Grandstander"/>
              <a:buChar char="●"/>
            </a:pPr>
            <a:r>
              <a:rPr lang="en">
                <a:latin typeface="Grandstander"/>
                <a:ea typeface="Grandstander"/>
                <a:cs typeface="Grandstander"/>
                <a:sym typeface="Grandstander"/>
              </a:rPr>
              <a:t>Replace the central image with a picture representative of yourself</a:t>
            </a:r>
            <a:endParaRPr>
              <a:latin typeface="Grandstander"/>
              <a:ea typeface="Grandstander"/>
              <a:cs typeface="Grandstander"/>
              <a:sym typeface="Grandstander"/>
            </a:endParaRPr>
          </a:p>
          <a:p>
            <a:pPr indent="-317500" lvl="0" marL="457200" rtl="0" algn="l">
              <a:spcBef>
                <a:spcPts val="0"/>
              </a:spcBef>
              <a:spcAft>
                <a:spcPts val="0"/>
              </a:spcAft>
              <a:buSzPts val="1400"/>
              <a:buFont typeface="Grandstander"/>
              <a:buChar char="●"/>
            </a:pPr>
            <a:r>
              <a:rPr lang="en">
                <a:latin typeface="Grandstander"/>
                <a:ea typeface="Grandstander"/>
                <a:cs typeface="Grandstander"/>
                <a:sym typeface="Grandstander"/>
              </a:rPr>
              <a:t>Optionally, replace the other images as well</a:t>
            </a:r>
            <a:endParaRPr>
              <a:latin typeface="Grandstander"/>
              <a:ea typeface="Grandstander"/>
              <a:cs typeface="Grandstander"/>
              <a:sym typeface="Grandstande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8" name="Shape 2008"/>
        <p:cNvGrpSpPr/>
        <p:nvPr/>
      </p:nvGrpSpPr>
      <p:grpSpPr>
        <a:xfrm>
          <a:off x="0" y="0"/>
          <a:ext cx="0" cy="0"/>
          <a:chOff x="0" y="0"/>
          <a:chExt cx="0" cy="0"/>
        </a:xfrm>
      </p:grpSpPr>
      <p:sp>
        <p:nvSpPr>
          <p:cNvPr id="2009" name="Google Shape;2009;p47"/>
          <p:cNvSpPr/>
          <p:nvPr/>
        </p:nvSpPr>
        <p:spPr>
          <a:xfrm rot="10800000">
            <a:off x="408311" y="2795548"/>
            <a:ext cx="233400" cy="233400"/>
          </a:xfrm>
          <a:prstGeom prst="ellipse">
            <a:avLst/>
          </a:pr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0" name="Google Shape;2010;p47"/>
          <p:cNvSpPr/>
          <p:nvPr/>
        </p:nvSpPr>
        <p:spPr>
          <a:xfrm rot="10800000">
            <a:off x="8937986" y="7917561"/>
            <a:ext cx="233400" cy="233400"/>
          </a:xfrm>
          <a:prstGeom prst="ellipse">
            <a:avLst/>
          </a:pr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1" name="Google Shape;2011;p47"/>
          <p:cNvSpPr/>
          <p:nvPr/>
        </p:nvSpPr>
        <p:spPr>
          <a:xfrm rot="10800000">
            <a:off x="9562136" y="7058048"/>
            <a:ext cx="233400" cy="233400"/>
          </a:xfrm>
          <a:prstGeom prst="ellipse">
            <a:avLst/>
          </a:pr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2" name="Google Shape;2012;p47"/>
          <p:cNvSpPr txBox="1"/>
          <p:nvPr/>
        </p:nvSpPr>
        <p:spPr>
          <a:xfrm>
            <a:off x="2524425" y="9677250"/>
            <a:ext cx="5238300" cy="332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sz="1700">
                <a:solidFill>
                  <a:schemeClr val="dk1"/>
                </a:solidFill>
                <a:latin typeface="Grandstander"/>
                <a:ea typeface="Grandstander"/>
                <a:cs typeface="Grandstander"/>
                <a:sym typeface="Grandstander"/>
              </a:rPr>
              <a:t>This template has been created by </a:t>
            </a:r>
            <a:r>
              <a:rPr b="1" lang="en" sz="1700">
                <a:solidFill>
                  <a:schemeClr val="dk1"/>
                </a:solidFill>
                <a:uFill>
                  <a:noFill/>
                </a:uFill>
                <a:latin typeface="Grandstander"/>
                <a:ea typeface="Grandstander"/>
                <a:cs typeface="Grandstander"/>
                <a:sym typeface="Grandstander"/>
                <a:hlinkClick r:id="rId3">
                  <a:extLst>
                    <a:ext uri="{A12FA001-AC4F-418D-AE19-62706E023703}">
                      <ahyp:hlinkClr val="tx"/>
                    </a:ext>
                  </a:extLst>
                </a:hlinkClick>
              </a:rPr>
              <a:t>Slidesgo</a:t>
            </a:r>
            <a:endParaRPr sz="1700">
              <a:solidFill>
                <a:schemeClr val="dk1"/>
              </a:solidFill>
              <a:latin typeface="Grandstander"/>
              <a:ea typeface="Grandstander"/>
              <a:cs typeface="Grandstander"/>
              <a:sym typeface="Grandstander"/>
            </a:endParaRPr>
          </a:p>
        </p:txBody>
      </p:sp>
      <p:sp>
        <p:nvSpPr>
          <p:cNvPr id="2013" name="Google Shape;2013;p47"/>
          <p:cNvSpPr txBox="1"/>
          <p:nvPr>
            <p:ph idx="1" type="subTitle"/>
          </p:nvPr>
        </p:nvSpPr>
        <p:spPr>
          <a:xfrm>
            <a:off x="1500580" y="1983750"/>
            <a:ext cx="3338700" cy="81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How I See Myself</a:t>
            </a:r>
            <a:endParaRPr/>
          </a:p>
        </p:txBody>
      </p:sp>
      <p:sp>
        <p:nvSpPr>
          <p:cNvPr id="2014" name="Google Shape;2014;p47"/>
          <p:cNvSpPr txBox="1"/>
          <p:nvPr>
            <p:ph idx="1" type="subTitle"/>
          </p:nvPr>
        </p:nvSpPr>
        <p:spPr>
          <a:xfrm>
            <a:off x="5086055" y="1983750"/>
            <a:ext cx="3338700" cy="81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How I See Others</a:t>
            </a:r>
            <a:endParaRPr/>
          </a:p>
        </p:txBody>
      </p:sp>
      <p:sp>
        <p:nvSpPr>
          <p:cNvPr id="2015" name="Google Shape;2015;p47"/>
          <p:cNvSpPr txBox="1"/>
          <p:nvPr>
            <p:ph type="title"/>
          </p:nvPr>
        </p:nvSpPr>
        <p:spPr>
          <a:xfrm>
            <a:off x="914400" y="888750"/>
            <a:ext cx="8458200" cy="956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How My Story Impacts…</a:t>
            </a:r>
            <a:endParaRPr/>
          </a:p>
        </p:txBody>
      </p:sp>
      <p:sp>
        <p:nvSpPr>
          <p:cNvPr id="2016" name="Google Shape;2016;p47"/>
          <p:cNvSpPr txBox="1"/>
          <p:nvPr>
            <p:ph idx="2" type="subTitle"/>
          </p:nvPr>
        </p:nvSpPr>
        <p:spPr>
          <a:xfrm>
            <a:off x="1500575" y="2933750"/>
            <a:ext cx="3338700" cy="6108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Insert text</a:t>
            </a:r>
            <a:endParaRPr/>
          </a:p>
        </p:txBody>
      </p:sp>
      <p:sp>
        <p:nvSpPr>
          <p:cNvPr id="2017" name="Google Shape;2017;p47"/>
          <p:cNvSpPr txBox="1"/>
          <p:nvPr>
            <p:ph idx="2" type="subTitle"/>
          </p:nvPr>
        </p:nvSpPr>
        <p:spPr>
          <a:xfrm>
            <a:off x="5086050" y="2933750"/>
            <a:ext cx="3338700" cy="6108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Insert text</a:t>
            </a:r>
            <a:endParaRPr/>
          </a:p>
        </p:txBody>
      </p:sp>
      <p:sp>
        <p:nvSpPr>
          <p:cNvPr id="2018" name="Google Shape;2018;p47"/>
          <p:cNvSpPr txBox="1"/>
          <p:nvPr/>
        </p:nvSpPr>
        <p:spPr>
          <a:xfrm>
            <a:off x="10342325" y="2060150"/>
            <a:ext cx="3484200" cy="4120500"/>
          </a:xfrm>
          <a:prstGeom prst="rect">
            <a:avLst/>
          </a:prstGeom>
          <a:solidFill>
            <a:srgbClr val="00C5FF">
              <a:alpha val="51270"/>
            </a:srgbClr>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Grandstander"/>
                <a:ea typeface="Grandstander"/>
                <a:cs typeface="Grandstander"/>
                <a:sym typeface="Grandstander"/>
              </a:rPr>
              <a:t>Instructions</a:t>
            </a:r>
            <a:endParaRPr>
              <a:latin typeface="Grandstander"/>
              <a:ea typeface="Grandstander"/>
              <a:cs typeface="Grandstander"/>
              <a:sym typeface="Grandstander"/>
            </a:endParaRPr>
          </a:p>
          <a:p>
            <a:pPr indent="0" lvl="0" marL="0" rtl="0" algn="l">
              <a:spcBef>
                <a:spcPts val="0"/>
              </a:spcBef>
              <a:spcAft>
                <a:spcPts val="0"/>
              </a:spcAft>
              <a:buNone/>
            </a:pPr>
            <a:r>
              <a:t/>
            </a:r>
            <a:endParaRPr>
              <a:latin typeface="Grandstander"/>
              <a:ea typeface="Grandstander"/>
              <a:cs typeface="Grandstander"/>
              <a:sym typeface="Grandstander"/>
            </a:endParaRPr>
          </a:p>
          <a:p>
            <a:pPr indent="-317500" lvl="0" marL="457200" rtl="0" algn="l">
              <a:spcBef>
                <a:spcPts val="0"/>
              </a:spcBef>
              <a:spcAft>
                <a:spcPts val="0"/>
              </a:spcAft>
              <a:buSzPts val="1400"/>
              <a:buFont typeface="Grandstander"/>
              <a:buChar char="●"/>
            </a:pPr>
            <a:r>
              <a:rPr lang="en">
                <a:latin typeface="Grandstander"/>
                <a:ea typeface="Grandstander"/>
                <a:cs typeface="Grandstander"/>
                <a:sym typeface="Grandstander"/>
              </a:rPr>
              <a:t>Explain 1. h</a:t>
            </a:r>
            <a:r>
              <a:rPr lang="en">
                <a:latin typeface="Grandstander"/>
                <a:ea typeface="Grandstander"/>
                <a:cs typeface="Grandstander"/>
                <a:sym typeface="Grandstander"/>
              </a:rPr>
              <a:t>ow your story relates to or impacted 1. the way you see yourself, 2. and the way you see others</a:t>
            </a:r>
            <a:endParaRPr>
              <a:latin typeface="Grandstander"/>
              <a:ea typeface="Grandstander"/>
              <a:cs typeface="Grandstander"/>
              <a:sym typeface="Grandstander"/>
            </a:endParaRPr>
          </a:p>
          <a:p>
            <a:pPr indent="-317500" lvl="0" marL="457200" rtl="0" algn="l">
              <a:spcBef>
                <a:spcPts val="0"/>
              </a:spcBef>
              <a:spcAft>
                <a:spcPts val="0"/>
              </a:spcAft>
              <a:buSzPts val="1400"/>
              <a:buFont typeface="Grandstander"/>
              <a:buChar char="●"/>
            </a:pPr>
            <a:r>
              <a:rPr lang="en">
                <a:latin typeface="Grandstander"/>
                <a:ea typeface="Grandstander"/>
                <a:cs typeface="Grandstander"/>
                <a:sym typeface="Grandstander"/>
              </a:rPr>
              <a:t>Optionally, replace the other images</a:t>
            </a:r>
            <a:endParaRPr>
              <a:latin typeface="Grandstander"/>
              <a:ea typeface="Grandstander"/>
              <a:cs typeface="Grandstander"/>
              <a:sym typeface="Grandstande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2" name="Shape 2022"/>
        <p:cNvGrpSpPr/>
        <p:nvPr/>
      </p:nvGrpSpPr>
      <p:grpSpPr>
        <a:xfrm>
          <a:off x="0" y="0"/>
          <a:ext cx="0" cy="0"/>
          <a:chOff x="0" y="0"/>
          <a:chExt cx="0" cy="0"/>
        </a:xfrm>
      </p:grpSpPr>
      <p:grpSp>
        <p:nvGrpSpPr>
          <p:cNvPr id="2023" name="Google Shape;2023;p48"/>
          <p:cNvGrpSpPr/>
          <p:nvPr/>
        </p:nvGrpSpPr>
        <p:grpSpPr>
          <a:xfrm>
            <a:off x="3076751" y="2505009"/>
            <a:ext cx="1446473" cy="1689935"/>
            <a:chOff x="1421717" y="4356134"/>
            <a:chExt cx="1684884" cy="1968474"/>
          </a:xfrm>
        </p:grpSpPr>
        <p:sp>
          <p:nvSpPr>
            <p:cNvPr id="2024" name="Google Shape;2024;p48"/>
            <p:cNvSpPr/>
            <p:nvPr/>
          </p:nvSpPr>
          <p:spPr>
            <a:xfrm>
              <a:off x="1460209" y="4656363"/>
              <a:ext cx="1646392" cy="1637626"/>
            </a:xfrm>
            <a:custGeom>
              <a:rect b="b" l="l" r="r" t="t"/>
              <a:pathLst>
                <a:path extrusionOk="0" h="1872" w="1882">
                  <a:moveTo>
                    <a:pt x="991" y="0"/>
                  </a:moveTo>
                  <a:cubicBezTo>
                    <a:pt x="984" y="0"/>
                    <a:pt x="976" y="2"/>
                    <a:pt x="970" y="7"/>
                  </a:cubicBezTo>
                  <a:lnTo>
                    <a:pt x="24" y="662"/>
                  </a:lnTo>
                  <a:cubicBezTo>
                    <a:pt x="4" y="673"/>
                    <a:pt x="0" y="697"/>
                    <a:pt x="16" y="713"/>
                  </a:cubicBezTo>
                  <a:lnTo>
                    <a:pt x="852" y="1856"/>
                  </a:lnTo>
                  <a:cubicBezTo>
                    <a:pt x="859" y="1866"/>
                    <a:pt x="872" y="1871"/>
                    <a:pt x="884" y="1871"/>
                  </a:cubicBezTo>
                  <a:cubicBezTo>
                    <a:pt x="893" y="1871"/>
                    <a:pt x="901" y="1869"/>
                    <a:pt x="908" y="1864"/>
                  </a:cubicBezTo>
                  <a:lnTo>
                    <a:pt x="1858" y="1221"/>
                  </a:lnTo>
                  <a:cubicBezTo>
                    <a:pt x="1878" y="1210"/>
                    <a:pt x="1881" y="1182"/>
                    <a:pt x="1869" y="1166"/>
                  </a:cubicBezTo>
                  <a:lnTo>
                    <a:pt x="1026" y="18"/>
                  </a:lnTo>
                  <a:cubicBezTo>
                    <a:pt x="1018" y="6"/>
                    <a:pt x="1005" y="0"/>
                    <a:pt x="991" y="0"/>
                  </a:cubicBezTo>
                  <a:close/>
                </a:path>
              </a:pathLst>
            </a:custGeom>
            <a:solidFill>
              <a:schemeClr val="accent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5" name="Google Shape;2025;p48"/>
            <p:cNvSpPr/>
            <p:nvPr/>
          </p:nvSpPr>
          <p:spPr>
            <a:xfrm>
              <a:off x="1421717" y="5200490"/>
              <a:ext cx="884433" cy="1124118"/>
            </a:xfrm>
            <a:custGeom>
              <a:rect b="b" l="l" r="r" t="t"/>
              <a:pathLst>
                <a:path extrusionOk="0" h="1285" w="1011">
                  <a:moveTo>
                    <a:pt x="127" y="0"/>
                  </a:moveTo>
                  <a:lnTo>
                    <a:pt x="24" y="71"/>
                  </a:lnTo>
                  <a:cubicBezTo>
                    <a:pt x="5" y="87"/>
                    <a:pt x="1" y="111"/>
                    <a:pt x="17" y="126"/>
                  </a:cubicBezTo>
                  <a:lnTo>
                    <a:pt x="852" y="1265"/>
                  </a:lnTo>
                  <a:cubicBezTo>
                    <a:pt x="860" y="1278"/>
                    <a:pt x="872" y="1284"/>
                    <a:pt x="885" y="1284"/>
                  </a:cubicBezTo>
                  <a:cubicBezTo>
                    <a:pt x="893" y="1284"/>
                    <a:pt x="901" y="1282"/>
                    <a:pt x="908" y="1278"/>
                  </a:cubicBezTo>
                  <a:lnTo>
                    <a:pt x="1010" y="1207"/>
                  </a:lnTo>
                  <a:cubicBezTo>
                    <a:pt x="959" y="1132"/>
                    <a:pt x="900" y="1057"/>
                    <a:pt x="845" y="981"/>
                  </a:cubicBezTo>
                  <a:cubicBezTo>
                    <a:pt x="758" y="872"/>
                    <a:pt x="655" y="741"/>
                    <a:pt x="577" y="623"/>
                  </a:cubicBezTo>
                  <a:cubicBezTo>
                    <a:pt x="435" y="402"/>
                    <a:pt x="289" y="237"/>
                    <a:pt x="127" y="0"/>
                  </a:cubicBezTo>
                  <a:close/>
                </a:path>
              </a:pathLst>
            </a:custGeom>
            <a:solidFill>
              <a:schemeClr val="dk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6" name="Google Shape;2026;p48"/>
            <p:cNvSpPr/>
            <p:nvPr/>
          </p:nvSpPr>
          <p:spPr>
            <a:xfrm>
              <a:off x="1977222" y="5211863"/>
              <a:ext cx="473272" cy="399784"/>
            </a:xfrm>
            <a:custGeom>
              <a:rect b="b" l="l" r="r" t="t"/>
              <a:pathLst>
                <a:path extrusionOk="0" h="457" w="541">
                  <a:moveTo>
                    <a:pt x="363" y="0"/>
                  </a:moveTo>
                  <a:cubicBezTo>
                    <a:pt x="355" y="0"/>
                    <a:pt x="348" y="1"/>
                    <a:pt x="340" y="3"/>
                  </a:cubicBezTo>
                  <a:cubicBezTo>
                    <a:pt x="320" y="7"/>
                    <a:pt x="304" y="18"/>
                    <a:pt x="288" y="27"/>
                  </a:cubicBezTo>
                  <a:cubicBezTo>
                    <a:pt x="226" y="66"/>
                    <a:pt x="162" y="105"/>
                    <a:pt x="99" y="145"/>
                  </a:cubicBezTo>
                  <a:cubicBezTo>
                    <a:pt x="40" y="184"/>
                    <a:pt x="1" y="216"/>
                    <a:pt x="40" y="282"/>
                  </a:cubicBezTo>
                  <a:cubicBezTo>
                    <a:pt x="44" y="295"/>
                    <a:pt x="48" y="302"/>
                    <a:pt x="56" y="311"/>
                  </a:cubicBezTo>
                  <a:cubicBezTo>
                    <a:pt x="75" y="338"/>
                    <a:pt x="99" y="369"/>
                    <a:pt x="119" y="397"/>
                  </a:cubicBezTo>
                  <a:cubicBezTo>
                    <a:pt x="135" y="413"/>
                    <a:pt x="146" y="433"/>
                    <a:pt x="166" y="444"/>
                  </a:cubicBezTo>
                  <a:cubicBezTo>
                    <a:pt x="180" y="453"/>
                    <a:pt x="194" y="457"/>
                    <a:pt x="208" y="457"/>
                  </a:cubicBezTo>
                  <a:cubicBezTo>
                    <a:pt x="237" y="457"/>
                    <a:pt x="264" y="440"/>
                    <a:pt x="288" y="424"/>
                  </a:cubicBezTo>
                  <a:cubicBezTo>
                    <a:pt x="352" y="382"/>
                    <a:pt x="411" y="338"/>
                    <a:pt x="474" y="295"/>
                  </a:cubicBezTo>
                  <a:cubicBezTo>
                    <a:pt x="510" y="267"/>
                    <a:pt x="541" y="247"/>
                    <a:pt x="541" y="200"/>
                  </a:cubicBezTo>
                  <a:cubicBezTo>
                    <a:pt x="537" y="164"/>
                    <a:pt x="513" y="133"/>
                    <a:pt x="494" y="105"/>
                  </a:cubicBezTo>
                  <a:cubicBezTo>
                    <a:pt x="462" y="67"/>
                    <a:pt x="421" y="0"/>
                    <a:pt x="363" y="0"/>
                  </a:cubicBezTo>
                  <a:close/>
                </a:path>
              </a:pathLst>
            </a:custGeom>
            <a:solidFill>
              <a:schemeClr val="accent5"/>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7" name="Google Shape;2027;p48"/>
            <p:cNvSpPr/>
            <p:nvPr/>
          </p:nvSpPr>
          <p:spPr>
            <a:xfrm>
              <a:off x="2067327" y="5263476"/>
              <a:ext cx="270316" cy="186332"/>
            </a:xfrm>
            <a:custGeom>
              <a:rect b="b" l="l" r="r" t="t"/>
              <a:pathLst>
                <a:path extrusionOk="0" h="213" w="309">
                  <a:moveTo>
                    <a:pt x="285" y="1"/>
                  </a:moveTo>
                  <a:cubicBezTo>
                    <a:pt x="281" y="1"/>
                    <a:pt x="277" y="2"/>
                    <a:pt x="272" y="3"/>
                  </a:cubicBezTo>
                  <a:lnTo>
                    <a:pt x="12" y="172"/>
                  </a:lnTo>
                  <a:cubicBezTo>
                    <a:pt x="4" y="181"/>
                    <a:pt x="1" y="192"/>
                    <a:pt x="8" y="204"/>
                  </a:cubicBezTo>
                  <a:cubicBezTo>
                    <a:pt x="11" y="209"/>
                    <a:pt x="18" y="212"/>
                    <a:pt x="24" y="212"/>
                  </a:cubicBezTo>
                  <a:cubicBezTo>
                    <a:pt x="29" y="212"/>
                    <a:pt x="33" y="211"/>
                    <a:pt x="36" y="208"/>
                  </a:cubicBezTo>
                  <a:lnTo>
                    <a:pt x="296" y="43"/>
                  </a:lnTo>
                  <a:cubicBezTo>
                    <a:pt x="308" y="34"/>
                    <a:pt x="308" y="23"/>
                    <a:pt x="304" y="10"/>
                  </a:cubicBezTo>
                  <a:cubicBezTo>
                    <a:pt x="299" y="3"/>
                    <a:pt x="292" y="1"/>
                    <a:pt x="28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8" name="Google Shape;2028;p48"/>
            <p:cNvSpPr/>
            <p:nvPr/>
          </p:nvSpPr>
          <p:spPr>
            <a:xfrm>
              <a:off x="2104944" y="5346582"/>
              <a:ext cx="269441" cy="185458"/>
            </a:xfrm>
            <a:custGeom>
              <a:rect b="b" l="l" r="r" t="t"/>
              <a:pathLst>
                <a:path extrusionOk="0" h="212" w="308">
                  <a:moveTo>
                    <a:pt x="284" y="0"/>
                  </a:moveTo>
                  <a:cubicBezTo>
                    <a:pt x="279" y="0"/>
                    <a:pt x="276" y="1"/>
                    <a:pt x="273" y="3"/>
                  </a:cubicBezTo>
                  <a:lnTo>
                    <a:pt x="13" y="172"/>
                  </a:lnTo>
                  <a:cubicBezTo>
                    <a:pt x="0" y="180"/>
                    <a:pt x="0" y="192"/>
                    <a:pt x="5" y="199"/>
                  </a:cubicBezTo>
                  <a:cubicBezTo>
                    <a:pt x="10" y="207"/>
                    <a:pt x="16" y="212"/>
                    <a:pt x="24" y="212"/>
                  </a:cubicBezTo>
                  <a:cubicBezTo>
                    <a:pt x="28" y="212"/>
                    <a:pt x="32" y="211"/>
                    <a:pt x="36" y="208"/>
                  </a:cubicBezTo>
                  <a:lnTo>
                    <a:pt x="296" y="42"/>
                  </a:lnTo>
                  <a:cubicBezTo>
                    <a:pt x="304" y="34"/>
                    <a:pt x="308" y="22"/>
                    <a:pt x="300" y="10"/>
                  </a:cubicBezTo>
                  <a:cubicBezTo>
                    <a:pt x="298" y="3"/>
                    <a:pt x="291" y="0"/>
                    <a:pt x="28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9" name="Google Shape;2029;p48"/>
            <p:cNvSpPr/>
            <p:nvPr/>
          </p:nvSpPr>
          <p:spPr>
            <a:xfrm>
              <a:off x="2169680" y="4848820"/>
              <a:ext cx="246696" cy="222199"/>
            </a:xfrm>
            <a:custGeom>
              <a:rect b="b" l="l" r="r" t="t"/>
              <a:pathLst>
                <a:path extrusionOk="0" h="254" w="282">
                  <a:moveTo>
                    <a:pt x="199" y="1"/>
                  </a:moveTo>
                  <a:cubicBezTo>
                    <a:pt x="185" y="1"/>
                    <a:pt x="169" y="8"/>
                    <a:pt x="151" y="24"/>
                  </a:cubicBezTo>
                  <a:cubicBezTo>
                    <a:pt x="113" y="54"/>
                    <a:pt x="123" y="128"/>
                    <a:pt x="166" y="147"/>
                  </a:cubicBezTo>
                  <a:lnTo>
                    <a:pt x="166" y="147"/>
                  </a:lnTo>
                  <a:cubicBezTo>
                    <a:pt x="150" y="142"/>
                    <a:pt x="127" y="138"/>
                    <a:pt x="103" y="138"/>
                  </a:cubicBezTo>
                  <a:cubicBezTo>
                    <a:pt x="52" y="138"/>
                    <a:pt x="0" y="155"/>
                    <a:pt x="21" y="205"/>
                  </a:cubicBezTo>
                  <a:cubicBezTo>
                    <a:pt x="35" y="241"/>
                    <a:pt x="102" y="253"/>
                    <a:pt x="162" y="253"/>
                  </a:cubicBezTo>
                  <a:cubicBezTo>
                    <a:pt x="202" y="253"/>
                    <a:pt x="239" y="248"/>
                    <a:pt x="257" y="240"/>
                  </a:cubicBezTo>
                  <a:cubicBezTo>
                    <a:pt x="281" y="184"/>
                    <a:pt x="269" y="1"/>
                    <a:pt x="199" y="1"/>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0" name="Google Shape;2030;p48"/>
            <p:cNvSpPr/>
            <p:nvPr/>
          </p:nvSpPr>
          <p:spPr>
            <a:xfrm>
              <a:off x="2788354" y="4656384"/>
              <a:ext cx="204706" cy="183708"/>
            </a:xfrm>
            <a:custGeom>
              <a:rect b="b" l="l" r="r" t="t"/>
              <a:pathLst>
                <a:path extrusionOk="0" h="210" w="234">
                  <a:moveTo>
                    <a:pt x="167" y="1"/>
                  </a:moveTo>
                  <a:cubicBezTo>
                    <a:pt x="161" y="1"/>
                    <a:pt x="156" y="2"/>
                    <a:pt x="151" y="3"/>
                  </a:cubicBezTo>
                  <a:cubicBezTo>
                    <a:pt x="125" y="10"/>
                    <a:pt x="107" y="38"/>
                    <a:pt x="110" y="63"/>
                  </a:cubicBezTo>
                  <a:lnTo>
                    <a:pt x="110" y="63"/>
                  </a:lnTo>
                  <a:cubicBezTo>
                    <a:pt x="105" y="43"/>
                    <a:pt x="90" y="26"/>
                    <a:pt x="68" y="18"/>
                  </a:cubicBezTo>
                  <a:cubicBezTo>
                    <a:pt x="62" y="16"/>
                    <a:pt x="56" y="15"/>
                    <a:pt x="51" y="15"/>
                  </a:cubicBezTo>
                  <a:cubicBezTo>
                    <a:pt x="33" y="15"/>
                    <a:pt x="18" y="24"/>
                    <a:pt x="9" y="42"/>
                  </a:cubicBezTo>
                  <a:cubicBezTo>
                    <a:pt x="1" y="54"/>
                    <a:pt x="1" y="69"/>
                    <a:pt x="1" y="85"/>
                  </a:cubicBezTo>
                  <a:cubicBezTo>
                    <a:pt x="9" y="125"/>
                    <a:pt x="37" y="156"/>
                    <a:pt x="64" y="180"/>
                  </a:cubicBezTo>
                  <a:cubicBezTo>
                    <a:pt x="82" y="198"/>
                    <a:pt x="97" y="210"/>
                    <a:pt x="115" y="210"/>
                  </a:cubicBezTo>
                  <a:cubicBezTo>
                    <a:pt x="128" y="210"/>
                    <a:pt x="142" y="203"/>
                    <a:pt x="159" y="188"/>
                  </a:cubicBezTo>
                  <a:cubicBezTo>
                    <a:pt x="179" y="169"/>
                    <a:pt x="199" y="145"/>
                    <a:pt x="210" y="117"/>
                  </a:cubicBezTo>
                  <a:cubicBezTo>
                    <a:pt x="226" y="93"/>
                    <a:pt x="234" y="62"/>
                    <a:pt x="222" y="38"/>
                  </a:cubicBezTo>
                  <a:cubicBezTo>
                    <a:pt x="212" y="16"/>
                    <a:pt x="190" y="1"/>
                    <a:pt x="167" y="1"/>
                  </a:cubicBezTo>
                  <a:close/>
                </a:path>
              </a:pathLst>
            </a:cu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1" name="Google Shape;2031;p48"/>
            <p:cNvSpPr/>
            <p:nvPr/>
          </p:nvSpPr>
          <p:spPr>
            <a:xfrm>
              <a:off x="1635290" y="4356134"/>
              <a:ext cx="263318" cy="238820"/>
            </a:xfrm>
            <a:custGeom>
              <a:rect b="b" l="l" r="r" t="t"/>
              <a:pathLst>
                <a:path extrusionOk="0" h="273" w="301">
                  <a:moveTo>
                    <a:pt x="214" y="1"/>
                  </a:moveTo>
                  <a:cubicBezTo>
                    <a:pt x="208" y="1"/>
                    <a:pt x="203" y="1"/>
                    <a:pt x="198" y="2"/>
                  </a:cubicBezTo>
                  <a:cubicBezTo>
                    <a:pt x="162" y="15"/>
                    <a:pt x="139" y="53"/>
                    <a:pt x="142" y="89"/>
                  </a:cubicBezTo>
                  <a:cubicBezTo>
                    <a:pt x="139" y="62"/>
                    <a:pt x="119" y="34"/>
                    <a:pt x="87" y="22"/>
                  </a:cubicBezTo>
                  <a:cubicBezTo>
                    <a:pt x="82" y="21"/>
                    <a:pt x="76" y="20"/>
                    <a:pt x="70" y="20"/>
                  </a:cubicBezTo>
                  <a:cubicBezTo>
                    <a:pt x="46" y="20"/>
                    <a:pt x="21" y="32"/>
                    <a:pt x="9" y="53"/>
                  </a:cubicBezTo>
                  <a:cubicBezTo>
                    <a:pt x="0" y="69"/>
                    <a:pt x="0" y="93"/>
                    <a:pt x="4" y="113"/>
                  </a:cubicBezTo>
                  <a:cubicBezTo>
                    <a:pt x="13" y="160"/>
                    <a:pt x="44" y="200"/>
                    <a:pt x="84" y="235"/>
                  </a:cubicBezTo>
                  <a:cubicBezTo>
                    <a:pt x="108" y="257"/>
                    <a:pt x="128" y="272"/>
                    <a:pt x="149" y="272"/>
                  </a:cubicBezTo>
                  <a:cubicBezTo>
                    <a:pt x="166" y="272"/>
                    <a:pt x="183" y="263"/>
                    <a:pt x="206" y="243"/>
                  </a:cubicBezTo>
                  <a:cubicBezTo>
                    <a:pt x="233" y="219"/>
                    <a:pt x="257" y="184"/>
                    <a:pt x="273" y="153"/>
                  </a:cubicBezTo>
                  <a:cubicBezTo>
                    <a:pt x="293" y="117"/>
                    <a:pt x="300" y="82"/>
                    <a:pt x="288" y="46"/>
                  </a:cubicBezTo>
                  <a:cubicBezTo>
                    <a:pt x="275" y="19"/>
                    <a:pt x="244" y="1"/>
                    <a:pt x="214" y="1"/>
                  </a:cubicBezTo>
                  <a:close/>
                </a:path>
              </a:pathLst>
            </a:custGeom>
            <a:solidFill>
              <a:schemeClr val="accent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32" name="Google Shape;2032;p48"/>
          <p:cNvSpPr txBox="1"/>
          <p:nvPr>
            <p:ph type="title"/>
          </p:nvPr>
        </p:nvSpPr>
        <p:spPr>
          <a:xfrm>
            <a:off x="914400" y="888750"/>
            <a:ext cx="8458200" cy="956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t>The Lesson(s) My Story Teaches</a:t>
            </a:r>
            <a:endParaRPr/>
          </a:p>
          <a:p>
            <a:pPr indent="0" lvl="0" marL="0" rtl="0" algn="ctr">
              <a:spcBef>
                <a:spcPts val="0"/>
              </a:spcBef>
              <a:spcAft>
                <a:spcPts val="0"/>
              </a:spcAft>
              <a:buClr>
                <a:schemeClr val="dk1"/>
              </a:buClr>
              <a:buSzPts val="1100"/>
              <a:buFont typeface="Arial"/>
              <a:buNone/>
            </a:pPr>
            <a:r>
              <a:t/>
            </a:r>
            <a:endParaRPr/>
          </a:p>
          <a:p>
            <a:pPr indent="0" lvl="0" marL="0" rtl="0" algn="ctr">
              <a:spcBef>
                <a:spcPts val="0"/>
              </a:spcBef>
              <a:spcAft>
                <a:spcPts val="0"/>
              </a:spcAft>
              <a:buNone/>
            </a:pPr>
            <a:r>
              <a:t/>
            </a:r>
            <a:endParaRPr/>
          </a:p>
        </p:txBody>
      </p:sp>
      <p:grpSp>
        <p:nvGrpSpPr>
          <p:cNvPr id="2033" name="Google Shape;2033;p48"/>
          <p:cNvGrpSpPr/>
          <p:nvPr/>
        </p:nvGrpSpPr>
        <p:grpSpPr>
          <a:xfrm rot="-1424632">
            <a:off x="1086137" y="2554852"/>
            <a:ext cx="1527468" cy="1174199"/>
            <a:chOff x="1687297" y="992144"/>
            <a:chExt cx="2277899" cy="1751073"/>
          </a:xfrm>
        </p:grpSpPr>
        <p:sp>
          <p:nvSpPr>
            <p:cNvPr id="2034" name="Google Shape;2034;p48"/>
            <p:cNvSpPr/>
            <p:nvPr/>
          </p:nvSpPr>
          <p:spPr>
            <a:xfrm>
              <a:off x="1699840" y="1286289"/>
              <a:ext cx="1445011" cy="1442503"/>
            </a:xfrm>
            <a:custGeom>
              <a:rect b="b" l="l" r="r" t="t"/>
              <a:pathLst>
                <a:path extrusionOk="0" h="2300" w="2304">
                  <a:moveTo>
                    <a:pt x="1151" y="297"/>
                  </a:moveTo>
                  <a:cubicBezTo>
                    <a:pt x="1625" y="297"/>
                    <a:pt x="2008" y="679"/>
                    <a:pt x="2008" y="1152"/>
                  </a:cubicBezTo>
                  <a:cubicBezTo>
                    <a:pt x="2008" y="1622"/>
                    <a:pt x="1625" y="2004"/>
                    <a:pt x="1151" y="2004"/>
                  </a:cubicBezTo>
                  <a:cubicBezTo>
                    <a:pt x="683" y="2004"/>
                    <a:pt x="300" y="1622"/>
                    <a:pt x="300" y="1152"/>
                  </a:cubicBezTo>
                  <a:cubicBezTo>
                    <a:pt x="300" y="679"/>
                    <a:pt x="683" y="297"/>
                    <a:pt x="1151" y="297"/>
                  </a:cubicBezTo>
                  <a:close/>
                  <a:moveTo>
                    <a:pt x="1151" y="0"/>
                  </a:moveTo>
                  <a:cubicBezTo>
                    <a:pt x="517" y="0"/>
                    <a:pt x="1" y="517"/>
                    <a:pt x="1" y="1152"/>
                  </a:cubicBezTo>
                  <a:cubicBezTo>
                    <a:pt x="1" y="1787"/>
                    <a:pt x="517" y="2299"/>
                    <a:pt x="1151" y="2299"/>
                  </a:cubicBezTo>
                  <a:cubicBezTo>
                    <a:pt x="1786" y="2299"/>
                    <a:pt x="2303" y="1787"/>
                    <a:pt x="2303" y="1152"/>
                  </a:cubicBezTo>
                  <a:cubicBezTo>
                    <a:pt x="2303" y="517"/>
                    <a:pt x="1786" y="0"/>
                    <a:pt x="1151" y="0"/>
                  </a:cubicBezTo>
                  <a:close/>
                </a:path>
              </a:pathLst>
            </a:custGeom>
            <a:solidFill>
              <a:schemeClr val="accent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5" name="Google Shape;2035;p48"/>
            <p:cNvSpPr/>
            <p:nvPr/>
          </p:nvSpPr>
          <p:spPr>
            <a:xfrm>
              <a:off x="1687297" y="1273746"/>
              <a:ext cx="1469471" cy="1469471"/>
            </a:xfrm>
            <a:custGeom>
              <a:rect b="b" l="l" r="r" t="t"/>
              <a:pathLst>
                <a:path extrusionOk="0" h="2343" w="2343">
                  <a:moveTo>
                    <a:pt x="1171" y="340"/>
                  </a:moveTo>
                  <a:cubicBezTo>
                    <a:pt x="1400" y="340"/>
                    <a:pt x="1610" y="430"/>
                    <a:pt x="1759" y="585"/>
                  </a:cubicBezTo>
                  <a:cubicBezTo>
                    <a:pt x="1913" y="734"/>
                    <a:pt x="2004" y="943"/>
                    <a:pt x="2004" y="1172"/>
                  </a:cubicBezTo>
                  <a:cubicBezTo>
                    <a:pt x="2004" y="1400"/>
                    <a:pt x="1913" y="1609"/>
                    <a:pt x="1759" y="1760"/>
                  </a:cubicBezTo>
                  <a:cubicBezTo>
                    <a:pt x="1610" y="1909"/>
                    <a:pt x="1400" y="2004"/>
                    <a:pt x="1171" y="2004"/>
                  </a:cubicBezTo>
                  <a:cubicBezTo>
                    <a:pt x="943" y="2004"/>
                    <a:pt x="734" y="1909"/>
                    <a:pt x="585" y="1760"/>
                  </a:cubicBezTo>
                  <a:cubicBezTo>
                    <a:pt x="434" y="1609"/>
                    <a:pt x="340" y="1400"/>
                    <a:pt x="340" y="1172"/>
                  </a:cubicBezTo>
                  <a:cubicBezTo>
                    <a:pt x="340" y="943"/>
                    <a:pt x="434" y="734"/>
                    <a:pt x="585" y="585"/>
                  </a:cubicBezTo>
                  <a:cubicBezTo>
                    <a:pt x="734" y="430"/>
                    <a:pt x="943" y="340"/>
                    <a:pt x="1171" y="340"/>
                  </a:cubicBezTo>
                  <a:close/>
                  <a:moveTo>
                    <a:pt x="1171" y="297"/>
                  </a:moveTo>
                  <a:cubicBezTo>
                    <a:pt x="691" y="297"/>
                    <a:pt x="296" y="687"/>
                    <a:pt x="296" y="1172"/>
                  </a:cubicBezTo>
                  <a:cubicBezTo>
                    <a:pt x="296" y="1653"/>
                    <a:pt x="691" y="2048"/>
                    <a:pt x="1171" y="2048"/>
                  </a:cubicBezTo>
                  <a:cubicBezTo>
                    <a:pt x="1657" y="2048"/>
                    <a:pt x="2047" y="1653"/>
                    <a:pt x="2047" y="1172"/>
                  </a:cubicBezTo>
                  <a:cubicBezTo>
                    <a:pt x="2047" y="687"/>
                    <a:pt x="1657" y="297"/>
                    <a:pt x="1171" y="297"/>
                  </a:cubicBezTo>
                  <a:close/>
                  <a:moveTo>
                    <a:pt x="1171" y="44"/>
                  </a:moveTo>
                  <a:cubicBezTo>
                    <a:pt x="1484" y="44"/>
                    <a:pt x="1768" y="170"/>
                    <a:pt x="1972" y="372"/>
                  </a:cubicBezTo>
                  <a:cubicBezTo>
                    <a:pt x="2174" y="577"/>
                    <a:pt x="2299" y="861"/>
                    <a:pt x="2299" y="1172"/>
                  </a:cubicBezTo>
                  <a:cubicBezTo>
                    <a:pt x="2299" y="1484"/>
                    <a:pt x="2174" y="1764"/>
                    <a:pt x="1972" y="1968"/>
                  </a:cubicBezTo>
                  <a:cubicBezTo>
                    <a:pt x="1768" y="2173"/>
                    <a:pt x="1484" y="2299"/>
                    <a:pt x="1171" y="2299"/>
                  </a:cubicBezTo>
                  <a:cubicBezTo>
                    <a:pt x="860" y="2299"/>
                    <a:pt x="580" y="2173"/>
                    <a:pt x="375" y="1968"/>
                  </a:cubicBezTo>
                  <a:cubicBezTo>
                    <a:pt x="170" y="1764"/>
                    <a:pt x="44" y="1484"/>
                    <a:pt x="44" y="1172"/>
                  </a:cubicBezTo>
                  <a:cubicBezTo>
                    <a:pt x="44" y="861"/>
                    <a:pt x="170" y="577"/>
                    <a:pt x="375" y="372"/>
                  </a:cubicBezTo>
                  <a:cubicBezTo>
                    <a:pt x="580" y="170"/>
                    <a:pt x="860" y="44"/>
                    <a:pt x="1171" y="44"/>
                  </a:cubicBezTo>
                  <a:close/>
                  <a:moveTo>
                    <a:pt x="1171" y="1"/>
                  </a:moveTo>
                  <a:cubicBezTo>
                    <a:pt x="525" y="1"/>
                    <a:pt x="1" y="525"/>
                    <a:pt x="1" y="1172"/>
                  </a:cubicBezTo>
                  <a:cubicBezTo>
                    <a:pt x="1" y="1819"/>
                    <a:pt x="525" y="2343"/>
                    <a:pt x="1171" y="2343"/>
                  </a:cubicBezTo>
                  <a:cubicBezTo>
                    <a:pt x="1819" y="2343"/>
                    <a:pt x="2343" y="1819"/>
                    <a:pt x="2343" y="1172"/>
                  </a:cubicBezTo>
                  <a:cubicBezTo>
                    <a:pt x="2343" y="525"/>
                    <a:pt x="1819" y="1"/>
                    <a:pt x="1171"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6" name="Google Shape;2036;p48"/>
            <p:cNvSpPr/>
            <p:nvPr/>
          </p:nvSpPr>
          <p:spPr>
            <a:xfrm>
              <a:off x="2317608" y="1006569"/>
              <a:ext cx="347455" cy="341183"/>
            </a:xfrm>
            <a:custGeom>
              <a:rect b="b" l="l" r="r" t="t"/>
              <a:pathLst>
                <a:path extrusionOk="0" h="544" w="554">
                  <a:moveTo>
                    <a:pt x="456" y="1"/>
                  </a:moveTo>
                  <a:cubicBezTo>
                    <a:pt x="440" y="1"/>
                    <a:pt x="421" y="5"/>
                    <a:pt x="403" y="13"/>
                  </a:cubicBezTo>
                  <a:cubicBezTo>
                    <a:pt x="337" y="40"/>
                    <a:pt x="293" y="115"/>
                    <a:pt x="297" y="190"/>
                  </a:cubicBezTo>
                  <a:cubicBezTo>
                    <a:pt x="277" y="143"/>
                    <a:pt x="257" y="99"/>
                    <a:pt x="226" y="64"/>
                  </a:cubicBezTo>
                  <a:cubicBezTo>
                    <a:pt x="201" y="40"/>
                    <a:pt x="164" y="20"/>
                    <a:pt x="128" y="20"/>
                  </a:cubicBezTo>
                  <a:cubicBezTo>
                    <a:pt x="119" y="20"/>
                    <a:pt x="109" y="21"/>
                    <a:pt x="100" y="24"/>
                  </a:cubicBezTo>
                  <a:cubicBezTo>
                    <a:pt x="53" y="40"/>
                    <a:pt x="24" y="92"/>
                    <a:pt x="17" y="139"/>
                  </a:cubicBezTo>
                  <a:cubicBezTo>
                    <a:pt x="1" y="222"/>
                    <a:pt x="29" y="308"/>
                    <a:pt x="72" y="383"/>
                  </a:cubicBezTo>
                  <a:cubicBezTo>
                    <a:pt x="121" y="461"/>
                    <a:pt x="172" y="544"/>
                    <a:pt x="238" y="544"/>
                  </a:cubicBezTo>
                  <a:cubicBezTo>
                    <a:pt x="262" y="544"/>
                    <a:pt x="288" y="533"/>
                    <a:pt x="317" y="506"/>
                  </a:cubicBezTo>
                  <a:cubicBezTo>
                    <a:pt x="399" y="430"/>
                    <a:pt x="463" y="336"/>
                    <a:pt x="514" y="241"/>
                  </a:cubicBezTo>
                  <a:cubicBezTo>
                    <a:pt x="537" y="199"/>
                    <a:pt x="553" y="155"/>
                    <a:pt x="553" y="111"/>
                  </a:cubicBezTo>
                  <a:cubicBezTo>
                    <a:pt x="553" y="64"/>
                    <a:pt x="526" y="17"/>
                    <a:pt x="482" y="5"/>
                  </a:cubicBezTo>
                  <a:cubicBezTo>
                    <a:pt x="474" y="2"/>
                    <a:pt x="465" y="1"/>
                    <a:pt x="456" y="1"/>
                  </a:cubicBez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7" name="Google Shape;2037;p48"/>
            <p:cNvSpPr/>
            <p:nvPr/>
          </p:nvSpPr>
          <p:spPr>
            <a:xfrm>
              <a:off x="2310709" y="992144"/>
              <a:ext cx="369406" cy="368779"/>
            </a:xfrm>
            <a:custGeom>
              <a:rect b="b" l="l" r="r" t="t"/>
              <a:pathLst>
                <a:path extrusionOk="0" h="588" w="589">
                  <a:moveTo>
                    <a:pt x="470" y="44"/>
                  </a:moveTo>
                  <a:cubicBezTo>
                    <a:pt x="474" y="44"/>
                    <a:pt x="481" y="47"/>
                    <a:pt x="490" y="47"/>
                  </a:cubicBezTo>
                  <a:cubicBezTo>
                    <a:pt x="505" y="51"/>
                    <a:pt x="517" y="63"/>
                    <a:pt x="528" y="80"/>
                  </a:cubicBezTo>
                  <a:cubicBezTo>
                    <a:pt x="537" y="95"/>
                    <a:pt x="545" y="115"/>
                    <a:pt x="545" y="134"/>
                  </a:cubicBezTo>
                  <a:lnTo>
                    <a:pt x="545" y="138"/>
                  </a:lnTo>
                  <a:cubicBezTo>
                    <a:pt x="545" y="174"/>
                    <a:pt x="525" y="213"/>
                    <a:pt x="505" y="253"/>
                  </a:cubicBezTo>
                  <a:cubicBezTo>
                    <a:pt x="457" y="347"/>
                    <a:pt x="390" y="442"/>
                    <a:pt x="312" y="513"/>
                  </a:cubicBezTo>
                  <a:cubicBezTo>
                    <a:pt x="300" y="524"/>
                    <a:pt x="288" y="533"/>
                    <a:pt x="277" y="537"/>
                  </a:cubicBezTo>
                  <a:cubicBezTo>
                    <a:pt x="268" y="544"/>
                    <a:pt x="257" y="544"/>
                    <a:pt x="248" y="544"/>
                  </a:cubicBezTo>
                  <a:cubicBezTo>
                    <a:pt x="237" y="544"/>
                    <a:pt x="225" y="540"/>
                    <a:pt x="213" y="537"/>
                  </a:cubicBezTo>
                  <a:cubicBezTo>
                    <a:pt x="197" y="524"/>
                    <a:pt x="177" y="505"/>
                    <a:pt x="158" y="477"/>
                  </a:cubicBezTo>
                  <a:cubicBezTo>
                    <a:pt x="139" y="453"/>
                    <a:pt x="122" y="426"/>
                    <a:pt x="103" y="395"/>
                  </a:cubicBezTo>
                  <a:cubicBezTo>
                    <a:pt x="68" y="340"/>
                    <a:pt x="44" y="273"/>
                    <a:pt x="44" y="209"/>
                  </a:cubicBezTo>
                  <a:cubicBezTo>
                    <a:pt x="44" y="193"/>
                    <a:pt x="48" y="178"/>
                    <a:pt x="52" y="166"/>
                  </a:cubicBezTo>
                  <a:cubicBezTo>
                    <a:pt x="55" y="142"/>
                    <a:pt x="64" y="122"/>
                    <a:pt x="71" y="103"/>
                  </a:cubicBezTo>
                  <a:cubicBezTo>
                    <a:pt x="83" y="87"/>
                    <a:pt x="99" y="75"/>
                    <a:pt x="115" y="67"/>
                  </a:cubicBezTo>
                  <a:cubicBezTo>
                    <a:pt x="122" y="67"/>
                    <a:pt x="130" y="63"/>
                    <a:pt x="142" y="63"/>
                  </a:cubicBezTo>
                  <a:cubicBezTo>
                    <a:pt x="154" y="63"/>
                    <a:pt x="170" y="67"/>
                    <a:pt x="182" y="75"/>
                  </a:cubicBezTo>
                  <a:cubicBezTo>
                    <a:pt x="197" y="83"/>
                    <a:pt x="210" y="91"/>
                    <a:pt x="221" y="103"/>
                  </a:cubicBezTo>
                  <a:cubicBezTo>
                    <a:pt x="253" y="134"/>
                    <a:pt x="268" y="178"/>
                    <a:pt x="284" y="222"/>
                  </a:cubicBezTo>
                  <a:cubicBezTo>
                    <a:pt x="287" y="228"/>
                    <a:pt x="296" y="234"/>
                    <a:pt x="305" y="234"/>
                  </a:cubicBezTo>
                  <a:cubicBezTo>
                    <a:pt x="308" y="234"/>
                    <a:pt x="310" y="234"/>
                    <a:pt x="312" y="233"/>
                  </a:cubicBezTo>
                  <a:cubicBezTo>
                    <a:pt x="319" y="229"/>
                    <a:pt x="328" y="222"/>
                    <a:pt x="328" y="209"/>
                  </a:cubicBezTo>
                  <a:lnTo>
                    <a:pt x="328" y="205"/>
                  </a:lnTo>
                  <a:cubicBezTo>
                    <a:pt x="328" y="174"/>
                    <a:pt x="339" y="142"/>
                    <a:pt x="355" y="115"/>
                  </a:cubicBezTo>
                  <a:cubicBezTo>
                    <a:pt x="371" y="91"/>
                    <a:pt x="395" y="67"/>
                    <a:pt x="426" y="56"/>
                  </a:cubicBezTo>
                  <a:cubicBezTo>
                    <a:pt x="438" y="47"/>
                    <a:pt x="454" y="44"/>
                    <a:pt x="470" y="44"/>
                  </a:cubicBezTo>
                  <a:close/>
                  <a:moveTo>
                    <a:pt x="470" y="0"/>
                  </a:moveTo>
                  <a:cubicBezTo>
                    <a:pt x="446" y="0"/>
                    <a:pt x="426" y="9"/>
                    <a:pt x="406" y="16"/>
                  </a:cubicBezTo>
                  <a:cubicBezTo>
                    <a:pt x="371" y="32"/>
                    <a:pt x="339" y="60"/>
                    <a:pt x="319" y="91"/>
                  </a:cubicBezTo>
                  <a:cubicBezTo>
                    <a:pt x="310" y="106"/>
                    <a:pt x="302" y="121"/>
                    <a:pt x="296" y="136"/>
                  </a:cubicBezTo>
                  <a:lnTo>
                    <a:pt x="296" y="136"/>
                  </a:lnTo>
                  <a:cubicBezTo>
                    <a:pt x="285" y="113"/>
                    <a:pt x="271" y="91"/>
                    <a:pt x="253" y="71"/>
                  </a:cubicBezTo>
                  <a:cubicBezTo>
                    <a:pt x="241" y="60"/>
                    <a:pt x="221" y="44"/>
                    <a:pt x="201" y="36"/>
                  </a:cubicBezTo>
                  <a:cubicBezTo>
                    <a:pt x="182" y="28"/>
                    <a:pt x="162" y="20"/>
                    <a:pt x="142" y="20"/>
                  </a:cubicBezTo>
                  <a:cubicBezTo>
                    <a:pt x="126" y="20"/>
                    <a:pt x="115" y="24"/>
                    <a:pt x="103" y="28"/>
                  </a:cubicBezTo>
                  <a:cubicBezTo>
                    <a:pt x="75" y="36"/>
                    <a:pt x="52" y="56"/>
                    <a:pt x="35" y="80"/>
                  </a:cubicBezTo>
                  <a:cubicBezTo>
                    <a:pt x="20" y="103"/>
                    <a:pt x="12" y="131"/>
                    <a:pt x="8" y="158"/>
                  </a:cubicBezTo>
                  <a:cubicBezTo>
                    <a:pt x="4" y="174"/>
                    <a:pt x="0" y="193"/>
                    <a:pt x="0" y="209"/>
                  </a:cubicBezTo>
                  <a:cubicBezTo>
                    <a:pt x="0" y="284"/>
                    <a:pt x="28" y="355"/>
                    <a:pt x="68" y="418"/>
                  </a:cubicBezTo>
                  <a:cubicBezTo>
                    <a:pt x="91" y="458"/>
                    <a:pt x="115" y="497"/>
                    <a:pt x="146" y="533"/>
                  </a:cubicBezTo>
                  <a:cubicBezTo>
                    <a:pt x="158" y="548"/>
                    <a:pt x="174" y="560"/>
                    <a:pt x="190" y="572"/>
                  </a:cubicBezTo>
                  <a:cubicBezTo>
                    <a:pt x="210" y="584"/>
                    <a:pt x="229" y="588"/>
                    <a:pt x="248" y="588"/>
                  </a:cubicBezTo>
                  <a:cubicBezTo>
                    <a:pt x="264" y="588"/>
                    <a:pt x="281" y="584"/>
                    <a:pt x="296" y="576"/>
                  </a:cubicBezTo>
                  <a:cubicBezTo>
                    <a:pt x="312" y="572"/>
                    <a:pt x="328" y="560"/>
                    <a:pt x="343" y="544"/>
                  </a:cubicBezTo>
                  <a:cubicBezTo>
                    <a:pt x="426" y="469"/>
                    <a:pt x="493" y="371"/>
                    <a:pt x="545" y="273"/>
                  </a:cubicBezTo>
                  <a:cubicBezTo>
                    <a:pt x="564" y="233"/>
                    <a:pt x="588" y="186"/>
                    <a:pt x="588" y="138"/>
                  </a:cubicBezTo>
                  <a:lnTo>
                    <a:pt x="588" y="134"/>
                  </a:lnTo>
                  <a:cubicBezTo>
                    <a:pt x="588" y="107"/>
                    <a:pt x="580" y="80"/>
                    <a:pt x="564" y="56"/>
                  </a:cubicBezTo>
                  <a:cubicBezTo>
                    <a:pt x="548" y="32"/>
                    <a:pt x="528" y="12"/>
                    <a:pt x="501" y="4"/>
                  </a:cubicBezTo>
                  <a:cubicBezTo>
                    <a:pt x="490" y="4"/>
                    <a:pt x="477" y="0"/>
                    <a:pt x="470"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8" name="Google Shape;2038;p48"/>
            <p:cNvSpPr/>
            <p:nvPr/>
          </p:nvSpPr>
          <p:spPr>
            <a:xfrm>
              <a:off x="2668826" y="1350261"/>
              <a:ext cx="1284454" cy="1284454"/>
            </a:xfrm>
            <a:custGeom>
              <a:rect b="b" l="l" r="r" t="t"/>
              <a:pathLst>
                <a:path extrusionOk="0" h="2048" w="2048">
                  <a:moveTo>
                    <a:pt x="1022" y="261"/>
                  </a:moveTo>
                  <a:cubicBezTo>
                    <a:pt x="1444" y="261"/>
                    <a:pt x="1788" y="601"/>
                    <a:pt x="1788" y="1027"/>
                  </a:cubicBezTo>
                  <a:cubicBezTo>
                    <a:pt x="1788" y="1449"/>
                    <a:pt x="1444" y="1787"/>
                    <a:pt x="1022" y="1787"/>
                  </a:cubicBezTo>
                  <a:cubicBezTo>
                    <a:pt x="600" y="1787"/>
                    <a:pt x="257" y="1449"/>
                    <a:pt x="257" y="1027"/>
                  </a:cubicBezTo>
                  <a:cubicBezTo>
                    <a:pt x="257" y="601"/>
                    <a:pt x="600" y="261"/>
                    <a:pt x="1022" y="261"/>
                  </a:cubicBezTo>
                  <a:close/>
                  <a:moveTo>
                    <a:pt x="1022" y="1"/>
                  </a:moveTo>
                  <a:cubicBezTo>
                    <a:pt x="458" y="1"/>
                    <a:pt x="1" y="459"/>
                    <a:pt x="1" y="1027"/>
                  </a:cubicBezTo>
                  <a:cubicBezTo>
                    <a:pt x="1" y="1591"/>
                    <a:pt x="458" y="2048"/>
                    <a:pt x="1022" y="2048"/>
                  </a:cubicBezTo>
                  <a:cubicBezTo>
                    <a:pt x="1586" y="2048"/>
                    <a:pt x="2048" y="1591"/>
                    <a:pt x="2048" y="1027"/>
                  </a:cubicBezTo>
                  <a:cubicBezTo>
                    <a:pt x="2048" y="459"/>
                    <a:pt x="1586" y="1"/>
                    <a:pt x="1022" y="1"/>
                  </a:cubicBezTo>
                  <a:close/>
                </a:path>
              </a:pathLst>
            </a:custGeom>
            <a:solidFill>
              <a:schemeClr val="accent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9" name="Google Shape;2039;p48"/>
            <p:cNvSpPr/>
            <p:nvPr/>
          </p:nvSpPr>
          <p:spPr>
            <a:xfrm>
              <a:off x="2654401" y="1338345"/>
              <a:ext cx="1310796" cy="1311423"/>
            </a:xfrm>
            <a:custGeom>
              <a:rect b="b" l="l" r="r" t="t"/>
              <a:pathLst>
                <a:path extrusionOk="0" h="2091" w="2090">
                  <a:moveTo>
                    <a:pt x="1045" y="300"/>
                  </a:moveTo>
                  <a:cubicBezTo>
                    <a:pt x="1250" y="300"/>
                    <a:pt x="1436" y="383"/>
                    <a:pt x="1569" y="517"/>
                  </a:cubicBezTo>
                  <a:cubicBezTo>
                    <a:pt x="1704" y="651"/>
                    <a:pt x="1787" y="840"/>
                    <a:pt x="1787" y="1046"/>
                  </a:cubicBezTo>
                  <a:cubicBezTo>
                    <a:pt x="1787" y="1250"/>
                    <a:pt x="1704" y="1435"/>
                    <a:pt x="1569" y="1570"/>
                  </a:cubicBezTo>
                  <a:cubicBezTo>
                    <a:pt x="1436" y="1704"/>
                    <a:pt x="1250" y="1787"/>
                    <a:pt x="1045" y="1787"/>
                  </a:cubicBezTo>
                  <a:cubicBezTo>
                    <a:pt x="841" y="1787"/>
                    <a:pt x="655" y="1704"/>
                    <a:pt x="521" y="1570"/>
                  </a:cubicBezTo>
                  <a:cubicBezTo>
                    <a:pt x="386" y="1435"/>
                    <a:pt x="304" y="1250"/>
                    <a:pt x="304" y="1046"/>
                  </a:cubicBezTo>
                  <a:cubicBezTo>
                    <a:pt x="304" y="840"/>
                    <a:pt x="386" y="651"/>
                    <a:pt x="521" y="517"/>
                  </a:cubicBezTo>
                  <a:cubicBezTo>
                    <a:pt x="655" y="383"/>
                    <a:pt x="841" y="300"/>
                    <a:pt x="1045" y="300"/>
                  </a:cubicBezTo>
                  <a:close/>
                  <a:moveTo>
                    <a:pt x="1045" y="256"/>
                  </a:moveTo>
                  <a:cubicBezTo>
                    <a:pt x="612" y="256"/>
                    <a:pt x="261" y="607"/>
                    <a:pt x="261" y="1046"/>
                  </a:cubicBezTo>
                  <a:cubicBezTo>
                    <a:pt x="261" y="1479"/>
                    <a:pt x="612" y="1830"/>
                    <a:pt x="1045" y="1830"/>
                  </a:cubicBezTo>
                  <a:cubicBezTo>
                    <a:pt x="1479" y="1830"/>
                    <a:pt x="1834" y="1479"/>
                    <a:pt x="1834" y="1046"/>
                  </a:cubicBezTo>
                  <a:cubicBezTo>
                    <a:pt x="1834" y="607"/>
                    <a:pt x="1479" y="256"/>
                    <a:pt x="1045" y="256"/>
                  </a:cubicBezTo>
                  <a:close/>
                  <a:moveTo>
                    <a:pt x="1045" y="43"/>
                  </a:moveTo>
                  <a:cubicBezTo>
                    <a:pt x="1321" y="43"/>
                    <a:pt x="1574" y="154"/>
                    <a:pt x="1755" y="336"/>
                  </a:cubicBezTo>
                  <a:cubicBezTo>
                    <a:pt x="1937" y="517"/>
                    <a:pt x="2047" y="765"/>
                    <a:pt x="2047" y="1046"/>
                  </a:cubicBezTo>
                  <a:cubicBezTo>
                    <a:pt x="2047" y="1321"/>
                    <a:pt x="1937" y="1570"/>
                    <a:pt x="1755" y="1752"/>
                  </a:cubicBezTo>
                  <a:cubicBezTo>
                    <a:pt x="1574" y="1932"/>
                    <a:pt x="1321" y="2043"/>
                    <a:pt x="1045" y="2043"/>
                  </a:cubicBezTo>
                  <a:cubicBezTo>
                    <a:pt x="770" y="2043"/>
                    <a:pt x="521" y="1932"/>
                    <a:pt x="339" y="1752"/>
                  </a:cubicBezTo>
                  <a:cubicBezTo>
                    <a:pt x="158" y="1570"/>
                    <a:pt x="44" y="1321"/>
                    <a:pt x="44" y="1046"/>
                  </a:cubicBezTo>
                  <a:cubicBezTo>
                    <a:pt x="44" y="765"/>
                    <a:pt x="158" y="517"/>
                    <a:pt x="339" y="336"/>
                  </a:cubicBezTo>
                  <a:cubicBezTo>
                    <a:pt x="521" y="154"/>
                    <a:pt x="770" y="43"/>
                    <a:pt x="1045" y="43"/>
                  </a:cubicBezTo>
                  <a:close/>
                  <a:moveTo>
                    <a:pt x="1045" y="1"/>
                  </a:moveTo>
                  <a:cubicBezTo>
                    <a:pt x="470" y="1"/>
                    <a:pt x="0" y="465"/>
                    <a:pt x="0" y="1046"/>
                  </a:cubicBezTo>
                  <a:cubicBezTo>
                    <a:pt x="0" y="1621"/>
                    <a:pt x="470" y="2090"/>
                    <a:pt x="1045" y="2090"/>
                  </a:cubicBezTo>
                  <a:cubicBezTo>
                    <a:pt x="1625" y="2090"/>
                    <a:pt x="2090" y="1621"/>
                    <a:pt x="2090" y="1046"/>
                  </a:cubicBezTo>
                  <a:cubicBezTo>
                    <a:pt x="2090" y="465"/>
                    <a:pt x="1625" y="1"/>
                    <a:pt x="104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0" name="Google Shape;2040;p48"/>
            <p:cNvSpPr/>
            <p:nvPr/>
          </p:nvSpPr>
          <p:spPr>
            <a:xfrm>
              <a:off x="3218231" y="1101273"/>
              <a:ext cx="309824" cy="304180"/>
            </a:xfrm>
            <a:custGeom>
              <a:rect b="b" l="l" r="r" t="t"/>
              <a:pathLst>
                <a:path extrusionOk="0" h="485" w="494">
                  <a:moveTo>
                    <a:pt x="407" y="0"/>
                  </a:moveTo>
                  <a:cubicBezTo>
                    <a:pt x="391" y="0"/>
                    <a:pt x="373" y="6"/>
                    <a:pt x="359" y="12"/>
                  </a:cubicBezTo>
                  <a:cubicBezTo>
                    <a:pt x="300" y="39"/>
                    <a:pt x="257" y="102"/>
                    <a:pt x="261" y="170"/>
                  </a:cubicBezTo>
                  <a:cubicBezTo>
                    <a:pt x="245" y="130"/>
                    <a:pt x="229" y="90"/>
                    <a:pt x="202" y="59"/>
                  </a:cubicBezTo>
                  <a:cubicBezTo>
                    <a:pt x="178" y="35"/>
                    <a:pt x="147" y="18"/>
                    <a:pt x="115" y="18"/>
                  </a:cubicBezTo>
                  <a:cubicBezTo>
                    <a:pt x="104" y="18"/>
                    <a:pt x="94" y="20"/>
                    <a:pt x="84" y="24"/>
                  </a:cubicBezTo>
                  <a:cubicBezTo>
                    <a:pt x="44" y="39"/>
                    <a:pt x="20" y="79"/>
                    <a:pt x="13" y="122"/>
                  </a:cubicBezTo>
                  <a:cubicBezTo>
                    <a:pt x="0" y="197"/>
                    <a:pt x="24" y="276"/>
                    <a:pt x="64" y="343"/>
                  </a:cubicBezTo>
                  <a:cubicBezTo>
                    <a:pt x="106" y="412"/>
                    <a:pt x="152" y="484"/>
                    <a:pt x="210" y="484"/>
                  </a:cubicBezTo>
                  <a:cubicBezTo>
                    <a:pt x="231" y="484"/>
                    <a:pt x="255" y="474"/>
                    <a:pt x="280" y="450"/>
                  </a:cubicBezTo>
                  <a:cubicBezTo>
                    <a:pt x="351" y="383"/>
                    <a:pt x="410" y="299"/>
                    <a:pt x="454" y="213"/>
                  </a:cubicBezTo>
                  <a:cubicBezTo>
                    <a:pt x="474" y="177"/>
                    <a:pt x="493" y="137"/>
                    <a:pt x="490" y="99"/>
                  </a:cubicBezTo>
                  <a:cubicBezTo>
                    <a:pt x="490" y="59"/>
                    <a:pt x="466" y="15"/>
                    <a:pt x="426" y="4"/>
                  </a:cubicBezTo>
                  <a:cubicBezTo>
                    <a:pt x="420" y="1"/>
                    <a:pt x="414" y="0"/>
                    <a:pt x="407" y="0"/>
                  </a:cubicBez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1" name="Google Shape;2041;p48"/>
            <p:cNvSpPr/>
            <p:nvPr/>
          </p:nvSpPr>
          <p:spPr>
            <a:xfrm>
              <a:off x="3211332" y="1088729"/>
              <a:ext cx="329267" cy="331776"/>
            </a:xfrm>
            <a:custGeom>
              <a:rect b="b" l="l" r="r" t="t"/>
              <a:pathLst>
                <a:path extrusionOk="0" h="529" w="525">
                  <a:moveTo>
                    <a:pt x="433" y="44"/>
                  </a:moveTo>
                  <a:cubicBezTo>
                    <a:pt x="445" y="48"/>
                    <a:pt x="457" y="59"/>
                    <a:pt x="465" y="71"/>
                  </a:cubicBezTo>
                  <a:cubicBezTo>
                    <a:pt x="473" y="86"/>
                    <a:pt x="481" y="103"/>
                    <a:pt x="481" y="119"/>
                  </a:cubicBezTo>
                  <a:lnTo>
                    <a:pt x="481" y="122"/>
                  </a:lnTo>
                  <a:cubicBezTo>
                    <a:pt x="481" y="154"/>
                    <a:pt x="465" y="190"/>
                    <a:pt x="450" y="225"/>
                  </a:cubicBezTo>
                  <a:cubicBezTo>
                    <a:pt x="402" y="308"/>
                    <a:pt x="346" y="390"/>
                    <a:pt x="275" y="454"/>
                  </a:cubicBezTo>
                  <a:cubicBezTo>
                    <a:pt x="264" y="465"/>
                    <a:pt x="256" y="474"/>
                    <a:pt x="244" y="477"/>
                  </a:cubicBezTo>
                  <a:cubicBezTo>
                    <a:pt x="237" y="481"/>
                    <a:pt x="228" y="485"/>
                    <a:pt x="221" y="485"/>
                  </a:cubicBezTo>
                  <a:cubicBezTo>
                    <a:pt x="213" y="485"/>
                    <a:pt x="201" y="481"/>
                    <a:pt x="189" y="474"/>
                  </a:cubicBezTo>
                  <a:cubicBezTo>
                    <a:pt x="177" y="465"/>
                    <a:pt x="157" y="446"/>
                    <a:pt x="142" y="426"/>
                  </a:cubicBezTo>
                  <a:cubicBezTo>
                    <a:pt x="126" y="403"/>
                    <a:pt x="110" y="375"/>
                    <a:pt x="95" y="351"/>
                  </a:cubicBezTo>
                  <a:cubicBezTo>
                    <a:pt x="62" y="299"/>
                    <a:pt x="43" y="245"/>
                    <a:pt x="43" y="186"/>
                  </a:cubicBezTo>
                  <a:cubicBezTo>
                    <a:pt x="43" y="174"/>
                    <a:pt x="43" y="162"/>
                    <a:pt x="47" y="146"/>
                  </a:cubicBezTo>
                  <a:cubicBezTo>
                    <a:pt x="51" y="126"/>
                    <a:pt x="55" y="110"/>
                    <a:pt x="66" y="95"/>
                  </a:cubicBezTo>
                  <a:cubicBezTo>
                    <a:pt x="75" y="79"/>
                    <a:pt x="90" y="68"/>
                    <a:pt x="102" y="63"/>
                  </a:cubicBezTo>
                  <a:cubicBezTo>
                    <a:pt x="110" y="63"/>
                    <a:pt x="118" y="59"/>
                    <a:pt x="126" y="59"/>
                  </a:cubicBezTo>
                  <a:cubicBezTo>
                    <a:pt x="137" y="59"/>
                    <a:pt x="150" y="63"/>
                    <a:pt x="161" y="71"/>
                  </a:cubicBezTo>
                  <a:cubicBezTo>
                    <a:pt x="173" y="75"/>
                    <a:pt x="185" y="83"/>
                    <a:pt x="197" y="95"/>
                  </a:cubicBezTo>
                  <a:cubicBezTo>
                    <a:pt x="221" y="119"/>
                    <a:pt x="237" y="157"/>
                    <a:pt x="252" y="197"/>
                  </a:cubicBezTo>
                  <a:cubicBezTo>
                    <a:pt x="255" y="203"/>
                    <a:pt x="264" y="210"/>
                    <a:pt x="271" y="210"/>
                  </a:cubicBezTo>
                  <a:cubicBezTo>
                    <a:pt x="273" y="210"/>
                    <a:pt x="274" y="210"/>
                    <a:pt x="275" y="209"/>
                  </a:cubicBezTo>
                  <a:cubicBezTo>
                    <a:pt x="288" y="209"/>
                    <a:pt x="295" y="197"/>
                    <a:pt x="295" y="190"/>
                  </a:cubicBezTo>
                  <a:lnTo>
                    <a:pt x="295" y="181"/>
                  </a:lnTo>
                  <a:cubicBezTo>
                    <a:pt x="295" y="154"/>
                    <a:pt x="303" y="126"/>
                    <a:pt x="315" y="106"/>
                  </a:cubicBezTo>
                  <a:cubicBezTo>
                    <a:pt x="331" y="83"/>
                    <a:pt x="355" y="63"/>
                    <a:pt x="379" y="51"/>
                  </a:cubicBezTo>
                  <a:cubicBezTo>
                    <a:pt x="390" y="48"/>
                    <a:pt x="406" y="44"/>
                    <a:pt x="417" y="44"/>
                  </a:cubicBezTo>
                  <a:close/>
                  <a:moveTo>
                    <a:pt x="417" y="0"/>
                  </a:moveTo>
                  <a:cubicBezTo>
                    <a:pt x="397" y="0"/>
                    <a:pt x="379" y="4"/>
                    <a:pt x="362" y="12"/>
                  </a:cubicBezTo>
                  <a:cubicBezTo>
                    <a:pt x="326" y="28"/>
                    <a:pt x="299" y="51"/>
                    <a:pt x="279" y="83"/>
                  </a:cubicBezTo>
                  <a:cubicBezTo>
                    <a:pt x="273" y="92"/>
                    <a:pt x="267" y="103"/>
                    <a:pt x="262" y="114"/>
                  </a:cubicBezTo>
                  <a:lnTo>
                    <a:pt x="262" y="114"/>
                  </a:lnTo>
                  <a:cubicBezTo>
                    <a:pt x="253" y="96"/>
                    <a:pt x="242" y="79"/>
                    <a:pt x="228" y="63"/>
                  </a:cubicBezTo>
                  <a:cubicBezTo>
                    <a:pt x="213" y="51"/>
                    <a:pt x="197" y="39"/>
                    <a:pt x="181" y="32"/>
                  </a:cubicBezTo>
                  <a:cubicBezTo>
                    <a:pt x="161" y="20"/>
                    <a:pt x="146" y="15"/>
                    <a:pt x="126" y="15"/>
                  </a:cubicBezTo>
                  <a:cubicBezTo>
                    <a:pt x="114" y="15"/>
                    <a:pt x="102" y="20"/>
                    <a:pt x="90" y="24"/>
                  </a:cubicBezTo>
                  <a:cubicBezTo>
                    <a:pt x="62" y="32"/>
                    <a:pt x="43" y="51"/>
                    <a:pt x="31" y="71"/>
                  </a:cubicBezTo>
                  <a:cubicBezTo>
                    <a:pt x="15" y="91"/>
                    <a:pt x="8" y="115"/>
                    <a:pt x="4" y="139"/>
                  </a:cubicBezTo>
                  <a:cubicBezTo>
                    <a:pt x="0" y="154"/>
                    <a:pt x="0" y="170"/>
                    <a:pt x="0" y="186"/>
                  </a:cubicBezTo>
                  <a:cubicBezTo>
                    <a:pt x="0" y="252"/>
                    <a:pt x="24" y="319"/>
                    <a:pt x="55" y="375"/>
                  </a:cubicBezTo>
                  <a:cubicBezTo>
                    <a:pt x="79" y="406"/>
                    <a:pt x="102" y="446"/>
                    <a:pt x="126" y="474"/>
                  </a:cubicBezTo>
                  <a:cubicBezTo>
                    <a:pt x="137" y="489"/>
                    <a:pt x="153" y="501"/>
                    <a:pt x="169" y="512"/>
                  </a:cubicBezTo>
                  <a:cubicBezTo>
                    <a:pt x="185" y="521"/>
                    <a:pt x="201" y="528"/>
                    <a:pt x="221" y="528"/>
                  </a:cubicBezTo>
                  <a:cubicBezTo>
                    <a:pt x="237" y="528"/>
                    <a:pt x="248" y="525"/>
                    <a:pt x="264" y="517"/>
                  </a:cubicBezTo>
                  <a:cubicBezTo>
                    <a:pt x="279" y="509"/>
                    <a:pt x="291" y="501"/>
                    <a:pt x="308" y="485"/>
                  </a:cubicBezTo>
                  <a:cubicBezTo>
                    <a:pt x="379" y="418"/>
                    <a:pt x="441" y="332"/>
                    <a:pt x="485" y="245"/>
                  </a:cubicBezTo>
                  <a:cubicBezTo>
                    <a:pt x="504" y="209"/>
                    <a:pt x="524" y="166"/>
                    <a:pt x="524" y="122"/>
                  </a:cubicBezTo>
                  <a:lnTo>
                    <a:pt x="524" y="119"/>
                  </a:lnTo>
                  <a:cubicBezTo>
                    <a:pt x="524" y="95"/>
                    <a:pt x="516" y="71"/>
                    <a:pt x="504" y="48"/>
                  </a:cubicBezTo>
                  <a:cubicBezTo>
                    <a:pt x="488" y="28"/>
                    <a:pt x="468" y="12"/>
                    <a:pt x="445" y="4"/>
                  </a:cubicBezTo>
                  <a:cubicBezTo>
                    <a:pt x="433" y="0"/>
                    <a:pt x="426" y="0"/>
                    <a:pt x="417"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2" name="Google Shape;2042;p48"/>
            <p:cNvSpPr/>
            <p:nvPr/>
          </p:nvSpPr>
          <p:spPr>
            <a:xfrm>
              <a:off x="3623386" y="2317365"/>
              <a:ext cx="161811" cy="154285"/>
            </a:xfrm>
            <a:custGeom>
              <a:rect b="b" l="l" r="r" t="t"/>
              <a:pathLst>
                <a:path extrusionOk="0" h="246" w="258">
                  <a:moveTo>
                    <a:pt x="232" y="0"/>
                  </a:moveTo>
                  <a:cubicBezTo>
                    <a:pt x="225" y="0"/>
                    <a:pt x="219" y="4"/>
                    <a:pt x="214" y="9"/>
                  </a:cubicBezTo>
                  <a:cubicBezTo>
                    <a:pt x="159" y="87"/>
                    <a:pt x="92" y="155"/>
                    <a:pt x="17" y="206"/>
                  </a:cubicBezTo>
                  <a:cubicBezTo>
                    <a:pt x="5" y="214"/>
                    <a:pt x="1" y="226"/>
                    <a:pt x="9" y="233"/>
                  </a:cubicBezTo>
                  <a:cubicBezTo>
                    <a:pt x="14" y="241"/>
                    <a:pt x="21" y="246"/>
                    <a:pt x="28" y="246"/>
                  </a:cubicBezTo>
                  <a:cubicBezTo>
                    <a:pt x="32" y="246"/>
                    <a:pt x="37" y="244"/>
                    <a:pt x="40" y="242"/>
                  </a:cubicBezTo>
                  <a:cubicBezTo>
                    <a:pt x="124" y="186"/>
                    <a:pt x="195" y="115"/>
                    <a:pt x="250" y="32"/>
                  </a:cubicBezTo>
                  <a:cubicBezTo>
                    <a:pt x="257" y="25"/>
                    <a:pt x="253" y="9"/>
                    <a:pt x="246" y="5"/>
                  </a:cubicBezTo>
                  <a:cubicBezTo>
                    <a:pt x="241" y="2"/>
                    <a:pt x="237" y="0"/>
                    <a:pt x="23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3" name="Google Shape;2043;p48"/>
            <p:cNvSpPr/>
            <p:nvPr/>
          </p:nvSpPr>
          <p:spPr>
            <a:xfrm>
              <a:off x="3839134" y="1877715"/>
              <a:ext cx="59582" cy="312333"/>
            </a:xfrm>
            <a:custGeom>
              <a:rect b="b" l="l" r="r" t="t"/>
              <a:pathLst>
                <a:path extrusionOk="0" h="498" w="95">
                  <a:moveTo>
                    <a:pt x="64" y="0"/>
                  </a:moveTo>
                  <a:cubicBezTo>
                    <a:pt x="51" y="4"/>
                    <a:pt x="40" y="16"/>
                    <a:pt x="44" y="27"/>
                  </a:cubicBezTo>
                  <a:cubicBezTo>
                    <a:pt x="48" y="71"/>
                    <a:pt x="51" y="115"/>
                    <a:pt x="51" y="162"/>
                  </a:cubicBezTo>
                  <a:cubicBezTo>
                    <a:pt x="51" y="264"/>
                    <a:pt x="35" y="371"/>
                    <a:pt x="4" y="469"/>
                  </a:cubicBezTo>
                  <a:cubicBezTo>
                    <a:pt x="0" y="481"/>
                    <a:pt x="8" y="493"/>
                    <a:pt x="20" y="497"/>
                  </a:cubicBezTo>
                  <a:cubicBezTo>
                    <a:pt x="21" y="498"/>
                    <a:pt x="23" y="498"/>
                    <a:pt x="25" y="498"/>
                  </a:cubicBezTo>
                  <a:cubicBezTo>
                    <a:pt x="33" y="498"/>
                    <a:pt x="44" y="491"/>
                    <a:pt x="48" y="481"/>
                  </a:cubicBezTo>
                  <a:cubicBezTo>
                    <a:pt x="79" y="379"/>
                    <a:pt x="95" y="268"/>
                    <a:pt x="95" y="162"/>
                  </a:cubicBezTo>
                  <a:cubicBezTo>
                    <a:pt x="95" y="115"/>
                    <a:pt x="91" y="67"/>
                    <a:pt x="87" y="20"/>
                  </a:cubicBezTo>
                  <a:cubicBezTo>
                    <a:pt x="83" y="8"/>
                    <a:pt x="75" y="0"/>
                    <a:pt x="6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4" name="Google Shape;2044;p48"/>
            <p:cNvSpPr/>
            <p:nvPr/>
          </p:nvSpPr>
          <p:spPr>
            <a:xfrm>
              <a:off x="1798307" y="1666357"/>
              <a:ext cx="74634" cy="97839"/>
            </a:xfrm>
            <a:custGeom>
              <a:rect b="b" l="l" r="r" t="t"/>
              <a:pathLst>
                <a:path extrusionOk="0" h="156" w="119">
                  <a:moveTo>
                    <a:pt x="96" y="1"/>
                  </a:moveTo>
                  <a:cubicBezTo>
                    <a:pt x="91" y="1"/>
                    <a:pt x="85" y="2"/>
                    <a:pt x="80" y="6"/>
                  </a:cubicBezTo>
                  <a:cubicBezTo>
                    <a:pt x="40" y="33"/>
                    <a:pt x="13" y="81"/>
                    <a:pt x="5" y="128"/>
                  </a:cubicBezTo>
                  <a:cubicBezTo>
                    <a:pt x="1" y="140"/>
                    <a:pt x="9" y="152"/>
                    <a:pt x="21" y="155"/>
                  </a:cubicBezTo>
                  <a:cubicBezTo>
                    <a:pt x="33" y="155"/>
                    <a:pt x="44" y="152"/>
                    <a:pt x="48" y="140"/>
                  </a:cubicBezTo>
                  <a:cubicBezTo>
                    <a:pt x="53" y="100"/>
                    <a:pt x="76" y="64"/>
                    <a:pt x="108" y="37"/>
                  </a:cubicBezTo>
                  <a:cubicBezTo>
                    <a:pt x="119" y="33"/>
                    <a:pt x="119" y="17"/>
                    <a:pt x="111" y="10"/>
                  </a:cubicBezTo>
                  <a:cubicBezTo>
                    <a:pt x="107" y="3"/>
                    <a:pt x="102" y="1"/>
                    <a:pt x="96"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5" name="Google Shape;2045;p48"/>
            <p:cNvSpPr/>
            <p:nvPr/>
          </p:nvSpPr>
          <p:spPr>
            <a:xfrm>
              <a:off x="1744370" y="1906566"/>
              <a:ext cx="45157" cy="226410"/>
            </a:xfrm>
            <a:custGeom>
              <a:rect b="b" l="l" r="r" t="t"/>
              <a:pathLst>
                <a:path extrusionOk="0" h="361" w="72">
                  <a:moveTo>
                    <a:pt x="45" y="0"/>
                  </a:moveTo>
                  <a:cubicBezTo>
                    <a:pt x="36" y="0"/>
                    <a:pt x="27" y="7"/>
                    <a:pt x="24" y="17"/>
                  </a:cubicBezTo>
                  <a:cubicBezTo>
                    <a:pt x="8" y="69"/>
                    <a:pt x="1" y="123"/>
                    <a:pt x="1" y="178"/>
                  </a:cubicBezTo>
                  <a:cubicBezTo>
                    <a:pt x="1" y="234"/>
                    <a:pt x="8" y="289"/>
                    <a:pt x="24" y="344"/>
                  </a:cubicBezTo>
                  <a:cubicBezTo>
                    <a:pt x="28" y="356"/>
                    <a:pt x="39" y="360"/>
                    <a:pt x="52" y="360"/>
                  </a:cubicBezTo>
                  <a:cubicBezTo>
                    <a:pt x="63" y="356"/>
                    <a:pt x="72" y="344"/>
                    <a:pt x="68" y="333"/>
                  </a:cubicBezTo>
                  <a:cubicBezTo>
                    <a:pt x="52" y="281"/>
                    <a:pt x="44" y="230"/>
                    <a:pt x="44" y="178"/>
                  </a:cubicBezTo>
                  <a:cubicBezTo>
                    <a:pt x="44" y="127"/>
                    <a:pt x="52" y="76"/>
                    <a:pt x="63" y="29"/>
                  </a:cubicBezTo>
                  <a:cubicBezTo>
                    <a:pt x="68" y="17"/>
                    <a:pt x="63" y="5"/>
                    <a:pt x="52" y="1"/>
                  </a:cubicBezTo>
                  <a:cubicBezTo>
                    <a:pt x="50" y="1"/>
                    <a:pt x="47" y="0"/>
                    <a:pt x="4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6" name="Google Shape;2046;p48"/>
            <p:cNvSpPr/>
            <p:nvPr/>
          </p:nvSpPr>
          <p:spPr>
            <a:xfrm>
              <a:off x="2478792" y="2586423"/>
              <a:ext cx="173727" cy="74007"/>
            </a:xfrm>
            <a:custGeom>
              <a:rect b="b" l="l" r="r" t="t"/>
              <a:pathLst>
                <a:path extrusionOk="0" h="118" w="277">
                  <a:moveTo>
                    <a:pt x="251" y="1"/>
                  </a:moveTo>
                  <a:cubicBezTo>
                    <a:pt x="249" y="1"/>
                    <a:pt x="247" y="1"/>
                    <a:pt x="245" y="2"/>
                  </a:cubicBezTo>
                  <a:cubicBezTo>
                    <a:pt x="170" y="26"/>
                    <a:pt x="95" y="49"/>
                    <a:pt x="20" y="73"/>
                  </a:cubicBezTo>
                  <a:cubicBezTo>
                    <a:pt x="9" y="77"/>
                    <a:pt x="0" y="88"/>
                    <a:pt x="4" y="100"/>
                  </a:cubicBezTo>
                  <a:cubicBezTo>
                    <a:pt x="8" y="110"/>
                    <a:pt x="17" y="117"/>
                    <a:pt x="26" y="117"/>
                  </a:cubicBezTo>
                  <a:cubicBezTo>
                    <a:pt x="28" y="117"/>
                    <a:pt x="30" y="117"/>
                    <a:pt x="32" y="116"/>
                  </a:cubicBezTo>
                  <a:cubicBezTo>
                    <a:pt x="107" y="93"/>
                    <a:pt x="182" y="69"/>
                    <a:pt x="257" y="45"/>
                  </a:cubicBezTo>
                  <a:cubicBezTo>
                    <a:pt x="269" y="41"/>
                    <a:pt x="277" y="29"/>
                    <a:pt x="273" y="17"/>
                  </a:cubicBezTo>
                  <a:cubicBezTo>
                    <a:pt x="270" y="8"/>
                    <a:pt x="261" y="1"/>
                    <a:pt x="251"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47" name="Google Shape;2047;p48"/>
          <p:cNvGrpSpPr/>
          <p:nvPr/>
        </p:nvGrpSpPr>
        <p:grpSpPr>
          <a:xfrm>
            <a:off x="893822" y="3879642"/>
            <a:ext cx="3951742" cy="6795111"/>
            <a:chOff x="1122422" y="3879642"/>
            <a:chExt cx="3951742" cy="6795111"/>
          </a:xfrm>
        </p:grpSpPr>
        <p:sp>
          <p:nvSpPr>
            <p:cNvPr id="2048" name="Google Shape;2048;p48"/>
            <p:cNvSpPr/>
            <p:nvPr/>
          </p:nvSpPr>
          <p:spPr>
            <a:xfrm>
              <a:off x="3002633" y="4326774"/>
              <a:ext cx="188228" cy="188228"/>
            </a:xfrm>
            <a:custGeom>
              <a:rect b="b" l="l" r="r" t="t"/>
              <a:pathLst>
                <a:path extrusionOk="0" h="735" w="735">
                  <a:moveTo>
                    <a:pt x="368" y="48"/>
                  </a:moveTo>
                  <a:cubicBezTo>
                    <a:pt x="459" y="48"/>
                    <a:pt x="541" y="84"/>
                    <a:pt x="596" y="139"/>
                  </a:cubicBezTo>
                  <a:cubicBezTo>
                    <a:pt x="656" y="199"/>
                    <a:pt x="691" y="281"/>
                    <a:pt x="691" y="368"/>
                  </a:cubicBezTo>
                  <a:cubicBezTo>
                    <a:pt x="691" y="459"/>
                    <a:pt x="656" y="537"/>
                    <a:pt x="596" y="597"/>
                  </a:cubicBezTo>
                  <a:cubicBezTo>
                    <a:pt x="541" y="656"/>
                    <a:pt x="459" y="692"/>
                    <a:pt x="368" y="692"/>
                  </a:cubicBezTo>
                  <a:cubicBezTo>
                    <a:pt x="281" y="692"/>
                    <a:pt x="198" y="656"/>
                    <a:pt x="139" y="597"/>
                  </a:cubicBezTo>
                  <a:cubicBezTo>
                    <a:pt x="80" y="537"/>
                    <a:pt x="44" y="459"/>
                    <a:pt x="44" y="368"/>
                  </a:cubicBezTo>
                  <a:cubicBezTo>
                    <a:pt x="44" y="281"/>
                    <a:pt x="80" y="199"/>
                    <a:pt x="139" y="139"/>
                  </a:cubicBezTo>
                  <a:cubicBezTo>
                    <a:pt x="198" y="84"/>
                    <a:pt x="281" y="48"/>
                    <a:pt x="368" y="48"/>
                  </a:cubicBezTo>
                  <a:close/>
                  <a:moveTo>
                    <a:pt x="368" y="1"/>
                  </a:moveTo>
                  <a:cubicBezTo>
                    <a:pt x="166" y="1"/>
                    <a:pt x="1" y="166"/>
                    <a:pt x="1" y="368"/>
                  </a:cubicBezTo>
                  <a:cubicBezTo>
                    <a:pt x="1" y="573"/>
                    <a:pt x="166" y="734"/>
                    <a:pt x="368" y="734"/>
                  </a:cubicBezTo>
                  <a:cubicBezTo>
                    <a:pt x="572" y="734"/>
                    <a:pt x="734" y="573"/>
                    <a:pt x="734" y="368"/>
                  </a:cubicBezTo>
                  <a:cubicBezTo>
                    <a:pt x="734" y="166"/>
                    <a:pt x="572" y="1"/>
                    <a:pt x="368" y="1"/>
                  </a:cubicBezTo>
                  <a:close/>
                </a:path>
              </a:pathLst>
            </a:custGeom>
            <a:solidFill>
              <a:srgbClr val="000000"/>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9" name="Google Shape;2049;p48"/>
            <p:cNvSpPr/>
            <p:nvPr/>
          </p:nvSpPr>
          <p:spPr>
            <a:xfrm>
              <a:off x="2368811" y="4339066"/>
              <a:ext cx="184899" cy="184131"/>
            </a:xfrm>
            <a:custGeom>
              <a:rect b="b" l="l" r="r" t="t"/>
              <a:pathLst>
                <a:path extrusionOk="0" h="719" w="722">
                  <a:moveTo>
                    <a:pt x="363" y="44"/>
                  </a:moveTo>
                  <a:cubicBezTo>
                    <a:pt x="450" y="44"/>
                    <a:pt x="528" y="80"/>
                    <a:pt x="583" y="134"/>
                  </a:cubicBezTo>
                  <a:cubicBezTo>
                    <a:pt x="643" y="194"/>
                    <a:pt x="678" y="273"/>
                    <a:pt x="678" y="360"/>
                  </a:cubicBezTo>
                  <a:cubicBezTo>
                    <a:pt x="678" y="446"/>
                    <a:pt x="643" y="525"/>
                    <a:pt x="583" y="580"/>
                  </a:cubicBezTo>
                  <a:cubicBezTo>
                    <a:pt x="528" y="639"/>
                    <a:pt x="450" y="675"/>
                    <a:pt x="363" y="675"/>
                  </a:cubicBezTo>
                  <a:cubicBezTo>
                    <a:pt x="272" y="675"/>
                    <a:pt x="193" y="639"/>
                    <a:pt x="137" y="580"/>
                  </a:cubicBezTo>
                  <a:cubicBezTo>
                    <a:pt x="79" y="525"/>
                    <a:pt x="43" y="446"/>
                    <a:pt x="43" y="360"/>
                  </a:cubicBezTo>
                  <a:cubicBezTo>
                    <a:pt x="43" y="273"/>
                    <a:pt x="79" y="194"/>
                    <a:pt x="137" y="134"/>
                  </a:cubicBezTo>
                  <a:cubicBezTo>
                    <a:pt x="193" y="80"/>
                    <a:pt x="272" y="44"/>
                    <a:pt x="363" y="44"/>
                  </a:cubicBezTo>
                  <a:close/>
                  <a:moveTo>
                    <a:pt x="363" y="0"/>
                  </a:moveTo>
                  <a:cubicBezTo>
                    <a:pt x="161" y="0"/>
                    <a:pt x="0" y="162"/>
                    <a:pt x="0" y="360"/>
                  </a:cubicBezTo>
                  <a:cubicBezTo>
                    <a:pt x="0" y="557"/>
                    <a:pt x="161" y="718"/>
                    <a:pt x="363" y="718"/>
                  </a:cubicBezTo>
                  <a:cubicBezTo>
                    <a:pt x="559" y="718"/>
                    <a:pt x="721" y="557"/>
                    <a:pt x="721" y="360"/>
                  </a:cubicBezTo>
                  <a:cubicBezTo>
                    <a:pt x="721" y="162"/>
                    <a:pt x="559" y="0"/>
                    <a:pt x="363" y="0"/>
                  </a:cubicBezTo>
                  <a:close/>
                </a:path>
              </a:pathLst>
            </a:custGeom>
            <a:solidFill>
              <a:srgbClr val="000000"/>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0" name="Google Shape;2050;p48"/>
            <p:cNvSpPr/>
            <p:nvPr/>
          </p:nvSpPr>
          <p:spPr>
            <a:xfrm>
              <a:off x="2222072" y="4513719"/>
              <a:ext cx="1472532" cy="943957"/>
            </a:xfrm>
            <a:custGeom>
              <a:rect b="b" l="l" r="r" t="t"/>
              <a:pathLst>
                <a:path extrusionOk="0" h="3686" w="5750">
                  <a:moveTo>
                    <a:pt x="2720" y="0"/>
                  </a:moveTo>
                  <a:cubicBezTo>
                    <a:pt x="2271" y="0"/>
                    <a:pt x="1873" y="120"/>
                    <a:pt x="1464" y="297"/>
                  </a:cubicBezTo>
                  <a:cubicBezTo>
                    <a:pt x="1278" y="375"/>
                    <a:pt x="1101" y="474"/>
                    <a:pt x="939" y="592"/>
                  </a:cubicBezTo>
                  <a:cubicBezTo>
                    <a:pt x="655" y="801"/>
                    <a:pt x="411" y="1069"/>
                    <a:pt x="226" y="1373"/>
                  </a:cubicBezTo>
                  <a:cubicBezTo>
                    <a:pt x="162" y="1483"/>
                    <a:pt x="1" y="1704"/>
                    <a:pt x="20" y="1834"/>
                  </a:cubicBezTo>
                  <a:cubicBezTo>
                    <a:pt x="48" y="1996"/>
                    <a:pt x="289" y="2079"/>
                    <a:pt x="419" y="2102"/>
                  </a:cubicBezTo>
                  <a:cubicBezTo>
                    <a:pt x="533" y="2126"/>
                    <a:pt x="648" y="2135"/>
                    <a:pt x="764" y="2135"/>
                  </a:cubicBezTo>
                  <a:cubicBezTo>
                    <a:pt x="959" y="2135"/>
                    <a:pt x="1156" y="2108"/>
                    <a:pt x="1349" y="2079"/>
                  </a:cubicBezTo>
                  <a:cubicBezTo>
                    <a:pt x="1680" y="2079"/>
                    <a:pt x="2142" y="1933"/>
                    <a:pt x="2418" y="1755"/>
                  </a:cubicBezTo>
                  <a:cubicBezTo>
                    <a:pt x="2721" y="1558"/>
                    <a:pt x="3140" y="1534"/>
                    <a:pt x="3494" y="1463"/>
                  </a:cubicBezTo>
                  <a:cubicBezTo>
                    <a:pt x="3613" y="1440"/>
                    <a:pt x="3743" y="1405"/>
                    <a:pt x="3798" y="1298"/>
                  </a:cubicBezTo>
                  <a:cubicBezTo>
                    <a:pt x="3869" y="1168"/>
                    <a:pt x="3778" y="1010"/>
                    <a:pt x="3668" y="912"/>
                  </a:cubicBezTo>
                  <a:cubicBezTo>
                    <a:pt x="3609" y="861"/>
                    <a:pt x="3538" y="813"/>
                    <a:pt x="3478" y="761"/>
                  </a:cubicBezTo>
                  <a:lnTo>
                    <a:pt x="3478" y="761"/>
                  </a:lnTo>
                  <a:cubicBezTo>
                    <a:pt x="3676" y="770"/>
                    <a:pt x="3873" y="828"/>
                    <a:pt x="4062" y="892"/>
                  </a:cubicBezTo>
                  <a:cubicBezTo>
                    <a:pt x="4393" y="1006"/>
                    <a:pt x="4737" y="1156"/>
                    <a:pt x="4965" y="1432"/>
                  </a:cubicBezTo>
                  <a:cubicBezTo>
                    <a:pt x="5434" y="2008"/>
                    <a:pt x="5356" y="2836"/>
                    <a:pt x="5407" y="3526"/>
                  </a:cubicBezTo>
                  <a:cubicBezTo>
                    <a:pt x="5413" y="3632"/>
                    <a:pt x="5498" y="3685"/>
                    <a:pt x="5581" y="3685"/>
                  </a:cubicBezTo>
                  <a:cubicBezTo>
                    <a:pt x="5663" y="3685"/>
                    <a:pt x="5742" y="3632"/>
                    <a:pt x="5734" y="3526"/>
                  </a:cubicBezTo>
                  <a:cubicBezTo>
                    <a:pt x="5675" y="2698"/>
                    <a:pt x="5750" y="1693"/>
                    <a:pt x="5076" y="1074"/>
                  </a:cubicBezTo>
                  <a:cubicBezTo>
                    <a:pt x="4788" y="805"/>
                    <a:pt x="4393" y="643"/>
                    <a:pt x="4019" y="533"/>
                  </a:cubicBezTo>
                  <a:cubicBezTo>
                    <a:pt x="3817" y="471"/>
                    <a:pt x="3615" y="434"/>
                    <a:pt x="3414" y="434"/>
                  </a:cubicBezTo>
                  <a:cubicBezTo>
                    <a:pt x="3373" y="434"/>
                    <a:pt x="3331" y="435"/>
                    <a:pt x="3289" y="439"/>
                  </a:cubicBezTo>
                  <a:cubicBezTo>
                    <a:pt x="3265" y="335"/>
                    <a:pt x="3250" y="226"/>
                    <a:pt x="3183" y="142"/>
                  </a:cubicBezTo>
                  <a:cubicBezTo>
                    <a:pt x="3085" y="28"/>
                    <a:pt x="2915" y="0"/>
                    <a:pt x="2761" y="0"/>
                  </a:cubicBezTo>
                  <a:cubicBezTo>
                    <a:pt x="2747" y="0"/>
                    <a:pt x="2734" y="0"/>
                    <a:pt x="2720" y="0"/>
                  </a:cubicBezTo>
                  <a:close/>
                </a:path>
              </a:pathLst>
            </a:cu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1" name="Google Shape;2051;p48"/>
            <p:cNvSpPr/>
            <p:nvPr/>
          </p:nvSpPr>
          <p:spPr>
            <a:xfrm>
              <a:off x="2221047" y="4507573"/>
              <a:ext cx="1475861" cy="955737"/>
            </a:xfrm>
            <a:custGeom>
              <a:rect b="b" l="l" r="r" t="t"/>
              <a:pathLst>
                <a:path extrusionOk="0" h="3732" w="5763">
                  <a:moveTo>
                    <a:pt x="2765" y="44"/>
                  </a:moveTo>
                  <a:cubicBezTo>
                    <a:pt x="2844" y="48"/>
                    <a:pt x="2923" y="52"/>
                    <a:pt x="2990" y="72"/>
                  </a:cubicBezTo>
                  <a:cubicBezTo>
                    <a:pt x="3061" y="95"/>
                    <a:pt x="3124" y="128"/>
                    <a:pt x="3171" y="182"/>
                  </a:cubicBezTo>
                  <a:cubicBezTo>
                    <a:pt x="3203" y="222"/>
                    <a:pt x="3222" y="265"/>
                    <a:pt x="3234" y="312"/>
                  </a:cubicBezTo>
                  <a:cubicBezTo>
                    <a:pt x="3250" y="364"/>
                    <a:pt x="3262" y="415"/>
                    <a:pt x="3274" y="470"/>
                  </a:cubicBezTo>
                  <a:cubicBezTo>
                    <a:pt x="3274" y="478"/>
                    <a:pt x="3286" y="486"/>
                    <a:pt x="3298" y="486"/>
                  </a:cubicBezTo>
                  <a:cubicBezTo>
                    <a:pt x="3340" y="482"/>
                    <a:pt x="3384" y="478"/>
                    <a:pt x="3427" y="478"/>
                  </a:cubicBezTo>
                  <a:cubicBezTo>
                    <a:pt x="3621" y="478"/>
                    <a:pt x="3818" y="517"/>
                    <a:pt x="4015" y="577"/>
                  </a:cubicBezTo>
                  <a:cubicBezTo>
                    <a:pt x="4390" y="691"/>
                    <a:pt x="4780" y="849"/>
                    <a:pt x="5067" y="1113"/>
                  </a:cubicBezTo>
                  <a:cubicBezTo>
                    <a:pt x="5233" y="1267"/>
                    <a:pt x="5351" y="1444"/>
                    <a:pt x="5438" y="1633"/>
                  </a:cubicBezTo>
                  <a:cubicBezTo>
                    <a:pt x="5573" y="1921"/>
                    <a:pt x="5628" y="2245"/>
                    <a:pt x="5659" y="2576"/>
                  </a:cubicBezTo>
                  <a:cubicBezTo>
                    <a:pt x="5691" y="2903"/>
                    <a:pt x="5695" y="3238"/>
                    <a:pt x="5719" y="3553"/>
                  </a:cubicBezTo>
                  <a:lnTo>
                    <a:pt x="5719" y="3566"/>
                  </a:lnTo>
                  <a:cubicBezTo>
                    <a:pt x="5719" y="3586"/>
                    <a:pt x="5715" y="3605"/>
                    <a:pt x="5706" y="3621"/>
                  </a:cubicBezTo>
                  <a:cubicBezTo>
                    <a:pt x="5695" y="3640"/>
                    <a:pt x="5679" y="3660"/>
                    <a:pt x="5659" y="3672"/>
                  </a:cubicBezTo>
                  <a:cubicBezTo>
                    <a:pt x="5635" y="3680"/>
                    <a:pt x="5612" y="3688"/>
                    <a:pt x="5584" y="3688"/>
                  </a:cubicBezTo>
                  <a:cubicBezTo>
                    <a:pt x="5549" y="3688"/>
                    <a:pt x="5513" y="3676"/>
                    <a:pt x="5482" y="3653"/>
                  </a:cubicBezTo>
                  <a:cubicBezTo>
                    <a:pt x="5455" y="3629"/>
                    <a:pt x="5435" y="3597"/>
                    <a:pt x="5431" y="3550"/>
                  </a:cubicBezTo>
                  <a:cubicBezTo>
                    <a:pt x="5407" y="3207"/>
                    <a:pt x="5415" y="2825"/>
                    <a:pt x="5367" y="2457"/>
                  </a:cubicBezTo>
                  <a:cubicBezTo>
                    <a:pt x="5324" y="2091"/>
                    <a:pt x="5226" y="1736"/>
                    <a:pt x="4985" y="1444"/>
                  </a:cubicBezTo>
                  <a:cubicBezTo>
                    <a:pt x="4752" y="1160"/>
                    <a:pt x="4405" y="1011"/>
                    <a:pt x="4070" y="896"/>
                  </a:cubicBezTo>
                  <a:cubicBezTo>
                    <a:pt x="3885" y="829"/>
                    <a:pt x="3684" y="774"/>
                    <a:pt x="3482" y="762"/>
                  </a:cubicBezTo>
                  <a:cubicBezTo>
                    <a:pt x="3475" y="762"/>
                    <a:pt x="3463" y="766"/>
                    <a:pt x="3459" y="778"/>
                  </a:cubicBezTo>
                  <a:cubicBezTo>
                    <a:pt x="3459" y="785"/>
                    <a:pt x="3459" y="794"/>
                    <a:pt x="3467" y="801"/>
                  </a:cubicBezTo>
                  <a:cubicBezTo>
                    <a:pt x="3530" y="852"/>
                    <a:pt x="3597" y="900"/>
                    <a:pt x="3656" y="951"/>
                  </a:cubicBezTo>
                  <a:cubicBezTo>
                    <a:pt x="3700" y="987"/>
                    <a:pt x="3735" y="1030"/>
                    <a:pt x="3762" y="1078"/>
                  </a:cubicBezTo>
                  <a:cubicBezTo>
                    <a:pt x="3790" y="1125"/>
                    <a:pt x="3806" y="1176"/>
                    <a:pt x="3806" y="1223"/>
                  </a:cubicBezTo>
                  <a:cubicBezTo>
                    <a:pt x="3806" y="1255"/>
                    <a:pt x="3798" y="1282"/>
                    <a:pt x="3782" y="1314"/>
                  </a:cubicBezTo>
                  <a:cubicBezTo>
                    <a:pt x="3771" y="1338"/>
                    <a:pt x="3755" y="1358"/>
                    <a:pt x="3735" y="1373"/>
                  </a:cubicBezTo>
                  <a:cubicBezTo>
                    <a:pt x="3704" y="1397"/>
                    <a:pt x="3668" y="1417"/>
                    <a:pt x="3624" y="1433"/>
                  </a:cubicBezTo>
                  <a:cubicBezTo>
                    <a:pt x="3582" y="1444"/>
                    <a:pt x="3538" y="1456"/>
                    <a:pt x="3495" y="1464"/>
                  </a:cubicBezTo>
                  <a:cubicBezTo>
                    <a:pt x="3317" y="1504"/>
                    <a:pt x="3124" y="1527"/>
                    <a:pt x="2938" y="1566"/>
                  </a:cubicBezTo>
                  <a:cubicBezTo>
                    <a:pt x="2749" y="1606"/>
                    <a:pt x="2568" y="1661"/>
                    <a:pt x="2410" y="1760"/>
                  </a:cubicBezTo>
                  <a:cubicBezTo>
                    <a:pt x="2276" y="1846"/>
                    <a:pt x="2091" y="1929"/>
                    <a:pt x="1902" y="1984"/>
                  </a:cubicBezTo>
                  <a:cubicBezTo>
                    <a:pt x="1713" y="2044"/>
                    <a:pt x="1515" y="2079"/>
                    <a:pt x="1353" y="2079"/>
                  </a:cubicBezTo>
                  <a:lnTo>
                    <a:pt x="1349" y="2083"/>
                  </a:lnTo>
                  <a:cubicBezTo>
                    <a:pt x="1156" y="2110"/>
                    <a:pt x="963" y="2139"/>
                    <a:pt x="766" y="2139"/>
                  </a:cubicBezTo>
                  <a:cubicBezTo>
                    <a:pt x="652" y="2139"/>
                    <a:pt x="537" y="2130"/>
                    <a:pt x="427" y="2106"/>
                  </a:cubicBezTo>
                  <a:cubicBezTo>
                    <a:pt x="364" y="2095"/>
                    <a:pt x="273" y="2068"/>
                    <a:pt x="194" y="2024"/>
                  </a:cubicBezTo>
                  <a:cubicBezTo>
                    <a:pt x="155" y="2004"/>
                    <a:pt x="123" y="1977"/>
                    <a:pt x="95" y="1949"/>
                  </a:cubicBezTo>
                  <a:cubicBezTo>
                    <a:pt x="68" y="1921"/>
                    <a:pt x="52" y="1890"/>
                    <a:pt x="48" y="1855"/>
                  </a:cubicBezTo>
                  <a:cubicBezTo>
                    <a:pt x="48" y="1850"/>
                    <a:pt x="44" y="1842"/>
                    <a:pt x="44" y="1835"/>
                  </a:cubicBezTo>
                  <a:cubicBezTo>
                    <a:pt x="44" y="1807"/>
                    <a:pt x="52" y="1771"/>
                    <a:pt x="68" y="1732"/>
                  </a:cubicBezTo>
                  <a:cubicBezTo>
                    <a:pt x="88" y="1677"/>
                    <a:pt x="123" y="1613"/>
                    <a:pt x="159" y="1558"/>
                  </a:cubicBezTo>
                  <a:cubicBezTo>
                    <a:pt x="190" y="1500"/>
                    <a:pt x="226" y="1448"/>
                    <a:pt x="250" y="1409"/>
                  </a:cubicBezTo>
                  <a:cubicBezTo>
                    <a:pt x="430" y="1109"/>
                    <a:pt x="672" y="845"/>
                    <a:pt x="956" y="636"/>
                  </a:cubicBezTo>
                  <a:cubicBezTo>
                    <a:pt x="1116" y="517"/>
                    <a:pt x="1291" y="415"/>
                    <a:pt x="1476" y="341"/>
                  </a:cubicBezTo>
                  <a:cubicBezTo>
                    <a:pt x="1882" y="166"/>
                    <a:pt x="2276" y="44"/>
                    <a:pt x="2721" y="44"/>
                  </a:cubicBezTo>
                  <a:close/>
                  <a:moveTo>
                    <a:pt x="2721" y="1"/>
                  </a:moveTo>
                  <a:cubicBezTo>
                    <a:pt x="2268" y="1"/>
                    <a:pt x="1870" y="128"/>
                    <a:pt x="1456" y="301"/>
                  </a:cubicBezTo>
                  <a:cubicBezTo>
                    <a:pt x="1271" y="379"/>
                    <a:pt x="1093" y="478"/>
                    <a:pt x="932" y="601"/>
                  </a:cubicBezTo>
                  <a:cubicBezTo>
                    <a:pt x="643" y="809"/>
                    <a:pt x="395" y="1082"/>
                    <a:pt x="214" y="1385"/>
                  </a:cubicBezTo>
                  <a:cubicBezTo>
                    <a:pt x="182" y="1436"/>
                    <a:pt x="131" y="1515"/>
                    <a:pt x="84" y="1594"/>
                  </a:cubicBezTo>
                  <a:cubicBezTo>
                    <a:pt x="64" y="1633"/>
                    <a:pt x="44" y="1677"/>
                    <a:pt x="28" y="1717"/>
                  </a:cubicBezTo>
                  <a:cubicBezTo>
                    <a:pt x="13" y="1760"/>
                    <a:pt x="1" y="1799"/>
                    <a:pt x="1" y="1835"/>
                  </a:cubicBezTo>
                  <a:cubicBezTo>
                    <a:pt x="1" y="1846"/>
                    <a:pt x="5" y="1855"/>
                    <a:pt x="5" y="1862"/>
                  </a:cubicBezTo>
                  <a:cubicBezTo>
                    <a:pt x="13" y="1910"/>
                    <a:pt x="33" y="1945"/>
                    <a:pt x="64" y="1981"/>
                  </a:cubicBezTo>
                  <a:cubicBezTo>
                    <a:pt x="108" y="2028"/>
                    <a:pt x="175" y="2068"/>
                    <a:pt x="237" y="2095"/>
                  </a:cubicBezTo>
                  <a:cubicBezTo>
                    <a:pt x="301" y="2122"/>
                    <a:pt x="368" y="2139"/>
                    <a:pt x="419" y="2150"/>
                  </a:cubicBezTo>
                  <a:cubicBezTo>
                    <a:pt x="534" y="2174"/>
                    <a:pt x="652" y="2181"/>
                    <a:pt x="766" y="2181"/>
                  </a:cubicBezTo>
                  <a:cubicBezTo>
                    <a:pt x="962" y="2181"/>
                    <a:pt x="1161" y="2154"/>
                    <a:pt x="1353" y="2123"/>
                  </a:cubicBezTo>
                  <a:lnTo>
                    <a:pt x="1353" y="2123"/>
                  </a:lnTo>
                  <a:lnTo>
                    <a:pt x="1353" y="2126"/>
                  </a:lnTo>
                  <a:cubicBezTo>
                    <a:pt x="1523" y="2126"/>
                    <a:pt x="1724" y="2087"/>
                    <a:pt x="1917" y="2028"/>
                  </a:cubicBezTo>
                  <a:cubicBezTo>
                    <a:pt x="2106" y="1968"/>
                    <a:pt x="2296" y="1886"/>
                    <a:pt x="2434" y="1795"/>
                  </a:cubicBezTo>
                  <a:cubicBezTo>
                    <a:pt x="2583" y="1700"/>
                    <a:pt x="2761" y="1646"/>
                    <a:pt x="2947" y="1610"/>
                  </a:cubicBezTo>
                  <a:cubicBezTo>
                    <a:pt x="3132" y="1571"/>
                    <a:pt x="3325" y="1542"/>
                    <a:pt x="3502" y="1507"/>
                  </a:cubicBezTo>
                  <a:cubicBezTo>
                    <a:pt x="3562" y="1495"/>
                    <a:pt x="3624" y="1480"/>
                    <a:pt x="3684" y="1456"/>
                  </a:cubicBezTo>
                  <a:cubicBezTo>
                    <a:pt x="3711" y="1440"/>
                    <a:pt x="3739" y="1424"/>
                    <a:pt x="3762" y="1405"/>
                  </a:cubicBezTo>
                  <a:cubicBezTo>
                    <a:pt x="3786" y="1385"/>
                    <a:pt x="3806" y="1362"/>
                    <a:pt x="3822" y="1334"/>
                  </a:cubicBezTo>
                  <a:cubicBezTo>
                    <a:pt x="3842" y="1298"/>
                    <a:pt x="3850" y="1258"/>
                    <a:pt x="3850" y="1223"/>
                  </a:cubicBezTo>
                  <a:cubicBezTo>
                    <a:pt x="3850" y="1169"/>
                    <a:pt x="3830" y="1109"/>
                    <a:pt x="3798" y="1058"/>
                  </a:cubicBezTo>
                  <a:cubicBezTo>
                    <a:pt x="3771" y="1007"/>
                    <a:pt x="3731" y="959"/>
                    <a:pt x="3688" y="920"/>
                  </a:cubicBezTo>
                  <a:cubicBezTo>
                    <a:pt x="3643" y="881"/>
                    <a:pt x="3595" y="846"/>
                    <a:pt x="3550" y="811"/>
                  </a:cubicBezTo>
                  <a:lnTo>
                    <a:pt x="3550" y="811"/>
                  </a:lnTo>
                  <a:cubicBezTo>
                    <a:pt x="3724" y="831"/>
                    <a:pt x="3896" y="880"/>
                    <a:pt x="4059" y="936"/>
                  </a:cubicBezTo>
                  <a:cubicBezTo>
                    <a:pt x="4390" y="1054"/>
                    <a:pt x="4729" y="1200"/>
                    <a:pt x="4954" y="1471"/>
                  </a:cubicBezTo>
                  <a:cubicBezTo>
                    <a:pt x="5182" y="1755"/>
                    <a:pt x="5280" y="2099"/>
                    <a:pt x="5324" y="2461"/>
                  </a:cubicBezTo>
                  <a:cubicBezTo>
                    <a:pt x="5371" y="2825"/>
                    <a:pt x="5364" y="3207"/>
                    <a:pt x="5387" y="3553"/>
                  </a:cubicBezTo>
                  <a:cubicBezTo>
                    <a:pt x="5391" y="3613"/>
                    <a:pt x="5419" y="3657"/>
                    <a:pt x="5455" y="3688"/>
                  </a:cubicBezTo>
                  <a:cubicBezTo>
                    <a:pt x="5493" y="3715"/>
                    <a:pt x="5541" y="3731"/>
                    <a:pt x="5584" y="3731"/>
                  </a:cubicBezTo>
                  <a:cubicBezTo>
                    <a:pt x="5628" y="3731"/>
                    <a:pt x="5671" y="3719"/>
                    <a:pt x="5706" y="3692"/>
                  </a:cubicBezTo>
                  <a:cubicBezTo>
                    <a:pt x="5722" y="3676"/>
                    <a:pt x="5738" y="3660"/>
                    <a:pt x="5746" y="3637"/>
                  </a:cubicBezTo>
                  <a:cubicBezTo>
                    <a:pt x="5754" y="3617"/>
                    <a:pt x="5762" y="3593"/>
                    <a:pt x="5762" y="3566"/>
                  </a:cubicBezTo>
                  <a:lnTo>
                    <a:pt x="5762" y="3550"/>
                  </a:lnTo>
                  <a:cubicBezTo>
                    <a:pt x="5730" y="3136"/>
                    <a:pt x="5735" y="2678"/>
                    <a:pt x="5664" y="2241"/>
                  </a:cubicBezTo>
                  <a:cubicBezTo>
                    <a:pt x="5624" y="2024"/>
                    <a:pt x="5569" y="1815"/>
                    <a:pt x="5478" y="1618"/>
                  </a:cubicBezTo>
                  <a:cubicBezTo>
                    <a:pt x="5391" y="1420"/>
                    <a:pt x="5265" y="1240"/>
                    <a:pt x="5096" y="1082"/>
                  </a:cubicBezTo>
                  <a:cubicBezTo>
                    <a:pt x="4800" y="809"/>
                    <a:pt x="4405" y="648"/>
                    <a:pt x="4026" y="534"/>
                  </a:cubicBezTo>
                  <a:cubicBezTo>
                    <a:pt x="3826" y="474"/>
                    <a:pt x="3624" y="435"/>
                    <a:pt x="3427" y="435"/>
                  </a:cubicBezTo>
                  <a:cubicBezTo>
                    <a:pt x="3387" y="435"/>
                    <a:pt x="3350" y="438"/>
                    <a:pt x="3313" y="441"/>
                  </a:cubicBezTo>
                  <a:lnTo>
                    <a:pt x="3313" y="441"/>
                  </a:lnTo>
                  <a:cubicBezTo>
                    <a:pt x="3303" y="394"/>
                    <a:pt x="3291" y="346"/>
                    <a:pt x="3278" y="301"/>
                  </a:cubicBezTo>
                  <a:cubicBezTo>
                    <a:pt x="3262" y="250"/>
                    <a:pt x="3238" y="199"/>
                    <a:pt x="3203" y="155"/>
                  </a:cubicBezTo>
                  <a:cubicBezTo>
                    <a:pt x="3151" y="92"/>
                    <a:pt x="3080" y="52"/>
                    <a:pt x="3005" y="33"/>
                  </a:cubicBezTo>
                  <a:cubicBezTo>
                    <a:pt x="2927" y="9"/>
                    <a:pt x="2844" y="5"/>
                    <a:pt x="276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2" name="Google Shape;2052;p48"/>
            <p:cNvSpPr/>
            <p:nvPr/>
          </p:nvSpPr>
          <p:spPr>
            <a:xfrm>
              <a:off x="4513562" y="3885532"/>
              <a:ext cx="432284" cy="973152"/>
            </a:xfrm>
            <a:custGeom>
              <a:rect b="b" l="l" r="r" t="t"/>
              <a:pathLst>
                <a:path extrusionOk="0" h="3800" w="1688">
                  <a:moveTo>
                    <a:pt x="1129" y="0"/>
                  </a:moveTo>
                  <a:cubicBezTo>
                    <a:pt x="1085" y="0"/>
                    <a:pt x="1046" y="42"/>
                    <a:pt x="1021" y="84"/>
                  </a:cubicBezTo>
                  <a:cubicBezTo>
                    <a:pt x="998" y="127"/>
                    <a:pt x="985" y="175"/>
                    <a:pt x="974" y="222"/>
                  </a:cubicBezTo>
                  <a:cubicBezTo>
                    <a:pt x="927" y="415"/>
                    <a:pt x="887" y="604"/>
                    <a:pt x="840" y="794"/>
                  </a:cubicBezTo>
                  <a:cubicBezTo>
                    <a:pt x="820" y="892"/>
                    <a:pt x="796" y="987"/>
                    <a:pt x="769" y="1081"/>
                  </a:cubicBezTo>
                  <a:cubicBezTo>
                    <a:pt x="757" y="1129"/>
                    <a:pt x="745" y="1180"/>
                    <a:pt x="725" y="1223"/>
                  </a:cubicBezTo>
                  <a:cubicBezTo>
                    <a:pt x="722" y="1235"/>
                    <a:pt x="684" y="1280"/>
                    <a:pt x="678" y="1280"/>
                  </a:cubicBezTo>
                  <a:cubicBezTo>
                    <a:pt x="678" y="1280"/>
                    <a:pt x="678" y="1280"/>
                    <a:pt x="678" y="1279"/>
                  </a:cubicBezTo>
                  <a:cubicBezTo>
                    <a:pt x="698" y="1006"/>
                    <a:pt x="721" y="735"/>
                    <a:pt x="741" y="459"/>
                  </a:cubicBezTo>
                  <a:cubicBezTo>
                    <a:pt x="749" y="375"/>
                    <a:pt x="761" y="242"/>
                    <a:pt x="674" y="194"/>
                  </a:cubicBezTo>
                  <a:cubicBezTo>
                    <a:pt x="657" y="185"/>
                    <a:pt x="639" y="181"/>
                    <a:pt x="620" y="181"/>
                  </a:cubicBezTo>
                  <a:cubicBezTo>
                    <a:pt x="569" y="181"/>
                    <a:pt x="519" y="215"/>
                    <a:pt x="516" y="273"/>
                  </a:cubicBezTo>
                  <a:cubicBezTo>
                    <a:pt x="508" y="399"/>
                    <a:pt x="512" y="522"/>
                    <a:pt x="492" y="644"/>
                  </a:cubicBezTo>
                  <a:cubicBezTo>
                    <a:pt x="477" y="742"/>
                    <a:pt x="465" y="841"/>
                    <a:pt x="450" y="943"/>
                  </a:cubicBezTo>
                  <a:cubicBezTo>
                    <a:pt x="445" y="975"/>
                    <a:pt x="450" y="1023"/>
                    <a:pt x="434" y="1054"/>
                  </a:cubicBezTo>
                  <a:cubicBezTo>
                    <a:pt x="418" y="1090"/>
                    <a:pt x="370" y="1113"/>
                    <a:pt x="343" y="1137"/>
                  </a:cubicBezTo>
                  <a:cubicBezTo>
                    <a:pt x="264" y="1196"/>
                    <a:pt x="185" y="1259"/>
                    <a:pt x="126" y="1338"/>
                  </a:cubicBezTo>
                  <a:cubicBezTo>
                    <a:pt x="0" y="1511"/>
                    <a:pt x="4" y="1756"/>
                    <a:pt x="83" y="1957"/>
                  </a:cubicBezTo>
                  <a:cubicBezTo>
                    <a:pt x="142" y="2102"/>
                    <a:pt x="232" y="2233"/>
                    <a:pt x="331" y="2355"/>
                  </a:cubicBezTo>
                  <a:cubicBezTo>
                    <a:pt x="374" y="2406"/>
                    <a:pt x="421" y="2450"/>
                    <a:pt x="441" y="2509"/>
                  </a:cubicBezTo>
                  <a:cubicBezTo>
                    <a:pt x="461" y="2584"/>
                    <a:pt x="469" y="2666"/>
                    <a:pt x="477" y="2741"/>
                  </a:cubicBezTo>
                  <a:cubicBezTo>
                    <a:pt x="512" y="2994"/>
                    <a:pt x="587" y="3243"/>
                    <a:pt x="694" y="3475"/>
                  </a:cubicBezTo>
                  <a:cubicBezTo>
                    <a:pt x="745" y="3585"/>
                    <a:pt x="812" y="3704"/>
                    <a:pt x="923" y="3758"/>
                  </a:cubicBezTo>
                  <a:cubicBezTo>
                    <a:pt x="978" y="3788"/>
                    <a:pt x="1042" y="3799"/>
                    <a:pt x="1105" y="3799"/>
                  </a:cubicBezTo>
                  <a:cubicBezTo>
                    <a:pt x="1154" y="3799"/>
                    <a:pt x="1203" y="3792"/>
                    <a:pt x="1249" y="3782"/>
                  </a:cubicBezTo>
                  <a:cubicBezTo>
                    <a:pt x="1353" y="3758"/>
                    <a:pt x="1451" y="3716"/>
                    <a:pt x="1518" y="3636"/>
                  </a:cubicBezTo>
                  <a:cubicBezTo>
                    <a:pt x="1617" y="3522"/>
                    <a:pt x="1624" y="3365"/>
                    <a:pt x="1617" y="3214"/>
                  </a:cubicBezTo>
                  <a:cubicBezTo>
                    <a:pt x="1604" y="3034"/>
                    <a:pt x="1577" y="2852"/>
                    <a:pt x="1593" y="2670"/>
                  </a:cubicBezTo>
                  <a:cubicBezTo>
                    <a:pt x="1597" y="2595"/>
                    <a:pt x="1613" y="2517"/>
                    <a:pt x="1624" y="2442"/>
                  </a:cubicBezTo>
                  <a:cubicBezTo>
                    <a:pt x="1656" y="2276"/>
                    <a:pt x="1688" y="2111"/>
                    <a:pt x="1688" y="1945"/>
                  </a:cubicBezTo>
                  <a:cubicBezTo>
                    <a:pt x="1684" y="1862"/>
                    <a:pt x="1668" y="1783"/>
                    <a:pt x="1648" y="1705"/>
                  </a:cubicBezTo>
                  <a:cubicBezTo>
                    <a:pt x="1636" y="1645"/>
                    <a:pt x="1620" y="1582"/>
                    <a:pt x="1609" y="1523"/>
                  </a:cubicBezTo>
                  <a:cubicBezTo>
                    <a:pt x="1600" y="1448"/>
                    <a:pt x="1613" y="1354"/>
                    <a:pt x="1585" y="1283"/>
                  </a:cubicBezTo>
                  <a:cubicBezTo>
                    <a:pt x="1565" y="1235"/>
                    <a:pt x="1522" y="1200"/>
                    <a:pt x="1475" y="1192"/>
                  </a:cubicBezTo>
                  <a:cubicBezTo>
                    <a:pt x="1472" y="1192"/>
                    <a:pt x="1469" y="1191"/>
                    <a:pt x="1466" y="1191"/>
                  </a:cubicBezTo>
                  <a:cubicBezTo>
                    <a:pt x="1421" y="1191"/>
                    <a:pt x="1376" y="1240"/>
                    <a:pt x="1346" y="1240"/>
                  </a:cubicBezTo>
                  <a:cubicBezTo>
                    <a:pt x="1344" y="1240"/>
                    <a:pt x="1342" y="1240"/>
                    <a:pt x="1340" y="1239"/>
                  </a:cubicBezTo>
                  <a:cubicBezTo>
                    <a:pt x="1289" y="1232"/>
                    <a:pt x="1297" y="1184"/>
                    <a:pt x="1273" y="1141"/>
                  </a:cubicBezTo>
                  <a:cubicBezTo>
                    <a:pt x="1247" y="1104"/>
                    <a:pt x="1206" y="1079"/>
                    <a:pt x="1161" y="1079"/>
                  </a:cubicBezTo>
                  <a:cubicBezTo>
                    <a:pt x="1153" y="1079"/>
                    <a:pt x="1144" y="1079"/>
                    <a:pt x="1136" y="1081"/>
                  </a:cubicBezTo>
                  <a:cubicBezTo>
                    <a:pt x="1092" y="1090"/>
                    <a:pt x="1065" y="1121"/>
                    <a:pt x="1041" y="1156"/>
                  </a:cubicBezTo>
                  <a:cubicBezTo>
                    <a:pt x="1025" y="1176"/>
                    <a:pt x="1013" y="1192"/>
                    <a:pt x="998" y="1208"/>
                  </a:cubicBezTo>
                  <a:cubicBezTo>
                    <a:pt x="994" y="1212"/>
                    <a:pt x="985" y="1212"/>
                    <a:pt x="974" y="1212"/>
                  </a:cubicBezTo>
                  <a:cubicBezTo>
                    <a:pt x="1033" y="1023"/>
                    <a:pt x="1080" y="833"/>
                    <a:pt x="1127" y="644"/>
                  </a:cubicBezTo>
                  <a:cubicBezTo>
                    <a:pt x="1167" y="478"/>
                    <a:pt x="1234" y="300"/>
                    <a:pt x="1226" y="127"/>
                  </a:cubicBezTo>
                  <a:cubicBezTo>
                    <a:pt x="1226" y="91"/>
                    <a:pt x="1214" y="53"/>
                    <a:pt x="1187" y="25"/>
                  </a:cubicBezTo>
                  <a:cubicBezTo>
                    <a:pt x="1167" y="8"/>
                    <a:pt x="1148" y="0"/>
                    <a:pt x="1129" y="0"/>
                  </a:cubicBezTo>
                  <a:close/>
                </a:path>
              </a:pathLst>
            </a:custGeom>
            <a:solidFill>
              <a:schemeClr val="accent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3" name="Google Shape;2053;p48"/>
            <p:cNvSpPr/>
            <p:nvPr/>
          </p:nvSpPr>
          <p:spPr>
            <a:xfrm>
              <a:off x="4515355" y="3879642"/>
              <a:ext cx="435613" cy="984676"/>
            </a:xfrm>
            <a:custGeom>
              <a:rect b="b" l="l" r="r" t="t"/>
              <a:pathLst>
                <a:path extrusionOk="0" h="3845" w="1701">
                  <a:moveTo>
                    <a:pt x="1120" y="43"/>
                  </a:moveTo>
                  <a:cubicBezTo>
                    <a:pt x="1129" y="43"/>
                    <a:pt x="1133" y="48"/>
                    <a:pt x="1140" y="48"/>
                  </a:cubicBezTo>
                  <a:cubicBezTo>
                    <a:pt x="1148" y="52"/>
                    <a:pt x="1156" y="56"/>
                    <a:pt x="1164" y="63"/>
                  </a:cubicBezTo>
                  <a:cubicBezTo>
                    <a:pt x="1176" y="76"/>
                    <a:pt x="1184" y="87"/>
                    <a:pt x="1188" y="103"/>
                  </a:cubicBezTo>
                  <a:cubicBezTo>
                    <a:pt x="1195" y="119"/>
                    <a:pt x="1195" y="134"/>
                    <a:pt x="1195" y="150"/>
                  </a:cubicBezTo>
                  <a:cubicBezTo>
                    <a:pt x="1195" y="158"/>
                    <a:pt x="1200" y="166"/>
                    <a:pt x="1200" y="174"/>
                  </a:cubicBezTo>
                  <a:cubicBezTo>
                    <a:pt x="1200" y="253"/>
                    <a:pt x="1184" y="336"/>
                    <a:pt x="1164" y="418"/>
                  </a:cubicBezTo>
                  <a:cubicBezTo>
                    <a:pt x="1144" y="498"/>
                    <a:pt x="1117" y="580"/>
                    <a:pt x="1100" y="663"/>
                  </a:cubicBezTo>
                  <a:cubicBezTo>
                    <a:pt x="1053" y="852"/>
                    <a:pt x="1006" y="1042"/>
                    <a:pt x="947" y="1226"/>
                  </a:cubicBezTo>
                  <a:cubicBezTo>
                    <a:pt x="943" y="1235"/>
                    <a:pt x="947" y="1242"/>
                    <a:pt x="951" y="1246"/>
                  </a:cubicBezTo>
                  <a:cubicBezTo>
                    <a:pt x="954" y="1252"/>
                    <a:pt x="959" y="1256"/>
                    <a:pt x="965" y="1256"/>
                  </a:cubicBezTo>
                  <a:cubicBezTo>
                    <a:pt x="967" y="1256"/>
                    <a:pt x="969" y="1256"/>
                    <a:pt x="971" y="1255"/>
                  </a:cubicBezTo>
                  <a:lnTo>
                    <a:pt x="994" y="1255"/>
                  </a:lnTo>
                  <a:cubicBezTo>
                    <a:pt x="998" y="1255"/>
                    <a:pt x="1006" y="1250"/>
                    <a:pt x="1011" y="1246"/>
                  </a:cubicBezTo>
                  <a:cubicBezTo>
                    <a:pt x="1022" y="1226"/>
                    <a:pt x="1038" y="1211"/>
                    <a:pt x="1049" y="1191"/>
                  </a:cubicBezTo>
                  <a:cubicBezTo>
                    <a:pt x="1062" y="1175"/>
                    <a:pt x="1073" y="1160"/>
                    <a:pt x="1089" y="1148"/>
                  </a:cubicBezTo>
                  <a:cubicBezTo>
                    <a:pt x="1100" y="1136"/>
                    <a:pt x="1117" y="1128"/>
                    <a:pt x="1133" y="1124"/>
                  </a:cubicBezTo>
                  <a:lnTo>
                    <a:pt x="1156" y="1124"/>
                  </a:lnTo>
                  <a:cubicBezTo>
                    <a:pt x="1171" y="1124"/>
                    <a:pt x="1191" y="1128"/>
                    <a:pt x="1207" y="1136"/>
                  </a:cubicBezTo>
                  <a:cubicBezTo>
                    <a:pt x="1223" y="1148"/>
                    <a:pt x="1235" y="1160"/>
                    <a:pt x="1247" y="1175"/>
                  </a:cubicBezTo>
                  <a:cubicBezTo>
                    <a:pt x="1251" y="1184"/>
                    <a:pt x="1255" y="1195"/>
                    <a:pt x="1258" y="1203"/>
                  </a:cubicBezTo>
                  <a:cubicBezTo>
                    <a:pt x="1266" y="1219"/>
                    <a:pt x="1266" y="1235"/>
                    <a:pt x="1278" y="1250"/>
                  </a:cubicBezTo>
                  <a:cubicBezTo>
                    <a:pt x="1282" y="1258"/>
                    <a:pt x="1290" y="1266"/>
                    <a:pt x="1298" y="1274"/>
                  </a:cubicBezTo>
                  <a:cubicBezTo>
                    <a:pt x="1306" y="1278"/>
                    <a:pt x="1318" y="1282"/>
                    <a:pt x="1329" y="1286"/>
                  </a:cubicBezTo>
                  <a:lnTo>
                    <a:pt x="1337" y="1286"/>
                  </a:lnTo>
                  <a:cubicBezTo>
                    <a:pt x="1349" y="1286"/>
                    <a:pt x="1361" y="1282"/>
                    <a:pt x="1373" y="1274"/>
                  </a:cubicBezTo>
                  <a:cubicBezTo>
                    <a:pt x="1389" y="1266"/>
                    <a:pt x="1400" y="1258"/>
                    <a:pt x="1417" y="1250"/>
                  </a:cubicBezTo>
                  <a:cubicBezTo>
                    <a:pt x="1432" y="1242"/>
                    <a:pt x="1448" y="1235"/>
                    <a:pt x="1460" y="1235"/>
                  </a:cubicBezTo>
                  <a:cubicBezTo>
                    <a:pt x="1460" y="1235"/>
                    <a:pt x="1464" y="1235"/>
                    <a:pt x="1464" y="1239"/>
                  </a:cubicBezTo>
                  <a:cubicBezTo>
                    <a:pt x="1484" y="1239"/>
                    <a:pt x="1503" y="1250"/>
                    <a:pt x="1519" y="1262"/>
                  </a:cubicBezTo>
                  <a:cubicBezTo>
                    <a:pt x="1539" y="1274"/>
                    <a:pt x="1550" y="1293"/>
                    <a:pt x="1558" y="1313"/>
                  </a:cubicBezTo>
                  <a:cubicBezTo>
                    <a:pt x="1570" y="1345"/>
                    <a:pt x="1574" y="1384"/>
                    <a:pt x="1574" y="1424"/>
                  </a:cubicBezTo>
                  <a:cubicBezTo>
                    <a:pt x="1578" y="1463"/>
                    <a:pt x="1574" y="1506"/>
                    <a:pt x="1582" y="1546"/>
                  </a:cubicBezTo>
                  <a:cubicBezTo>
                    <a:pt x="1593" y="1613"/>
                    <a:pt x="1606" y="1672"/>
                    <a:pt x="1621" y="1732"/>
                  </a:cubicBezTo>
                  <a:cubicBezTo>
                    <a:pt x="1641" y="1810"/>
                    <a:pt x="1657" y="1885"/>
                    <a:pt x="1657" y="1968"/>
                  </a:cubicBezTo>
                  <a:lnTo>
                    <a:pt x="1657" y="1980"/>
                  </a:lnTo>
                  <a:cubicBezTo>
                    <a:pt x="1657" y="2141"/>
                    <a:pt x="1626" y="2299"/>
                    <a:pt x="1597" y="2461"/>
                  </a:cubicBezTo>
                  <a:cubicBezTo>
                    <a:pt x="1582" y="2536"/>
                    <a:pt x="1570" y="2615"/>
                    <a:pt x="1562" y="2693"/>
                  </a:cubicBezTo>
                  <a:cubicBezTo>
                    <a:pt x="1562" y="2729"/>
                    <a:pt x="1558" y="2764"/>
                    <a:pt x="1558" y="2800"/>
                  </a:cubicBezTo>
                  <a:cubicBezTo>
                    <a:pt x="1558" y="2946"/>
                    <a:pt x="1578" y="3095"/>
                    <a:pt x="1586" y="3242"/>
                  </a:cubicBezTo>
                  <a:cubicBezTo>
                    <a:pt x="1590" y="3266"/>
                    <a:pt x="1590" y="3289"/>
                    <a:pt x="1590" y="3317"/>
                  </a:cubicBezTo>
                  <a:cubicBezTo>
                    <a:pt x="1590" y="3375"/>
                    <a:pt x="1586" y="3439"/>
                    <a:pt x="1570" y="3494"/>
                  </a:cubicBezTo>
                  <a:cubicBezTo>
                    <a:pt x="1555" y="3550"/>
                    <a:pt x="1535" y="3601"/>
                    <a:pt x="1495" y="3644"/>
                  </a:cubicBezTo>
                  <a:cubicBezTo>
                    <a:pt x="1432" y="3719"/>
                    <a:pt x="1337" y="3763"/>
                    <a:pt x="1239" y="3781"/>
                  </a:cubicBezTo>
                  <a:cubicBezTo>
                    <a:pt x="1191" y="3794"/>
                    <a:pt x="1144" y="3801"/>
                    <a:pt x="1097" y="3801"/>
                  </a:cubicBezTo>
                  <a:cubicBezTo>
                    <a:pt x="1038" y="3801"/>
                    <a:pt x="978" y="3790"/>
                    <a:pt x="927" y="3763"/>
                  </a:cubicBezTo>
                  <a:cubicBezTo>
                    <a:pt x="876" y="3739"/>
                    <a:pt x="833" y="3695"/>
                    <a:pt x="798" y="3648"/>
                  </a:cubicBezTo>
                  <a:cubicBezTo>
                    <a:pt x="762" y="3601"/>
                    <a:pt x="734" y="3541"/>
                    <a:pt x="707" y="3486"/>
                  </a:cubicBezTo>
                  <a:cubicBezTo>
                    <a:pt x="600" y="3257"/>
                    <a:pt x="529" y="3013"/>
                    <a:pt x="494" y="2760"/>
                  </a:cubicBezTo>
                  <a:cubicBezTo>
                    <a:pt x="482" y="2686"/>
                    <a:pt x="478" y="2607"/>
                    <a:pt x="454" y="2528"/>
                  </a:cubicBezTo>
                  <a:cubicBezTo>
                    <a:pt x="447" y="2493"/>
                    <a:pt x="427" y="2465"/>
                    <a:pt x="407" y="2438"/>
                  </a:cubicBezTo>
                  <a:cubicBezTo>
                    <a:pt x="383" y="2409"/>
                    <a:pt x="363" y="2390"/>
                    <a:pt x="343" y="2362"/>
                  </a:cubicBezTo>
                  <a:cubicBezTo>
                    <a:pt x="245" y="2244"/>
                    <a:pt x="154" y="2118"/>
                    <a:pt x="99" y="1972"/>
                  </a:cubicBezTo>
                  <a:cubicBezTo>
                    <a:pt x="64" y="1885"/>
                    <a:pt x="44" y="1787"/>
                    <a:pt x="44" y="1692"/>
                  </a:cubicBezTo>
                  <a:cubicBezTo>
                    <a:pt x="44" y="1574"/>
                    <a:pt x="72" y="1463"/>
                    <a:pt x="135" y="1373"/>
                  </a:cubicBezTo>
                  <a:cubicBezTo>
                    <a:pt x="190" y="1297"/>
                    <a:pt x="269" y="1239"/>
                    <a:pt x="348" y="1179"/>
                  </a:cubicBezTo>
                  <a:cubicBezTo>
                    <a:pt x="359" y="1168"/>
                    <a:pt x="379" y="1155"/>
                    <a:pt x="399" y="1140"/>
                  </a:cubicBezTo>
                  <a:cubicBezTo>
                    <a:pt x="419" y="1128"/>
                    <a:pt x="438" y="1108"/>
                    <a:pt x="447" y="1084"/>
                  </a:cubicBezTo>
                  <a:cubicBezTo>
                    <a:pt x="454" y="1065"/>
                    <a:pt x="458" y="1046"/>
                    <a:pt x="458" y="1022"/>
                  </a:cubicBezTo>
                  <a:cubicBezTo>
                    <a:pt x="462" y="1002"/>
                    <a:pt x="462" y="982"/>
                    <a:pt x="462" y="966"/>
                  </a:cubicBezTo>
                  <a:cubicBezTo>
                    <a:pt x="478" y="868"/>
                    <a:pt x="494" y="769"/>
                    <a:pt x="505" y="671"/>
                  </a:cubicBezTo>
                  <a:cubicBezTo>
                    <a:pt x="525" y="545"/>
                    <a:pt x="525" y="422"/>
                    <a:pt x="533" y="296"/>
                  </a:cubicBezTo>
                  <a:cubicBezTo>
                    <a:pt x="533" y="272"/>
                    <a:pt x="545" y="256"/>
                    <a:pt x="556" y="245"/>
                  </a:cubicBezTo>
                  <a:cubicBezTo>
                    <a:pt x="572" y="233"/>
                    <a:pt x="592" y="225"/>
                    <a:pt x="612" y="225"/>
                  </a:cubicBezTo>
                  <a:cubicBezTo>
                    <a:pt x="627" y="225"/>
                    <a:pt x="643" y="229"/>
                    <a:pt x="659" y="237"/>
                  </a:cubicBezTo>
                  <a:cubicBezTo>
                    <a:pt x="671" y="245"/>
                    <a:pt x="679" y="253"/>
                    <a:pt x="687" y="261"/>
                  </a:cubicBezTo>
                  <a:cubicBezTo>
                    <a:pt x="698" y="276"/>
                    <a:pt x="707" y="296"/>
                    <a:pt x="711" y="320"/>
                  </a:cubicBezTo>
                  <a:cubicBezTo>
                    <a:pt x="714" y="343"/>
                    <a:pt x="718" y="367"/>
                    <a:pt x="718" y="394"/>
                  </a:cubicBezTo>
                  <a:cubicBezTo>
                    <a:pt x="718" y="422"/>
                    <a:pt x="714" y="454"/>
                    <a:pt x="711" y="482"/>
                  </a:cubicBezTo>
                  <a:cubicBezTo>
                    <a:pt x="691" y="753"/>
                    <a:pt x="671" y="1029"/>
                    <a:pt x="647" y="1301"/>
                  </a:cubicBezTo>
                  <a:lnTo>
                    <a:pt x="647" y="1301"/>
                  </a:lnTo>
                  <a:cubicBezTo>
                    <a:pt x="647" y="1302"/>
                    <a:pt x="647" y="1302"/>
                    <a:pt x="647" y="1302"/>
                  </a:cubicBezTo>
                  <a:lnTo>
                    <a:pt x="647" y="1310"/>
                  </a:lnTo>
                  <a:cubicBezTo>
                    <a:pt x="651" y="1313"/>
                    <a:pt x="651" y="1317"/>
                    <a:pt x="659" y="1321"/>
                  </a:cubicBezTo>
                  <a:cubicBezTo>
                    <a:pt x="663" y="1326"/>
                    <a:pt x="667" y="1326"/>
                    <a:pt x="671" y="1326"/>
                  </a:cubicBezTo>
                  <a:lnTo>
                    <a:pt x="679" y="1326"/>
                  </a:lnTo>
                  <a:cubicBezTo>
                    <a:pt x="683" y="1321"/>
                    <a:pt x="683" y="1321"/>
                    <a:pt x="687" y="1321"/>
                  </a:cubicBezTo>
                  <a:cubicBezTo>
                    <a:pt x="687" y="1317"/>
                    <a:pt x="691" y="1317"/>
                    <a:pt x="691" y="1313"/>
                  </a:cubicBezTo>
                  <a:cubicBezTo>
                    <a:pt x="698" y="1306"/>
                    <a:pt x="711" y="1297"/>
                    <a:pt x="718" y="1286"/>
                  </a:cubicBezTo>
                  <a:cubicBezTo>
                    <a:pt x="722" y="1278"/>
                    <a:pt x="727" y="1274"/>
                    <a:pt x="730" y="1270"/>
                  </a:cubicBezTo>
                  <a:cubicBezTo>
                    <a:pt x="734" y="1266"/>
                    <a:pt x="734" y="1266"/>
                    <a:pt x="738" y="1262"/>
                  </a:cubicBezTo>
                  <a:cubicBezTo>
                    <a:pt x="738" y="1258"/>
                    <a:pt x="738" y="1258"/>
                    <a:pt x="742" y="1255"/>
                  </a:cubicBezTo>
                  <a:cubicBezTo>
                    <a:pt x="758" y="1207"/>
                    <a:pt x="769" y="1155"/>
                    <a:pt x="782" y="1113"/>
                  </a:cubicBezTo>
                  <a:cubicBezTo>
                    <a:pt x="809" y="1013"/>
                    <a:pt x="833" y="919"/>
                    <a:pt x="856" y="820"/>
                  </a:cubicBezTo>
                  <a:cubicBezTo>
                    <a:pt x="900" y="631"/>
                    <a:pt x="943" y="442"/>
                    <a:pt x="987" y="253"/>
                  </a:cubicBezTo>
                  <a:cubicBezTo>
                    <a:pt x="998" y="201"/>
                    <a:pt x="1011" y="154"/>
                    <a:pt x="1034" y="119"/>
                  </a:cubicBezTo>
                  <a:cubicBezTo>
                    <a:pt x="1046" y="99"/>
                    <a:pt x="1062" y="79"/>
                    <a:pt x="1077" y="67"/>
                  </a:cubicBezTo>
                  <a:cubicBezTo>
                    <a:pt x="1085" y="59"/>
                    <a:pt x="1093" y="56"/>
                    <a:pt x="1100" y="52"/>
                  </a:cubicBezTo>
                  <a:cubicBezTo>
                    <a:pt x="1109" y="48"/>
                    <a:pt x="1113" y="43"/>
                    <a:pt x="1120" y="43"/>
                  </a:cubicBezTo>
                  <a:close/>
                  <a:moveTo>
                    <a:pt x="1120" y="1"/>
                  </a:moveTo>
                  <a:cubicBezTo>
                    <a:pt x="1109" y="1"/>
                    <a:pt x="1093" y="5"/>
                    <a:pt x="1082" y="12"/>
                  </a:cubicBezTo>
                  <a:cubicBezTo>
                    <a:pt x="1062" y="20"/>
                    <a:pt x="1046" y="32"/>
                    <a:pt x="1034" y="48"/>
                  </a:cubicBezTo>
                  <a:cubicBezTo>
                    <a:pt x="1018" y="59"/>
                    <a:pt x="1006" y="79"/>
                    <a:pt x="994" y="95"/>
                  </a:cubicBezTo>
                  <a:cubicBezTo>
                    <a:pt x="967" y="143"/>
                    <a:pt x="955" y="194"/>
                    <a:pt x="943" y="241"/>
                  </a:cubicBezTo>
                  <a:cubicBezTo>
                    <a:pt x="900" y="430"/>
                    <a:pt x="860" y="623"/>
                    <a:pt x="813" y="813"/>
                  </a:cubicBezTo>
                  <a:cubicBezTo>
                    <a:pt x="789" y="907"/>
                    <a:pt x="765" y="1006"/>
                    <a:pt x="738" y="1100"/>
                  </a:cubicBezTo>
                  <a:cubicBezTo>
                    <a:pt x="727" y="1148"/>
                    <a:pt x="718" y="1195"/>
                    <a:pt x="698" y="1239"/>
                  </a:cubicBezTo>
                  <a:lnTo>
                    <a:pt x="698" y="1242"/>
                  </a:lnTo>
                  <a:cubicBezTo>
                    <a:pt x="698" y="1243"/>
                    <a:pt x="697" y="1244"/>
                    <a:pt x="696" y="1245"/>
                  </a:cubicBezTo>
                  <a:lnTo>
                    <a:pt x="696" y="1245"/>
                  </a:lnTo>
                  <a:cubicBezTo>
                    <a:pt x="717" y="990"/>
                    <a:pt x="736" y="738"/>
                    <a:pt x="754" y="485"/>
                  </a:cubicBezTo>
                  <a:cubicBezTo>
                    <a:pt x="758" y="458"/>
                    <a:pt x="762" y="427"/>
                    <a:pt x="762" y="394"/>
                  </a:cubicBezTo>
                  <a:cubicBezTo>
                    <a:pt x="762" y="356"/>
                    <a:pt x="758" y="320"/>
                    <a:pt x="746" y="285"/>
                  </a:cubicBezTo>
                  <a:cubicBezTo>
                    <a:pt x="742" y="269"/>
                    <a:pt x="734" y="249"/>
                    <a:pt x="722" y="237"/>
                  </a:cubicBezTo>
                  <a:cubicBezTo>
                    <a:pt x="711" y="221"/>
                    <a:pt x="694" y="209"/>
                    <a:pt x="679" y="198"/>
                  </a:cubicBezTo>
                  <a:cubicBezTo>
                    <a:pt x="659" y="190"/>
                    <a:pt x="636" y="182"/>
                    <a:pt x="612" y="182"/>
                  </a:cubicBezTo>
                  <a:cubicBezTo>
                    <a:pt x="580" y="182"/>
                    <a:pt x="553" y="194"/>
                    <a:pt x="529" y="214"/>
                  </a:cubicBezTo>
                  <a:cubicBezTo>
                    <a:pt x="505" y="229"/>
                    <a:pt x="490" y="261"/>
                    <a:pt x="490" y="296"/>
                  </a:cubicBezTo>
                  <a:cubicBezTo>
                    <a:pt x="482" y="422"/>
                    <a:pt x="482" y="545"/>
                    <a:pt x="466" y="663"/>
                  </a:cubicBezTo>
                  <a:cubicBezTo>
                    <a:pt x="450" y="765"/>
                    <a:pt x="434" y="864"/>
                    <a:pt x="419" y="962"/>
                  </a:cubicBezTo>
                  <a:cubicBezTo>
                    <a:pt x="419" y="978"/>
                    <a:pt x="419" y="1002"/>
                    <a:pt x="414" y="1022"/>
                  </a:cubicBezTo>
                  <a:cubicBezTo>
                    <a:pt x="414" y="1042"/>
                    <a:pt x="411" y="1057"/>
                    <a:pt x="407" y="1069"/>
                  </a:cubicBezTo>
                  <a:cubicBezTo>
                    <a:pt x="403" y="1081"/>
                    <a:pt x="391" y="1093"/>
                    <a:pt x="376" y="1108"/>
                  </a:cubicBezTo>
                  <a:cubicBezTo>
                    <a:pt x="356" y="1120"/>
                    <a:pt x="340" y="1132"/>
                    <a:pt x="320" y="1144"/>
                  </a:cubicBezTo>
                  <a:cubicBezTo>
                    <a:pt x="241" y="1203"/>
                    <a:pt x="163" y="1262"/>
                    <a:pt x="103" y="1349"/>
                  </a:cubicBezTo>
                  <a:cubicBezTo>
                    <a:pt x="28" y="1448"/>
                    <a:pt x="1" y="1570"/>
                    <a:pt x="1" y="1692"/>
                  </a:cubicBezTo>
                  <a:cubicBezTo>
                    <a:pt x="1" y="1790"/>
                    <a:pt x="21" y="1893"/>
                    <a:pt x="56" y="1988"/>
                  </a:cubicBezTo>
                  <a:cubicBezTo>
                    <a:pt x="115" y="2138"/>
                    <a:pt x="210" y="2267"/>
                    <a:pt x="308" y="2390"/>
                  </a:cubicBezTo>
                  <a:cubicBezTo>
                    <a:pt x="328" y="2418"/>
                    <a:pt x="352" y="2441"/>
                    <a:pt x="372" y="2465"/>
                  </a:cubicBezTo>
                  <a:cubicBezTo>
                    <a:pt x="391" y="2489"/>
                    <a:pt x="407" y="2512"/>
                    <a:pt x="414" y="2540"/>
                  </a:cubicBezTo>
                  <a:cubicBezTo>
                    <a:pt x="434" y="2611"/>
                    <a:pt x="438" y="2689"/>
                    <a:pt x="450" y="2769"/>
                  </a:cubicBezTo>
                  <a:cubicBezTo>
                    <a:pt x="485" y="3021"/>
                    <a:pt x="561" y="3273"/>
                    <a:pt x="667" y="3506"/>
                  </a:cubicBezTo>
                  <a:cubicBezTo>
                    <a:pt x="694" y="3561"/>
                    <a:pt x="722" y="3621"/>
                    <a:pt x="762" y="3672"/>
                  </a:cubicBezTo>
                  <a:cubicBezTo>
                    <a:pt x="801" y="3727"/>
                    <a:pt x="849" y="3770"/>
                    <a:pt x="907" y="3801"/>
                  </a:cubicBezTo>
                  <a:cubicBezTo>
                    <a:pt x="967" y="3833"/>
                    <a:pt x="1029" y="3845"/>
                    <a:pt x="1097" y="3845"/>
                  </a:cubicBezTo>
                  <a:cubicBezTo>
                    <a:pt x="1148" y="3845"/>
                    <a:pt x="1200" y="3837"/>
                    <a:pt x="1247" y="3825"/>
                  </a:cubicBezTo>
                  <a:cubicBezTo>
                    <a:pt x="1353" y="3801"/>
                    <a:pt x="1455" y="3758"/>
                    <a:pt x="1531" y="3672"/>
                  </a:cubicBezTo>
                  <a:cubicBezTo>
                    <a:pt x="1570" y="3624"/>
                    <a:pt x="1597" y="3565"/>
                    <a:pt x="1613" y="3506"/>
                  </a:cubicBezTo>
                  <a:cubicBezTo>
                    <a:pt x="1629" y="3443"/>
                    <a:pt x="1633" y="3379"/>
                    <a:pt x="1633" y="3317"/>
                  </a:cubicBezTo>
                  <a:cubicBezTo>
                    <a:pt x="1633" y="3289"/>
                    <a:pt x="1633" y="3261"/>
                    <a:pt x="1629" y="3237"/>
                  </a:cubicBezTo>
                  <a:cubicBezTo>
                    <a:pt x="1621" y="3092"/>
                    <a:pt x="1602" y="2942"/>
                    <a:pt x="1602" y="2800"/>
                  </a:cubicBezTo>
                  <a:cubicBezTo>
                    <a:pt x="1602" y="2764"/>
                    <a:pt x="1606" y="2729"/>
                    <a:pt x="1606" y="2698"/>
                  </a:cubicBezTo>
                  <a:cubicBezTo>
                    <a:pt x="1613" y="2622"/>
                    <a:pt x="1626" y="2544"/>
                    <a:pt x="1641" y="2469"/>
                  </a:cubicBezTo>
                  <a:cubicBezTo>
                    <a:pt x="1668" y="2311"/>
                    <a:pt x="1700" y="2145"/>
                    <a:pt x="1700" y="1980"/>
                  </a:cubicBezTo>
                  <a:lnTo>
                    <a:pt x="1700" y="1968"/>
                  </a:lnTo>
                  <a:cubicBezTo>
                    <a:pt x="1700" y="1881"/>
                    <a:pt x="1684" y="1803"/>
                    <a:pt x="1664" y="1723"/>
                  </a:cubicBezTo>
                  <a:cubicBezTo>
                    <a:pt x="1649" y="1661"/>
                    <a:pt x="1633" y="1601"/>
                    <a:pt x="1626" y="1542"/>
                  </a:cubicBezTo>
                  <a:cubicBezTo>
                    <a:pt x="1621" y="1506"/>
                    <a:pt x="1621" y="1463"/>
                    <a:pt x="1617" y="1424"/>
                  </a:cubicBezTo>
                  <a:cubicBezTo>
                    <a:pt x="1617" y="1381"/>
                    <a:pt x="1613" y="1337"/>
                    <a:pt x="1597" y="1297"/>
                  </a:cubicBezTo>
                  <a:cubicBezTo>
                    <a:pt x="1586" y="1270"/>
                    <a:pt x="1570" y="1246"/>
                    <a:pt x="1546" y="1226"/>
                  </a:cubicBezTo>
                  <a:cubicBezTo>
                    <a:pt x="1526" y="1211"/>
                    <a:pt x="1499" y="1199"/>
                    <a:pt x="1471" y="1195"/>
                  </a:cubicBezTo>
                  <a:cubicBezTo>
                    <a:pt x="1468" y="1191"/>
                    <a:pt x="1464" y="1191"/>
                    <a:pt x="1460" y="1191"/>
                  </a:cubicBezTo>
                  <a:cubicBezTo>
                    <a:pt x="1444" y="1191"/>
                    <a:pt x="1428" y="1195"/>
                    <a:pt x="1417" y="1203"/>
                  </a:cubicBezTo>
                  <a:cubicBezTo>
                    <a:pt x="1397" y="1211"/>
                    <a:pt x="1381" y="1223"/>
                    <a:pt x="1365" y="1231"/>
                  </a:cubicBezTo>
                  <a:cubicBezTo>
                    <a:pt x="1357" y="1235"/>
                    <a:pt x="1349" y="1239"/>
                    <a:pt x="1346" y="1239"/>
                  </a:cubicBezTo>
                  <a:cubicBezTo>
                    <a:pt x="1342" y="1242"/>
                    <a:pt x="1337" y="1242"/>
                    <a:pt x="1337" y="1242"/>
                  </a:cubicBezTo>
                  <a:cubicBezTo>
                    <a:pt x="1329" y="1242"/>
                    <a:pt x="1326" y="1239"/>
                    <a:pt x="1322" y="1235"/>
                  </a:cubicBezTo>
                  <a:cubicBezTo>
                    <a:pt x="1318" y="1231"/>
                    <a:pt x="1313" y="1231"/>
                    <a:pt x="1313" y="1223"/>
                  </a:cubicBezTo>
                  <a:cubicBezTo>
                    <a:pt x="1310" y="1215"/>
                    <a:pt x="1306" y="1207"/>
                    <a:pt x="1302" y="1191"/>
                  </a:cubicBezTo>
                  <a:cubicBezTo>
                    <a:pt x="1298" y="1179"/>
                    <a:pt x="1290" y="1168"/>
                    <a:pt x="1282" y="1152"/>
                  </a:cubicBezTo>
                  <a:cubicBezTo>
                    <a:pt x="1266" y="1132"/>
                    <a:pt x="1251" y="1113"/>
                    <a:pt x="1227" y="1100"/>
                  </a:cubicBezTo>
                  <a:cubicBezTo>
                    <a:pt x="1207" y="1089"/>
                    <a:pt x="1184" y="1081"/>
                    <a:pt x="1156" y="1081"/>
                  </a:cubicBezTo>
                  <a:lnTo>
                    <a:pt x="1124" y="1081"/>
                  </a:lnTo>
                  <a:cubicBezTo>
                    <a:pt x="1097" y="1089"/>
                    <a:pt x="1077" y="1100"/>
                    <a:pt x="1062" y="1117"/>
                  </a:cubicBezTo>
                  <a:cubicBezTo>
                    <a:pt x="1042" y="1132"/>
                    <a:pt x="1029" y="1148"/>
                    <a:pt x="1014" y="1168"/>
                  </a:cubicBezTo>
                  <a:cubicBezTo>
                    <a:pt x="1013" y="1169"/>
                    <a:pt x="1012" y="1171"/>
                    <a:pt x="1011" y="1172"/>
                  </a:cubicBezTo>
                  <a:lnTo>
                    <a:pt x="1011" y="1172"/>
                  </a:lnTo>
                  <a:cubicBezTo>
                    <a:pt x="1058" y="1006"/>
                    <a:pt x="1102" y="840"/>
                    <a:pt x="1140" y="671"/>
                  </a:cubicBezTo>
                  <a:cubicBezTo>
                    <a:pt x="1160" y="592"/>
                    <a:pt x="1184" y="509"/>
                    <a:pt x="1204" y="427"/>
                  </a:cubicBezTo>
                  <a:cubicBezTo>
                    <a:pt x="1227" y="343"/>
                    <a:pt x="1242" y="256"/>
                    <a:pt x="1242" y="174"/>
                  </a:cubicBezTo>
                  <a:cubicBezTo>
                    <a:pt x="1242" y="166"/>
                    <a:pt x="1242" y="158"/>
                    <a:pt x="1239" y="150"/>
                  </a:cubicBezTo>
                  <a:cubicBezTo>
                    <a:pt x="1239" y="130"/>
                    <a:pt x="1235" y="107"/>
                    <a:pt x="1227" y="87"/>
                  </a:cubicBezTo>
                  <a:cubicBezTo>
                    <a:pt x="1219" y="67"/>
                    <a:pt x="1211" y="48"/>
                    <a:pt x="1191" y="32"/>
                  </a:cubicBezTo>
                  <a:cubicBezTo>
                    <a:pt x="1184" y="24"/>
                    <a:pt x="1171" y="16"/>
                    <a:pt x="1160" y="8"/>
                  </a:cubicBezTo>
                  <a:cubicBezTo>
                    <a:pt x="1148" y="5"/>
                    <a:pt x="1133" y="1"/>
                    <a:pt x="1120"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4" name="Google Shape;2054;p48"/>
            <p:cNvSpPr/>
            <p:nvPr/>
          </p:nvSpPr>
          <p:spPr>
            <a:xfrm>
              <a:off x="2150622" y="6675628"/>
              <a:ext cx="1611846" cy="3669037"/>
            </a:xfrm>
            <a:custGeom>
              <a:rect b="b" l="l" r="r" t="t"/>
              <a:pathLst>
                <a:path extrusionOk="0" h="14327" w="6294">
                  <a:moveTo>
                    <a:pt x="0" y="1"/>
                  </a:moveTo>
                  <a:lnTo>
                    <a:pt x="0" y="14327"/>
                  </a:lnTo>
                  <a:lnTo>
                    <a:pt x="6294" y="14327"/>
                  </a:lnTo>
                  <a:lnTo>
                    <a:pt x="6294" y="1"/>
                  </a:lnTo>
                  <a:close/>
                </a:path>
              </a:pathLst>
            </a:custGeom>
            <a:solidFill>
              <a:srgbClr val="0D7186"/>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5" name="Google Shape;2055;p48"/>
            <p:cNvSpPr/>
            <p:nvPr/>
          </p:nvSpPr>
          <p:spPr>
            <a:xfrm>
              <a:off x="2144476" y="6669738"/>
              <a:ext cx="1624139" cy="3681074"/>
            </a:xfrm>
            <a:custGeom>
              <a:rect b="b" l="l" r="r" t="t"/>
              <a:pathLst>
                <a:path extrusionOk="0" h="14374" w="6342">
                  <a:moveTo>
                    <a:pt x="6294" y="44"/>
                  </a:moveTo>
                  <a:lnTo>
                    <a:pt x="6294" y="14330"/>
                  </a:lnTo>
                  <a:lnTo>
                    <a:pt x="48" y="14330"/>
                  </a:lnTo>
                  <a:lnTo>
                    <a:pt x="48" y="44"/>
                  </a:lnTo>
                  <a:close/>
                  <a:moveTo>
                    <a:pt x="24" y="0"/>
                  </a:moveTo>
                  <a:cubicBezTo>
                    <a:pt x="20" y="0"/>
                    <a:pt x="12" y="4"/>
                    <a:pt x="8" y="8"/>
                  </a:cubicBezTo>
                  <a:cubicBezTo>
                    <a:pt x="4" y="12"/>
                    <a:pt x="1" y="16"/>
                    <a:pt x="1" y="24"/>
                  </a:cubicBezTo>
                  <a:lnTo>
                    <a:pt x="1" y="14350"/>
                  </a:lnTo>
                  <a:cubicBezTo>
                    <a:pt x="1" y="14357"/>
                    <a:pt x="4" y="14361"/>
                    <a:pt x="8" y="14365"/>
                  </a:cubicBezTo>
                  <a:cubicBezTo>
                    <a:pt x="12" y="14369"/>
                    <a:pt x="20" y="14373"/>
                    <a:pt x="24" y="14373"/>
                  </a:cubicBezTo>
                  <a:lnTo>
                    <a:pt x="6318" y="14373"/>
                  </a:lnTo>
                  <a:cubicBezTo>
                    <a:pt x="6321" y="14373"/>
                    <a:pt x="6329" y="14369"/>
                    <a:pt x="6333" y="14365"/>
                  </a:cubicBezTo>
                  <a:cubicBezTo>
                    <a:pt x="6336" y="14361"/>
                    <a:pt x="6341" y="14357"/>
                    <a:pt x="6341" y="14350"/>
                  </a:cubicBezTo>
                  <a:lnTo>
                    <a:pt x="6341" y="24"/>
                  </a:lnTo>
                  <a:cubicBezTo>
                    <a:pt x="6341" y="16"/>
                    <a:pt x="6336" y="12"/>
                    <a:pt x="6333" y="8"/>
                  </a:cubicBezTo>
                  <a:cubicBezTo>
                    <a:pt x="6329" y="4"/>
                    <a:pt x="6321" y="0"/>
                    <a:pt x="6318" y="0"/>
                  </a:cubicBezTo>
                  <a:close/>
                </a:path>
              </a:pathLst>
            </a:custGeom>
            <a:solidFill>
              <a:srgbClr val="000000"/>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6" name="Google Shape;2056;p48"/>
            <p:cNvSpPr/>
            <p:nvPr/>
          </p:nvSpPr>
          <p:spPr>
            <a:xfrm>
              <a:off x="2140379" y="5941675"/>
              <a:ext cx="1611846" cy="1774465"/>
            </a:xfrm>
            <a:custGeom>
              <a:rect b="b" l="l" r="r" t="t"/>
              <a:pathLst>
                <a:path extrusionOk="0" h="6929" w="6294">
                  <a:moveTo>
                    <a:pt x="1" y="0"/>
                  </a:moveTo>
                  <a:lnTo>
                    <a:pt x="1" y="6929"/>
                  </a:lnTo>
                  <a:lnTo>
                    <a:pt x="6294" y="6929"/>
                  </a:lnTo>
                  <a:lnTo>
                    <a:pt x="6294" y="0"/>
                  </a:lnTo>
                  <a:close/>
                </a:path>
              </a:pathLst>
            </a:custGeom>
            <a:solidFill>
              <a:srgbClr val="FF8297"/>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7" name="Google Shape;2057;p48"/>
            <p:cNvSpPr/>
            <p:nvPr/>
          </p:nvSpPr>
          <p:spPr>
            <a:xfrm>
              <a:off x="2134233" y="5935529"/>
              <a:ext cx="1623114" cy="1785733"/>
            </a:xfrm>
            <a:custGeom>
              <a:rect b="b" l="l" r="r" t="t"/>
              <a:pathLst>
                <a:path extrusionOk="0" h="6973" w="6338">
                  <a:moveTo>
                    <a:pt x="6294" y="44"/>
                  </a:moveTo>
                  <a:lnTo>
                    <a:pt x="6294" y="6929"/>
                  </a:lnTo>
                  <a:lnTo>
                    <a:pt x="48" y="6929"/>
                  </a:lnTo>
                  <a:lnTo>
                    <a:pt x="48" y="44"/>
                  </a:lnTo>
                  <a:close/>
                  <a:moveTo>
                    <a:pt x="25" y="1"/>
                  </a:moveTo>
                  <a:cubicBezTo>
                    <a:pt x="21" y="1"/>
                    <a:pt x="12" y="4"/>
                    <a:pt x="9" y="8"/>
                  </a:cubicBezTo>
                  <a:cubicBezTo>
                    <a:pt x="5" y="12"/>
                    <a:pt x="1" y="17"/>
                    <a:pt x="1" y="24"/>
                  </a:cubicBezTo>
                  <a:lnTo>
                    <a:pt x="1" y="6953"/>
                  </a:lnTo>
                  <a:cubicBezTo>
                    <a:pt x="1" y="6956"/>
                    <a:pt x="5" y="6964"/>
                    <a:pt x="9" y="6968"/>
                  </a:cubicBezTo>
                  <a:cubicBezTo>
                    <a:pt x="12" y="6972"/>
                    <a:pt x="21" y="6972"/>
                    <a:pt x="25" y="6972"/>
                  </a:cubicBezTo>
                  <a:lnTo>
                    <a:pt x="6318" y="6972"/>
                  </a:lnTo>
                  <a:cubicBezTo>
                    <a:pt x="6322" y="6972"/>
                    <a:pt x="6329" y="6972"/>
                    <a:pt x="6334" y="6968"/>
                  </a:cubicBezTo>
                  <a:cubicBezTo>
                    <a:pt x="6338" y="6964"/>
                    <a:pt x="6338" y="6956"/>
                    <a:pt x="6338" y="6953"/>
                  </a:cubicBezTo>
                  <a:lnTo>
                    <a:pt x="6338" y="24"/>
                  </a:lnTo>
                  <a:cubicBezTo>
                    <a:pt x="6338" y="17"/>
                    <a:pt x="6338" y="12"/>
                    <a:pt x="6334" y="8"/>
                  </a:cubicBezTo>
                  <a:cubicBezTo>
                    <a:pt x="6329" y="4"/>
                    <a:pt x="6322" y="1"/>
                    <a:pt x="6318" y="1"/>
                  </a:cubicBezTo>
                  <a:close/>
                </a:path>
              </a:pathLst>
            </a:custGeom>
            <a:solidFill>
              <a:srgbClr val="000000"/>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8" name="Google Shape;2058;p48"/>
            <p:cNvSpPr/>
            <p:nvPr/>
          </p:nvSpPr>
          <p:spPr>
            <a:xfrm>
              <a:off x="3062302" y="6690481"/>
              <a:ext cx="1780611" cy="3865716"/>
            </a:xfrm>
            <a:custGeom>
              <a:rect b="b" l="l" r="r" t="t"/>
              <a:pathLst>
                <a:path extrusionOk="0" h="15095" w="6953">
                  <a:moveTo>
                    <a:pt x="2524" y="0"/>
                  </a:moveTo>
                  <a:cubicBezTo>
                    <a:pt x="2192" y="0"/>
                    <a:pt x="1889" y="9"/>
                    <a:pt x="1645" y="21"/>
                  </a:cubicBezTo>
                  <a:cubicBezTo>
                    <a:pt x="1089" y="45"/>
                    <a:pt x="533" y="128"/>
                    <a:pt x="1" y="274"/>
                  </a:cubicBezTo>
                  <a:lnTo>
                    <a:pt x="1" y="14990"/>
                  </a:lnTo>
                  <a:cubicBezTo>
                    <a:pt x="1187" y="15060"/>
                    <a:pt x="2377" y="15095"/>
                    <a:pt x="3567" y="15095"/>
                  </a:cubicBezTo>
                  <a:cubicBezTo>
                    <a:pt x="4650" y="15095"/>
                    <a:pt x="5734" y="15066"/>
                    <a:pt x="6814" y="15010"/>
                  </a:cubicBezTo>
                  <a:cubicBezTo>
                    <a:pt x="6952" y="15002"/>
                    <a:pt x="6936" y="11217"/>
                    <a:pt x="6932" y="10862"/>
                  </a:cubicBezTo>
                  <a:cubicBezTo>
                    <a:pt x="6916" y="8334"/>
                    <a:pt x="6736" y="5806"/>
                    <a:pt x="6396" y="3295"/>
                  </a:cubicBezTo>
                  <a:cubicBezTo>
                    <a:pt x="6297" y="2581"/>
                    <a:pt x="6428" y="988"/>
                    <a:pt x="5671" y="514"/>
                  </a:cubicBezTo>
                  <a:cubicBezTo>
                    <a:pt x="4998" y="98"/>
                    <a:pt x="3607" y="0"/>
                    <a:pt x="252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9" name="Google Shape;2059;p48"/>
            <p:cNvSpPr/>
            <p:nvPr/>
          </p:nvSpPr>
          <p:spPr>
            <a:xfrm>
              <a:off x="3057180" y="6684847"/>
              <a:ext cx="1786757" cy="3876728"/>
            </a:xfrm>
            <a:custGeom>
              <a:rect b="b" l="l" r="r" t="t"/>
              <a:pathLst>
                <a:path extrusionOk="0" h="15138" w="6977">
                  <a:moveTo>
                    <a:pt x="2525" y="43"/>
                  </a:moveTo>
                  <a:cubicBezTo>
                    <a:pt x="3065" y="43"/>
                    <a:pt x="3688" y="67"/>
                    <a:pt x="4255" y="147"/>
                  </a:cubicBezTo>
                  <a:cubicBezTo>
                    <a:pt x="4827" y="221"/>
                    <a:pt x="5344" y="351"/>
                    <a:pt x="5679" y="556"/>
                  </a:cubicBezTo>
                  <a:cubicBezTo>
                    <a:pt x="5864" y="671"/>
                    <a:pt x="5995" y="856"/>
                    <a:pt x="6089" y="1081"/>
                  </a:cubicBezTo>
                  <a:cubicBezTo>
                    <a:pt x="6231" y="1416"/>
                    <a:pt x="6290" y="1841"/>
                    <a:pt x="6321" y="2248"/>
                  </a:cubicBezTo>
                  <a:cubicBezTo>
                    <a:pt x="6353" y="2658"/>
                    <a:pt x="6357" y="3048"/>
                    <a:pt x="6392" y="3321"/>
                  </a:cubicBezTo>
                  <a:cubicBezTo>
                    <a:pt x="6736" y="5832"/>
                    <a:pt x="6913" y="8356"/>
                    <a:pt x="6929" y="10884"/>
                  </a:cubicBezTo>
                  <a:cubicBezTo>
                    <a:pt x="6933" y="10962"/>
                    <a:pt x="6933" y="11219"/>
                    <a:pt x="6933" y="11570"/>
                  </a:cubicBezTo>
                  <a:cubicBezTo>
                    <a:pt x="6933" y="12165"/>
                    <a:pt x="6929" y="13028"/>
                    <a:pt x="6913" y="13742"/>
                  </a:cubicBezTo>
                  <a:cubicBezTo>
                    <a:pt x="6905" y="14101"/>
                    <a:pt x="6889" y="14420"/>
                    <a:pt x="6874" y="14653"/>
                  </a:cubicBezTo>
                  <a:cubicBezTo>
                    <a:pt x="6865" y="14768"/>
                    <a:pt x="6858" y="14862"/>
                    <a:pt x="6846" y="14925"/>
                  </a:cubicBezTo>
                  <a:cubicBezTo>
                    <a:pt x="6842" y="14957"/>
                    <a:pt x="6834" y="14981"/>
                    <a:pt x="6830" y="14996"/>
                  </a:cubicBezTo>
                  <a:cubicBezTo>
                    <a:pt x="6828" y="15002"/>
                    <a:pt x="6827" y="15005"/>
                    <a:pt x="6825" y="15008"/>
                  </a:cubicBezTo>
                  <a:lnTo>
                    <a:pt x="6825" y="15008"/>
                  </a:lnTo>
                  <a:cubicBezTo>
                    <a:pt x="5746" y="15067"/>
                    <a:pt x="4668" y="15095"/>
                    <a:pt x="3589" y="15095"/>
                  </a:cubicBezTo>
                  <a:cubicBezTo>
                    <a:pt x="2405" y="15095"/>
                    <a:pt x="1224" y="15059"/>
                    <a:pt x="44" y="14993"/>
                  </a:cubicBezTo>
                  <a:lnTo>
                    <a:pt x="44" y="14993"/>
                  </a:lnTo>
                  <a:lnTo>
                    <a:pt x="44" y="315"/>
                  </a:lnTo>
                  <a:lnTo>
                    <a:pt x="44" y="315"/>
                  </a:lnTo>
                  <a:cubicBezTo>
                    <a:pt x="568" y="172"/>
                    <a:pt x="1118" y="90"/>
                    <a:pt x="1665" y="63"/>
                  </a:cubicBezTo>
                  <a:cubicBezTo>
                    <a:pt x="1906" y="52"/>
                    <a:pt x="2201" y="43"/>
                    <a:pt x="2525" y="43"/>
                  </a:cubicBezTo>
                  <a:close/>
                  <a:moveTo>
                    <a:pt x="2525" y="1"/>
                  </a:moveTo>
                  <a:cubicBezTo>
                    <a:pt x="2201" y="1"/>
                    <a:pt x="1902" y="8"/>
                    <a:pt x="1665" y="20"/>
                  </a:cubicBezTo>
                  <a:cubicBezTo>
                    <a:pt x="1109" y="48"/>
                    <a:pt x="549" y="130"/>
                    <a:pt x="17" y="276"/>
                  </a:cubicBezTo>
                  <a:cubicBezTo>
                    <a:pt x="9" y="280"/>
                    <a:pt x="1" y="288"/>
                    <a:pt x="1" y="296"/>
                  </a:cubicBezTo>
                  <a:lnTo>
                    <a:pt x="1" y="15012"/>
                  </a:lnTo>
                  <a:cubicBezTo>
                    <a:pt x="1" y="15024"/>
                    <a:pt x="9" y="15035"/>
                    <a:pt x="21" y="15035"/>
                  </a:cubicBezTo>
                  <a:cubicBezTo>
                    <a:pt x="1207" y="15103"/>
                    <a:pt x="2399" y="15138"/>
                    <a:pt x="3589" y="15138"/>
                  </a:cubicBezTo>
                  <a:cubicBezTo>
                    <a:pt x="4670" y="15138"/>
                    <a:pt x="5753" y="15110"/>
                    <a:pt x="6834" y="15052"/>
                  </a:cubicBezTo>
                  <a:cubicBezTo>
                    <a:pt x="6838" y="15052"/>
                    <a:pt x="6846" y="15052"/>
                    <a:pt x="6850" y="15048"/>
                  </a:cubicBezTo>
                  <a:cubicBezTo>
                    <a:pt x="6858" y="15039"/>
                    <a:pt x="6862" y="15032"/>
                    <a:pt x="6865" y="15024"/>
                  </a:cubicBezTo>
                  <a:cubicBezTo>
                    <a:pt x="6874" y="15008"/>
                    <a:pt x="6878" y="14988"/>
                    <a:pt x="6885" y="14961"/>
                  </a:cubicBezTo>
                  <a:cubicBezTo>
                    <a:pt x="6894" y="14910"/>
                    <a:pt x="6905" y="14835"/>
                    <a:pt x="6913" y="14740"/>
                  </a:cubicBezTo>
                  <a:cubicBezTo>
                    <a:pt x="6941" y="14417"/>
                    <a:pt x="6956" y="13856"/>
                    <a:pt x="6965" y="13261"/>
                  </a:cubicBezTo>
                  <a:cubicBezTo>
                    <a:pt x="6972" y="12666"/>
                    <a:pt x="6976" y="12035"/>
                    <a:pt x="6976" y="11570"/>
                  </a:cubicBezTo>
                  <a:lnTo>
                    <a:pt x="6976" y="10884"/>
                  </a:lnTo>
                  <a:cubicBezTo>
                    <a:pt x="6956" y="8356"/>
                    <a:pt x="6779" y="5828"/>
                    <a:pt x="6436" y="3317"/>
                  </a:cubicBezTo>
                  <a:cubicBezTo>
                    <a:pt x="6412" y="3139"/>
                    <a:pt x="6401" y="2902"/>
                    <a:pt x="6388" y="2646"/>
                  </a:cubicBezTo>
                  <a:cubicBezTo>
                    <a:pt x="6369" y="2260"/>
                    <a:pt x="6341" y="1822"/>
                    <a:pt x="6247" y="1432"/>
                  </a:cubicBezTo>
                  <a:cubicBezTo>
                    <a:pt x="6199" y="1235"/>
                    <a:pt x="6137" y="1053"/>
                    <a:pt x="6050" y="895"/>
                  </a:cubicBezTo>
                  <a:cubicBezTo>
                    <a:pt x="5963" y="742"/>
                    <a:pt x="5848" y="611"/>
                    <a:pt x="5702" y="521"/>
                  </a:cubicBezTo>
                  <a:cubicBezTo>
                    <a:pt x="5356" y="308"/>
                    <a:pt x="4836" y="178"/>
                    <a:pt x="4263" y="103"/>
                  </a:cubicBezTo>
                  <a:cubicBezTo>
                    <a:pt x="3691" y="24"/>
                    <a:pt x="3069" y="1"/>
                    <a:pt x="252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0" name="Google Shape;2060;p48"/>
            <p:cNvSpPr/>
            <p:nvPr/>
          </p:nvSpPr>
          <p:spPr>
            <a:xfrm>
              <a:off x="4045686" y="7453116"/>
              <a:ext cx="306287" cy="99364"/>
            </a:xfrm>
            <a:custGeom>
              <a:rect b="b" l="l" r="r" t="t"/>
              <a:pathLst>
                <a:path extrusionOk="0" h="388" w="1196">
                  <a:moveTo>
                    <a:pt x="1196" y="1"/>
                  </a:moveTo>
                  <a:lnTo>
                    <a:pt x="1" y="388"/>
                  </a:lnTo>
                  <a:cubicBezTo>
                    <a:pt x="115" y="360"/>
                    <a:pt x="234" y="332"/>
                    <a:pt x="348" y="297"/>
                  </a:cubicBezTo>
                  <a:cubicBezTo>
                    <a:pt x="636" y="214"/>
                    <a:pt x="916" y="111"/>
                    <a:pt x="1196" y="1"/>
                  </a:cubicBezTo>
                  <a:close/>
                </a:path>
              </a:pathLst>
            </a:custGeom>
            <a:solidFill>
              <a:srgbClr val="000000"/>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1" name="Google Shape;2061;p48"/>
            <p:cNvSpPr/>
            <p:nvPr/>
          </p:nvSpPr>
          <p:spPr>
            <a:xfrm>
              <a:off x="4039796" y="7447738"/>
              <a:ext cx="318323" cy="110888"/>
            </a:xfrm>
            <a:custGeom>
              <a:rect b="b" l="l" r="r" t="t"/>
              <a:pathLst>
                <a:path extrusionOk="0" h="433" w="1243">
                  <a:moveTo>
                    <a:pt x="1220" y="1"/>
                  </a:moveTo>
                  <a:cubicBezTo>
                    <a:pt x="1217" y="1"/>
                    <a:pt x="1214" y="2"/>
                    <a:pt x="1211" y="3"/>
                  </a:cubicBezTo>
                  <a:lnTo>
                    <a:pt x="1208" y="4"/>
                  </a:lnTo>
                  <a:lnTo>
                    <a:pt x="1208" y="4"/>
                  </a:lnTo>
                  <a:lnTo>
                    <a:pt x="1207" y="3"/>
                  </a:lnTo>
                  <a:cubicBezTo>
                    <a:pt x="1200" y="5"/>
                    <a:pt x="1193" y="8"/>
                    <a:pt x="1186" y="11"/>
                  </a:cubicBezTo>
                  <a:lnTo>
                    <a:pt x="1186" y="11"/>
                  </a:lnTo>
                  <a:lnTo>
                    <a:pt x="16" y="389"/>
                  </a:lnTo>
                  <a:cubicBezTo>
                    <a:pt x="5" y="393"/>
                    <a:pt x="0" y="405"/>
                    <a:pt x="5" y="416"/>
                  </a:cubicBezTo>
                  <a:cubicBezTo>
                    <a:pt x="5" y="429"/>
                    <a:pt x="16" y="432"/>
                    <a:pt x="29" y="432"/>
                  </a:cubicBezTo>
                  <a:cubicBezTo>
                    <a:pt x="30" y="432"/>
                    <a:pt x="31" y="432"/>
                    <a:pt x="32" y="432"/>
                  </a:cubicBezTo>
                  <a:lnTo>
                    <a:pt x="32" y="432"/>
                  </a:lnTo>
                  <a:lnTo>
                    <a:pt x="32" y="432"/>
                  </a:lnTo>
                  <a:lnTo>
                    <a:pt x="42" y="429"/>
                  </a:lnTo>
                  <a:lnTo>
                    <a:pt x="42" y="429"/>
                  </a:lnTo>
                  <a:cubicBezTo>
                    <a:pt x="155" y="403"/>
                    <a:pt x="265" y="372"/>
                    <a:pt x="379" y="342"/>
                  </a:cubicBezTo>
                  <a:cubicBezTo>
                    <a:pt x="667" y="254"/>
                    <a:pt x="946" y="156"/>
                    <a:pt x="1227" y="42"/>
                  </a:cubicBezTo>
                  <a:cubicBezTo>
                    <a:pt x="1235" y="38"/>
                    <a:pt x="1243" y="26"/>
                    <a:pt x="1239" y="14"/>
                  </a:cubicBezTo>
                  <a:cubicBezTo>
                    <a:pt x="1236" y="6"/>
                    <a:pt x="1229" y="1"/>
                    <a:pt x="1220" y="1"/>
                  </a:cubicBezTo>
                  <a:close/>
                </a:path>
              </a:pathLst>
            </a:custGeom>
            <a:solidFill>
              <a:srgbClr val="000000"/>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2" name="Google Shape;2062;p48"/>
            <p:cNvSpPr/>
            <p:nvPr/>
          </p:nvSpPr>
          <p:spPr>
            <a:xfrm>
              <a:off x="1208212" y="7045933"/>
              <a:ext cx="1878695" cy="3433944"/>
            </a:xfrm>
            <a:custGeom>
              <a:rect b="b" l="l" r="r" t="t"/>
              <a:pathLst>
                <a:path extrusionOk="0" h="13409" w="7336">
                  <a:moveTo>
                    <a:pt x="4052" y="1"/>
                  </a:moveTo>
                  <a:cubicBezTo>
                    <a:pt x="3707" y="1"/>
                    <a:pt x="3361" y="54"/>
                    <a:pt x="3033" y="164"/>
                  </a:cubicBezTo>
                  <a:cubicBezTo>
                    <a:pt x="620" y="972"/>
                    <a:pt x="640" y="3516"/>
                    <a:pt x="463" y="5601"/>
                  </a:cubicBezTo>
                  <a:cubicBezTo>
                    <a:pt x="155" y="8034"/>
                    <a:pt x="64" y="10515"/>
                    <a:pt x="1" y="12932"/>
                  </a:cubicBezTo>
                  <a:cubicBezTo>
                    <a:pt x="1304" y="13283"/>
                    <a:pt x="2797" y="13408"/>
                    <a:pt x="4270" y="13408"/>
                  </a:cubicBezTo>
                  <a:cubicBezTo>
                    <a:pt x="5328" y="13408"/>
                    <a:pt x="6376" y="13343"/>
                    <a:pt x="7335" y="13251"/>
                  </a:cubicBezTo>
                  <a:lnTo>
                    <a:pt x="7257" y="1894"/>
                  </a:lnTo>
                  <a:cubicBezTo>
                    <a:pt x="7237" y="1859"/>
                    <a:pt x="7166" y="1709"/>
                    <a:pt x="7150" y="1670"/>
                  </a:cubicBezTo>
                  <a:cubicBezTo>
                    <a:pt x="6902" y="1110"/>
                    <a:pt x="5919" y="499"/>
                    <a:pt x="5371" y="266"/>
                  </a:cubicBezTo>
                  <a:cubicBezTo>
                    <a:pt x="4956" y="92"/>
                    <a:pt x="4504" y="1"/>
                    <a:pt x="4052" y="1"/>
                  </a:cubicBez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3" name="Google Shape;2063;p48"/>
            <p:cNvSpPr/>
            <p:nvPr/>
          </p:nvSpPr>
          <p:spPr>
            <a:xfrm>
              <a:off x="1203347" y="7040300"/>
              <a:ext cx="1888682" cy="3444700"/>
            </a:xfrm>
            <a:custGeom>
              <a:rect b="b" l="l" r="r" t="t"/>
              <a:pathLst>
                <a:path extrusionOk="0" h="13451" w="7375">
                  <a:moveTo>
                    <a:pt x="4073" y="44"/>
                  </a:moveTo>
                  <a:cubicBezTo>
                    <a:pt x="4519" y="44"/>
                    <a:pt x="4968" y="134"/>
                    <a:pt x="5383" y="308"/>
                  </a:cubicBezTo>
                  <a:cubicBezTo>
                    <a:pt x="5655" y="422"/>
                    <a:pt x="6037" y="635"/>
                    <a:pt x="6380" y="884"/>
                  </a:cubicBezTo>
                  <a:cubicBezTo>
                    <a:pt x="6554" y="1010"/>
                    <a:pt x="6715" y="1144"/>
                    <a:pt x="6850" y="1286"/>
                  </a:cubicBezTo>
                  <a:cubicBezTo>
                    <a:pt x="6983" y="1423"/>
                    <a:pt x="7090" y="1565"/>
                    <a:pt x="7149" y="1700"/>
                  </a:cubicBezTo>
                  <a:cubicBezTo>
                    <a:pt x="7168" y="1737"/>
                    <a:pt x="7228" y="1873"/>
                    <a:pt x="7252" y="1921"/>
                  </a:cubicBezTo>
                  <a:lnTo>
                    <a:pt x="7252" y="1921"/>
                  </a:lnTo>
                  <a:lnTo>
                    <a:pt x="7330" y="13251"/>
                  </a:lnTo>
                  <a:lnTo>
                    <a:pt x="7330" y="13251"/>
                  </a:lnTo>
                  <a:cubicBezTo>
                    <a:pt x="6377" y="13345"/>
                    <a:pt x="5336" y="13407"/>
                    <a:pt x="4286" y="13407"/>
                  </a:cubicBezTo>
                  <a:cubicBezTo>
                    <a:pt x="2822" y="13407"/>
                    <a:pt x="1338" y="13282"/>
                    <a:pt x="44" y="12935"/>
                  </a:cubicBezTo>
                  <a:lnTo>
                    <a:pt x="44" y="12935"/>
                  </a:lnTo>
                  <a:cubicBezTo>
                    <a:pt x="108" y="10524"/>
                    <a:pt x="199" y="8050"/>
                    <a:pt x="501" y="5627"/>
                  </a:cubicBezTo>
                  <a:lnTo>
                    <a:pt x="501" y="5623"/>
                  </a:lnTo>
                  <a:cubicBezTo>
                    <a:pt x="592" y="4582"/>
                    <a:pt x="631" y="3427"/>
                    <a:pt x="950" y="2433"/>
                  </a:cubicBezTo>
                  <a:cubicBezTo>
                    <a:pt x="1108" y="1936"/>
                    <a:pt x="1337" y="1479"/>
                    <a:pt x="1676" y="1097"/>
                  </a:cubicBezTo>
                  <a:cubicBezTo>
                    <a:pt x="2011" y="714"/>
                    <a:pt x="2461" y="406"/>
                    <a:pt x="3061" y="205"/>
                  </a:cubicBezTo>
                  <a:cubicBezTo>
                    <a:pt x="3383" y="99"/>
                    <a:pt x="3727" y="44"/>
                    <a:pt x="4073" y="44"/>
                  </a:cubicBezTo>
                  <a:close/>
                  <a:moveTo>
                    <a:pt x="4073" y="0"/>
                  </a:moveTo>
                  <a:cubicBezTo>
                    <a:pt x="3723" y="0"/>
                    <a:pt x="3376" y="56"/>
                    <a:pt x="3044" y="166"/>
                  </a:cubicBezTo>
                  <a:cubicBezTo>
                    <a:pt x="2441" y="367"/>
                    <a:pt x="1984" y="682"/>
                    <a:pt x="1641" y="1069"/>
                  </a:cubicBezTo>
                  <a:cubicBezTo>
                    <a:pt x="1128" y="1649"/>
                    <a:pt x="864" y="2398"/>
                    <a:pt x="714" y="3194"/>
                  </a:cubicBezTo>
                  <a:cubicBezTo>
                    <a:pt x="564" y="3991"/>
                    <a:pt x="524" y="4839"/>
                    <a:pt x="458" y="5620"/>
                  </a:cubicBezTo>
                  <a:cubicBezTo>
                    <a:pt x="154" y="8053"/>
                    <a:pt x="63" y="10532"/>
                    <a:pt x="0" y="12954"/>
                  </a:cubicBezTo>
                  <a:cubicBezTo>
                    <a:pt x="0" y="12961"/>
                    <a:pt x="9" y="12969"/>
                    <a:pt x="16" y="12974"/>
                  </a:cubicBezTo>
                  <a:cubicBezTo>
                    <a:pt x="1321" y="13324"/>
                    <a:pt x="2815" y="13451"/>
                    <a:pt x="4286" y="13451"/>
                  </a:cubicBezTo>
                  <a:cubicBezTo>
                    <a:pt x="5347" y="13451"/>
                    <a:pt x="6396" y="13387"/>
                    <a:pt x="7354" y="13293"/>
                  </a:cubicBezTo>
                  <a:cubicBezTo>
                    <a:pt x="7366" y="13293"/>
                    <a:pt x="7374" y="13285"/>
                    <a:pt x="7374" y="13273"/>
                  </a:cubicBezTo>
                  <a:lnTo>
                    <a:pt x="7295" y="1916"/>
                  </a:lnTo>
                  <a:lnTo>
                    <a:pt x="7295" y="1909"/>
                  </a:lnTo>
                  <a:cubicBezTo>
                    <a:pt x="7276" y="1873"/>
                    <a:pt x="7205" y="1720"/>
                    <a:pt x="7189" y="1684"/>
                  </a:cubicBezTo>
                  <a:cubicBezTo>
                    <a:pt x="7125" y="1538"/>
                    <a:pt x="7015" y="1396"/>
                    <a:pt x="6881" y="1254"/>
                  </a:cubicBezTo>
                  <a:cubicBezTo>
                    <a:pt x="6471" y="832"/>
                    <a:pt x="5813" y="442"/>
                    <a:pt x="5398" y="269"/>
                  </a:cubicBezTo>
                  <a:cubicBezTo>
                    <a:pt x="4981" y="91"/>
                    <a:pt x="4527" y="0"/>
                    <a:pt x="407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4" name="Google Shape;2064;p48"/>
            <p:cNvSpPr/>
            <p:nvPr/>
          </p:nvSpPr>
          <p:spPr>
            <a:xfrm>
              <a:off x="3041302" y="4520378"/>
              <a:ext cx="2029789" cy="1644114"/>
            </a:xfrm>
            <a:custGeom>
              <a:rect b="b" l="l" r="r" t="t"/>
              <a:pathLst>
                <a:path extrusionOk="0" h="6420" w="7926">
                  <a:moveTo>
                    <a:pt x="6810" y="1"/>
                  </a:moveTo>
                  <a:cubicBezTo>
                    <a:pt x="6177" y="1"/>
                    <a:pt x="5518" y="696"/>
                    <a:pt x="5268" y="1303"/>
                  </a:cubicBezTo>
                  <a:cubicBezTo>
                    <a:pt x="5078" y="1769"/>
                    <a:pt x="5031" y="2273"/>
                    <a:pt x="4972" y="2775"/>
                  </a:cubicBezTo>
                  <a:cubicBezTo>
                    <a:pt x="4956" y="2924"/>
                    <a:pt x="4936" y="3070"/>
                    <a:pt x="4913" y="3216"/>
                  </a:cubicBezTo>
                  <a:cubicBezTo>
                    <a:pt x="4345" y="2778"/>
                    <a:pt x="3651" y="2482"/>
                    <a:pt x="3000" y="2198"/>
                  </a:cubicBezTo>
                  <a:cubicBezTo>
                    <a:pt x="2618" y="2033"/>
                    <a:pt x="2232" y="1879"/>
                    <a:pt x="1841" y="1741"/>
                  </a:cubicBezTo>
                  <a:cubicBezTo>
                    <a:pt x="1514" y="1623"/>
                    <a:pt x="1159" y="1556"/>
                    <a:pt x="843" y="1421"/>
                  </a:cubicBezTo>
                  <a:cubicBezTo>
                    <a:pt x="766" y="1389"/>
                    <a:pt x="687" y="1373"/>
                    <a:pt x="611" y="1373"/>
                  </a:cubicBezTo>
                  <a:cubicBezTo>
                    <a:pt x="408" y="1373"/>
                    <a:pt x="222" y="1486"/>
                    <a:pt x="118" y="1698"/>
                  </a:cubicBezTo>
                  <a:cubicBezTo>
                    <a:pt x="0" y="1947"/>
                    <a:pt x="35" y="2249"/>
                    <a:pt x="153" y="2498"/>
                  </a:cubicBezTo>
                  <a:cubicBezTo>
                    <a:pt x="224" y="2648"/>
                    <a:pt x="347" y="2766"/>
                    <a:pt x="453" y="2893"/>
                  </a:cubicBezTo>
                  <a:cubicBezTo>
                    <a:pt x="576" y="3039"/>
                    <a:pt x="611" y="3177"/>
                    <a:pt x="694" y="3334"/>
                  </a:cubicBezTo>
                  <a:cubicBezTo>
                    <a:pt x="856" y="3658"/>
                    <a:pt x="1234" y="3910"/>
                    <a:pt x="1494" y="4154"/>
                  </a:cubicBezTo>
                  <a:cubicBezTo>
                    <a:pt x="2248" y="4868"/>
                    <a:pt x="3111" y="5459"/>
                    <a:pt x="4046" y="5917"/>
                  </a:cubicBezTo>
                  <a:cubicBezTo>
                    <a:pt x="4542" y="6162"/>
                    <a:pt x="5027" y="6419"/>
                    <a:pt x="5535" y="6419"/>
                  </a:cubicBezTo>
                  <a:cubicBezTo>
                    <a:pt x="5810" y="6419"/>
                    <a:pt x="6091" y="6344"/>
                    <a:pt x="6383" y="6149"/>
                  </a:cubicBezTo>
                  <a:cubicBezTo>
                    <a:pt x="6912" y="5803"/>
                    <a:pt x="7211" y="5199"/>
                    <a:pt x="7420" y="4604"/>
                  </a:cubicBezTo>
                  <a:cubicBezTo>
                    <a:pt x="7720" y="3748"/>
                    <a:pt x="7890" y="2846"/>
                    <a:pt x="7914" y="1938"/>
                  </a:cubicBezTo>
                  <a:cubicBezTo>
                    <a:pt x="7926" y="1437"/>
                    <a:pt x="7890" y="909"/>
                    <a:pt x="7610" y="491"/>
                  </a:cubicBezTo>
                  <a:cubicBezTo>
                    <a:pt x="7374" y="141"/>
                    <a:pt x="7095" y="1"/>
                    <a:pt x="6810" y="1"/>
                  </a:cubicBezTo>
                  <a:close/>
                </a:path>
              </a:pathLst>
            </a:custGeom>
            <a:solidFill>
              <a:schemeClr val="accen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5" name="Google Shape;2065;p48"/>
            <p:cNvSpPr/>
            <p:nvPr/>
          </p:nvSpPr>
          <p:spPr>
            <a:xfrm>
              <a:off x="3047192" y="4514744"/>
              <a:ext cx="2026972" cy="1655382"/>
            </a:xfrm>
            <a:custGeom>
              <a:rect b="b" l="l" r="r" t="t"/>
              <a:pathLst>
                <a:path extrusionOk="0" h="6464" w="7915">
                  <a:moveTo>
                    <a:pt x="6791" y="44"/>
                  </a:moveTo>
                  <a:cubicBezTo>
                    <a:pt x="6928" y="44"/>
                    <a:pt x="7062" y="80"/>
                    <a:pt x="7197" y="154"/>
                  </a:cubicBezTo>
                  <a:cubicBezTo>
                    <a:pt x="7326" y="233"/>
                    <a:pt x="7453" y="351"/>
                    <a:pt x="7567" y="525"/>
                  </a:cubicBezTo>
                  <a:cubicBezTo>
                    <a:pt x="7812" y="892"/>
                    <a:pt x="7871" y="1349"/>
                    <a:pt x="7871" y="1794"/>
                  </a:cubicBezTo>
                  <a:cubicBezTo>
                    <a:pt x="7871" y="1850"/>
                    <a:pt x="7871" y="1905"/>
                    <a:pt x="7867" y="1960"/>
                  </a:cubicBezTo>
                  <a:cubicBezTo>
                    <a:pt x="7843" y="2863"/>
                    <a:pt x="7678" y="3767"/>
                    <a:pt x="7378" y="4618"/>
                  </a:cubicBezTo>
                  <a:cubicBezTo>
                    <a:pt x="7272" y="4914"/>
                    <a:pt x="7146" y="5214"/>
                    <a:pt x="6980" y="5478"/>
                  </a:cubicBezTo>
                  <a:cubicBezTo>
                    <a:pt x="6815" y="5746"/>
                    <a:pt x="6609" y="5982"/>
                    <a:pt x="6349" y="6151"/>
                  </a:cubicBezTo>
                  <a:cubicBezTo>
                    <a:pt x="6061" y="6345"/>
                    <a:pt x="5785" y="6420"/>
                    <a:pt x="5513" y="6420"/>
                  </a:cubicBezTo>
                  <a:cubicBezTo>
                    <a:pt x="5264" y="6420"/>
                    <a:pt x="5016" y="6357"/>
                    <a:pt x="4771" y="6262"/>
                  </a:cubicBezTo>
                  <a:cubicBezTo>
                    <a:pt x="4527" y="6168"/>
                    <a:pt x="4278" y="6042"/>
                    <a:pt x="4030" y="5920"/>
                  </a:cubicBezTo>
                  <a:cubicBezTo>
                    <a:pt x="3100" y="5462"/>
                    <a:pt x="2240" y="4874"/>
                    <a:pt x="1483" y="4160"/>
                  </a:cubicBezTo>
                  <a:cubicBezTo>
                    <a:pt x="1353" y="4035"/>
                    <a:pt x="1195" y="3912"/>
                    <a:pt x="1049" y="3778"/>
                  </a:cubicBezTo>
                  <a:cubicBezTo>
                    <a:pt x="904" y="3648"/>
                    <a:pt x="769" y="3506"/>
                    <a:pt x="691" y="3348"/>
                  </a:cubicBezTo>
                  <a:cubicBezTo>
                    <a:pt x="651" y="3270"/>
                    <a:pt x="620" y="3194"/>
                    <a:pt x="584" y="3119"/>
                  </a:cubicBezTo>
                  <a:cubicBezTo>
                    <a:pt x="553" y="3048"/>
                    <a:pt x="509" y="2974"/>
                    <a:pt x="446" y="2903"/>
                  </a:cubicBezTo>
                  <a:cubicBezTo>
                    <a:pt x="340" y="2773"/>
                    <a:pt x="221" y="2659"/>
                    <a:pt x="150" y="2508"/>
                  </a:cubicBezTo>
                  <a:cubicBezTo>
                    <a:pt x="83" y="2371"/>
                    <a:pt x="43" y="2213"/>
                    <a:pt x="43" y="2059"/>
                  </a:cubicBezTo>
                  <a:cubicBezTo>
                    <a:pt x="43" y="1945"/>
                    <a:pt x="63" y="1834"/>
                    <a:pt x="114" y="1732"/>
                  </a:cubicBezTo>
                  <a:cubicBezTo>
                    <a:pt x="166" y="1625"/>
                    <a:pt x="237" y="1550"/>
                    <a:pt x="316" y="1495"/>
                  </a:cubicBezTo>
                  <a:cubicBezTo>
                    <a:pt x="398" y="1443"/>
                    <a:pt x="489" y="1416"/>
                    <a:pt x="588" y="1416"/>
                  </a:cubicBezTo>
                  <a:cubicBezTo>
                    <a:pt x="659" y="1416"/>
                    <a:pt x="738" y="1432"/>
                    <a:pt x="809" y="1463"/>
                  </a:cubicBezTo>
                  <a:cubicBezTo>
                    <a:pt x="1132" y="1598"/>
                    <a:pt x="1487" y="1669"/>
                    <a:pt x="1810" y="1783"/>
                  </a:cubicBezTo>
                  <a:cubicBezTo>
                    <a:pt x="2201" y="1921"/>
                    <a:pt x="2587" y="2075"/>
                    <a:pt x="2970" y="2240"/>
                  </a:cubicBezTo>
                  <a:cubicBezTo>
                    <a:pt x="3621" y="2524"/>
                    <a:pt x="4314" y="2820"/>
                    <a:pt x="4878" y="3254"/>
                  </a:cubicBezTo>
                  <a:cubicBezTo>
                    <a:pt x="4881" y="3256"/>
                    <a:pt x="4886" y="3259"/>
                    <a:pt x="4891" y="3259"/>
                  </a:cubicBezTo>
                  <a:cubicBezTo>
                    <a:pt x="4893" y="3259"/>
                    <a:pt x="4896" y="3259"/>
                    <a:pt x="4898" y="3258"/>
                  </a:cubicBezTo>
                  <a:cubicBezTo>
                    <a:pt x="4906" y="3254"/>
                    <a:pt x="4910" y="3250"/>
                    <a:pt x="4913" y="3241"/>
                  </a:cubicBezTo>
                  <a:cubicBezTo>
                    <a:pt x="4937" y="3096"/>
                    <a:pt x="4953" y="2946"/>
                    <a:pt x="4973" y="2800"/>
                  </a:cubicBezTo>
                  <a:cubicBezTo>
                    <a:pt x="5028" y="2300"/>
                    <a:pt x="5079" y="1794"/>
                    <a:pt x="5268" y="1334"/>
                  </a:cubicBezTo>
                  <a:cubicBezTo>
                    <a:pt x="5390" y="1034"/>
                    <a:pt x="5616" y="710"/>
                    <a:pt x="5887" y="462"/>
                  </a:cubicBezTo>
                  <a:cubicBezTo>
                    <a:pt x="6025" y="340"/>
                    <a:pt x="6171" y="233"/>
                    <a:pt x="6325" y="162"/>
                  </a:cubicBezTo>
                  <a:cubicBezTo>
                    <a:pt x="6479" y="87"/>
                    <a:pt x="6633" y="44"/>
                    <a:pt x="6791" y="44"/>
                  </a:cubicBezTo>
                  <a:close/>
                  <a:moveTo>
                    <a:pt x="6791" y="0"/>
                  </a:moveTo>
                  <a:cubicBezTo>
                    <a:pt x="6625" y="0"/>
                    <a:pt x="6463" y="44"/>
                    <a:pt x="6305" y="123"/>
                  </a:cubicBezTo>
                  <a:cubicBezTo>
                    <a:pt x="6069" y="237"/>
                    <a:pt x="5848" y="419"/>
                    <a:pt x="5663" y="631"/>
                  </a:cubicBezTo>
                  <a:cubicBezTo>
                    <a:pt x="5474" y="844"/>
                    <a:pt x="5319" y="1089"/>
                    <a:pt x="5225" y="1318"/>
                  </a:cubicBezTo>
                  <a:cubicBezTo>
                    <a:pt x="5032" y="1787"/>
                    <a:pt x="4984" y="2295"/>
                    <a:pt x="4929" y="2792"/>
                  </a:cubicBezTo>
                  <a:cubicBezTo>
                    <a:pt x="4911" y="2929"/>
                    <a:pt x="4896" y="3062"/>
                    <a:pt x="4876" y="3195"/>
                  </a:cubicBezTo>
                  <a:lnTo>
                    <a:pt x="4876" y="3195"/>
                  </a:lnTo>
                  <a:cubicBezTo>
                    <a:pt x="4310" y="2770"/>
                    <a:pt x="3628" y="2476"/>
                    <a:pt x="2986" y="2200"/>
                  </a:cubicBezTo>
                  <a:cubicBezTo>
                    <a:pt x="2603" y="2035"/>
                    <a:pt x="2216" y="1882"/>
                    <a:pt x="1826" y="1740"/>
                  </a:cubicBezTo>
                  <a:cubicBezTo>
                    <a:pt x="1495" y="1625"/>
                    <a:pt x="1140" y="1554"/>
                    <a:pt x="829" y="1424"/>
                  </a:cubicBezTo>
                  <a:cubicBezTo>
                    <a:pt x="749" y="1389"/>
                    <a:pt x="667" y="1372"/>
                    <a:pt x="588" y="1372"/>
                  </a:cubicBezTo>
                  <a:cubicBezTo>
                    <a:pt x="482" y="1372"/>
                    <a:pt x="383" y="1405"/>
                    <a:pt x="292" y="1459"/>
                  </a:cubicBezTo>
                  <a:cubicBezTo>
                    <a:pt x="205" y="1514"/>
                    <a:pt x="130" y="1601"/>
                    <a:pt x="76" y="1712"/>
                  </a:cubicBezTo>
                  <a:cubicBezTo>
                    <a:pt x="24" y="1822"/>
                    <a:pt x="1" y="1940"/>
                    <a:pt x="1" y="2059"/>
                  </a:cubicBezTo>
                  <a:cubicBezTo>
                    <a:pt x="1" y="2220"/>
                    <a:pt x="40" y="2382"/>
                    <a:pt x="111" y="2528"/>
                  </a:cubicBezTo>
                  <a:cubicBezTo>
                    <a:pt x="185" y="2686"/>
                    <a:pt x="308" y="2804"/>
                    <a:pt x="414" y="2930"/>
                  </a:cubicBezTo>
                  <a:cubicBezTo>
                    <a:pt x="474" y="3001"/>
                    <a:pt x="513" y="3068"/>
                    <a:pt x="545" y="3139"/>
                  </a:cubicBezTo>
                  <a:cubicBezTo>
                    <a:pt x="580" y="3210"/>
                    <a:pt x="611" y="3285"/>
                    <a:pt x="651" y="3368"/>
                  </a:cubicBezTo>
                  <a:cubicBezTo>
                    <a:pt x="734" y="3534"/>
                    <a:pt x="871" y="3676"/>
                    <a:pt x="1018" y="3809"/>
                  </a:cubicBezTo>
                  <a:cubicBezTo>
                    <a:pt x="1168" y="3944"/>
                    <a:pt x="1326" y="4070"/>
                    <a:pt x="1455" y="4193"/>
                  </a:cubicBezTo>
                  <a:cubicBezTo>
                    <a:pt x="2212" y="4906"/>
                    <a:pt x="3076" y="5501"/>
                    <a:pt x="4011" y="5958"/>
                  </a:cubicBezTo>
                  <a:cubicBezTo>
                    <a:pt x="4259" y="6081"/>
                    <a:pt x="4507" y="6207"/>
                    <a:pt x="4756" y="6302"/>
                  </a:cubicBezTo>
                  <a:cubicBezTo>
                    <a:pt x="5004" y="6397"/>
                    <a:pt x="5257" y="6464"/>
                    <a:pt x="5513" y="6464"/>
                  </a:cubicBezTo>
                  <a:cubicBezTo>
                    <a:pt x="5792" y="6464"/>
                    <a:pt x="6076" y="6384"/>
                    <a:pt x="6373" y="6191"/>
                  </a:cubicBezTo>
                  <a:cubicBezTo>
                    <a:pt x="6640" y="6014"/>
                    <a:pt x="6850" y="5773"/>
                    <a:pt x="7015" y="5501"/>
                  </a:cubicBezTo>
                  <a:cubicBezTo>
                    <a:pt x="7185" y="5234"/>
                    <a:pt x="7311" y="4930"/>
                    <a:pt x="7417" y="4630"/>
                  </a:cubicBezTo>
                  <a:cubicBezTo>
                    <a:pt x="7721" y="3774"/>
                    <a:pt x="7887" y="2871"/>
                    <a:pt x="7910" y="1964"/>
                  </a:cubicBezTo>
                  <a:cubicBezTo>
                    <a:pt x="7914" y="1909"/>
                    <a:pt x="7914" y="1854"/>
                    <a:pt x="7914" y="1794"/>
                  </a:cubicBezTo>
                  <a:cubicBezTo>
                    <a:pt x="7914" y="1345"/>
                    <a:pt x="7856" y="880"/>
                    <a:pt x="7603" y="502"/>
                  </a:cubicBezTo>
                  <a:cubicBezTo>
                    <a:pt x="7485" y="324"/>
                    <a:pt x="7354" y="198"/>
                    <a:pt x="7217" y="119"/>
                  </a:cubicBezTo>
                  <a:cubicBezTo>
                    <a:pt x="7079" y="36"/>
                    <a:pt x="6933" y="0"/>
                    <a:pt x="6791"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6" name="Google Shape;2066;p48"/>
            <p:cNvSpPr/>
            <p:nvPr/>
          </p:nvSpPr>
          <p:spPr>
            <a:xfrm>
              <a:off x="1164933" y="4806686"/>
              <a:ext cx="3399372" cy="2584742"/>
            </a:xfrm>
            <a:custGeom>
              <a:rect b="b" l="l" r="r" t="t"/>
              <a:pathLst>
                <a:path extrusionOk="0" h="10093" w="13274">
                  <a:moveTo>
                    <a:pt x="6414" y="1"/>
                  </a:moveTo>
                  <a:cubicBezTo>
                    <a:pt x="6358" y="1"/>
                    <a:pt x="6302" y="3"/>
                    <a:pt x="6246" y="8"/>
                  </a:cubicBezTo>
                  <a:cubicBezTo>
                    <a:pt x="2875" y="308"/>
                    <a:pt x="619" y="3395"/>
                    <a:pt x="143" y="6400"/>
                  </a:cubicBezTo>
                  <a:cubicBezTo>
                    <a:pt x="1" y="7291"/>
                    <a:pt x="265" y="7117"/>
                    <a:pt x="750" y="7879"/>
                  </a:cubicBezTo>
                  <a:cubicBezTo>
                    <a:pt x="1330" y="8797"/>
                    <a:pt x="2476" y="9004"/>
                    <a:pt x="3621" y="9004"/>
                  </a:cubicBezTo>
                  <a:cubicBezTo>
                    <a:pt x="4211" y="9004"/>
                    <a:pt x="4800" y="8949"/>
                    <a:pt x="5311" y="8908"/>
                  </a:cubicBezTo>
                  <a:cubicBezTo>
                    <a:pt x="5346" y="8905"/>
                    <a:pt x="5381" y="8903"/>
                    <a:pt x="5415" y="8903"/>
                  </a:cubicBezTo>
                  <a:cubicBezTo>
                    <a:pt x="6410" y="8903"/>
                    <a:pt x="7150" y="10093"/>
                    <a:pt x="8057" y="10093"/>
                  </a:cubicBezTo>
                  <a:cubicBezTo>
                    <a:pt x="8171" y="10093"/>
                    <a:pt x="8287" y="10074"/>
                    <a:pt x="8407" y="10032"/>
                  </a:cubicBezTo>
                  <a:cubicBezTo>
                    <a:pt x="9322" y="9712"/>
                    <a:pt x="10217" y="8982"/>
                    <a:pt x="10990" y="8403"/>
                  </a:cubicBezTo>
                  <a:cubicBezTo>
                    <a:pt x="11590" y="7954"/>
                    <a:pt x="12453" y="7421"/>
                    <a:pt x="12902" y="6818"/>
                  </a:cubicBezTo>
                  <a:cubicBezTo>
                    <a:pt x="13273" y="6313"/>
                    <a:pt x="12835" y="5446"/>
                    <a:pt x="12618" y="4933"/>
                  </a:cubicBezTo>
                  <a:cubicBezTo>
                    <a:pt x="12323" y="4223"/>
                    <a:pt x="11917" y="3557"/>
                    <a:pt x="11424" y="2965"/>
                  </a:cubicBezTo>
                  <a:cubicBezTo>
                    <a:pt x="10880" y="2319"/>
                    <a:pt x="10229" y="1759"/>
                    <a:pt x="9504" y="1329"/>
                  </a:cubicBezTo>
                  <a:cubicBezTo>
                    <a:pt x="8609" y="805"/>
                    <a:pt x="7459" y="1"/>
                    <a:pt x="6414" y="1"/>
                  </a:cubicBezTo>
                  <a:close/>
                </a:path>
              </a:pathLst>
            </a:custGeom>
            <a:solidFill>
              <a:schemeClr val="accen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7" name="Google Shape;2067;p48"/>
            <p:cNvSpPr/>
            <p:nvPr/>
          </p:nvSpPr>
          <p:spPr>
            <a:xfrm>
              <a:off x="2441284" y="3906019"/>
              <a:ext cx="656621" cy="640231"/>
            </a:xfrm>
            <a:custGeom>
              <a:rect b="b" l="l" r="r" t="t"/>
              <a:pathLst>
                <a:path extrusionOk="0" h="2500" w="2564">
                  <a:moveTo>
                    <a:pt x="1504" y="0"/>
                  </a:moveTo>
                  <a:cubicBezTo>
                    <a:pt x="1229" y="0"/>
                    <a:pt x="934" y="71"/>
                    <a:pt x="722" y="173"/>
                  </a:cubicBezTo>
                  <a:cubicBezTo>
                    <a:pt x="442" y="308"/>
                    <a:pt x="300" y="508"/>
                    <a:pt x="143" y="777"/>
                  </a:cubicBezTo>
                  <a:cubicBezTo>
                    <a:pt x="1" y="1014"/>
                    <a:pt x="48" y="1349"/>
                    <a:pt x="44" y="1620"/>
                  </a:cubicBezTo>
                  <a:cubicBezTo>
                    <a:pt x="40" y="1687"/>
                    <a:pt x="40" y="1758"/>
                    <a:pt x="60" y="1825"/>
                  </a:cubicBezTo>
                  <a:cubicBezTo>
                    <a:pt x="72" y="1873"/>
                    <a:pt x="99" y="1916"/>
                    <a:pt x="138" y="1951"/>
                  </a:cubicBezTo>
                  <a:cubicBezTo>
                    <a:pt x="174" y="1984"/>
                    <a:pt x="205" y="2019"/>
                    <a:pt x="245" y="2051"/>
                  </a:cubicBezTo>
                  <a:cubicBezTo>
                    <a:pt x="332" y="2129"/>
                    <a:pt x="431" y="2193"/>
                    <a:pt x="525" y="2259"/>
                  </a:cubicBezTo>
                  <a:cubicBezTo>
                    <a:pt x="748" y="2417"/>
                    <a:pt x="1033" y="2500"/>
                    <a:pt x="1317" y="2500"/>
                  </a:cubicBezTo>
                  <a:cubicBezTo>
                    <a:pt x="1509" y="2500"/>
                    <a:pt x="1702" y="2462"/>
                    <a:pt x="1874" y="2382"/>
                  </a:cubicBezTo>
                  <a:cubicBezTo>
                    <a:pt x="2003" y="2322"/>
                    <a:pt x="2138" y="2231"/>
                    <a:pt x="2252" y="2149"/>
                  </a:cubicBezTo>
                  <a:cubicBezTo>
                    <a:pt x="2351" y="2074"/>
                    <a:pt x="2445" y="1964"/>
                    <a:pt x="2500" y="1853"/>
                  </a:cubicBezTo>
                  <a:cubicBezTo>
                    <a:pt x="2564" y="1727"/>
                    <a:pt x="2564" y="1578"/>
                    <a:pt x="2564" y="1439"/>
                  </a:cubicBezTo>
                  <a:cubicBezTo>
                    <a:pt x="2556" y="891"/>
                    <a:pt x="2524" y="351"/>
                    <a:pt x="1968" y="91"/>
                  </a:cubicBezTo>
                  <a:cubicBezTo>
                    <a:pt x="1837" y="27"/>
                    <a:pt x="1674" y="0"/>
                    <a:pt x="150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8" name="Google Shape;2068;p48"/>
            <p:cNvSpPr/>
            <p:nvPr/>
          </p:nvSpPr>
          <p:spPr>
            <a:xfrm>
              <a:off x="2461515" y="4028686"/>
              <a:ext cx="614110" cy="968030"/>
            </a:xfrm>
            <a:custGeom>
              <a:rect b="b" l="l" r="r" t="t"/>
              <a:pathLst>
                <a:path extrusionOk="0" h="3780" w="2398">
                  <a:moveTo>
                    <a:pt x="1143" y="0"/>
                  </a:moveTo>
                  <a:cubicBezTo>
                    <a:pt x="1021" y="0"/>
                    <a:pt x="900" y="13"/>
                    <a:pt x="785" y="45"/>
                  </a:cubicBezTo>
                  <a:cubicBezTo>
                    <a:pt x="552" y="109"/>
                    <a:pt x="281" y="294"/>
                    <a:pt x="126" y="495"/>
                  </a:cubicBezTo>
                  <a:cubicBezTo>
                    <a:pt x="123" y="511"/>
                    <a:pt x="123" y="526"/>
                    <a:pt x="123" y="542"/>
                  </a:cubicBezTo>
                  <a:cubicBezTo>
                    <a:pt x="119" y="606"/>
                    <a:pt x="111" y="668"/>
                    <a:pt x="99" y="735"/>
                  </a:cubicBezTo>
                  <a:cubicBezTo>
                    <a:pt x="71" y="853"/>
                    <a:pt x="52" y="972"/>
                    <a:pt x="36" y="1090"/>
                  </a:cubicBezTo>
                  <a:cubicBezTo>
                    <a:pt x="32" y="1122"/>
                    <a:pt x="20" y="1150"/>
                    <a:pt x="1" y="1170"/>
                  </a:cubicBezTo>
                  <a:cubicBezTo>
                    <a:pt x="36" y="1370"/>
                    <a:pt x="107" y="1576"/>
                    <a:pt x="166" y="1741"/>
                  </a:cubicBezTo>
                  <a:cubicBezTo>
                    <a:pt x="248" y="1981"/>
                    <a:pt x="359" y="2218"/>
                    <a:pt x="565" y="2407"/>
                  </a:cubicBezTo>
                  <a:cubicBezTo>
                    <a:pt x="588" y="2431"/>
                    <a:pt x="612" y="2451"/>
                    <a:pt x="639" y="2471"/>
                  </a:cubicBezTo>
                  <a:lnTo>
                    <a:pt x="639" y="2632"/>
                  </a:lnTo>
                  <a:cubicBezTo>
                    <a:pt x="632" y="2739"/>
                    <a:pt x="619" y="2916"/>
                    <a:pt x="608" y="2983"/>
                  </a:cubicBezTo>
                  <a:cubicBezTo>
                    <a:pt x="568" y="3148"/>
                    <a:pt x="395" y="3176"/>
                    <a:pt x="375" y="3188"/>
                  </a:cubicBezTo>
                  <a:cubicBezTo>
                    <a:pt x="426" y="3228"/>
                    <a:pt x="1274" y="3780"/>
                    <a:pt x="1274" y="3780"/>
                  </a:cubicBezTo>
                  <a:lnTo>
                    <a:pt x="2070" y="3113"/>
                  </a:lnTo>
                  <a:cubicBezTo>
                    <a:pt x="1960" y="3093"/>
                    <a:pt x="1933" y="3026"/>
                    <a:pt x="1924" y="2948"/>
                  </a:cubicBezTo>
                  <a:cubicBezTo>
                    <a:pt x="1917" y="2806"/>
                    <a:pt x="1913" y="2655"/>
                    <a:pt x="1905" y="2486"/>
                  </a:cubicBezTo>
                  <a:cubicBezTo>
                    <a:pt x="1972" y="2435"/>
                    <a:pt x="2031" y="2376"/>
                    <a:pt x="2079" y="2313"/>
                  </a:cubicBezTo>
                  <a:cubicBezTo>
                    <a:pt x="2232" y="2111"/>
                    <a:pt x="2295" y="1879"/>
                    <a:pt x="2335" y="1646"/>
                  </a:cubicBezTo>
                  <a:cubicBezTo>
                    <a:pt x="2386" y="1339"/>
                    <a:pt x="2398" y="1031"/>
                    <a:pt x="2370" y="728"/>
                  </a:cubicBezTo>
                  <a:cubicBezTo>
                    <a:pt x="2363" y="641"/>
                    <a:pt x="2248" y="431"/>
                    <a:pt x="2212" y="353"/>
                  </a:cubicBezTo>
                  <a:cubicBezTo>
                    <a:pt x="2117" y="132"/>
                    <a:pt x="1948" y="100"/>
                    <a:pt x="1660" y="53"/>
                  </a:cubicBezTo>
                  <a:cubicBezTo>
                    <a:pt x="1494" y="25"/>
                    <a:pt x="1317" y="0"/>
                    <a:pt x="1143" y="0"/>
                  </a:cubicBezTo>
                  <a:close/>
                </a:path>
              </a:pathLst>
            </a:custGeom>
            <a:solidFill>
              <a:schemeClr val="accent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9" name="Google Shape;2069;p48"/>
            <p:cNvSpPr/>
            <p:nvPr/>
          </p:nvSpPr>
          <p:spPr>
            <a:xfrm>
              <a:off x="2455369" y="4023052"/>
              <a:ext cx="622561" cy="979298"/>
            </a:xfrm>
            <a:custGeom>
              <a:rect b="b" l="l" r="r" t="t"/>
              <a:pathLst>
                <a:path extrusionOk="0" h="3824" w="2431">
                  <a:moveTo>
                    <a:pt x="414" y="3229"/>
                  </a:moveTo>
                  <a:lnTo>
                    <a:pt x="414" y="3230"/>
                  </a:lnTo>
                  <a:lnTo>
                    <a:pt x="414" y="3229"/>
                  </a:lnTo>
                  <a:lnTo>
                    <a:pt x="414" y="3229"/>
                  </a:lnTo>
                  <a:cubicBezTo>
                    <a:pt x="414" y="3229"/>
                    <a:pt x="414" y="3229"/>
                    <a:pt x="414" y="3229"/>
                  </a:cubicBezTo>
                  <a:close/>
                  <a:moveTo>
                    <a:pt x="1164" y="44"/>
                  </a:moveTo>
                  <a:cubicBezTo>
                    <a:pt x="1337" y="44"/>
                    <a:pt x="1515" y="67"/>
                    <a:pt x="1684" y="95"/>
                  </a:cubicBezTo>
                  <a:cubicBezTo>
                    <a:pt x="1826" y="118"/>
                    <a:pt x="1937" y="138"/>
                    <a:pt x="2023" y="178"/>
                  </a:cubicBezTo>
                  <a:cubicBezTo>
                    <a:pt x="2067" y="198"/>
                    <a:pt x="2103" y="225"/>
                    <a:pt x="2134" y="257"/>
                  </a:cubicBezTo>
                  <a:cubicBezTo>
                    <a:pt x="2165" y="288"/>
                    <a:pt x="2194" y="331"/>
                    <a:pt x="2217" y="382"/>
                  </a:cubicBezTo>
                  <a:cubicBezTo>
                    <a:pt x="2225" y="402"/>
                    <a:pt x="2241" y="434"/>
                    <a:pt x="2256" y="466"/>
                  </a:cubicBezTo>
                  <a:cubicBezTo>
                    <a:pt x="2280" y="513"/>
                    <a:pt x="2307" y="568"/>
                    <a:pt x="2331" y="624"/>
                  </a:cubicBezTo>
                  <a:cubicBezTo>
                    <a:pt x="2343" y="647"/>
                    <a:pt x="2351" y="675"/>
                    <a:pt x="2359" y="695"/>
                  </a:cubicBezTo>
                  <a:cubicBezTo>
                    <a:pt x="2367" y="718"/>
                    <a:pt x="2371" y="737"/>
                    <a:pt x="2371" y="750"/>
                  </a:cubicBezTo>
                  <a:cubicBezTo>
                    <a:pt x="2383" y="856"/>
                    <a:pt x="2387" y="966"/>
                    <a:pt x="2387" y="1073"/>
                  </a:cubicBezTo>
                  <a:cubicBezTo>
                    <a:pt x="2387" y="1270"/>
                    <a:pt x="2371" y="1467"/>
                    <a:pt x="2339" y="1665"/>
                  </a:cubicBezTo>
                  <a:cubicBezTo>
                    <a:pt x="2300" y="1893"/>
                    <a:pt x="2232" y="2126"/>
                    <a:pt x="2087" y="2322"/>
                  </a:cubicBezTo>
                  <a:cubicBezTo>
                    <a:pt x="2039" y="2382"/>
                    <a:pt x="1981" y="2441"/>
                    <a:pt x="1913" y="2493"/>
                  </a:cubicBezTo>
                  <a:cubicBezTo>
                    <a:pt x="1910" y="2497"/>
                    <a:pt x="1905" y="2504"/>
                    <a:pt x="1905" y="2512"/>
                  </a:cubicBezTo>
                  <a:cubicBezTo>
                    <a:pt x="1913" y="2682"/>
                    <a:pt x="1921" y="2828"/>
                    <a:pt x="1925" y="2974"/>
                  </a:cubicBezTo>
                  <a:cubicBezTo>
                    <a:pt x="1929" y="3013"/>
                    <a:pt x="1941" y="3052"/>
                    <a:pt x="1965" y="3088"/>
                  </a:cubicBezTo>
                  <a:cubicBezTo>
                    <a:pt x="1976" y="3103"/>
                    <a:pt x="1996" y="3119"/>
                    <a:pt x="2016" y="3132"/>
                  </a:cubicBezTo>
                  <a:cubicBezTo>
                    <a:pt x="2026" y="3137"/>
                    <a:pt x="2036" y="3142"/>
                    <a:pt x="2049" y="3146"/>
                  </a:cubicBezTo>
                  <a:lnTo>
                    <a:pt x="2049" y="3146"/>
                  </a:lnTo>
                  <a:cubicBezTo>
                    <a:pt x="2021" y="3170"/>
                    <a:pt x="1977" y="3206"/>
                    <a:pt x="1925" y="3250"/>
                  </a:cubicBezTo>
                  <a:cubicBezTo>
                    <a:pt x="1806" y="3348"/>
                    <a:pt x="1649" y="3482"/>
                    <a:pt x="1519" y="3592"/>
                  </a:cubicBezTo>
                  <a:cubicBezTo>
                    <a:pt x="1452" y="3644"/>
                    <a:pt x="1393" y="3695"/>
                    <a:pt x="1353" y="3731"/>
                  </a:cubicBezTo>
                  <a:cubicBezTo>
                    <a:pt x="1330" y="3747"/>
                    <a:pt x="1313" y="3762"/>
                    <a:pt x="1302" y="3770"/>
                  </a:cubicBezTo>
                  <a:cubicBezTo>
                    <a:pt x="1300" y="3771"/>
                    <a:pt x="1299" y="3772"/>
                    <a:pt x="1297" y="3773"/>
                  </a:cubicBezTo>
                  <a:lnTo>
                    <a:pt x="1297" y="3773"/>
                  </a:lnTo>
                  <a:cubicBezTo>
                    <a:pt x="1292" y="3770"/>
                    <a:pt x="1284" y="3765"/>
                    <a:pt x="1275" y="3758"/>
                  </a:cubicBezTo>
                  <a:cubicBezTo>
                    <a:pt x="1191" y="3707"/>
                    <a:pt x="987" y="3573"/>
                    <a:pt x="798" y="3450"/>
                  </a:cubicBezTo>
                  <a:cubicBezTo>
                    <a:pt x="703" y="3387"/>
                    <a:pt x="612" y="3328"/>
                    <a:pt x="541" y="3281"/>
                  </a:cubicBezTo>
                  <a:cubicBezTo>
                    <a:pt x="505" y="3257"/>
                    <a:pt x="478" y="3238"/>
                    <a:pt x="454" y="3221"/>
                  </a:cubicBezTo>
                  <a:cubicBezTo>
                    <a:pt x="451" y="3220"/>
                    <a:pt x="449" y="3218"/>
                    <a:pt x="446" y="3216"/>
                  </a:cubicBezTo>
                  <a:lnTo>
                    <a:pt x="446" y="3216"/>
                  </a:lnTo>
                  <a:cubicBezTo>
                    <a:pt x="455" y="3213"/>
                    <a:pt x="465" y="3210"/>
                    <a:pt x="478" y="3206"/>
                  </a:cubicBezTo>
                  <a:cubicBezTo>
                    <a:pt x="509" y="3190"/>
                    <a:pt x="545" y="3170"/>
                    <a:pt x="576" y="3139"/>
                  </a:cubicBezTo>
                  <a:cubicBezTo>
                    <a:pt x="612" y="3112"/>
                    <a:pt x="640" y="3068"/>
                    <a:pt x="651" y="3009"/>
                  </a:cubicBezTo>
                  <a:cubicBezTo>
                    <a:pt x="656" y="2993"/>
                    <a:pt x="660" y="2970"/>
                    <a:pt x="663" y="2938"/>
                  </a:cubicBezTo>
                  <a:cubicBezTo>
                    <a:pt x="671" y="2855"/>
                    <a:pt x="679" y="2733"/>
                    <a:pt x="683" y="2654"/>
                  </a:cubicBezTo>
                  <a:lnTo>
                    <a:pt x="683" y="2493"/>
                  </a:lnTo>
                  <a:cubicBezTo>
                    <a:pt x="683" y="2484"/>
                    <a:pt x="679" y="2480"/>
                    <a:pt x="675" y="2477"/>
                  </a:cubicBezTo>
                  <a:cubicBezTo>
                    <a:pt x="647" y="2457"/>
                    <a:pt x="624" y="2437"/>
                    <a:pt x="600" y="2413"/>
                  </a:cubicBezTo>
                  <a:cubicBezTo>
                    <a:pt x="403" y="2228"/>
                    <a:pt x="292" y="1996"/>
                    <a:pt x="210" y="1755"/>
                  </a:cubicBezTo>
                  <a:cubicBezTo>
                    <a:pt x="152" y="1593"/>
                    <a:pt x="83" y="1394"/>
                    <a:pt x="47" y="1200"/>
                  </a:cubicBezTo>
                  <a:lnTo>
                    <a:pt x="47" y="1200"/>
                  </a:lnTo>
                  <a:cubicBezTo>
                    <a:pt x="66" y="1177"/>
                    <a:pt x="76" y="1145"/>
                    <a:pt x="79" y="1116"/>
                  </a:cubicBezTo>
                  <a:cubicBezTo>
                    <a:pt x="95" y="998"/>
                    <a:pt x="115" y="879"/>
                    <a:pt x="143" y="761"/>
                  </a:cubicBezTo>
                  <a:cubicBezTo>
                    <a:pt x="154" y="695"/>
                    <a:pt x="166" y="631"/>
                    <a:pt x="170" y="564"/>
                  </a:cubicBezTo>
                  <a:lnTo>
                    <a:pt x="170" y="524"/>
                  </a:lnTo>
                  <a:lnTo>
                    <a:pt x="170" y="524"/>
                  </a:lnTo>
                  <a:cubicBezTo>
                    <a:pt x="245" y="427"/>
                    <a:pt x="350" y="334"/>
                    <a:pt x="462" y="257"/>
                  </a:cubicBezTo>
                  <a:cubicBezTo>
                    <a:pt x="576" y="182"/>
                    <a:pt x="698" y="118"/>
                    <a:pt x="813" y="87"/>
                  </a:cubicBezTo>
                  <a:cubicBezTo>
                    <a:pt x="924" y="56"/>
                    <a:pt x="1042" y="44"/>
                    <a:pt x="1164" y="44"/>
                  </a:cubicBezTo>
                  <a:close/>
                  <a:moveTo>
                    <a:pt x="1164" y="0"/>
                  </a:moveTo>
                  <a:cubicBezTo>
                    <a:pt x="1042" y="0"/>
                    <a:pt x="920" y="12"/>
                    <a:pt x="801" y="44"/>
                  </a:cubicBezTo>
                  <a:cubicBezTo>
                    <a:pt x="683" y="80"/>
                    <a:pt x="556" y="142"/>
                    <a:pt x="438" y="222"/>
                  </a:cubicBezTo>
                  <a:cubicBezTo>
                    <a:pt x="320" y="304"/>
                    <a:pt x="210" y="398"/>
                    <a:pt x="131" y="501"/>
                  </a:cubicBezTo>
                  <a:cubicBezTo>
                    <a:pt x="127" y="505"/>
                    <a:pt x="127" y="509"/>
                    <a:pt x="127" y="513"/>
                  </a:cubicBezTo>
                  <a:lnTo>
                    <a:pt x="127" y="560"/>
                  </a:lnTo>
                  <a:cubicBezTo>
                    <a:pt x="123" y="628"/>
                    <a:pt x="115" y="686"/>
                    <a:pt x="99" y="750"/>
                  </a:cubicBezTo>
                  <a:cubicBezTo>
                    <a:pt x="76" y="868"/>
                    <a:pt x="52" y="990"/>
                    <a:pt x="36" y="1112"/>
                  </a:cubicBezTo>
                  <a:cubicBezTo>
                    <a:pt x="36" y="1136"/>
                    <a:pt x="25" y="1159"/>
                    <a:pt x="8" y="1175"/>
                  </a:cubicBezTo>
                  <a:cubicBezTo>
                    <a:pt x="5" y="1179"/>
                    <a:pt x="1" y="1187"/>
                    <a:pt x="1" y="1195"/>
                  </a:cubicBezTo>
                  <a:cubicBezTo>
                    <a:pt x="36" y="1400"/>
                    <a:pt x="112" y="1601"/>
                    <a:pt x="166" y="1771"/>
                  </a:cubicBezTo>
                  <a:cubicBezTo>
                    <a:pt x="254" y="2011"/>
                    <a:pt x="367" y="2251"/>
                    <a:pt x="572" y="2445"/>
                  </a:cubicBezTo>
                  <a:cubicBezTo>
                    <a:pt x="594" y="2467"/>
                    <a:pt x="618" y="2484"/>
                    <a:pt x="640" y="2504"/>
                  </a:cubicBezTo>
                  <a:lnTo>
                    <a:pt x="640" y="2504"/>
                  </a:lnTo>
                  <a:lnTo>
                    <a:pt x="640" y="2650"/>
                  </a:lnTo>
                  <a:cubicBezTo>
                    <a:pt x="636" y="2706"/>
                    <a:pt x="632" y="2777"/>
                    <a:pt x="627" y="2843"/>
                  </a:cubicBezTo>
                  <a:cubicBezTo>
                    <a:pt x="624" y="2875"/>
                    <a:pt x="624" y="2906"/>
                    <a:pt x="620" y="2934"/>
                  </a:cubicBezTo>
                  <a:cubicBezTo>
                    <a:pt x="616" y="2961"/>
                    <a:pt x="612" y="2985"/>
                    <a:pt x="608" y="3001"/>
                  </a:cubicBezTo>
                  <a:cubicBezTo>
                    <a:pt x="600" y="3037"/>
                    <a:pt x="585" y="3068"/>
                    <a:pt x="565" y="3092"/>
                  </a:cubicBezTo>
                  <a:cubicBezTo>
                    <a:pt x="533" y="3127"/>
                    <a:pt x="498" y="3147"/>
                    <a:pt x="462" y="3163"/>
                  </a:cubicBezTo>
                  <a:cubicBezTo>
                    <a:pt x="447" y="3170"/>
                    <a:pt x="431" y="3174"/>
                    <a:pt x="419" y="3183"/>
                  </a:cubicBezTo>
                  <a:cubicBezTo>
                    <a:pt x="411" y="3183"/>
                    <a:pt x="407" y="3186"/>
                    <a:pt x="399" y="3186"/>
                  </a:cubicBezTo>
                  <a:lnTo>
                    <a:pt x="395" y="3190"/>
                  </a:lnTo>
                  <a:cubicBezTo>
                    <a:pt x="391" y="3190"/>
                    <a:pt x="391" y="3190"/>
                    <a:pt x="387" y="3194"/>
                  </a:cubicBezTo>
                  <a:cubicBezTo>
                    <a:pt x="379" y="3198"/>
                    <a:pt x="379" y="3206"/>
                    <a:pt x="379" y="3210"/>
                  </a:cubicBezTo>
                  <a:cubicBezTo>
                    <a:pt x="379" y="3218"/>
                    <a:pt x="383" y="3226"/>
                    <a:pt x="387" y="3230"/>
                  </a:cubicBezTo>
                  <a:cubicBezTo>
                    <a:pt x="391" y="3234"/>
                    <a:pt x="395" y="3238"/>
                    <a:pt x="407" y="3241"/>
                  </a:cubicBezTo>
                  <a:cubicBezTo>
                    <a:pt x="474" y="3289"/>
                    <a:pt x="695" y="3431"/>
                    <a:pt x="896" y="3565"/>
                  </a:cubicBezTo>
                  <a:cubicBezTo>
                    <a:pt x="1101" y="3699"/>
                    <a:pt x="1286" y="3821"/>
                    <a:pt x="1286" y="3821"/>
                  </a:cubicBezTo>
                  <a:cubicBezTo>
                    <a:pt x="1290" y="3823"/>
                    <a:pt x="1294" y="3824"/>
                    <a:pt x="1298" y="3824"/>
                  </a:cubicBezTo>
                  <a:cubicBezTo>
                    <a:pt x="1303" y="3824"/>
                    <a:pt x="1309" y="3822"/>
                    <a:pt x="1313" y="3818"/>
                  </a:cubicBezTo>
                  <a:cubicBezTo>
                    <a:pt x="1313" y="3818"/>
                    <a:pt x="1511" y="3652"/>
                    <a:pt x="1708" y="3486"/>
                  </a:cubicBezTo>
                  <a:cubicBezTo>
                    <a:pt x="1810" y="3403"/>
                    <a:pt x="1910" y="3321"/>
                    <a:pt x="1984" y="3257"/>
                  </a:cubicBezTo>
                  <a:cubicBezTo>
                    <a:pt x="2019" y="3226"/>
                    <a:pt x="2052" y="3198"/>
                    <a:pt x="2075" y="3183"/>
                  </a:cubicBezTo>
                  <a:cubicBezTo>
                    <a:pt x="2083" y="3170"/>
                    <a:pt x="2090" y="3167"/>
                    <a:pt x="2099" y="3159"/>
                  </a:cubicBezTo>
                  <a:cubicBezTo>
                    <a:pt x="2103" y="3159"/>
                    <a:pt x="2103" y="3155"/>
                    <a:pt x="2106" y="3155"/>
                  </a:cubicBezTo>
                  <a:lnTo>
                    <a:pt x="2106" y="3150"/>
                  </a:lnTo>
                  <a:lnTo>
                    <a:pt x="2110" y="3150"/>
                  </a:lnTo>
                  <a:lnTo>
                    <a:pt x="2110" y="3147"/>
                  </a:lnTo>
                  <a:cubicBezTo>
                    <a:pt x="2114" y="3147"/>
                    <a:pt x="2114" y="3143"/>
                    <a:pt x="2114" y="3143"/>
                  </a:cubicBezTo>
                  <a:lnTo>
                    <a:pt x="2114" y="3135"/>
                  </a:lnTo>
                  <a:cubicBezTo>
                    <a:pt x="2114" y="3123"/>
                    <a:pt x="2106" y="3115"/>
                    <a:pt x="2099" y="3115"/>
                  </a:cubicBezTo>
                  <a:cubicBezTo>
                    <a:pt x="2071" y="3108"/>
                    <a:pt x="2052" y="3103"/>
                    <a:pt x="2036" y="3092"/>
                  </a:cubicBezTo>
                  <a:cubicBezTo>
                    <a:pt x="2012" y="3079"/>
                    <a:pt x="2000" y="3064"/>
                    <a:pt x="1988" y="3041"/>
                  </a:cubicBezTo>
                  <a:cubicBezTo>
                    <a:pt x="1976" y="3021"/>
                    <a:pt x="1972" y="2997"/>
                    <a:pt x="1968" y="2970"/>
                  </a:cubicBezTo>
                  <a:cubicBezTo>
                    <a:pt x="1965" y="2832"/>
                    <a:pt x="1957" y="2685"/>
                    <a:pt x="1949" y="2521"/>
                  </a:cubicBezTo>
                  <a:lnTo>
                    <a:pt x="1949" y="2521"/>
                  </a:lnTo>
                  <a:cubicBezTo>
                    <a:pt x="2016" y="2468"/>
                    <a:pt x="2072" y="2411"/>
                    <a:pt x="2118" y="2346"/>
                  </a:cubicBezTo>
                  <a:cubicBezTo>
                    <a:pt x="2276" y="2142"/>
                    <a:pt x="2343" y="1905"/>
                    <a:pt x="2383" y="1668"/>
                  </a:cubicBezTo>
                  <a:cubicBezTo>
                    <a:pt x="2414" y="1471"/>
                    <a:pt x="2430" y="1274"/>
                    <a:pt x="2430" y="1073"/>
                  </a:cubicBezTo>
                  <a:cubicBezTo>
                    <a:pt x="2430" y="963"/>
                    <a:pt x="2425" y="856"/>
                    <a:pt x="2414" y="746"/>
                  </a:cubicBezTo>
                  <a:cubicBezTo>
                    <a:pt x="2414" y="722"/>
                    <a:pt x="2406" y="690"/>
                    <a:pt x="2390" y="659"/>
                  </a:cubicBezTo>
                  <a:cubicBezTo>
                    <a:pt x="2371" y="608"/>
                    <a:pt x="2347" y="548"/>
                    <a:pt x="2319" y="497"/>
                  </a:cubicBezTo>
                  <a:cubicBezTo>
                    <a:pt x="2292" y="442"/>
                    <a:pt x="2268" y="395"/>
                    <a:pt x="2256" y="367"/>
                  </a:cubicBezTo>
                  <a:cubicBezTo>
                    <a:pt x="2232" y="308"/>
                    <a:pt x="2201" y="264"/>
                    <a:pt x="2165" y="225"/>
                  </a:cubicBezTo>
                  <a:cubicBezTo>
                    <a:pt x="2110" y="169"/>
                    <a:pt x="2047" y="134"/>
                    <a:pt x="1968" y="111"/>
                  </a:cubicBezTo>
                  <a:cubicBezTo>
                    <a:pt x="1890" y="87"/>
                    <a:pt x="1799" y="71"/>
                    <a:pt x="1688" y="51"/>
                  </a:cubicBezTo>
                  <a:cubicBezTo>
                    <a:pt x="1519" y="24"/>
                    <a:pt x="1342" y="0"/>
                    <a:pt x="116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0" name="Google Shape;2070;p48"/>
            <p:cNvSpPr/>
            <p:nvPr/>
          </p:nvSpPr>
          <p:spPr>
            <a:xfrm>
              <a:off x="2458442" y="3937518"/>
              <a:ext cx="620256" cy="437150"/>
            </a:xfrm>
            <a:custGeom>
              <a:rect b="b" l="l" r="r" t="t"/>
              <a:pathLst>
                <a:path extrusionOk="0" h="1707" w="2422">
                  <a:moveTo>
                    <a:pt x="20" y="1667"/>
                  </a:moveTo>
                  <a:cubicBezTo>
                    <a:pt x="20" y="1668"/>
                    <a:pt x="21" y="1668"/>
                    <a:pt x="21" y="1668"/>
                  </a:cubicBezTo>
                  <a:lnTo>
                    <a:pt x="21" y="1668"/>
                  </a:lnTo>
                  <a:cubicBezTo>
                    <a:pt x="21" y="1668"/>
                    <a:pt x="20" y="1668"/>
                    <a:pt x="20" y="1667"/>
                  </a:cubicBezTo>
                  <a:close/>
                  <a:moveTo>
                    <a:pt x="1329" y="1"/>
                  </a:moveTo>
                  <a:cubicBezTo>
                    <a:pt x="1156" y="1"/>
                    <a:pt x="983" y="32"/>
                    <a:pt x="821" y="90"/>
                  </a:cubicBezTo>
                  <a:cubicBezTo>
                    <a:pt x="604" y="168"/>
                    <a:pt x="395" y="279"/>
                    <a:pt x="233" y="445"/>
                  </a:cubicBezTo>
                  <a:cubicBezTo>
                    <a:pt x="178" y="503"/>
                    <a:pt x="123" y="574"/>
                    <a:pt x="76" y="654"/>
                  </a:cubicBezTo>
                  <a:cubicBezTo>
                    <a:pt x="76" y="962"/>
                    <a:pt x="5" y="1265"/>
                    <a:pt x="0" y="1573"/>
                  </a:cubicBezTo>
                  <a:cubicBezTo>
                    <a:pt x="16" y="1614"/>
                    <a:pt x="28" y="1668"/>
                    <a:pt x="21" y="1668"/>
                  </a:cubicBezTo>
                  <a:cubicBezTo>
                    <a:pt x="21" y="1668"/>
                    <a:pt x="21" y="1668"/>
                    <a:pt x="21" y="1668"/>
                  </a:cubicBezTo>
                  <a:lnTo>
                    <a:pt x="21" y="1668"/>
                  </a:lnTo>
                  <a:cubicBezTo>
                    <a:pt x="36" y="1672"/>
                    <a:pt x="109" y="1697"/>
                    <a:pt x="140" y="1697"/>
                  </a:cubicBezTo>
                  <a:cubicBezTo>
                    <a:pt x="145" y="1697"/>
                    <a:pt x="148" y="1696"/>
                    <a:pt x="151" y="1695"/>
                  </a:cubicBezTo>
                  <a:cubicBezTo>
                    <a:pt x="171" y="1683"/>
                    <a:pt x="123" y="1577"/>
                    <a:pt x="127" y="1557"/>
                  </a:cubicBezTo>
                  <a:cubicBezTo>
                    <a:pt x="131" y="1407"/>
                    <a:pt x="83" y="1036"/>
                    <a:pt x="260" y="981"/>
                  </a:cubicBezTo>
                  <a:cubicBezTo>
                    <a:pt x="289" y="972"/>
                    <a:pt x="318" y="969"/>
                    <a:pt x="348" y="969"/>
                  </a:cubicBezTo>
                  <a:cubicBezTo>
                    <a:pt x="394" y="969"/>
                    <a:pt x="441" y="976"/>
                    <a:pt x="486" y="981"/>
                  </a:cubicBezTo>
                  <a:cubicBezTo>
                    <a:pt x="563" y="992"/>
                    <a:pt x="641" y="997"/>
                    <a:pt x="719" y="997"/>
                  </a:cubicBezTo>
                  <a:cubicBezTo>
                    <a:pt x="932" y="997"/>
                    <a:pt x="1146" y="959"/>
                    <a:pt x="1345" y="887"/>
                  </a:cubicBezTo>
                  <a:cubicBezTo>
                    <a:pt x="1476" y="839"/>
                    <a:pt x="1598" y="776"/>
                    <a:pt x="1727" y="749"/>
                  </a:cubicBezTo>
                  <a:cubicBezTo>
                    <a:pt x="1777" y="737"/>
                    <a:pt x="1829" y="730"/>
                    <a:pt x="1880" y="730"/>
                  </a:cubicBezTo>
                  <a:cubicBezTo>
                    <a:pt x="1966" y="730"/>
                    <a:pt x="2050" y="749"/>
                    <a:pt x="2122" y="796"/>
                  </a:cubicBezTo>
                  <a:cubicBezTo>
                    <a:pt x="2224" y="863"/>
                    <a:pt x="2284" y="981"/>
                    <a:pt x="2307" y="1103"/>
                  </a:cubicBezTo>
                  <a:cubicBezTo>
                    <a:pt x="2327" y="1194"/>
                    <a:pt x="2327" y="1293"/>
                    <a:pt x="2319" y="1384"/>
                  </a:cubicBezTo>
                  <a:cubicBezTo>
                    <a:pt x="2311" y="1490"/>
                    <a:pt x="2256" y="1612"/>
                    <a:pt x="2331" y="1706"/>
                  </a:cubicBezTo>
                  <a:cubicBezTo>
                    <a:pt x="2347" y="1683"/>
                    <a:pt x="2382" y="1683"/>
                    <a:pt x="2410" y="1671"/>
                  </a:cubicBezTo>
                  <a:lnTo>
                    <a:pt x="2410" y="1297"/>
                  </a:lnTo>
                  <a:cubicBezTo>
                    <a:pt x="2413" y="1190"/>
                    <a:pt x="2413" y="1087"/>
                    <a:pt x="2418" y="981"/>
                  </a:cubicBezTo>
                  <a:cubicBezTo>
                    <a:pt x="2422" y="898"/>
                    <a:pt x="2323" y="863"/>
                    <a:pt x="2307" y="780"/>
                  </a:cubicBezTo>
                  <a:cubicBezTo>
                    <a:pt x="2209" y="488"/>
                    <a:pt x="2091" y="201"/>
                    <a:pt x="1794" y="86"/>
                  </a:cubicBezTo>
                  <a:cubicBezTo>
                    <a:pt x="1647" y="28"/>
                    <a:pt x="1488" y="1"/>
                    <a:pt x="132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1" name="Google Shape;2071;p48"/>
            <p:cNvSpPr/>
            <p:nvPr/>
          </p:nvSpPr>
          <p:spPr>
            <a:xfrm>
              <a:off x="2453577" y="3932140"/>
              <a:ext cx="629219" cy="448418"/>
            </a:xfrm>
            <a:custGeom>
              <a:rect b="b" l="l" r="r" t="t"/>
              <a:pathLst>
                <a:path extrusionOk="0" h="1751" w="2457">
                  <a:moveTo>
                    <a:pt x="1353" y="44"/>
                  </a:moveTo>
                  <a:cubicBezTo>
                    <a:pt x="1506" y="44"/>
                    <a:pt x="1664" y="67"/>
                    <a:pt x="1806" y="127"/>
                  </a:cubicBezTo>
                  <a:cubicBezTo>
                    <a:pt x="1948" y="182"/>
                    <a:pt x="2046" y="277"/>
                    <a:pt x="2125" y="399"/>
                  </a:cubicBezTo>
                  <a:cubicBezTo>
                    <a:pt x="2204" y="517"/>
                    <a:pt x="2255" y="663"/>
                    <a:pt x="2307" y="805"/>
                  </a:cubicBezTo>
                  <a:cubicBezTo>
                    <a:pt x="2310" y="828"/>
                    <a:pt x="2323" y="848"/>
                    <a:pt x="2334" y="864"/>
                  </a:cubicBezTo>
                  <a:cubicBezTo>
                    <a:pt x="2350" y="892"/>
                    <a:pt x="2374" y="915"/>
                    <a:pt x="2390" y="935"/>
                  </a:cubicBezTo>
                  <a:cubicBezTo>
                    <a:pt x="2397" y="947"/>
                    <a:pt x="2401" y="955"/>
                    <a:pt x="2409" y="966"/>
                  </a:cubicBezTo>
                  <a:cubicBezTo>
                    <a:pt x="2413" y="974"/>
                    <a:pt x="2413" y="986"/>
                    <a:pt x="2413" y="998"/>
                  </a:cubicBezTo>
                  <a:lnTo>
                    <a:pt x="2413" y="1002"/>
                  </a:lnTo>
                  <a:cubicBezTo>
                    <a:pt x="2409" y="1108"/>
                    <a:pt x="2409" y="1211"/>
                    <a:pt x="2409" y="1318"/>
                  </a:cubicBezTo>
                  <a:cubicBezTo>
                    <a:pt x="2405" y="1437"/>
                    <a:pt x="2405" y="1557"/>
                    <a:pt x="2405" y="1677"/>
                  </a:cubicBezTo>
                  <a:lnTo>
                    <a:pt x="2405" y="1677"/>
                  </a:lnTo>
                  <a:cubicBezTo>
                    <a:pt x="2397" y="1679"/>
                    <a:pt x="2387" y="1681"/>
                    <a:pt x="2378" y="1684"/>
                  </a:cubicBezTo>
                  <a:cubicBezTo>
                    <a:pt x="2370" y="1688"/>
                    <a:pt x="2361" y="1692"/>
                    <a:pt x="2354" y="1696"/>
                  </a:cubicBezTo>
                  <a:lnTo>
                    <a:pt x="2354" y="1696"/>
                  </a:lnTo>
                  <a:cubicBezTo>
                    <a:pt x="2349" y="1685"/>
                    <a:pt x="2345" y="1674"/>
                    <a:pt x="2342" y="1665"/>
                  </a:cubicBezTo>
                  <a:cubicBezTo>
                    <a:pt x="2334" y="1645"/>
                    <a:pt x="2334" y="1629"/>
                    <a:pt x="2334" y="1605"/>
                  </a:cubicBezTo>
                  <a:cubicBezTo>
                    <a:pt x="2334" y="1578"/>
                    <a:pt x="2338" y="1542"/>
                    <a:pt x="2346" y="1511"/>
                  </a:cubicBezTo>
                  <a:cubicBezTo>
                    <a:pt x="2350" y="1476"/>
                    <a:pt x="2358" y="1440"/>
                    <a:pt x="2361" y="1408"/>
                  </a:cubicBezTo>
                  <a:cubicBezTo>
                    <a:pt x="2361" y="1372"/>
                    <a:pt x="2366" y="1337"/>
                    <a:pt x="2366" y="1301"/>
                  </a:cubicBezTo>
                  <a:cubicBezTo>
                    <a:pt x="2366" y="1239"/>
                    <a:pt x="2361" y="1179"/>
                    <a:pt x="2350" y="1121"/>
                  </a:cubicBezTo>
                  <a:cubicBezTo>
                    <a:pt x="2338" y="1057"/>
                    <a:pt x="2314" y="994"/>
                    <a:pt x="2283" y="939"/>
                  </a:cubicBezTo>
                  <a:cubicBezTo>
                    <a:pt x="2252" y="884"/>
                    <a:pt x="2208" y="832"/>
                    <a:pt x="2153" y="797"/>
                  </a:cubicBezTo>
                  <a:cubicBezTo>
                    <a:pt x="2078" y="746"/>
                    <a:pt x="1988" y="726"/>
                    <a:pt x="1901" y="726"/>
                  </a:cubicBezTo>
                  <a:cubicBezTo>
                    <a:pt x="1849" y="726"/>
                    <a:pt x="1794" y="734"/>
                    <a:pt x="1743" y="746"/>
                  </a:cubicBezTo>
                  <a:cubicBezTo>
                    <a:pt x="1609" y="777"/>
                    <a:pt x="1482" y="841"/>
                    <a:pt x="1360" y="888"/>
                  </a:cubicBezTo>
                  <a:cubicBezTo>
                    <a:pt x="1160" y="959"/>
                    <a:pt x="950" y="994"/>
                    <a:pt x="737" y="994"/>
                  </a:cubicBezTo>
                  <a:cubicBezTo>
                    <a:pt x="663" y="994"/>
                    <a:pt x="583" y="990"/>
                    <a:pt x="505" y="983"/>
                  </a:cubicBezTo>
                  <a:cubicBezTo>
                    <a:pt x="461" y="974"/>
                    <a:pt x="414" y="966"/>
                    <a:pt x="367" y="966"/>
                  </a:cubicBezTo>
                  <a:cubicBezTo>
                    <a:pt x="335" y="966"/>
                    <a:pt x="303" y="970"/>
                    <a:pt x="272" y="983"/>
                  </a:cubicBezTo>
                  <a:cubicBezTo>
                    <a:pt x="237" y="990"/>
                    <a:pt x="208" y="1014"/>
                    <a:pt x="190" y="1041"/>
                  </a:cubicBezTo>
                  <a:cubicBezTo>
                    <a:pt x="157" y="1085"/>
                    <a:pt x="142" y="1140"/>
                    <a:pt x="134" y="1199"/>
                  </a:cubicBezTo>
                  <a:cubicBezTo>
                    <a:pt x="122" y="1258"/>
                    <a:pt x="122" y="1321"/>
                    <a:pt x="122" y="1381"/>
                  </a:cubicBezTo>
                  <a:lnTo>
                    <a:pt x="122" y="1542"/>
                  </a:lnTo>
                  <a:lnTo>
                    <a:pt x="122" y="1574"/>
                  </a:lnTo>
                  <a:lnTo>
                    <a:pt x="122" y="1578"/>
                  </a:lnTo>
                  <a:cubicBezTo>
                    <a:pt x="122" y="1582"/>
                    <a:pt x="122" y="1585"/>
                    <a:pt x="126" y="1589"/>
                  </a:cubicBezTo>
                  <a:cubicBezTo>
                    <a:pt x="126" y="1601"/>
                    <a:pt x="130" y="1609"/>
                    <a:pt x="134" y="1618"/>
                  </a:cubicBezTo>
                  <a:cubicBezTo>
                    <a:pt x="138" y="1633"/>
                    <a:pt x="142" y="1653"/>
                    <a:pt x="146" y="1669"/>
                  </a:cubicBezTo>
                  <a:cubicBezTo>
                    <a:pt x="150" y="1672"/>
                    <a:pt x="150" y="1680"/>
                    <a:pt x="154" y="1688"/>
                  </a:cubicBezTo>
                  <a:lnTo>
                    <a:pt x="154" y="1696"/>
                  </a:lnTo>
                  <a:lnTo>
                    <a:pt x="154" y="1696"/>
                  </a:lnTo>
                  <a:cubicBezTo>
                    <a:pt x="149" y="1695"/>
                    <a:pt x="143" y="1695"/>
                    <a:pt x="138" y="1692"/>
                  </a:cubicBezTo>
                  <a:cubicBezTo>
                    <a:pt x="119" y="1688"/>
                    <a:pt x="99" y="1684"/>
                    <a:pt x="83" y="1680"/>
                  </a:cubicBezTo>
                  <a:cubicBezTo>
                    <a:pt x="76" y="1677"/>
                    <a:pt x="69" y="1674"/>
                    <a:pt x="63" y="1673"/>
                  </a:cubicBezTo>
                  <a:lnTo>
                    <a:pt x="63" y="1673"/>
                  </a:lnTo>
                  <a:lnTo>
                    <a:pt x="63" y="1660"/>
                  </a:lnTo>
                  <a:cubicBezTo>
                    <a:pt x="59" y="1641"/>
                    <a:pt x="51" y="1613"/>
                    <a:pt x="43" y="1585"/>
                  </a:cubicBezTo>
                  <a:lnTo>
                    <a:pt x="43" y="1585"/>
                  </a:lnTo>
                  <a:cubicBezTo>
                    <a:pt x="44" y="1288"/>
                    <a:pt x="112" y="991"/>
                    <a:pt x="114" y="686"/>
                  </a:cubicBezTo>
                  <a:lnTo>
                    <a:pt x="114" y="686"/>
                  </a:lnTo>
                  <a:lnTo>
                    <a:pt x="114" y="686"/>
                  </a:lnTo>
                  <a:cubicBezTo>
                    <a:pt x="157" y="608"/>
                    <a:pt x="213" y="537"/>
                    <a:pt x="268" y="482"/>
                  </a:cubicBezTo>
                  <a:cubicBezTo>
                    <a:pt x="426" y="320"/>
                    <a:pt x="634" y="209"/>
                    <a:pt x="847" y="135"/>
                  </a:cubicBezTo>
                  <a:cubicBezTo>
                    <a:pt x="1009" y="75"/>
                    <a:pt x="1178" y="44"/>
                    <a:pt x="1353" y="44"/>
                  </a:cubicBezTo>
                  <a:close/>
                  <a:moveTo>
                    <a:pt x="1353" y="0"/>
                  </a:moveTo>
                  <a:cubicBezTo>
                    <a:pt x="1175" y="0"/>
                    <a:pt x="998" y="32"/>
                    <a:pt x="832" y="91"/>
                  </a:cubicBezTo>
                  <a:cubicBezTo>
                    <a:pt x="615" y="170"/>
                    <a:pt x="402" y="284"/>
                    <a:pt x="241" y="450"/>
                  </a:cubicBezTo>
                  <a:cubicBezTo>
                    <a:pt x="181" y="509"/>
                    <a:pt x="122" y="584"/>
                    <a:pt x="75" y="663"/>
                  </a:cubicBezTo>
                  <a:cubicBezTo>
                    <a:pt x="75" y="666"/>
                    <a:pt x="71" y="671"/>
                    <a:pt x="71" y="675"/>
                  </a:cubicBezTo>
                  <a:cubicBezTo>
                    <a:pt x="71" y="979"/>
                    <a:pt x="4" y="1282"/>
                    <a:pt x="0" y="1594"/>
                  </a:cubicBezTo>
                  <a:lnTo>
                    <a:pt x="0" y="1601"/>
                  </a:lnTo>
                  <a:cubicBezTo>
                    <a:pt x="4" y="1618"/>
                    <a:pt x="12" y="1633"/>
                    <a:pt x="15" y="1649"/>
                  </a:cubicBezTo>
                  <a:cubicBezTo>
                    <a:pt x="15" y="1656"/>
                    <a:pt x="15" y="1665"/>
                    <a:pt x="19" y="1669"/>
                  </a:cubicBezTo>
                  <a:lnTo>
                    <a:pt x="19" y="1678"/>
                  </a:lnTo>
                  <a:lnTo>
                    <a:pt x="19" y="1678"/>
                  </a:lnTo>
                  <a:cubicBezTo>
                    <a:pt x="17" y="1681"/>
                    <a:pt x="15" y="1684"/>
                    <a:pt x="15" y="1688"/>
                  </a:cubicBezTo>
                  <a:cubicBezTo>
                    <a:pt x="15" y="1700"/>
                    <a:pt x="24" y="1712"/>
                    <a:pt x="35" y="1712"/>
                  </a:cubicBezTo>
                  <a:lnTo>
                    <a:pt x="43" y="1712"/>
                  </a:lnTo>
                  <a:cubicBezTo>
                    <a:pt x="55" y="1716"/>
                    <a:pt x="79" y="1723"/>
                    <a:pt x="99" y="1727"/>
                  </a:cubicBezTo>
                  <a:cubicBezTo>
                    <a:pt x="110" y="1731"/>
                    <a:pt x="122" y="1736"/>
                    <a:pt x="134" y="1736"/>
                  </a:cubicBezTo>
                  <a:cubicBezTo>
                    <a:pt x="142" y="1740"/>
                    <a:pt x="154" y="1740"/>
                    <a:pt x="161" y="1740"/>
                  </a:cubicBezTo>
                  <a:lnTo>
                    <a:pt x="170" y="1740"/>
                  </a:lnTo>
                  <a:cubicBezTo>
                    <a:pt x="173" y="1740"/>
                    <a:pt x="177" y="1740"/>
                    <a:pt x="181" y="1736"/>
                  </a:cubicBezTo>
                  <a:cubicBezTo>
                    <a:pt x="185" y="1731"/>
                    <a:pt x="190" y="1731"/>
                    <a:pt x="190" y="1727"/>
                  </a:cubicBezTo>
                  <a:cubicBezTo>
                    <a:pt x="193" y="1723"/>
                    <a:pt x="197" y="1720"/>
                    <a:pt x="197" y="1716"/>
                  </a:cubicBezTo>
                  <a:lnTo>
                    <a:pt x="197" y="1704"/>
                  </a:lnTo>
                  <a:cubicBezTo>
                    <a:pt x="197" y="1692"/>
                    <a:pt x="197" y="1680"/>
                    <a:pt x="193" y="1669"/>
                  </a:cubicBezTo>
                  <a:cubicBezTo>
                    <a:pt x="190" y="1649"/>
                    <a:pt x="181" y="1629"/>
                    <a:pt x="173" y="1609"/>
                  </a:cubicBezTo>
                  <a:cubicBezTo>
                    <a:pt x="173" y="1601"/>
                    <a:pt x="170" y="1594"/>
                    <a:pt x="170" y="1589"/>
                  </a:cubicBezTo>
                  <a:cubicBezTo>
                    <a:pt x="170" y="1585"/>
                    <a:pt x="166" y="1582"/>
                    <a:pt x="166" y="1582"/>
                  </a:cubicBezTo>
                  <a:lnTo>
                    <a:pt x="166" y="1578"/>
                  </a:lnTo>
                  <a:lnTo>
                    <a:pt x="166" y="1542"/>
                  </a:lnTo>
                  <a:lnTo>
                    <a:pt x="166" y="1381"/>
                  </a:lnTo>
                  <a:cubicBezTo>
                    <a:pt x="166" y="1301"/>
                    <a:pt x="170" y="1219"/>
                    <a:pt x="185" y="1152"/>
                  </a:cubicBezTo>
                  <a:cubicBezTo>
                    <a:pt x="197" y="1116"/>
                    <a:pt x="208" y="1088"/>
                    <a:pt x="225" y="1069"/>
                  </a:cubicBezTo>
                  <a:cubicBezTo>
                    <a:pt x="241" y="1045"/>
                    <a:pt x="261" y="1030"/>
                    <a:pt x="284" y="1021"/>
                  </a:cubicBezTo>
                  <a:cubicBezTo>
                    <a:pt x="312" y="1014"/>
                    <a:pt x="339" y="1010"/>
                    <a:pt x="367" y="1010"/>
                  </a:cubicBezTo>
                  <a:cubicBezTo>
                    <a:pt x="410" y="1010"/>
                    <a:pt x="454" y="1018"/>
                    <a:pt x="501" y="1026"/>
                  </a:cubicBezTo>
                  <a:cubicBezTo>
                    <a:pt x="579" y="1034"/>
                    <a:pt x="658" y="1037"/>
                    <a:pt x="737" y="1037"/>
                  </a:cubicBezTo>
                  <a:cubicBezTo>
                    <a:pt x="954" y="1037"/>
                    <a:pt x="1171" y="1002"/>
                    <a:pt x="1372" y="927"/>
                  </a:cubicBezTo>
                  <a:cubicBezTo>
                    <a:pt x="1502" y="879"/>
                    <a:pt x="1624" y="821"/>
                    <a:pt x="1755" y="789"/>
                  </a:cubicBezTo>
                  <a:cubicBezTo>
                    <a:pt x="1802" y="777"/>
                    <a:pt x="1849" y="770"/>
                    <a:pt x="1901" y="770"/>
                  </a:cubicBezTo>
                  <a:cubicBezTo>
                    <a:pt x="1983" y="770"/>
                    <a:pt x="2062" y="789"/>
                    <a:pt x="2130" y="832"/>
                  </a:cubicBezTo>
                  <a:cubicBezTo>
                    <a:pt x="2177" y="864"/>
                    <a:pt x="2216" y="908"/>
                    <a:pt x="2243" y="959"/>
                  </a:cubicBezTo>
                  <a:cubicBezTo>
                    <a:pt x="2275" y="1010"/>
                    <a:pt x="2295" y="1069"/>
                    <a:pt x="2307" y="1128"/>
                  </a:cubicBezTo>
                  <a:cubicBezTo>
                    <a:pt x="2319" y="1183"/>
                    <a:pt x="2323" y="1243"/>
                    <a:pt x="2323" y="1301"/>
                  </a:cubicBezTo>
                  <a:cubicBezTo>
                    <a:pt x="2323" y="1334"/>
                    <a:pt x="2319" y="1369"/>
                    <a:pt x="2319" y="1405"/>
                  </a:cubicBezTo>
                  <a:cubicBezTo>
                    <a:pt x="2314" y="1436"/>
                    <a:pt x="2307" y="1467"/>
                    <a:pt x="2303" y="1503"/>
                  </a:cubicBezTo>
                  <a:cubicBezTo>
                    <a:pt x="2295" y="1534"/>
                    <a:pt x="2290" y="1570"/>
                    <a:pt x="2290" y="1605"/>
                  </a:cubicBezTo>
                  <a:cubicBezTo>
                    <a:pt x="2290" y="1629"/>
                    <a:pt x="2290" y="1653"/>
                    <a:pt x="2299" y="1676"/>
                  </a:cubicBezTo>
                  <a:cubicBezTo>
                    <a:pt x="2307" y="1700"/>
                    <a:pt x="2314" y="1720"/>
                    <a:pt x="2330" y="1740"/>
                  </a:cubicBezTo>
                  <a:cubicBezTo>
                    <a:pt x="2334" y="1747"/>
                    <a:pt x="2342" y="1751"/>
                    <a:pt x="2350" y="1751"/>
                  </a:cubicBezTo>
                  <a:cubicBezTo>
                    <a:pt x="2354" y="1751"/>
                    <a:pt x="2361" y="1747"/>
                    <a:pt x="2366" y="1743"/>
                  </a:cubicBezTo>
                  <a:cubicBezTo>
                    <a:pt x="2370" y="1740"/>
                    <a:pt x="2370" y="1736"/>
                    <a:pt x="2378" y="1731"/>
                  </a:cubicBezTo>
                  <a:cubicBezTo>
                    <a:pt x="2381" y="1731"/>
                    <a:pt x="2390" y="1727"/>
                    <a:pt x="2401" y="1723"/>
                  </a:cubicBezTo>
                  <a:cubicBezTo>
                    <a:pt x="2413" y="1720"/>
                    <a:pt x="2425" y="1716"/>
                    <a:pt x="2437" y="1712"/>
                  </a:cubicBezTo>
                  <a:cubicBezTo>
                    <a:pt x="2445" y="1707"/>
                    <a:pt x="2448" y="1700"/>
                    <a:pt x="2448" y="1692"/>
                  </a:cubicBezTo>
                  <a:lnTo>
                    <a:pt x="2448" y="1684"/>
                  </a:lnTo>
                  <a:cubicBezTo>
                    <a:pt x="2448" y="1562"/>
                    <a:pt x="2448" y="1440"/>
                    <a:pt x="2452" y="1318"/>
                  </a:cubicBezTo>
                  <a:cubicBezTo>
                    <a:pt x="2452" y="1211"/>
                    <a:pt x="2452" y="1108"/>
                    <a:pt x="2456" y="1002"/>
                  </a:cubicBezTo>
                  <a:lnTo>
                    <a:pt x="2456" y="998"/>
                  </a:lnTo>
                  <a:cubicBezTo>
                    <a:pt x="2456" y="974"/>
                    <a:pt x="2448" y="950"/>
                    <a:pt x="2441" y="935"/>
                  </a:cubicBezTo>
                  <a:cubicBezTo>
                    <a:pt x="2425" y="908"/>
                    <a:pt x="2401" y="884"/>
                    <a:pt x="2385" y="864"/>
                  </a:cubicBezTo>
                  <a:cubicBezTo>
                    <a:pt x="2378" y="852"/>
                    <a:pt x="2370" y="841"/>
                    <a:pt x="2361" y="832"/>
                  </a:cubicBezTo>
                  <a:cubicBezTo>
                    <a:pt x="2354" y="821"/>
                    <a:pt x="2350" y="808"/>
                    <a:pt x="2350" y="797"/>
                  </a:cubicBezTo>
                  <a:lnTo>
                    <a:pt x="2350" y="793"/>
                  </a:lnTo>
                  <a:cubicBezTo>
                    <a:pt x="2299" y="647"/>
                    <a:pt x="2243" y="501"/>
                    <a:pt x="2161" y="375"/>
                  </a:cubicBezTo>
                  <a:cubicBezTo>
                    <a:pt x="2082" y="249"/>
                    <a:pt x="1975" y="142"/>
                    <a:pt x="1822" y="83"/>
                  </a:cubicBezTo>
                  <a:cubicBezTo>
                    <a:pt x="1672" y="28"/>
                    <a:pt x="1510" y="0"/>
                    <a:pt x="135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2" name="Google Shape;2072;p48"/>
            <p:cNvSpPr/>
            <p:nvPr/>
          </p:nvSpPr>
          <p:spPr>
            <a:xfrm>
              <a:off x="3008779" y="4332920"/>
              <a:ext cx="176960" cy="177216"/>
            </a:xfrm>
            <a:custGeom>
              <a:rect b="b" l="l" r="r" t="t"/>
              <a:pathLst>
                <a:path extrusionOk="0" h="692" w="691">
                  <a:moveTo>
                    <a:pt x="344" y="0"/>
                  </a:moveTo>
                  <a:cubicBezTo>
                    <a:pt x="155" y="0"/>
                    <a:pt x="0" y="155"/>
                    <a:pt x="0" y="344"/>
                  </a:cubicBezTo>
                  <a:cubicBezTo>
                    <a:pt x="0" y="537"/>
                    <a:pt x="155" y="691"/>
                    <a:pt x="344" y="691"/>
                  </a:cubicBezTo>
                  <a:cubicBezTo>
                    <a:pt x="537" y="691"/>
                    <a:pt x="690" y="537"/>
                    <a:pt x="690" y="344"/>
                  </a:cubicBezTo>
                  <a:cubicBezTo>
                    <a:pt x="690" y="155"/>
                    <a:pt x="537" y="0"/>
                    <a:pt x="34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3" name="Google Shape;2073;p48"/>
            <p:cNvSpPr/>
            <p:nvPr/>
          </p:nvSpPr>
          <p:spPr>
            <a:xfrm>
              <a:off x="3058204" y="4373382"/>
              <a:ext cx="82206" cy="90401"/>
            </a:xfrm>
            <a:custGeom>
              <a:rect b="b" l="l" r="r" t="t"/>
              <a:pathLst>
                <a:path extrusionOk="0" h="353" w="321">
                  <a:moveTo>
                    <a:pt x="269" y="0"/>
                  </a:moveTo>
                  <a:cubicBezTo>
                    <a:pt x="190" y="0"/>
                    <a:pt x="115" y="36"/>
                    <a:pt x="64" y="95"/>
                  </a:cubicBezTo>
                  <a:cubicBezTo>
                    <a:pt x="24" y="142"/>
                    <a:pt x="0" y="206"/>
                    <a:pt x="0" y="268"/>
                  </a:cubicBezTo>
                  <a:cubicBezTo>
                    <a:pt x="0" y="292"/>
                    <a:pt x="5" y="316"/>
                    <a:pt x="9" y="336"/>
                  </a:cubicBezTo>
                  <a:cubicBezTo>
                    <a:pt x="12" y="346"/>
                    <a:pt x="20" y="353"/>
                    <a:pt x="30" y="353"/>
                  </a:cubicBezTo>
                  <a:cubicBezTo>
                    <a:pt x="32" y="353"/>
                    <a:pt x="34" y="352"/>
                    <a:pt x="36" y="352"/>
                  </a:cubicBezTo>
                  <a:cubicBezTo>
                    <a:pt x="48" y="352"/>
                    <a:pt x="56" y="336"/>
                    <a:pt x="52" y="328"/>
                  </a:cubicBezTo>
                  <a:cubicBezTo>
                    <a:pt x="48" y="308"/>
                    <a:pt x="44" y="288"/>
                    <a:pt x="44" y="268"/>
                  </a:cubicBezTo>
                  <a:cubicBezTo>
                    <a:pt x="44" y="217"/>
                    <a:pt x="64" y="162"/>
                    <a:pt x="100" y="123"/>
                  </a:cubicBezTo>
                  <a:cubicBezTo>
                    <a:pt x="139" y="75"/>
                    <a:pt x="206" y="44"/>
                    <a:pt x="269" y="44"/>
                  </a:cubicBezTo>
                  <a:cubicBezTo>
                    <a:pt x="277" y="44"/>
                    <a:pt x="284" y="44"/>
                    <a:pt x="297" y="48"/>
                  </a:cubicBezTo>
                  <a:cubicBezTo>
                    <a:pt x="308" y="48"/>
                    <a:pt x="317" y="40"/>
                    <a:pt x="320" y="28"/>
                  </a:cubicBezTo>
                  <a:cubicBezTo>
                    <a:pt x="320" y="17"/>
                    <a:pt x="313" y="4"/>
                    <a:pt x="300" y="4"/>
                  </a:cubicBezTo>
                  <a:cubicBezTo>
                    <a:pt x="289" y="0"/>
                    <a:pt x="281" y="0"/>
                    <a:pt x="26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4" name="Google Shape;2074;p48"/>
            <p:cNvSpPr/>
            <p:nvPr/>
          </p:nvSpPr>
          <p:spPr>
            <a:xfrm>
              <a:off x="3067424" y="4401808"/>
              <a:ext cx="71962" cy="28938"/>
            </a:xfrm>
            <a:custGeom>
              <a:rect b="b" l="l" r="r" t="t"/>
              <a:pathLst>
                <a:path extrusionOk="0" h="113" w="281">
                  <a:moveTo>
                    <a:pt x="99" y="0"/>
                  </a:moveTo>
                  <a:cubicBezTo>
                    <a:pt x="71" y="0"/>
                    <a:pt x="44" y="4"/>
                    <a:pt x="20" y="12"/>
                  </a:cubicBezTo>
                  <a:cubicBezTo>
                    <a:pt x="8" y="15"/>
                    <a:pt x="0" y="28"/>
                    <a:pt x="4" y="39"/>
                  </a:cubicBezTo>
                  <a:cubicBezTo>
                    <a:pt x="7" y="49"/>
                    <a:pt x="16" y="56"/>
                    <a:pt x="26" y="56"/>
                  </a:cubicBezTo>
                  <a:cubicBezTo>
                    <a:pt x="28" y="56"/>
                    <a:pt x="30" y="56"/>
                    <a:pt x="32" y="55"/>
                  </a:cubicBezTo>
                  <a:cubicBezTo>
                    <a:pt x="55" y="48"/>
                    <a:pt x="79" y="44"/>
                    <a:pt x="99" y="44"/>
                  </a:cubicBezTo>
                  <a:cubicBezTo>
                    <a:pt x="150" y="44"/>
                    <a:pt x="201" y="63"/>
                    <a:pt x="241" y="106"/>
                  </a:cubicBezTo>
                  <a:cubicBezTo>
                    <a:pt x="245" y="110"/>
                    <a:pt x="250" y="113"/>
                    <a:pt x="255" y="113"/>
                  </a:cubicBezTo>
                  <a:cubicBezTo>
                    <a:pt x="260" y="113"/>
                    <a:pt x="266" y="110"/>
                    <a:pt x="272" y="106"/>
                  </a:cubicBezTo>
                  <a:cubicBezTo>
                    <a:pt x="281" y="99"/>
                    <a:pt x="281" y="83"/>
                    <a:pt x="272" y="75"/>
                  </a:cubicBezTo>
                  <a:cubicBezTo>
                    <a:pt x="225" y="24"/>
                    <a:pt x="162" y="0"/>
                    <a:pt x="9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5" name="Google Shape;2075;p48"/>
            <p:cNvSpPr/>
            <p:nvPr/>
          </p:nvSpPr>
          <p:spPr>
            <a:xfrm>
              <a:off x="2374701" y="4343932"/>
              <a:ext cx="172862" cy="173119"/>
            </a:xfrm>
            <a:custGeom>
              <a:rect b="b" l="l" r="r" t="t"/>
              <a:pathLst>
                <a:path extrusionOk="0" h="676" w="675">
                  <a:moveTo>
                    <a:pt x="340" y="1"/>
                  </a:moveTo>
                  <a:cubicBezTo>
                    <a:pt x="150" y="1"/>
                    <a:pt x="1" y="155"/>
                    <a:pt x="1" y="341"/>
                  </a:cubicBezTo>
                  <a:cubicBezTo>
                    <a:pt x="1" y="525"/>
                    <a:pt x="150" y="676"/>
                    <a:pt x="340" y="676"/>
                  </a:cubicBezTo>
                  <a:cubicBezTo>
                    <a:pt x="525" y="676"/>
                    <a:pt x="675" y="525"/>
                    <a:pt x="675" y="341"/>
                  </a:cubicBezTo>
                  <a:cubicBezTo>
                    <a:pt x="675" y="155"/>
                    <a:pt x="525" y="1"/>
                    <a:pt x="34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6" name="Google Shape;2076;p48"/>
            <p:cNvSpPr/>
            <p:nvPr/>
          </p:nvSpPr>
          <p:spPr>
            <a:xfrm>
              <a:off x="2419004" y="4384650"/>
              <a:ext cx="80157" cy="88096"/>
            </a:xfrm>
            <a:custGeom>
              <a:rect b="b" l="l" r="r" t="t"/>
              <a:pathLst>
                <a:path extrusionOk="0" h="344" w="313">
                  <a:moveTo>
                    <a:pt x="21" y="0"/>
                  </a:moveTo>
                  <a:cubicBezTo>
                    <a:pt x="8" y="4"/>
                    <a:pt x="1" y="11"/>
                    <a:pt x="1" y="24"/>
                  </a:cubicBezTo>
                  <a:cubicBezTo>
                    <a:pt x="4" y="34"/>
                    <a:pt x="10" y="44"/>
                    <a:pt x="20" y="44"/>
                  </a:cubicBezTo>
                  <a:cubicBezTo>
                    <a:pt x="22" y="44"/>
                    <a:pt x="23" y="44"/>
                    <a:pt x="25" y="44"/>
                  </a:cubicBezTo>
                  <a:lnTo>
                    <a:pt x="52" y="44"/>
                  </a:lnTo>
                  <a:cubicBezTo>
                    <a:pt x="115" y="44"/>
                    <a:pt x="178" y="71"/>
                    <a:pt x="218" y="118"/>
                  </a:cubicBezTo>
                  <a:cubicBezTo>
                    <a:pt x="249" y="158"/>
                    <a:pt x="269" y="209"/>
                    <a:pt x="269" y="260"/>
                  </a:cubicBezTo>
                  <a:cubicBezTo>
                    <a:pt x="269" y="280"/>
                    <a:pt x="269" y="300"/>
                    <a:pt x="261" y="315"/>
                  </a:cubicBezTo>
                  <a:cubicBezTo>
                    <a:pt x="261" y="327"/>
                    <a:pt x="265" y="339"/>
                    <a:pt x="277" y="343"/>
                  </a:cubicBezTo>
                  <a:cubicBezTo>
                    <a:pt x="279" y="344"/>
                    <a:pt x="282" y="344"/>
                    <a:pt x="284" y="344"/>
                  </a:cubicBezTo>
                  <a:cubicBezTo>
                    <a:pt x="293" y="344"/>
                    <a:pt x="302" y="337"/>
                    <a:pt x="305" y="327"/>
                  </a:cubicBezTo>
                  <a:cubicBezTo>
                    <a:pt x="312" y="308"/>
                    <a:pt x="312" y="284"/>
                    <a:pt x="312" y="260"/>
                  </a:cubicBezTo>
                  <a:cubicBezTo>
                    <a:pt x="312" y="197"/>
                    <a:pt x="292" y="138"/>
                    <a:pt x="249" y="91"/>
                  </a:cubicBezTo>
                  <a:cubicBezTo>
                    <a:pt x="202" y="31"/>
                    <a:pt x="127" y="0"/>
                    <a:pt x="5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7" name="Google Shape;2077;p48"/>
            <p:cNvSpPr/>
            <p:nvPr/>
          </p:nvSpPr>
          <p:spPr>
            <a:xfrm>
              <a:off x="2422078" y="4414869"/>
              <a:ext cx="72986" cy="27914"/>
            </a:xfrm>
            <a:custGeom>
              <a:rect b="b" l="l" r="r" t="t"/>
              <a:pathLst>
                <a:path extrusionOk="0" h="109" w="285">
                  <a:moveTo>
                    <a:pt x="182" y="0"/>
                  </a:moveTo>
                  <a:cubicBezTo>
                    <a:pt x="147" y="0"/>
                    <a:pt x="115" y="8"/>
                    <a:pt x="87" y="20"/>
                  </a:cubicBezTo>
                  <a:cubicBezTo>
                    <a:pt x="56" y="35"/>
                    <a:pt x="32" y="51"/>
                    <a:pt x="9" y="71"/>
                  </a:cubicBezTo>
                  <a:cubicBezTo>
                    <a:pt x="0" y="79"/>
                    <a:pt x="0" y="95"/>
                    <a:pt x="9" y="103"/>
                  </a:cubicBezTo>
                  <a:cubicBezTo>
                    <a:pt x="13" y="107"/>
                    <a:pt x="18" y="109"/>
                    <a:pt x="24" y="109"/>
                  </a:cubicBezTo>
                  <a:cubicBezTo>
                    <a:pt x="30" y="109"/>
                    <a:pt x="36" y="107"/>
                    <a:pt x="40" y="103"/>
                  </a:cubicBezTo>
                  <a:cubicBezTo>
                    <a:pt x="56" y="87"/>
                    <a:pt x="80" y="71"/>
                    <a:pt x="103" y="59"/>
                  </a:cubicBezTo>
                  <a:cubicBezTo>
                    <a:pt x="127" y="51"/>
                    <a:pt x="155" y="44"/>
                    <a:pt x="182" y="44"/>
                  </a:cubicBezTo>
                  <a:cubicBezTo>
                    <a:pt x="206" y="44"/>
                    <a:pt x="229" y="48"/>
                    <a:pt x="249" y="55"/>
                  </a:cubicBezTo>
                  <a:cubicBezTo>
                    <a:pt x="252" y="58"/>
                    <a:pt x="256" y="59"/>
                    <a:pt x="259" y="59"/>
                  </a:cubicBezTo>
                  <a:cubicBezTo>
                    <a:pt x="267" y="59"/>
                    <a:pt x="275" y="52"/>
                    <a:pt x="280" y="44"/>
                  </a:cubicBezTo>
                  <a:cubicBezTo>
                    <a:pt x="284" y="35"/>
                    <a:pt x="277" y="20"/>
                    <a:pt x="269" y="16"/>
                  </a:cubicBezTo>
                  <a:cubicBezTo>
                    <a:pt x="237" y="4"/>
                    <a:pt x="209" y="0"/>
                    <a:pt x="18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8" name="Google Shape;2078;p48"/>
            <p:cNvSpPr/>
            <p:nvPr/>
          </p:nvSpPr>
          <p:spPr>
            <a:xfrm>
              <a:off x="2620035" y="4660203"/>
              <a:ext cx="56596" cy="34060"/>
            </a:xfrm>
            <a:custGeom>
              <a:rect b="b" l="l" r="r" t="t"/>
              <a:pathLst>
                <a:path extrusionOk="0" h="133" w="221">
                  <a:moveTo>
                    <a:pt x="25" y="0"/>
                  </a:moveTo>
                  <a:cubicBezTo>
                    <a:pt x="18" y="0"/>
                    <a:pt x="10" y="5"/>
                    <a:pt x="4" y="12"/>
                  </a:cubicBezTo>
                  <a:cubicBezTo>
                    <a:pt x="0" y="20"/>
                    <a:pt x="0" y="32"/>
                    <a:pt x="13" y="40"/>
                  </a:cubicBezTo>
                  <a:cubicBezTo>
                    <a:pt x="68" y="80"/>
                    <a:pt x="126" y="107"/>
                    <a:pt x="190" y="131"/>
                  </a:cubicBezTo>
                  <a:cubicBezTo>
                    <a:pt x="192" y="132"/>
                    <a:pt x="194" y="132"/>
                    <a:pt x="197" y="132"/>
                  </a:cubicBezTo>
                  <a:cubicBezTo>
                    <a:pt x="204" y="132"/>
                    <a:pt x="214" y="128"/>
                    <a:pt x="217" y="118"/>
                  </a:cubicBezTo>
                  <a:cubicBezTo>
                    <a:pt x="221" y="107"/>
                    <a:pt x="213" y="95"/>
                    <a:pt x="202" y="91"/>
                  </a:cubicBezTo>
                  <a:cubicBezTo>
                    <a:pt x="146" y="67"/>
                    <a:pt x="87" y="40"/>
                    <a:pt x="36" y="5"/>
                  </a:cubicBezTo>
                  <a:cubicBezTo>
                    <a:pt x="33" y="2"/>
                    <a:pt x="29" y="0"/>
                    <a:pt x="2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9" name="Google Shape;2079;p48"/>
            <p:cNvSpPr/>
            <p:nvPr/>
          </p:nvSpPr>
          <p:spPr>
            <a:xfrm>
              <a:off x="1291186" y="5824386"/>
              <a:ext cx="1814671" cy="2514316"/>
            </a:xfrm>
            <a:custGeom>
              <a:rect b="b" l="l" r="r" t="t"/>
              <a:pathLst>
                <a:path extrusionOk="0" h="9818" w="7086">
                  <a:moveTo>
                    <a:pt x="4529" y="0"/>
                  </a:moveTo>
                  <a:cubicBezTo>
                    <a:pt x="2750" y="0"/>
                    <a:pt x="1595" y="2253"/>
                    <a:pt x="1065" y="3716"/>
                  </a:cubicBezTo>
                  <a:cubicBezTo>
                    <a:pt x="718" y="4666"/>
                    <a:pt x="489" y="5632"/>
                    <a:pt x="281" y="6617"/>
                  </a:cubicBezTo>
                  <a:cubicBezTo>
                    <a:pt x="205" y="6968"/>
                    <a:pt x="162" y="7327"/>
                    <a:pt x="126" y="7686"/>
                  </a:cubicBezTo>
                  <a:cubicBezTo>
                    <a:pt x="107" y="7907"/>
                    <a:pt x="56" y="8128"/>
                    <a:pt x="20" y="8357"/>
                  </a:cubicBezTo>
                  <a:cubicBezTo>
                    <a:pt x="1" y="8490"/>
                    <a:pt x="28" y="8624"/>
                    <a:pt x="99" y="8743"/>
                  </a:cubicBezTo>
                  <a:cubicBezTo>
                    <a:pt x="103" y="8750"/>
                    <a:pt x="107" y="8759"/>
                    <a:pt x="115" y="8766"/>
                  </a:cubicBezTo>
                  <a:cubicBezTo>
                    <a:pt x="296" y="9054"/>
                    <a:pt x="576" y="9267"/>
                    <a:pt x="872" y="9425"/>
                  </a:cubicBezTo>
                  <a:cubicBezTo>
                    <a:pt x="1404" y="9704"/>
                    <a:pt x="1993" y="9817"/>
                    <a:pt x="2585" y="9817"/>
                  </a:cubicBezTo>
                  <a:cubicBezTo>
                    <a:pt x="2687" y="9817"/>
                    <a:pt x="2789" y="9814"/>
                    <a:pt x="2891" y="9807"/>
                  </a:cubicBezTo>
                  <a:cubicBezTo>
                    <a:pt x="3620" y="9760"/>
                    <a:pt x="4338" y="9559"/>
                    <a:pt x="5004" y="9256"/>
                  </a:cubicBezTo>
                  <a:cubicBezTo>
                    <a:pt x="5477" y="9043"/>
                    <a:pt x="6349" y="8479"/>
                    <a:pt x="6853" y="8120"/>
                  </a:cubicBezTo>
                  <a:cubicBezTo>
                    <a:pt x="6920" y="8076"/>
                    <a:pt x="6956" y="8002"/>
                    <a:pt x="6956" y="7918"/>
                  </a:cubicBezTo>
                  <a:lnTo>
                    <a:pt x="6877" y="2820"/>
                  </a:lnTo>
                  <a:lnTo>
                    <a:pt x="7086" y="2820"/>
                  </a:lnTo>
                  <a:cubicBezTo>
                    <a:pt x="7007" y="2339"/>
                    <a:pt x="6877" y="1858"/>
                    <a:pt x="6621" y="1444"/>
                  </a:cubicBezTo>
                  <a:cubicBezTo>
                    <a:pt x="6372" y="1037"/>
                    <a:pt x="5970" y="422"/>
                    <a:pt x="5524" y="226"/>
                  </a:cubicBezTo>
                  <a:cubicBezTo>
                    <a:pt x="5173" y="70"/>
                    <a:pt x="4841" y="0"/>
                    <a:pt x="4529" y="0"/>
                  </a:cubicBez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0" name="Google Shape;2080;p48"/>
            <p:cNvSpPr/>
            <p:nvPr/>
          </p:nvSpPr>
          <p:spPr>
            <a:xfrm>
              <a:off x="1289137" y="5818496"/>
              <a:ext cx="1822866" cy="2525584"/>
            </a:xfrm>
            <a:custGeom>
              <a:rect b="b" l="l" r="r" t="t"/>
              <a:pathLst>
                <a:path extrusionOk="0" h="9862" w="7118">
                  <a:moveTo>
                    <a:pt x="4539" y="43"/>
                  </a:moveTo>
                  <a:cubicBezTo>
                    <a:pt x="4846" y="43"/>
                    <a:pt x="5174" y="114"/>
                    <a:pt x="5525" y="268"/>
                  </a:cubicBezTo>
                  <a:cubicBezTo>
                    <a:pt x="5742" y="363"/>
                    <a:pt x="5951" y="564"/>
                    <a:pt x="6136" y="793"/>
                  </a:cubicBezTo>
                  <a:cubicBezTo>
                    <a:pt x="6325" y="1022"/>
                    <a:pt x="6487" y="1273"/>
                    <a:pt x="6609" y="1479"/>
                  </a:cubicBezTo>
                  <a:cubicBezTo>
                    <a:pt x="6862" y="1882"/>
                    <a:pt x="6988" y="2351"/>
                    <a:pt x="7070" y="2824"/>
                  </a:cubicBezTo>
                  <a:lnTo>
                    <a:pt x="6885" y="2824"/>
                  </a:lnTo>
                  <a:cubicBezTo>
                    <a:pt x="6881" y="2824"/>
                    <a:pt x="6873" y="2824"/>
                    <a:pt x="6870" y="2831"/>
                  </a:cubicBezTo>
                  <a:cubicBezTo>
                    <a:pt x="6866" y="2835"/>
                    <a:pt x="6866" y="2840"/>
                    <a:pt x="6866" y="2847"/>
                  </a:cubicBezTo>
                  <a:lnTo>
                    <a:pt x="6941" y="7945"/>
                  </a:lnTo>
                  <a:cubicBezTo>
                    <a:pt x="6941" y="8016"/>
                    <a:pt x="6908" y="8083"/>
                    <a:pt x="6850" y="8127"/>
                  </a:cubicBezTo>
                  <a:cubicBezTo>
                    <a:pt x="6597" y="8305"/>
                    <a:pt x="6254" y="8537"/>
                    <a:pt x="5915" y="8746"/>
                  </a:cubicBezTo>
                  <a:cubicBezTo>
                    <a:pt x="5576" y="8959"/>
                    <a:pt x="5237" y="9152"/>
                    <a:pt x="5004" y="9259"/>
                  </a:cubicBezTo>
                  <a:cubicBezTo>
                    <a:pt x="4342" y="9559"/>
                    <a:pt x="3625" y="9763"/>
                    <a:pt x="2899" y="9807"/>
                  </a:cubicBezTo>
                  <a:cubicBezTo>
                    <a:pt x="2797" y="9814"/>
                    <a:pt x="2697" y="9819"/>
                    <a:pt x="2595" y="9819"/>
                  </a:cubicBezTo>
                  <a:cubicBezTo>
                    <a:pt x="2004" y="9819"/>
                    <a:pt x="1416" y="9708"/>
                    <a:pt x="892" y="9428"/>
                  </a:cubicBezTo>
                  <a:cubicBezTo>
                    <a:pt x="596" y="9270"/>
                    <a:pt x="320" y="9062"/>
                    <a:pt x="138" y="8778"/>
                  </a:cubicBezTo>
                  <a:cubicBezTo>
                    <a:pt x="134" y="8769"/>
                    <a:pt x="131" y="8762"/>
                    <a:pt x="127" y="8754"/>
                  </a:cubicBezTo>
                  <a:cubicBezTo>
                    <a:pt x="71" y="8667"/>
                    <a:pt x="44" y="8565"/>
                    <a:pt x="44" y="8462"/>
                  </a:cubicBezTo>
                  <a:cubicBezTo>
                    <a:pt x="44" y="8434"/>
                    <a:pt x="47" y="8407"/>
                    <a:pt x="52" y="8380"/>
                  </a:cubicBezTo>
                  <a:cubicBezTo>
                    <a:pt x="83" y="8158"/>
                    <a:pt x="134" y="7934"/>
                    <a:pt x="158" y="7709"/>
                  </a:cubicBezTo>
                  <a:cubicBezTo>
                    <a:pt x="189" y="7350"/>
                    <a:pt x="237" y="6995"/>
                    <a:pt x="312" y="6644"/>
                  </a:cubicBezTo>
                  <a:cubicBezTo>
                    <a:pt x="517" y="5659"/>
                    <a:pt x="750" y="4693"/>
                    <a:pt x="1093" y="3746"/>
                  </a:cubicBezTo>
                  <a:cubicBezTo>
                    <a:pt x="1357" y="3017"/>
                    <a:pt x="1779" y="2090"/>
                    <a:pt x="2355" y="1344"/>
                  </a:cubicBezTo>
                  <a:cubicBezTo>
                    <a:pt x="2642" y="974"/>
                    <a:pt x="2970" y="647"/>
                    <a:pt x="3332" y="418"/>
                  </a:cubicBezTo>
                  <a:cubicBezTo>
                    <a:pt x="3696" y="185"/>
                    <a:pt x="4098" y="43"/>
                    <a:pt x="4539" y="43"/>
                  </a:cubicBezTo>
                  <a:close/>
                  <a:moveTo>
                    <a:pt x="4539" y="1"/>
                  </a:moveTo>
                  <a:cubicBezTo>
                    <a:pt x="4089" y="1"/>
                    <a:pt x="3679" y="143"/>
                    <a:pt x="3309" y="379"/>
                  </a:cubicBezTo>
                  <a:cubicBezTo>
                    <a:pt x="2753" y="734"/>
                    <a:pt x="2291" y="1297"/>
                    <a:pt x="1916" y="1908"/>
                  </a:cubicBezTo>
                  <a:cubicBezTo>
                    <a:pt x="1538" y="2520"/>
                    <a:pt x="1250" y="3182"/>
                    <a:pt x="1053" y="3730"/>
                  </a:cubicBezTo>
                  <a:cubicBezTo>
                    <a:pt x="706" y="4680"/>
                    <a:pt x="473" y="5650"/>
                    <a:pt x="269" y="6636"/>
                  </a:cubicBezTo>
                  <a:cubicBezTo>
                    <a:pt x="194" y="6991"/>
                    <a:pt x="147" y="7346"/>
                    <a:pt x="115" y="7705"/>
                  </a:cubicBezTo>
                  <a:cubicBezTo>
                    <a:pt x="95" y="7926"/>
                    <a:pt x="44" y="8147"/>
                    <a:pt x="9" y="8376"/>
                  </a:cubicBezTo>
                  <a:cubicBezTo>
                    <a:pt x="5" y="8403"/>
                    <a:pt x="0" y="8434"/>
                    <a:pt x="0" y="8462"/>
                  </a:cubicBezTo>
                  <a:cubicBezTo>
                    <a:pt x="0" y="8573"/>
                    <a:pt x="32" y="8683"/>
                    <a:pt x="87" y="8778"/>
                  </a:cubicBezTo>
                  <a:cubicBezTo>
                    <a:pt x="91" y="8786"/>
                    <a:pt x="99" y="8793"/>
                    <a:pt x="103" y="8802"/>
                  </a:cubicBezTo>
                  <a:cubicBezTo>
                    <a:pt x="289" y="9093"/>
                    <a:pt x="573" y="9306"/>
                    <a:pt x="872" y="9468"/>
                  </a:cubicBezTo>
                  <a:cubicBezTo>
                    <a:pt x="1404" y="9748"/>
                    <a:pt x="2000" y="9862"/>
                    <a:pt x="2595" y="9862"/>
                  </a:cubicBezTo>
                  <a:cubicBezTo>
                    <a:pt x="2697" y="9862"/>
                    <a:pt x="2800" y="9858"/>
                    <a:pt x="2903" y="9850"/>
                  </a:cubicBezTo>
                  <a:cubicBezTo>
                    <a:pt x="3636" y="9807"/>
                    <a:pt x="4353" y="9601"/>
                    <a:pt x="5020" y="9298"/>
                  </a:cubicBezTo>
                  <a:cubicBezTo>
                    <a:pt x="5261" y="9192"/>
                    <a:pt x="5596" y="8998"/>
                    <a:pt x="5938" y="8786"/>
                  </a:cubicBezTo>
                  <a:cubicBezTo>
                    <a:pt x="6278" y="8573"/>
                    <a:pt x="6621" y="8340"/>
                    <a:pt x="6873" y="8163"/>
                  </a:cubicBezTo>
                  <a:cubicBezTo>
                    <a:pt x="6944" y="8111"/>
                    <a:pt x="6984" y="8032"/>
                    <a:pt x="6984" y="7945"/>
                  </a:cubicBezTo>
                  <a:lnTo>
                    <a:pt x="6984" y="7941"/>
                  </a:lnTo>
                  <a:lnTo>
                    <a:pt x="6909" y="2867"/>
                  </a:lnTo>
                  <a:lnTo>
                    <a:pt x="7094" y="2867"/>
                  </a:lnTo>
                  <a:cubicBezTo>
                    <a:pt x="7102" y="2867"/>
                    <a:pt x="7110" y="2863"/>
                    <a:pt x="7114" y="2859"/>
                  </a:cubicBezTo>
                  <a:cubicBezTo>
                    <a:pt x="7118" y="2855"/>
                    <a:pt x="7118" y="2847"/>
                    <a:pt x="7118" y="2843"/>
                  </a:cubicBezTo>
                  <a:cubicBezTo>
                    <a:pt x="7035" y="2358"/>
                    <a:pt x="6905" y="1873"/>
                    <a:pt x="6648" y="1455"/>
                  </a:cubicBezTo>
                  <a:cubicBezTo>
                    <a:pt x="6522" y="1250"/>
                    <a:pt x="6360" y="994"/>
                    <a:pt x="6171" y="765"/>
                  </a:cubicBezTo>
                  <a:cubicBezTo>
                    <a:pt x="5982" y="532"/>
                    <a:pt x="5769" y="327"/>
                    <a:pt x="5541" y="229"/>
                  </a:cubicBezTo>
                  <a:cubicBezTo>
                    <a:pt x="5190" y="72"/>
                    <a:pt x="4855" y="1"/>
                    <a:pt x="453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1" name="Google Shape;2081;p48"/>
            <p:cNvSpPr/>
            <p:nvPr/>
          </p:nvSpPr>
          <p:spPr>
            <a:xfrm>
              <a:off x="2790591" y="5185186"/>
              <a:ext cx="182082" cy="266848"/>
            </a:xfrm>
            <a:custGeom>
              <a:rect b="b" l="l" r="r" t="t"/>
              <a:pathLst>
                <a:path extrusionOk="0" h="1042" w="711">
                  <a:moveTo>
                    <a:pt x="214" y="0"/>
                  </a:moveTo>
                  <a:cubicBezTo>
                    <a:pt x="207" y="0"/>
                    <a:pt x="201" y="0"/>
                    <a:pt x="194" y="1"/>
                  </a:cubicBezTo>
                  <a:cubicBezTo>
                    <a:pt x="9" y="21"/>
                    <a:pt x="1" y="273"/>
                    <a:pt x="24" y="415"/>
                  </a:cubicBezTo>
                  <a:cubicBezTo>
                    <a:pt x="52" y="549"/>
                    <a:pt x="111" y="671"/>
                    <a:pt x="175" y="794"/>
                  </a:cubicBezTo>
                  <a:cubicBezTo>
                    <a:pt x="206" y="856"/>
                    <a:pt x="237" y="920"/>
                    <a:pt x="288" y="971"/>
                  </a:cubicBezTo>
                  <a:cubicBezTo>
                    <a:pt x="328" y="1010"/>
                    <a:pt x="387" y="1042"/>
                    <a:pt x="444" y="1042"/>
                  </a:cubicBezTo>
                  <a:cubicBezTo>
                    <a:pt x="455" y="1042"/>
                    <a:pt x="467" y="1041"/>
                    <a:pt x="478" y="1038"/>
                  </a:cubicBezTo>
                  <a:cubicBezTo>
                    <a:pt x="490" y="1038"/>
                    <a:pt x="497" y="1034"/>
                    <a:pt x="510" y="1030"/>
                  </a:cubicBezTo>
                  <a:cubicBezTo>
                    <a:pt x="596" y="994"/>
                    <a:pt x="648" y="892"/>
                    <a:pt x="672" y="794"/>
                  </a:cubicBezTo>
                  <a:cubicBezTo>
                    <a:pt x="710" y="608"/>
                    <a:pt x="703" y="407"/>
                    <a:pt x="604" y="245"/>
                  </a:cubicBezTo>
                  <a:cubicBezTo>
                    <a:pt x="528" y="121"/>
                    <a:pt x="370" y="0"/>
                    <a:pt x="21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2" name="Google Shape;2082;p48"/>
            <p:cNvSpPr/>
            <p:nvPr/>
          </p:nvSpPr>
          <p:spPr>
            <a:xfrm>
              <a:off x="2189804" y="5080702"/>
              <a:ext cx="802338" cy="949079"/>
            </a:xfrm>
            <a:custGeom>
              <a:rect b="b" l="l" r="r" t="t"/>
              <a:pathLst>
                <a:path extrusionOk="0" h="3706" w="3133">
                  <a:moveTo>
                    <a:pt x="1685" y="0"/>
                  </a:moveTo>
                  <a:cubicBezTo>
                    <a:pt x="1299" y="0"/>
                    <a:pt x="927" y="187"/>
                    <a:pt x="754" y="578"/>
                  </a:cubicBezTo>
                  <a:cubicBezTo>
                    <a:pt x="466" y="1217"/>
                    <a:pt x="336" y="1915"/>
                    <a:pt x="230" y="2605"/>
                  </a:cubicBezTo>
                  <a:cubicBezTo>
                    <a:pt x="182" y="2913"/>
                    <a:pt x="127" y="3224"/>
                    <a:pt x="1" y="3492"/>
                  </a:cubicBezTo>
                  <a:cubicBezTo>
                    <a:pt x="64" y="3524"/>
                    <a:pt x="127" y="3552"/>
                    <a:pt x="190" y="3575"/>
                  </a:cubicBezTo>
                  <a:cubicBezTo>
                    <a:pt x="412" y="3663"/>
                    <a:pt x="647" y="3706"/>
                    <a:pt x="883" y="3706"/>
                  </a:cubicBezTo>
                  <a:cubicBezTo>
                    <a:pt x="1020" y="3706"/>
                    <a:pt x="1158" y="3691"/>
                    <a:pt x="1294" y="3662"/>
                  </a:cubicBezTo>
                  <a:cubicBezTo>
                    <a:pt x="1389" y="3642"/>
                    <a:pt x="1484" y="3615"/>
                    <a:pt x="1578" y="3587"/>
                  </a:cubicBezTo>
                  <a:cubicBezTo>
                    <a:pt x="1664" y="3555"/>
                    <a:pt x="1724" y="3477"/>
                    <a:pt x="1735" y="3386"/>
                  </a:cubicBezTo>
                  <a:cubicBezTo>
                    <a:pt x="1779" y="3007"/>
                    <a:pt x="1842" y="2664"/>
                    <a:pt x="1873" y="2664"/>
                  </a:cubicBezTo>
                  <a:cubicBezTo>
                    <a:pt x="1882" y="2664"/>
                    <a:pt x="1890" y="2664"/>
                    <a:pt x="1898" y="2664"/>
                  </a:cubicBezTo>
                  <a:cubicBezTo>
                    <a:pt x="2911" y="2664"/>
                    <a:pt x="3132" y="1239"/>
                    <a:pt x="2702" y="555"/>
                  </a:cubicBezTo>
                  <a:cubicBezTo>
                    <a:pt x="2476" y="191"/>
                    <a:pt x="2073" y="0"/>
                    <a:pt x="1685" y="0"/>
                  </a:cubicBezTo>
                  <a:close/>
                </a:path>
              </a:pathLst>
            </a:custGeom>
            <a:solidFill>
              <a:schemeClr val="accent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3" name="Google Shape;2083;p48"/>
            <p:cNvSpPr/>
            <p:nvPr/>
          </p:nvSpPr>
          <p:spPr>
            <a:xfrm>
              <a:off x="2183914" y="5075324"/>
              <a:ext cx="756497" cy="959323"/>
            </a:xfrm>
            <a:custGeom>
              <a:rect b="b" l="l" r="r" t="t"/>
              <a:pathLst>
                <a:path extrusionOk="0" h="3746" w="2954">
                  <a:moveTo>
                    <a:pt x="1707" y="44"/>
                  </a:moveTo>
                  <a:cubicBezTo>
                    <a:pt x="1900" y="44"/>
                    <a:pt x="2094" y="91"/>
                    <a:pt x="2267" y="182"/>
                  </a:cubicBezTo>
                  <a:cubicBezTo>
                    <a:pt x="2441" y="272"/>
                    <a:pt x="2595" y="406"/>
                    <a:pt x="2705" y="584"/>
                  </a:cubicBezTo>
                  <a:cubicBezTo>
                    <a:pt x="2839" y="801"/>
                    <a:pt x="2910" y="1092"/>
                    <a:pt x="2910" y="1388"/>
                  </a:cubicBezTo>
                  <a:cubicBezTo>
                    <a:pt x="2910" y="1704"/>
                    <a:pt x="2831" y="2022"/>
                    <a:pt x="2666" y="2264"/>
                  </a:cubicBezTo>
                  <a:cubicBezTo>
                    <a:pt x="2586" y="2386"/>
                    <a:pt x="2484" y="2484"/>
                    <a:pt x="2358" y="2555"/>
                  </a:cubicBezTo>
                  <a:cubicBezTo>
                    <a:pt x="2236" y="2622"/>
                    <a:pt x="2090" y="2666"/>
                    <a:pt x="1920" y="2666"/>
                  </a:cubicBezTo>
                  <a:lnTo>
                    <a:pt x="1896" y="2666"/>
                  </a:lnTo>
                  <a:cubicBezTo>
                    <a:pt x="1889" y="2666"/>
                    <a:pt x="1885" y="2666"/>
                    <a:pt x="1881" y="2670"/>
                  </a:cubicBezTo>
                  <a:cubicBezTo>
                    <a:pt x="1877" y="2674"/>
                    <a:pt x="1873" y="2677"/>
                    <a:pt x="1869" y="2681"/>
                  </a:cubicBezTo>
                  <a:cubicBezTo>
                    <a:pt x="1865" y="2693"/>
                    <a:pt x="1858" y="2705"/>
                    <a:pt x="1853" y="2721"/>
                  </a:cubicBezTo>
                  <a:cubicBezTo>
                    <a:pt x="1845" y="2748"/>
                    <a:pt x="1838" y="2784"/>
                    <a:pt x="1826" y="2827"/>
                  </a:cubicBezTo>
                  <a:cubicBezTo>
                    <a:pt x="1798" y="2965"/>
                    <a:pt x="1763" y="3178"/>
                    <a:pt x="1739" y="3407"/>
                  </a:cubicBezTo>
                  <a:cubicBezTo>
                    <a:pt x="1727" y="3489"/>
                    <a:pt x="1672" y="3560"/>
                    <a:pt x="1593" y="3584"/>
                  </a:cubicBezTo>
                  <a:cubicBezTo>
                    <a:pt x="1503" y="3616"/>
                    <a:pt x="1408" y="3644"/>
                    <a:pt x="1309" y="3663"/>
                  </a:cubicBezTo>
                  <a:cubicBezTo>
                    <a:pt x="1179" y="3691"/>
                    <a:pt x="1045" y="3702"/>
                    <a:pt x="911" y="3702"/>
                  </a:cubicBezTo>
                  <a:cubicBezTo>
                    <a:pt x="675" y="3702"/>
                    <a:pt x="442" y="3663"/>
                    <a:pt x="221" y="3576"/>
                  </a:cubicBezTo>
                  <a:cubicBezTo>
                    <a:pt x="165" y="3555"/>
                    <a:pt x="108" y="3531"/>
                    <a:pt x="55" y="3504"/>
                  </a:cubicBezTo>
                  <a:lnTo>
                    <a:pt x="55" y="3504"/>
                  </a:lnTo>
                  <a:cubicBezTo>
                    <a:pt x="175" y="3236"/>
                    <a:pt x="226" y="2931"/>
                    <a:pt x="273" y="2626"/>
                  </a:cubicBezTo>
                  <a:cubicBezTo>
                    <a:pt x="382" y="1940"/>
                    <a:pt x="509" y="1246"/>
                    <a:pt x="797" y="608"/>
                  </a:cubicBezTo>
                  <a:cubicBezTo>
                    <a:pt x="879" y="418"/>
                    <a:pt x="1014" y="276"/>
                    <a:pt x="1175" y="182"/>
                  </a:cubicBezTo>
                  <a:cubicBezTo>
                    <a:pt x="1332" y="91"/>
                    <a:pt x="1518" y="44"/>
                    <a:pt x="1707" y="44"/>
                  </a:cubicBezTo>
                  <a:close/>
                  <a:moveTo>
                    <a:pt x="1707" y="0"/>
                  </a:moveTo>
                  <a:cubicBezTo>
                    <a:pt x="1510" y="0"/>
                    <a:pt x="1317" y="47"/>
                    <a:pt x="1152" y="146"/>
                  </a:cubicBezTo>
                  <a:cubicBezTo>
                    <a:pt x="986" y="240"/>
                    <a:pt x="844" y="390"/>
                    <a:pt x="757" y="588"/>
                  </a:cubicBezTo>
                  <a:cubicBezTo>
                    <a:pt x="469" y="1234"/>
                    <a:pt x="339" y="1933"/>
                    <a:pt x="229" y="2622"/>
                  </a:cubicBezTo>
                  <a:cubicBezTo>
                    <a:pt x="182" y="2930"/>
                    <a:pt x="131" y="3238"/>
                    <a:pt x="4" y="3502"/>
                  </a:cubicBezTo>
                  <a:cubicBezTo>
                    <a:pt x="0" y="3513"/>
                    <a:pt x="4" y="3525"/>
                    <a:pt x="16" y="3533"/>
                  </a:cubicBezTo>
                  <a:cubicBezTo>
                    <a:pt x="79" y="3565"/>
                    <a:pt x="142" y="3592"/>
                    <a:pt x="205" y="3616"/>
                  </a:cubicBezTo>
                  <a:cubicBezTo>
                    <a:pt x="433" y="3702"/>
                    <a:pt x="670" y="3746"/>
                    <a:pt x="911" y="3746"/>
                  </a:cubicBezTo>
                  <a:cubicBezTo>
                    <a:pt x="1045" y="3746"/>
                    <a:pt x="1183" y="3734"/>
                    <a:pt x="1321" y="3707"/>
                  </a:cubicBezTo>
                  <a:cubicBezTo>
                    <a:pt x="1416" y="3683"/>
                    <a:pt x="1514" y="3660"/>
                    <a:pt x="1609" y="3627"/>
                  </a:cubicBezTo>
                  <a:cubicBezTo>
                    <a:pt x="1703" y="3596"/>
                    <a:pt x="1771" y="3509"/>
                    <a:pt x="1782" y="3411"/>
                  </a:cubicBezTo>
                  <a:cubicBezTo>
                    <a:pt x="1802" y="3221"/>
                    <a:pt x="1829" y="3040"/>
                    <a:pt x="1853" y="2910"/>
                  </a:cubicBezTo>
                  <a:cubicBezTo>
                    <a:pt x="1865" y="2843"/>
                    <a:pt x="1881" y="2788"/>
                    <a:pt x="1889" y="2752"/>
                  </a:cubicBezTo>
                  <a:cubicBezTo>
                    <a:pt x="1896" y="2732"/>
                    <a:pt x="1900" y="2717"/>
                    <a:pt x="1905" y="2709"/>
                  </a:cubicBezTo>
                  <a:lnTo>
                    <a:pt x="1920" y="2709"/>
                  </a:lnTo>
                  <a:cubicBezTo>
                    <a:pt x="2098" y="2709"/>
                    <a:pt x="2248" y="2666"/>
                    <a:pt x="2382" y="2590"/>
                  </a:cubicBezTo>
                  <a:cubicBezTo>
                    <a:pt x="2575" y="2481"/>
                    <a:pt x="2721" y="2303"/>
                    <a:pt x="2815" y="2090"/>
                  </a:cubicBezTo>
                  <a:cubicBezTo>
                    <a:pt x="2910" y="1877"/>
                    <a:pt x="2954" y="1629"/>
                    <a:pt x="2954" y="1388"/>
                  </a:cubicBezTo>
                  <a:cubicBezTo>
                    <a:pt x="2954" y="1085"/>
                    <a:pt x="2883" y="788"/>
                    <a:pt x="2744" y="564"/>
                  </a:cubicBezTo>
                  <a:cubicBezTo>
                    <a:pt x="2626" y="379"/>
                    <a:pt x="2468" y="237"/>
                    <a:pt x="2287" y="142"/>
                  </a:cubicBezTo>
                  <a:cubicBezTo>
                    <a:pt x="2106" y="47"/>
                    <a:pt x="1905" y="0"/>
                    <a:pt x="1707"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4" name="Google Shape;2084;p48"/>
            <p:cNvSpPr/>
            <p:nvPr/>
          </p:nvSpPr>
          <p:spPr>
            <a:xfrm>
              <a:off x="1669686" y="5018472"/>
              <a:ext cx="1288914" cy="1140380"/>
            </a:xfrm>
            <a:custGeom>
              <a:rect b="b" l="l" r="r" t="t"/>
              <a:pathLst>
                <a:path extrusionOk="0" h="4453" w="5033">
                  <a:moveTo>
                    <a:pt x="3607" y="1"/>
                  </a:moveTo>
                  <a:cubicBezTo>
                    <a:pt x="3265" y="1"/>
                    <a:pt x="2953" y="107"/>
                    <a:pt x="2654" y="360"/>
                  </a:cubicBezTo>
                  <a:cubicBezTo>
                    <a:pt x="2264" y="699"/>
                    <a:pt x="2000" y="1161"/>
                    <a:pt x="1633" y="1523"/>
                  </a:cubicBezTo>
                  <a:cubicBezTo>
                    <a:pt x="1302" y="1855"/>
                    <a:pt x="892" y="2099"/>
                    <a:pt x="569" y="2434"/>
                  </a:cubicBezTo>
                  <a:cubicBezTo>
                    <a:pt x="241" y="2773"/>
                    <a:pt x="1" y="3247"/>
                    <a:pt x="123" y="3700"/>
                  </a:cubicBezTo>
                  <a:cubicBezTo>
                    <a:pt x="247" y="4159"/>
                    <a:pt x="734" y="4452"/>
                    <a:pt x="1211" y="4452"/>
                  </a:cubicBezTo>
                  <a:cubicBezTo>
                    <a:pt x="1238" y="4452"/>
                    <a:pt x="1264" y="4451"/>
                    <a:pt x="1291" y="4449"/>
                  </a:cubicBezTo>
                  <a:cubicBezTo>
                    <a:pt x="1788" y="4410"/>
                    <a:pt x="2233" y="4090"/>
                    <a:pt x="2532" y="3688"/>
                  </a:cubicBezTo>
                  <a:cubicBezTo>
                    <a:pt x="2951" y="3125"/>
                    <a:pt x="3053" y="2528"/>
                    <a:pt x="3199" y="1878"/>
                  </a:cubicBezTo>
                  <a:cubicBezTo>
                    <a:pt x="3404" y="1878"/>
                    <a:pt x="3601" y="1815"/>
                    <a:pt x="3795" y="1756"/>
                  </a:cubicBezTo>
                  <a:cubicBezTo>
                    <a:pt x="4169" y="1645"/>
                    <a:pt x="4962" y="1274"/>
                    <a:pt x="4997" y="806"/>
                  </a:cubicBezTo>
                  <a:cubicBezTo>
                    <a:pt x="5033" y="348"/>
                    <a:pt x="4394" y="131"/>
                    <a:pt x="4050" y="53"/>
                  </a:cubicBezTo>
                  <a:cubicBezTo>
                    <a:pt x="3896" y="19"/>
                    <a:pt x="3749" y="1"/>
                    <a:pt x="3607"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5" name="Google Shape;2085;p48"/>
            <p:cNvSpPr/>
            <p:nvPr/>
          </p:nvSpPr>
          <p:spPr>
            <a:xfrm>
              <a:off x="1686844" y="5012582"/>
              <a:ext cx="1268682" cy="1151648"/>
            </a:xfrm>
            <a:custGeom>
              <a:rect b="b" l="l" r="r" t="t"/>
              <a:pathLst>
                <a:path extrusionOk="0" h="4497" w="4954">
                  <a:moveTo>
                    <a:pt x="3538" y="44"/>
                  </a:moveTo>
                  <a:cubicBezTo>
                    <a:pt x="3676" y="44"/>
                    <a:pt x="3826" y="63"/>
                    <a:pt x="3976" y="99"/>
                  </a:cubicBezTo>
                  <a:cubicBezTo>
                    <a:pt x="4141" y="134"/>
                    <a:pt x="4378" y="205"/>
                    <a:pt x="4571" y="320"/>
                  </a:cubicBezTo>
                  <a:cubicBezTo>
                    <a:pt x="4666" y="375"/>
                    <a:pt x="4753" y="446"/>
                    <a:pt x="4811" y="525"/>
                  </a:cubicBezTo>
                  <a:cubicBezTo>
                    <a:pt x="4875" y="604"/>
                    <a:pt x="4911" y="691"/>
                    <a:pt x="4911" y="797"/>
                  </a:cubicBezTo>
                  <a:cubicBezTo>
                    <a:pt x="4911" y="805"/>
                    <a:pt x="4911" y="817"/>
                    <a:pt x="4906" y="829"/>
                  </a:cubicBezTo>
                  <a:cubicBezTo>
                    <a:pt x="4898" y="939"/>
                    <a:pt x="4847" y="1046"/>
                    <a:pt x="4764" y="1148"/>
                  </a:cubicBezTo>
                  <a:cubicBezTo>
                    <a:pt x="4638" y="1297"/>
                    <a:pt x="4449" y="1428"/>
                    <a:pt x="4252" y="1534"/>
                  </a:cubicBezTo>
                  <a:cubicBezTo>
                    <a:pt x="4059" y="1641"/>
                    <a:pt x="3861" y="1716"/>
                    <a:pt x="3723" y="1759"/>
                  </a:cubicBezTo>
                  <a:cubicBezTo>
                    <a:pt x="3526" y="1814"/>
                    <a:pt x="3333" y="1878"/>
                    <a:pt x="3132" y="1881"/>
                  </a:cubicBezTo>
                  <a:cubicBezTo>
                    <a:pt x="3124" y="1881"/>
                    <a:pt x="3116" y="1885"/>
                    <a:pt x="3113" y="1897"/>
                  </a:cubicBezTo>
                  <a:cubicBezTo>
                    <a:pt x="3037" y="2220"/>
                    <a:pt x="2978" y="2532"/>
                    <a:pt x="2880" y="2831"/>
                  </a:cubicBezTo>
                  <a:cubicBezTo>
                    <a:pt x="2785" y="3131"/>
                    <a:pt x="2655" y="3419"/>
                    <a:pt x="2450" y="3696"/>
                  </a:cubicBezTo>
                  <a:cubicBezTo>
                    <a:pt x="2300" y="3896"/>
                    <a:pt x="2114" y="4074"/>
                    <a:pt x="1906" y="4207"/>
                  </a:cubicBezTo>
                  <a:cubicBezTo>
                    <a:pt x="1701" y="4342"/>
                    <a:pt x="1468" y="4429"/>
                    <a:pt x="1220" y="4449"/>
                  </a:cubicBezTo>
                  <a:cubicBezTo>
                    <a:pt x="1192" y="4453"/>
                    <a:pt x="1164" y="4453"/>
                    <a:pt x="1137" y="4453"/>
                  </a:cubicBezTo>
                  <a:cubicBezTo>
                    <a:pt x="904" y="4453"/>
                    <a:pt x="667" y="4378"/>
                    <a:pt x="474" y="4251"/>
                  </a:cubicBezTo>
                  <a:cubicBezTo>
                    <a:pt x="285" y="4121"/>
                    <a:pt x="135" y="3940"/>
                    <a:pt x="76" y="3715"/>
                  </a:cubicBezTo>
                  <a:cubicBezTo>
                    <a:pt x="56" y="3636"/>
                    <a:pt x="45" y="3557"/>
                    <a:pt x="45" y="3479"/>
                  </a:cubicBezTo>
                  <a:cubicBezTo>
                    <a:pt x="45" y="3297"/>
                    <a:pt x="96" y="3112"/>
                    <a:pt x="183" y="2942"/>
                  </a:cubicBezTo>
                  <a:cubicBezTo>
                    <a:pt x="265" y="2769"/>
                    <a:pt x="383" y="2611"/>
                    <a:pt x="518" y="2473"/>
                  </a:cubicBezTo>
                  <a:cubicBezTo>
                    <a:pt x="837" y="2142"/>
                    <a:pt x="1247" y="1894"/>
                    <a:pt x="1582" y="1562"/>
                  </a:cubicBezTo>
                  <a:cubicBezTo>
                    <a:pt x="1768" y="1381"/>
                    <a:pt x="1925" y="1172"/>
                    <a:pt x="2087" y="971"/>
                  </a:cubicBezTo>
                  <a:cubicBezTo>
                    <a:pt x="2245" y="766"/>
                    <a:pt x="2410" y="569"/>
                    <a:pt x="2603" y="403"/>
                  </a:cubicBezTo>
                  <a:cubicBezTo>
                    <a:pt x="2895" y="150"/>
                    <a:pt x="3199" y="44"/>
                    <a:pt x="3538" y="44"/>
                  </a:cubicBezTo>
                  <a:close/>
                  <a:moveTo>
                    <a:pt x="3538" y="1"/>
                  </a:moveTo>
                  <a:cubicBezTo>
                    <a:pt x="3191" y="1"/>
                    <a:pt x="2871" y="111"/>
                    <a:pt x="2576" y="367"/>
                  </a:cubicBezTo>
                  <a:cubicBezTo>
                    <a:pt x="2379" y="537"/>
                    <a:pt x="2214" y="738"/>
                    <a:pt x="2052" y="943"/>
                  </a:cubicBezTo>
                  <a:cubicBezTo>
                    <a:pt x="1890" y="1144"/>
                    <a:pt x="1732" y="1350"/>
                    <a:pt x="1551" y="1530"/>
                  </a:cubicBezTo>
                  <a:cubicBezTo>
                    <a:pt x="1220" y="1858"/>
                    <a:pt x="813" y="2107"/>
                    <a:pt x="486" y="2442"/>
                  </a:cubicBezTo>
                  <a:cubicBezTo>
                    <a:pt x="348" y="2584"/>
                    <a:pt x="230" y="2745"/>
                    <a:pt x="143" y="2922"/>
                  </a:cubicBezTo>
                  <a:cubicBezTo>
                    <a:pt x="56" y="3096"/>
                    <a:pt x="1" y="3285"/>
                    <a:pt x="1" y="3479"/>
                  </a:cubicBezTo>
                  <a:cubicBezTo>
                    <a:pt x="1" y="3561"/>
                    <a:pt x="13" y="3644"/>
                    <a:pt x="32" y="3727"/>
                  </a:cubicBezTo>
                  <a:cubicBezTo>
                    <a:pt x="96" y="3963"/>
                    <a:pt x="254" y="4153"/>
                    <a:pt x="451" y="4287"/>
                  </a:cubicBezTo>
                  <a:cubicBezTo>
                    <a:pt x="652" y="4420"/>
                    <a:pt x="896" y="4496"/>
                    <a:pt x="1137" y="4496"/>
                  </a:cubicBezTo>
                  <a:cubicBezTo>
                    <a:pt x="1164" y="4496"/>
                    <a:pt x="1196" y="4496"/>
                    <a:pt x="1224" y="4491"/>
                  </a:cubicBezTo>
                  <a:cubicBezTo>
                    <a:pt x="1475" y="4472"/>
                    <a:pt x="1717" y="4382"/>
                    <a:pt x="1930" y="4243"/>
                  </a:cubicBezTo>
                  <a:cubicBezTo>
                    <a:pt x="2146" y="4109"/>
                    <a:pt x="2332" y="3928"/>
                    <a:pt x="2485" y="3723"/>
                  </a:cubicBezTo>
                  <a:cubicBezTo>
                    <a:pt x="2694" y="3439"/>
                    <a:pt x="2824" y="3148"/>
                    <a:pt x="2923" y="2844"/>
                  </a:cubicBezTo>
                  <a:cubicBezTo>
                    <a:pt x="3016" y="2550"/>
                    <a:pt x="3078" y="2245"/>
                    <a:pt x="3151" y="1924"/>
                  </a:cubicBezTo>
                  <a:lnTo>
                    <a:pt x="3151" y="1924"/>
                  </a:lnTo>
                  <a:cubicBezTo>
                    <a:pt x="3356" y="1917"/>
                    <a:pt x="3548" y="1856"/>
                    <a:pt x="3735" y="1799"/>
                  </a:cubicBezTo>
                  <a:cubicBezTo>
                    <a:pt x="3925" y="1743"/>
                    <a:pt x="4216" y="1621"/>
                    <a:pt x="4469" y="1456"/>
                  </a:cubicBezTo>
                  <a:cubicBezTo>
                    <a:pt x="4595" y="1373"/>
                    <a:pt x="4709" y="1279"/>
                    <a:pt x="4796" y="1175"/>
                  </a:cubicBezTo>
                  <a:cubicBezTo>
                    <a:pt x="4882" y="1069"/>
                    <a:pt x="4942" y="955"/>
                    <a:pt x="4949" y="833"/>
                  </a:cubicBezTo>
                  <a:cubicBezTo>
                    <a:pt x="4953" y="821"/>
                    <a:pt x="4953" y="809"/>
                    <a:pt x="4953" y="797"/>
                  </a:cubicBezTo>
                  <a:cubicBezTo>
                    <a:pt x="4953" y="682"/>
                    <a:pt x="4914" y="580"/>
                    <a:pt x="4847" y="498"/>
                  </a:cubicBezTo>
                  <a:cubicBezTo>
                    <a:pt x="4749" y="371"/>
                    <a:pt x="4598" y="273"/>
                    <a:pt x="4437" y="202"/>
                  </a:cubicBezTo>
                  <a:cubicBezTo>
                    <a:pt x="4279" y="131"/>
                    <a:pt x="4114" y="83"/>
                    <a:pt x="3988" y="56"/>
                  </a:cubicBezTo>
                  <a:cubicBezTo>
                    <a:pt x="3830" y="20"/>
                    <a:pt x="3680" y="1"/>
                    <a:pt x="3538"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6" name="Google Shape;2086;p48"/>
            <p:cNvSpPr/>
            <p:nvPr/>
          </p:nvSpPr>
          <p:spPr>
            <a:xfrm>
              <a:off x="2453577" y="5407216"/>
              <a:ext cx="174655" cy="166460"/>
            </a:xfrm>
            <a:custGeom>
              <a:rect b="b" l="l" r="r" t="t"/>
              <a:pathLst>
                <a:path extrusionOk="0" h="650" w="682">
                  <a:moveTo>
                    <a:pt x="337" y="1"/>
                  </a:moveTo>
                  <a:cubicBezTo>
                    <a:pt x="330" y="1"/>
                    <a:pt x="323" y="1"/>
                    <a:pt x="315" y="2"/>
                  </a:cubicBezTo>
                  <a:cubicBezTo>
                    <a:pt x="161" y="9"/>
                    <a:pt x="24" y="144"/>
                    <a:pt x="12" y="297"/>
                  </a:cubicBezTo>
                  <a:cubicBezTo>
                    <a:pt x="0" y="451"/>
                    <a:pt x="114" y="604"/>
                    <a:pt x="264" y="640"/>
                  </a:cubicBezTo>
                  <a:cubicBezTo>
                    <a:pt x="291" y="646"/>
                    <a:pt x="314" y="649"/>
                    <a:pt x="336" y="649"/>
                  </a:cubicBezTo>
                  <a:cubicBezTo>
                    <a:pt x="369" y="649"/>
                    <a:pt x="401" y="642"/>
                    <a:pt x="441" y="628"/>
                  </a:cubicBezTo>
                  <a:cubicBezTo>
                    <a:pt x="587" y="577"/>
                    <a:pt x="682" y="411"/>
                    <a:pt x="654" y="262"/>
                  </a:cubicBezTo>
                  <a:cubicBezTo>
                    <a:pt x="624" y="115"/>
                    <a:pt x="483" y="1"/>
                    <a:pt x="337"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7" name="Google Shape;2087;p48"/>
            <p:cNvSpPr/>
            <p:nvPr/>
          </p:nvSpPr>
          <p:spPr>
            <a:xfrm>
              <a:off x="2530147" y="5432569"/>
              <a:ext cx="57877" cy="81181"/>
            </a:xfrm>
            <a:custGeom>
              <a:rect b="b" l="l" r="r" t="t"/>
              <a:pathLst>
                <a:path extrusionOk="0" h="317" w="226">
                  <a:moveTo>
                    <a:pt x="26" y="0"/>
                  </a:moveTo>
                  <a:cubicBezTo>
                    <a:pt x="16" y="0"/>
                    <a:pt x="8" y="7"/>
                    <a:pt x="4" y="17"/>
                  </a:cubicBezTo>
                  <a:cubicBezTo>
                    <a:pt x="0" y="28"/>
                    <a:pt x="9" y="41"/>
                    <a:pt x="20" y="45"/>
                  </a:cubicBezTo>
                  <a:cubicBezTo>
                    <a:pt x="71" y="56"/>
                    <a:pt x="119" y="92"/>
                    <a:pt x="146" y="135"/>
                  </a:cubicBezTo>
                  <a:cubicBezTo>
                    <a:pt x="170" y="170"/>
                    <a:pt x="182" y="210"/>
                    <a:pt x="182" y="254"/>
                  </a:cubicBezTo>
                  <a:cubicBezTo>
                    <a:pt x="182" y="265"/>
                    <a:pt x="178" y="277"/>
                    <a:pt x="178" y="289"/>
                  </a:cubicBezTo>
                  <a:cubicBezTo>
                    <a:pt x="174" y="301"/>
                    <a:pt x="182" y="312"/>
                    <a:pt x="193" y="316"/>
                  </a:cubicBezTo>
                  <a:cubicBezTo>
                    <a:pt x="206" y="316"/>
                    <a:pt x="217" y="309"/>
                    <a:pt x="222" y="296"/>
                  </a:cubicBezTo>
                  <a:cubicBezTo>
                    <a:pt x="222" y="281"/>
                    <a:pt x="226" y="265"/>
                    <a:pt x="226" y="254"/>
                  </a:cubicBezTo>
                  <a:cubicBezTo>
                    <a:pt x="226" y="202"/>
                    <a:pt x="209" y="154"/>
                    <a:pt x="182" y="112"/>
                  </a:cubicBezTo>
                  <a:cubicBezTo>
                    <a:pt x="151" y="56"/>
                    <a:pt x="91" y="17"/>
                    <a:pt x="33" y="1"/>
                  </a:cubicBezTo>
                  <a:cubicBezTo>
                    <a:pt x="30" y="0"/>
                    <a:pt x="28" y="0"/>
                    <a:pt x="26"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8" name="Google Shape;2088;p48"/>
            <p:cNvSpPr/>
            <p:nvPr/>
          </p:nvSpPr>
          <p:spPr>
            <a:xfrm>
              <a:off x="2545257" y="5463044"/>
              <a:ext cx="35853" cy="18695"/>
            </a:xfrm>
            <a:custGeom>
              <a:rect b="b" l="l" r="r" t="t"/>
              <a:pathLst>
                <a:path extrusionOk="0" h="73" w="140">
                  <a:moveTo>
                    <a:pt x="115" y="0"/>
                  </a:moveTo>
                  <a:cubicBezTo>
                    <a:pt x="76" y="0"/>
                    <a:pt x="40" y="12"/>
                    <a:pt x="12" y="35"/>
                  </a:cubicBezTo>
                  <a:cubicBezTo>
                    <a:pt x="1" y="40"/>
                    <a:pt x="1" y="55"/>
                    <a:pt x="9" y="64"/>
                  </a:cubicBezTo>
                  <a:cubicBezTo>
                    <a:pt x="11" y="70"/>
                    <a:pt x="16" y="73"/>
                    <a:pt x="22" y="73"/>
                  </a:cubicBezTo>
                  <a:cubicBezTo>
                    <a:pt x="27" y="73"/>
                    <a:pt x="33" y="71"/>
                    <a:pt x="36" y="67"/>
                  </a:cubicBezTo>
                  <a:cubicBezTo>
                    <a:pt x="60" y="51"/>
                    <a:pt x="87" y="44"/>
                    <a:pt x="115" y="44"/>
                  </a:cubicBezTo>
                  <a:lnTo>
                    <a:pt x="119" y="44"/>
                  </a:lnTo>
                  <a:cubicBezTo>
                    <a:pt x="131" y="44"/>
                    <a:pt x="139" y="35"/>
                    <a:pt x="139" y="20"/>
                  </a:cubicBezTo>
                  <a:cubicBezTo>
                    <a:pt x="139" y="8"/>
                    <a:pt x="131" y="0"/>
                    <a:pt x="11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9" name="Google Shape;2089;p48"/>
            <p:cNvSpPr/>
            <p:nvPr/>
          </p:nvSpPr>
          <p:spPr>
            <a:xfrm>
              <a:off x="3033108" y="5472007"/>
              <a:ext cx="1713771" cy="2292796"/>
            </a:xfrm>
            <a:custGeom>
              <a:rect b="b" l="l" r="r" t="t"/>
              <a:pathLst>
                <a:path extrusionOk="0" h="8953" w="6692">
                  <a:moveTo>
                    <a:pt x="2545" y="1"/>
                  </a:moveTo>
                  <a:cubicBezTo>
                    <a:pt x="1752" y="1"/>
                    <a:pt x="963" y="662"/>
                    <a:pt x="639" y="1401"/>
                  </a:cubicBezTo>
                  <a:cubicBezTo>
                    <a:pt x="229" y="2339"/>
                    <a:pt x="568" y="3159"/>
                    <a:pt x="422" y="4109"/>
                  </a:cubicBezTo>
                  <a:cubicBezTo>
                    <a:pt x="320" y="4784"/>
                    <a:pt x="209" y="5462"/>
                    <a:pt x="103" y="6136"/>
                  </a:cubicBezTo>
                  <a:lnTo>
                    <a:pt x="9" y="8305"/>
                  </a:lnTo>
                  <a:cubicBezTo>
                    <a:pt x="0" y="8479"/>
                    <a:pt x="98" y="8644"/>
                    <a:pt x="256" y="8719"/>
                  </a:cubicBezTo>
                  <a:cubicBezTo>
                    <a:pt x="501" y="8834"/>
                    <a:pt x="813" y="8901"/>
                    <a:pt x="1053" y="8920"/>
                  </a:cubicBezTo>
                  <a:cubicBezTo>
                    <a:pt x="1302" y="8943"/>
                    <a:pt x="1546" y="8953"/>
                    <a:pt x="1787" y="8953"/>
                  </a:cubicBezTo>
                  <a:cubicBezTo>
                    <a:pt x="2921" y="8953"/>
                    <a:pt x="3991" y="8726"/>
                    <a:pt x="5123" y="8517"/>
                  </a:cubicBezTo>
                  <a:cubicBezTo>
                    <a:pt x="5509" y="8446"/>
                    <a:pt x="6009" y="8309"/>
                    <a:pt x="6297" y="8025"/>
                  </a:cubicBezTo>
                  <a:cubicBezTo>
                    <a:pt x="6546" y="7776"/>
                    <a:pt x="6692" y="7316"/>
                    <a:pt x="6648" y="6968"/>
                  </a:cubicBezTo>
                  <a:cubicBezTo>
                    <a:pt x="6467" y="5533"/>
                    <a:pt x="6057" y="3928"/>
                    <a:pt x="5623" y="2997"/>
                  </a:cubicBezTo>
                  <a:cubicBezTo>
                    <a:pt x="5110" y="1898"/>
                    <a:pt x="4318" y="861"/>
                    <a:pt x="3277" y="213"/>
                  </a:cubicBezTo>
                  <a:cubicBezTo>
                    <a:pt x="3042" y="66"/>
                    <a:pt x="2793" y="1"/>
                    <a:pt x="2545" y="1"/>
                  </a:cubicBez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0" name="Google Shape;2090;p48"/>
            <p:cNvSpPr/>
            <p:nvPr/>
          </p:nvSpPr>
          <p:spPr>
            <a:xfrm>
              <a:off x="3029010" y="5465861"/>
              <a:ext cx="1713771" cy="2304832"/>
            </a:xfrm>
            <a:custGeom>
              <a:rect b="b" l="l" r="r" t="t"/>
              <a:pathLst>
                <a:path extrusionOk="0" h="9000" w="6692">
                  <a:moveTo>
                    <a:pt x="2560" y="44"/>
                  </a:moveTo>
                  <a:cubicBezTo>
                    <a:pt x="2804" y="44"/>
                    <a:pt x="3053" y="108"/>
                    <a:pt x="3281" y="253"/>
                  </a:cubicBezTo>
                  <a:cubicBezTo>
                    <a:pt x="4318" y="900"/>
                    <a:pt x="5106" y="1933"/>
                    <a:pt x="5619" y="3029"/>
                  </a:cubicBezTo>
                  <a:cubicBezTo>
                    <a:pt x="5836" y="3491"/>
                    <a:pt x="6045" y="4126"/>
                    <a:pt x="6227" y="4823"/>
                  </a:cubicBezTo>
                  <a:cubicBezTo>
                    <a:pt x="6404" y="5518"/>
                    <a:pt x="6550" y="6279"/>
                    <a:pt x="6640" y="6996"/>
                  </a:cubicBezTo>
                  <a:cubicBezTo>
                    <a:pt x="6644" y="7036"/>
                    <a:pt x="6649" y="7075"/>
                    <a:pt x="6649" y="7118"/>
                  </a:cubicBezTo>
                  <a:cubicBezTo>
                    <a:pt x="6649" y="7280"/>
                    <a:pt x="6613" y="7453"/>
                    <a:pt x="6554" y="7615"/>
                  </a:cubicBezTo>
                  <a:cubicBezTo>
                    <a:pt x="6491" y="7777"/>
                    <a:pt x="6404" y="7926"/>
                    <a:pt x="6298" y="8033"/>
                  </a:cubicBezTo>
                  <a:cubicBezTo>
                    <a:pt x="6156" y="8171"/>
                    <a:pt x="5963" y="8277"/>
                    <a:pt x="5754" y="8357"/>
                  </a:cubicBezTo>
                  <a:cubicBezTo>
                    <a:pt x="5548" y="8432"/>
                    <a:pt x="5328" y="8487"/>
                    <a:pt x="5135" y="8523"/>
                  </a:cubicBezTo>
                  <a:cubicBezTo>
                    <a:pt x="4003" y="8727"/>
                    <a:pt x="2935" y="8956"/>
                    <a:pt x="1799" y="8956"/>
                  </a:cubicBezTo>
                  <a:cubicBezTo>
                    <a:pt x="1558" y="8956"/>
                    <a:pt x="1313" y="8944"/>
                    <a:pt x="1069" y="8925"/>
                  </a:cubicBezTo>
                  <a:cubicBezTo>
                    <a:pt x="833" y="8901"/>
                    <a:pt x="521" y="8838"/>
                    <a:pt x="280" y="8723"/>
                  </a:cubicBezTo>
                  <a:cubicBezTo>
                    <a:pt x="134" y="8652"/>
                    <a:pt x="43" y="8506"/>
                    <a:pt x="43" y="8348"/>
                  </a:cubicBezTo>
                  <a:cubicBezTo>
                    <a:pt x="43" y="8341"/>
                    <a:pt x="43" y="8333"/>
                    <a:pt x="48" y="8329"/>
                  </a:cubicBezTo>
                  <a:lnTo>
                    <a:pt x="143" y="6164"/>
                  </a:lnTo>
                  <a:lnTo>
                    <a:pt x="143" y="6164"/>
                  </a:lnTo>
                  <a:lnTo>
                    <a:pt x="143" y="6164"/>
                  </a:lnTo>
                  <a:cubicBezTo>
                    <a:pt x="249" y="5486"/>
                    <a:pt x="356" y="4812"/>
                    <a:pt x="458" y="4133"/>
                  </a:cubicBezTo>
                  <a:cubicBezTo>
                    <a:pt x="489" y="3944"/>
                    <a:pt x="498" y="3755"/>
                    <a:pt x="498" y="3573"/>
                  </a:cubicBezTo>
                  <a:cubicBezTo>
                    <a:pt x="498" y="3227"/>
                    <a:pt x="466" y="2892"/>
                    <a:pt x="466" y="2556"/>
                  </a:cubicBezTo>
                  <a:cubicBezTo>
                    <a:pt x="466" y="2190"/>
                    <a:pt x="505" y="1822"/>
                    <a:pt x="675" y="1432"/>
                  </a:cubicBezTo>
                  <a:cubicBezTo>
                    <a:pt x="836" y="1065"/>
                    <a:pt x="1113" y="719"/>
                    <a:pt x="1448" y="462"/>
                  </a:cubicBezTo>
                  <a:cubicBezTo>
                    <a:pt x="1779" y="210"/>
                    <a:pt x="2169" y="44"/>
                    <a:pt x="2560" y="44"/>
                  </a:cubicBezTo>
                  <a:close/>
                  <a:moveTo>
                    <a:pt x="2560" y="1"/>
                  </a:moveTo>
                  <a:cubicBezTo>
                    <a:pt x="2158" y="1"/>
                    <a:pt x="1759" y="171"/>
                    <a:pt x="1420" y="431"/>
                  </a:cubicBezTo>
                  <a:cubicBezTo>
                    <a:pt x="1081" y="691"/>
                    <a:pt x="801" y="1042"/>
                    <a:pt x="635" y="1416"/>
                  </a:cubicBezTo>
                  <a:cubicBezTo>
                    <a:pt x="462" y="1811"/>
                    <a:pt x="422" y="2186"/>
                    <a:pt x="422" y="2556"/>
                  </a:cubicBezTo>
                  <a:cubicBezTo>
                    <a:pt x="422" y="2896"/>
                    <a:pt x="454" y="3231"/>
                    <a:pt x="454" y="3573"/>
                  </a:cubicBezTo>
                  <a:cubicBezTo>
                    <a:pt x="454" y="3755"/>
                    <a:pt x="446" y="3940"/>
                    <a:pt x="414" y="4130"/>
                  </a:cubicBezTo>
                  <a:cubicBezTo>
                    <a:pt x="312" y="4803"/>
                    <a:pt x="205" y="5482"/>
                    <a:pt x="99" y="6157"/>
                  </a:cubicBezTo>
                  <a:lnTo>
                    <a:pt x="99" y="6160"/>
                  </a:lnTo>
                  <a:lnTo>
                    <a:pt x="5" y="8325"/>
                  </a:lnTo>
                  <a:cubicBezTo>
                    <a:pt x="1" y="8333"/>
                    <a:pt x="1" y="8341"/>
                    <a:pt x="1" y="8348"/>
                  </a:cubicBezTo>
                  <a:cubicBezTo>
                    <a:pt x="1" y="8523"/>
                    <a:pt x="103" y="8683"/>
                    <a:pt x="261" y="8763"/>
                  </a:cubicBezTo>
                  <a:cubicBezTo>
                    <a:pt x="513" y="8877"/>
                    <a:pt x="824" y="8944"/>
                    <a:pt x="1065" y="8967"/>
                  </a:cubicBezTo>
                  <a:cubicBezTo>
                    <a:pt x="1313" y="8987"/>
                    <a:pt x="1558" y="8999"/>
                    <a:pt x="1799" y="8999"/>
                  </a:cubicBezTo>
                  <a:cubicBezTo>
                    <a:pt x="2938" y="8999"/>
                    <a:pt x="4011" y="8770"/>
                    <a:pt x="5142" y="8561"/>
                  </a:cubicBezTo>
                  <a:cubicBezTo>
                    <a:pt x="5335" y="8526"/>
                    <a:pt x="5561" y="8475"/>
                    <a:pt x="5769" y="8396"/>
                  </a:cubicBezTo>
                  <a:cubicBezTo>
                    <a:pt x="5982" y="8317"/>
                    <a:pt x="6180" y="8210"/>
                    <a:pt x="6329" y="8064"/>
                  </a:cubicBezTo>
                  <a:cubicBezTo>
                    <a:pt x="6440" y="7950"/>
                    <a:pt x="6531" y="7800"/>
                    <a:pt x="6593" y="7631"/>
                  </a:cubicBezTo>
                  <a:cubicBezTo>
                    <a:pt x="6657" y="7465"/>
                    <a:pt x="6692" y="7284"/>
                    <a:pt x="6692" y="7118"/>
                  </a:cubicBezTo>
                  <a:cubicBezTo>
                    <a:pt x="6692" y="7075"/>
                    <a:pt x="6688" y="7032"/>
                    <a:pt x="6684" y="6988"/>
                  </a:cubicBezTo>
                  <a:cubicBezTo>
                    <a:pt x="6593" y="6270"/>
                    <a:pt x="6447" y="5509"/>
                    <a:pt x="6266" y="4812"/>
                  </a:cubicBezTo>
                  <a:cubicBezTo>
                    <a:pt x="6089" y="4113"/>
                    <a:pt x="5876" y="3478"/>
                    <a:pt x="5659" y="3010"/>
                  </a:cubicBezTo>
                  <a:cubicBezTo>
                    <a:pt x="5142" y="1909"/>
                    <a:pt x="4349" y="868"/>
                    <a:pt x="3305" y="218"/>
                  </a:cubicBezTo>
                  <a:cubicBezTo>
                    <a:pt x="3068" y="68"/>
                    <a:pt x="2812" y="1"/>
                    <a:pt x="2560"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1" name="Google Shape;2091;p48"/>
            <p:cNvSpPr/>
            <p:nvPr/>
          </p:nvSpPr>
          <p:spPr>
            <a:xfrm>
              <a:off x="2838223" y="4858672"/>
              <a:ext cx="194118" cy="365444"/>
            </a:xfrm>
            <a:custGeom>
              <a:rect b="b" l="l" r="r" t="t"/>
              <a:pathLst>
                <a:path extrusionOk="0" h="1427" w="758">
                  <a:moveTo>
                    <a:pt x="520" y="1"/>
                  </a:moveTo>
                  <a:cubicBezTo>
                    <a:pt x="449" y="1"/>
                    <a:pt x="378" y="26"/>
                    <a:pt x="320" y="69"/>
                  </a:cubicBezTo>
                  <a:cubicBezTo>
                    <a:pt x="233" y="136"/>
                    <a:pt x="173" y="235"/>
                    <a:pt x="131" y="337"/>
                  </a:cubicBezTo>
                  <a:cubicBezTo>
                    <a:pt x="16" y="621"/>
                    <a:pt x="0" y="941"/>
                    <a:pt x="91" y="1232"/>
                  </a:cubicBezTo>
                  <a:lnTo>
                    <a:pt x="91" y="1241"/>
                  </a:lnTo>
                  <a:cubicBezTo>
                    <a:pt x="118" y="1319"/>
                    <a:pt x="162" y="1410"/>
                    <a:pt x="244" y="1425"/>
                  </a:cubicBezTo>
                  <a:cubicBezTo>
                    <a:pt x="251" y="1426"/>
                    <a:pt x="258" y="1427"/>
                    <a:pt x="265" y="1427"/>
                  </a:cubicBezTo>
                  <a:cubicBezTo>
                    <a:pt x="337" y="1427"/>
                    <a:pt x="403" y="1372"/>
                    <a:pt x="446" y="1316"/>
                  </a:cubicBezTo>
                  <a:cubicBezTo>
                    <a:pt x="537" y="1189"/>
                    <a:pt x="595" y="1019"/>
                    <a:pt x="611" y="870"/>
                  </a:cubicBezTo>
                  <a:cubicBezTo>
                    <a:pt x="628" y="728"/>
                    <a:pt x="694" y="602"/>
                    <a:pt x="717" y="460"/>
                  </a:cubicBezTo>
                  <a:cubicBezTo>
                    <a:pt x="726" y="413"/>
                    <a:pt x="717" y="361"/>
                    <a:pt x="726" y="313"/>
                  </a:cubicBezTo>
                  <a:cubicBezTo>
                    <a:pt x="734" y="275"/>
                    <a:pt x="757" y="251"/>
                    <a:pt x="753" y="207"/>
                  </a:cubicBezTo>
                  <a:cubicBezTo>
                    <a:pt x="750" y="133"/>
                    <a:pt x="702" y="58"/>
                    <a:pt x="635" y="26"/>
                  </a:cubicBezTo>
                  <a:cubicBezTo>
                    <a:pt x="599" y="9"/>
                    <a:pt x="559" y="1"/>
                    <a:pt x="520"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2" name="Google Shape;2092;p48"/>
            <p:cNvSpPr/>
            <p:nvPr/>
          </p:nvSpPr>
          <p:spPr>
            <a:xfrm>
              <a:off x="2829772" y="4729603"/>
              <a:ext cx="927567" cy="1025138"/>
            </a:xfrm>
            <a:custGeom>
              <a:rect b="b" l="l" r="r" t="t"/>
              <a:pathLst>
                <a:path extrusionOk="0" h="4003" w="3622">
                  <a:moveTo>
                    <a:pt x="1370" y="0"/>
                  </a:moveTo>
                  <a:cubicBezTo>
                    <a:pt x="905" y="0"/>
                    <a:pt x="423" y="296"/>
                    <a:pt x="250" y="786"/>
                  </a:cubicBezTo>
                  <a:cubicBezTo>
                    <a:pt x="0" y="1494"/>
                    <a:pt x="426" y="2700"/>
                    <a:pt x="1279" y="2700"/>
                  </a:cubicBezTo>
                  <a:cubicBezTo>
                    <a:pt x="1353" y="2700"/>
                    <a:pt x="1431" y="2691"/>
                    <a:pt x="1512" y="2671"/>
                  </a:cubicBezTo>
                  <a:cubicBezTo>
                    <a:pt x="1513" y="2671"/>
                    <a:pt x="1513" y="2671"/>
                    <a:pt x="1513" y="2671"/>
                  </a:cubicBezTo>
                  <a:cubicBezTo>
                    <a:pt x="1564" y="2671"/>
                    <a:pt x="1892" y="3514"/>
                    <a:pt x="1993" y="3996"/>
                  </a:cubicBezTo>
                  <a:cubicBezTo>
                    <a:pt x="2039" y="4001"/>
                    <a:pt x="2087" y="4002"/>
                    <a:pt x="2135" y="4002"/>
                  </a:cubicBezTo>
                  <a:cubicBezTo>
                    <a:pt x="2169" y="4002"/>
                    <a:pt x="2203" y="4001"/>
                    <a:pt x="2237" y="4000"/>
                  </a:cubicBezTo>
                  <a:cubicBezTo>
                    <a:pt x="2774" y="3964"/>
                    <a:pt x="3325" y="3656"/>
                    <a:pt x="3622" y="3196"/>
                  </a:cubicBezTo>
                  <a:cubicBezTo>
                    <a:pt x="3381" y="2947"/>
                    <a:pt x="3239" y="2600"/>
                    <a:pt x="3105" y="2257"/>
                  </a:cubicBezTo>
                  <a:cubicBezTo>
                    <a:pt x="2852" y="1607"/>
                    <a:pt x="2577" y="955"/>
                    <a:pt x="2159" y="391"/>
                  </a:cubicBezTo>
                  <a:cubicBezTo>
                    <a:pt x="1960" y="122"/>
                    <a:pt x="1668" y="0"/>
                    <a:pt x="1370" y="0"/>
                  </a:cubicBezTo>
                  <a:close/>
                </a:path>
              </a:pathLst>
            </a:custGeom>
            <a:solidFill>
              <a:schemeClr val="accent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3" name="Google Shape;2093;p48"/>
            <p:cNvSpPr/>
            <p:nvPr/>
          </p:nvSpPr>
          <p:spPr>
            <a:xfrm>
              <a:off x="2870491" y="4723713"/>
              <a:ext cx="892995" cy="1036406"/>
            </a:xfrm>
            <a:custGeom>
              <a:rect b="b" l="l" r="r" t="t"/>
              <a:pathLst>
                <a:path extrusionOk="0" h="4047" w="3487">
                  <a:moveTo>
                    <a:pt x="1211" y="44"/>
                  </a:moveTo>
                  <a:cubicBezTo>
                    <a:pt x="1357" y="44"/>
                    <a:pt x="1503" y="76"/>
                    <a:pt x="1632" y="139"/>
                  </a:cubicBezTo>
                  <a:cubicBezTo>
                    <a:pt x="1767" y="198"/>
                    <a:pt x="1885" y="292"/>
                    <a:pt x="1984" y="427"/>
                  </a:cubicBezTo>
                  <a:cubicBezTo>
                    <a:pt x="2398" y="987"/>
                    <a:pt x="2673" y="1637"/>
                    <a:pt x="2926" y="2288"/>
                  </a:cubicBezTo>
                  <a:cubicBezTo>
                    <a:pt x="3058" y="2625"/>
                    <a:pt x="3197" y="2966"/>
                    <a:pt x="3434" y="3221"/>
                  </a:cubicBezTo>
                  <a:lnTo>
                    <a:pt x="3434" y="3221"/>
                  </a:lnTo>
                  <a:cubicBezTo>
                    <a:pt x="3292" y="3443"/>
                    <a:pt x="3083" y="3627"/>
                    <a:pt x="2851" y="3763"/>
                  </a:cubicBezTo>
                  <a:cubicBezTo>
                    <a:pt x="2611" y="3901"/>
                    <a:pt x="2338" y="3983"/>
                    <a:pt x="2074" y="3999"/>
                  </a:cubicBezTo>
                  <a:cubicBezTo>
                    <a:pt x="2043" y="4003"/>
                    <a:pt x="2011" y="4003"/>
                    <a:pt x="1980" y="4003"/>
                  </a:cubicBezTo>
                  <a:cubicBezTo>
                    <a:pt x="1938" y="4003"/>
                    <a:pt x="1893" y="4000"/>
                    <a:pt x="1850" y="3997"/>
                  </a:cubicBezTo>
                  <a:lnTo>
                    <a:pt x="1850" y="3997"/>
                  </a:lnTo>
                  <a:cubicBezTo>
                    <a:pt x="1797" y="3754"/>
                    <a:pt x="1693" y="3432"/>
                    <a:pt x="1594" y="3167"/>
                  </a:cubicBezTo>
                  <a:cubicBezTo>
                    <a:pt x="1546" y="3033"/>
                    <a:pt x="1495" y="2911"/>
                    <a:pt x="1455" y="2824"/>
                  </a:cubicBezTo>
                  <a:cubicBezTo>
                    <a:pt x="1436" y="2780"/>
                    <a:pt x="1420" y="2745"/>
                    <a:pt x="1404" y="2718"/>
                  </a:cubicBezTo>
                  <a:cubicBezTo>
                    <a:pt x="1396" y="2706"/>
                    <a:pt x="1392" y="2698"/>
                    <a:pt x="1385" y="2690"/>
                  </a:cubicBezTo>
                  <a:cubicBezTo>
                    <a:pt x="1381" y="2686"/>
                    <a:pt x="1377" y="2682"/>
                    <a:pt x="1372" y="2678"/>
                  </a:cubicBezTo>
                  <a:cubicBezTo>
                    <a:pt x="1372" y="2678"/>
                    <a:pt x="1368" y="2674"/>
                    <a:pt x="1365" y="2674"/>
                  </a:cubicBezTo>
                  <a:cubicBezTo>
                    <a:pt x="1365" y="2674"/>
                    <a:pt x="1361" y="2671"/>
                    <a:pt x="1357" y="2671"/>
                  </a:cubicBezTo>
                  <a:lnTo>
                    <a:pt x="1349" y="2671"/>
                  </a:lnTo>
                  <a:cubicBezTo>
                    <a:pt x="1270" y="2690"/>
                    <a:pt x="1195" y="2702"/>
                    <a:pt x="1120" y="2702"/>
                  </a:cubicBezTo>
                  <a:cubicBezTo>
                    <a:pt x="955" y="2702"/>
                    <a:pt x="801" y="2651"/>
                    <a:pt x="671" y="2572"/>
                  </a:cubicBezTo>
                  <a:cubicBezTo>
                    <a:pt x="469" y="2445"/>
                    <a:pt x="316" y="2245"/>
                    <a:pt x="205" y="2012"/>
                  </a:cubicBezTo>
                  <a:cubicBezTo>
                    <a:pt x="99" y="1775"/>
                    <a:pt x="44" y="1511"/>
                    <a:pt x="44" y="1259"/>
                  </a:cubicBezTo>
                  <a:cubicBezTo>
                    <a:pt x="44" y="1101"/>
                    <a:pt x="63" y="947"/>
                    <a:pt x="111" y="817"/>
                  </a:cubicBezTo>
                  <a:cubicBezTo>
                    <a:pt x="198" y="576"/>
                    <a:pt x="360" y="383"/>
                    <a:pt x="556" y="249"/>
                  </a:cubicBezTo>
                  <a:cubicBezTo>
                    <a:pt x="750" y="119"/>
                    <a:pt x="986" y="44"/>
                    <a:pt x="1211" y="44"/>
                  </a:cubicBezTo>
                  <a:close/>
                  <a:moveTo>
                    <a:pt x="1211" y="1"/>
                  </a:moveTo>
                  <a:cubicBezTo>
                    <a:pt x="975" y="1"/>
                    <a:pt x="733" y="76"/>
                    <a:pt x="529" y="214"/>
                  </a:cubicBezTo>
                  <a:cubicBezTo>
                    <a:pt x="327" y="352"/>
                    <a:pt x="158" y="553"/>
                    <a:pt x="71" y="802"/>
                  </a:cubicBezTo>
                  <a:cubicBezTo>
                    <a:pt x="20" y="940"/>
                    <a:pt x="0" y="1097"/>
                    <a:pt x="0" y="1259"/>
                  </a:cubicBezTo>
                  <a:cubicBezTo>
                    <a:pt x="0" y="1602"/>
                    <a:pt x="103" y="1972"/>
                    <a:pt x="292" y="2256"/>
                  </a:cubicBezTo>
                  <a:cubicBezTo>
                    <a:pt x="391" y="2398"/>
                    <a:pt x="509" y="2520"/>
                    <a:pt x="647" y="2607"/>
                  </a:cubicBezTo>
                  <a:cubicBezTo>
                    <a:pt x="785" y="2694"/>
                    <a:pt x="943" y="2745"/>
                    <a:pt x="1120" y="2745"/>
                  </a:cubicBezTo>
                  <a:cubicBezTo>
                    <a:pt x="1196" y="2745"/>
                    <a:pt x="1271" y="2734"/>
                    <a:pt x="1351" y="2716"/>
                  </a:cubicBezTo>
                  <a:lnTo>
                    <a:pt x="1351" y="2716"/>
                  </a:lnTo>
                  <a:cubicBezTo>
                    <a:pt x="1353" y="2718"/>
                    <a:pt x="1355" y="2721"/>
                    <a:pt x="1357" y="2725"/>
                  </a:cubicBezTo>
                  <a:cubicBezTo>
                    <a:pt x="1368" y="2742"/>
                    <a:pt x="1381" y="2765"/>
                    <a:pt x="1396" y="2800"/>
                  </a:cubicBezTo>
                  <a:cubicBezTo>
                    <a:pt x="1452" y="2915"/>
                    <a:pt x="1538" y="3128"/>
                    <a:pt x="1617" y="3357"/>
                  </a:cubicBezTo>
                  <a:cubicBezTo>
                    <a:pt x="1696" y="3585"/>
                    <a:pt x="1771" y="3834"/>
                    <a:pt x="1810" y="4023"/>
                  </a:cubicBezTo>
                  <a:cubicBezTo>
                    <a:pt x="1814" y="4030"/>
                    <a:pt x="1822" y="4039"/>
                    <a:pt x="1830" y="4039"/>
                  </a:cubicBezTo>
                  <a:cubicBezTo>
                    <a:pt x="1881" y="4043"/>
                    <a:pt x="1929" y="4047"/>
                    <a:pt x="1980" y="4047"/>
                  </a:cubicBezTo>
                  <a:cubicBezTo>
                    <a:pt x="2011" y="4047"/>
                    <a:pt x="2047" y="4047"/>
                    <a:pt x="2078" y="4043"/>
                  </a:cubicBezTo>
                  <a:cubicBezTo>
                    <a:pt x="2351" y="4027"/>
                    <a:pt x="2626" y="3940"/>
                    <a:pt x="2871" y="3798"/>
                  </a:cubicBezTo>
                  <a:cubicBezTo>
                    <a:pt x="3115" y="3660"/>
                    <a:pt x="3332" y="3463"/>
                    <a:pt x="3483" y="3230"/>
                  </a:cubicBezTo>
                  <a:cubicBezTo>
                    <a:pt x="3486" y="3222"/>
                    <a:pt x="3486" y="3211"/>
                    <a:pt x="3478" y="3202"/>
                  </a:cubicBezTo>
                  <a:cubicBezTo>
                    <a:pt x="3241" y="2958"/>
                    <a:pt x="3099" y="2615"/>
                    <a:pt x="2970" y="2272"/>
                  </a:cubicBezTo>
                  <a:cubicBezTo>
                    <a:pt x="2713" y="1621"/>
                    <a:pt x="2437" y="967"/>
                    <a:pt x="2020" y="399"/>
                  </a:cubicBezTo>
                  <a:cubicBezTo>
                    <a:pt x="1916" y="261"/>
                    <a:pt x="1790" y="163"/>
                    <a:pt x="1652" y="99"/>
                  </a:cubicBezTo>
                  <a:cubicBezTo>
                    <a:pt x="1514" y="32"/>
                    <a:pt x="1365" y="1"/>
                    <a:pt x="1211"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4" name="Google Shape;2094;p48"/>
            <p:cNvSpPr/>
            <p:nvPr/>
          </p:nvSpPr>
          <p:spPr>
            <a:xfrm>
              <a:off x="2845138" y="4665581"/>
              <a:ext cx="730376" cy="580562"/>
            </a:xfrm>
            <a:custGeom>
              <a:rect b="b" l="l" r="r" t="t"/>
              <a:pathLst>
                <a:path extrusionOk="0" h="2267" w="2852">
                  <a:moveTo>
                    <a:pt x="1309" y="0"/>
                  </a:moveTo>
                  <a:cubicBezTo>
                    <a:pt x="1143" y="0"/>
                    <a:pt x="978" y="27"/>
                    <a:pt x="821" y="82"/>
                  </a:cubicBezTo>
                  <a:cubicBezTo>
                    <a:pt x="616" y="153"/>
                    <a:pt x="411" y="346"/>
                    <a:pt x="281" y="519"/>
                  </a:cubicBezTo>
                  <a:cubicBezTo>
                    <a:pt x="127" y="721"/>
                    <a:pt x="28" y="961"/>
                    <a:pt x="9" y="1214"/>
                  </a:cubicBezTo>
                  <a:cubicBezTo>
                    <a:pt x="1" y="1280"/>
                    <a:pt x="1" y="1351"/>
                    <a:pt x="33" y="1411"/>
                  </a:cubicBezTo>
                  <a:cubicBezTo>
                    <a:pt x="68" y="1478"/>
                    <a:pt x="143" y="1517"/>
                    <a:pt x="210" y="1549"/>
                  </a:cubicBezTo>
                  <a:cubicBezTo>
                    <a:pt x="346" y="1605"/>
                    <a:pt x="492" y="1632"/>
                    <a:pt x="638" y="1632"/>
                  </a:cubicBezTo>
                  <a:cubicBezTo>
                    <a:pt x="770" y="1632"/>
                    <a:pt x="902" y="1609"/>
                    <a:pt x="1026" y="1564"/>
                  </a:cubicBezTo>
                  <a:cubicBezTo>
                    <a:pt x="1105" y="1655"/>
                    <a:pt x="1203" y="1718"/>
                    <a:pt x="1318" y="1758"/>
                  </a:cubicBezTo>
                  <a:cubicBezTo>
                    <a:pt x="1413" y="1789"/>
                    <a:pt x="1516" y="1803"/>
                    <a:pt x="1618" y="1803"/>
                  </a:cubicBezTo>
                  <a:cubicBezTo>
                    <a:pt x="1725" y="1803"/>
                    <a:pt x="1831" y="1788"/>
                    <a:pt x="1929" y="1762"/>
                  </a:cubicBezTo>
                  <a:lnTo>
                    <a:pt x="1929" y="1762"/>
                  </a:lnTo>
                  <a:cubicBezTo>
                    <a:pt x="1914" y="1767"/>
                    <a:pt x="2044" y="2042"/>
                    <a:pt x="2067" y="2070"/>
                  </a:cubicBezTo>
                  <a:cubicBezTo>
                    <a:pt x="2138" y="2160"/>
                    <a:pt x="2244" y="2223"/>
                    <a:pt x="2359" y="2250"/>
                  </a:cubicBezTo>
                  <a:cubicBezTo>
                    <a:pt x="2401" y="2260"/>
                    <a:pt x="2448" y="2266"/>
                    <a:pt x="2496" y="2266"/>
                  </a:cubicBezTo>
                  <a:cubicBezTo>
                    <a:pt x="2621" y="2266"/>
                    <a:pt x="2749" y="2226"/>
                    <a:pt x="2789" y="2113"/>
                  </a:cubicBezTo>
                  <a:cubicBezTo>
                    <a:pt x="2852" y="1931"/>
                    <a:pt x="2828" y="1726"/>
                    <a:pt x="2812" y="1541"/>
                  </a:cubicBezTo>
                  <a:cubicBezTo>
                    <a:pt x="2801" y="1375"/>
                    <a:pt x="2796" y="1222"/>
                    <a:pt x="2745" y="1064"/>
                  </a:cubicBezTo>
                  <a:cubicBezTo>
                    <a:pt x="2654" y="760"/>
                    <a:pt x="2470" y="484"/>
                    <a:pt x="2213" y="295"/>
                  </a:cubicBezTo>
                  <a:cubicBezTo>
                    <a:pt x="1955" y="102"/>
                    <a:pt x="1632" y="0"/>
                    <a:pt x="130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5" name="Google Shape;2095;p48"/>
            <p:cNvSpPr/>
            <p:nvPr/>
          </p:nvSpPr>
          <p:spPr>
            <a:xfrm>
              <a:off x="2840016" y="4660203"/>
              <a:ext cx="735498" cy="591061"/>
            </a:xfrm>
            <a:custGeom>
              <a:rect b="b" l="l" r="r" t="t"/>
              <a:pathLst>
                <a:path extrusionOk="0" h="2308" w="2872">
                  <a:moveTo>
                    <a:pt x="1330" y="44"/>
                  </a:moveTo>
                  <a:cubicBezTo>
                    <a:pt x="1649" y="44"/>
                    <a:pt x="1964" y="142"/>
                    <a:pt x="2221" y="331"/>
                  </a:cubicBezTo>
                  <a:cubicBezTo>
                    <a:pt x="2470" y="521"/>
                    <a:pt x="2655" y="793"/>
                    <a:pt x="2745" y="1088"/>
                  </a:cubicBezTo>
                  <a:cubicBezTo>
                    <a:pt x="2792" y="1246"/>
                    <a:pt x="2797" y="1396"/>
                    <a:pt x="2809" y="1562"/>
                  </a:cubicBezTo>
                  <a:cubicBezTo>
                    <a:pt x="2816" y="1656"/>
                    <a:pt x="2828" y="1751"/>
                    <a:pt x="2828" y="1845"/>
                  </a:cubicBezTo>
                  <a:cubicBezTo>
                    <a:pt x="2828" y="1945"/>
                    <a:pt x="2816" y="2039"/>
                    <a:pt x="2789" y="2126"/>
                  </a:cubicBezTo>
                  <a:cubicBezTo>
                    <a:pt x="2777" y="2149"/>
                    <a:pt x="2765" y="2173"/>
                    <a:pt x="2745" y="2189"/>
                  </a:cubicBezTo>
                  <a:cubicBezTo>
                    <a:pt x="2721" y="2216"/>
                    <a:pt x="2686" y="2236"/>
                    <a:pt x="2647" y="2248"/>
                  </a:cubicBezTo>
                  <a:cubicBezTo>
                    <a:pt x="2603" y="2260"/>
                    <a:pt x="2561" y="2264"/>
                    <a:pt x="2517" y="2264"/>
                  </a:cubicBezTo>
                  <a:cubicBezTo>
                    <a:pt x="2470" y="2264"/>
                    <a:pt x="2422" y="2260"/>
                    <a:pt x="2383" y="2252"/>
                  </a:cubicBezTo>
                  <a:cubicBezTo>
                    <a:pt x="2277" y="2224"/>
                    <a:pt x="2170" y="2161"/>
                    <a:pt x="2103" y="2078"/>
                  </a:cubicBezTo>
                  <a:cubicBezTo>
                    <a:pt x="2103" y="2078"/>
                    <a:pt x="2099" y="2074"/>
                    <a:pt x="2099" y="2071"/>
                  </a:cubicBezTo>
                  <a:cubicBezTo>
                    <a:pt x="2091" y="2063"/>
                    <a:pt x="2079" y="2039"/>
                    <a:pt x="2068" y="2011"/>
                  </a:cubicBezTo>
                  <a:cubicBezTo>
                    <a:pt x="2044" y="1968"/>
                    <a:pt x="2020" y="1913"/>
                    <a:pt x="2000" y="1869"/>
                  </a:cubicBezTo>
                  <a:cubicBezTo>
                    <a:pt x="1993" y="1845"/>
                    <a:pt x="1980" y="1826"/>
                    <a:pt x="1977" y="1810"/>
                  </a:cubicBezTo>
                  <a:cubicBezTo>
                    <a:pt x="1973" y="1803"/>
                    <a:pt x="1973" y="1794"/>
                    <a:pt x="1969" y="1791"/>
                  </a:cubicBezTo>
                  <a:lnTo>
                    <a:pt x="1969" y="1788"/>
                  </a:lnTo>
                  <a:lnTo>
                    <a:pt x="1969" y="1788"/>
                  </a:lnTo>
                  <a:cubicBezTo>
                    <a:pt x="1970" y="1785"/>
                    <a:pt x="1970" y="1782"/>
                    <a:pt x="1969" y="1779"/>
                  </a:cubicBezTo>
                  <a:cubicBezTo>
                    <a:pt x="1969" y="1771"/>
                    <a:pt x="1964" y="1767"/>
                    <a:pt x="1957" y="1763"/>
                  </a:cubicBezTo>
                  <a:cubicBezTo>
                    <a:pt x="1955" y="1761"/>
                    <a:pt x="1953" y="1760"/>
                    <a:pt x="1951" y="1760"/>
                  </a:cubicBezTo>
                  <a:cubicBezTo>
                    <a:pt x="1948" y="1760"/>
                    <a:pt x="1945" y="1761"/>
                    <a:pt x="1941" y="1763"/>
                  </a:cubicBezTo>
                  <a:cubicBezTo>
                    <a:pt x="1937" y="1763"/>
                    <a:pt x="1934" y="1763"/>
                    <a:pt x="1931" y="1765"/>
                  </a:cubicBezTo>
                  <a:lnTo>
                    <a:pt x="1931" y="1765"/>
                  </a:lnTo>
                  <a:cubicBezTo>
                    <a:pt x="1839" y="1788"/>
                    <a:pt x="1740" y="1803"/>
                    <a:pt x="1638" y="1803"/>
                  </a:cubicBezTo>
                  <a:cubicBezTo>
                    <a:pt x="1539" y="1803"/>
                    <a:pt x="1436" y="1787"/>
                    <a:pt x="1345" y="1756"/>
                  </a:cubicBezTo>
                  <a:cubicBezTo>
                    <a:pt x="1236" y="1720"/>
                    <a:pt x="1136" y="1661"/>
                    <a:pt x="1062" y="1570"/>
                  </a:cubicBezTo>
                  <a:cubicBezTo>
                    <a:pt x="1058" y="1562"/>
                    <a:pt x="1050" y="1562"/>
                    <a:pt x="1038" y="1562"/>
                  </a:cubicBezTo>
                  <a:cubicBezTo>
                    <a:pt x="920" y="1609"/>
                    <a:pt x="790" y="1632"/>
                    <a:pt x="659" y="1632"/>
                  </a:cubicBezTo>
                  <a:cubicBezTo>
                    <a:pt x="517" y="1632"/>
                    <a:pt x="372" y="1605"/>
                    <a:pt x="242" y="1550"/>
                  </a:cubicBezTo>
                  <a:cubicBezTo>
                    <a:pt x="206" y="1534"/>
                    <a:pt x="171" y="1519"/>
                    <a:pt x="143" y="1495"/>
                  </a:cubicBezTo>
                  <a:cubicBezTo>
                    <a:pt x="111" y="1475"/>
                    <a:pt x="88" y="1452"/>
                    <a:pt x="72" y="1420"/>
                  </a:cubicBezTo>
                  <a:cubicBezTo>
                    <a:pt x="53" y="1385"/>
                    <a:pt x="44" y="1341"/>
                    <a:pt x="44" y="1294"/>
                  </a:cubicBezTo>
                  <a:cubicBezTo>
                    <a:pt x="44" y="1274"/>
                    <a:pt x="48" y="1259"/>
                    <a:pt x="48" y="1239"/>
                  </a:cubicBezTo>
                  <a:cubicBezTo>
                    <a:pt x="68" y="990"/>
                    <a:pt x="166" y="750"/>
                    <a:pt x="317" y="553"/>
                  </a:cubicBezTo>
                  <a:cubicBezTo>
                    <a:pt x="379" y="469"/>
                    <a:pt x="463" y="379"/>
                    <a:pt x="557" y="300"/>
                  </a:cubicBezTo>
                  <a:cubicBezTo>
                    <a:pt x="648" y="225"/>
                    <a:pt x="750" y="158"/>
                    <a:pt x="849" y="123"/>
                  </a:cubicBezTo>
                  <a:cubicBezTo>
                    <a:pt x="1003" y="67"/>
                    <a:pt x="1165" y="44"/>
                    <a:pt x="1330" y="44"/>
                  </a:cubicBezTo>
                  <a:close/>
                  <a:moveTo>
                    <a:pt x="1330" y="0"/>
                  </a:moveTo>
                  <a:cubicBezTo>
                    <a:pt x="1160" y="0"/>
                    <a:pt x="994" y="24"/>
                    <a:pt x="833" y="83"/>
                  </a:cubicBezTo>
                  <a:cubicBezTo>
                    <a:pt x="727" y="118"/>
                    <a:pt x="624" y="186"/>
                    <a:pt x="530" y="269"/>
                  </a:cubicBezTo>
                  <a:cubicBezTo>
                    <a:pt x="435" y="347"/>
                    <a:pt x="348" y="442"/>
                    <a:pt x="281" y="529"/>
                  </a:cubicBezTo>
                  <a:cubicBezTo>
                    <a:pt x="128" y="730"/>
                    <a:pt x="29" y="979"/>
                    <a:pt x="5" y="1235"/>
                  </a:cubicBezTo>
                  <a:cubicBezTo>
                    <a:pt x="5" y="1254"/>
                    <a:pt x="1" y="1274"/>
                    <a:pt x="1" y="1294"/>
                  </a:cubicBezTo>
                  <a:cubicBezTo>
                    <a:pt x="1" y="1345"/>
                    <a:pt x="9" y="1396"/>
                    <a:pt x="33" y="1439"/>
                  </a:cubicBezTo>
                  <a:cubicBezTo>
                    <a:pt x="57" y="1479"/>
                    <a:pt x="84" y="1507"/>
                    <a:pt x="115" y="1530"/>
                  </a:cubicBezTo>
                  <a:cubicBezTo>
                    <a:pt x="151" y="1554"/>
                    <a:pt x="186" y="1574"/>
                    <a:pt x="222" y="1590"/>
                  </a:cubicBezTo>
                  <a:cubicBezTo>
                    <a:pt x="360" y="1645"/>
                    <a:pt x="510" y="1676"/>
                    <a:pt x="659" y="1676"/>
                  </a:cubicBezTo>
                  <a:cubicBezTo>
                    <a:pt x="789" y="1676"/>
                    <a:pt x="919" y="1654"/>
                    <a:pt x="1041" y="1610"/>
                  </a:cubicBezTo>
                  <a:lnTo>
                    <a:pt x="1041" y="1610"/>
                  </a:lnTo>
                  <a:cubicBezTo>
                    <a:pt x="1118" y="1701"/>
                    <a:pt x="1221" y="1761"/>
                    <a:pt x="1330" y="1798"/>
                  </a:cubicBezTo>
                  <a:cubicBezTo>
                    <a:pt x="1429" y="1830"/>
                    <a:pt x="1535" y="1845"/>
                    <a:pt x="1638" y="1845"/>
                  </a:cubicBezTo>
                  <a:cubicBezTo>
                    <a:pt x="1739" y="1845"/>
                    <a:pt x="1838" y="1832"/>
                    <a:pt x="1930" y="1809"/>
                  </a:cubicBezTo>
                  <a:lnTo>
                    <a:pt x="1930" y="1809"/>
                  </a:lnTo>
                  <a:cubicBezTo>
                    <a:pt x="1933" y="1814"/>
                    <a:pt x="1935" y="1819"/>
                    <a:pt x="1937" y="1826"/>
                  </a:cubicBezTo>
                  <a:cubicBezTo>
                    <a:pt x="1949" y="1865"/>
                    <a:pt x="1977" y="1929"/>
                    <a:pt x="2004" y="1984"/>
                  </a:cubicBezTo>
                  <a:cubicBezTo>
                    <a:pt x="2020" y="2011"/>
                    <a:pt x="2032" y="2039"/>
                    <a:pt x="2044" y="2058"/>
                  </a:cubicBezTo>
                  <a:cubicBezTo>
                    <a:pt x="2048" y="2071"/>
                    <a:pt x="2051" y="2078"/>
                    <a:pt x="2055" y="2087"/>
                  </a:cubicBezTo>
                  <a:cubicBezTo>
                    <a:pt x="2059" y="2094"/>
                    <a:pt x="2064" y="2098"/>
                    <a:pt x="2068" y="2106"/>
                  </a:cubicBezTo>
                  <a:cubicBezTo>
                    <a:pt x="2146" y="2197"/>
                    <a:pt x="2257" y="2264"/>
                    <a:pt x="2375" y="2291"/>
                  </a:cubicBezTo>
                  <a:cubicBezTo>
                    <a:pt x="2419" y="2303"/>
                    <a:pt x="2466" y="2307"/>
                    <a:pt x="2517" y="2307"/>
                  </a:cubicBezTo>
                  <a:cubicBezTo>
                    <a:pt x="2580" y="2307"/>
                    <a:pt x="2647" y="2300"/>
                    <a:pt x="2703" y="2271"/>
                  </a:cubicBezTo>
                  <a:cubicBezTo>
                    <a:pt x="2730" y="2260"/>
                    <a:pt x="2757" y="2244"/>
                    <a:pt x="2777" y="2220"/>
                  </a:cubicBezTo>
                  <a:cubicBezTo>
                    <a:pt x="2801" y="2197"/>
                    <a:pt x="2816" y="2169"/>
                    <a:pt x="2828" y="2138"/>
                  </a:cubicBezTo>
                  <a:cubicBezTo>
                    <a:pt x="2860" y="2047"/>
                    <a:pt x="2872" y="1949"/>
                    <a:pt x="2872" y="1845"/>
                  </a:cubicBezTo>
                  <a:cubicBezTo>
                    <a:pt x="2872" y="1751"/>
                    <a:pt x="2860" y="1652"/>
                    <a:pt x="2852" y="1558"/>
                  </a:cubicBezTo>
                  <a:cubicBezTo>
                    <a:pt x="2840" y="1396"/>
                    <a:pt x="2836" y="1243"/>
                    <a:pt x="2789" y="1077"/>
                  </a:cubicBezTo>
                  <a:cubicBezTo>
                    <a:pt x="2694" y="769"/>
                    <a:pt x="2505" y="493"/>
                    <a:pt x="2248" y="296"/>
                  </a:cubicBezTo>
                  <a:cubicBezTo>
                    <a:pt x="1984" y="103"/>
                    <a:pt x="1657" y="0"/>
                    <a:pt x="1330"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6" name="Google Shape;2096;p48"/>
            <p:cNvSpPr/>
            <p:nvPr/>
          </p:nvSpPr>
          <p:spPr>
            <a:xfrm>
              <a:off x="3471277" y="5089153"/>
              <a:ext cx="780826" cy="623329"/>
            </a:xfrm>
            <a:custGeom>
              <a:rect b="b" l="l" r="r" t="t"/>
              <a:pathLst>
                <a:path extrusionOk="0" h="2434" w="3049">
                  <a:moveTo>
                    <a:pt x="78" y="0"/>
                  </a:moveTo>
                  <a:cubicBezTo>
                    <a:pt x="70" y="0"/>
                    <a:pt x="63" y="1"/>
                    <a:pt x="56" y="5"/>
                  </a:cubicBezTo>
                  <a:cubicBezTo>
                    <a:pt x="1" y="25"/>
                    <a:pt x="9" y="99"/>
                    <a:pt x="25" y="155"/>
                  </a:cubicBezTo>
                  <a:cubicBezTo>
                    <a:pt x="190" y="715"/>
                    <a:pt x="458" y="1247"/>
                    <a:pt x="809" y="1717"/>
                  </a:cubicBezTo>
                  <a:cubicBezTo>
                    <a:pt x="990" y="1957"/>
                    <a:pt x="1203" y="2186"/>
                    <a:pt x="1479" y="2320"/>
                  </a:cubicBezTo>
                  <a:cubicBezTo>
                    <a:pt x="1636" y="2394"/>
                    <a:pt x="1820" y="2434"/>
                    <a:pt x="2005" y="2434"/>
                  </a:cubicBezTo>
                  <a:cubicBezTo>
                    <a:pt x="2211" y="2434"/>
                    <a:pt x="2417" y="2385"/>
                    <a:pt x="2584" y="2281"/>
                  </a:cubicBezTo>
                  <a:cubicBezTo>
                    <a:pt x="2764" y="2166"/>
                    <a:pt x="2895" y="1981"/>
                    <a:pt x="2966" y="1775"/>
                  </a:cubicBezTo>
                  <a:cubicBezTo>
                    <a:pt x="3037" y="1571"/>
                    <a:pt x="3048" y="1338"/>
                    <a:pt x="2958" y="1137"/>
                  </a:cubicBezTo>
                  <a:cubicBezTo>
                    <a:pt x="2871" y="940"/>
                    <a:pt x="2698" y="794"/>
                    <a:pt x="2504" y="699"/>
                  </a:cubicBezTo>
                  <a:cubicBezTo>
                    <a:pt x="2312" y="604"/>
                    <a:pt x="2097" y="554"/>
                    <a:pt x="1883" y="554"/>
                  </a:cubicBezTo>
                  <a:cubicBezTo>
                    <a:pt x="1780" y="554"/>
                    <a:pt x="1677" y="566"/>
                    <a:pt x="1578" y="589"/>
                  </a:cubicBezTo>
                  <a:cubicBezTo>
                    <a:pt x="1393" y="630"/>
                    <a:pt x="1215" y="707"/>
                    <a:pt x="1028" y="707"/>
                  </a:cubicBezTo>
                  <a:cubicBezTo>
                    <a:pt x="1019" y="707"/>
                    <a:pt x="1011" y="707"/>
                    <a:pt x="1002" y="707"/>
                  </a:cubicBezTo>
                  <a:cubicBezTo>
                    <a:pt x="824" y="699"/>
                    <a:pt x="671" y="616"/>
                    <a:pt x="545" y="490"/>
                  </a:cubicBezTo>
                  <a:cubicBezTo>
                    <a:pt x="540" y="486"/>
                    <a:pt x="533" y="478"/>
                    <a:pt x="529" y="474"/>
                  </a:cubicBezTo>
                  <a:cubicBezTo>
                    <a:pt x="395" y="332"/>
                    <a:pt x="316" y="155"/>
                    <a:pt x="158" y="37"/>
                  </a:cubicBezTo>
                  <a:cubicBezTo>
                    <a:pt x="137" y="18"/>
                    <a:pt x="105" y="0"/>
                    <a:pt x="78"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7" name="Google Shape;2097;p48"/>
            <p:cNvSpPr/>
            <p:nvPr/>
          </p:nvSpPr>
          <p:spPr>
            <a:xfrm>
              <a:off x="3469228" y="5083263"/>
              <a:ext cx="781850" cy="634341"/>
            </a:xfrm>
            <a:custGeom>
              <a:rect b="b" l="l" r="r" t="t"/>
              <a:pathLst>
                <a:path extrusionOk="0" h="2477" w="3053">
                  <a:moveTo>
                    <a:pt x="87" y="44"/>
                  </a:moveTo>
                  <a:cubicBezTo>
                    <a:pt x="95" y="44"/>
                    <a:pt x="107" y="48"/>
                    <a:pt x="119" y="51"/>
                  </a:cubicBezTo>
                  <a:cubicBezTo>
                    <a:pt x="131" y="60"/>
                    <a:pt x="142" y="68"/>
                    <a:pt x="155" y="75"/>
                  </a:cubicBezTo>
                  <a:cubicBezTo>
                    <a:pt x="229" y="135"/>
                    <a:pt x="288" y="206"/>
                    <a:pt x="344" y="284"/>
                  </a:cubicBezTo>
                  <a:cubicBezTo>
                    <a:pt x="399" y="359"/>
                    <a:pt x="450" y="439"/>
                    <a:pt x="521" y="513"/>
                  </a:cubicBezTo>
                  <a:cubicBezTo>
                    <a:pt x="525" y="517"/>
                    <a:pt x="533" y="525"/>
                    <a:pt x="537" y="529"/>
                  </a:cubicBezTo>
                  <a:cubicBezTo>
                    <a:pt x="667" y="659"/>
                    <a:pt x="825" y="742"/>
                    <a:pt x="1006" y="754"/>
                  </a:cubicBezTo>
                  <a:lnTo>
                    <a:pt x="1038" y="754"/>
                  </a:lnTo>
                  <a:cubicBezTo>
                    <a:pt x="1136" y="754"/>
                    <a:pt x="1227" y="734"/>
                    <a:pt x="1318" y="706"/>
                  </a:cubicBezTo>
                  <a:cubicBezTo>
                    <a:pt x="1409" y="683"/>
                    <a:pt x="1499" y="655"/>
                    <a:pt x="1589" y="632"/>
                  </a:cubicBezTo>
                  <a:cubicBezTo>
                    <a:pt x="1689" y="612"/>
                    <a:pt x="1787" y="600"/>
                    <a:pt x="1889" y="600"/>
                  </a:cubicBezTo>
                  <a:cubicBezTo>
                    <a:pt x="2102" y="600"/>
                    <a:pt x="2315" y="648"/>
                    <a:pt x="2504" y="742"/>
                  </a:cubicBezTo>
                  <a:cubicBezTo>
                    <a:pt x="2694" y="837"/>
                    <a:pt x="2863" y="979"/>
                    <a:pt x="2946" y="1168"/>
                  </a:cubicBezTo>
                  <a:cubicBezTo>
                    <a:pt x="2990" y="1263"/>
                    <a:pt x="3005" y="1369"/>
                    <a:pt x="3005" y="1471"/>
                  </a:cubicBezTo>
                  <a:cubicBezTo>
                    <a:pt x="3005" y="1582"/>
                    <a:pt x="2985" y="1692"/>
                    <a:pt x="2950" y="1795"/>
                  </a:cubicBezTo>
                  <a:cubicBezTo>
                    <a:pt x="2883" y="1991"/>
                    <a:pt x="2757" y="2173"/>
                    <a:pt x="2583" y="2284"/>
                  </a:cubicBezTo>
                  <a:cubicBezTo>
                    <a:pt x="2417" y="2386"/>
                    <a:pt x="2217" y="2433"/>
                    <a:pt x="2015" y="2433"/>
                  </a:cubicBezTo>
                  <a:cubicBezTo>
                    <a:pt x="1834" y="2433"/>
                    <a:pt x="1649" y="2394"/>
                    <a:pt x="1495" y="2323"/>
                  </a:cubicBezTo>
                  <a:cubicBezTo>
                    <a:pt x="1227" y="2193"/>
                    <a:pt x="1018" y="1964"/>
                    <a:pt x="837" y="1724"/>
                  </a:cubicBezTo>
                  <a:cubicBezTo>
                    <a:pt x="486" y="1258"/>
                    <a:pt x="217" y="730"/>
                    <a:pt x="52" y="170"/>
                  </a:cubicBezTo>
                  <a:cubicBezTo>
                    <a:pt x="48" y="151"/>
                    <a:pt x="44" y="127"/>
                    <a:pt x="44" y="107"/>
                  </a:cubicBezTo>
                  <a:cubicBezTo>
                    <a:pt x="44" y="91"/>
                    <a:pt x="44" y="80"/>
                    <a:pt x="48" y="68"/>
                  </a:cubicBezTo>
                  <a:cubicBezTo>
                    <a:pt x="56" y="60"/>
                    <a:pt x="60" y="51"/>
                    <a:pt x="71" y="48"/>
                  </a:cubicBezTo>
                  <a:cubicBezTo>
                    <a:pt x="75" y="44"/>
                    <a:pt x="80" y="44"/>
                    <a:pt x="87" y="44"/>
                  </a:cubicBezTo>
                  <a:close/>
                  <a:moveTo>
                    <a:pt x="87" y="0"/>
                  </a:moveTo>
                  <a:cubicBezTo>
                    <a:pt x="75" y="0"/>
                    <a:pt x="64" y="4"/>
                    <a:pt x="52" y="9"/>
                  </a:cubicBezTo>
                  <a:cubicBezTo>
                    <a:pt x="33" y="16"/>
                    <a:pt x="17" y="33"/>
                    <a:pt x="9" y="48"/>
                  </a:cubicBezTo>
                  <a:cubicBezTo>
                    <a:pt x="0" y="68"/>
                    <a:pt x="0" y="87"/>
                    <a:pt x="0" y="107"/>
                  </a:cubicBezTo>
                  <a:cubicBezTo>
                    <a:pt x="0" y="135"/>
                    <a:pt x="4" y="158"/>
                    <a:pt x="13" y="182"/>
                  </a:cubicBezTo>
                  <a:cubicBezTo>
                    <a:pt x="178" y="746"/>
                    <a:pt x="446" y="1282"/>
                    <a:pt x="801" y="1751"/>
                  </a:cubicBezTo>
                  <a:cubicBezTo>
                    <a:pt x="983" y="1996"/>
                    <a:pt x="1199" y="2228"/>
                    <a:pt x="1476" y="2362"/>
                  </a:cubicBezTo>
                  <a:cubicBezTo>
                    <a:pt x="1637" y="2437"/>
                    <a:pt x="1826" y="2477"/>
                    <a:pt x="2015" y="2477"/>
                  </a:cubicBezTo>
                  <a:cubicBezTo>
                    <a:pt x="2224" y="2477"/>
                    <a:pt x="2433" y="2430"/>
                    <a:pt x="2603" y="2319"/>
                  </a:cubicBezTo>
                  <a:cubicBezTo>
                    <a:pt x="2792" y="2204"/>
                    <a:pt x="2923" y="2011"/>
                    <a:pt x="2994" y="1807"/>
                  </a:cubicBezTo>
                  <a:cubicBezTo>
                    <a:pt x="3029" y="1700"/>
                    <a:pt x="3052" y="1585"/>
                    <a:pt x="3052" y="1471"/>
                  </a:cubicBezTo>
                  <a:cubicBezTo>
                    <a:pt x="3052" y="1361"/>
                    <a:pt x="3033" y="1254"/>
                    <a:pt x="2985" y="1152"/>
                  </a:cubicBezTo>
                  <a:cubicBezTo>
                    <a:pt x="2895" y="950"/>
                    <a:pt x="2717" y="801"/>
                    <a:pt x="2524" y="703"/>
                  </a:cubicBezTo>
                  <a:cubicBezTo>
                    <a:pt x="2327" y="608"/>
                    <a:pt x="2106" y="557"/>
                    <a:pt x="1889" y="557"/>
                  </a:cubicBezTo>
                  <a:cubicBezTo>
                    <a:pt x="1787" y="557"/>
                    <a:pt x="1680" y="568"/>
                    <a:pt x="1582" y="592"/>
                  </a:cubicBezTo>
                  <a:cubicBezTo>
                    <a:pt x="1487" y="612"/>
                    <a:pt x="1396" y="643"/>
                    <a:pt x="1305" y="667"/>
                  </a:cubicBezTo>
                  <a:cubicBezTo>
                    <a:pt x="1219" y="690"/>
                    <a:pt x="1128" y="710"/>
                    <a:pt x="1038" y="710"/>
                  </a:cubicBezTo>
                  <a:lnTo>
                    <a:pt x="1010" y="710"/>
                  </a:lnTo>
                  <a:cubicBezTo>
                    <a:pt x="841" y="703"/>
                    <a:pt x="690" y="619"/>
                    <a:pt x="568" y="501"/>
                  </a:cubicBezTo>
                  <a:cubicBezTo>
                    <a:pt x="564" y="493"/>
                    <a:pt x="557" y="490"/>
                    <a:pt x="553" y="482"/>
                  </a:cubicBezTo>
                  <a:cubicBezTo>
                    <a:pt x="486" y="415"/>
                    <a:pt x="435" y="335"/>
                    <a:pt x="379" y="257"/>
                  </a:cubicBezTo>
                  <a:cubicBezTo>
                    <a:pt x="320" y="178"/>
                    <a:pt x="261" y="104"/>
                    <a:pt x="182" y="40"/>
                  </a:cubicBezTo>
                  <a:cubicBezTo>
                    <a:pt x="166" y="33"/>
                    <a:pt x="155" y="20"/>
                    <a:pt x="139" y="13"/>
                  </a:cubicBezTo>
                  <a:cubicBezTo>
                    <a:pt x="123" y="4"/>
                    <a:pt x="104" y="0"/>
                    <a:pt x="87"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8" name="Google Shape;2098;p48"/>
            <p:cNvSpPr/>
            <p:nvPr/>
          </p:nvSpPr>
          <p:spPr>
            <a:xfrm>
              <a:off x="3201615" y="5036142"/>
              <a:ext cx="174911" cy="166204"/>
            </a:xfrm>
            <a:custGeom>
              <a:rect b="b" l="l" r="r" t="t"/>
              <a:pathLst>
                <a:path extrusionOk="0" h="649" w="683">
                  <a:moveTo>
                    <a:pt x="323" y="0"/>
                  </a:moveTo>
                  <a:cubicBezTo>
                    <a:pt x="308" y="0"/>
                    <a:pt x="292" y="1"/>
                    <a:pt x="277" y="4"/>
                  </a:cubicBezTo>
                  <a:cubicBezTo>
                    <a:pt x="127" y="27"/>
                    <a:pt x="1" y="173"/>
                    <a:pt x="4" y="330"/>
                  </a:cubicBezTo>
                  <a:cubicBezTo>
                    <a:pt x="8" y="484"/>
                    <a:pt x="135" y="626"/>
                    <a:pt x="288" y="646"/>
                  </a:cubicBezTo>
                  <a:cubicBezTo>
                    <a:pt x="305" y="648"/>
                    <a:pt x="321" y="649"/>
                    <a:pt x="336" y="649"/>
                  </a:cubicBezTo>
                  <a:cubicBezTo>
                    <a:pt x="381" y="649"/>
                    <a:pt x="418" y="640"/>
                    <a:pt x="466" y="619"/>
                  </a:cubicBezTo>
                  <a:cubicBezTo>
                    <a:pt x="608" y="552"/>
                    <a:pt x="683" y="374"/>
                    <a:pt x="639" y="228"/>
                  </a:cubicBezTo>
                  <a:cubicBezTo>
                    <a:pt x="597" y="93"/>
                    <a:pt x="461" y="0"/>
                    <a:pt x="323"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9" name="Google Shape;2099;p48"/>
            <p:cNvSpPr/>
            <p:nvPr/>
          </p:nvSpPr>
          <p:spPr>
            <a:xfrm>
              <a:off x="3237979" y="5061751"/>
              <a:ext cx="45841" cy="88864"/>
            </a:xfrm>
            <a:custGeom>
              <a:rect b="b" l="l" r="r" t="t"/>
              <a:pathLst>
                <a:path extrusionOk="0" h="347" w="179">
                  <a:moveTo>
                    <a:pt x="152" y="1"/>
                  </a:moveTo>
                  <a:cubicBezTo>
                    <a:pt x="149" y="1"/>
                    <a:pt x="146" y="1"/>
                    <a:pt x="143" y="2"/>
                  </a:cubicBezTo>
                  <a:cubicBezTo>
                    <a:pt x="88" y="33"/>
                    <a:pt x="40" y="84"/>
                    <a:pt x="17" y="144"/>
                  </a:cubicBezTo>
                  <a:cubicBezTo>
                    <a:pt x="8" y="171"/>
                    <a:pt x="1" y="203"/>
                    <a:pt x="1" y="235"/>
                  </a:cubicBezTo>
                  <a:cubicBezTo>
                    <a:pt x="1" y="266"/>
                    <a:pt x="8" y="301"/>
                    <a:pt x="24" y="333"/>
                  </a:cubicBezTo>
                  <a:cubicBezTo>
                    <a:pt x="27" y="342"/>
                    <a:pt x="35" y="346"/>
                    <a:pt x="43" y="346"/>
                  </a:cubicBezTo>
                  <a:cubicBezTo>
                    <a:pt x="46" y="346"/>
                    <a:pt x="49" y="346"/>
                    <a:pt x="52" y="345"/>
                  </a:cubicBezTo>
                  <a:cubicBezTo>
                    <a:pt x="64" y="341"/>
                    <a:pt x="68" y="329"/>
                    <a:pt x="64" y="317"/>
                  </a:cubicBezTo>
                  <a:cubicBezTo>
                    <a:pt x="52" y="290"/>
                    <a:pt x="48" y="262"/>
                    <a:pt x="48" y="235"/>
                  </a:cubicBezTo>
                  <a:cubicBezTo>
                    <a:pt x="48" y="206"/>
                    <a:pt x="52" y="183"/>
                    <a:pt x="60" y="159"/>
                  </a:cubicBezTo>
                  <a:cubicBezTo>
                    <a:pt x="79" y="108"/>
                    <a:pt x="115" y="64"/>
                    <a:pt x="162" y="41"/>
                  </a:cubicBezTo>
                  <a:cubicBezTo>
                    <a:pt x="174" y="37"/>
                    <a:pt x="179" y="26"/>
                    <a:pt x="174" y="13"/>
                  </a:cubicBezTo>
                  <a:cubicBezTo>
                    <a:pt x="168" y="5"/>
                    <a:pt x="160" y="1"/>
                    <a:pt x="15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0" name="Google Shape;2100;p48"/>
            <p:cNvSpPr/>
            <p:nvPr/>
          </p:nvSpPr>
          <p:spPr>
            <a:xfrm>
              <a:off x="3240028" y="5098372"/>
              <a:ext cx="37646" cy="14853"/>
            </a:xfrm>
            <a:custGeom>
              <a:rect b="b" l="l" r="r" t="t"/>
              <a:pathLst>
                <a:path extrusionOk="0" h="58" w="147">
                  <a:moveTo>
                    <a:pt x="60" y="1"/>
                  </a:moveTo>
                  <a:cubicBezTo>
                    <a:pt x="44" y="1"/>
                    <a:pt x="32" y="5"/>
                    <a:pt x="16" y="5"/>
                  </a:cubicBezTo>
                  <a:cubicBezTo>
                    <a:pt x="5" y="9"/>
                    <a:pt x="0" y="21"/>
                    <a:pt x="0" y="32"/>
                  </a:cubicBezTo>
                  <a:cubicBezTo>
                    <a:pt x="4" y="42"/>
                    <a:pt x="12" y="49"/>
                    <a:pt x="22" y="49"/>
                  </a:cubicBezTo>
                  <a:cubicBezTo>
                    <a:pt x="24" y="49"/>
                    <a:pt x="26" y="49"/>
                    <a:pt x="29" y="48"/>
                  </a:cubicBezTo>
                  <a:cubicBezTo>
                    <a:pt x="40" y="48"/>
                    <a:pt x="47" y="45"/>
                    <a:pt x="60" y="45"/>
                  </a:cubicBezTo>
                  <a:cubicBezTo>
                    <a:pt x="76" y="45"/>
                    <a:pt x="95" y="48"/>
                    <a:pt x="111" y="56"/>
                  </a:cubicBezTo>
                  <a:cubicBezTo>
                    <a:pt x="114" y="57"/>
                    <a:pt x="117" y="57"/>
                    <a:pt x="120" y="57"/>
                  </a:cubicBezTo>
                  <a:cubicBezTo>
                    <a:pt x="129" y="57"/>
                    <a:pt x="136" y="53"/>
                    <a:pt x="142" y="45"/>
                  </a:cubicBezTo>
                  <a:cubicBezTo>
                    <a:pt x="147" y="36"/>
                    <a:pt x="142" y="21"/>
                    <a:pt x="131" y="16"/>
                  </a:cubicBezTo>
                  <a:cubicBezTo>
                    <a:pt x="107" y="5"/>
                    <a:pt x="83" y="1"/>
                    <a:pt x="60"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1" name="Google Shape;2101;p48"/>
            <p:cNvSpPr/>
            <p:nvPr/>
          </p:nvSpPr>
          <p:spPr>
            <a:xfrm>
              <a:off x="2227193" y="6453598"/>
              <a:ext cx="2289467" cy="1030004"/>
            </a:xfrm>
            <a:custGeom>
              <a:rect b="b" l="l" r="r" t="t"/>
              <a:pathLst>
                <a:path extrusionOk="0" h="4022" w="8940">
                  <a:moveTo>
                    <a:pt x="0" y="0"/>
                  </a:moveTo>
                  <a:lnTo>
                    <a:pt x="2532" y="3521"/>
                  </a:lnTo>
                  <a:cubicBezTo>
                    <a:pt x="2615" y="3525"/>
                    <a:pt x="2697" y="3537"/>
                    <a:pt x="2781" y="3557"/>
                  </a:cubicBezTo>
                  <a:cubicBezTo>
                    <a:pt x="2958" y="3596"/>
                    <a:pt x="3112" y="3699"/>
                    <a:pt x="3285" y="3743"/>
                  </a:cubicBezTo>
                  <a:cubicBezTo>
                    <a:pt x="3742" y="3861"/>
                    <a:pt x="4239" y="3900"/>
                    <a:pt x="4712" y="3936"/>
                  </a:cubicBezTo>
                  <a:cubicBezTo>
                    <a:pt x="5124" y="3967"/>
                    <a:pt x="5536" y="3980"/>
                    <a:pt x="5951" y="3980"/>
                  </a:cubicBezTo>
                  <a:cubicBezTo>
                    <a:pt x="6005" y="3980"/>
                    <a:pt x="6059" y="3980"/>
                    <a:pt x="6113" y="3979"/>
                  </a:cubicBezTo>
                  <a:cubicBezTo>
                    <a:pt x="6881" y="3971"/>
                    <a:pt x="7962" y="4022"/>
                    <a:pt x="8545" y="3459"/>
                  </a:cubicBezTo>
                  <a:cubicBezTo>
                    <a:pt x="8782" y="3230"/>
                    <a:pt x="8778" y="2997"/>
                    <a:pt x="8845" y="2673"/>
                  </a:cubicBezTo>
                  <a:cubicBezTo>
                    <a:pt x="8940" y="2196"/>
                    <a:pt x="8683" y="1503"/>
                    <a:pt x="8257" y="1262"/>
                  </a:cubicBezTo>
                  <a:cubicBezTo>
                    <a:pt x="8065" y="1153"/>
                    <a:pt x="7950" y="1121"/>
                    <a:pt x="7799" y="1121"/>
                  </a:cubicBezTo>
                  <a:cubicBezTo>
                    <a:pt x="7722" y="1121"/>
                    <a:pt x="7635" y="1129"/>
                    <a:pt x="7524" y="1140"/>
                  </a:cubicBezTo>
                  <a:cubicBezTo>
                    <a:pt x="7173" y="1175"/>
                    <a:pt x="6830" y="1219"/>
                    <a:pt x="6475" y="1235"/>
                  </a:cubicBezTo>
                  <a:cubicBezTo>
                    <a:pt x="6189" y="1247"/>
                    <a:pt x="5903" y="1253"/>
                    <a:pt x="5617" y="1253"/>
                  </a:cubicBezTo>
                  <a:cubicBezTo>
                    <a:pt x="5135" y="1253"/>
                    <a:pt x="4653" y="1235"/>
                    <a:pt x="4173" y="1195"/>
                  </a:cubicBezTo>
                  <a:cubicBezTo>
                    <a:pt x="2721" y="1073"/>
                    <a:pt x="1263" y="715"/>
                    <a:pt x="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2" name="Google Shape;2102;p48"/>
            <p:cNvSpPr/>
            <p:nvPr/>
          </p:nvSpPr>
          <p:spPr>
            <a:xfrm>
              <a:off x="2221047" y="6447964"/>
              <a:ext cx="2281528" cy="1031797"/>
            </a:xfrm>
            <a:custGeom>
              <a:rect b="b" l="l" r="r" t="t"/>
              <a:pathLst>
                <a:path extrusionOk="0" h="4029" w="8909">
                  <a:moveTo>
                    <a:pt x="23" y="0"/>
                  </a:moveTo>
                  <a:cubicBezTo>
                    <a:pt x="16" y="0"/>
                    <a:pt x="10" y="3"/>
                    <a:pt x="5" y="11"/>
                  </a:cubicBezTo>
                  <a:cubicBezTo>
                    <a:pt x="1" y="22"/>
                    <a:pt x="1" y="34"/>
                    <a:pt x="13" y="42"/>
                  </a:cubicBezTo>
                  <a:cubicBezTo>
                    <a:pt x="1278" y="760"/>
                    <a:pt x="2741" y="1115"/>
                    <a:pt x="4192" y="1237"/>
                  </a:cubicBezTo>
                  <a:cubicBezTo>
                    <a:pt x="4674" y="1281"/>
                    <a:pt x="5155" y="1296"/>
                    <a:pt x="5635" y="1296"/>
                  </a:cubicBezTo>
                  <a:cubicBezTo>
                    <a:pt x="5924" y="1296"/>
                    <a:pt x="6212" y="1292"/>
                    <a:pt x="6499" y="1281"/>
                  </a:cubicBezTo>
                  <a:cubicBezTo>
                    <a:pt x="6854" y="1265"/>
                    <a:pt x="7197" y="1221"/>
                    <a:pt x="7552" y="1186"/>
                  </a:cubicBezTo>
                  <a:cubicBezTo>
                    <a:pt x="7662" y="1174"/>
                    <a:pt x="7749" y="1166"/>
                    <a:pt x="7824" y="1166"/>
                  </a:cubicBezTo>
                  <a:cubicBezTo>
                    <a:pt x="7899" y="1166"/>
                    <a:pt x="7962" y="1174"/>
                    <a:pt x="8030" y="1194"/>
                  </a:cubicBezTo>
                  <a:cubicBezTo>
                    <a:pt x="8101" y="1213"/>
                    <a:pt x="8175" y="1248"/>
                    <a:pt x="8270" y="1304"/>
                  </a:cubicBezTo>
                  <a:cubicBezTo>
                    <a:pt x="8447" y="1403"/>
                    <a:pt x="8597" y="1588"/>
                    <a:pt x="8703" y="1801"/>
                  </a:cubicBezTo>
                  <a:cubicBezTo>
                    <a:pt x="8806" y="2014"/>
                    <a:pt x="8865" y="2262"/>
                    <a:pt x="8865" y="2483"/>
                  </a:cubicBezTo>
                  <a:cubicBezTo>
                    <a:pt x="8865" y="2553"/>
                    <a:pt x="8861" y="2624"/>
                    <a:pt x="8845" y="2692"/>
                  </a:cubicBezTo>
                  <a:cubicBezTo>
                    <a:pt x="8814" y="2853"/>
                    <a:pt x="8798" y="2995"/>
                    <a:pt x="8763" y="3118"/>
                  </a:cubicBezTo>
                  <a:cubicBezTo>
                    <a:pt x="8727" y="3244"/>
                    <a:pt x="8672" y="3354"/>
                    <a:pt x="8558" y="3465"/>
                  </a:cubicBezTo>
                  <a:cubicBezTo>
                    <a:pt x="8270" y="3741"/>
                    <a:pt x="7855" y="3871"/>
                    <a:pt x="7418" y="3930"/>
                  </a:cubicBezTo>
                  <a:cubicBezTo>
                    <a:pt x="6980" y="3985"/>
                    <a:pt x="6519" y="3978"/>
                    <a:pt x="6137" y="3982"/>
                  </a:cubicBezTo>
                  <a:lnTo>
                    <a:pt x="5963" y="3982"/>
                  </a:lnTo>
                  <a:cubicBezTo>
                    <a:pt x="5557" y="3982"/>
                    <a:pt x="5147" y="3965"/>
                    <a:pt x="4741" y="3934"/>
                  </a:cubicBezTo>
                  <a:cubicBezTo>
                    <a:pt x="4268" y="3898"/>
                    <a:pt x="3771" y="3863"/>
                    <a:pt x="3313" y="3745"/>
                  </a:cubicBezTo>
                  <a:cubicBezTo>
                    <a:pt x="3231" y="3721"/>
                    <a:pt x="3147" y="3685"/>
                    <a:pt x="3069" y="3650"/>
                  </a:cubicBezTo>
                  <a:cubicBezTo>
                    <a:pt x="2986" y="3614"/>
                    <a:pt x="2899" y="3579"/>
                    <a:pt x="2809" y="3559"/>
                  </a:cubicBezTo>
                  <a:cubicBezTo>
                    <a:pt x="2725" y="3540"/>
                    <a:pt x="2643" y="3528"/>
                    <a:pt x="2556" y="3520"/>
                  </a:cubicBezTo>
                  <a:cubicBezTo>
                    <a:pt x="2545" y="3520"/>
                    <a:pt x="2536" y="3532"/>
                    <a:pt x="2536" y="3543"/>
                  </a:cubicBezTo>
                  <a:cubicBezTo>
                    <a:pt x="2532" y="3556"/>
                    <a:pt x="2545" y="3563"/>
                    <a:pt x="2556" y="3567"/>
                  </a:cubicBezTo>
                  <a:cubicBezTo>
                    <a:pt x="2635" y="3571"/>
                    <a:pt x="2718" y="3583"/>
                    <a:pt x="2796" y="3599"/>
                  </a:cubicBezTo>
                  <a:cubicBezTo>
                    <a:pt x="2883" y="3618"/>
                    <a:pt x="2967" y="3654"/>
                    <a:pt x="3049" y="3689"/>
                  </a:cubicBezTo>
                  <a:cubicBezTo>
                    <a:pt x="3132" y="3725"/>
                    <a:pt x="3215" y="3760"/>
                    <a:pt x="3302" y="3784"/>
                  </a:cubicBezTo>
                  <a:cubicBezTo>
                    <a:pt x="3766" y="3907"/>
                    <a:pt x="4263" y="3942"/>
                    <a:pt x="4736" y="3978"/>
                  </a:cubicBezTo>
                  <a:cubicBezTo>
                    <a:pt x="5143" y="4009"/>
                    <a:pt x="5553" y="4025"/>
                    <a:pt x="5963" y="4025"/>
                  </a:cubicBezTo>
                  <a:lnTo>
                    <a:pt x="6137" y="4025"/>
                  </a:lnTo>
                  <a:cubicBezTo>
                    <a:pt x="6519" y="4020"/>
                    <a:pt x="6984" y="4029"/>
                    <a:pt x="7426" y="3973"/>
                  </a:cubicBezTo>
                  <a:cubicBezTo>
                    <a:pt x="7868" y="3914"/>
                    <a:pt x="8290" y="3784"/>
                    <a:pt x="8585" y="3496"/>
                  </a:cubicBezTo>
                  <a:cubicBezTo>
                    <a:pt x="8707" y="3378"/>
                    <a:pt x="8767" y="3259"/>
                    <a:pt x="8806" y="3130"/>
                  </a:cubicBezTo>
                  <a:cubicBezTo>
                    <a:pt x="8842" y="2999"/>
                    <a:pt x="8858" y="2861"/>
                    <a:pt x="8889" y="2700"/>
                  </a:cubicBezTo>
                  <a:cubicBezTo>
                    <a:pt x="8905" y="2633"/>
                    <a:pt x="8909" y="2558"/>
                    <a:pt x="8909" y="2483"/>
                  </a:cubicBezTo>
                  <a:cubicBezTo>
                    <a:pt x="8909" y="2254"/>
                    <a:pt x="8849" y="2002"/>
                    <a:pt x="8739" y="1781"/>
                  </a:cubicBezTo>
                  <a:cubicBezTo>
                    <a:pt x="8632" y="1560"/>
                    <a:pt x="8479" y="1371"/>
                    <a:pt x="8294" y="1265"/>
                  </a:cubicBezTo>
                  <a:cubicBezTo>
                    <a:pt x="8195" y="1210"/>
                    <a:pt x="8116" y="1174"/>
                    <a:pt x="8045" y="1150"/>
                  </a:cubicBezTo>
                  <a:cubicBezTo>
                    <a:pt x="7970" y="1130"/>
                    <a:pt x="7903" y="1123"/>
                    <a:pt x="7824" y="1123"/>
                  </a:cubicBezTo>
                  <a:cubicBezTo>
                    <a:pt x="7746" y="1123"/>
                    <a:pt x="7659" y="1130"/>
                    <a:pt x="7548" y="1142"/>
                  </a:cubicBezTo>
                  <a:cubicBezTo>
                    <a:pt x="7193" y="1177"/>
                    <a:pt x="6850" y="1221"/>
                    <a:pt x="6496" y="1237"/>
                  </a:cubicBezTo>
                  <a:cubicBezTo>
                    <a:pt x="6212" y="1248"/>
                    <a:pt x="5924" y="1252"/>
                    <a:pt x="5635" y="1252"/>
                  </a:cubicBezTo>
                  <a:cubicBezTo>
                    <a:pt x="5155" y="1252"/>
                    <a:pt x="4674" y="1237"/>
                    <a:pt x="4197" y="1194"/>
                  </a:cubicBezTo>
                  <a:cubicBezTo>
                    <a:pt x="2749" y="1072"/>
                    <a:pt x="1294" y="717"/>
                    <a:pt x="37" y="3"/>
                  </a:cubicBezTo>
                  <a:cubicBezTo>
                    <a:pt x="32" y="1"/>
                    <a:pt x="27" y="0"/>
                    <a:pt x="2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3" name="Google Shape;2103;p48"/>
            <p:cNvSpPr/>
            <p:nvPr/>
          </p:nvSpPr>
          <p:spPr>
            <a:xfrm>
              <a:off x="1779805" y="5905310"/>
              <a:ext cx="2186518" cy="1116563"/>
            </a:xfrm>
            <a:custGeom>
              <a:rect b="b" l="l" r="r" t="t"/>
              <a:pathLst>
                <a:path extrusionOk="0" h="4360" w="8538">
                  <a:moveTo>
                    <a:pt x="6850" y="0"/>
                  </a:moveTo>
                  <a:cubicBezTo>
                    <a:pt x="6661" y="233"/>
                    <a:pt x="6499" y="426"/>
                    <a:pt x="6455" y="466"/>
                  </a:cubicBezTo>
                  <a:cubicBezTo>
                    <a:pt x="5986" y="923"/>
                    <a:pt x="5431" y="1282"/>
                    <a:pt x="4808" y="1479"/>
                  </a:cubicBezTo>
                  <a:cubicBezTo>
                    <a:pt x="4400" y="1608"/>
                    <a:pt x="3978" y="1664"/>
                    <a:pt x="3555" y="1664"/>
                  </a:cubicBezTo>
                  <a:cubicBezTo>
                    <a:pt x="3218" y="1664"/>
                    <a:pt x="2880" y="1629"/>
                    <a:pt x="2548" y="1566"/>
                  </a:cubicBezTo>
                  <a:cubicBezTo>
                    <a:pt x="2308" y="1521"/>
                    <a:pt x="2049" y="1483"/>
                    <a:pt x="1799" y="1483"/>
                  </a:cubicBezTo>
                  <a:cubicBezTo>
                    <a:pt x="1288" y="1483"/>
                    <a:pt x="813" y="1643"/>
                    <a:pt x="604" y="2244"/>
                  </a:cubicBezTo>
                  <a:cubicBezTo>
                    <a:pt x="0" y="3982"/>
                    <a:pt x="2596" y="4360"/>
                    <a:pt x="4173" y="4360"/>
                  </a:cubicBezTo>
                  <a:cubicBezTo>
                    <a:pt x="4511" y="4360"/>
                    <a:pt x="4802" y="4343"/>
                    <a:pt x="5005" y="4318"/>
                  </a:cubicBezTo>
                  <a:cubicBezTo>
                    <a:pt x="6373" y="4148"/>
                    <a:pt x="7784" y="3542"/>
                    <a:pt x="8537" y="2394"/>
                  </a:cubicBezTo>
                  <a:lnTo>
                    <a:pt x="685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4" name="Google Shape;2104;p48"/>
            <p:cNvSpPr/>
            <p:nvPr/>
          </p:nvSpPr>
          <p:spPr>
            <a:xfrm>
              <a:off x="1906057" y="5899164"/>
              <a:ext cx="2066410" cy="1128344"/>
            </a:xfrm>
            <a:custGeom>
              <a:rect b="b" l="l" r="r" t="t"/>
              <a:pathLst>
                <a:path extrusionOk="0" h="4406" w="8069">
                  <a:moveTo>
                    <a:pt x="6358" y="0"/>
                  </a:moveTo>
                  <a:cubicBezTo>
                    <a:pt x="6353" y="0"/>
                    <a:pt x="6346" y="4"/>
                    <a:pt x="6341" y="8"/>
                  </a:cubicBezTo>
                  <a:cubicBezTo>
                    <a:pt x="6246" y="127"/>
                    <a:pt x="6156" y="234"/>
                    <a:pt x="6089" y="316"/>
                  </a:cubicBezTo>
                  <a:cubicBezTo>
                    <a:pt x="6053" y="356"/>
                    <a:pt x="6022" y="391"/>
                    <a:pt x="5998" y="419"/>
                  </a:cubicBezTo>
                  <a:cubicBezTo>
                    <a:pt x="5975" y="446"/>
                    <a:pt x="5959" y="466"/>
                    <a:pt x="5951" y="474"/>
                  </a:cubicBezTo>
                  <a:cubicBezTo>
                    <a:pt x="5482" y="927"/>
                    <a:pt x="4930" y="1286"/>
                    <a:pt x="4306" y="1484"/>
                  </a:cubicBezTo>
                  <a:cubicBezTo>
                    <a:pt x="3904" y="1613"/>
                    <a:pt x="3487" y="1668"/>
                    <a:pt x="3065" y="1668"/>
                  </a:cubicBezTo>
                  <a:cubicBezTo>
                    <a:pt x="2730" y="1668"/>
                    <a:pt x="2390" y="1633"/>
                    <a:pt x="2059" y="1570"/>
                  </a:cubicBezTo>
                  <a:cubicBezTo>
                    <a:pt x="1818" y="1522"/>
                    <a:pt x="1558" y="1487"/>
                    <a:pt x="1306" y="1487"/>
                  </a:cubicBezTo>
                  <a:cubicBezTo>
                    <a:pt x="1050" y="1487"/>
                    <a:pt x="797" y="1526"/>
                    <a:pt x="584" y="1645"/>
                  </a:cubicBezTo>
                  <a:cubicBezTo>
                    <a:pt x="371" y="1763"/>
                    <a:pt x="198" y="1957"/>
                    <a:pt x="91" y="2260"/>
                  </a:cubicBezTo>
                  <a:cubicBezTo>
                    <a:pt x="28" y="2438"/>
                    <a:pt x="0" y="2603"/>
                    <a:pt x="0" y="2756"/>
                  </a:cubicBezTo>
                  <a:cubicBezTo>
                    <a:pt x="0" y="2922"/>
                    <a:pt x="36" y="3076"/>
                    <a:pt x="104" y="3215"/>
                  </a:cubicBezTo>
                  <a:cubicBezTo>
                    <a:pt x="217" y="3455"/>
                    <a:pt x="423" y="3652"/>
                    <a:pt x="683" y="3806"/>
                  </a:cubicBezTo>
                  <a:cubicBezTo>
                    <a:pt x="1074" y="4043"/>
                    <a:pt x="1589" y="4192"/>
                    <a:pt x="2126" y="4283"/>
                  </a:cubicBezTo>
                  <a:cubicBezTo>
                    <a:pt x="2659" y="4374"/>
                    <a:pt x="3214" y="4405"/>
                    <a:pt x="3680" y="4405"/>
                  </a:cubicBezTo>
                  <a:cubicBezTo>
                    <a:pt x="4019" y="4405"/>
                    <a:pt x="4310" y="4389"/>
                    <a:pt x="4516" y="4361"/>
                  </a:cubicBezTo>
                  <a:cubicBezTo>
                    <a:pt x="5202" y="4279"/>
                    <a:pt x="5900" y="4081"/>
                    <a:pt x="6519" y="3766"/>
                  </a:cubicBezTo>
                  <a:cubicBezTo>
                    <a:pt x="7138" y="3447"/>
                    <a:pt x="7682" y="3005"/>
                    <a:pt x="8061" y="2430"/>
                  </a:cubicBezTo>
                  <a:cubicBezTo>
                    <a:pt x="8068" y="2418"/>
                    <a:pt x="8064" y="2406"/>
                    <a:pt x="8057" y="2398"/>
                  </a:cubicBezTo>
                  <a:cubicBezTo>
                    <a:pt x="8052" y="2395"/>
                    <a:pt x="8048" y="2394"/>
                    <a:pt x="8044" y="2394"/>
                  </a:cubicBezTo>
                  <a:cubicBezTo>
                    <a:pt x="8037" y="2394"/>
                    <a:pt x="8030" y="2398"/>
                    <a:pt x="8025" y="2406"/>
                  </a:cubicBezTo>
                  <a:cubicBezTo>
                    <a:pt x="7651" y="2974"/>
                    <a:pt x="7114" y="3411"/>
                    <a:pt x="6499" y="3726"/>
                  </a:cubicBezTo>
                  <a:cubicBezTo>
                    <a:pt x="5884" y="4043"/>
                    <a:pt x="5190" y="4236"/>
                    <a:pt x="4508" y="4318"/>
                  </a:cubicBezTo>
                  <a:cubicBezTo>
                    <a:pt x="4306" y="4346"/>
                    <a:pt x="4019" y="4361"/>
                    <a:pt x="3680" y="4361"/>
                  </a:cubicBezTo>
                  <a:cubicBezTo>
                    <a:pt x="2974" y="4361"/>
                    <a:pt x="2059" y="4287"/>
                    <a:pt x="1325" y="4046"/>
                  </a:cubicBezTo>
                  <a:cubicBezTo>
                    <a:pt x="959" y="3924"/>
                    <a:pt x="639" y="3762"/>
                    <a:pt x="411" y="3553"/>
                  </a:cubicBezTo>
                  <a:cubicBezTo>
                    <a:pt x="297" y="3447"/>
                    <a:pt x="206" y="3329"/>
                    <a:pt x="142" y="3195"/>
                  </a:cubicBezTo>
                  <a:cubicBezTo>
                    <a:pt x="80" y="3064"/>
                    <a:pt x="44" y="2918"/>
                    <a:pt x="44" y="2756"/>
                  </a:cubicBezTo>
                  <a:cubicBezTo>
                    <a:pt x="44" y="2611"/>
                    <a:pt x="71" y="2449"/>
                    <a:pt x="131" y="2276"/>
                  </a:cubicBezTo>
                  <a:cubicBezTo>
                    <a:pt x="237" y="1980"/>
                    <a:pt x="403" y="1795"/>
                    <a:pt x="608" y="1680"/>
                  </a:cubicBezTo>
                  <a:cubicBezTo>
                    <a:pt x="809" y="1570"/>
                    <a:pt x="1054" y="1531"/>
                    <a:pt x="1306" y="1531"/>
                  </a:cubicBezTo>
                  <a:cubicBezTo>
                    <a:pt x="1554" y="1531"/>
                    <a:pt x="1811" y="1566"/>
                    <a:pt x="2051" y="1613"/>
                  </a:cubicBezTo>
                  <a:cubicBezTo>
                    <a:pt x="2386" y="1677"/>
                    <a:pt x="2725" y="1712"/>
                    <a:pt x="3065" y="1712"/>
                  </a:cubicBezTo>
                  <a:cubicBezTo>
                    <a:pt x="3487" y="1712"/>
                    <a:pt x="3913" y="1653"/>
                    <a:pt x="4319" y="1526"/>
                  </a:cubicBezTo>
                  <a:cubicBezTo>
                    <a:pt x="4949" y="1326"/>
                    <a:pt x="5509" y="963"/>
                    <a:pt x="5979" y="505"/>
                  </a:cubicBezTo>
                  <a:cubicBezTo>
                    <a:pt x="5990" y="494"/>
                    <a:pt x="6010" y="478"/>
                    <a:pt x="6033" y="450"/>
                  </a:cubicBezTo>
                  <a:cubicBezTo>
                    <a:pt x="6104" y="367"/>
                    <a:pt x="6231" y="214"/>
                    <a:pt x="6373" y="36"/>
                  </a:cubicBezTo>
                  <a:cubicBezTo>
                    <a:pt x="6381" y="28"/>
                    <a:pt x="6381" y="12"/>
                    <a:pt x="6368" y="4"/>
                  </a:cubicBezTo>
                  <a:cubicBezTo>
                    <a:pt x="6366" y="2"/>
                    <a:pt x="6362" y="0"/>
                    <a:pt x="6358"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5" name="Google Shape;2105;p48"/>
            <p:cNvSpPr/>
            <p:nvPr/>
          </p:nvSpPr>
          <p:spPr>
            <a:xfrm>
              <a:off x="3681527" y="6357821"/>
              <a:ext cx="50706" cy="78876"/>
            </a:xfrm>
            <a:custGeom>
              <a:rect b="b" l="l" r="r" t="t"/>
              <a:pathLst>
                <a:path extrusionOk="0" h="308" w="198">
                  <a:moveTo>
                    <a:pt x="161" y="0"/>
                  </a:moveTo>
                  <a:cubicBezTo>
                    <a:pt x="153" y="0"/>
                    <a:pt x="146" y="4"/>
                    <a:pt x="141" y="12"/>
                  </a:cubicBezTo>
                  <a:cubicBezTo>
                    <a:pt x="98" y="99"/>
                    <a:pt x="55" y="185"/>
                    <a:pt x="12" y="268"/>
                  </a:cubicBezTo>
                  <a:cubicBezTo>
                    <a:pt x="1" y="290"/>
                    <a:pt x="18" y="308"/>
                    <a:pt x="35" y="308"/>
                  </a:cubicBezTo>
                  <a:cubicBezTo>
                    <a:pt x="43" y="308"/>
                    <a:pt x="50" y="304"/>
                    <a:pt x="55" y="295"/>
                  </a:cubicBezTo>
                  <a:cubicBezTo>
                    <a:pt x="98" y="208"/>
                    <a:pt x="141" y="126"/>
                    <a:pt x="189" y="39"/>
                  </a:cubicBezTo>
                  <a:cubicBezTo>
                    <a:pt x="197" y="20"/>
                    <a:pt x="178" y="0"/>
                    <a:pt x="161" y="0"/>
                  </a:cubicBezTo>
                  <a:close/>
                </a:path>
              </a:pathLst>
            </a:custGeom>
            <a:solidFill>
              <a:srgbClr val="FFAE78"/>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6" name="Google Shape;2106;p48"/>
            <p:cNvSpPr/>
            <p:nvPr/>
          </p:nvSpPr>
          <p:spPr>
            <a:xfrm>
              <a:off x="3678454" y="6352699"/>
              <a:ext cx="57621" cy="88864"/>
            </a:xfrm>
            <a:custGeom>
              <a:rect b="b" l="l" r="r" t="t"/>
              <a:pathLst>
                <a:path extrusionOk="0" h="347" w="225">
                  <a:moveTo>
                    <a:pt x="177" y="44"/>
                  </a:moveTo>
                  <a:lnTo>
                    <a:pt x="181" y="48"/>
                  </a:lnTo>
                  <a:cubicBezTo>
                    <a:pt x="138" y="134"/>
                    <a:pt x="91" y="221"/>
                    <a:pt x="47" y="304"/>
                  </a:cubicBezTo>
                  <a:lnTo>
                    <a:pt x="44" y="304"/>
                  </a:lnTo>
                  <a:lnTo>
                    <a:pt x="44" y="299"/>
                  </a:lnTo>
                  <a:cubicBezTo>
                    <a:pt x="86" y="213"/>
                    <a:pt x="130" y="130"/>
                    <a:pt x="173" y="44"/>
                  </a:cubicBezTo>
                  <a:close/>
                  <a:moveTo>
                    <a:pt x="173" y="0"/>
                  </a:moveTo>
                  <a:cubicBezTo>
                    <a:pt x="170" y="0"/>
                    <a:pt x="162" y="0"/>
                    <a:pt x="153" y="4"/>
                  </a:cubicBezTo>
                  <a:cubicBezTo>
                    <a:pt x="146" y="8"/>
                    <a:pt x="142" y="15"/>
                    <a:pt x="138" y="24"/>
                  </a:cubicBezTo>
                  <a:cubicBezTo>
                    <a:pt x="91" y="106"/>
                    <a:pt x="47" y="193"/>
                    <a:pt x="4" y="280"/>
                  </a:cubicBezTo>
                  <a:cubicBezTo>
                    <a:pt x="0" y="284"/>
                    <a:pt x="0" y="292"/>
                    <a:pt x="0" y="299"/>
                  </a:cubicBezTo>
                  <a:cubicBezTo>
                    <a:pt x="0" y="315"/>
                    <a:pt x="4" y="328"/>
                    <a:pt x="15" y="335"/>
                  </a:cubicBezTo>
                  <a:cubicBezTo>
                    <a:pt x="24" y="343"/>
                    <a:pt x="35" y="347"/>
                    <a:pt x="47" y="347"/>
                  </a:cubicBezTo>
                  <a:cubicBezTo>
                    <a:pt x="55" y="347"/>
                    <a:pt x="63" y="347"/>
                    <a:pt x="71" y="343"/>
                  </a:cubicBezTo>
                  <a:cubicBezTo>
                    <a:pt x="79" y="339"/>
                    <a:pt x="82" y="332"/>
                    <a:pt x="86" y="323"/>
                  </a:cubicBezTo>
                  <a:cubicBezTo>
                    <a:pt x="130" y="241"/>
                    <a:pt x="173" y="154"/>
                    <a:pt x="217" y="71"/>
                  </a:cubicBezTo>
                  <a:cubicBezTo>
                    <a:pt x="221" y="63"/>
                    <a:pt x="224" y="55"/>
                    <a:pt x="224" y="48"/>
                  </a:cubicBezTo>
                  <a:cubicBezTo>
                    <a:pt x="224" y="32"/>
                    <a:pt x="217" y="20"/>
                    <a:pt x="209" y="12"/>
                  </a:cubicBezTo>
                  <a:cubicBezTo>
                    <a:pt x="201" y="4"/>
                    <a:pt x="189" y="0"/>
                    <a:pt x="17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7" name="Google Shape;2107;p48"/>
            <p:cNvSpPr/>
            <p:nvPr/>
          </p:nvSpPr>
          <p:spPr>
            <a:xfrm>
              <a:off x="3627748" y="7580905"/>
              <a:ext cx="50450" cy="78620"/>
            </a:xfrm>
            <a:custGeom>
              <a:rect b="b" l="l" r="r" t="t"/>
              <a:pathLst>
                <a:path extrusionOk="0" h="307" w="197">
                  <a:moveTo>
                    <a:pt x="163" y="1"/>
                  </a:moveTo>
                  <a:cubicBezTo>
                    <a:pt x="155" y="1"/>
                    <a:pt x="147" y="5"/>
                    <a:pt x="142" y="15"/>
                  </a:cubicBezTo>
                  <a:cubicBezTo>
                    <a:pt x="100" y="98"/>
                    <a:pt x="56" y="184"/>
                    <a:pt x="9" y="267"/>
                  </a:cubicBezTo>
                  <a:cubicBezTo>
                    <a:pt x="0" y="289"/>
                    <a:pt x="18" y="307"/>
                    <a:pt x="36" y="307"/>
                  </a:cubicBezTo>
                  <a:cubicBezTo>
                    <a:pt x="44" y="307"/>
                    <a:pt x="51" y="303"/>
                    <a:pt x="56" y="295"/>
                  </a:cubicBezTo>
                  <a:cubicBezTo>
                    <a:pt x="100" y="208"/>
                    <a:pt x="142" y="125"/>
                    <a:pt x="186" y="38"/>
                  </a:cubicBezTo>
                  <a:cubicBezTo>
                    <a:pt x="197" y="20"/>
                    <a:pt x="180" y="1"/>
                    <a:pt x="163" y="1"/>
                  </a:cubicBezTo>
                  <a:close/>
                </a:path>
              </a:pathLst>
            </a:custGeom>
            <a:solidFill>
              <a:srgbClr val="FFAE78"/>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8" name="Google Shape;2108;p48"/>
            <p:cNvSpPr/>
            <p:nvPr/>
          </p:nvSpPr>
          <p:spPr>
            <a:xfrm>
              <a:off x="3623906" y="7575527"/>
              <a:ext cx="57621" cy="89888"/>
            </a:xfrm>
            <a:custGeom>
              <a:rect b="b" l="l" r="r" t="t"/>
              <a:pathLst>
                <a:path extrusionOk="0" h="351" w="225">
                  <a:moveTo>
                    <a:pt x="181" y="43"/>
                  </a:moveTo>
                  <a:lnTo>
                    <a:pt x="181" y="48"/>
                  </a:lnTo>
                  <a:lnTo>
                    <a:pt x="181" y="52"/>
                  </a:lnTo>
                  <a:cubicBezTo>
                    <a:pt x="138" y="134"/>
                    <a:pt x="95" y="221"/>
                    <a:pt x="51" y="303"/>
                  </a:cubicBezTo>
                  <a:lnTo>
                    <a:pt x="49" y="306"/>
                  </a:lnTo>
                  <a:lnTo>
                    <a:pt x="49" y="306"/>
                  </a:lnTo>
                  <a:lnTo>
                    <a:pt x="48" y="303"/>
                  </a:lnTo>
                  <a:cubicBezTo>
                    <a:pt x="44" y="303"/>
                    <a:pt x="44" y="303"/>
                    <a:pt x="44" y="300"/>
                  </a:cubicBezTo>
                  <a:cubicBezTo>
                    <a:pt x="91" y="214"/>
                    <a:pt x="134" y="130"/>
                    <a:pt x="177" y="43"/>
                  </a:cubicBezTo>
                  <a:close/>
                  <a:moveTo>
                    <a:pt x="177" y="1"/>
                  </a:moveTo>
                  <a:cubicBezTo>
                    <a:pt x="170" y="1"/>
                    <a:pt x="162" y="1"/>
                    <a:pt x="153" y="4"/>
                  </a:cubicBezTo>
                  <a:cubicBezTo>
                    <a:pt x="146" y="12"/>
                    <a:pt x="142" y="16"/>
                    <a:pt x="138" y="24"/>
                  </a:cubicBezTo>
                  <a:cubicBezTo>
                    <a:pt x="95" y="110"/>
                    <a:pt x="51" y="194"/>
                    <a:pt x="8" y="280"/>
                  </a:cubicBezTo>
                  <a:cubicBezTo>
                    <a:pt x="4" y="288"/>
                    <a:pt x="0" y="296"/>
                    <a:pt x="0" y="300"/>
                  </a:cubicBezTo>
                  <a:cubicBezTo>
                    <a:pt x="0" y="316"/>
                    <a:pt x="8" y="327"/>
                    <a:pt x="15" y="336"/>
                  </a:cubicBezTo>
                  <a:cubicBezTo>
                    <a:pt x="24" y="343"/>
                    <a:pt x="35" y="351"/>
                    <a:pt x="51" y="351"/>
                  </a:cubicBezTo>
                  <a:cubicBezTo>
                    <a:pt x="55" y="351"/>
                    <a:pt x="63" y="347"/>
                    <a:pt x="71" y="343"/>
                  </a:cubicBezTo>
                  <a:cubicBezTo>
                    <a:pt x="79" y="339"/>
                    <a:pt x="86" y="332"/>
                    <a:pt x="91" y="323"/>
                  </a:cubicBezTo>
                  <a:cubicBezTo>
                    <a:pt x="134" y="241"/>
                    <a:pt x="177" y="154"/>
                    <a:pt x="221" y="72"/>
                  </a:cubicBezTo>
                  <a:cubicBezTo>
                    <a:pt x="224" y="63"/>
                    <a:pt x="224" y="55"/>
                    <a:pt x="224" y="48"/>
                  </a:cubicBezTo>
                  <a:cubicBezTo>
                    <a:pt x="224" y="32"/>
                    <a:pt x="221" y="20"/>
                    <a:pt x="209" y="12"/>
                  </a:cubicBezTo>
                  <a:cubicBezTo>
                    <a:pt x="201" y="4"/>
                    <a:pt x="189" y="1"/>
                    <a:pt x="177"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9" name="Google Shape;2109;p48"/>
            <p:cNvSpPr/>
            <p:nvPr/>
          </p:nvSpPr>
          <p:spPr>
            <a:xfrm>
              <a:off x="3221846" y="6704822"/>
              <a:ext cx="99364" cy="21768"/>
            </a:xfrm>
            <a:custGeom>
              <a:rect b="b" l="l" r="r" t="t"/>
              <a:pathLst>
                <a:path extrusionOk="0" h="85" w="388">
                  <a:moveTo>
                    <a:pt x="365" y="1"/>
                  </a:moveTo>
                  <a:cubicBezTo>
                    <a:pt x="363" y="1"/>
                    <a:pt x="361" y="1"/>
                    <a:pt x="360" y="1"/>
                  </a:cubicBezTo>
                  <a:cubicBezTo>
                    <a:pt x="249" y="13"/>
                    <a:pt x="138" y="21"/>
                    <a:pt x="24" y="33"/>
                  </a:cubicBezTo>
                  <a:cubicBezTo>
                    <a:pt x="13" y="36"/>
                    <a:pt x="0" y="45"/>
                    <a:pt x="0" y="60"/>
                  </a:cubicBezTo>
                  <a:cubicBezTo>
                    <a:pt x="0" y="71"/>
                    <a:pt x="10" y="84"/>
                    <a:pt x="20" y="84"/>
                  </a:cubicBezTo>
                  <a:cubicBezTo>
                    <a:pt x="21" y="84"/>
                    <a:pt x="22" y="84"/>
                    <a:pt x="24" y="84"/>
                  </a:cubicBezTo>
                  <a:cubicBezTo>
                    <a:pt x="138" y="72"/>
                    <a:pt x="249" y="60"/>
                    <a:pt x="360" y="52"/>
                  </a:cubicBezTo>
                  <a:cubicBezTo>
                    <a:pt x="375" y="49"/>
                    <a:pt x="387" y="41"/>
                    <a:pt x="387" y="25"/>
                  </a:cubicBezTo>
                  <a:cubicBezTo>
                    <a:pt x="387" y="14"/>
                    <a:pt x="377" y="1"/>
                    <a:pt x="365" y="1"/>
                  </a:cubicBezTo>
                  <a:close/>
                </a:path>
              </a:pathLst>
            </a:custGeom>
            <a:solidFill>
              <a:srgbClr val="FFAE78"/>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0" name="Google Shape;2110;p48"/>
            <p:cNvSpPr/>
            <p:nvPr/>
          </p:nvSpPr>
          <p:spPr>
            <a:xfrm>
              <a:off x="3215699" y="6698932"/>
              <a:ext cx="110632" cy="33548"/>
            </a:xfrm>
            <a:custGeom>
              <a:rect b="b" l="l" r="r" t="t"/>
              <a:pathLst>
                <a:path extrusionOk="0" h="131" w="432">
                  <a:moveTo>
                    <a:pt x="384" y="45"/>
                  </a:moveTo>
                  <a:lnTo>
                    <a:pt x="388" y="48"/>
                  </a:lnTo>
                  <a:lnTo>
                    <a:pt x="388" y="52"/>
                  </a:lnTo>
                  <a:lnTo>
                    <a:pt x="384" y="52"/>
                  </a:lnTo>
                  <a:cubicBezTo>
                    <a:pt x="269" y="64"/>
                    <a:pt x="159" y="75"/>
                    <a:pt x="48" y="88"/>
                  </a:cubicBezTo>
                  <a:lnTo>
                    <a:pt x="48" y="83"/>
                  </a:lnTo>
                  <a:lnTo>
                    <a:pt x="44" y="83"/>
                  </a:lnTo>
                  <a:cubicBezTo>
                    <a:pt x="44" y="81"/>
                    <a:pt x="44" y="81"/>
                    <a:pt x="45" y="81"/>
                  </a:cubicBezTo>
                  <a:cubicBezTo>
                    <a:pt x="45" y="81"/>
                    <a:pt x="46" y="81"/>
                    <a:pt x="48" y="79"/>
                  </a:cubicBezTo>
                  <a:lnTo>
                    <a:pt x="53" y="79"/>
                  </a:lnTo>
                  <a:cubicBezTo>
                    <a:pt x="161" y="68"/>
                    <a:pt x="271" y="56"/>
                    <a:pt x="384" y="45"/>
                  </a:cubicBezTo>
                  <a:close/>
                  <a:moveTo>
                    <a:pt x="384" y="1"/>
                  </a:moveTo>
                  <a:cubicBezTo>
                    <a:pt x="269" y="12"/>
                    <a:pt x="159" y="24"/>
                    <a:pt x="48" y="36"/>
                  </a:cubicBezTo>
                  <a:cubicBezTo>
                    <a:pt x="37" y="36"/>
                    <a:pt x="24" y="40"/>
                    <a:pt x="17" y="48"/>
                  </a:cubicBezTo>
                  <a:cubicBezTo>
                    <a:pt x="9" y="56"/>
                    <a:pt x="1" y="68"/>
                    <a:pt x="1" y="83"/>
                  </a:cubicBezTo>
                  <a:cubicBezTo>
                    <a:pt x="1" y="95"/>
                    <a:pt x="9" y="107"/>
                    <a:pt x="13" y="115"/>
                  </a:cubicBezTo>
                  <a:cubicBezTo>
                    <a:pt x="17" y="119"/>
                    <a:pt x="24" y="123"/>
                    <a:pt x="29" y="127"/>
                  </a:cubicBezTo>
                  <a:cubicBezTo>
                    <a:pt x="33" y="127"/>
                    <a:pt x="40" y="130"/>
                    <a:pt x="48" y="130"/>
                  </a:cubicBezTo>
                  <a:lnTo>
                    <a:pt x="53" y="130"/>
                  </a:lnTo>
                  <a:cubicBezTo>
                    <a:pt x="162" y="119"/>
                    <a:pt x="273" y="107"/>
                    <a:pt x="388" y="95"/>
                  </a:cubicBezTo>
                  <a:cubicBezTo>
                    <a:pt x="395" y="95"/>
                    <a:pt x="407" y="92"/>
                    <a:pt x="415" y="83"/>
                  </a:cubicBezTo>
                  <a:cubicBezTo>
                    <a:pt x="426" y="75"/>
                    <a:pt x="431" y="64"/>
                    <a:pt x="431" y="48"/>
                  </a:cubicBezTo>
                  <a:cubicBezTo>
                    <a:pt x="431" y="36"/>
                    <a:pt x="426" y="24"/>
                    <a:pt x="419" y="17"/>
                  </a:cubicBezTo>
                  <a:cubicBezTo>
                    <a:pt x="415" y="12"/>
                    <a:pt x="411" y="8"/>
                    <a:pt x="403" y="4"/>
                  </a:cubicBezTo>
                  <a:cubicBezTo>
                    <a:pt x="399" y="4"/>
                    <a:pt x="391" y="1"/>
                    <a:pt x="388"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1" name="Google Shape;2111;p48"/>
            <p:cNvSpPr/>
            <p:nvPr/>
          </p:nvSpPr>
          <p:spPr>
            <a:xfrm>
              <a:off x="3353988" y="6409551"/>
              <a:ext cx="59926" cy="69913"/>
            </a:xfrm>
            <a:custGeom>
              <a:rect b="b" l="l" r="r" t="t"/>
              <a:pathLst>
                <a:path extrusionOk="0" h="273" w="234">
                  <a:moveTo>
                    <a:pt x="29" y="1"/>
                  </a:moveTo>
                  <a:cubicBezTo>
                    <a:pt x="22" y="1"/>
                    <a:pt x="15" y="3"/>
                    <a:pt x="9" y="6"/>
                  </a:cubicBezTo>
                  <a:cubicBezTo>
                    <a:pt x="1" y="19"/>
                    <a:pt x="1" y="35"/>
                    <a:pt x="9" y="46"/>
                  </a:cubicBezTo>
                  <a:cubicBezTo>
                    <a:pt x="68" y="117"/>
                    <a:pt x="128" y="192"/>
                    <a:pt x="186" y="263"/>
                  </a:cubicBezTo>
                  <a:cubicBezTo>
                    <a:pt x="190" y="269"/>
                    <a:pt x="197" y="272"/>
                    <a:pt x="204" y="272"/>
                  </a:cubicBezTo>
                  <a:cubicBezTo>
                    <a:pt x="211" y="272"/>
                    <a:pt x="218" y="269"/>
                    <a:pt x="222" y="263"/>
                  </a:cubicBezTo>
                  <a:cubicBezTo>
                    <a:pt x="234" y="255"/>
                    <a:pt x="230" y="239"/>
                    <a:pt x="222" y="228"/>
                  </a:cubicBezTo>
                  <a:cubicBezTo>
                    <a:pt x="163" y="157"/>
                    <a:pt x="104" y="82"/>
                    <a:pt x="48" y="6"/>
                  </a:cubicBezTo>
                  <a:cubicBezTo>
                    <a:pt x="43" y="3"/>
                    <a:pt x="36" y="1"/>
                    <a:pt x="29" y="1"/>
                  </a:cubicBezTo>
                  <a:close/>
                </a:path>
              </a:pathLst>
            </a:custGeom>
            <a:solidFill>
              <a:srgbClr val="FFAE78"/>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2" name="Google Shape;2112;p48"/>
            <p:cNvSpPr/>
            <p:nvPr/>
          </p:nvSpPr>
          <p:spPr>
            <a:xfrm>
              <a:off x="3349122" y="6403917"/>
              <a:ext cx="69913" cy="81437"/>
            </a:xfrm>
            <a:custGeom>
              <a:rect b="b" l="l" r="r" t="t"/>
              <a:pathLst>
                <a:path extrusionOk="0" h="318" w="273">
                  <a:moveTo>
                    <a:pt x="47" y="44"/>
                  </a:moveTo>
                  <a:cubicBezTo>
                    <a:pt x="107" y="119"/>
                    <a:pt x="166" y="190"/>
                    <a:pt x="225" y="265"/>
                  </a:cubicBezTo>
                  <a:lnTo>
                    <a:pt x="225" y="270"/>
                  </a:lnTo>
                  <a:lnTo>
                    <a:pt x="221" y="274"/>
                  </a:lnTo>
                  <a:cubicBezTo>
                    <a:pt x="162" y="199"/>
                    <a:pt x="107" y="128"/>
                    <a:pt x="47" y="52"/>
                  </a:cubicBezTo>
                  <a:cubicBezTo>
                    <a:pt x="44" y="52"/>
                    <a:pt x="44" y="48"/>
                    <a:pt x="44" y="48"/>
                  </a:cubicBezTo>
                  <a:lnTo>
                    <a:pt x="44" y="44"/>
                  </a:lnTo>
                  <a:close/>
                  <a:moveTo>
                    <a:pt x="47" y="1"/>
                  </a:moveTo>
                  <a:cubicBezTo>
                    <a:pt x="44" y="1"/>
                    <a:pt x="36" y="1"/>
                    <a:pt x="32" y="5"/>
                  </a:cubicBezTo>
                  <a:cubicBezTo>
                    <a:pt x="24" y="9"/>
                    <a:pt x="20" y="9"/>
                    <a:pt x="12" y="17"/>
                  </a:cubicBezTo>
                  <a:cubicBezTo>
                    <a:pt x="5" y="25"/>
                    <a:pt x="0" y="37"/>
                    <a:pt x="0" y="48"/>
                  </a:cubicBezTo>
                  <a:cubicBezTo>
                    <a:pt x="0" y="61"/>
                    <a:pt x="5" y="72"/>
                    <a:pt x="12" y="80"/>
                  </a:cubicBezTo>
                  <a:cubicBezTo>
                    <a:pt x="71" y="155"/>
                    <a:pt x="131" y="226"/>
                    <a:pt x="189" y="301"/>
                  </a:cubicBezTo>
                  <a:cubicBezTo>
                    <a:pt x="194" y="305"/>
                    <a:pt x="198" y="309"/>
                    <a:pt x="205" y="312"/>
                  </a:cubicBezTo>
                  <a:cubicBezTo>
                    <a:pt x="209" y="317"/>
                    <a:pt x="218" y="317"/>
                    <a:pt x="221" y="317"/>
                  </a:cubicBezTo>
                  <a:cubicBezTo>
                    <a:pt x="233" y="317"/>
                    <a:pt x="249" y="312"/>
                    <a:pt x="256" y="301"/>
                  </a:cubicBezTo>
                  <a:cubicBezTo>
                    <a:pt x="265" y="293"/>
                    <a:pt x="273" y="281"/>
                    <a:pt x="269" y="270"/>
                  </a:cubicBezTo>
                  <a:cubicBezTo>
                    <a:pt x="269" y="257"/>
                    <a:pt x="265" y="246"/>
                    <a:pt x="256" y="238"/>
                  </a:cubicBezTo>
                  <a:cubicBezTo>
                    <a:pt x="202" y="163"/>
                    <a:pt x="142" y="92"/>
                    <a:pt x="83" y="17"/>
                  </a:cubicBezTo>
                  <a:cubicBezTo>
                    <a:pt x="80" y="13"/>
                    <a:pt x="71" y="9"/>
                    <a:pt x="67" y="5"/>
                  </a:cubicBezTo>
                  <a:cubicBezTo>
                    <a:pt x="60" y="1"/>
                    <a:pt x="56" y="1"/>
                    <a:pt x="47"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3" name="Google Shape;2113;p48"/>
            <p:cNvSpPr/>
            <p:nvPr/>
          </p:nvSpPr>
          <p:spPr>
            <a:xfrm>
              <a:off x="3382414" y="7478725"/>
              <a:ext cx="21256" cy="85023"/>
            </a:xfrm>
            <a:custGeom>
              <a:rect b="b" l="l" r="r" t="t"/>
              <a:pathLst>
                <a:path extrusionOk="0" h="332" w="83">
                  <a:moveTo>
                    <a:pt x="56" y="0"/>
                  </a:moveTo>
                  <a:cubicBezTo>
                    <a:pt x="40" y="0"/>
                    <a:pt x="32" y="11"/>
                    <a:pt x="32" y="28"/>
                  </a:cubicBezTo>
                  <a:cubicBezTo>
                    <a:pt x="21" y="118"/>
                    <a:pt x="12" y="213"/>
                    <a:pt x="1" y="308"/>
                  </a:cubicBezTo>
                  <a:cubicBezTo>
                    <a:pt x="1" y="319"/>
                    <a:pt x="12" y="331"/>
                    <a:pt x="24" y="331"/>
                  </a:cubicBezTo>
                  <a:cubicBezTo>
                    <a:pt x="40" y="331"/>
                    <a:pt x="48" y="319"/>
                    <a:pt x="52" y="308"/>
                  </a:cubicBezTo>
                  <a:cubicBezTo>
                    <a:pt x="59" y="213"/>
                    <a:pt x="72" y="118"/>
                    <a:pt x="83" y="28"/>
                  </a:cubicBezTo>
                  <a:cubicBezTo>
                    <a:pt x="83" y="11"/>
                    <a:pt x="68" y="0"/>
                    <a:pt x="56" y="0"/>
                  </a:cubicBezTo>
                  <a:close/>
                </a:path>
              </a:pathLst>
            </a:custGeom>
            <a:solidFill>
              <a:srgbClr val="FFAE78"/>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4" name="Google Shape;2114;p48"/>
            <p:cNvSpPr/>
            <p:nvPr/>
          </p:nvSpPr>
          <p:spPr>
            <a:xfrm>
              <a:off x="3376268" y="7473603"/>
              <a:ext cx="32524" cy="96035"/>
            </a:xfrm>
            <a:custGeom>
              <a:rect b="b" l="l" r="r" t="t"/>
              <a:pathLst>
                <a:path extrusionOk="0" h="375" w="127">
                  <a:moveTo>
                    <a:pt x="83" y="44"/>
                  </a:moveTo>
                  <a:cubicBezTo>
                    <a:pt x="76" y="138"/>
                    <a:pt x="64" y="228"/>
                    <a:pt x="52" y="323"/>
                  </a:cubicBezTo>
                  <a:lnTo>
                    <a:pt x="52" y="328"/>
                  </a:lnTo>
                  <a:lnTo>
                    <a:pt x="45" y="328"/>
                  </a:lnTo>
                  <a:cubicBezTo>
                    <a:pt x="56" y="233"/>
                    <a:pt x="68" y="142"/>
                    <a:pt x="76" y="48"/>
                  </a:cubicBezTo>
                  <a:cubicBezTo>
                    <a:pt x="76" y="44"/>
                    <a:pt x="80" y="44"/>
                    <a:pt x="80" y="44"/>
                  </a:cubicBezTo>
                  <a:close/>
                  <a:moveTo>
                    <a:pt x="80" y="0"/>
                  </a:moveTo>
                  <a:cubicBezTo>
                    <a:pt x="68" y="0"/>
                    <a:pt x="56" y="4"/>
                    <a:pt x="48" y="12"/>
                  </a:cubicBezTo>
                  <a:cubicBezTo>
                    <a:pt x="41" y="24"/>
                    <a:pt x="36" y="31"/>
                    <a:pt x="32" y="44"/>
                  </a:cubicBezTo>
                  <a:cubicBezTo>
                    <a:pt x="25" y="138"/>
                    <a:pt x="12" y="228"/>
                    <a:pt x="1" y="323"/>
                  </a:cubicBezTo>
                  <a:lnTo>
                    <a:pt x="1" y="328"/>
                  </a:lnTo>
                  <a:cubicBezTo>
                    <a:pt x="1" y="335"/>
                    <a:pt x="5" y="343"/>
                    <a:pt x="9" y="347"/>
                  </a:cubicBezTo>
                  <a:cubicBezTo>
                    <a:pt x="12" y="355"/>
                    <a:pt x="17" y="363"/>
                    <a:pt x="25" y="366"/>
                  </a:cubicBezTo>
                  <a:cubicBezTo>
                    <a:pt x="32" y="370"/>
                    <a:pt x="41" y="375"/>
                    <a:pt x="48" y="375"/>
                  </a:cubicBezTo>
                  <a:cubicBezTo>
                    <a:pt x="64" y="375"/>
                    <a:pt x="76" y="366"/>
                    <a:pt x="83" y="359"/>
                  </a:cubicBezTo>
                  <a:cubicBezTo>
                    <a:pt x="92" y="351"/>
                    <a:pt x="96" y="339"/>
                    <a:pt x="96" y="328"/>
                  </a:cubicBezTo>
                  <a:cubicBezTo>
                    <a:pt x="107" y="233"/>
                    <a:pt x="119" y="142"/>
                    <a:pt x="127" y="48"/>
                  </a:cubicBezTo>
                  <a:lnTo>
                    <a:pt x="127" y="44"/>
                  </a:lnTo>
                  <a:cubicBezTo>
                    <a:pt x="127" y="35"/>
                    <a:pt x="127" y="31"/>
                    <a:pt x="123" y="24"/>
                  </a:cubicBezTo>
                  <a:cubicBezTo>
                    <a:pt x="119" y="15"/>
                    <a:pt x="112" y="12"/>
                    <a:pt x="107" y="4"/>
                  </a:cubicBezTo>
                  <a:cubicBezTo>
                    <a:pt x="99" y="0"/>
                    <a:pt x="92" y="0"/>
                    <a:pt x="80"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5" name="Google Shape;2115;p48"/>
            <p:cNvSpPr/>
            <p:nvPr/>
          </p:nvSpPr>
          <p:spPr>
            <a:xfrm>
              <a:off x="3570384" y="6659750"/>
              <a:ext cx="46609" cy="60694"/>
            </a:xfrm>
            <a:custGeom>
              <a:rect b="b" l="l" r="r" t="t"/>
              <a:pathLst>
                <a:path extrusionOk="0" h="237" w="182">
                  <a:moveTo>
                    <a:pt x="154" y="1"/>
                  </a:moveTo>
                  <a:cubicBezTo>
                    <a:pt x="145" y="1"/>
                    <a:pt x="136" y="6"/>
                    <a:pt x="130" y="12"/>
                  </a:cubicBezTo>
                  <a:cubicBezTo>
                    <a:pt x="87" y="75"/>
                    <a:pt x="47" y="138"/>
                    <a:pt x="8" y="197"/>
                  </a:cubicBezTo>
                  <a:cubicBezTo>
                    <a:pt x="0" y="209"/>
                    <a:pt x="4" y="228"/>
                    <a:pt x="16" y="232"/>
                  </a:cubicBezTo>
                  <a:cubicBezTo>
                    <a:pt x="20" y="235"/>
                    <a:pt x="25" y="237"/>
                    <a:pt x="29" y="237"/>
                  </a:cubicBezTo>
                  <a:cubicBezTo>
                    <a:pt x="38" y="237"/>
                    <a:pt x="46" y="232"/>
                    <a:pt x="51" y="225"/>
                  </a:cubicBezTo>
                  <a:cubicBezTo>
                    <a:pt x="91" y="161"/>
                    <a:pt x="134" y="103"/>
                    <a:pt x="173" y="39"/>
                  </a:cubicBezTo>
                  <a:cubicBezTo>
                    <a:pt x="182" y="28"/>
                    <a:pt x="177" y="12"/>
                    <a:pt x="166" y="4"/>
                  </a:cubicBezTo>
                  <a:cubicBezTo>
                    <a:pt x="162" y="2"/>
                    <a:pt x="158" y="1"/>
                    <a:pt x="154" y="1"/>
                  </a:cubicBezTo>
                  <a:close/>
                </a:path>
              </a:pathLst>
            </a:custGeom>
            <a:solidFill>
              <a:srgbClr val="FFAE78"/>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6" name="Google Shape;2116;p48"/>
            <p:cNvSpPr/>
            <p:nvPr/>
          </p:nvSpPr>
          <p:spPr>
            <a:xfrm>
              <a:off x="3565262" y="6654629"/>
              <a:ext cx="55572" cy="71706"/>
            </a:xfrm>
            <a:custGeom>
              <a:rect b="b" l="l" r="r" t="t"/>
              <a:pathLst>
                <a:path extrusionOk="0" h="280" w="217">
                  <a:moveTo>
                    <a:pt x="173" y="43"/>
                  </a:moveTo>
                  <a:lnTo>
                    <a:pt x="173" y="48"/>
                  </a:lnTo>
                  <a:cubicBezTo>
                    <a:pt x="135" y="110"/>
                    <a:pt x="95" y="170"/>
                    <a:pt x="51" y="232"/>
                  </a:cubicBezTo>
                  <a:lnTo>
                    <a:pt x="47" y="237"/>
                  </a:lnTo>
                  <a:lnTo>
                    <a:pt x="47" y="232"/>
                  </a:lnTo>
                  <a:lnTo>
                    <a:pt x="44" y="229"/>
                  </a:lnTo>
                  <a:cubicBezTo>
                    <a:pt x="87" y="170"/>
                    <a:pt x="126" y="106"/>
                    <a:pt x="166" y="48"/>
                  </a:cubicBezTo>
                  <a:cubicBezTo>
                    <a:pt x="170" y="43"/>
                    <a:pt x="170" y="43"/>
                    <a:pt x="173" y="43"/>
                  </a:cubicBezTo>
                  <a:close/>
                  <a:moveTo>
                    <a:pt x="173" y="0"/>
                  </a:moveTo>
                  <a:cubicBezTo>
                    <a:pt x="154" y="0"/>
                    <a:pt x="142" y="8"/>
                    <a:pt x="131" y="19"/>
                  </a:cubicBezTo>
                  <a:cubicBezTo>
                    <a:pt x="91" y="83"/>
                    <a:pt x="51" y="146"/>
                    <a:pt x="8" y="205"/>
                  </a:cubicBezTo>
                  <a:cubicBezTo>
                    <a:pt x="4" y="213"/>
                    <a:pt x="0" y="221"/>
                    <a:pt x="0" y="229"/>
                  </a:cubicBezTo>
                  <a:cubicBezTo>
                    <a:pt x="0" y="241"/>
                    <a:pt x="4" y="248"/>
                    <a:pt x="8" y="252"/>
                  </a:cubicBezTo>
                  <a:cubicBezTo>
                    <a:pt x="12" y="261"/>
                    <a:pt x="16" y="268"/>
                    <a:pt x="24" y="272"/>
                  </a:cubicBezTo>
                  <a:cubicBezTo>
                    <a:pt x="31" y="276"/>
                    <a:pt x="40" y="280"/>
                    <a:pt x="47" y="280"/>
                  </a:cubicBezTo>
                  <a:cubicBezTo>
                    <a:pt x="64" y="280"/>
                    <a:pt x="79" y="268"/>
                    <a:pt x="87" y="256"/>
                  </a:cubicBezTo>
                  <a:cubicBezTo>
                    <a:pt x="131" y="194"/>
                    <a:pt x="170" y="134"/>
                    <a:pt x="213" y="71"/>
                  </a:cubicBezTo>
                  <a:cubicBezTo>
                    <a:pt x="217" y="63"/>
                    <a:pt x="217" y="55"/>
                    <a:pt x="217" y="48"/>
                  </a:cubicBezTo>
                  <a:cubicBezTo>
                    <a:pt x="217" y="39"/>
                    <a:pt x="217" y="32"/>
                    <a:pt x="213" y="24"/>
                  </a:cubicBezTo>
                  <a:cubicBezTo>
                    <a:pt x="209" y="16"/>
                    <a:pt x="202" y="12"/>
                    <a:pt x="193" y="4"/>
                  </a:cubicBezTo>
                  <a:cubicBezTo>
                    <a:pt x="189" y="0"/>
                    <a:pt x="182" y="0"/>
                    <a:pt x="17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7" name="Google Shape;2117;p48"/>
            <p:cNvSpPr/>
            <p:nvPr/>
          </p:nvSpPr>
          <p:spPr>
            <a:xfrm>
              <a:off x="3390353" y="6827489"/>
              <a:ext cx="27658" cy="43792"/>
            </a:xfrm>
            <a:custGeom>
              <a:rect b="b" l="l" r="r" t="t"/>
              <a:pathLst>
                <a:path extrusionOk="0" h="171" w="108">
                  <a:moveTo>
                    <a:pt x="80" y="1"/>
                  </a:moveTo>
                  <a:cubicBezTo>
                    <a:pt x="71" y="1"/>
                    <a:pt x="62" y="5"/>
                    <a:pt x="57" y="15"/>
                  </a:cubicBezTo>
                  <a:cubicBezTo>
                    <a:pt x="41" y="54"/>
                    <a:pt x="25" y="94"/>
                    <a:pt x="5" y="134"/>
                  </a:cubicBezTo>
                  <a:cubicBezTo>
                    <a:pt x="1" y="145"/>
                    <a:pt x="1" y="161"/>
                    <a:pt x="13" y="169"/>
                  </a:cubicBezTo>
                  <a:cubicBezTo>
                    <a:pt x="16" y="170"/>
                    <a:pt x="19" y="170"/>
                    <a:pt x="23" y="170"/>
                  </a:cubicBezTo>
                  <a:cubicBezTo>
                    <a:pt x="33" y="170"/>
                    <a:pt x="45" y="166"/>
                    <a:pt x="48" y="157"/>
                  </a:cubicBezTo>
                  <a:lnTo>
                    <a:pt x="104" y="39"/>
                  </a:lnTo>
                  <a:cubicBezTo>
                    <a:pt x="108" y="27"/>
                    <a:pt x="108" y="12"/>
                    <a:pt x="92" y="3"/>
                  </a:cubicBezTo>
                  <a:cubicBezTo>
                    <a:pt x="88" y="2"/>
                    <a:pt x="84" y="1"/>
                    <a:pt x="80" y="1"/>
                  </a:cubicBezTo>
                  <a:close/>
                </a:path>
              </a:pathLst>
            </a:custGeom>
            <a:solidFill>
              <a:srgbClr val="FFAE78"/>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8" name="Google Shape;2118;p48"/>
            <p:cNvSpPr/>
            <p:nvPr/>
          </p:nvSpPr>
          <p:spPr>
            <a:xfrm>
              <a:off x="3385231" y="6822111"/>
              <a:ext cx="37902" cy="54804"/>
            </a:xfrm>
            <a:custGeom>
              <a:rect b="b" l="l" r="r" t="t"/>
              <a:pathLst>
                <a:path extrusionOk="0" h="214" w="148">
                  <a:moveTo>
                    <a:pt x="104" y="44"/>
                  </a:moveTo>
                  <a:lnTo>
                    <a:pt x="104" y="48"/>
                  </a:lnTo>
                  <a:lnTo>
                    <a:pt x="104" y="52"/>
                  </a:lnTo>
                  <a:lnTo>
                    <a:pt x="48" y="170"/>
                  </a:lnTo>
                  <a:lnTo>
                    <a:pt x="45" y="170"/>
                  </a:lnTo>
                  <a:lnTo>
                    <a:pt x="45" y="166"/>
                  </a:lnTo>
                  <a:lnTo>
                    <a:pt x="45" y="162"/>
                  </a:lnTo>
                  <a:cubicBezTo>
                    <a:pt x="64" y="122"/>
                    <a:pt x="80" y="84"/>
                    <a:pt x="100" y="44"/>
                  </a:cubicBezTo>
                  <a:close/>
                  <a:moveTo>
                    <a:pt x="100" y="0"/>
                  </a:moveTo>
                  <a:cubicBezTo>
                    <a:pt x="92" y="0"/>
                    <a:pt x="84" y="0"/>
                    <a:pt x="77" y="4"/>
                  </a:cubicBezTo>
                  <a:cubicBezTo>
                    <a:pt x="68" y="9"/>
                    <a:pt x="61" y="16"/>
                    <a:pt x="57" y="24"/>
                  </a:cubicBezTo>
                  <a:cubicBezTo>
                    <a:pt x="41" y="64"/>
                    <a:pt x="21" y="104"/>
                    <a:pt x="6" y="142"/>
                  </a:cubicBezTo>
                  <a:cubicBezTo>
                    <a:pt x="1" y="151"/>
                    <a:pt x="1" y="158"/>
                    <a:pt x="1" y="166"/>
                  </a:cubicBezTo>
                  <a:cubicBezTo>
                    <a:pt x="1" y="175"/>
                    <a:pt x="1" y="182"/>
                    <a:pt x="6" y="190"/>
                  </a:cubicBezTo>
                  <a:cubicBezTo>
                    <a:pt x="10" y="198"/>
                    <a:pt x="17" y="202"/>
                    <a:pt x="25" y="206"/>
                  </a:cubicBezTo>
                  <a:cubicBezTo>
                    <a:pt x="33" y="210"/>
                    <a:pt x="41" y="213"/>
                    <a:pt x="48" y="213"/>
                  </a:cubicBezTo>
                  <a:cubicBezTo>
                    <a:pt x="57" y="213"/>
                    <a:pt x="64" y="210"/>
                    <a:pt x="72" y="206"/>
                  </a:cubicBezTo>
                  <a:cubicBezTo>
                    <a:pt x="77" y="202"/>
                    <a:pt x="84" y="198"/>
                    <a:pt x="88" y="186"/>
                  </a:cubicBezTo>
                  <a:lnTo>
                    <a:pt x="143" y="68"/>
                  </a:lnTo>
                  <a:cubicBezTo>
                    <a:pt x="143" y="64"/>
                    <a:pt x="148" y="56"/>
                    <a:pt x="148" y="48"/>
                  </a:cubicBezTo>
                  <a:cubicBezTo>
                    <a:pt x="148" y="40"/>
                    <a:pt x="143" y="33"/>
                    <a:pt x="143" y="24"/>
                  </a:cubicBezTo>
                  <a:cubicBezTo>
                    <a:pt x="139" y="16"/>
                    <a:pt x="132" y="9"/>
                    <a:pt x="124" y="4"/>
                  </a:cubicBezTo>
                  <a:cubicBezTo>
                    <a:pt x="115" y="0"/>
                    <a:pt x="108" y="0"/>
                    <a:pt x="100"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9" name="Google Shape;2119;p48"/>
            <p:cNvSpPr/>
            <p:nvPr/>
          </p:nvSpPr>
          <p:spPr>
            <a:xfrm>
              <a:off x="3770134" y="6567558"/>
              <a:ext cx="71962" cy="13317"/>
            </a:xfrm>
            <a:custGeom>
              <a:rect b="b" l="l" r="r" t="t"/>
              <a:pathLst>
                <a:path extrusionOk="0" h="52" w="281">
                  <a:moveTo>
                    <a:pt x="36" y="1"/>
                  </a:moveTo>
                  <a:cubicBezTo>
                    <a:pt x="1" y="1"/>
                    <a:pt x="1" y="52"/>
                    <a:pt x="36" y="52"/>
                  </a:cubicBezTo>
                  <a:lnTo>
                    <a:pt x="245" y="52"/>
                  </a:lnTo>
                  <a:cubicBezTo>
                    <a:pt x="281" y="52"/>
                    <a:pt x="281" y="1"/>
                    <a:pt x="245" y="1"/>
                  </a:cubicBezTo>
                  <a:close/>
                </a:path>
              </a:pathLst>
            </a:custGeom>
            <a:solidFill>
              <a:srgbClr val="FFAE78"/>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0" name="Google Shape;2120;p48"/>
            <p:cNvSpPr/>
            <p:nvPr/>
          </p:nvSpPr>
          <p:spPr>
            <a:xfrm>
              <a:off x="3767061" y="6561668"/>
              <a:ext cx="78108" cy="24329"/>
            </a:xfrm>
            <a:custGeom>
              <a:rect b="b" l="l" r="r" t="t"/>
              <a:pathLst>
                <a:path extrusionOk="0" h="95" w="305">
                  <a:moveTo>
                    <a:pt x="261" y="44"/>
                  </a:moveTo>
                  <a:lnTo>
                    <a:pt x="261" y="47"/>
                  </a:lnTo>
                  <a:lnTo>
                    <a:pt x="261" y="51"/>
                  </a:lnTo>
                  <a:lnTo>
                    <a:pt x="44" y="51"/>
                  </a:lnTo>
                  <a:lnTo>
                    <a:pt x="44" y="47"/>
                  </a:lnTo>
                  <a:lnTo>
                    <a:pt x="44" y="44"/>
                  </a:lnTo>
                  <a:close/>
                  <a:moveTo>
                    <a:pt x="48" y="0"/>
                  </a:moveTo>
                  <a:cubicBezTo>
                    <a:pt x="40" y="0"/>
                    <a:pt x="33" y="4"/>
                    <a:pt x="29" y="4"/>
                  </a:cubicBezTo>
                  <a:cubicBezTo>
                    <a:pt x="17" y="9"/>
                    <a:pt x="13" y="16"/>
                    <a:pt x="9" y="24"/>
                  </a:cubicBezTo>
                  <a:cubicBezTo>
                    <a:pt x="0" y="32"/>
                    <a:pt x="0" y="40"/>
                    <a:pt x="0" y="47"/>
                  </a:cubicBezTo>
                  <a:cubicBezTo>
                    <a:pt x="0" y="60"/>
                    <a:pt x="5" y="71"/>
                    <a:pt x="13" y="80"/>
                  </a:cubicBezTo>
                  <a:cubicBezTo>
                    <a:pt x="17" y="83"/>
                    <a:pt x="20" y="87"/>
                    <a:pt x="29" y="91"/>
                  </a:cubicBezTo>
                  <a:cubicBezTo>
                    <a:pt x="33" y="95"/>
                    <a:pt x="40" y="95"/>
                    <a:pt x="48" y="95"/>
                  </a:cubicBezTo>
                  <a:lnTo>
                    <a:pt x="257" y="95"/>
                  </a:lnTo>
                  <a:cubicBezTo>
                    <a:pt x="265" y="95"/>
                    <a:pt x="273" y="95"/>
                    <a:pt x="277" y="91"/>
                  </a:cubicBezTo>
                  <a:cubicBezTo>
                    <a:pt x="289" y="87"/>
                    <a:pt x="293" y="80"/>
                    <a:pt x="297" y="71"/>
                  </a:cubicBezTo>
                  <a:cubicBezTo>
                    <a:pt x="304" y="63"/>
                    <a:pt x="304" y="56"/>
                    <a:pt x="304" y="47"/>
                  </a:cubicBezTo>
                  <a:cubicBezTo>
                    <a:pt x="304" y="36"/>
                    <a:pt x="300" y="28"/>
                    <a:pt x="293" y="16"/>
                  </a:cubicBezTo>
                  <a:cubicBezTo>
                    <a:pt x="289" y="12"/>
                    <a:pt x="284" y="9"/>
                    <a:pt x="277" y="4"/>
                  </a:cubicBezTo>
                  <a:cubicBezTo>
                    <a:pt x="273" y="4"/>
                    <a:pt x="265" y="0"/>
                    <a:pt x="257"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1" name="Google Shape;2121;p48"/>
            <p:cNvSpPr/>
            <p:nvPr/>
          </p:nvSpPr>
          <p:spPr>
            <a:xfrm>
              <a:off x="3749646" y="6077659"/>
              <a:ext cx="95779" cy="29963"/>
            </a:xfrm>
            <a:custGeom>
              <a:rect b="b" l="l" r="r" t="t"/>
              <a:pathLst>
                <a:path extrusionOk="0" h="117" w="374">
                  <a:moveTo>
                    <a:pt x="340" y="0"/>
                  </a:moveTo>
                  <a:cubicBezTo>
                    <a:pt x="338" y="0"/>
                    <a:pt x="336" y="1"/>
                    <a:pt x="333" y="1"/>
                  </a:cubicBezTo>
                  <a:cubicBezTo>
                    <a:pt x="230" y="21"/>
                    <a:pt x="132" y="45"/>
                    <a:pt x="30" y="68"/>
                  </a:cubicBezTo>
                  <a:cubicBezTo>
                    <a:pt x="0" y="76"/>
                    <a:pt x="8" y="117"/>
                    <a:pt x="34" y="117"/>
                  </a:cubicBezTo>
                  <a:cubicBezTo>
                    <a:pt x="36" y="117"/>
                    <a:pt x="38" y="116"/>
                    <a:pt x="41" y="116"/>
                  </a:cubicBezTo>
                  <a:cubicBezTo>
                    <a:pt x="144" y="92"/>
                    <a:pt x="246" y="72"/>
                    <a:pt x="345" y="48"/>
                  </a:cubicBezTo>
                  <a:cubicBezTo>
                    <a:pt x="374" y="41"/>
                    <a:pt x="366" y="0"/>
                    <a:pt x="340" y="0"/>
                  </a:cubicBezTo>
                  <a:close/>
                </a:path>
              </a:pathLst>
            </a:custGeom>
            <a:solidFill>
              <a:srgbClr val="FFAE78"/>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2" name="Google Shape;2122;p48"/>
            <p:cNvSpPr/>
            <p:nvPr/>
          </p:nvSpPr>
          <p:spPr>
            <a:xfrm>
              <a:off x="3746829" y="6071769"/>
              <a:ext cx="101413" cy="41743"/>
            </a:xfrm>
            <a:custGeom>
              <a:rect b="b" l="l" r="r" t="t"/>
              <a:pathLst>
                <a:path extrusionOk="0" h="163" w="396">
                  <a:moveTo>
                    <a:pt x="352" y="44"/>
                  </a:moveTo>
                  <a:lnTo>
                    <a:pt x="352" y="48"/>
                  </a:lnTo>
                  <a:lnTo>
                    <a:pt x="352" y="53"/>
                  </a:lnTo>
                  <a:cubicBezTo>
                    <a:pt x="250" y="71"/>
                    <a:pt x="150" y="95"/>
                    <a:pt x="48" y="119"/>
                  </a:cubicBezTo>
                  <a:lnTo>
                    <a:pt x="44" y="119"/>
                  </a:lnTo>
                  <a:lnTo>
                    <a:pt x="44" y="111"/>
                  </a:lnTo>
                  <a:cubicBezTo>
                    <a:pt x="147" y="88"/>
                    <a:pt x="245" y="68"/>
                    <a:pt x="348" y="44"/>
                  </a:cubicBezTo>
                  <a:close/>
                  <a:moveTo>
                    <a:pt x="340" y="1"/>
                  </a:moveTo>
                  <a:cubicBezTo>
                    <a:pt x="238" y="24"/>
                    <a:pt x="135" y="48"/>
                    <a:pt x="37" y="68"/>
                  </a:cubicBezTo>
                  <a:cubicBezTo>
                    <a:pt x="25" y="71"/>
                    <a:pt x="17" y="76"/>
                    <a:pt x="9" y="88"/>
                  </a:cubicBezTo>
                  <a:cubicBezTo>
                    <a:pt x="1" y="95"/>
                    <a:pt x="1" y="104"/>
                    <a:pt x="1" y="111"/>
                  </a:cubicBezTo>
                  <a:cubicBezTo>
                    <a:pt x="1" y="124"/>
                    <a:pt x="5" y="135"/>
                    <a:pt x="13" y="147"/>
                  </a:cubicBezTo>
                  <a:cubicBezTo>
                    <a:pt x="21" y="155"/>
                    <a:pt x="32" y="162"/>
                    <a:pt x="48" y="162"/>
                  </a:cubicBezTo>
                  <a:lnTo>
                    <a:pt x="61" y="162"/>
                  </a:lnTo>
                  <a:cubicBezTo>
                    <a:pt x="159" y="139"/>
                    <a:pt x="261" y="115"/>
                    <a:pt x="360" y="91"/>
                  </a:cubicBezTo>
                  <a:cubicBezTo>
                    <a:pt x="372" y="91"/>
                    <a:pt x="383" y="84"/>
                    <a:pt x="387" y="76"/>
                  </a:cubicBezTo>
                  <a:cubicBezTo>
                    <a:pt x="396" y="68"/>
                    <a:pt x="396" y="60"/>
                    <a:pt x="396" y="48"/>
                  </a:cubicBezTo>
                  <a:cubicBezTo>
                    <a:pt x="396" y="36"/>
                    <a:pt x="392" y="24"/>
                    <a:pt x="383" y="17"/>
                  </a:cubicBezTo>
                  <a:cubicBezTo>
                    <a:pt x="376" y="9"/>
                    <a:pt x="363" y="1"/>
                    <a:pt x="348"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3" name="Google Shape;2123;p48"/>
            <p:cNvSpPr/>
            <p:nvPr/>
          </p:nvSpPr>
          <p:spPr>
            <a:xfrm>
              <a:off x="3957079" y="6276896"/>
              <a:ext cx="42767" cy="53779"/>
            </a:xfrm>
            <a:custGeom>
              <a:rect b="b" l="l" r="r" t="t"/>
              <a:pathLst>
                <a:path extrusionOk="0" h="210" w="167">
                  <a:moveTo>
                    <a:pt x="137" y="0"/>
                  </a:moveTo>
                  <a:cubicBezTo>
                    <a:pt x="128" y="0"/>
                    <a:pt x="120" y="4"/>
                    <a:pt x="115" y="12"/>
                  </a:cubicBezTo>
                  <a:cubicBezTo>
                    <a:pt x="79" y="67"/>
                    <a:pt x="44" y="118"/>
                    <a:pt x="8" y="170"/>
                  </a:cubicBezTo>
                  <a:cubicBezTo>
                    <a:pt x="0" y="182"/>
                    <a:pt x="8" y="202"/>
                    <a:pt x="16" y="205"/>
                  </a:cubicBezTo>
                  <a:cubicBezTo>
                    <a:pt x="21" y="208"/>
                    <a:pt x="26" y="209"/>
                    <a:pt x="31" y="209"/>
                  </a:cubicBezTo>
                  <a:cubicBezTo>
                    <a:pt x="40" y="209"/>
                    <a:pt x="47" y="205"/>
                    <a:pt x="52" y="198"/>
                  </a:cubicBezTo>
                  <a:cubicBezTo>
                    <a:pt x="87" y="142"/>
                    <a:pt x="122" y="91"/>
                    <a:pt x="158" y="40"/>
                  </a:cubicBezTo>
                  <a:cubicBezTo>
                    <a:pt x="166" y="28"/>
                    <a:pt x="162" y="9"/>
                    <a:pt x="150" y="4"/>
                  </a:cubicBezTo>
                  <a:cubicBezTo>
                    <a:pt x="146" y="1"/>
                    <a:pt x="141" y="0"/>
                    <a:pt x="137" y="0"/>
                  </a:cubicBezTo>
                  <a:close/>
                </a:path>
              </a:pathLst>
            </a:custGeom>
            <a:solidFill>
              <a:srgbClr val="FFAE78"/>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4" name="Google Shape;2124;p48"/>
            <p:cNvSpPr/>
            <p:nvPr/>
          </p:nvSpPr>
          <p:spPr>
            <a:xfrm>
              <a:off x="3952982" y="6271519"/>
              <a:ext cx="51731" cy="65047"/>
            </a:xfrm>
            <a:custGeom>
              <a:rect b="b" l="l" r="r" t="t"/>
              <a:pathLst>
                <a:path extrusionOk="0" h="254" w="202">
                  <a:moveTo>
                    <a:pt x="155" y="45"/>
                  </a:moveTo>
                  <a:lnTo>
                    <a:pt x="155" y="49"/>
                  </a:lnTo>
                  <a:lnTo>
                    <a:pt x="158" y="49"/>
                  </a:lnTo>
                  <a:cubicBezTo>
                    <a:pt x="122" y="101"/>
                    <a:pt x="87" y="152"/>
                    <a:pt x="51" y="207"/>
                  </a:cubicBezTo>
                  <a:lnTo>
                    <a:pt x="44" y="207"/>
                  </a:lnTo>
                  <a:lnTo>
                    <a:pt x="44" y="203"/>
                  </a:lnTo>
                  <a:cubicBezTo>
                    <a:pt x="79" y="152"/>
                    <a:pt x="115" y="101"/>
                    <a:pt x="150" y="45"/>
                  </a:cubicBezTo>
                  <a:close/>
                  <a:moveTo>
                    <a:pt x="147" y="1"/>
                  </a:moveTo>
                  <a:cubicBezTo>
                    <a:pt x="132" y="1"/>
                    <a:pt x="121" y="11"/>
                    <a:pt x="111" y="21"/>
                  </a:cubicBezTo>
                  <a:cubicBezTo>
                    <a:pt x="75" y="77"/>
                    <a:pt x="44" y="128"/>
                    <a:pt x="8" y="179"/>
                  </a:cubicBezTo>
                  <a:cubicBezTo>
                    <a:pt x="0" y="187"/>
                    <a:pt x="0" y="195"/>
                    <a:pt x="0" y="203"/>
                  </a:cubicBezTo>
                  <a:cubicBezTo>
                    <a:pt x="0" y="214"/>
                    <a:pt x="0" y="223"/>
                    <a:pt x="4" y="226"/>
                  </a:cubicBezTo>
                  <a:cubicBezTo>
                    <a:pt x="8" y="234"/>
                    <a:pt x="16" y="243"/>
                    <a:pt x="24" y="246"/>
                  </a:cubicBezTo>
                  <a:cubicBezTo>
                    <a:pt x="32" y="250"/>
                    <a:pt x="40" y="254"/>
                    <a:pt x="48" y="254"/>
                  </a:cubicBezTo>
                  <a:cubicBezTo>
                    <a:pt x="64" y="254"/>
                    <a:pt x="79" y="243"/>
                    <a:pt x="87" y="230"/>
                  </a:cubicBezTo>
                  <a:cubicBezTo>
                    <a:pt x="122" y="179"/>
                    <a:pt x="158" y="124"/>
                    <a:pt x="193" y="72"/>
                  </a:cubicBezTo>
                  <a:cubicBezTo>
                    <a:pt x="197" y="65"/>
                    <a:pt x="202" y="57"/>
                    <a:pt x="202" y="49"/>
                  </a:cubicBezTo>
                  <a:cubicBezTo>
                    <a:pt x="202" y="37"/>
                    <a:pt x="197" y="30"/>
                    <a:pt x="193" y="25"/>
                  </a:cubicBezTo>
                  <a:cubicBezTo>
                    <a:pt x="190" y="17"/>
                    <a:pt x="182" y="10"/>
                    <a:pt x="174" y="6"/>
                  </a:cubicBezTo>
                  <a:cubicBezTo>
                    <a:pt x="170" y="1"/>
                    <a:pt x="162" y="1"/>
                    <a:pt x="155" y="1"/>
                  </a:cubicBezTo>
                  <a:cubicBezTo>
                    <a:pt x="152" y="1"/>
                    <a:pt x="150" y="1"/>
                    <a:pt x="147"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5" name="Google Shape;2125;p48"/>
            <p:cNvSpPr/>
            <p:nvPr/>
          </p:nvSpPr>
          <p:spPr>
            <a:xfrm>
              <a:off x="3767317" y="5766766"/>
              <a:ext cx="50962" cy="70682"/>
            </a:xfrm>
            <a:custGeom>
              <a:rect b="b" l="l" r="r" t="t"/>
              <a:pathLst>
                <a:path extrusionOk="0" h="276" w="199">
                  <a:moveTo>
                    <a:pt x="163" y="0"/>
                  </a:moveTo>
                  <a:cubicBezTo>
                    <a:pt x="155" y="0"/>
                    <a:pt x="147" y="4"/>
                    <a:pt x="141" y="13"/>
                  </a:cubicBezTo>
                  <a:cubicBezTo>
                    <a:pt x="99" y="88"/>
                    <a:pt x="55" y="163"/>
                    <a:pt x="12" y="238"/>
                  </a:cubicBezTo>
                  <a:cubicBezTo>
                    <a:pt x="1" y="256"/>
                    <a:pt x="18" y="275"/>
                    <a:pt x="35" y="275"/>
                  </a:cubicBezTo>
                  <a:cubicBezTo>
                    <a:pt x="42" y="275"/>
                    <a:pt x="50" y="271"/>
                    <a:pt x="55" y="261"/>
                  </a:cubicBezTo>
                  <a:cubicBezTo>
                    <a:pt x="99" y="186"/>
                    <a:pt x="141" y="112"/>
                    <a:pt x="185" y="37"/>
                  </a:cubicBezTo>
                  <a:cubicBezTo>
                    <a:pt x="199" y="18"/>
                    <a:pt x="181" y="0"/>
                    <a:pt x="163" y="0"/>
                  </a:cubicBezTo>
                  <a:close/>
                </a:path>
              </a:pathLst>
            </a:custGeom>
            <a:solidFill>
              <a:srgbClr val="FFAE78"/>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6" name="Google Shape;2126;p48"/>
            <p:cNvSpPr/>
            <p:nvPr/>
          </p:nvSpPr>
          <p:spPr>
            <a:xfrm>
              <a:off x="3763219" y="5760876"/>
              <a:ext cx="58645" cy="82206"/>
            </a:xfrm>
            <a:custGeom>
              <a:rect b="b" l="l" r="r" t="t"/>
              <a:pathLst>
                <a:path extrusionOk="0" h="321" w="229">
                  <a:moveTo>
                    <a:pt x="177" y="44"/>
                  </a:moveTo>
                  <a:lnTo>
                    <a:pt x="186" y="48"/>
                  </a:lnTo>
                  <a:lnTo>
                    <a:pt x="186" y="51"/>
                  </a:lnTo>
                  <a:cubicBezTo>
                    <a:pt x="142" y="126"/>
                    <a:pt x="95" y="202"/>
                    <a:pt x="51" y="277"/>
                  </a:cubicBezTo>
                  <a:lnTo>
                    <a:pt x="48" y="273"/>
                  </a:lnTo>
                  <a:cubicBezTo>
                    <a:pt x="91" y="197"/>
                    <a:pt x="134" y="122"/>
                    <a:pt x="177" y="48"/>
                  </a:cubicBezTo>
                  <a:lnTo>
                    <a:pt x="177" y="44"/>
                  </a:lnTo>
                  <a:close/>
                  <a:moveTo>
                    <a:pt x="177" y="0"/>
                  </a:moveTo>
                  <a:cubicBezTo>
                    <a:pt x="174" y="0"/>
                    <a:pt x="166" y="4"/>
                    <a:pt x="157" y="8"/>
                  </a:cubicBezTo>
                  <a:cubicBezTo>
                    <a:pt x="150" y="13"/>
                    <a:pt x="146" y="16"/>
                    <a:pt x="142" y="24"/>
                  </a:cubicBezTo>
                  <a:cubicBezTo>
                    <a:pt x="95" y="99"/>
                    <a:pt x="51" y="174"/>
                    <a:pt x="8" y="249"/>
                  </a:cubicBezTo>
                  <a:cubicBezTo>
                    <a:pt x="4" y="257"/>
                    <a:pt x="0" y="264"/>
                    <a:pt x="0" y="273"/>
                  </a:cubicBezTo>
                  <a:cubicBezTo>
                    <a:pt x="0" y="288"/>
                    <a:pt x="8" y="300"/>
                    <a:pt x="15" y="308"/>
                  </a:cubicBezTo>
                  <a:cubicBezTo>
                    <a:pt x="28" y="315"/>
                    <a:pt x="39" y="320"/>
                    <a:pt x="51" y="320"/>
                  </a:cubicBezTo>
                  <a:cubicBezTo>
                    <a:pt x="59" y="320"/>
                    <a:pt x="68" y="320"/>
                    <a:pt x="71" y="315"/>
                  </a:cubicBezTo>
                  <a:cubicBezTo>
                    <a:pt x="79" y="312"/>
                    <a:pt x="86" y="304"/>
                    <a:pt x="91" y="297"/>
                  </a:cubicBezTo>
                  <a:cubicBezTo>
                    <a:pt x="134" y="221"/>
                    <a:pt x="177" y="146"/>
                    <a:pt x="221" y="71"/>
                  </a:cubicBezTo>
                  <a:cubicBezTo>
                    <a:pt x="225" y="64"/>
                    <a:pt x="228" y="55"/>
                    <a:pt x="228" y="48"/>
                  </a:cubicBezTo>
                  <a:cubicBezTo>
                    <a:pt x="228" y="36"/>
                    <a:pt x="221" y="24"/>
                    <a:pt x="213" y="16"/>
                  </a:cubicBezTo>
                  <a:cubicBezTo>
                    <a:pt x="205" y="8"/>
                    <a:pt x="193" y="0"/>
                    <a:pt x="177"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7" name="Google Shape;2127;p48"/>
            <p:cNvSpPr/>
            <p:nvPr/>
          </p:nvSpPr>
          <p:spPr>
            <a:xfrm>
              <a:off x="4083331" y="5790070"/>
              <a:ext cx="20231" cy="30731"/>
            </a:xfrm>
            <a:custGeom>
              <a:rect b="b" l="l" r="r" t="t"/>
              <a:pathLst>
                <a:path extrusionOk="0" h="120" w="79">
                  <a:moveTo>
                    <a:pt x="59" y="1"/>
                  </a:moveTo>
                  <a:cubicBezTo>
                    <a:pt x="52" y="1"/>
                    <a:pt x="43" y="1"/>
                    <a:pt x="39" y="5"/>
                  </a:cubicBezTo>
                  <a:lnTo>
                    <a:pt x="35" y="8"/>
                  </a:lnTo>
                  <a:cubicBezTo>
                    <a:pt x="32" y="12"/>
                    <a:pt x="28" y="17"/>
                    <a:pt x="28" y="21"/>
                  </a:cubicBezTo>
                  <a:cubicBezTo>
                    <a:pt x="19" y="41"/>
                    <a:pt x="12" y="64"/>
                    <a:pt x="0" y="88"/>
                  </a:cubicBezTo>
                  <a:cubicBezTo>
                    <a:pt x="0" y="92"/>
                    <a:pt x="0" y="99"/>
                    <a:pt x="4" y="107"/>
                  </a:cubicBezTo>
                  <a:cubicBezTo>
                    <a:pt x="8" y="112"/>
                    <a:pt x="12" y="115"/>
                    <a:pt x="19" y="119"/>
                  </a:cubicBezTo>
                  <a:cubicBezTo>
                    <a:pt x="24" y="119"/>
                    <a:pt x="32" y="119"/>
                    <a:pt x="39" y="115"/>
                  </a:cubicBezTo>
                  <a:lnTo>
                    <a:pt x="43" y="112"/>
                  </a:lnTo>
                  <a:cubicBezTo>
                    <a:pt x="48" y="107"/>
                    <a:pt x="48" y="103"/>
                    <a:pt x="52" y="99"/>
                  </a:cubicBezTo>
                  <a:cubicBezTo>
                    <a:pt x="59" y="79"/>
                    <a:pt x="67" y="56"/>
                    <a:pt x="75" y="32"/>
                  </a:cubicBezTo>
                  <a:cubicBezTo>
                    <a:pt x="79" y="28"/>
                    <a:pt x="79" y="21"/>
                    <a:pt x="75" y="12"/>
                  </a:cubicBezTo>
                  <a:cubicBezTo>
                    <a:pt x="71" y="8"/>
                    <a:pt x="67" y="5"/>
                    <a:pt x="59" y="1"/>
                  </a:cubicBezTo>
                  <a:close/>
                </a:path>
              </a:pathLst>
            </a:custGeom>
            <a:solidFill>
              <a:srgbClr val="FFAE78"/>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8" name="Google Shape;2128;p48"/>
            <p:cNvSpPr/>
            <p:nvPr/>
          </p:nvSpPr>
          <p:spPr>
            <a:xfrm>
              <a:off x="4078210" y="5784948"/>
              <a:ext cx="30475" cy="40975"/>
            </a:xfrm>
            <a:custGeom>
              <a:rect b="b" l="l" r="r" t="t"/>
              <a:pathLst>
                <a:path extrusionOk="0" h="160" w="119">
                  <a:moveTo>
                    <a:pt x="71" y="43"/>
                  </a:moveTo>
                  <a:lnTo>
                    <a:pt x="72" y="45"/>
                  </a:lnTo>
                  <a:lnTo>
                    <a:pt x="72" y="45"/>
                  </a:lnTo>
                  <a:lnTo>
                    <a:pt x="71" y="43"/>
                  </a:lnTo>
                  <a:lnTo>
                    <a:pt x="71" y="43"/>
                  </a:lnTo>
                  <a:cubicBezTo>
                    <a:pt x="71" y="43"/>
                    <a:pt x="71" y="43"/>
                    <a:pt x="71" y="43"/>
                  </a:cubicBezTo>
                  <a:close/>
                  <a:moveTo>
                    <a:pt x="75" y="45"/>
                  </a:moveTo>
                  <a:cubicBezTo>
                    <a:pt x="68" y="68"/>
                    <a:pt x="59" y="88"/>
                    <a:pt x="52" y="112"/>
                  </a:cubicBezTo>
                  <a:lnTo>
                    <a:pt x="48" y="115"/>
                  </a:lnTo>
                  <a:lnTo>
                    <a:pt x="48" y="116"/>
                  </a:lnTo>
                  <a:lnTo>
                    <a:pt x="48" y="116"/>
                  </a:lnTo>
                  <a:cubicBezTo>
                    <a:pt x="48" y="116"/>
                    <a:pt x="48" y="116"/>
                    <a:pt x="48" y="116"/>
                  </a:cubicBezTo>
                  <a:lnTo>
                    <a:pt x="48" y="116"/>
                  </a:lnTo>
                  <a:lnTo>
                    <a:pt x="48" y="115"/>
                  </a:lnTo>
                  <a:lnTo>
                    <a:pt x="44" y="115"/>
                  </a:lnTo>
                  <a:lnTo>
                    <a:pt x="44" y="112"/>
                  </a:lnTo>
                  <a:lnTo>
                    <a:pt x="41" y="112"/>
                  </a:lnTo>
                  <a:cubicBezTo>
                    <a:pt x="53" y="90"/>
                    <a:pt x="60" y="71"/>
                    <a:pt x="68" y="48"/>
                  </a:cubicBezTo>
                  <a:lnTo>
                    <a:pt x="68" y="45"/>
                  </a:lnTo>
                  <a:close/>
                  <a:moveTo>
                    <a:pt x="72" y="1"/>
                  </a:moveTo>
                  <a:cubicBezTo>
                    <a:pt x="63" y="1"/>
                    <a:pt x="55" y="1"/>
                    <a:pt x="48" y="5"/>
                  </a:cubicBezTo>
                  <a:lnTo>
                    <a:pt x="48" y="9"/>
                  </a:lnTo>
                  <a:cubicBezTo>
                    <a:pt x="44" y="9"/>
                    <a:pt x="44" y="9"/>
                    <a:pt x="39" y="13"/>
                  </a:cubicBezTo>
                  <a:cubicBezTo>
                    <a:pt x="32" y="21"/>
                    <a:pt x="28" y="25"/>
                    <a:pt x="28" y="32"/>
                  </a:cubicBezTo>
                  <a:cubicBezTo>
                    <a:pt x="20" y="52"/>
                    <a:pt x="8" y="76"/>
                    <a:pt x="1" y="99"/>
                  </a:cubicBezTo>
                  <a:lnTo>
                    <a:pt x="1" y="112"/>
                  </a:lnTo>
                  <a:cubicBezTo>
                    <a:pt x="1" y="123"/>
                    <a:pt x="1" y="127"/>
                    <a:pt x="4" y="135"/>
                  </a:cubicBezTo>
                  <a:cubicBezTo>
                    <a:pt x="8" y="143"/>
                    <a:pt x="12" y="147"/>
                    <a:pt x="16" y="151"/>
                  </a:cubicBezTo>
                  <a:cubicBezTo>
                    <a:pt x="20" y="155"/>
                    <a:pt x="28" y="159"/>
                    <a:pt x="36" y="159"/>
                  </a:cubicBezTo>
                  <a:lnTo>
                    <a:pt x="48" y="159"/>
                  </a:lnTo>
                  <a:cubicBezTo>
                    <a:pt x="55" y="159"/>
                    <a:pt x="63" y="159"/>
                    <a:pt x="72" y="155"/>
                  </a:cubicBezTo>
                  <a:lnTo>
                    <a:pt x="72" y="151"/>
                  </a:lnTo>
                  <a:cubicBezTo>
                    <a:pt x="75" y="151"/>
                    <a:pt x="75" y="151"/>
                    <a:pt x="75" y="147"/>
                  </a:cubicBezTo>
                  <a:lnTo>
                    <a:pt x="79" y="147"/>
                  </a:lnTo>
                  <a:cubicBezTo>
                    <a:pt x="83" y="139"/>
                    <a:pt x="91" y="135"/>
                    <a:pt x="91" y="127"/>
                  </a:cubicBezTo>
                  <a:cubicBezTo>
                    <a:pt x="99" y="108"/>
                    <a:pt x="107" y="84"/>
                    <a:pt x="119" y="61"/>
                  </a:cubicBezTo>
                  <a:lnTo>
                    <a:pt x="119" y="48"/>
                  </a:lnTo>
                  <a:cubicBezTo>
                    <a:pt x="119" y="37"/>
                    <a:pt x="119" y="32"/>
                    <a:pt x="115" y="25"/>
                  </a:cubicBezTo>
                  <a:cubicBezTo>
                    <a:pt x="110" y="17"/>
                    <a:pt x="107" y="13"/>
                    <a:pt x="103" y="9"/>
                  </a:cubicBezTo>
                  <a:cubicBezTo>
                    <a:pt x="95" y="5"/>
                    <a:pt x="91" y="1"/>
                    <a:pt x="83"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9" name="Google Shape;2129;p48"/>
            <p:cNvSpPr/>
            <p:nvPr/>
          </p:nvSpPr>
          <p:spPr>
            <a:xfrm>
              <a:off x="4315605" y="6127596"/>
              <a:ext cx="82974" cy="60694"/>
            </a:xfrm>
            <a:custGeom>
              <a:rect b="b" l="l" r="r" t="t"/>
              <a:pathLst>
                <a:path extrusionOk="0" h="237" w="324">
                  <a:moveTo>
                    <a:pt x="33" y="0"/>
                  </a:moveTo>
                  <a:cubicBezTo>
                    <a:pt x="23" y="0"/>
                    <a:pt x="14" y="7"/>
                    <a:pt x="8" y="15"/>
                  </a:cubicBezTo>
                  <a:cubicBezTo>
                    <a:pt x="0" y="28"/>
                    <a:pt x="4" y="43"/>
                    <a:pt x="16" y="51"/>
                  </a:cubicBezTo>
                  <a:cubicBezTo>
                    <a:pt x="106" y="110"/>
                    <a:pt x="193" y="173"/>
                    <a:pt x="280" y="232"/>
                  </a:cubicBezTo>
                  <a:cubicBezTo>
                    <a:pt x="284" y="235"/>
                    <a:pt x="289" y="237"/>
                    <a:pt x="294" y="237"/>
                  </a:cubicBezTo>
                  <a:cubicBezTo>
                    <a:pt x="302" y="237"/>
                    <a:pt x="310" y="232"/>
                    <a:pt x="315" y="224"/>
                  </a:cubicBezTo>
                  <a:cubicBezTo>
                    <a:pt x="324" y="213"/>
                    <a:pt x="319" y="197"/>
                    <a:pt x="308" y="189"/>
                  </a:cubicBezTo>
                  <a:cubicBezTo>
                    <a:pt x="217" y="130"/>
                    <a:pt x="130" y="66"/>
                    <a:pt x="44" y="4"/>
                  </a:cubicBezTo>
                  <a:cubicBezTo>
                    <a:pt x="40" y="2"/>
                    <a:pt x="36" y="0"/>
                    <a:pt x="33" y="0"/>
                  </a:cubicBezTo>
                  <a:close/>
                </a:path>
              </a:pathLst>
            </a:custGeom>
            <a:solidFill>
              <a:srgbClr val="FFAE78"/>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0" name="Google Shape;2130;p48"/>
            <p:cNvSpPr/>
            <p:nvPr/>
          </p:nvSpPr>
          <p:spPr>
            <a:xfrm>
              <a:off x="4311251" y="6122474"/>
              <a:ext cx="91169" cy="71962"/>
            </a:xfrm>
            <a:custGeom>
              <a:rect b="b" l="l" r="r" t="t"/>
              <a:pathLst>
                <a:path extrusionOk="0" h="281" w="356">
                  <a:moveTo>
                    <a:pt x="48" y="44"/>
                  </a:moveTo>
                  <a:cubicBezTo>
                    <a:pt x="135" y="106"/>
                    <a:pt x="222" y="166"/>
                    <a:pt x="312" y="228"/>
                  </a:cubicBezTo>
                  <a:lnTo>
                    <a:pt x="312" y="233"/>
                  </a:lnTo>
                  <a:lnTo>
                    <a:pt x="309" y="237"/>
                  </a:lnTo>
                  <a:cubicBezTo>
                    <a:pt x="222" y="173"/>
                    <a:pt x="135" y="115"/>
                    <a:pt x="45" y="51"/>
                  </a:cubicBezTo>
                  <a:lnTo>
                    <a:pt x="45" y="48"/>
                  </a:lnTo>
                  <a:lnTo>
                    <a:pt x="45" y="44"/>
                  </a:lnTo>
                  <a:close/>
                  <a:moveTo>
                    <a:pt x="48" y="0"/>
                  </a:moveTo>
                  <a:cubicBezTo>
                    <a:pt x="41" y="0"/>
                    <a:pt x="33" y="4"/>
                    <a:pt x="25" y="8"/>
                  </a:cubicBezTo>
                  <a:cubicBezTo>
                    <a:pt x="17" y="12"/>
                    <a:pt x="9" y="15"/>
                    <a:pt x="5" y="24"/>
                  </a:cubicBezTo>
                  <a:cubicBezTo>
                    <a:pt x="1" y="32"/>
                    <a:pt x="1" y="39"/>
                    <a:pt x="1" y="48"/>
                  </a:cubicBezTo>
                  <a:cubicBezTo>
                    <a:pt x="1" y="55"/>
                    <a:pt x="1" y="63"/>
                    <a:pt x="5" y="71"/>
                  </a:cubicBezTo>
                  <a:cubicBezTo>
                    <a:pt x="9" y="79"/>
                    <a:pt x="17" y="83"/>
                    <a:pt x="21" y="86"/>
                  </a:cubicBezTo>
                  <a:cubicBezTo>
                    <a:pt x="108" y="150"/>
                    <a:pt x="199" y="209"/>
                    <a:pt x="285" y="272"/>
                  </a:cubicBezTo>
                  <a:cubicBezTo>
                    <a:pt x="293" y="276"/>
                    <a:pt x="301" y="280"/>
                    <a:pt x="309" y="280"/>
                  </a:cubicBezTo>
                  <a:cubicBezTo>
                    <a:pt x="317" y="280"/>
                    <a:pt x="325" y="276"/>
                    <a:pt x="332" y="272"/>
                  </a:cubicBezTo>
                  <a:cubicBezTo>
                    <a:pt x="341" y="268"/>
                    <a:pt x="348" y="264"/>
                    <a:pt x="352" y="257"/>
                  </a:cubicBezTo>
                  <a:cubicBezTo>
                    <a:pt x="356" y="248"/>
                    <a:pt x="356" y="241"/>
                    <a:pt x="356" y="233"/>
                  </a:cubicBezTo>
                  <a:cubicBezTo>
                    <a:pt x="356" y="225"/>
                    <a:pt x="356" y="217"/>
                    <a:pt x="352" y="209"/>
                  </a:cubicBezTo>
                  <a:cubicBezTo>
                    <a:pt x="348" y="201"/>
                    <a:pt x="344" y="197"/>
                    <a:pt x="336" y="193"/>
                  </a:cubicBezTo>
                  <a:cubicBezTo>
                    <a:pt x="250" y="130"/>
                    <a:pt x="159" y="71"/>
                    <a:pt x="72" y="8"/>
                  </a:cubicBezTo>
                  <a:cubicBezTo>
                    <a:pt x="64" y="4"/>
                    <a:pt x="57" y="0"/>
                    <a:pt x="48"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1" name="Google Shape;2131;p48"/>
            <p:cNvSpPr/>
            <p:nvPr/>
          </p:nvSpPr>
          <p:spPr>
            <a:xfrm>
              <a:off x="4223925" y="6415953"/>
              <a:ext cx="43536" cy="93474"/>
            </a:xfrm>
            <a:custGeom>
              <a:rect b="b" l="l" r="r" t="t"/>
              <a:pathLst>
                <a:path extrusionOk="0" h="365" w="170">
                  <a:moveTo>
                    <a:pt x="138" y="0"/>
                  </a:moveTo>
                  <a:cubicBezTo>
                    <a:pt x="128" y="0"/>
                    <a:pt x="118" y="5"/>
                    <a:pt x="114" y="17"/>
                  </a:cubicBezTo>
                  <a:cubicBezTo>
                    <a:pt x="78" y="123"/>
                    <a:pt x="43" y="227"/>
                    <a:pt x="7" y="332"/>
                  </a:cubicBezTo>
                  <a:cubicBezTo>
                    <a:pt x="0" y="352"/>
                    <a:pt x="15" y="364"/>
                    <a:pt x="30" y="364"/>
                  </a:cubicBezTo>
                  <a:cubicBezTo>
                    <a:pt x="40" y="364"/>
                    <a:pt x="50" y="359"/>
                    <a:pt x="54" y="349"/>
                  </a:cubicBezTo>
                  <a:cubicBezTo>
                    <a:pt x="90" y="242"/>
                    <a:pt x="125" y="136"/>
                    <a:pt x="165" y="33"/>
                  </a:cubicBezTo>
                  <a:cubicBezTo>
                    <a:pt x="170" y="14"/>
                    <a:pt x="153" y="0"/>
                    <a:pt x="138" y="0"/>
                  </a:cubicBezTo>
                  <a:close/>
                </a:path>
              </a:pathLst>
            </a:custGeom>
            <a:solidFill>
              <a:srgbClr val="FFAE78"/>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2" name="Google Shape;2132;p48"/>
            <p:cNvSpPr/>
            <p:nvPr/>
          </p:nvSpPr>
          <p:spPr>
            <a:xfrm>
              <a:off x="4219571" y="6410063"/>
              <a:ext cx="52755" cy="104230"/>
            </a:xfrm>
            <a:custGeom>
              <a:rect b="b" l="l" r="r" t="t"/>
              <a:pathLst>
                <a:path extrusionOk="0" h="407" w="206">
                  <a:moveTo>
                    <a:pt x="155" y="44"/>
                  </a:moveTo>
                  <a:cubicBezTo>
                    <a:pt x="158" y="44"/>
                    <a:pt x="158" y="44"/>
                    <a:pt x="160" y="46"/>
                  </a:cubicBezTo>
                  <a:lnTo>
                    <a:pt x="160" y="46"/>
                  </a:lnTo>
                  <a:lnTo>
                    <a:pt x="158" y="48"/>
                  </a:lnTo>
                  <a:cubicBezTo>
                    <a:pt x="122" y="151"/>
                    <a:pt x="87" y="257"/>
                    <a:pt x="51" y="364"/>
                  </a:cubicBezTo>
                  <a:lnTo>
                    <a:pt x="44" y="364"/>
                  </a:lnTo>
                  <a:cubicBezTo>
                    <a:pt x="79" y="257"/>
                    <a:pt x="115" y="155"/>
                    <a:pt x="150" y="48"/>
                  </a:cubicBezTo>
                  <a:lnTo>
                    <a:pt x="155" y="44"/>
                  </a:lnTo>
                  <a:close/>
                  <a:moveTo>
                    <a:pt x="155" y="1"/>
                  </a:moveTo>
                  <a:cubicBezTo>
                    <a:pt x="146" y="1"/>
                    <a:pt x="138" y="4"/>
                    <a:pt x="131" y="9"/>
                  </a:cubicBezTo>
                  <a:cubicBezTo>
                    <a:pt x="122" y="13"/>
                    <a:pt x="115" y="24"/>
                    <a:pt x="111" y="33"/>
                  </a:cubicBezTo>
                  <a:cubicBezTo>
                    <a:pt x="75" y="139"/>
                    <a:pt x="40" y="246"/>
                    <a:pt x="0" y="348"/>
                  </a:cubicBezTo>
                  <a:lnTo>
                    <a:pt x="0" y="364"/>
                  </a:lnTo>
                  <a:cubicBezTo>
                    <a:pt x="0" y="372"/>
                    <a:pt x="0" y="379"/>
                    <a:pt x="4" y="383"/>
                  </a:cubicBezTo>
                  <a:cubicBezTo>
                    <a:pt x="8" y="391"/>
                    <a:pt x="16" y="399"/>
                    <a:pt x="24" y="403"/>
                  </a:cubicBezTo>
                  <a:cubicBezTo>
                    <a:pt x="28" y="407"/>
                    <a:pt x="40" y="407"/>
                    <a:pt x="48" y="407"/>
                  </a:cubicBezTo>
                  <a:cubicBezTo>
                    <a:pt x="55" y="407"/>
                    <a:pt x="64" y="407"/>
                    <a:pt x="71" y="403"/>
                  </a:cubicBezTo>
                  <a:cubicBezTo>
                    <a:pt x="84" y="395"/>
                    <a:pt x="87" y="388"/>
                    <a:pt x="91" y="375"/>
                  </a:cubicBezTo>
                  <a:cubicBezTo>
                    <a:pt x="126" y="273"/>
                    <a:pt x="166" y="166"/>
                    <a:pt x="202" y="60"/>
                  </a:cubicBezTo>
                  <a:cubicBezTo>
                    <a:pt x="202" y="56"/>
                    <a:pt x="206" y="52"/>
                    <a:pt x="206" y="44"/>
                  </a:cubicBezTo>
                  <a:cubicBezTo>
                    <a:pt x="206" y="40"/>
                    <a:pt x="202" y="33"/>
                    <a:pt x="197" y="24"/>
                  </a:cubicBezTo>
                  <a:cubicBezTo>
                    <a:pt x="193" y="17"/>
                    <a:pt x="190" y="13"/>
                    <a:pt x="182" y="9"/>
                  </a:cubicBezTo>
                  <a:cubicBezTo>
                    <a:pt x="173" y="4"/>
                    <a:pt x="166" y="1"/>
                    <a:pt x="15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3" name="Google Shape;2133;p48"/>
            <p:cNvSpPr/>
            <p:nvPr/>
          </p:nvSpPr>
          <p:spPr>
            <a:xfrm>
              <a:off x="4655948" y="7207526"/>
              <a:ext cx="44304" cy="93474"/>
            </a:xfrm>
            <a:custGeom>
              <a:rect b="b" l="l" r="r" t="t"/>
              <a:pathLst>
                <a:path extrusionOk="0" h="365" w="173">
                  <a:moveTo>
                    <a:pt x="139" y="0"/>
                  </a:moveTo>
                  <a:cubicBezTo>
                    <a:pt x="129" y="0"/>
                    <a:pt x="119" y="6"/>
                    <a:pt x="114" y="18"/>
                  </a:cubicBezTo>
                  <a:cubicBezTo>
                    <a:pt x="78" y="124"/>
                    <a:pt x="43" y="226"/>
                    <a:pt x="7" y="333"/>
                  </a:cubicBezTo>
                  <a:cubicBezTo>
                    <a:pt x="0" y="352"/>
                    <a:pt x="17" y="365"/>
                    <a:pt x="33" y="365"/>
                  </a:cubicBezTo>
                  <a:cubicBezTo>
                    <a:pt x="42" y="365"/>
                    <a:pt x="52" y="360"/>
                    <a:pt x="55" y="349"/>
                  </a:cubicBezTo>
                  <a:cubicBezTo>
                    <a:pt x="91" y="242"/>
                    <a:pt x="130" y="136"/>
                    <a:pt x="165" y="33"/>
                  </a:cubicBezTo>
                  <a:cubicBezTo>
                    <a:pt x="173" y="14"/>
                    <a:pt x="156" y="0"/>
                    <a:pt x="139" y="0"/>
                  </a:cubicBezTo>
                  <a:close/>
                </a:path>
              </a:pathLst>
            </a:custGeom>
            <a:solidFill>
              <a:srgbClr val="FFAE78"/>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4" name="Google Shape;2134;p48"/>
            <p:cNvSpPr/>
            <p:nvPr/>
          </p:nvSpPr>
          <p:spPr>
            <a:xfrm>
              <a:off x="4651594" y="7201892"/>
              <a:ext cx="52755" cy="105254"/>
            </a:xfrm>
            <a:custGeom>
              <a:rect b="b" l="l" r="r" t="t"/>
              <a:pathLst>
                <a:path extrusionOk="0" h="411" w="206">
                  <a:moveTo>
                    <a:pt x="159" y="44"/>
                  </a:moveTo>
                  <a:cubicBezTo>
                    <a:pt x="159" y="44"/>
                    <a:pt x="162" y="44"/>
                    <a:pt x="162" y="48"/>
                  </a:cubicBezTo>
                  <a:cubicBezTo>
                    <a:pt x="124" y="150"/>
                    <a:pt x="88" y="257"/>
                    <a:pt x="53" y="363"/>
                  </a:cubicBezTo>
                  <a:lnTo>
                    <a:pt x="48" y="363"/>
                  </a:lnTo>
                  <a:cubicBezTo>
                    <a:pt x="48" y="364"/>
                    <a:pt x="48" y="364"/>
                    <a:pt x="47" y="364"/>
                  </a:cubicBezTo>
                  <a:cubicBezTo>
                    <a:pt x="46" y="364"/>
                    <a:pt x="44" y="363"/>
                    <a:pt x="44" y="363"/>
                  </a:cubicBezTo>
                  <a:cubicBezTo>
                    <a:pt x="80" y="257"/>
                    <a:pt x="115" y="154"/>
                    <a:pt x="155" y="48"/>
                  </a:cubicBezTo>
                  <a:lnTo>
                    <a:pt x="155" y="44"/>
                  </a:lnTo>
                  <a:close/>
                  <a:moveTo>
                    <a:pt x="159" y="0"/>
                  </a:moveTo>
                  <a:cubicBezTo>
                    <a:pt x="151" y="0"/>
                    <a:pt x="139" y="4"/>
                    <a:pt x="131" y="8"/>
                  </a:cubicBezTo>
                  <a:cubicBezTo>
                    <a:pt x="124" y="16"/>
                    <a:pt x="115" y="24"/>
                    <a:pt x="111" y="32"/>
                  </a:cubicBezTo>
                  <a:cubicBezTo>
                    <a:pt x="76" y="138"/>
                    <a:pt x="40" y="244"/>
                    <a:pt x="5" y="348"/>
                  </a:cubicBezTo>
                  <a:cubicBezTo>
                    <a:pt x="1" y="355"/>
                    <a:pt x="1" y="359"/>
                    <a:pt x="1" y="363"/>
                  </a:cubicBezTo>
                  <a:cubicBezTo>
                    <a:pt x="1" y="371"/>
                    <a:pt x="1" y="379"/>
                    <a:pt x="5" y="383"/>
                  </a:cubicBezTo>
                  <a:cubicBezTo>
                    <a:pt x="9" y="390"/>
                    <a:pt x="17" y="399"/>
                    <a:pt x="24" y="403"/>
                  </a:cubicBezTo>
                  <a:cubicBezTo>
                    <a:pt x="33" y="406"/>
                    <a:pt x="40" y="410"/>
                    <a:pt x="48" y="410"/>
                  </a:cubicBezTo>
                  <a:cubicBezTo>
                    <a:pt x="56" y="410"/>
                    <a:pt x="68" y="406"/>
                    <a:pt x="76" y="403"/>
                  </a:cubicBezTo>
                  <a:cubicBezTo>
                    <a:pt x="84" y="395"/>
                    <a:pt x="91" y="386"/>
                    <a:pt x="91" y="375"/>
                  </a:cubicBezTo>
                  <a:cubicBezTo>
                    <a:pt x="131" y="272"/>
                    <a:pt x="166" y="166"/>
                    <a:pt x="202" y="59"/>
                  </a:cubicBezTo>
                  <a:cubicBezTo>
                    <a:pt x="206" y="55"/>
                    <a:pt x="206" y="51"/>
                    <a:pt x="206" y="44"/>
                  </a:cubicBezTo>
                  <a:cubicBezTo>
                    <a:pt x="206" y="40"/>
                    <a:pt x="202" y="32"/>
                    <a:pt x="202" y="28"/>
                  </a:cubicBezTo>
                  <a:cubicBezTo>
                    <a:pt x="198" y="16"/>
                    <a:pt x="190" y="12"/>
                    <a:pt x="182" y="8"/>
                  </a:cubicBezTo>
                  <a:cubicBezTo>
                    <a:pt x="175" y="4"/>
                    <a:pt x="166" y="0"/>
                    <a:pt x="15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5" name="Google Shape;2135;p48"/>
            <p:cNvSpPr/>
            <p:nvPr/>
          </p:nvSpPr>
          <p:spPr>
            <a:xfrm>
              <a:off x="4426748" y="6482280"/>
              <a:ext cx="47121" cy="71194"/>
            </a:xfrm>
            <a:custGeom>
              <a:rect b="b" l="l" r="r" t="t"/>
              <a:pathLst>
                <a:path extrusionOk="0" h="278" w="184">
                  <a:moveTo>
                    <a:pt x="35" y="1"/>
                  </a:moveTo>
                  <a:cubicBezTo>
                    <a:pt x="18" y="1"/>
                    <a:pt x="1" y="20"/>
                    <a:pt x="12" y="38"/>
                  </a:cubicBezTo>
                  <a:cubicBezTo>
                    <a:pt x="51" y="113"/>
                    <a:pt x="90" y="188"/>
                    <a:pt x="130" y="263"/>
                  </a:cubicBezTo>
                  <a:cubicBezTo>
                    <a:pt x="135" y="273"/>
                    <a:pt x="143" y="277"/>
                    <a:pt x="150" y="277"/>
                  </a:cubicBezTo>
                  <a:cubicBezTo>
                    <a:pt x="167" y="277"/>
                    <a:pt x="184" y="258"/>
                    <a:pt x="174" y="239"/>
                  </a:cubicBezTo>
                  <a:cubicBezTo>
                    <a:pt x="134" y="164"/>
                    <a:pt x="94" y="90"/>
                    <a:pt x="55" y="15"/>
                  </a:cubicBezTo>
                  <a:cubicBezTo>
                    <a:pt x="50" y="5"/>
                    <a:pt x="42" y="1"/>
                    <a:pt x="35" y="1"/>
                  </a:cubicBezTo>
                  <a:close/>
                </a:path>
              </a:pathLst>
            </a:custGeom>
            <a:solidFill>
              <a:srgbClr val="FFAE78"/>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6" name="Google Shape;2136;p48"/>
            <p:cNvSpPr/>
            <p:nvPr/>
          </p:nvSpPr>
          <p:spPr>
            <a:xfrm>
              <a:off x="4423675" y="6476646"/>
              <a:ext cx="53779" cy="82206"/>
            </a:xfrm>
            <a:custGeom>
              <a:rect b="b" l="l" r="r" t="t"/>
              <a:pathLst>
                <a:path extrusionOk="0" h="321" w="210">
                  <a:moveTo>
                    <a:pt x="47" y="44"/>
                  </a:moveTo>
                  <a:cubicBezTo>
                    <a:pt x="86" y="119"/>
                    <a:pt x="126" y="194"/>
                    <a:pt x="166" y="270"/>
                  </a:cubicBezTo>
                  <a:lnTo>
                    <a:pt x="166" y="273"/>
                  </a:lnTo>
                  <a:lnTo>
                    <a:pt x="166" y="277"/>
                  </a:lnTo>
                  <a:lnTo>
                    <a:pt x="162" y="277"/>
                  </a:lnTo>
                  <a:cubicBezTo>
                    <a:pt x="122" y="202"/>
                    <a:pt x="82" y="128"/>
                    <a:pt x="44" y="52"/>
                  </a:cubicBezTo>
                  <a:lnTo>
                    <a:pt x="44" y="48"/>
                  </a:lnTo>
                  <a:lnTo>
                    <a:pt x="47" y="44"/>
                  </a:lnTo>
                  <a:close/>
                  <a:moveTo>
                    <a:pt x="47" y="1"/>
                  </a:moveTo>
                  <a:cubicBezTo>
                    <a:pt x="35" y="1"/>
                    <a:pt x="24" y="5"/>
                    <a:pt x="15" y="13"/>
                  </a:cubicBezTo>
                  <a:cubicBezTo>
                    <a:pt x="8" y="25"/>
                    <a:pt x="0" y="37"/>
                    <a:pt x="0" y="48"/>
                  </a:cubicBezTo>
                  <a:cubicBezTo>
                    <a:pt x="0" y="57"/>
                    <a:pt x="0" y="64"/>
                    <a:pt x="4" y="72"/>
                  </a:cubicBezTo>
                  <a:cubicBezTo>
                    <a:pt x="44" y="147"/>
                    <a:pt x="82" y="222"/>
                    <a:pt x="122" y="297"/>
                  </a:cubicBezTo>
                  <a:cubicBezTo>
                    <a:pt x="126" y="305"/>
                    <a:pt x="130" y="312"/>
                    <a:pt x="138" y="317"/>
                  </a:cubicBezTo>
                  <a:cubicBezTo>
                    <a:pt x="146" y="321"/>
                    <a:pt x="153" y="321"/>
                    <a:pt x="162" y="321"/>
                  </a:cubicBezTo>
                  <a:cubicBezTo>
                    <a:pt x="173" y="321"/>
                    <a:pt x="186" y="317"/>
                    <a:pt x="193" y="308"/>
                  </a:cubicBezTo>
                  <a:cubicBezTo>
                    <a:pt x="205" y="301"/>
                    <a:pt x="209" y="289"/>
                    <a:pt x="209" y="273"/>
                  </a:cubicBezTo>
                  <a:cubicBezTo>
                    <a:pt x="209" y="265"/>
                    <a:pt x="209" y="257"/>
                    <a:pt x="205" y="250"/>
                  </a:cubicBezTo>
                  <a:cubicBezTo>
                    <a:pt x="166" y="175"/>
                    <a:pt x="126" y="99"/>
                    <a:pt x="86" y="25"/>
                  </a:cubicBezTo>
                  <a:cubicBezTo>
                    <a:pt x="82" y="17"/>
                    <a:pt x="79" y="13"/>
                    <a:pt x="71" y="9"/>
                  </a:cubicBezTo>
                  <a:cubicBezTo>
                    <a:pt x="63" y="5"/>
                    <a:pt x="55" y="1"/>
                    <a:pt x="47"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7" name="Google Shape;2137;p48"/>
            <p:cNvSpPr/>
            <p:nvPr/>
          </p:nvSpPr>
          <p:spPr>
            <a:xfrm>
              <a:off x="4043381" y="6648482"/>
              <a:ext cx="70169" cy="60694"/>
            </a:xfrm>
            <a:custGeom>
              <a:rect b="b" l="l" r="r" t="t"/>
              <a:pathLst>
                <a:path extrusionOk="0" h="237" w="274">
                  <a:moveTo>
                    <a:pt x="36" y="1"/>
                  </a:moveTo>
                  <a:cubicBezTo>
                    <a:pt x="16" y="1"/>
                    <a:pt x="0" y="25"/>
                    <a:pt x="18" y="43"/>
                  </a:cubicBezTo>
                  <a:cubicBezTo>
                    <a:pt x="85" y="107"/>
                    <a:pt x="152" y="166"/>
                    <a:pt x="215" y="229"/>
                  </a:cubicBezTo>
                  <a:cubicBezTo>
                    <a:pt x="221" y="234"/>
                    <a:pt x="228" y="236"/>
                    <a:pt x="234" y="236"/>
                  </a:cubicBezTo>
                  <a:cubicBezTo>
                    <a:pt x="256" y="236"/>
                    <a:pt x="273" y="209"/>
                    <a:pt x="255" y="194"/>
                  </a:cubicBezTo>
                  <a:lnTo>
                    <a:pt x="53" y="8"/>
                  </a:lnTo>
                  <a:cubicBezTo>
                    <a:pt x="48" y="3"/>
                    <a:pt x="42" y="1"/>
                    <a:pt x="36" y="1"/>
                  </a:cubicBezTo>
                  <a:close/>
                </a:path>
              </a:pathLst>
            </a:custGeom>
            <a:solidFill>
              <a:srgbClr val="FFAE78"/>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8" name="Google Shape;2138;p48"/>
            <p:cNvSpPr/>
            <p:nvPr/>
          </p:nvSpPr>
          <p:spPr>
            <a:xfrm>
              <a:off x="4040820" y="6643361"/>
              <a:ext cx="75035" cy="70938"/>
            </a:xfrm>
            <a:custGeom>
              <a:rect b="b" l="l" r="r" t="t"/>
              <a:pathLst>
                <a:path extrusionOk="0" h="277" w="293">
                  <a:moveTo>
                    <a:pt x="52" y="44"/>
                  </a:moveTo>
                  <a:lnTo>
                    <a:pt x="249" y="229"/>
                  </a:lnTo>
                  <a:lnTo>
                    <a:pt x="245" y="234"/>
                  </a:lnTo>
                  <a:lnTo>
                    <a:pt x="241" y="234"/>
                  </a:lnTo>
                  <a:cubicBezTo>
                    <a:pt x="174" y="170"/>
                    <a:pt x="111" y="111"/>
                    <a:pt x="43" y="48"/>
                  </a:cubicBezTo>
                  <a:lnTo>
                    <a:pt x="43" y="44"/>
                  </a:lnTo>
                  <a:close/>
                  <a:moveTo>
                    <a:pt x="48" y="1"/>
                  </a:moveTo>
                  <a:cubicBezTo>
                    <a:pt x="36" y="1"/>
                    <a:pt x="25" y="5"/>
                    <a:pt x="12" y="12"/>
                  </a:cubicBezTo>
                  <a:cubicBezTo>
                    <a:pt x="5" y="21"/>
                    <a:pt x="1" y="32"/>
                    <a:pt x="1" y="48"/>
                  </a:cubicBezTo>
                  <a:cubicBezTo>
                    <a:pt x="1" y="60"/>
                    <a:pt x="5" y="72"/>
                    <a:pt x="12" y="79"/>
                  </a:cubicBezTo>
                  <a:cubicBezTo>
                    <a:pt x="79" y="143"/>
                    <a:pt x="147" y="202"/>
                    <a:pt x="214" y="265"/>
                  </a:cubicBezTo>
                  <a:cubicBezTo>
                    <a:pt x="221" y="273"/>
                    <a:pt x="233" y="276"/>
                    <a:pt x="245" y="276"/>
                  </a:cubicBezTo>
                  <a:cubicBezTo>
                    <a:pt x="256" y="276"/>
                    <a:pt x="269" y="273"/>
                    <a:pt x="276" y="265"/>
                  </a:cubicBezTo>
                  <a:cubicBezTo>
                    <a:pt x="289" y="253"/>
                    <a:pt x="292" y="241"/>
                    <a:pt x="292" y="229"/>
                  </a:cubicBezTo>
                  <a:cubicBezTo>
                    <a:pt x="292" y="218"/>
                    <a:pt x="289" y="205"/>
                    <a:pt x="276" y="198"/>
                  </a:cubicBezTo>
                  <a:lnTo>
                    <a:pt x="79" y="12"/>
                  </a:lnTo>
                  <a:cubicBezTo>
                    <a:pt x="72" y="5"/>
                    <a:pt x="60" y="1"/>
                    <a:pt x="48"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9" name="Google Shape;2139;p48"/>
            <p:cNvSpPr/>
            <p:nvPr/>
          </p:nvSpPr>
          <p:spPr>
            <a:xfrm>
              <a:off x="4549927" y="7368606"/>
              <a:ext cx="70169" cy="60182"/>
            </a:xfrm>
            <a:custGeom>
              <a:rect b="b" l="l" r="r" t="t"/>
              <a:pathLst>
                <a:path extrusionOk="0" h="235" w="274">
                  <a:moveTo>
                    <a:pt x="37" y="0"/>
                  </a:moveTo>
                  <a:cubicBezTo>
                    <a:pt x="18" y="0"/>
                    <a:pt x="1" y="25"/>
                    <a:pt x="19" y="43"/>
                  </a:cubicBezTo>
                  <a:cubicBezTo>
                    <a:pt x="86" y="103"/>
                    <a:pt x="153" y="165"/>
                    <a:pt x="217" y="228"/>
                  </a:cubicBezTo>
                  <a:cubicBezTo>
                    <a:pt x="222" y="233"/>
                    <a:pt x="227" y="234"/>
                    <a:pt x="233" y="234"/>
                  </a:cubicBezTo>
                  <a:cubicBezTo>
                    <a:pt x="254" y="234"/>
                    <a:pt x="274" y="208"/>
                    <a:pt x="252" y="189"/>
                  </a:cubicBezTo>
                  <a:lnTo>
                    <a:pt x="55" y="8"/>
                  </a:lnTo>
                  <a:cubicBezTo>
                    <a:pt x="50" y="2"/>
                    <a:pt x="43" y="0"/>
                    <a:pt x="37" y="0"/>
                  </a:cubicBezTo>
                  <a:close/>
                </a:path>
              </a:pathLst>
            </a:custGeom>
            <a:solidFill>
              <a:srgbClr val="FFAE78"/>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0" name="Google Shape;2140;p48"/>
            <p:cNvSpPr/>
            <p:nvPr/>
          </p:nvSpPr>
          <p:spPr>
            <a:xfrm>
              <a:off x="4547622" y="7362204"/>
              <a:ext cx="75291" cy="71962"/>
            </a:xfrm>
            <a:custGeom>
              <a:rect b="b" l="l" r="r" t="t"/>
              <a:pathLst>
                <a:path extrusionOk="0" h="281" w="294">
                  <a:moveTo>
                    <a:pt x="48" y="44"/>
                  </a:moveTo>
                  <a:lnTo>
                    <a:pt x="48" y="48"/>
                  </a:lnTo>
                  <a:lnTo>
                    <a:pt x="250" y="230"/>
                  </a:lnTo>
                  <a:lnTo>
                    <a:pt x="250" y="234"/>
                  </a:lnTo>
                  <a:lnTo>
                    <a:pt x="246" y="237"/>
                  </a:lnTo>
                  <a:lnTo>
                    <a:pt x="241" y="234"/>
                  </a:lnTo>
                  <a:cubicBezTo>
                    <a:pt x="175" y="175"/>
                    <a:pt x="111" y="112"/>
                    <a:pt x="44" y="53"/>
                  </a:cubicBezTo>
                  <a:lnTo>
                    <a:pt x="44" y="48"/>
                  </a:lnTo>
                  <a:lnTo>
                    <a:pt x="48" y="44"/>
                  </a:lnTo>
                  <a:close/>
                  <a:moveTo>
                    <a:pt x="48" y="1"/>
                  </a:moveTo>
                  <a:cubicBezTo>
                    <a:pt x="33" y="1"/>
                    <a:pt x="24" y="9"/>
                    <a:pt x="13" y="17"/>
                  </a:cubicBezTo>
                  <a:cubicBezTo>
                    <a:pt x="4" y="24"/>
                    <a:pt x="1" y="37"/>
                    <a:pt x="1" y="48"/>
                  </a:cubicBezTo>
                  <a:cubicBezTo>
                    <a:pt x="1" y="60"/>
                    <a:pt x="4" y="77"/>
                    <a:pt x="13" y="84"/>
                  </a:cubicBezTo>
                  <a:cubicBezTo>
                    <a:pt x="80" y="143"/>
                    <a:pt x="146" y="206"/>
                    <a:pt x="214" y="270"/>
                  </a:cubicBezTo>
                  <a:cubicBezTo>
                    <a:pt x="222" y="277"/>
                    <a:pt x="233" y="281"/>
                    <a:pt x="246" y="281"/>
                  </a:cubicBezTo>
                  <a:cubicBezTo>
                    <a:pt x="257" y="281"/>
                    <a:pt x="269" y="273"/>
                    <a:pt x="277" y="266"/>
                  </a:cubicBezTo>
                  <a:cubicBezTo>
                    <a:pt x="285" y="257"/>
                    <a:pt x="293" y="246"/>
                    <a:pt x="293" y="234"/>
                  </a:cubicBezTo>
                  <a:cubicBezTo>
                    <a:pt x="293" y="222"/>
                    <a:pt x="288" y="210"/>
                    <a:pt x="277" y="199"/>
                  </a:cubicBezTo>
                  <a:lnTo>
                    <a:pt x="80" y="17"/>
                  </a:lnTo>
                  <a:cubicBezTo>
                    <a:pt x="72" y="6"/>
                    <a:pt x="60" y="1"/>
                    <a:pt x="48"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1" name="Google Shape;2141;p48"/>
            <p:cNvSpPr/>
            <p:nvPr/>
          </p:nvSpPr>
          <p:spPr>
            <a:xfrm>
              <a:off x="4315605" y="7449019"/>
              <a:ext cx="51475" cy="57109"/>
            </a:xfrm>
            <a:custGeom>
              <a:rect b="b" l="l" r="r" t="t"/>
              <a:pathLst>
                <a:path extrusionOk="0" h="223" w="201">
                  <a:moveTo>
                    <a:pt x="173" y="1"/>
                  </a:moveTo>
                  <a:cubicBezTo>
                    <a:pt x="167" y="1"/>
                    <a:pt x="160" y="3"/>
                    <a:pt x="153" y="9"/>
                  </a:cubicBezTo>
                  <a:cubicBezTo>
                    <a:pt x="106" y="64"/>
                    <a:pt x="59" y="124"/>
                    <a:pt x="11" y="179"/>
                  </a:cubicBezTo>
                  <a:cubicBezTo>
                    <a:pt x="0" y="191"/>
                    <a:pt x="0" y="206"/>
                    <a:pt x="11" y="214"/>
                  </a:cubicBezTo>
                  <a:cubicBezTo>
                    <a:pt x="16" y="220"/>
                    <a:pt x="22" y="223"/>
                    <a:pt x="28" y="223"/>
                  </a:cubicBezTo>
                  <a:cubicBezTo>
                    <a:pt x="34" y="223"/>
                    <a:pt x="41" y="220"/>
                    <a:pt x="47" y="214"/>
                  </a:cubicBezTo>
                  <a:cubicBezTo>
                    <a:pt x="95" y="159"/>
                    <a:pt x="142" y="100"/>
                    <a:pt x="189" y="45"/>
                  </a:cubicBezTo>
                  <a:cubicBezTo>
                    <a:pt x="201" y="33"/>
                    <a:pt x="201" y="17"/>
                    <a:pt x="189" y="9"/>
                  </a:cubicBezTo>
                  <a:cubicBezTo>
                    <a:pt x="186" y="3"/>
                    <a:pt x="180" y="1"/>
                    <a:pt x="173" y="1"/>
                  </a:cubicBezTo>
                  <a:close/>
                </a:path>
              </a:pathLst>
            </a:custGeom>
            <a:solidFill>
              <a:srgbClr val="FFAE78"/>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2" name="Google Shape;2142;p48"/>
            <p:cNvSpPr/>
            <p:nvPr/>
          </p:nvSpPr>
          <p:spPr>
            <a:xfrm>
              <a:off x="4310483" y="7443128"/>
              <a:ext cx="61718" cy="68889"/>
            </a:xfrm>
            <a:custGeom>
              <a:rect b="b" l="l" r="r" t="t"/>
              <a:pathLst>
                <a:path extrusionOk="0" h="269" w="241">
                  <a:moveTo>
                    <a:pt x="193" y="44"/>
                  </a:moveTo>
                  <a:lnTo>
                    <a:pt x="197" y="48"/>
                  </a:lnTo>
                  <a:cubicBezTo>
                    <a:pt x="197" y="48"/>
                    <a:pt x="197" y="52"/>
                    <a:pt x="193" y="52"/>
                  </a:cubicBezTo>
                  <a:cubicBezTo>
                    <a:pt x="146" y="111"/>
                    <a:pt x="99" y="167"/>
                    <a:pt x="48" y="225"/>
                  </a:cubicBezTo>
                  <a:lnTo>
                    <a:pt x="48" y="221"/>
                  </a:lnTo>
                  <a:lnTo>
                    <a:pt x="44" y="221"/>
                  </a:lnTo>
                  <a:cubicBezTo>
                    <a:pt x="44" y="221"/>
                    <a:pt x="44" y="218"/>
                    <a:pt x="48" y="218"/>
                  </a:cubicBezTo>
                  <a:cubicBezTo>
                    <a:pt x="95" y="158"/>
                    <a:pt x="142" y="103"/>
                    <a:pt x="193" y="44"/>
                  </a:cubicBezTo>
                  <a:close/>
                  <a:moveTo>
                    <a:pt x="193" y="1"/>
                  </a:moveTo>
                  <a:cubicBezTo>
                    <a:pt x="186" y="1"/>
                    <a:pt x="182" y="5"/>
                    <a:pt x="173" y="5"/>
                  </a:cubicBezTo>
                  <a:cubicBezTo>
                    <a:pt x="170" y="8"/>
                    <a:pt x="162" y="12"/>
                    <a:pt x="158" y="16"/>
                  </a:cubicBezTo>
                  <a:cubicBezTo>
                    <a:pt x="111" y="76"/>
                    <a:pt x="64" y="131"/>
                    <a:pt x="12" y="190"/>
                  </a:cubicBezTo>
                  <a:cubicBezTo>
                    <a:pt x="4" y="198"/>
                    <a:pt x="0" y="210"/>
                    <a:pt x="0" y="221"/>
                  </a:cubicBezTo>
                  <a:cubicBezTo>
                    <a:pt x="0" y="234"/>
                    <a:pt x="4" y="245"/>
                    <a:pt x="16" y="253"/>
                  </a:cubicBezTo>
                  <a:cubicBezTo>
                    <a:pt x="24" y="265"/>
                    <a:pt x="36" y="269"/>
                    <a:pt x="48" y="269"/>
                  </a:cubicBezTo>
                  <a:cubicBezTo>
                    <a:pt x="55" y="269"/>
                    <a:pt x="60" y="265"/>
                    <a:pt x="67" y="265"/>
                  </a:cubicBezTo>
                  <a:cubicBezTo>
                    <a:pt x="71" y="261"/>
                    <a:pt x="79" y="257"/>
                    <a:pt x="83" y="253"/>
                  </a:cubicBezTo>
                  <a:cubicBezTo>
                    <a:pt x="131" y="194"/>
                    <a:pt x="178" y="139"/>
                    <a:pt x="229" y="79"/>
                  </a:cubicBezTo>
                  <a:cubicBezTo>
                    <a:pt x="237" y="72"/>
                    <a:pt x="241" y="60"/>
                    <a:pt x="241" y="48"/>
                  </a:cubicBezTo>
                  <a:cubicBezTo>
                    <a:pt x="241" y="36"/>
                    <a:pt x="237" y="25"/>
                    <a:pt x="225" y="16"/>
                  </a:cubicBezTo>
                  <a:cubicBezTo>
                    <a:pt x="217" y="5"/>
                    <a:pt x="206" y="1"/>
                    <a:pt x="193"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3" name="Google Shape;2143;p48"/>
            <p:cNvSpPr/>
            <p:nvPr/>
          </p:nvSpPr>
          <p:spPr>
            <a:xfrm>
              <a:off x="4024687" y="7479749"/>
              <a:ext cx="45584" cy="62999"/>
            </a:xfrm>
            <a:custGeom>
              <a:rect b="b" l="l" r="r" t="t"/>
              <a:pathLst>
                <a:path extrusionOk="0" h="246" w="178">
                  <a:moveTo>
                    <a:pt x="31" y="1"/>
                  </a:moveTo>
                  <a:cubicBezTo>
                    <a:pt x="27" y="1"/>
                    <a:pt x="23" y="2"/>
                    <a:pt x="20" y="4"/>
                  </a:cubicBezTo>
                  <a:cubicBezTo>
                    <a:pt x="8" y="7"/>
                    <a:pt x="0" y="27"/>
                    <a:pt x="8" y="39"/>
                  </a:cubicBezTo>
                  <a:cubicBezTo>
                    <a:pt x="48" y="102"/>
                    <a:pt x="83" y="165"/>
                    <a:pt x="123" y="233"/>
                  </a:cubicBezTo>
                  <a:cubicBezTo>
                    <a:pt x="128" y="241"/>
                    <a:pt x="137" y="245"/>
                    <a:pt x="147" y="245"/>
                  </a:cubicBezTo>
                  <a:cubicBezTo>
                    <a:pt x="151" y="245"/>
                    <a:pt x="154" y="245"/>
                    <a:pt x="158" y="244"/>
                  </a:cubicBezTo>
                  <a:cubicBezTo>
                    <a:pt x="170" y="236"/>
                    <a:pt x="177" y="220"/>
                    <a:pt x="170" y="209"/>
                  </a:cubicBezTo>
                  <a:cubicBezTo>
                    <a:pt x="130" y="146"/>
                    <a:pt x="91" y="78"/>
                    <a:pt x="55" y="15"/>
                  </a:cubicBezTo>
                  <a:cubicBezTo>
                    <a:pt x="50" y="7"/>
                    <a:pt x="40" y="1"/>
                    <a:pt x="31" y="1"/>
                  </a:cubicBezTo>
                  <a:close/>
                </a:path>
              </a:pathLst>
            </a:custGeom>
            <a:solidFill>
              <a:srgbClr val="FFAE78"/>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4" name="Google Shape;2144;p48"/>
            <p:cNvSpPr/>
            <p:nvPr/>
          </p:nvSpPr>
          <p:spPr>
            <a:xfrm>
              <a:off x="4020589" y="7474371"/>
              <a:ext cx="53779" cy="74011"/>
            </a:xfrm>
            <a:custGeom>
              <a:rect b="b" l="l" r="r" t="t"/>
              <a:pathLst>
                <a:path extrusionOk="0" h="289" w="210">
                  <a:moveTo>
                    <a:pt x="48" y="45"/>
                  </a:moveTo>
                  <a:cubicBezTo>
                    <a:pt x="51" y="45"/>
                    <a:pt x="51" y="48"/>
                    <a:pt x="51" y="48"/>
                  </a:cubicBezTo>
                  <a:cubicBezTo>
                    <a:pt x="91" y="112"/>
                    <a:pt x="127" y="178"/>
                    <a:pt x="166" y="241"/>
                  </a:cubicBezTo>
                  <a:lnTo>
                    <a:pt x="162" y="245"/>
                  </a:lnTo>
                  <a:cubicBezTo>
                    <a:pt x="158" y="245"/>
                    <a:pt x="158" y="241"/>
                    <a:pt x="158" y="241"/>
                  </a:cubicBezTo>
                  <a:cubicBezTo>
                    <a:pt x="119" y="178"/>
                    <a:pt x="84" y="112"/>
                    <a:pt x="44" y="48"/>
                  </a:cubicBezTo>
                  <a:lnTo>
                    <a:pt x="44" y="45"/>
                  </a:lnTo>
                  <a:close/>
                  <a:moveTo>
                    <a:pt x="48" y="1"/>
                  </a:moveTo>
                  <a:cubicBezTo>
                    <a:pt x="40" y="1"/>
                    <a:pt x="33" y="1"/>
                    <a:pt x="28" y="5"/>
                  </a:cubicBezTo>
                  <a:cubicBezTo>
                    <a:pt x="20" y="9"/>
                    <a:pt x="13" y="17"/>
                    <a:pt x="9" y="25"/>
                  </a:cubicBezTo>
                  <a:cubicBezTo>
                    <a:pt x="4" y="28"/>
                    <a:pt x="0" y="41"/>
                    <a:pt x="0" y="48"/>
                  </a:cubicBezTo>
                  <a:cubicBezTo>
                    <a:pt x="0" y="56"/>
                    <a:pt x="0" y="64"/>
                    <a:pt x="4" y="72"/>
                  </a:cubicBezTo>
                  <a:lnTo>
                    <a:pt x="4" y="68"/>
                  </a:lnTo>
                  <a:cubicBezTo>
                    <a:pt x="44" y="135"/>
                    <a:pt x="84" y="198"/>
                    <a:pt x="119" y="265"/>
                  </a:cubicBezTo>
                  <a:cubicBezTo>
                    <a:pt x="122" y="269"/>
                    <a:pt x="131" y="277"/>
                    <a:pt x="139" y="281"/>
                  </a:cubicBezTo>
                  <a:cubicBezTo>
                    <a:pt x="146" y="285"/>
                    <a:pt x="155" y="289"/>
                    <a:pt x="162" y="289"/>
                  </a:cubicBezTo>
                  <a:cubicBezTo>
                    <a:pt x="170" y="289"/>
                    <a:pt x="174" y="289"/>
                    <a:pt x="182" y="285"/>
                  </a:cubicBezTo>
                  <a:cubicBezTo>
                    <a:pt x="190" y="281"/>
                    <a:pt x="198" y="273"/>
                    <a:pt x="202" y="265"/>
                  </a:cubicBezTo>
                  <a:cubicBezTo>
                    <a:pt x="206" y="257"/>
                    <a:pt x="210" y="249"/>
                    <a:pt x="210" y="241"/>
                  </a:cubicBezTo>
                  <a:cubicBezTo>
                    <a:pt x="210" y="234"/>
                    <a:pt x="210" y="225"/>
                    <a:pt x="202" y="218"/>
                  </a:cubicBezTo>
                  <a:cubicBezTo>
                    <a:pt x="166" y="154"/>
                    <a:pt x="127" y="92"/>
                    <a:pt x="91" y="25"/>
                  </a:cubicBezTo>
                  <a:cubicBezTo>
                    <a:pt x="84" y="17"/>
                    <a:pt x="80" y="12"/>
                    <a:pt x="71" y="9"/>
                  </a:cubicBezTo>
                  <a:cubicBezTo>
                    <a:pt x="64" y="5"/>
                    <a:pt x="56" y="1"/>
                    <a:pt x="48"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5" name="Google Shape;2145;p48"/>
            <p:cNvSpPr/>
            <p:nvPr/>
          </p:nvSpPr>
          <p:spPr>
            <a:xfrm>
              <a:off x="3142970" y="7542235"/>
              <a:ext cx="44816" cy="62487"/>
            </a:xfrm>
            <a:custGeom>
              <a:rect b="b" l="l" r="r" t="t"/>
              <a:pathLst>
                <a:path extrusionOk="0" h="244" w="175">
                  <a:moveTo>
                    <a:pt x="31" y="1"/>
                  </a:moveTo>
                  <a:cubicBezTo>
                    <a:pt x="28" y="1"/>
                    <a:pt x="24" y="2"/>
                    <a:pt x="21" y="4"/>
                  </a:cubicBezTo>
                  <a:cubicBezTo>
                    <a:pt x="9" y="8"/>
                    <a:pt x="1" y="24"/>
                    <a:pt x="9" y="36"/>
                  </a:cubicBezTo>
                  <a:cubicBezTo>
                    <a:pt x="48" y="102"/>
                    <a:pt x="84" y="166"/>
                    <a:pt x="124" y="229"/>
                  </a:cubicBezTo>
                  <a:cubicBezTo>
                    <a:pt x="129" y="237"/>
                    <a:pt x="136" y="244"/>
                    <a:pt x="145" y="244"/>
                  </a:cubicBezTo>
                  <a:cubicBezTo>
                    <a:pt x="148" y="244"/>
                    <a:pt x="151" y="243"/>
                    <a:pt x="155" y="240"/>
                  </a:cubicBezTo>
                  <a:cubicBezTo>
                    <a:pt x="166" y="237"/>
                    <a:pt x="175" y="221"/>
                    <a:pt x="166" y="209"/>
                  </a:cubicBezTo>
                  <a:cubicBezTo>
                    <a:pt x="131" y="142"/>
                    <a:pt x="91" y="79"/>
                    <a:pt x="56" y="16"/>
                  </a:cubicBezTo>
                  <a:cubicBezTo>
                    <a:pt x="50" y="7"/>
                    <a:pt x="41" y="1"/>
                    <a:pt x="31" y="1"/>
                  </a:cubicBezTo>
                  <a:close/>
                </a:path>
              </a:pathLst>
            </a:custGeom>
            <a:solidFill>
              <a:srgbClr val="FFAE78"/>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6" name="Google Shape;2146;p48"/>
            <p:cNvSpPr/>
            <p:nvPr/>
          </p:nvSpPr>
          <p:spPr>
            <a:xfrm>
              <a:off x="3139129" y="7536089"/>
              <a:ext cx="53779" cy="74779"/>
            </a:xfrm>
            <a:custGeom>
              <a:rect b="b" l="l" r="r" t="t"/>
              <a:pathLst>
                <a:path extrusionOk="0" h="292" w="210">
                  <a:moveTo>
                    <a:pt x="52" y="48"/>
                  </a:moveTo>
                  <a:cubicBezTo>
                    <a:pt x="86" y="114"/>
                    <a:pt x="125" y="177"/>
                    <a:pt x="165" y="242"/>
                  </a:cubicBezTo>
                  <a:lnTo>
                    <a:pt x="165" y="242"/>
                  </a:lnTo>
                  <a:lnTo>
                    <a:pt x="162" y="245"/>
                  </a:lnTo>
                  <a:lnTo>
                    <a:pt x="158" y="245"/>
                  </a:lnTo>
                  <a:cubicBezTo>
                    <a:pt x="119" y="178"/>
                    <a:pt x="79" y="115"/>
                    <a:pt x="44" y="48"/>
                  </a:cubicBezTo>
                  <a:close/>
                  <a:moveTo>
                    <a:pt x="48" y="0"/>
                  </a:moveTo>
                  <a:cubicBezTo>
                    <a:pt x="39" y="0"/>
                    <a:pt x="32" y="4"/>
                    <a:pt x="24" y="8"/>
                  </a:cubicBezTo>
                  <a:cubicBezTo>
                    <a:pt x="16" y="13"/>
                    <a:pt x="12" y="16"/>
                    <a:pt x="8" y="24"/>
                  </a:cubicBezTo>
                  <a:cubicBezTo>
                    <a:pt x="1" y="32"/>
                    <a:pt x="1" y="40"/>
                    <a:pt x="1" y="51"/>
                  </a:cubicBezTo>
                  <a:cubicBezTo>
                    <a:pt x="1" y="55"/>
                    <a:pt x="1" y="64"/>
                    <a:pt x="4" y="71"/>
                  </a:cubicBezTo>
                  <a:cubicBezTo>
                    <a:pt x="44" y="135"/>
                    <a:pt x="79" y="202"/>
                    <a:pt x="119" y="264"/>
                  </a:cubicBezTo>
                  <a:cubicBezTo>
                    <a:pt x="123" y="273"/>
                    <a:pt x="130" y="280"/>
                    <a:pt x="134" y="284"/>
                  </a:cubicBezTo>
                  <a:cubicBezTo>
                    <a:pt x="142" y="288"/>
                    <a:pt x="150" y="292"/>
                    <a:pt x="162" y="292"/>
                  </a:cubicBezTo>
                  <a:cubicBezTo>
                    <a:pt x="166" y="292"/>
                    <a:pt x="174" y="288"/>
                    <a:pt x="181" y="284"/>
                  </a:cubicBezTo>
                  <a:cubicBezTo>
                    <a:pt x="190" y="280"/>
                    <a:pt x="197" y="277"/>
                    <a:pt x="201" y="268"/>
                  </a:cubicBezTo>
                  <a:cubicBezTo>
                    <a:pt x="205" y="261"/>
                    <a:pt x="210" y="253"/>
                    <a:pt x="210" y="241"/>
                  </a:cubicBezTo>
                  <a:cubicBezTo>
                    <a:pt x="210" y="237"/>
                    <a:pt x="205" y="229"/>
                    <a:pt x="201" y="221"/>
                  </a:cubicBezTo>
                  <a:cubicBezTo>
                    <a:pt x="166" y="158"/>
                    <a:pt x="126" y="91"/>
                    <a:pt x="87" y="28"/>
                  </a:cubicBezTo>
                  <a:cubicBezTo>
                    <a:pt x="83" y="20"/>
                    <a:pt x="79" y="13"/>
                    <a:pt x="71" y="8"/>
                  </a:cubicBezTo>
                  <a:cubicBezTo>
                    <a:pt x="63" y="4"/>
                    <a:pt x="55" y="0"/>
                    <a:pt x="48"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7" name="Google Shape;2147;p48"/>
            <p:cNvSpPr/>
            <p:nvPr/>
          </p:nvSpPr>
          <p:spPr>
            <a:xfrm>
              <a:off x="3127092" y="6404941"/>
              <a:ext cx="24329" cy="33804"/>
            </a:xfrm>
            <a:custGeom>
              <a:rect b="b" l="l" r="r" t="t"/>
              <a:pathLst>
                <a:path extrusionOk="0" h="132" w="95">
                  <a:moveTo>
                    <a:pt x="65" y="1"/>
                  </a:moveTo>
                  <a:cubicBezTo>
                    <a:pt x="57" y="1"/>
                    <a:pt x="49" y="5"/>
                    <a:pt x="44" y="13"/>
                  </a:cubicBezTo>
                  <a:cubicBezTo>
                    <a:pt x="31" y="40"/>
                    <a:pt x="15" y="68"/>
                    <a:pt x="4" y="92"/>
                  </a:cubicBezTo>
                  <a:cubicBezTo>
                    <a:pt x="0" y="104"/>
                    <a:pt x="0" y="124"/>
                    <a:pt x="12" y="128"/>
                  </a:cubicBezTo>
                  <a:cubicBezTo>
                    <a:pt x="16" y="130"/>
                    <a:pt x="21" y="131"/>
                    <a:pt x="26" y="131"/>
                  </a:cubicBezTo>
                  <a:cubicBezTo>
                    <a:pt x="36" y="131"/>
                    <a:pt x="45" y="127"/>
                    <a:pt x="48" y="119"/>
                  </a:cubicBezTo>
                  <a:cubicBezTo>
                    <a:pt x="63" y="92"/>
                    <a:pt x="75" y="68"/>
                    <a:pt x="86" y="40"/>
                  </a:cubicBezTo>
                  <a:cubicBezTo>
                    <a:pt x="95" y="29"/>
                    <a:pt x="91" y="13"/>
                    <a:pt x="79" y="5"/>
                  </a:cubicBezTo>
                  <a:cubicBezTo>
                    <a:pt x="75" y="2"/>
                    <a:pt x="70" y="1"/>
                    <a:pt x="65" y="1"/>
                  </a:cubicBezTo>
                  <a:close/>
                </a:path>
              </a:pathLst>
            </a:custGeom>
            <a:solidFill>
              <a:srgbClr val="FFAE78"/>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8" name="Google Shape;2148;p48"/>
            <p:cNvSpPr/>
            <p:nvPr/>
          </p:nvSpPr>
          <p:spPr>
            <a:xfrm>
              <a:off x="3121971" y="6400075"/>
              <a:ext cx="34572" cy="44560"/>
            </a:xfrm>
            <a:custGeom>
              <a:rect b="b" l="l" r="r" t="t"/>
              <a:pathLst>
                <a:path extrusionOk="0" h="174" w="135">
                  <a:moveTo>
                    <a:pt x="87" y="43"/>
                  </a:moveTo>
                  <a:lnTo>
                    <a:pt x="91" y="48"/>
                  </a:lnTo>
                  <a:lnTo>
                    <a:pt x="87" y="48"/>
                  </a:lnTo>
                  <a:cubicBezTo>
                    <a:pt x="75" y="76"/>
                    <a:pt x="64" y="103"/>
                    <a:pt x="48" y="127"/>
                  </a:cubicBezTo>
                  <a:lnTo>
                    <a:pt x="48" y="130"/>
                  </a:lnTo>
                  <a:lnTo>
                    <a:pt x="44" y="127"/>
                  </a:lnTo>
                  <a:lnTo>
                    <a:pt x="44" y="123"/>
                  </a:lnTo>
                  <a:cubicBezTo>
                    <a:pt x="55" y="95"/>
                    <a:pt x="71" y="67"/>
                    <a:pt x="83" y="43"/>
                  </a:cubicBezTo>
                  <a:close/>
                  <a:moveTo>
                    <a:pt x="87" y="1"/>
                  </a:moveTo>
                  <a:cubicBezTo>
                    <a:pt x="79" y="1"/>
                    <a:pt x="71" y="1"/>
                    <a:pt x="64" y="5"/>
                  </a:cubicBezTo>
                  <a:cubicBezTo>
                    <a:pt x="55" y="8"/>
                    <a:pt x="48" y="16"/>
                    <a:pt x="44" y="24"/>
                  </a:cubicBezTo>
                  <a:cubicBezTo>
                    <a:pt x="32" y="52"/>
                    <a:pt x="16" y="76"/>
                    <a:pt x="4" y="103"/>
                  </a:cubicBezTo>
                  <a:cubicBezTo>
                    <a:pt x="0" y="111"/>
                    <a:pt x="0" y="119"/>
                    <a:pt x="0" y="127"/>
                  </a:cubicBezTo>
                  <a:cubicBezTo>
                    <a:pt x="0" y="134"/>
                    <a:pt x="0" y="143"/>
                    <a:pt x="4" y="150"/>
                  </a:cubicBezTo>
                  <a:cubicBezTo>
                    <a:pt x="8" y="154"/>
                    <a:pt x="16" y="162"/>
                    <a:pt x="24" y="166"/>
                  </a:cubicBezTo>
                  <a:cubicBezTo>
                    <a:pt x="32" y="170"/>
                    <a:pt x="40" y="174"/>
                    <a:pt x="48" y="174"/>
                  </a:cubicBezTo>
                  <a:cubicBezTo>
                    <a:pt x="55" y="174"/>
                    <a:pt x="64" y="170"/>
                    <a:pt x="71" y="166"/>
                  </a:cubicBezTo>
                  <a:cubicBezTo>
                    <a:pt x="75" y="162"/>
                    <a:pt x="83" y="158"/>
                    <a:pt x="87" y="147"/>
                  </a:cubicBezTo>
                  <a:cubicBezTo>
                    <a:pt x="103" y="123"/>
                    <a:pt x="115" y="95"/>
                    <a:pt x="126" y="67"/>
                  </a:cubicBezTo>
                  <a:cubicBezTo>
                    <a:pt x="130" y="59"/>
                    <a:pt x="135" y="56"/>
                    <a:pt x="135" y="48"/>
                  </a:cubicBezTo>
                  <a:cubicBezTo>
                    <a:pt x="135" y="40"/>
                    <a:pt x="130" y="32"/>
                    <a:pt x="126" y="24"/>
                  </a:cubicBezTo>
                  <a:cubicBezTo>
                    <a:pt x="122" y="16"/>
                    <a:pt x="119" y="8"/>
                    <a:pt x="111" y="5"/>
                  </a:cubicBezTo>
                  <a:cubicBezTo>
                    <a:pt x="103" y="1"/>
                    <a:pt x="95" y="1"/>
                    <a:pt x="87"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9" name="Google Shape;2149;p48"/>
            <p:cNvSpPr/>
            <p:nvPr/>
          </p:nvSpPr>
          <p:spPr>
            <a:xfrm>
              <a:off x="2766518" y="6719163"/>
              <a:ext cx="81181" cy="70938"/>
            </a:xfrm>
            <a:custGeom>
              <a:rect b="b" l="l" r="r" t="t"/>
              <a:pathLst>
                <a:path extrusionOk="0" h="277" w="317">
                  <a:moveTo>
                    <a:pt x="36" y="1"/>
                  </a:moveTo>
                  <a:cubicBezTo>
                    <a:pt x="18" y="1"/>
                    <a:pt x="1" y="26"/>
                    <a:pt x="16" y="44"/>
                  </a:cubicBezTo>
                  <a:cubicBezTo>
                    <a:pt x="95" y="131"/>
                    <a:pt x="182" y="206"/>
                    <a:pt x="273" y="273"/>
                  </a:cubicBezTo>
                  <a:cubicBezTo>
                    <a:pt x="277" y="275"/>
                    <a:pt x="282" y="277"/>
                    <a:pt x="287" y="277"/>
                  </a:cubicBezTo>
                  <a:cubicBezTo>
                    <a:pt x="296" y="277"/>
                    <a:pt x="305" y="272"/>
                    <a:pt x="308" y="264"/>
                  </a:cubicBezTo>
                  <a:cubicBezTo>
                    <a:pt x="316" y="253"/>
                    <a:pt x="311" y="237"/>
                    <a:pt x="300" y="229"/>
                  </a:cubicBezTo>
                  <a:cubicBezTo>
                    <a:pt x="209" y="166"/>
                    <a:pt x="127" y="91"/>
                    <a:pt x="51" y="9"/>
                  </a:cubicBezTo>
                  <a:cubicBezTo>
                    <a:pt x="47" y="3"/>
                    <a:pt x="41" y="1"/>
                    <a:pt x="36" y="1"/>
                  </a:cubicBezTo>
                  <a:close/>
                </a:path>
              </a:pathLst>
            </a:custGeom>
            <a:solidFill>
              <a:srgbClr val="FFAE78"/>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0" name="Google Shape;2150;p48"/>
            <p:cNvSpPr/>
            <p:nvPr/>
          </p:nvSpPr>
          <p:spPr>
            <a:xfrm>
              <a:off x="2763445" y="6714041"/>
              <a:ext cx="89120" cy="82206"/>
            </a:xfrm>
            <a:custGeom>
              <a:rect b="b" l="l" r="r" t="t"/>
              <a:pathLst>
                <a:path extrusionOk="0" h="321" w="348">
                  <a:moveTo>
                    <a:pt x="48" y="44"/>
                  </a:moveTo>
                  <a:cubicBezTo>
                    <a:pt x="123" y="127"/>
                    <a:pt x="205" y="202"/>
                    <a:pt x="300" y="269"/>
                  </a:cubicBezTo>
                  <a:lnTo>
                    <a:pt x="304" y="273"/>
                  </a:lnTo>
                  <a:lnTo>
                    <a:pt x="300" y="273"/>
                  </a:lnTo>
                  <a:lnTo>
                    <a:pt x="297" y="275"/>
                  </a:lnTo>
                  <a:lnTo>
                    <a:pt x="297" y="275"/>
                  </a:lnTo>
                  <a:cubicBezTo>
                    <a:pt x="204" y="208"/>
                    <a:pt x="118" y="134"/>
                    <a:pt x="44" y="52"/>
                  </a:cubicBezTo>
                  <a:lnTo>
                    <a:pt x="44" y="48"/>
                  </a:lnTo>
                  <a:lnTo>
                    <a:pt x="48" y="44"/>
                  </a:lnTo>
                  <a:close/>
                  <a:moveTo>
                    <a:pt x="48" y="0"/>
                  </a:moveTo>
                  <a:cubicBezTo>
                    <a:pt x="36" y="0"/>
                    <a:pt x="24" y="5"/>
                    <a:pt x="16" y="16"/>
                  </a:cubicBezTo>
                  <a:cubicBezTo>
                    <a:pt x="8" y="24"/>
                    <a:pt x="1" y="36"/>
                    <a:pt x="1" y="48"/>
                  </a:cubicBezTo>
                  <a:cubicBezTo>
                    <a:pt x="1" y="60"/>
                    <a:pt x="4" y="71"/>
                    <a:pt x="12" y="80"/>
                  </a:cubicBezTo>
                  <a:cubicBezTo>
                    <a:pt x="92" y="166"/>
                    <a:pt x="178" y="245"/>
                    <a:pt x="272" y="313"/>
                  </a:cubicBezTo>
                  <a:cubicBezTo>
                    <a:pt x="281" y="316"/>
                    <a:pt x="288" y="320"/>
                    <a:pt x="296" y="320"/>
                  </a:cubicBezTo>
                  <a:cubicBezTo>
                    <a:pt x="308" y="320"/>
                    <a:pt x="316" y="316"/>
                    <a:pt x="320" y="313"/>
                  </a:cubicBezTo>
                  <a:cubicBezTo>
                    <a:pt x="328" y="308"/>
                    <a:pt x="336" y="304"/>
                    <a:pt x="339" y="297"/>
                  </a:cubicBezTo>
                  <a:cubicBezTo>
                    <a:pt x="343" y="289"/>
                    <a:pt x="347" y="280"/>
                    <a:pt x="347" y="273"/>
                  </a:cubicBezTo>
                  <a:cubicBezTo>
                    <a:pt x="347" y="265"/>
                    <a:pt x="343" y="257"/>
                    <a:pt x="339" y="249"/>
                  </a:cubicBezTo>
                  <a:cubicBezTo>
                    <a:pt x="336" y="242"/>
                    <a:pt x="332" y="237"/>
                    <a:pt x="323" y="229"/>
                  </a:cubicBezTo>
                  <a:cubicBezTo>
                    <a:pt x="233" y="171"/>
                    <a:pt x="154" y="95"/>
                    <a:pt x="83" y="16"/>
                  </a:cubicBezTo>
                  <a:cubicBezTo>
                    <a:pt x="79" y="9"/>
                    <a:pt x="72" y="5"/>
                    <a:pt x="68" y="5"/>
                  </a:cubicBezTo>
                  <a:cubicBezTo>
                    <a:pt x="59" y="0"/>
                    <a:pt x="56" y="0"/>
                    <a:pt x="48"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1" name="Google Shape;2151;p48"/>
            <p:cNvSpPr/>
            <p:nvPr/>
          </p:nvSpPr>
          <p:spPr>
            <a:xfrm>
              <a:off x="2993670" y="6594704"/>
              <a:ext cx="39438" cy="77340"/>
            </a:xfrm>
            <a:custGeom>
              <a:rect b="b" l="l" r="r" t="t"/>
              <a:pathLst>
                <a:path extrusionOk="0" h="302" w="154">
                  <a:moveTo>
                    <a:pt x="123" y="1"/>
                  </a:moveTo>
                  <a:cubicBezTo>
                    <a:pt x="111" y="1"/>
                    <a:pt x="102" y="7"/>
                    <a:pt x="99" y="17"/>
                  </a:cubicBezTo>
                  <a:cubicBezTo>
                    <a:pt x="68" y="100"/>
                    <a:pt x="36" y="187"/>
                    <a:pt x="8" y="269"/>
                  </a:cubicBezTo>
                  <a:cubicBezTo>
                    <a:pt x="1" y="282"/>
                    <a:pt x="12" y="297"/>
                    <a:pt x="24" y="301"/>
                  </a:cubicBezTo>
                  <a:cubicBezTo>
                    <a:pt x="27" y="301"/>
                    <a:pt x="29" y="302"/>
                    <a:pt x="31" y="302"/>
                  </a:cubicBezTo>
                  <a:cubicBezTo>
                    <a:pt x="43" y="302"/>
                    <a:pt x="52" y="291"/>
                    <a:pt x="56" y="282"/>
                  </a:cubicBezTo>
                  <a:cubicBezTo>
                    <a:pt x="87" y="199"/>
                    <a:pt x="119" y="116"/>
                    <a:pt x="150" y="33"/>
                  </a:cubicBezTo>
                  <a:cubicBezTo>
                    <a:pt x="154" y="17"/>
                    <a:pt x="143" y="2"/>
                    <a:pt x="130" y="2"/>
                  </a:cubicBezTo>
                  <a:cubicBezTo>
                    <a:pt x="128" y="1"/>
                    <a:pt x="125" y="1"/>
                    <a:pt x="123" y="1"/>
                  </a:cubicBezTo>
                  <a:close/>
                </a:path>
              </a:pathLst>
            </a:custGeom>
            <a:solidFill>
              <a:srgbClr val="FFAE78"/>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2" name="Google Shape;2152;p48"/>
            <p:cNvSpPr/>
            <p:nvPr/>
          </p:nvSpPr>
          <p:spPr>
            <a:xfrm>
              <a:off x="2989572" y="6589070"/>
              <a:ext cx="47889" cy="87840"/>
            </a:xfrm>
            <a:custGeom>
              <a:rect b="b" l="l" r="r" t="t"/>
              <a:pathLst>
                <a:path extrusionOk="0" h="343" w="187">
                  <a:moveTo>
                    <a:pt x="143" y="44"/>
                  </a:moveTo>
                  <a:lnTo>
                    <a:pt x="143" y="47"/>
                  </a:lnTo>
                  <a:cubicBezTo>
                    <a:pt x="115" y="130"/>
                    <a:pt x="84" y="213"/>
                    <a:pt x="52" y="295"/>
                  </a:cubicBezTo>
                  <a:cubicBezTo>
                    <a:pt x="52" y="299"/>
                    <a:pt x="52" y="299"/>
                    <a:pt x="48" y="299"/>
                  </a:cubicBezTo>
                  <a:lnTo>
                    <a:pt x="44" y="299"/>
                  </a:lnTo>
                  <a:cubicBezTo>
                    <a:pt x="75" y="213"/>
                    <a:pt x="103" y="130"/>
                    <a:pt x="135" y="47"/>
                  </a:cubicBezTo>
                  <a:lnTo>
                    <a:pt x="139" y="44"/>
                  </a:lnTo>
                  <a:close/>
                  <a:moveTo>
                    <a:pt x="139" y="0"/>
                  </a:moveTo>
                  <a:cubicBezTo>
                    <a:pt x="131" y="0"/>
                    <a:pt x="119" y="4"/>
                    <a:pt x="111" y="8"/>
                  </a:cubicBezTo>
                  <a:cubicBezTo>
                    <a:pt x="103" y="15"/>
                    <a:pt x="99" y="24"/>
                    <a:pt x="95" y="31"/>
                  </a:cubicBezTo>
                  <a:cubicBezTo>
                    <a:pt x="64" y="115"/>
                    <a:pt x="32" y="201"/>
                    <a:pt x="1" y="284"/>
                  </a:cubicBezTo>
                  <a:lnTo>
                    <a:pt x="1" y="295"/>
                  </a:lnTo>
                  <a:cubicBezTo>
                    <a:pt x="1" y="308"/>
                    <a:pt x="4" y="319"/>
                    <a:pt x="8" y="327"/>
                  </a:cubicBezTo>
                  <a:cubicBezTo>
                    <a:pt x="17" y="335"/>
                    <a:pt x="24" y="339"/>
                    <a:pt x="37" y="343"/>
                  </a:cubicBezTo>
                  <a:lnTo>
                    <a:pt x="48" y="343"/>
                  </a:lnTo>
                  <a:cubicBezTo>
                    <a:pt x="60" y="343"/>
                    <a:pt x="68" y="339"/>
                    <a:pt x="75" y="335"/>
                  </a:cubicBezTo>
                  <a:cubicBezTo>
                    <a:pt x="84" y="327"/>
                    <a:pt x="88" y="319"/>
                    <a:pt x="91" y="311"/>
                  </a:cubicBezTo>
                  <a:cubicBezTo>
                    <a:pt x="123" y="228"/>
                    <a:pt x="155" y="146"/>
                    <a:pt x="186" y="59"/>
                  </a:cubicBezTo>
                  <a:lnTo>
                    <a:pt x="186" y="47"/>
                  </a:lnTo>
                  <a:cubicBezTo>
                    <a:pt x="186" y="35"/>
                    <a:pt x="182" y="27"/>
                    <a:pt x="179" y="20"/>
                  </a:cubicBezTo>
                  <a:cubicBezTo>
                    <a:pt x="170" y="11"/>
                    <a:pt x="162" y="4"/>
                    <a:pt x="155" y="0"/>
                  </a:cubicBezTo>
                  <a:lnTo>
                    <a:pt x="146" y="24"/>
                  </a:lnTo>
                  <a:lnTo>
                    <a:pt x="150" y="0"/>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3" name="Google Shape;2153;p48"/>
            <p:cNvSpPr/>
            <p:nvPr/>
          </p:nvSpPr>
          <p:spPr>
            <a:xfrm>
              <a:off x="3830827" y="7571942"/>
              <a:ext cx="54804" cy="68121"/>
            </a:xfrm>
            <a:custGeom>
              <a:rect b="b" l="l" r="r" t="t"/>
              <a:pathLst>
                <a:path extrusionOk="0" h="266" w="214">
                  <a:moveTo>
                    <a:pt x="28" y="1"/>
                  </a:moveTo>
                  <a:cubicBezTo>
                    <a:pt x="22" y="1"/>
                    <a:pt x="16" y="3"/>
                    <a:pt x="12" y="6"/>
                  </a:cubicBezTo>
                  <a:cubicBezTo>
                    <a:pt x="0" y="18"/>
                    <a:pt x="0" y="34"/>
                    <a:pt x="8" y="42"/>
                  </a:cubicBezTo>
                  <a:cubicBezTo>
                    <a:pt x="64" y="113"/>
                    <a:pt x="115" y="188"/>
                    <a:pt x="166" y="259"/>
                  </a:cubicBezTo>
                  <a:cubicBezTo>
                    <a:pt x="171" y="264"/>
                    <a:pt x="177" y="266"/>
                    <a:pt x="183" y="266"/>
                  </a:cubicBezTo>
                  <a:cubicBezTo>
                    <a:pt x="191" y="266"/>
                    <a:pt x="199" y="263"/>
                    <a:pt x="206" y="259"/>
                  </a:cubicBezTo>
                  <a:cubicBezTo>
                    <a:pt x="213" y="251"/>
                    <a:pt x="213" y="235"/>
                    <a:pt x="206" y="223"/>
                  </a:cubicBezTo>
                  <a:cubicBezTo>
                    <a:pt x="154" y="152"/>
                    <a:pt x="99" y="81"/>
                    <a:pt x="48" y="10"/>
                  </a:cubicBezTo>
                  <a:cubicBezTo>
                    <a:pt x="44" y="4"/>
                    <a:pt x="36" y="1"/>
                    <a:pt x="28" y="1"/>
                  </a:cubicBezTo>
                  <a:close/>
                </a:path>
              </a:pathLst>
            </a:custGeom>
            <a:solidFill>
              <a:srgbClr val="FFAE78"/>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4" name="Google Shape;2154;p48"/>
            <p:cNvSpPr/>
            <p:nvPr/>
          </p:nvSpPr>
          <p:spPr>
            <a:xfrm>
              <a:off x="3825705" y="7566308"/>
              <a:ext cx="65047" cy="79133"/>
            </a:xfrm>
            <a:custGeom>
              <a:rect b="b" l="l" r="r" t="t"/>
              <a:pathLst>
                <a:path extrusionOk="0" h="309" w="254">
                  <a:moveTo>
                    <a:pt x="48" y="44"/>
                  </a:moveTo>
                  <a:cubicBezTo>
                    <a:pt x="103" y="115"/>
                    <a:pt x="155" y="186"/>
                    <a:pt x="210" y="257"/>
                  </a:cubicBezTo>
                  <a:lnTo>
                    <a:pt x="210" y="265"/>
                  </a:lnTo>
                  <a:lnTo>
                    <a:pt x="206" y="265"/>
                  </a:lnTo>
                  <a:cubicBezTo>
                    <a:pt x="150" y="194"/>
                    <a:pt x="99" y="123"/>
                    <a:pt x="44" y="52"/>
                  </a:cubicBezTo>
                  <a:lnTo>
                    <a:pt x="44" y="48"/>
                  </a:lnTo>
                  <a:lnTo>
                    <a:pt x="44" y="44"/>
                  </a:lnTo>
                  <a:close/>
                  <a:moveTo>
                    <a:pt x="48" y="1"/>
                  </a:moveTo>
                  <a:cubicBezTo>
                    <a:pt x="36" y="1"/>
                    <a:pt x="24" y="4"/>
                    <a:pt x="17" y="13"/>
                  </a:cubicBezTo>
                  <a:cubicBezTo>
                    <a:pt x="4" y="21"/>
                    <a:pt x="0" y="37"/>
                    <a:pt x="0" y="48"/>
                  </a:cubicBezTo>
                  <a:cubicBezTo>
                    <a:pt x="0" y="60"/>
                    <a:pt x="4" y="68"/>
                    <a:pt x="13" y="79"/>
                  </a:cubicBezTo>
                  <a:cubicBezTo>
                    <a:pt x="64" y="150"/>
                    <a:pt x="119" y="221"/>
                    <a:pt x="170" y="292"/>
                  </a:cubicBezTo>
                  <a:cubicBezTo>
                    <a:pt x="174" y="301"/>
                    <a:pt x="182" y="304"/>
                    <a:pt x="186" y="304"/>
                  </a:cubicBezTo>
                  <a:cubicBezTo>
                    <a:pt x="194" y="308"/>
                    <a:pt x="202" y="308"/>
                    <a:pt x="206" y="308"/>
                  </a:cubicBezTo>
                  <a:cubicBezTo>
                    <a:pt x="217" y="308"/>
                    <a:pt x="230" y="308"/>
                    <a:pt x="237" y="297"/>
                  </a:cubicBezTo>
                  <a:cubicBezTo>
                    <a:pt x="249" y="288"/>
                    <a:pt x="253" y="277"/>
                    <a:pt x="253" y="265"/>
                  </a:cubicBezTo>
                  <a:cubicBezTo>
                    <a:pt x="253" y="253"/>
                    <a:pt x="249" y="241"/>
                    <a:pt x="245" y="233"/>
                  </a:cubicBezTo>
                  <a:cubicBezTo>
                    <a:pt x="190" y="162"/>
                    <a:pt x="139" y="91"/>
                    <a:pt x="84" y="21"/>
                  </a:cubicBezTo>
                  <a:cubicBezTo>
                    <a:pt x="79" y="13"/>
                    <a:pt x="71" y="8"/>
                    <a:pt x="68" y="4"/>
                  </a:cubicBezTo>
                  <a:cubicBezTo>
                    <a:pt x="60" y="1"/>
                    <a:pt x="55" y="1"/>
                    <a:pt x="48"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5" name="Google Shape;2155;p48"/>
            <p:cNvSpPr/>
            <p:nvPr/>
          </p:nvSpPr>
          <p:spPr>
            <a:xfrm>
              <a:off x="3048217" y="6908926"/>
              <a:ext cx="55828" cy="39694"/>
            </a:xfrm>
            <a:custGeom>
              <a:rect b="b" l="l" r="r" t="t"/>
              <a:pathLst>
                <a:path extrusionOk="0" h="155" w="218">
                  <a:moveTo>
                    <a:pt x="191" y="1"/>
                  </a:moveTo>
                  <a:cubicBezTo>
                    <a:pt x="187" y="1"/>
                    <a:pt x="182" y="2"/>
                    <a:pt x="178" y="5"/>
                  </a:cubicBezTo>
                  <a:cubicBezTo>
                    <a:pt x="123" y="36"/>
                    <a:pt x="72" y="72"/>
                    <a:pt x="16" y="107"/>
                  </a:cubicBezTo>
                  <a:cubicBezTo>
                    <a:pt x="8" y="115"/>
                    <a:pt x="1" y="131"/>
                    <a:pt x="8" y="143"/>
                  </a:cubicBezTo>
                  <a:cubicBezTo>
                    <a:pt x="13" y="150"/>
                    <a:pt x="22" y="155"/>
                    <a:pt x="30" y="155"/>
                  </a:cubicBezTo>
                  <a:cubicBezTo>
                    <a:pt x="35" y="155"/>
                    <a:pt x="40" y="153"/>
                    <a:pt x="44" y="151"/>
                  </a:cubicBezTo>
                  <a:cubicBezTo>
                    <a:pt x="95" y="119"/>
                    <a:pt x="150" y="83"/>
                    <a:pt x="201" y="48"/>
                  </a:cubicBezTo>
                  <a:cubicBezTo>
                    <a:pt x="214" y="40"/>
                    <a:pt x="217" y="25"/>
                    <a:pt x="210" y="12"/>
                  </a:cubicBezTo>
                  <a:cubicBezTo>
                    <a:pt x="207" y="5"/>
                    <a:pt x="199" y="1"/>
                    <a:pt x="191" y="1"/>
                  </a:cubicBezTo>
                  <a:close/>
                </a:path>
              </a:pathLst>
            </a:custGeom>
            <a:solidFill>
              <a:srgbClr val="FFAE78"/>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6" name="Google Shape;2156;p48"/>
            <p:cNvSpPr/>
            <p:nvPr/>
          </p:nvSpPr>
          <p:spPr>
            <a:xfrm>
              <a:off x="3044119" y="6903035"/>
              <a:ext cx="65047" cy="51731"/>
            </a:xfrm>
            <a:custGeom>
              <a:rect b="b" l="l" r="r" t="t"/>
              <a:pathLst>
                <a:path extrusionOk="0" h="202" w="254">
                  <a:moveTo>
                    <a:pt x="206" y="43"/>
                  </a:moveTo>
                  <a:lnTo>
                    <a:pt x="210" y="48"/>
                  </a:lnTo>
                  <a:cubicBezTo>
                    <a:pt x="210" y="48"/>
                    <a:pt x="210" y="52"/>
                    <a:pt x="206" y="52"/>
                  </a:cubicBezTo>
                  <a:cubicBezTo>
                    <a:pt x="155" y="87"/>
                    <a:pt x="99" y="123"/>
                    <a:pt x="48" y="158"/>
                  </a:cubicBezTo>
                  <a:lnTo>
                    <a:pt x="44" y="158"/>
                  </a:lnTo>
                  <a:lnTo>
                    <a:pt x="44" y="154"/>
                  </a:lnTo>
                  <a:cubicBezTo>
                    <a:pt x="44" y="154"/>
                    <a:pt x="44" y="150"/>
                    <a:pt x="48" y="150"/>
                  </a:cubicBezTo>
                  <a:cubicBezTo>
                    <a:pt x="99" y="114"/>
                    <a:pt x="150" y="79"/>
                    <a:pt x="206" y="43"/>
                  </a:cubicBezTo>
                  <a:close/>
                  <a:moveTo>
                    <a:pt x="206" y="0"/>
                  </a:moveTo>
                  <a:cubicBezTo>
                    <a:pt x="197" y="0"/>
                    <a:pt x="186" y="4"/>
                    <a:pt x="182" y="8"/>
                  </a:cubicBezTo>
                  <a:cubicBezTo>
                    <a:pt x="126" y="43"/>
                    <a:pt x="75" y="79"/>
                    <a:pt x="20" y="114"/>
                  </a:cubicBezTo>
                  <a:cubicBezTo>
                    <a:pt x="8" y="123"/>
                    <a:pt x="1" y="138"/>
                    <a:pt x="1" y="154"/>
                  </a:cubicBezTo>
                  <a:cubicBezTo>
                    <a:pt x="1" y="161"/>
                    <a:pt x="1" y="170"/>
                    <a:pt x="4" y="177"/>
                  </a:cubicBezTo>
                  <a:cubicBezTo>
                    <a:pt x="13" y="185"/>
                    <a:pt x="17" y="190"/>
                    <a:pt x="24" y="194"/>
                  </a:cubicBezTo>
                  <a:cubicBezTo>
                    <a:pt x="32" y="197"/>
                    <a:pt x="40" y="201"/>
                    <a:pt x="48" y="201"/>
                  </a:cubicBezTo>
                  <a:cubicBezTo>
                    <a:pt x="55" y="201"/>
                    <a:pt x="64" y="197"/>
                    <a:pt x="72" y="194"/>
                  </a:cubicBezTo>
                  <a:cubicBezTo>
                    <a:pt x="123" y="158"/>
                    <a:pt x="178" y="123"/>
                    <a:pt x="230" y="87"/>
                  </a:cubicBezTo>
                  <a:cubicBezTo>
                    <a:pt x="245" y="79"/>
                    <a:pt x="253" y="63"/>
                    <a:pt x="253" y="48"/>
                  </a:cubicBezTo>
                  <a:cubicBezTo>
                    <a:pt x="253" y="39"/>
                    <a:pt x="249" y="32"/>
                    <a:pt x="245" y="24"/>
                  </a:cubicBezTo>
                  <a:cubicBezTo>
                    <a:pt x="241" y="16"/>
                    <a:pt x="233" y="12"/>
                    <a:pt x="230" y="8"/>
                  </a:cubicBezTo>
                  <a:cubicBezTo>
                    <a:pt x="221" y="4"/>
                    <a:pt x="213" y="0"/>
                    <a:pt x="206"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7" name="Google Shape;2157;p48"/>
            <p:cNvSpPr/>
            <p:nvPr/>
          </p:nvSpPr>
          <p:spPr>
            <a:xfrm>
              <a:off x="2833102" y="6435416"/>
              <a:ext cx="17414" cy="47633"/>
            </a:xfrm>
            <a:custGeom>
              <a:rect b="b" l="l" r="r" t="t"/>
              <a:pathLst>
                <a:path extrusionOk="0" h="186" w="68">
                  <a:moveTo>
                    <a:pt x="40" y="0"/>
                  </a:moveTo>
                  <a:cubicBezTo>
                    <a:pt x="24" y="0"/>
                    <a:pt x="16" y="12"/>
                    <a:pt x="13" y="28"/>
                  </a:cubicBezTo>
                  <a:cubicBezTo>
                    <a:pt x="9" y="71"/>
                    <a:pt x="4" y="115"/>
                    <a:pt x="0" y="158"/>
                  </a:cubicBezTo>
                  <a:cubicBezTo>
                    <a:pt x="0" y="174"/>
                    <a:pt x="13" y="186"/>
                    <a:pt x="28" y="186"/>
                  </a:cubicBezTo>
                  <a:cubicBezTo>
                    <a:pt x="40" y="182"/>
                    <a:pt x="51" y="174"/>
                    <a:pt x="51" y="158"/>
                  </a:cubicBezTo>
                  <a:cubicBezTo>
                    <a:pt x="56" y="115"/>
                    <a:pt x="60" y="71"/>
                    <a:pt x="64" y="28"/>
                  </a:cubicBezTo>
                  <a:cubicBezTo>
                    <a:pt x="67" y="12"/>
                    <a:pt x="51" y="0"/>
                    <a:pt x="40" y="0"/>
                  </a:cubicBezTo>
                  <a:close/>
                </a:path>
              </a:pathLst>
            </a:custGeom>
            <a:solidFill>
              <a:srgbClr val="FFAE78"/>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8" name="Google Shape;2158;p48"/>
            <p:cNvSpPr/>
            <p:nvPr/>
          </p:nvSpPr>
          <p:spPr>
            <a:xfrm>
              <a:off x="2827980" y="6430550"/>
              <a:ext cx="27658" cy="57621"/>
            </a:xfrm>
            <a:custGeom>
              <a:rect b="b" l="l" r="r" t="t"/>
              <a:pathLst>
                <a:path extrusionOk="0" h="225" w="108">
                  <a:moveTo>
                    <a:pt x="64" y="43"/>
                  </a:moveTo>
                  <a:cubicBezTo>
                    <a:pt x="60" y="86"/>
                    <a:pt x="56" y="130"/>
                    <a:pt x="52" y="177"/>
                  </a:cubicBezTo>
                  <a:cubicBezTo>
                    <a:pt x="48" y="177"/>
                    <a:pt x="48" y="181"/>
                    <a:pt x="48" y="181"/>
                  </a:cubicBezTo>
                  <a:lnTo>
                    <a:pt x="44" y="181"/>
                  </a:lnTo>
                  <a:cubicBezTo>
                    <a:pt x="48" y="137"/>
                    <a:pt x="52" y="90"/>
                    <a:pt x="56" y="47"/>
                  </a:cubicBezTo>
                  <a:lnTo>
                    <a:pt x="56" y="43"/>
                  </a:lnTo>
                  <a:close/>
                  <a:moveTo>
                    <a:pt x="60" y="0"/>
                  </a:moveTo>
                  <a:cubicBezTo>
                    <a:pt x="48" y="0"/>
                    <a:pt x="33" y="4"/>
                    <a:pt x="24" y="11"/>
                  </a:cubicBezTo>
                  <a:cubicBezTo>
                    <a:pt x="16" y="24"/>
                    <a:pt x="13" y="31"/>
                    <a:pt x="13" y="43"/>
                  </a:cubicBezTo>
                  <a:cubicBezTo>
                    <a:pt x="9" y="86"/>
                    <a:pt x="5" y="130"/>
                    <a:pt x="0" y="177"/>
                  </a:cubicBezTo>
                  <a:lnTo>
                    <a:pt x="0" y="181"/>
                  </a:lnTo>
                  <a:cubicBezTo>
                    <a:pt x="0" y="185"/>
                    <a:pt x="0" y="193"/>
                    <a:pt x="5" y="197"/>
                  </a:cubicBezTo>
                  <a:cubicBezTo>
                    <a:pt x="9" y="205"/>
                    <a:pt x="13" y="213"/>
                    <a:pt x="20" y="217"/>
                  </a:cubicBezTo>
                  <a:cubicBezTo>
                    <a:pt x="29" y="221"/>
                    <a:pt x="36" y="224"/>
                    <a:pt x="44" y="224"/>
                  </a:cubicBezTo>
                  <a:lnTo>
                    <a:pt x="48" y="224"/>
                  </a:lnTo>
                  <a:cubicBezTo>
                    <a:pt x="60" y="224"/>
                    <a:pt x="71" y="221"/>
                    <a:pt x="80" y="213"/>
                  </a:cubicBezTo>
                  <a:cubicBezTo>
                    <a:pt x="87" y="201"/>
                    <a:pt x="91" y="193"/>
                    <a:pt x="95" y="181"/>
                  </a:cubicBezTo>
                  <a:cubicBezTo>
                    <a:pt x="100" y="137"/>
                    <a:pt x="104" y="90"/>
                    <a:pt x="107" y="47"/>
                  </a:cubicBezTo>
                  <a:lnTo>
                    <a:pt x="107" y="43"/>
                  </a:lnTo>
                  <a:cubicBezTo>
                    <a:pt x="107" y="39"/>
                    <a:pt x="104" y="31"/>
                    <a:pt x="104" y="28"/>
                  </a:cubicBezTo>
                  <a:cubicBezTo>
                    <a:pt x="100" y="19"/>
                    <a:pt x="91" y="11"/>
                    <a:pt x="87" y="8"/>
                  </a:cubicBezTo>
                  <a:cubicBezTo>
                    <a:pt x="80" y="4"/>
                    <a:pt x="71" y="0"/>
                    <a:pt x="60"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9" name="Google Shape;2159;p48"/>
            <p:cNvSpPr/>
            <p:nvPr/>
          </p:nvSpPr>
          <p:spPr>
            <a:xfrm>
              <a:off x="2448455" y="6557571"/>
              <a:ext cx="74011" cy="19719"/>
            </a:xfrm>
            <a:custGeom>
              <a:rect b="b" l="l" r="r" t="t"/>
              <a:pathLst>
                <a:path extrusionOk="0" h="77" w="289">
                  <a:moveTo>
                    <a:pt x="20" y="0"/>
                  </a:moveTo>
                  <a:cubicBezTo>
                    <a:pt x="9" y="0"/>
                    <a:pt x="0" y="14"/>
                    <a:pt x="0" y="25"/>
                  </a:cubicBezTo>
                  <a:cubicBezTo>
                    <a:pt x="0" y="40"/>
                    <a:pt x="12" y="48"/>
                    <a:pt x="24" y="52"/>
                  </a:cubicBezTo>
                  <a:lnTo>
                    <a:pt x="261" y="76"/>
                  </a:lnTo>
                  <a:cubicBezTo>
                    <a:pt x="262" y="76"/>
                    <a:pt x="264" y="76"/>
                    <a:pt x="265" y="76"/>
                  </a:cubicBezTo>
                  <a:cubicBezTo>
                    <a:pt x="278" y="76"/>
                    <a:pt x="288" y="62"/>
                    <a:pt x="288" y="52"/>
                  </a:cubicBezTo>
                  <a:cubicBezTo>
                    <a:pt x="288" y="36"/>
                    <a:pt x="276" y="28"/>
                    <a:pt x="261" y="25"/>
                  </a:cubicBezTo>
                  <a:cubicBezTo>
                    <a:pt x="181" y="16"/>
                    <a:pt x="103" y="9"/>
                    <a:pt x="24" y="1"/>
                  </a:cubicBezTo>
                  <a:cubicBezTo>
                    <a:pt x="23" y="0"/>
                    <a:pt x="21" y="0"/>
                    <a:pt x="20" y="0"/>
                  </a:cubicBezTo>
                  <a:close/>
                </a:path>
              </a:pathLst>
            </a:custGeom>
            <a:solidFill>
              <a:srgbClr val="FFAE78"/>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0" name="Google Shape;2160;p48"/>
            <p:cNvSpPr/>
            <p:nvPr/>
          </p:nvSpPr>
          <p:spPr>
            <a:xfrm>
              <a:off x="2442309" y="6551681"/>
              <a:ext cx="85023" cy="31499"/>
            </a:xfrm>
            <a:custGeom>
              <a:rect b="b" l="l" r="r" t="t"/>
              <a:pathLst>
                <a:path extrusionOk="0" h="123" w="332">
                  <a:moveTo>
                    <a:pt x="48" y="43"/>
                  </a:moveTo>
                  <a:cubicBezTo>
                    <a:pt x="127" y="51"/>
                    <a:pt x="205" y="63"/>
                    <a:pt x="285" y="71"/>
                  </a:cubicBezTo>
                  <a:lnTo>
                    <a:pt x="288" y="71"/>
                  </a:lnTo>
                  <a:lnTo>
                    <a:pt x="288" y="75"/>
                  </a:lnTo>
                  <a:lnTo>
                    <a:pt x="288" y="79"/>
                  </a:lnTo>
                  <a:cubicBezTo>
                    <a:pt x="210" y="71"/>
                    <a:pt x="130" y="59"/>
                    <a:pt x="52" y="51"/>
                  </a:cubicBezTo>
                  <a:lnTo>
                    <a:pt x="44" y="51"/>
                  </a:lnTo>
                  <a:lnTo>
                    <a:pt x="44" y="48"/>
                  </a:lnTo>
                  <a:lnTo>
                    <a:pt x="48" y="43"/>
                  </a:lnTo>
                  <a:close/>
                  <a:moveTo>
                    <a:pt x="48" y="0"/>
                  </a:moveTo>
                  <a:cubicBezTo>
                    <a:pt x="40" y="0"/>
                    <a:pt x="32" y="4"/>
                    <a:pt x="28" y="4"/>
                  </a:cubicBezTo>
                  <a:cubicBezTo>
                    <a:pt x="21" y="8"/>
                    <a:pt x="12" y="15"/>
                    <a:pt x="8" y="24"/>
                  </a:cubicBezTo>
                  <a:cubicBezTo>
                    <a:pt x="5" y="32"/>
                    <a:pt x="1" y="39"/>
                    <a:pt x="1" y="48"/>
                  </a:cubicBezTo>
                  <a:cubicBezTo>
                    <a:pt x="1" y="63"/>
                    <a:pt x="8" y="75"/>
                    <a:pt x="16" y="83"/>
                  </a:cubicBezTo>
                  <a:cubicBezTo>
                    <a:pt x="24" y="90"/>
                    <a:pt x="36" y="95"/>
                    <a:pt x="48" y="95"/>
                  </a:cubicBezTo>
                  <a:cubicBezTo>
                    <a:pt x="127" y="102"/>
                    <a:pt x="205" y="114"/>
                    <a:pt x="285" y="122"/>
                  </a:cubicBezTo>
                  <a:lnTo>
                    <a:pt x="288" y="122"/>
                  </a:lnTo>
                  <a:cubicBezTo>
                    <a:pt x="296" y="122"/>
                    <a:pt x="300" y="119"/>
                    <a:pt x="308" y="119"/>
                  </a:cubicBezTo>
                  <a:cubicBezTo>
                    <a:pt x="316" y="114"/>
                    <a:pt x="320" y="106"/>
                    <a:pt x="328" y="99"/>
                  </a:cubicBezTo>
                  <a:cubicBezTo>
                    <a:pt x="332" y="90"/>
                    <a:pt x="332" y="83"/>
                    <a:pt x="332" y="75"/>
                  </a:cubicBezTo>
                  <a:cubicBezTo>
                    <a:pt x="332" y="59"/>
                    <a:pt x="328" y="48"/>
                    <a:pt x="320" y="39"/>
                  </a:cubicBezTo>
                  <a:cubicBezTo>
                    <a:pt x="308" y="32"/>
                    <a:pt x="300" y="28"/>
                    <a:pt x="288" y="28"/>
                  </a:cubicBezTo>
                  <a:cubicBezTo>
                    <a:pt x="210" y="19"/>
                    <a:pt x="130" y="8"/>
                    <a:pt x="5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1" name="Google Shape;2161;p48"/>
            <p:cNvSpPr/>
            <p:nvPr/>
          </p:nvSpPr>
          <p:spPr>
            <a:xfrm>
              <a:off x="2548330" y="6837989"/>
              <a:ext cx="21512" cy="36877"/>
            </a:xfrm>
            <a:custGeom>
              <a:rect b="b" l="l" r="r" t="t"/>
              <a:pathLst>
                <a:path extrusionOk="0" h="144" w="84">
                  <a:moveTo>
                    <a:pt x="56" y="1"/>
                  </a:moveTo>
                  <a:cubicBezTo>
                    <a:pt x="44" y="1"/>
                    <a:pt x="36" y="8"/>
                    <a:pt x="32" y="18"/>
                  </a:cubicBezTo>
                  <a:cubicBezTo>
                    <a:pt x="24" y="49"/>
                    <a:pt x="16" y="80"/>
                    <a:pt x="4" y="113"/>
                  </a:cubicBezTo>
                  <a:cubicBezTo>
                    <a:pt x="0" y="124"/>
                    <a:pt x="9" y="140"/>
                    <a:pt x="24" y="144"/>
                  </a:cubicBezTo>
                  <a:cubicBezTo>
                    <a:pt x="36" y="144"/>
                    <a:pt x="51" y="136"/>
                    <a:pt x="56" y="124"/>
                  </a:cubicBezTo>
                  <a:lnTo>
                    <a:pt x="80" y="33"/>
                  </a:lnTo>
                  <a:cubicBezTo>
                    <a:pt x="84" y="18"/>
                    <a:pt x="75" y="2"/>
                    <a:pt x="64" y="2"/>
                  </a:cubicBezTo>
                  <a:cubicBezTo>
                    <a:pt x="61" y="1"/>
                    <a:pt x="58" y="1"/>
                    <a:pt x="56" y="1"/>
                  </a:cubicBezTo>
                  <a:close/>
                </a:path>
              </a:pathLst>
            </a:custGeom>
            <a:solidFill>
              <a:srgbClr val="FFAE78"/>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2" name="Google Shape;2162;p48"/>
            <p:cNvSpPr/>
            <p:nvPr/>
          </p:nvSpPr>
          <p:spPr>
            <a:xfrm>
              <a:off x="2544488" y="6832355"/>
              <a:ext cx="30475" cy="47633"/>
            </a:xfrm>
            <a:custGeom>
              <a:rect b="b" l="l" r="r" t="t"/>
              <a:pathLst>
                <a:path extrusionOk="0" h="186" w="119">
                  <a:moveTo>
                    <a:pt x="75" y="44"/>
                  </a:moveTo>
                  <a:lnTo>
                    <a:pt x="75" y="47"/>
                  </a:lnTo>
                  <a:lnTo>
                    <a:pt x="47" y="138"/>
                  </a:lnTo>
                  <a:lnTo>
                    <a:pt x="47" y="142"/>
                  </a:lnTo>
                  <a:lnTo>
                    <a:pt x="43" y="142"/>
                  </a:lnTo>
                  <a:lnTo>
                    <a:pt x="43" y="138"/>
                  </a:lnTo>
                  <a:cubicBezTo>
                    <a:pt x="51" y="106"/>
                    <a:pt x="59" y="75"/>
                    <a:pt x="66" y="47"/>
                  </a:cubicBezTo>
                  <a:lnTo>
                    <a:pt x="71" y="44"/>
                  </a:lnTo>
                  <a:close/>
                  <a:moveTo>
                    <a:pt x="71" y="0"/>
                  </a:moveTo>
                  <a:cubicBezTo>
                    <a:pt x="63" y="0"/>
                    <a:pt x="51" y="4"/>
                    <a:pt x="43" y="8"/>
                  </a:cubicBezTo>
                  <a:cubicBezTo>
                    <a:pt x="35" y="16"/>
                    <a:pt x="28" y="24"/>
                    <a:pt x="28" y="35"/>
                  </a:cubicBezTo>
                  <a:cubicBezTo>
                    <a:pt x="15" y="64"/>
                    <a:pt x="8" y="95"/>
                    <a:pt x="0" y="126"/>
                  </a:cubicBezTo>
                  <a:lnTo>
                    <a:pt x="0" y="138"/>
                  </a:lnTo>
                  <a:cubicBezTo>
                    <a:pt x="0" y="150"/>
                    <a:pt x="0" y="158"/>
                    <a:pt x="8" y="166"/>
                  </a:cubicBezTo>
                  <a:cubicBezTo>
                    <a:pt x="12" y="173"/>
                    <a:pt x="24" y="182"/>
                    <a:pt x="35" y="186"/>
                  </a:cubicBezTo>
                  <a:lnTo>
                    <a:pt x="43" y="186"/>
                  </a:lnTo>
                  <a:cubicBezTo>
                    <a:pt x="55" y="186"/>
                    <a:pt x="63" y="182"/>
                    <a:pt x="75" y="177"/>
                  </a:cubicBezTo>
                  <a:cubicBezTo>
                    <a:pt x="83" y="170"/>
                    <a:pt x="86" y="162"/>
                    <a:pt x="90" y="153"/>
                  </a:cubicBezTo>
                  <a:lnTo>
                    <a:pt x="118" y="59"/>
                  </a:lnTo>
                  <a:lnTo>
                    <a:pt x="118" y="47"/>
                  </a:lnTo>
                  <a:cubicBezTo>
                    <a:pt x="118" y="35"/>
                    <a:pt x="114" y="28"/>
                    <a:pt x="110" y="20"/>
                  </a:cubicBezTo>
                  <a:cubicBezTo>
                    <a:pt x="102" y="12"/>
                    <a:pt x="95" y="4"/>
                    <a:pt x="8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3" name="Google Shape;2163;p48"/>
            <p:cNvSpPr/>
            <p:nvPr/>
          </p:nvSpPr>
          <p:spPr>
            <a:xfrm>
              <a:off x="2785469" y="6878451"/>
              <a:ext cx="27658" cy="60438"/>
            </a:xfrm>
            <a:custGeom>
              <a:rect b="b" l="l" r="r" t="t"/>
              <a:pathLst>
                <a:path extrusionOk="0" h="236" w="108">
                  <a:moveTo>
                    <a:pt x="79" y="1"/>
                  </a:moveTo>
                  <a:cubicBezTo>
                    <a:pt x="68" y="1"/>
                    <a:pt x="60" y="8"/>
                    <a:pt x="57" y="17"/>
                  </a:cubicBezTo>
                  <a:cubicBezTo>
                    <a:pt x="37" y="80"/>
                    <a:pt x="21" y="144"/>
                    <a:pt x="6" y="202"/>
                  </a:cubicBezTo>
                  <a:cubicBezTo>
                    <a:pt x="1" y="219"/>
                    <a:pt x="9" y="230"/>
                    <a:pt x="21" y="234"/>
                  </a:cubicBezTo>
                  <a:cubicBezTo>
                    <a:pt x="23" y="235"/>
                    <a:pt x="26" y="235"/>
                    <a:pt x="28" y="235"/>
                  </a:cubicBezTo>
                  <a:cubicBezTo>
                    <a:pt x="38" y="235"/>
                    <a:pt x="49" y="228"/>
                    <a:pt x="53" y="219"/>
                  </a:cubicBezTo>
                  <a:cubicBezTo>
                    <a:pt x="68" y="155"/>
                    <a:pt x="88" y="92"/>
                    <a:pt x="104" y="33"/>
                  </a:cubicBezTo>
                  <a:cubicBezTo>
                    <a:pt x="108" y="17"/>
                    <a:pt x="100" y="6"/>
                    <a:pt x="88" y="2"/>
                  </a:cubicBezTo>
                  <a:cubicBezTo>
                    <a:pt x="85" y="1"/>
                    <a:pt x="82" y="1"/>
                    <a:pt x="79" y="1"/>
                  </a:cubicBezTo>
                  <a:close/>
                </a:path>
              </a:pathLst>
            </a:custGeom>
            <a:solidFill>
              <a:srgbClr val="FFAE78"/>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4" name="Google Shape;2164;p48"/>
            <p:cNvSpPr/>
            <p:nvPr/>
          </p:nvSpPr>
          <p:spPr>
            <a:xfrm>
              <a:off x="2780603" y="6872817"/>
              <a:ext cx="37646" cy="71706"/>
            </a:xfrm>
            <a:custGeom>
              <a:rect b="b" l="l" r="r" t="t"/>
              <a:pathLst>
                <a:path extrusionOk="0" h="280" w="147">
                  <a:moveTo>
                    <a:pt x="103" y="43"/>
                  </a:moveTo>
                  <a:lnTo>
                    <a:pt x="103" y="48"/>
                  </a:lnTo>
                  <a:cubicBezTo>
                    <a:pt x="87" y="110"/>
                    <a:pt x="67" y="170"/>
                    <a:pt x="52" y="232"/>
                  </a:cubicBezTo>
                  <a:lnTo>
                    <a:pt x="48" y="237"/>
                  </a:lnTo>
                  <a:lnTo>
                    <a:pt x="43" y="232"/>
                  </a:lnTo>
                  <a:cubicBezTo>
                    <a:pt x="60" y="170"/>
                    <a:pt x="79" y="106"/>
                    <a:pt x="95" y="48"/>
                  </a:cubicBezTo>
                  <a:cubicBezTo>
                    <a:pt x="95" y="43"/>
                    <a:pt x="99" y="43"/>
                    <a:pt x="99" y="43"/>
                  </a:cubicBezTo>
                  <a:close/>
                  <a:moveTo>
                    <a:pt x="99" y="0"/>
                  </a:moveTo>
                  <a:cubicBezTo>
                    <a:pt x="79" y="0"/>
                    <a:pt x="60" y="15"/>
                    <a:pt x="56" y="35"/>
                  </a:cubicBezTo>
                  <a:cubicBezTo>
                    <a:pt x="36" y="95"/>
                    <a:pt x="20" y="157"/>
                    <a:pt x="1" y="221"/>
                  </a:cubicBezTo>
                  <a:lnTo>
                    <a:pt x="1" y="232"/>
                  </a:lnTo>
                  <a:cubicBezTo>
                    <a:pt x="1" y="241"/>
                    <a:pt x="5" y="252"/>
                    <a:pt x="8" y="260"/>
                  </a:cubicBezTo>
                  <a:cubicBezTo>
                    <a:pt x="16" y="268"/>
                    <a:pt x="25" y="276"/>
                    <a:pt x="36" y="276"/>
                  </a:cubicBezTo>
                  <a:cubicBezTo>
                    <a:pt x="40" y="279"/>
                    <a:pt x="43" y="279"/>
                    <a:pt x="48" y="279"/>
                  </a:cubicBezTo>
                  <a:cubicBezTo>
                    <a:pt x="67" y="279"/>
                    <a:pt x="87" y="264"/>
                    <a:pt x="91" y="244"/>
                  </a:cubicBezTo>
                  <a:cubicBezTo>
                    <a:pt x="111" y="181"/>
                    <a:pt x="127" y="122"/>
                    <a:pt x="147" y="59"/>
                  </a:cubicBezTo>
                  <a:lnTo>
                    <a:pt x="147" y="48"/>
                  </a:lnTo>
                  <a:cubicBezTo>
                    <a:pt x="147" y="35"/>
                    <a:pt x="143" y="28"/>
                    <a:pt x="138" y="19"/>
                  </a:cubicBezTo>
                  <a:cubicBezTo>
                    <a:pt x="131" y="12"/>
                    <a:pt x="123" y="4"/>
                    <a:pt x="111"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5" name="Google Shape;2165;p48"/>
            <p:cNvSpPr/>
            <p:nvPr/>
          </p:nvSpPr>
          <p:spPr>
            <a:xfrm>
              <a:off x="2274570" y="6760650"/>
              <a:ext cx="99108" cy="25609"/>
            </a:xfrm>
            <a:custGeom>
              <a:rect b="b" l="l" r="r" t="t"/>
              <a:pathLst>
                <a:path extrusionOk="0" h="100" w="387">
                  <a:moveTo>
                    <a:pt x="356" y="0"/>
                  </a:moveTo>
                  <a:cubicBezTo>
                    <a:pt x="245" y="20"/>
                    <a:pt x="135" y="36"/>
                    <a:pt x="25" y="51"/>
                  </a:cubicBezTo>
                  <a:cubicBezTo>
                    <a:pt x="8" y="51"/>
                    <a:pt x="1" y="71"/>
                    <a:pt x="5" y="83"/>
                  </a:cubicBezTo>
                  <a:cubicBezTo>
                    <a:pt x="8" y="95"/>
                    <a:pt x="18" y="100"/>
                    <a:pt x="28" y="100"/>
                  </a:cubicBezTo>
                  <a:cubicBezTo>
                    <a:pt x="31" y="100"/>
                    <a:pt x="34" y="99"/>
                    <a:pt x="37" y="98"/>
                  </a:cubicBezTo>
                  <a:cubicBezTo>
                    <a:pt x="147" y="83"/>
                    <a:pt x="257" y="67"/>
                    <a:pt x="368" y="51"/>
                  </a:cubicBezTo>
                  <a:cubicBezTo>
                    <a:pt x="379" y="47"/>
                    <a:pt x="387" y="31"/>
                    <a:pt x="383" y="20"/>
                  </a:cubicBezTo>
                  <a:cubicBezTo>
                    <a:pt x="379" y="4"/>
                    <a:pt x="368" y="0"/>
                    <a:pt x="356" y="0"/>
                  </a:cubicBezTo>
                  <a:close/>
                </a:path>
              </a:pathLst>
            </a:custGeom>
            <a:solidFill>
              <a:srgbClr val="FFAE78"/>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6" name="Google Shape;2166;p48"/>
            <p:cNvSpPr/>
            <p:nvPr/>
          </p:nvSpPr>
          <p:spPr>
            <a:xfrm>
              <a:off x="2270472" y="6755528"/>
              <a:ext cx="108327" cy="36621"/>
            </a:xfrm>
            <a:custGeom>
              <a:rect b="b" l="l" r="r" t="t"/>
              <a:pathLst>
                <a:path extrusionOk="0" h="143" w="423">
                  <a:moveTo>
                    <a:pt x="379" y="44"/>
                  </a:moveTo>
                  <a:lnTo>
                    <a:pt x="379" y="47"/>
                  </a:lnTo>
                  <a:cubicBezTo>
                    <a:pt x="270" y="67"/>
                    <a:pt x="159" y="83"/>
                    <a:pt x="48" y="99"/>
                  </a:cubicBezTo>
                  <a:lnTo>
                    <a:pt x="44" y="99"/>
                  </a:lnTo>
                  <a:lnTo>
                    <a:pt x="44" y="95"/>
                  </a:lnTo>
                  <a:lnTo>
                    <a:pt x="44" y="91"/>
                  </a:lnTo>
                  <a:cubicBezTo>
                    <a:pt x="155" y="75"/>
                    <a:pt x="261" y="60"/>
                    <a:pt x="372" y="44"/>
                  </a:cubicBezTo>
                  <a:close/>
                  <a:moveTo>
                    <a:pt x="368" y="0"/>
                  </a:moveTo>
                  <a:cubicBezTo>
                    <a:pt x="257" y="16"/>
                    <a:pt x="147" y="32"/>
                    <a:pt x="37" y="47"/>
                  </a:cubicBezTo>
                  <a:cubicBezTo>
                    <a:pt x="29" y="51"/>
                    <a:pt x="24" y="51"/>
                    <a:pt x="21" y="56"/>
                  </a:cubicBezTo>
                  <a:cubicBezTo>
                    <a:pt x="13" y="60"/>
                    <a:pt x="9" y="67"/>
                    <a:pt x="6" y="75"/>
                  </a:cubicBezTo>
                  <a:cubicBezTo>
                    <a:pt x="1" y="83"/>
                    <a:pt x="1" y="87"/>
                    <a:pt x="1" y="95"/>
                  </a:cubicBezTo>
                  <a:lnTo>
                    <a:pt x="1" y="107"/>
                  </a:lnTo>
                  <a:cubicBezTo>
                    <a:pt x="6" y="118"/>
                    <a:pt x="9" y="131"/>
                    <a:pt x="21" y="135"/>
                  </a:cubicBezTo>
                  <a:cubicBezTo>
                    <a:pt x="29" y="138"/>
                    <a:pt x="37" y="142"/>
                    <a:pt x="48" y="142"/>
                  </a:cubicBezTo>
                  <a:lnTo>
                    <a:pt x="57" y="142"/>
                  </a:lnTo>
                  <a:cubicBezTo>
                    <a:pt x="166" y="127"/>
                    <a:pt x="277" y="107"/>
                    <a:pt x="388" y="91"/>
                  </a:cubicBezTo>
                  <a:cubicBezTo>
                    <a:pt x="392" y="91"/>
                    <a:pt x="399" y="87"/>
                    <a:pt x="403" y="87"/>
                  </a:cubicBezTo>
                  <a:cubicBezTo>
                    <a:pt x="412" y="80"/>
                    <a:pt x="415" y="75"/>
                    <a:pt x="419" y="67"/>
                  </a:cubicBezTo>
                  <a:cubicBezTo>
                    <a:pt x="423" y="60"/>
                    <a:pt x="423" y="51"/>
                    <a:pt x="423" y="44"/>
                  </a:cubicBezTo>
                  <a:lnTo>
                    <a:pt x="423" y="32"/>
                  </a:lnTo>
                  <a:cubicBezTo>
                    <a:pt x="419" y="24"/>
                    <a:pt x="412" y="12"/>
                    <a:pt x="403" y="9"/>
                  </a:cubicBezTo>
                  <a:cubicBezTo>
                    <a:pt x="395" y="0"/>
                    <a:pt x="384" y="0"/>
                    <a:pt x="376"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7" name="Google Shape;2167;p48"/>
            <p:cNvSpPr/>
            <p:nvPr/>
          </p:nvSpPr>
          <p:spPr>
            <a:xfrm>
              <a:off x="2084807" y="6706871"/>
              <a:ext cx="26634" cy="81437"/>
            </a:xfrm>
            <a:custGeom>
              <a:rect b="b" l="l" r="r" t="t"/>
              <a:pathLst>
                <a:path extrusionOk="0" h="318" w="104">
                  <a:moveTo>
                    <a:pt x="25" y="1"/>
                  </a:moveTo>
                  <a:cubicBezTo>
                    <a:pt x="12" y="1"/>
                    <a:pt x="1" y="13"/>
                    <a:pt x="1" y="28"/>
                  </a:cubicBezTo>
                  <a:cubicBezTo>
                    <a:pt x="8" y="119"/>
                    <a:pt x="25" y="210"/>
                    <a:pt x="48" y="301"/>
                  </a:cubicBezTo>
                  <a:cubicBezTo>
                    <a:pt x="53" y="313"/>
                    <a:pt x="62" y="318"/>
                    <a:pt x="72" y="318"/>
                  </a:cubicBezTo>
                  <a:cubicBezTo>
                    <a:pt x="88" y="318"/>
                    <a:pt x="104" y="305"/>
                    <a:pt x="99" y="285"/>
                  </a:cubicBezTo>
                  <a:cubicBezTo>
                    <a:pt x="76" y="202"/>
                    <a:pt x="60" y="115"/>
                    <a:pt x="52" y="28"/>
                  </a:cubicBezTo>
                  <a:cubicBezTo>
                    <a:pt x="48" y="13"/>
                    <a:pt x="40" y="1"/>
                    <a:pt x="25" y="1"/>
                  </a:cubicBezTo>
                  <a:close/>
                </a:path>
              </a:pathLst>
            </a:custGeom>
            <a:solidFill>
              <a:srgbClr val="FFAE78"/>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8" name="Google Shape;2168;p48"/>
            <p:cNvSpPr/>
            <p:nvPr/>
          </p:nvSpPr>
          <p:spPr>
            <a:xfrm>
              <a:off x="2078917" y="6702005"/>
              <a:ext cx="37390" cy="92193"/>
            </a:xfrm>
            <a:custGeom>
              <a:rect b="b" l="l" r="r" t="t"/>
              <a:pathLst>
                <a:path extrusionOk="0" h="360" w="146">
                  <a:moveTo>
                    <a:pt x="51" y="44"/>
                  </a:moveTo>
                  <a:lnTo>
                    <a:pt x="51" y="47"/>
                  </a:lnTo>
                  <a:cubicBezTo>
                    <a:pt x="59" y="138"/>
                    <a:pt x="79" y="225"/>
                    <a:pt x="102" y="312"/>
                  </a:cubicBezTo>
                  <a:lnTo>
                    <a:pt x="99" y="316"/>
                  </a:lnTo>
                  <a:lnTo>
                    <a:pt x="95" y="316"/>
                  </a:lnTo>
                  <a:lnTo>
                    <a:pt x="95" y="312"/>
                  </a:lnTo>
                  <a:cubicBezTo>
                    <a:pt x="72" y="226"/>
                    <a:pt x="56" y="137"/>
                    <a:pt x="44" y="47"/>
                  </a:cubicBezTo>
                  <a:lnTo>
                    <a:pt x="44" y="47"/>
                  </a:lnTo>
                  <a:lnTo>
                    <a:pt x="48" y="44"/>
                  </a:lnTo>
                  <a:close/>
                  <a:moveTo>
                    <a:pt x="48" y="0"/>
                  </a:moveTo>
                  <a:cubicBezTo>
                    <a:pt x="35" y="0"/>
                    <a:pt x="24" y="5"/>
                    <a:pt x="15" y="12"/>
                  </a:cubicBezTo>
                  <a:cubicBezTo>
                    <a:pt x="12" y="16"/>
                    <a:pt x="8" y="20"/>
                    <a:pt x="4" y="28"/>
                  </a:cubicBezTo>
                  <a:cubicBezTo>
                    <a:pt x="4" y="32"/>
                    <a:pt x="0" y="40"/>
                    <a:pt x="0" y="44"/>
                  </a:cubicBezTo>
                  <a:lnTo>
                    <a:pt x="0" y="47"/>
                  </a:lnTo>
                  <a:cubicBezTo>
                    <a:pt x="12" y="142"/>
                    <a:pt x="28" y="233"/>
                    <a:pt x="51" y="324"/>
                  </a:cubicBezTo>
                  <a:cubicBezTo>
                    <a:pt x="55" y="336"/>
                    <a:pt x="59" y="344"/>
                    <a:pt x="71" y="351"/>
                  </a:cubicBezTo>
                  <a:cubicBezTo>
                    <a:pt x="79" y="355"/>
                    <a:pt x="86" y="360"/>
                    <a:pt x="95" y="360"/>
                  </a:cubicBezTo>
                  <a:cubicBezTo>
                    <a:pt x="106" y="360"/>
                    <a:pt x="119" y="355"/>
                    <a:pt x="130" y="347"/>
                  </a:cubicBezTo>
                  <a:cubicBezTo>
                    <a:pt x="134" y="344"/>
                    <a:pt x="138" y="340"/>
                    <a:pt x="138" y="331"/>
                  </a:cubicBezTo>
                  <a:cubicBezTo>
                    <a:pt x="142" y="327"/>
                    <a:pt x="146" y="320"/>
                    <a:pt x="146" y="312"/>
                  </a:cubicBezTo>
                  <a:cubicBezTo>
                    <a:pt x="146" y="308"/>
                    <a:pt x="142" y="304"/>
                    <a:pt x="142" y="300"/>
                  </a:cubicBezTo>
                  <a:cubicBezTo>
                    <a:pt x="119" y="218"/>
                    <a:pt x="102" y="131"/>
                    <a:pt x="95" y="44"/>
                  </a:cubicBezTo>
                  <a:cubicBezTo>
                    <a:pt x="95" y="32"/>
                    <a:pt x="91" y="24"/>
                    <a:pt x="83" y="16"/>
                  </a:cubicBezTo>
                  <a:cubicBezTo>
                    <a:pt x="75" y="5"/>
                    <a:pt x="63" y="0"/>
                    <a:pt x="48"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9" name="Google Shape;2169;p48"/>
            <p:cNvSpPr/>
            <p:nvPr/>
          </p:nvSpPr>
          <p:spPr>
            <a:xfrm>
              <a:off x="2460491" y="6401868"/>
              <a:ext cx="48658" cy="19975"/>
            </a:xfrm>
            <a:custGeom>
              <a:rect b="b" l="l" r="r" t="t"/>
              <a:pathLst>
                <a:path extrusionOk="0" h="78" w="190">
                  <a:moveTo>
                    <a:pt x="162" y="0"/>
                  </a:moveTo>
                  <a:cubicBezTo>
                    <a:pt x="159" y="0"/>
                    <a:pt x="157" y="1"/>
                    <a:pt x="154" y="1"/>
                  </a:cubicBezTo>
                  <a:cubicBezTo>
                    <a:pt x="111" y="9"/>
                    <a:pt x="68" y="17"/>
                    <a:pt x="24" y="29"/>
                  </a:cubicBezTo>
                  <a:cubicBezTo>
                    <a:pt x="8" y="29"/>
                    <a:pt x="1" y="49"/>
                    <a:pt x="5" y="60"/>
                  </a:cubicBezTo>
                  <a:cubicBezTo>
                    <a:pt x="8" y="70"/>
                    <a:pt x="19" y="77"/>
                    <a:pt x="29" y="77"/>
                  </a:cubicBezTo>
                  <a:cubicBezTo>
                    <a:pt x="32" y="77"/>
                    <a:pt x="34" y="77"/>
                    <a:pt x="36" y="76"/>
                  </a:cubicBezTo>
                  <a:cubicBezTo>
                    <a:pt x="79" y="69"/>
                    <a:pt x="127" y="60"/>
                    <a:pt x="170" y="49"/>
                  </a:cubicBezTo>
                  <a:cubicBezTo>
                    <a:pt x="181" y="49"/>
                    <a:pt x="190" y="33"/>
                    <a:pt x="186" y="21"/>
                  </a:cubicBezTo>
                  <a:cubicBezTo>
                    <a:pt x="182" y="8"/>
                    <a:pt x="174" y="0"/>
                    <a:pt x="162" y="0"/>
                  </a:cubicBezTo>
                  <a:close/>
                </a:path>
              </a:pathLst>
            </a:custGeom>
            <a:solidFill>
              <a:srgbClr val="FFAE78"/>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0" name="Google Shape;2170;p48"/>
            <p:cNvSpPr/>
            <p:nvPr/>
          </p:nvSpPr>
          <p:spPr>
            <a:xfrm>
              <a:off x="2456394" y="6395978"/>
              <a:ext cx="57877" cy="31499"/>
            </a:xfrm>
            <a:custGeom>
              <a:rect b="b" l="l" r="r" t="t"/>
              <a:pathLst>
                <a:path extrusionOk="0" h="123" w="226">
                  <a:moveTo>
                    <a:pt x="179" y="44"/>
                  </a:moveTo>
                  <a:lnTo>
                    <a:pt x="182" y="48"/>
                  </a:lnTo>
                  <a:lnTo>
                    <a:pt x="182" y="52"/>
                  </a:lnTo>
                  <a:lnTo>
                    <a:pt x="179" y="52"/>
                  </a:lnTo>
                  <a:lnTo>
                    <a:pt x="179" y="52"/>
                  </a:lnTo>
                  <a:lnTo>
                    <a:pt x="179" y="52"/>
                  </a:lnTo>
                  <a:cubicBezTo>
                    <a:pt x="133" y="60"/>
                    <a:pt x="90" y="72"/>
                    <a:pt x="48" y="79"/>
                  </a:cubicBezTo>
                  <a:lnTo>
                    <a:pt x="44" y="79"/>
                  </a:lnTo>
                  <a:lnTo>
                    <a:pt x="44" y="75"/>
                  </a:lnTo>
                  <a:lnTo>
                    <a:pt x="44" y="72"/>
                  </a:lnTo>
                  <a:cubicBezTo>
                    <a:pt x="88" y="64"/>
                    <a:pt x="131" y="56"/>
                    <a:pt x="174" y="44"/>
                  </a:cubicBezTo>
                  <a:close/>
                  <a:moveTo>
                    <a:pt x="179" y="1"/>
                  </a:moveTo>
                  <a:cubicBezTo>
                    <a:pt x="174" y="1"/>
                    <a:pt x="170" y="1"/>
                    <a:pt x="166" y="5"/>
                  </a:cubicBezTo>
                  <a:cubicBezTo>
                    <a:pt x="123" y="12"/>
                    <a:pt x="79" y="21"/>
                    <a:pt x="37" y="28"/>
                  </a:cubicBezTo>
                  <a:cubicBezTo>
                    <a:pt x="24" y="32"/>
                    <a:pt x="13" y="40"/>
                    <a:pt x="8" y="48"/>
                  </a:cubicBezTo>
                  <a:cubicBezTo>
                    <a:pt x="1" y="56"/>
                    <a:pt x="1" y="64"/>
                    <a:pt x="1" y="75"/>
                  </a:cubicBezTo>
                  <a:lnTo>
                    <a:pt x="1" y="88"/>
                  </a:lnTo>
                  <a:cubicBezTo>
                    <a:pt x="4" y="99"/>
                    <a:pt x="8" y="107"/>
                    <a:pt x="21" y="115"/>
                  </a:cubicBezTo>
                  <a:cubicBezTo>
                    <a:pt x="28" y="119"/>
                    <a:pt x="37" y="123"/>
                    <a:pt x="48" y="123"/>
                  </a:cubicBezTo>
                  <a:lnTo>
                    <a:pt x="56" y="123"/>
                  </a:lnTo>
                  <a:cubicBezTo>
                    <a:pt x="99" y="111"/>
                    <a:pt x="146" y="103"/>
                    <a:pt x="190" y="95"/>
                  </a:cubicBezTo>
                  <a:cubicBezTo>
                    <a:pt x="202" y="92"/>
                    <a:pt x="210" y="83"/>
                    <a:pt x="217" y="75"/>
                  </a:cubicBezTo>
                  <a:cubicBezTo>
                    <a:pt x="221" y="68"/>
                    <a:pt x="226" y="59"/>
                    <a:pt x="226" y="48"/>
                  </a:cubicBezTo>
                  <a:cubicBezTo>
                    <a:pt x="226" y="44"/>
                    <a:pt x="226" y="40"/>
                    <a:pt x="221" y="36"/>
                  </a:cubicBezTo>
                  <a:cubicBezTo>
                    <a:pt x="221" y="24"/>
                    <a:pt x="214" y="17"/>
                    <a:pt x="206" y="12"/>
                  </a:cubicBezTo>
                  <a:cubicBezTo>
                    <a:pt x="197" y="5"/>
                    <a:pt x="186" y="1"/>
                    <a:pt x="17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1" name="Google Shape;2171;p48"/>
            <p:cNvSpPr/>
            <p:nvPr/>
          </p:nvSpPr>
          <p:spPr>
            <a:xfrm>
              <a:off x="3205200" y="5969845"/>
              <a:ext cx="16902" cy="93986"/>
            </a:xfrm>
            <a:custGeom>
              <a:rect b="b" l="l" r="r" t="t"/>
              <a:pathLst>
                <a:path extrusionOk="0" h="367" w="66">
                  <a:moveTo>
                    <a:pt x="25" y="1"/>
                  </a:moveTo>
                  <a:cubicBezTo>
                    <a:pt x="13" y="1"/>
                    <a:pt x="1" y="9"/>
                    <a:pt x="3" y="25"/>
                  </a:cubicBezTo>
                  <a:cubicBezTo>
                    <a:pt x="7" y="131"/>
                    <a:pt x="10" y="233"/>
                    <a:pt x="14" y="340"/>
                  </a:cubicBezTo>
                  <a:cubicBezTo>
                    <a:pt x="14" y="357"/>
                    <a:pt x="27" y="366"/>
                    <a:pt x="40" y="366"/>
                  </a:cubicBezTo>
                  <a:cubicBezTo>
                    <a:pt x="52" y="366"/>
                    <a:pt x="65" y="357"/>
                    <a:pt x="65" y="340"/>
                  </a:cubicBezTo>
                  <a:cubicBezTo>
                    <a:pt x="61" y="233"/>
                    <a:pt x="58" y="131"/>
                    <a:pt x="54" y="25"/>
                  </a:cubicBezTo>
                  <a:cubicBezTo>
                    <a:pt x="52" y="9"/>
                    <a:pt x="38" y="1"/>
                    <a:pt x="25" y="1"/>
                  </a:cubicBezTo>
                  <a:close/>
                </a:path>
              </a:pathLst>
            </a:custGeom>
            <a:solidFill>
              <a:srgbClr val="FFAE78"/>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2" name="Google Shape;2172;p48"/>
            <p:cNvSpPr/>
            <p:nvPr/>
          </p:nvSpPr>
          <p:spPr>
            <a:xfrm>
              <a:off x="3199822" y="5963955"/>
              <a:ext cx="27402" cy="105254"/>
            </a:xfrm>
            <a:custGeom>
              <a:rect b="b" l="l" r="r" t="t"/>
              <a:pathLst>
                <a:path extrusionOk="0" h="411" w="107">
                  <a:moveTo>
                    <a:pt x="47" y="43"/>
                  </a:moveTo>
                  <a:cubicBezTo>
                    <a:pt x="47" y="43"/>
                    <a:pt x="51" y="43"/>
                    <a:pt x="51" y="48"/>
                  </a:cubicBezTo>
                  <a:cubicBezTo>
                    <a:pt x="55" y="154"/>
                    <a:pt x="59" y="261"/>
                    <a:pt x="63" y="363"/>
                  </a:cubicBezTo>
                  <a:lnTo>
                    <a:pt x="63" y="367"/>
                  </a:lnTo>
                  <a:lnTo>
                    <a:pt x="59" y="367"/>
                  </a:lnTo>
                  <a:cubicBezTo>
                    <a:pt x="55" y="367"/>
                    <a:pt x="55" y="367"/>
                    <a:pt x="55" y="363"/>
                  </a:cubicBezTo>
                  <a:cubicBezTo>
                    <a:pt x="51" y="256"/>
                    <a:pt x="47" y="150"/>
                    <a:pt x="44" y="48"/>
                  </a:cubicBezTo>
                  <a:lnTo>
                    <a:pt x="44" y="43"/>
                  </a:lnTo>
                  <a:close/>
                  <a:moveTo>
                    <a:pt x="47" y="0"/>
                  </a:moveTo>
                  <a:cubicBezTo>
                    <a:pt x="35" y="0"/>
                    <a:pt x="24" y="4"/>
                    <a:pt x="15" y="12"/>
                  </a:cubicBezTo>
                  <a:cubicBezTo>
                    <a:pt x="11" y="16"/>
                    <a:pt x="8" y="19"/>
                    <a:pt x="4" y="28"/>
                  </a:cubicBezTo>
                  <a:cubicBezTo>
                    <a:pt x="0" y="32"/>
                    <a:pt x="0" y="39"/>
                    <a:pt x="0" y="48"/>
                  </a:cubicBezTo>
                  <a:cubicBezTo>
                    <a:pt x="4" y="154"/>
                    <a:pt x="8" y="261"/>
                    <a:pt x="11" y="363"/>
                  </a:cubicBezTo>
                  <a:cubicBezTo>
                    <a:pt x="11" y="379"/>
                    <a:pt x="20" y="390"/>
                    <a:pt x="31" y="398"/>
                  </a:cubicBezTo>
                  <a:cubicBezTo>
                    <a:pt x="39" y="406"/>
                    <a:pt x="51" y="410"/>
                    <a:pt x="63" y="410"/>
                  </a:cubicBezTo>
                  <a:cubicBezTo>
                    <a:pt x="71" y="410"/>
                    <a:pt x="82" y="406"/>
                    <a:pt x="91" y="398"/>
                  </a:cubicBezTo>
                  <a:cubicBezTo>
                    <a:pt x="99" y="394"/>
                    <a:pt x="102" y="390"/>
                    <a:pt x="102" y="383"/>
                  </a:cubicBezTo>
                  <a:cubicBezTo>
                    <a:pt x="106" y="379"/>
                    <a:pt x="106" y="370"/>
                    <a:pt x="106" y="367"/>
                  </a:cubicBezTo>
                  <a:lnTo>
                    <a:pt x="106" y="363"/>
                  </a:lnTo>
                  <a:cubicBezTo>
                    <a:pt x="102" y="256"/>
                    <a:pt x="99" y="150"/>
                    <a:pt x="95" y="48"/>
                  </a:cubicBezTo>
                  <a:cubicBezTo>
                    <a:pt x="95" y="32"/>
                    <a:pt x="86" y="19"/>
                    <a:pt x="79" y="12"/>
                  </a:cubicBezTo>
                  <a:cubicBezTo>
                    <a:pt x="67" y="4"/>
                    <a:pt x="59" y="0"/>
                    <a:pt x="47"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3" name="Google Shape;2173;p48"/>
            <p:cNvSpPr/>
            <p:nvPr/>
          </p:nvSpPr>
          <p:spPr>
            <a:xfrm>
              <a:off x="3352195" y="5857678"/>
              <a:ext cx="62743" cy="47633"/>
            </a:xfrm>
            <a:custGeom>
              <a:rect b="b" l="l" r="r" t="t"/>
              <a:pathLst>
                <a:path extrusionOk="0" h="186" w="245">
                  <a:moveTo>
                    <a:pt x="216" y="1"/>
                  </a:moveTo>
                  <a:cubicBezTo>
                    <a:pt x="210" y="1"/>
                    <a:pt x="205" y="2"/>
                    <a:pt x="201" y="5"/>
                  </a:cubicBezTo>
                  <a:cubicBezTo>
                    <a:pt x="142" y="48"/>
                    <a:pt x="79" y="92"/>
                    <a:pt x="20" y="135"/>
                  </a:cubicBezTo>
                  <a:cubicBezTo>
                    <a:pt x="8" y="143"/>
                    <a:pt x="0" y="159"/>
                    <a:pt x="8" y="170"/>
                  </a:cubicBezTo>
                  <a:cubicBezTo>
                    <a:pt x="14" y="179"/>
                    <a:pt x="24" y="186"/>
                    <a:pt x="33" y="186"/>
                  </a:cubicBezTo>
                  <a:cubicBezTo>
                    <a:pt x="37" y="186"/>
                    <a:pt x="40" y="185"/>
                    <a:pt x="44" y="183"/>
                  </a:cubicBezTo>
                  <a:cubicBezTo>
                    <a:pt x="106" y="135"/>
                    <a:pt x="166" y="92"/>
                    <a:pt x="229" y="48"/>
                  </a:cubicBezTo>
                  <a:cubicBezTo>
                    <a:pt x="241" y="41"/>
                    <a:pt x="244" y="28"/>
                    <a:pt x="237" y="13"/>
                  </a:cubicBezTo>
                  <a:cubicBezTo>
                    <a:pt x="234" y="5"/>
                    <a:pt x="225" y="1"/>
                    <a:pt x="216" y="1"/>
                  </a:cubicBezTo>
                  <a:close/>
                </a:path>
              </a:pathLst>
            </a:custGeom>
            <a:solidFill>
              <a:srgbClr val="FFAE78"/>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4" name="Google Shape;2174;p48"/>
            <p:cNvSpPr/>
            <p:nvPr/>
          </p:nvSpPr>
          <p:spPr>
            <a:xfrm>
              <a:off x="3348098" y="5852812"/>
              <a:ext cx="71962" cy="57877"/>
            </a:xfrm>
            <a:custGeom>
              <a:rect b="b" l="l" r="r" t="t"/>
              <a:pathLst>
                <a:path extrusionOk="0" h="226" w="281">
                  <a:moveTo>
                    <a:pt x="229" y="43"/>
                  </a:moveTo>
                  <a:lnTo>
                    <a:pt x="229" y="44"/>
                  </a:lnTo>
                  <a:lnTo>
                    <a:pt x="237" y="44"/>
                  </a:lnTo>
                  <a:lnTo>
                    <a:pt x="233" y="47"/>
                  </a:lnTo>
                  <a:lnTo>
                    <a:pt x="233" y="51"/>
                  </a:lnTo>
                  <a:cubicBezTo>
                    <a:pt x="170" y="95"/>
                    <a:pt x="111" y="138"/>
                    <a:pt x="48" y="182"/>
                  </a:cubicBezTo>
                  <a:lnTo>
                    <a:pt x="44" y="182"/>
                  </a:lnTo>
                  <a:lnTo>
                    <a:pt x="44" y="178"/>
                  </a:lnTo>
                  <a:lnTo>
                    <a:pt x="48" y="174"/>
                  </a:lnTo>
                  <a:cubicBezTo>
                    <a:pt x="106" y="131"/>
                    <a:pt x="167" y="89"/>
                    <a:pt x="229" y="43"/>
                  </a:cubicBezTo>
                  <a:close/>
                  <a:moveTo>
                    <a:pt x="229" y="0"/>
                  </a:moveTo>
                  <a:cubicBezTo>
                    <a:pt x="222" y="0"/>
                    <a:pt x="213" y="0"/>
                    <a:pt x="206" y="4"/>
                  </a:cubicBezTo>
                  <a:cubicBezTo>
                    <a:pt x="146" y="51"/>
                    <a:pt x="84" y="95"/>
                    <a:pt x="20" y="138"/>
                  </a:cubicBezTo>
                  <a:cubicBezTo>
                    <a:pt x="16" y="142"/>
                    <a:pt x="9" y="150"/>
                    <a:pt x="4" y="154"/>
                  </a:cubicBezTo>
                  <a:cubicBezTo>
                    <a:pt x="0" y="162"/>
                    <a:pt x="0" y="169"/>
                    <a:pt x="0" y="178"/>
                  </a:cubicBezTo>
                  <a:cubicBezTo>
                    <a:pt x="0" y="185"/>
                    <a:pt x="0" y="193"/>
                    <a:pt x="9" y="202"/>
                  </a:cubicBezTo>
                  <a:lnTo>
                    <a:pt x="4" y="202"/>
                  </a:lnTo>
                  <a:cubicBezTo>
                    <a:pt x="13" y="209"/>
                    <a:pt x="16" y="213"/>
                    <a:pt x="24" y="217"/>
                  </a:cubicBezTo>
                  <a:cubicBezTo>
                    <a:pt x="32" y="221"/>
                    <a:pt x="40" y="225"/>
                    <a:pt x="48" y="225"/>
                  </a:cubicBezTo>
                  <a:cubicBezTo>
                    <a:pt x="56" y="225"/>
                    <a:pt x="64" y="221"/>
                    <a:pt x="71" y="217"/>
                  </a:cubicBezTo>
                  <a:cubicBezTo>
                    <a:pt x="135" y="174"/>
                    <a:pt x="198" y="131"/>
                    <a:pt x="257" y="87"/>
                  </a:cubicBezTo>
                  <a:cubicBezTo>
                    <a:pt x="264" y="80"/>
                    <a:pt x="269" y="75"/>
                    <a:pt x="273" y="67"/>
                  </a:cubicBezTo>
                  <a:cubicBezTo>
                    <a:pt x="277" y="63"/>
                    <a:pt x="280" y="56"/>
                    <a:pt x="280" y="44"/>
                  </a:cubicBezTo>
                  <a:cubicBezTo>
                    <a:pt x="280" y="36"/>
                    <a:pt x="277" y="27"/>
                    <a:pt x="273" y="24"/>
                  </a:cubicBezTo>
                  <a:cubicBezTo>
                    <a:pt x="269" y="16"/>
                    <a:pt x="260" y="9"/>
                    <a:pt x="253" y="4"/>
                  </a:cubicBezTo>
                  <a:cubicBezTo>
                    <a:pt x="249" y="0"/>
                    <a:pt x="241" y="0"/>
                    <a:pt x="22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5" name="Google Shape;2175;p48"/>
            <p:cNvSpPr/>
            <p:nvPr/>
          </p:nvSpPr>
          <p:spPr>
            <a:xfrm>
              <a:off x="3399572" y="7656451"/>
              <a:ext cx="62743" cy="47377"/>
            </a:xfrm>
            <a:custGeom>
              <a:rect b="b" l="l" r="r" t="t"/>
              <a:pathLst>
                <a:path extrusionOk="0" h="185" w="245">
                  <a:moveTo>
                    <a:pt x="214" y="0"/>
                  </a:moveTo>
                  <a:cubicBezTo>
                    <a:pt x="209" y="0"/>
                    <a:pt x="205" y="1"/>
                    <a:pt x="201" y="4"/>
                  </a:cubicBezTo>
                  <a:cubicBezTo>
                    <a:pt x="143" y="47"/>
                    <a:pt x="79" y="91"/>
                    <a:pt x="21" y="138"/>
                  </a:cubicBezTo>
                  <a:cubicBezTo>
                    <a:pt x="8" y="145"/>
                    <a:pt x="1" y="158"/>
                    <a:pt x="8" y="169"/>
                  </a:cubicBezTo>
                  <a:cubicBezTo>
                    <a:pt x="14" y="178"/>
                    <a:pt x="24" y="184"/>
                    <a:pt x="34" y="184"/>
                  </a:cubicBezTo>
                  <a:cubicBezTo>
                    <a:pt x="37" y="184"/>
                    <a:pt x="41" y="184"/>
                    <a:pt x="44" y="181"/>
                  </a:cubicBezTo>
                  <a:cubicBezTo>
                    <a:pt x="107" y="138"/>
                    <a:pt x="166" y="91"/>
                    <a:pt x="229" y="47"/>
                  </a:cubicBezTo>
                  <a:cubicBezTo>
                    <a:pt x="241" y="39"/>
                    <a:pt x="245" y="27"/>
                    <a:pt x="237" y="11"/>
                  </a:cubicBezTo>
                  <a:cubicBezTo>
                    <a:pt x="235" y="6"/>
                    <a:pt x="224" y="0"/>
                    <a:pt x="214" y="0"/>
                  </a:cubicBezTo>
                  <a:close/>
                </a:path>
              </a:pathLst>
            </a:custGeom>
            <a:solidFill>
              <a:srgbClr val="FFAE78"/>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6" name="Google Shape;2176;p48"/>
            <p:cNvSpPr/>
            <p:nvPr/>
          </p:nvSpPr>
          <p:spPr>
            <a:xfrm>
              <a:off x="3395474" y="7651073"/>
              <a:ext cx="71962" cy="58133"/>
            </a:xfrm>
            <a:custGeom>
              <a:rect b="b" l="l" r="r" t="t"/>
              <a:pathLst>
                <a:path extrusionOk="0" h="227" w="281">
                  <a:moveTo>
                    <a:pt x="234" y="44"/>
                  </a:moveTo>
                  <a:lnTo>
                    <a:pt x="237" y="48"/>
                  </a:lnTo>
                  <a:lnTo>
                    <a:pt x="234" y="48"/>
                  </a:lnTo>
                  <a:lnTo>
                    <a:pt x="234" y="52"/>
                  </a:lnTo>
                  <a:cubicBezTo>
                    <a:pt x="170" y="95"/>
                    <a:pt x="108" y="139"/>
                    <a:pt x="48" y="183"/>
                  </a:cubicBezTo>
                  <a:lnTo>
                    <a:pt x="44" y="183"/>
                  </a:lnTo>
                  <a:lnTo>
                    <a:pt x="44" y="179"/>
                  </a:lnTo>
                  <a:lnTo>
                    <a:pt x="48" y="174"/>
                  </a:lnTo>
                  <a:cubicBezTo>
                    <a:pt x="108" y="131"/>
                    <a:pt x="170" y="88"/>
                    <a:pt x="234" y="44"/>
                  </a:cubicBezTo>
                  <a:close/>
                  <a:moveTo>
                    <a:pt x="230" y="1"/>
                  </a:moveTo>
                  <a:cubicBezTo>
                    <a:pt x="221" y="1"/>
                    <a:pt x="214" y="1"/>
                    <a:pt x="206" y="8"/>
                  </a:cubicBezTo>
                  <a:cubicBezTo>
                    <a:pt x="146" y="52"/>
                    <a:pt x="84" y="95"/>
                    <a:pt x="21" y="139"/>
                  </a:cubicBezTo>
                  <a:cubicBezTo>
                    <a:pt x="17" y="143"/>
                    <a:pt x="8" y="150"/>
                    <a:pt x="5" y="155"/>
                  </a:cubicBezTo>
                  <a:cubicBezTo>
                    <a:pt x="1" y="163"/>
                    <a:pt x="1" y="170"/>
                    <a:pt x="1" y="179"/>
                  </a:cubicBezTo>
                  <a:cubicBezTo>
                    <a:pt x="1" y="186"/>
                    <a:pt x="1" y="194"/>
                    <a:pt x="5" y="202"/>
                  </a:cubicBezTo>
                  <a:cubicBezTo>
                    <a:pt x="13" y="210"/>
                    <a:pt x="17" y="218"/>
                    <a:pt x="24" y="221"/>
                  </a:cubicBezTo>
                  <a:cubicBezTo>
                    <a:pt x="32" y="226"/>
                    <a:pt x="40" y="226"/>
                    <a:pt x="48" y="226"/>
                  </a:cubicBezTo>
                  <a:cubicBezTo>
                    <a:pt x="56" y="226"/>
                    <a:pt x="64" y="226"/>
                    <a:pt x="72" y="218"/>
                  </a:cubicBezTo>
                  <a:cubicBezTo>
                    <a:pt x="135" y="174"/>
                    <a:pt x="194" y="131"/>
                    <a:pt x="257" y="88"/>
                  </a:cubicBezTo>
                  <a:cubicBezTo>
                    <a:pt x="265" y="84"/>
                    <a:pt x="269" y="76"/>
                    <a:pt x="273" y="68"/>
                  </a:cubicBezTo>
                  <a:cubicBezTo>
                    <a:pt x="277" y="64"/>
                    <a:pt x="281" y="56"/>
                    <a:pt x="281" y="48"/>
                  </a:cubicBezTo>
                  <a:cubicBezTo>
                    <a:pt x="281" y="41"/>
                    <a:pt x="277" y="28"/>
                    <a:pt x="273" y="25"/>
                  </a:cubicBezTo>
                  <a:cubicBezTo>
                    <a:pt x="269" y="17"/>
                    <a:pt x="261" y="8"/>
                    <a:pt x="253" y="5"/>
                  </a:cubicBezTo>
                  <a:cubicBezTo>
                    <a:pt x="250" y="1"/>
                    <a:pt x="241" y="1"/>
                    <a:pt x="230"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7" name="Google Shape;2177;p48"/>
            <p:cNvSpPr/>
            <p:nvPr/>
          </p:nvSpPr>
          <p:spPr>
            <a:xfrm>
              <a:off x="1525251" y="7188063"/>
              <a:ext cx="520380" cy="752912"/>
            </a:xfrm>
            <a:custGeom>
              <a:rect b="b" l="l" r="r" t="t"/>
              <a:pathLst>
                <a:path extrusionOk="0" h="2940" w="2032">
                  <a:moveTo>
                    <a:pt x="474" y="1"/>
                  </a:moveTo>
                  <a:cubicBezTo>
                    <a:pt x="444" y="1"/>
                    <a:pt x="413" y="5"/>
                    <a:pt x="384" y="15"/>
                  </a:cubicBezTo>
                  <a:cubicBezTo>
                    <a:pt x="285" y="51"/>
                    <a:pt x="214" y="137"/>
                    <a:pt x="163" y="228"/>
                  </a:cubicBezTo>
                  <a:cubicBezTo>
                    <a:pt x="1" y="508"/>
                    <a:pt x="21" y="799"/>
                    <a:pt x="104" y="1099"/>
                  </a:cubicBezTo>
                  <a:cubicBezTo>
                    <a:pt x="202" y="1450"/>
                    <a:pt x="341" y="1793"/>
                    <a:pt x="514" y="2116"/>
                  </a:cubicBezTo>
                  <a:cubicBezTo>
                    <a:pt x="636" y="2349"/>
                    <a:pt x="763" y="2613"/>
                    <a:pt x="963" y="2791"/>
                  </a:cubicBezTo>
                  <a:cubicBezTo>
                    <a:pt x="1007" y="2830"/>
                    <a:pt x="1065" y="2852"/>
                    <a:pt x="1109" y="2852"/>
                  </a:cubicBezTo>
                  <a:cubicBezTo>
                    <a:pt x="1173" y="2852"/>
                    <a:pt x="1209" y="2807"/>
                    <a:pt x="1136" y="2700"/>
                  </a:cubicBezTo>
                  <a:cubicBezTo>
                    <a:pt x="971" y="2460"/>
                    <a:pt x="801" y="2235"/>
                    <a:pt x="668" y="1974"/>
                  </a:cubicBezTo>
                  <a:cubicBezTo>
                    <a:pt x="695" y="1974"/>
                    <a:pt x="723" y="1974"/>
                    <a:pt x="747" y="1967"/>
                  </a:cubicBezTo>
                  <a:cubicBezTo>
                    <a:pt x="747" y="1967"/>
                    <a:pt x="747" y="1967"/>
                    <a:pt x="747" y="1967"/>
                  </a:cubicBezTo>
                  <a:cubicBezTo>
                    <a:pt x="773" y="1967"/>
                    <a:pt x="956" y="2255"/>
                    <a:pt x="979" y="2286"/>
                  </a:cubicBezTo>
                  <a:cubicBezTo>
                    <a:pt x="1062" y="2397"/>
                    <a:pt x="1149" y="2507"/>
                    <a:pt x="1240" y="2609"/>
                  </a:cubicBezTo>
                  <a:cubicBezTo>
                    <a:pt x="1314" y="2704"/>
                    <a:pt x="1405" y="2854"/>
                    <a:pt x="1507" y="2921"/>
                  </a:cubicBezTo>
                  <a:cubicBezTo>
                    <a:pt x="1526" y="2933"/>
                    <a:pt x="1550" y="2939"/>
                    <a:pt x="1575" y="2939"/>
                  </a:cubicBezTo>
                  <a:cubicBezTo>
                    <a:pt x="1622" y="2939"/>
                    <a:pt x="1672" y="2915"/>
                    <a:pt x="1685" y="2866"/>
                  </a:cubicBezTo>
                  <a:cubicBezTo>
                    <a:pt x="1704" y="2771"/>
                    <a:pt x="1520" y="2629"/>
                    <a:pt x="1464" y="2562"/>
                  </a:cubicBezTo>
                  <a:cubicBezTo>
                    <a:pt x="1278" y="2345"/>
                    <a:pt x="1101" y="2120"/>
                    <a:pt x="936" y="1887"/>
                  </a:cubicBezTo>
                  <a:cubicBezTo>
                    <a:pt x="952" y="1880"/>
                    <a:pt x="963" y="1868"/>
                    <a:pt x="976" y="1860"/>
                  </a:cubicBezTo>
                  <a:cubicBezTo>
                    <a:pt x="991" y="1849"/>
                    <a:pt x="1011" y="1833"/>
                    <a:pt x="1027" y="1816"/>
                  </a:cubicBezTo>
                  <a:lnTo>
                    <a:pt x="1027" y="1816"/>
                  </a:lnTo>
                  <a:cubicBezTo>
                    <a:pt x="1007" y="1836"/>
                    <a:pt x="1527" y="2413"/>
                    <a:pt x="1575" y="2464"/>
                  </a:cubicBezTo>
                  <a:cubicBezTo>
                    <a:pt x="1649" y="2538"/>
                    <a:pt x="1744" y="2677"/>
                    <a:pt x="1839" y="2724"/>
                  </a:cubicBezTo>
                  <a:cubicBezTo>
                    <a:pt x="1857" y="2733"/>
                    <a:pt x="1875" y="2737"/>
                    <a:pt x="1892" y="2737"/>
                  </a:cubicBezTo>
                  <a:cubicBezTo>
                    <a:pt x="1948" y="2737"/>
                    <a:pt x="1987" y="2689"/>
                    <a:pt x="1984" y="2626"/>
                  </a:cubicBezTo>
                  <a:cubicBezTo>
                    <a:pt x="1981" y="2546"/>
                    <a:pt x="1913" y="2499"/>
                    <a:pt x="1858" y="2451"/>
                  </a:cubicBezTo>
                  <a:cubicBezTo>
                    <a:pt x="1768" y="2380"/>
                    <a:pt x="1685" y="2286"/>
                    <a:pt x="1606" y="2200"/>
                  </a:cubicBezTo>
                  <a:cubicBezTo>
                    <a:pt x="1562" y="2152"/>
                    <a:pt x="1141" y="1707"/>
                    <a:pt x="1169" y="1667"/>
                  </a:cubicBezTo>
                  <a:cubicBezTo>
                    <a:pt x="1192" y="1632"/>
                    <a:pt x="1212" y="1597"/>
                    <a:pt x="1227" y="1557"/>
                  </a:cubicBezTo>
                  <a:lnTo>
                    <a:pt x="1227" y="1557"/>
                  </a:lnTo>
                  <a:cubicBezTo>
                    <a:pt x="1207" y="1615"/>
                    <a:pt x="1508" y="1920"/>
                    <a:pt x="1547" y="1967"/>
                  </a:cubicBezTo>
                  <a:cubicBezTo>
                    <a:pt x="1638" y="2065"/>
                    <a:pt x="1760" y="2247"/>
                    <a:pt x="1886" y="2302"/>
                  </a:cubicBezTo>
                  <a:cubicBezTo>
                    <a:pt x="1901" y="2308"/>
                    <a:pt x="1917" y="2311"/>
                    <a:pt x="1934" y="2311"/>
                  </a:cubicBezTo>
                  <a:cubicBezTo>
                    <a:pt x="1962" y="2311"/>
                    <a:pt x="1991" y="2302"/>
                    <a:pt x="2008" y="2282"/>
                  </a:cubicBezTo>
                  <a:cubicBezTo>
                    <a:pt x="2032" y="2251"/>
                    <a:pt x="2032" y="2207"/>
                    <a:pt x="2017" y="2171"/>
                  </a:cubicBezTo>
                  <a:cubicBezTo>
                    <a:pt x="1969" y="2062"/>
                    <a:pt x="1839" y="1978"/>
                    <a:pt x="1756" y="1892"/>
                  </a:cubicBezTo>
                  <a:cubicBezTo>
                    <a:pt x="1629" y="1758"/>
                    <a:pt x="1511" y="1612"/>
                    <a:pt x="1405" y="1458"/>
                  </a:cubicBezTo>
                  <a:cubicBezTo>
                    <a:pt x="1346" y="1372"/>
                    <a:pt x="1283" y="1292"/>
                    <a:pt x="1247" y="1194"/>
                  </a:cubicBezTo>
                  <a:cubicBezTo>
                    <a:pt x="1240" y="1174"/>
                    <a:pt x="1236" y="1154"/>
                    <a:pt x="1247" y="1139"/>
                  </a:cubicBezTo>
                  <a:cubicBezTo>
                    <a:pt x="1254" y="1134"/>
                    <a:pt x="1262" y="1132"/>
                    <a:pt x="1270" y="1132"/>
                  </a:cubicBezTo>
                  <a:cubicBezTo>
                    <a:pt x="1276" y="1132"/>
                    <a:pt x="1282" y="1133"/>
                    <a:pt x="1287" y="1135"/>
                  </a:cubicBezTo>
                  <a:cubicBezTo>
                    <a:pt x="1346" y="1146"/>
                    <a:pt x="1397" y="1190"/>
                    <a:pt x="1444" y="1230"/>
                  </a:cubicBezTo>
                  <a:cubicBezTo>
                    <a:pt x="1531" y="1296"/>
                    <a:pt x="1629" y="1352"/>
                    <a:pt x="1736" y="1387"/>
                  </a:cubicBezTo>
                  <a:cubicBezTo>
                    <a:pt x="1768" y="1399"/>
                    <a:pt x="1804" y="1407"/>
                    <a:pt x="1839" y="1407"/>
                  </a:cubicBezTo>
                  <a:cubicBezTo>
                    <a:pt x="1893" y="1403"/>
                    <a:pt x="1937" y="1372"/>
                    <a:pt x="1941" y="1316"/>
                  </a:cubicBezTo>
                  <a:cubicBezTo>
                    <a:pt x="1941" y="1253"/>
                    <a:pt x="1902" y="1221"/>
                    <a:pt x="1846" y="1201"/>
                  </a:cubicBezTo>
                  <a:cubicBezTo>
                    <a:pt x="1795" y="1182"/>
                    <a:pt x="1736" y="1166"/>
                    <a:pt x="1697" y="1146"/>
                  </a:cubicBezTo>
                  <a:cubicBezTo>
                    <a:pt x="1420" y="1001"/>
                    <a:pt x="1184" y="815"/>
                    <a:pt x="1011" y="559"/>
                  </a:cubicBezTo>
                  <a:cubicBezTo>
                    <a:pt x="916" y="421"/>
                    <a:pt x="885" y="255"/>
                    <a:pt x="766" y="133"/>
                  </a:cubicBezTo>
                  <a:cubicBezTo>
                    <a:pt x="690" y="56"/>
                    <a:pt x="581" y="1"/>
                    <a:pt x="474" y="1"/>
                  </a:cubicBezTo>
                  <a:close/>
                </a:path>
              </a:pathLst>
            </a:custGeom>
            <a:solidFill>
              <a:schemeClr val="accent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8" name="Google Shape;2178;p48"/>
            <p:cNvSpPr/>
            <p:nvPr/>
          </p:nvSpPr>
          <p:spPr>
            <a:xfrm>
              <a:off x="1530373" y="7182685"/>
              <a:ext cx="519356" cy="763668"/>
            </a:xfrm>
            <a:custGeom>
              <a:rect b="b" l="l" r="r" t="t"/>
              <a:pathLst>
                <a:path extrusionOk="0" h="2982" w="2028">
                  <a:moveTo>
                    <a:pt x="459" y="44"/>
                  </a:moveTo>
                  <a:cubicBezTo>
                    <a:pt x="506" y="44"/>
                    <a:pt x="557" y="55"/>
                    <a:pt x="604" y="79"/>
                  </a:cubicBezTo>
                  <a:cubicBezTo>
                    <a:pt x="652" y="103"/>
                    <a:pt x="695" y="134"/>
                    <a:pt x="730" y="170"/>
                  </a:cubicBezTo>
                  <a:cubicBezTo>
                    <a:pt x="785" y="229"/>
                    <a:pt x="821" y="296"/>
                    <a:pt x="856" y="371"/>
                  </a:cubicBezTo>
                  <a:cubicBezTo>
                    <a:pt x="892" y="446"/>
                    <a:pt x="923" y="521"/>
                    <a:pt x="971" y="592"/>
                  </a:cubicBezTo>
                  <a:cubicBezTo>
                    <a:pt x="1149" y="852"/>
                    <a:pt x="1389" y="1038"/>
                    <a:pt x="1665" y="1187"/>
                  </a:cubicBezTo>
                  <a:cubicBezTo>
                    <a:pt x="1689" y="1199"/>
                    <a:pt x="1713" y="1207"/>
                    <a:pt x="1740" y="1215"/>
                  </a:cubicBezTo>
                  <a:cubicBezTo>
                    <a:pt x="1767" y="1222"/>
                    <a:pt x="1795" y="1231"/>
                    <a:pt x="1819" y="1242"/>
                  </a:cubicBezTo>
                  <a:cubicBezTo>
                    <a:pt x="1842" y="1254"/>
                    <a:pt x="1866" y="1266"/>
                    <a:pt x="1878" y="1278"/>
                  </a:cubicBezTo>
                  <a:cubicBezTo>
                    <a:pt x="1886" y="1286"/>
                    <a:pt x="1890" y="1293"/>
                    <a:pt x="1893" y="1302"/>
                  </a:cubicBezTo>
                  <a:cubicBezTo>
                    <a:pt x="1897" y="1309"/>
                    <a:pt x="1897" y="1322"/>
                    <a:pt x="1897" y="1333"/>
                  </a:cubicBezTo>
                  <a:cubicBezTo>
                    <a:pt x="1897" y="1345"/>
                    <a:pt x="1897" y="1357"/>
                    <a:pt x="1893" y="1364"/>
                  </a:cubicBezTo>
                  <a:cubicBezTo>
                    <a:pt x="1886" y="1377"/>
                    <a:pt x="1878" y="1384"/>
                    <a:pt x="1862" y="1393"/>
                  </a:cubicBezTo>
                  <a:cubicBezTo>
                    <a:pt x="1850" y="1400"/>
                    <a:pt x="1835" y="1404"/>
                    <a:pt x="1819" y="1404"/>
                  </a:cubicBezTo>
                  <a:lnTo>
                    <a:pt x="1811" y="1404"/>
                  </a:lnTo>
                  <a:cubicBezTo>
                    <a:pt x="1784" y="1404"/>
                    <a:pt x="1751" y="1396"/>
                    <a:pt x="1720" y="1384"/>
                  </a:cubicBezTo>
                  <a:cubicBezTo>
                    <a:pt x="1622" y="1353"/>
                    <a:pt x="1523" y="1298"/>
                    <a:pt x="1440" y="1235"/>
                  </a:cubicBezTo>
                  <a:cubicBezTo>
                    <a:pt x="1413" y="1215"/>
                    <a:pt x="1389" y="1191"/>
                    <a:pt x="1362" y="1175"/>
                  </a:cubicBezTo>
                  <a:cubicBezTo>
                    <a:pt x="1334" y="1156"/>
                    <a:pt x="1306" y="1140"/>
                    <a:pt x="1271" y="1136"/>
                  </a:cubicBezTo>
                  <a:cubicBezTo>
                    <a:pt x="1263" y="1132"/>
                    <a:pt x="1258" y="1132"/>
                    <a:pt x="1251" y="1132"/>
                  </a:cubicBezTo>
                  <a:cubicBezTo>
                    <a:pt x="1247" y="1132"/>
                    <a:pt x="1239" y="1132"/>
                    <a:pt x="1231" y="1136"/>
                  </a:cubicBezTo>
                  <a:cubicBezTo>
                    <a:pt x="1227" y="1136"/>
                    <a:pt x="1220" y="1140"/>
                    <a:pt x="1216" y="1144"/>
                  </a:cubicBezTo>
                  <a:cubicBezTo>
                    <a:pt x="1207" y="1151"/>
                    <a:pt x="1203" y="1156"/>
                    <a:pt x="1200" y="1164"/>
                  </a:cubicBezTo>
                  <a:lnTo>
                    <a:pt x="1200" y="1184"/>
                  </a:lnTo>
                  <a:cubicBezTo>
                    <a:pt x="1200" y="1199"/>
                    <a:pt x="1203" y="1211"/>
                    <a:pt x="1207" y="1222"/>
                  </a:cubicBezTo>
                  <a:cubicBezTo>
                    <a:pt x="1243" y="1325"/>
                    <a:pt x="1310" y="1408"/>
                    <a:pt x="1369" y="1491"/>
                  </a:cubicBezTo>
                  <a:cubicBezTo>
                    <a:pt x="1476" y="1644"/>
                    <a:pt x="1594" y="1790"/>
                    <a:pt x="1720" y="1928"/>
                  </a:cubicBezTo>
                  <a:cubicBezTo>
                    <a:pt x="1764" y="1976"/>
                    <a:pt x="1819" y="2015"/>
                    <a:pt x="1866" y="2063"/>
                  </a:cubicBezTo>
                  <a:cubicBezTo>
                    <a:pt x="1913" y="2106"/>
                    <a:pt x="1957" y="2154"/>
                    <a:pt x="1977" y="2201"/>
                  </a:cubicBezTo>
                  <a:cubicBezTo>
                    <a:pt x="1984" y="2216"/>
                    <a:pt x="1984" y="2228"/>
                    <a:pt x="1984" y="2244"/>
                  </a:cubicBezTo>
                  <a:cubicBezTo>
                    <a:pt x="1984" y="2260"/>
                    <a:pt x="1980" y="2276"/>
                    <a:pt x="1973" y="2287"/>
                  </a:cubicBezTo>
                  <a:cubicBezTo>
                    <a:pt x="1964" y="2295"/>
                    <a:pt x="1957" y="2303"/>
                    <a:pt x="1949" y="2303"/>
                  </a:cubicBezTo>
                  <a:cubicBezTo>
                    <a:pt x="1937" y="2307"/>
                    <a:pt x="1926" y="2311"/>
                    <a:pt x="1917" y="2311"/>
                  </a:cubicBezTo>
                  <a:cubicBezTo>
                    <a:pt x="1902" y="2311"/>
                    <a:pt x="1886" y="2307"/>
                    <a:pt x="1873" y="2303"/>
                  </a:cubicBezTo>
                  <a:cubicBezTo>
                    <a:pt x="1846" y="2292"/>
                    <a:pt x="1815" y="2268"/>
                    <a:pt x="1787" y="2244"/>
                  </a:cubicBezTo>
                  <a:cubicBezTo>
                    <a:pt x="1740" y="2205"/>
                    <a:pt x="1697" y="2157"/>
                    <a:pt x="1657" y="2110"/>
                  </a:cubicBezTo>
                  <a:cubicBezTo>
                    <a:pt x="1618" y="2059"/>
                    <a:pt x="1578" y="2012"/>
                    <a:pt x="1542" y="1972"/>
                  </a:cubicBezTo>
                  <a:cubicBezTo>
                    <a:pt x="1535" y="1960"/>
                    <a:pt x="1507" y="1932"/>
                    <a:pt x="1476" y="1901"/>
                  </a:cubicBezTo>
                  <a:cubicBezTo>
                    <a:pt x="1429" y="1846"/>
                    <a:pt x="1365" y="1779"/>
                    <a:pt x="1314" y="1715"/>
                  </a:cubicBezTo>
                  <a:cubicBezTo>
                    <a:pt x="1287" y="1684"/>
                    <a:pt x="1267" y="1657"/>
                    <a:pt x="1251" y="1633"/>
                  </a:cubicBezTo>
                  <a:cubicBezTo>
                    <a:pt x="1243" y="1621"/>
                    <a:pt x="1235" y="1609"/>
                    <a:pt x="1231" y="1601"/>
                  </a:cubicBezTo>
                  <a:cubicBezTo>
                    <a:pt x="1227" y="1593"/>
                    <a:pt x="1227" y="1586"/>
                    <a:pt x="1227" y="1586"/>
                  </a:cubicBezTo>
                  <a:cubicBezTo>
                    <a:pt x="1231" y="1573"/>
                    <a:pt x="1227" y="1562"/>
                    <a:pt x="1216" y="1558"/>
                  </a:cubicBezTo>
                  <a:cubicBezTo>
                    <a:pt x="1213" y="1556"/>
                    <a:pt x="1210" y="1555"/>
                    <a:pt x="1207" y="1555"/>
                  </a:cubicBezTo>
                  <a:cubicBezTo>
                    <a:pt x="1205" y="1555"/>
                    <a:pt x="1202" y="1556"/>
                    <a:pt x="1201" y="1557"/>
                  </a:cubicBezTo>
                  <a:lnTo>
                    <a:pt x="1201" y="1557"/>
                  </a:lnTo>
                  <a:cubicBezTo>
                    <a:pt x="1197" y="1558"/>
                    <a:pt x="1193" y="1561"/>
                    <a:pt x="1191" y="1564"/>
                  </a:cubicBezTo>
                  <a:lnTo>
                    <a:pt x="1191" y="1564"/>
                  </a:lnTo>
                  <a:cubicBezTo>
                    <a:pt x="1189" y="1566"/>
                    <a:pt x="1187" y="1568"/>
                    <a:pt x="1187" y="1570"/>
                  </a:cubicBezTo>
                  <a:cubicBezTo>
                    <a:pt x="1187" y="1570"/>
                    <a:pt x="1187" y="1570"/>
                    <a:pt x="1187" y="1570"/>
                  </a:cubicBezTo>
                  <a:lnTo>
                    <a:pt x="1187" y="1570"/>
                  </a:lnTo>
                  <a:cubicBezTo>
                    <a:pt x="1186" y="1571"/>
                    <a:pt x="1185" y="1574"/>
                    <a:pt x="1184" y="1577"/>
                  </a:cubicBezTo>
                  <a:lnTo>
                    <a:pt x="1184" y="1577"/>
                  </a:lnTo>
                  <a:cubicBezTo>
                    <a:pt x="1169" y="1610"/>
                    <a:pt x="1151" y="1643"/>
                    <a:pt x="1129" y="1677"/>
                  </a:cubicBezTo>
                  <a:cubicBezTo>
                    <a:pt x="1125" y="1680"/>
                    <a:pt x="1125" y="1688"/>
                    <a:pt x="1125" y="1692"/>
                  </a:cubicBezTo>
                  <a:cubicBezTo>
                    <a:pt x="1125" y="1700"/>
                    <a:pt x="1125" y="1708"/>
                    <a:pt x="1129" y="1715"/>
                  </a:cubicBezTo>
                  <a:cubicBezTo>
                    <a:pt x="1136" y="1731"/>
                    <a:pt x="1149" y="1748"/>
                    <a:pt x="1160" y="1766"/>
                  </a:cubicBezTo>
                  <a:cubicBezTo>
                    <a:pt x="1187" y="1802"/>
                    <a:pt x="1223" y="1846"/>
                    <a:pt x="1263" y="1897"/>
                  </a:cubicBezTo>
                  <a:cubicBezTo>
                    <a:pt x="1322" y="1968"/>
                    <a:pt x="1393" y="2043"/>
                    <a:pt x="1452" y="2110"/>
                  </a:cubicBezTo>
                  <a:cubicBezTo>
                    <a:pt x="1511" y="2173"/>
                    <a:pt x="1558" y="2224"/>
                    <a:pt x="1571" y="2236"/>
                  </a:cubicBezTo>
                  <a:cubicBezTo>
                    <a:pt x="1649" y="2323"/>
                    <a:pt x="1732" y="2418"/>
                    <a:pt x="1822" y="2492"/>
                  </a:cubicBezTo>
                  <a:cubicBezTo>
                    <a:pt x="1855" y="2512"/>
                    <a:pt x="1882" y="2536"/>
                    <a:pt x="1906" y="2559"/>
                  </a:cubicBezTo>
                  <a:cubicBezTo>
                    <a:pt x="1926" y="2587"/>
                    <a:pt x="1941" y="2614"/>
                    <a:pt x="1944" y="2647"/>
                  </a:cubicBezTo>
                  <a:lnTo>
                    <a:pt x="1944" y="2654"/>
                  </a:lnTo>
                  <a:cubicBezTo>
                    <a:pt x="1944" y="2682"/>
                    <a:pt x="1937" y="2701"/>
                    <a:pt x="1921" y="2713"/>
                  </a:cubicBezTo>
                  <a:cubicBezTo>
                    <a:pt x="1909" y="2729"/>
                    <a:pt x="1893" y="2736"/>
                    <a:pt x="1873" y="2736"/>
                  </a:cubicBezTo>
                  <a:cubicBezTo>
                    <a:pt x="1862" y="2736"/>
                    <a:pt x="1846" y="2733"/>
                    <a:pt x="1831" y="2725"/>
                  </a:cubicBezTo>
                  <a:cubicBezTo>
                    <a:pt x="1787" y="2705"/>
                    <a:pt x="1740" y="2658"/>
                    <a:pt x="1697" y="2611"/>
                  </a:cubicBezTo>
                  <a:cubicBezTo>
                    <a:pt x="1649" y="2559"/>
                    <a:pt x="1609" y="2508"/>
                    <a:pt x="1571" y="2469"/>
                  </a:cubicBezTo>
                  <a:cubicBezTo>
                    <a:pt x="1566" y="2461"/>
                    <a:pt x="1551" y="2449"/>
                    <a:pt x="1535" y="2429"/>
                  </a:cubicBezTo>
                  <a:cubicBezTo>
                    <a:pt x="1467" y="2358"/>
                    <a:pt x="1342" y="2216"/>
                    <a:pt x="1231" y="2090"/>
                  </a:cubicBezTo>
                  <a:cubicBezTo>
                    <a:pt x="1176" y="2023"/>
                    <a:pt x="1121" y="1964"/>
                    <a:pt x="1085" y="1917"/>
                  </a:cubicBezTo>
                  <a:cubicBezTo>
                    <a:pt x="1065" y="1893"/>
                    <a:pt x="1050" y="1873"/>
                    <a:pt x="1042" y="1857"/>
                  </a:cubicBezTo>
                  <a:cubicBezTo>
                    <a:pt x="1034" y="1854"/>
                    <a:pt x="1030" y="1846"/>
                    <a:pt x="1030" y="1842"/>
                  </a:cubicBezTo>
                  <a:cubicBezTo>
                    <a:pt x="1030" y="1834"/>
                    <a:pt x="1026" y="1830"/>
                    <a:pt x="1022" y="1826"/>
                  </a:cubicBezTo>
                  <a:lnTo>
                    <a:pt x="1022" y="1826"/>
                  </a:lnTo>
                  <a:cubicBezTo>
                    <a:pt x="1022" y="1826"/>
                    <a:pt x="1022" y="1826"/>
                    <a:pt x="1022" y="1826"/>
                  </a:cubicBezTo>
                  <a:cubicBezTo>
                    <a:pt x="1018" y="1822"/>
                    <a:pt x="1014" y="1819"/>
                    <a:pt x="1010" y="1819"/>
                  </a:cubicBezTo>
                  <a:cubicBezTo>
                    <a:pt x="1010" y="1819"/>
                    <a:pt x="1010" y="1819"/>
                    <a:pt x="1010" y="1819"/>
                  </a:cubicBezTo>
                  <a:lnTo>
                    <a:pt x="1010" y="1819"/>
                  </a:lnTo>
                  <a:cubicBezTo>
                    <a:pt x="1008" y="1818"/>
                    <a:pt x="1006" y="1818"/>
                    <a:pt x="1005" y="1818"/>
                  </a:cubicBezTo>
                  <a:cubicBezTo>
                    <a:pt x="1001" y="1818"/>
                    <a:pt x="998" y="1819"/>
                    <a:pt x="994" y="1822"/>
                  </a:cubicBezTo>
                  <a:cubicBezTo>
                    <a:pt x="974" y="1837"/>
                    <a:pt x="959" y="1850"/>
                    <a:pt x="939" y="1866"/>
                  </a:cubicBezTo>
                  <a:cubicBezTo>
                    <a:pt x="932" y="1873"/>
                    <a:pt x="920" y="1881"/>
                    <a:pt x="903" y="1889"/>
                  </a:cubicBezTo>
                  <a:cubicBezTo>
                    <a:pt x="900" y="1893"/>
                    <a:pt x="896" y="1897"/>
                    <a:pt x="896" y="1905"/>
                  </a:cubicBezTo>
                  <a:cubicBezTo>
                    <a:pt x="896" y="1908"/>
                    <a:pt x="896" y="1917"/>
                    <a:pt x="900" y="1921"/>
                  </a:cubicBezTo>
                  <a:cubicBezTo>
                    <a:pt x="1065" y="2154"/>
                    <a:pt x="1243" y="2382"/>
                    <a:pt x="1429" y="2599"/>
                  </a:cubicBezTo>
                  <a:cubicBezTo>
                    <a:pt x="1440" y="2614"/>
                    <a:pt x="1464" y="2638"/>
                    <a:pt x="1487" y="2658"/>
                  </a:cubicBezTo>
                  <a:cubicBezTo>
                    <a:pt x="1519" y="2694"/>
                    <a:pt x="1562" y="2733"/>
                    <a:pt x="1594" y="2769"/>
                  </a:cubicBezTo>
                  <a:cubicBezTo>
                    <a:pt x="1609" y="2789"/>
                    <a:pt x="1622" y="2807"/>
                    <a:pt x="1629" y="2827"/>
                  </a:cubicBezTo>
                  <a:cubicBezTo>
                    <a:pt x="1637" y="2843"/>
                    <a:pt x="1645" y="2859"/>
                    <a:pt x="1645" y="2871"/>
                  </a:cubicBezTo>
                  <a:cubicBezTo>
                    <a:pt x="1645" y="2875"/>
                    <a:pt x="1642" y="2878"/>
                    <a:pt x="1642" y="2883"/>
                  </a:cubicBezTo>
                  <a:cubicBezTo>
                    <a:pt x="1637" y="2902"/>
                    <a:pt x="1626" y="2914"/>
                    <a:pt x="1613" y="2926"/>
                  </a:cubicBezTo>
                  <a:cubicBezTo>
                    <a:pt x="1598" y="2934"/>
                    <a:pt x="1578" y="2938"/>
                    <a:pt x="1558" y="2938"/>
                  </a:cubicBezTo>
                  <a:cubicBezTo>
                    <a:pt x="1535" y="2938"/>
                    <a:pt x="1515" y="2934"/>
                    <a:pt x="1500" y="2922"/>
                  </a:cubicBezTo>
                  <a:cubicBezTo>
                    <a:pt x="1452" y="2895"/>
                    <a:pt x="1405" y="2840"/>
                    <a:pt x="1362" y="2784"/>
                  </a:cubicBezTo>
                  <a:cubicBezTo>
                    <a:pt x="1314" y="2725"/>
                    <a:pt x="1274" y="2665"/>
                    <a:pt x="1235" y="2618"/>
                  </a:cubicBezTo>
                  <a:cubicBezTo>
                    <a:pt x="1149" y="2512"/>
                    <a:pt x="1062" y="2405"/>
                    <a:pt x="979" y="2295"/>
                  </a:cubicBezTo>
                  <a:cubicBezTo>
                    <a:pt x="974" y="2292"/>
                    <a:pt x="971" y="2283"/>
                    <a:pt x="963" y="2272"/>
                  </a:cubicBezTo>
                  <a:cubicBezTo>
                    <a:pt x="936" y="2236"/>
                    <a:pt x="888" y="2161"/>
                    <a:pt x="845" y="2098"/>
                  </a:cubicBezTo>
                  <a:cubicBezTo>
                    <a:pt x="821" y="2063"/>
                    <a:pt x="797" y="2035"/>
                    <a:pt x="781" y="2012"/>
                  </a:cubicBezTo>
                  <a:cubicBezTo>
                    <a:pt x="774" y="1999"/>
                    <a:pt x="766" y="1992"/>
                    <a:pt x="758" y="1984"/>
                  </a:cubicBezTo>
                  <a:cubicBezTo>
                    <a:pt x="754" y="1979"/>
                    <a:pt x="750" y="1976"/>
                    <a:pt x="746" y="1976"/>
                  </a:cubicBezTo>
                  <a:cubicBezTo>
                    <a:pt x="746" y="1972"/>
                    <a:pt x="743" y="1972"/>
                    <a:pt x="743" y="1972"/>
                  </a:cubicBezTo>
                  <a:cubicBezTo>
                    <a:pt x="738" y="1968"/>
                    <a:pt x="734" y="1968"/>
                    <a:pt x="730" y="1968"/>
                  </a:cubicBezTo>
                  <a:lnTo>
                    <a:pt x="723" y="1968"/>
                  </a:lnTo>
                  <a:cubicBezTo>
                    <a:pt x="703" y="1972"/>
                    <a:pt x="683" y="1976"/>
                    <a:pt x="659" y="1976"/>
                  </a:cubicBezTo>
                  <a:lnTo>
                    <a:pt x="648" y="1976"/>
                  </a:lnTo>
                  <a:cubicBezTo>
                    <a:pt x="639" y="1976"/>
                    <a:pt x="632" y="1979"/>
                    <a:pt x="628" y="1984"/>
                  </a:cubicBezTo>
                  <a:cubicBezTo>
                    <a:pt x="624" y="1992"/>
                    <a:pt x="624" y="1999"/>
                    <a:pt x="628" y="2008"/>
                  </a:cubicBezTo>
                  <a:cubicBezTo>
                    <a:pt x="766" y="2268"/>
                    <a:pt x="936" y="2496"/>
                    <a:pt x="1097" y="2733"/>
                  </a:cubicBezTo>
                  <a:cubicBezTo>
                    <a:pt x="1125" y="2772"/>
                    <a:pt x="1132" y="2804"/>
                    <a:pt x="1132" y="2820"/>
                  </a:cubicBezTo>
                  <a:lnTo>
                    <a:pt x="1132" y="2836"/>
                  </a:lnTo>
                  <a:cubicBezTo>
                    <a:pt x="1129" y="2840"/>
                    <a:pt x="1125" y="2843"/>
                    <a:pt x="1116" y="2847"/>
                  </a:cubicBezTo>
                  <a:cubicBezTo>
                    <a:pt x="1113" y="2847"/>
                    <a:pt x="1101" y="2851"/>
                    <a:pt x="1089" y="2851"/>
                  </a:cubicBezTo>
                  <a:cubicBezTo>
                    <a:pt x="1069" y="2851"/>
                    <a:pt x="1045" y="2847"/>
                    <a:pt x="1022" y="2836"/>
                  </a:cubicBezTo>
                  <a:cubicBezTo>
                    <a:pt x="1003" y="2827"/>
                    <a:pt x="979" y="2812"/>
                    <a:pt x="956" y="2796"/>
                  </a:cubicBezTo>
                  <a:cubicBezTo>
                    <a:pt x="861" y="2709"/>
                    <a:pt x="781" y="2599"/>
                    <a:pt x="707" y="2485"/>
                  </a:cubicBezTo>
                  <a:cubicBezTo>
                    <a:pt x="636" y="2366"/>
                    <a:pt x="577" y="2244"/>
                    <a:pt x="514" y="2130"/>
                  </a:cubicBezTo>
                  <a:cubicBezTo>
                    <a:pt x="340" y="1806"/>
                    <a:pt x="202" y="1464"/>
                    <a:pt x="104" y="1113"/>
                  </a:cubicBezTo>
                  <a:cubicBezTo>
                    <a:pt x="68" y="978"/>
                    <a:pt x="44" y="844"/>
                    <a:pt x="44" y="714"/>
                  </a:cubicBezTo>
                  <a:cubicBezTo>
                    <a:pt x="44" y="560"/>
                    <a:pt x="75" y="410"/>
                    <a:pt x="162" y="261"/>
                  </a:cubicBezTo>
                  <a:cubicBezTo>
                    <a:pt x="186" y="217"/>
                    <a:pt x="217" y="174"/>
                    <a:pt x="250" y="139"/>
                  </a:cubicBezTo>
                  <a:cubicBezTo>
                    <a:pt x="285" y="103"/>
                    <a:pt x="328" y="72"/>
                    <a:pt x="372" y="59"/>
                  </a:cubicBezTo>
                  <a:cubicBezTo>
                    <a:pt x="399" y="48"/>
                    <a:pt x="427" y="44"/>
                    <a:pt x="459" y="44"/>
                  </a:cubicBezTo>
                  <a:close/>
                  <a:moveTo>
                    <a:pt x="459" y="1"/>
                  </a:moveTo>
                  <a:cubicBezTo>
                    <a:pt x="423" y="1"/>
                    <a:pt x="392" y="4"/>
                    <a:pt x="359" y="16"/>
                  </a:cubicBezTo>
                  <a:cubicBezTo>
                    <a:pt x="304" y="36"/>
                    <a:pt x="257" y="68"/>
                    <a:pt x="222" y="107"/>
                  </a:cubicBezTo>
                  <a:cubicBezTo>
                    <a:pt x="182" y="146"/>
                    <a:pt x="151" y="194"/>
                    <a:pt x="123" y="237"/>
                  </a:cubicBezTo>
                  <a:cubicBezTo>
                    <a:pt x="37" y="394"/>
                    <a:pt x="1" y="552"/>
                    <a:pt x="1" y="714"/>
                  </a:cubicBezTo>
                  <a:cubicBezTo>
                    <a:pt x="1" y="852"/>
                    <a:pt x="24" y="986"/>
                    <a:pt x="64" y="1124"/>
                  </a:cubicBezTo>
                  <a:cubicBezTo>
                    <a:pt x="162" y="1479"/>
                    <a:pt x="301" y="1826"/>
                    <a:pt x="474" y="2150"/>
                  </a:cubicBezTo>
                  <a:cubicBezTo>
                    <a:pt x="537" y="2263"/>
                    <a:pt x="601" y="2390"/>
                    <a:pt x="672" y="2508"/>
                  </a:cubicBezTo>
                  <a:cubicBezTo>
                    <a:pt x="743" y="2627"/>
                    <a:pt x="825" y="2736"/>
                    <a:pt x="927" y="2827"/>
                  </a:cubicBezTo>
                  <a:cubicBezTo>
                    <a:pt x="951" y="2847"/>
                    <a:pt x="979" y="2867"/>
                    <a:pt x="1007" y="2875"/>
                  </a:cubicBezTo>
                  <a:cubicBezTo>
                    <a:pt x="1034" y="2887"/>
                    <a:pt x="1062" y="2895"/>
                    <a:pt x="1089" y="2895"/>
                  </a:cubicBezTo>
                  <a:cubicBezTo>
                    <a:pt x="1113" y="2895"/>
                    <a:pt x="1132" y="2891"/>
                    <a:pt x="1149" y="2878"/>
                  </a:cubicBezTo>
                  <a:cubicBezTo>
                    <a:pt x="1160" y="2871"/>
                    <a:pt x="1164" y="2863"/>
                    <a:pt x="1172" y="2851"/>
                  </a:cubicBezTo>
                  <a:cubicBezTo>
                    <a:pt x="1176" y="2843"/>
                    <a:pt x="1176" y="2831"/>
                    <a:pt x="1176" y="2820"/>
                  </a:cubicBezTo>
                  <a:cubicBezTo>
                    <a:pt x="1176" y="2789"/>
                    <a:pt x="1164" y="2753"/>
                    <a:pt x="1132" y="2709"/>
                  </a:cubicBezTo>
                  <a:cubicBezTo>
                    <a:pt x="977" y="2478"/>
                    <a:pt x="815" y="2262"/>
                    <a:pt x="683" y="2018"/>
                  </a:cubicBezTo>
                  <a:lnTo>
                    <a:pt x="683" y="2018"/>
                  </a:lnTo>
                  <a:cubicBezTo>
                    <a:pt x="697" y="2017"/>
                    <a:pt x="711" y="2015"/>
                    <a:pt x="724" y="2013"/>
                  </a:cubicBezTo>
                  <a:lnTo>
                    <a:pt x="724" y="2013"/>
                  </a:lnTo>
                  <a:lnTo>
                    <a:pt x="727" y="2015"/>
                  </a:lnTo>
                  <a:cubicBezTo>
                    <a:pt x="730" y="2019"/>
                    <a:pt x="738" y="2027"/>
                    <a:pt x="746" y="2039"/>
                  </a:cubicBezTo>
                  <a:cubicBezTo>
                    <a:pt x="778" y="2074"/>
                    <a:pt x="821" y="2141"/>
                    <a:pt x="861" y="2197"/>
                  </a:cubicBezTo>
                  <a:cubicBezTo>
                    <a:pt x="880" y="2228"/>
                    <a:pt x="896" y="2256"/>
                    <a:pt x="912" y="2276"/>
                  </a:cubicBezTo>
                  <a:cubicBezTo>
                    <a:pt x="920" y="2287"/>
                    <a:pt x="927" y="2295"/>
                    <a:pt x="932" y="2303"/>
                  </a:cubicBezTo>
                  <a:cubicBezTo>
                    <a:pt x="936" y="2311"/>
                    <a:pt x="939" y="2319"/>
                    <a:pt x="943" y="2323"/>
                  </a:cubicBezTo>
                  <a:cubicBezTo>
                    <a:pt x="1026" y="2429"/>
                    <a:pt x="1113" y="2540"/>
                    <a:pt x="1200" y="2647"/>
                  </a:cubicBezTo>
                  <a:cubicBezTo>
                    <a:pt x="1239" y="2689"/>
                    <a:pt x="1278" y="2753"/>
                    <a:pt x="1326" y="2812"/>
                  </a:cubicBezTo>
                  <a:cubicBezTo>
                    <a:pt x="1369" y="2867"/>
                    <a:pt x="1420" y="2926"/>
                    <a:pt x="1476" y="2958"/>
                  </a:cubicBezTo>
                  <a:cubicBezTo>
                    <a:pt x="1500" y="2973"/>
                    <a:pt x="1527" y="2982"/>
                    <a:pt x="1558" y="2982"/>
                  </a:cubicBezTo>
                  <a:cubicBezTo>
                    <a:pt x="1586" y="2982"/>
                    <a:pt x="1613" y="2978"/>
                    <a:pt x="1637" y="2962"/>
                  </a:cubicBezTo>
                  <a:cubicBezTo>
                    <a:pt x="1657" y="2946"/>
                    <a:pt x="1677" y="2922"/>
                    <a:pt x="1684" y="2891"/>
                  </a:cubicBezTo>
                  <a:cubicBezTo>
                    <a:pt x="1684" y="2887"/>
                    <a:pt x="1689" y="2878"/>
                    <a:pt x="1689" y="2871"/>
                  </a:cubicBezTo>
                  <a:cubicBezTo>
                    <a:pt x="1689" y="2843"/>
                    <a:pt x="1673" y="2812"/>
                    <a:pt x="1657" y="2784"/>
                  </a:cubicBezTo>
                  <a:cubicBezTo>
                    <a:pt x="1629" y="2741"/>
                    <a:pt x="1590" y="2701"/>
                    <a:pt x="1555" y="2662"/>
                  </a:cubicBezTo>
                  <a:cubicBezTo>
                    <a:pt x="1535" y="2647"/>
                    <a:pt x="1515" y="2627"/>
                    <a:pt x="1500" y="2611"/>
                  </a:cubicBezTo>
                  <a:cubicBezTo>
                    <a:pt x="1484" y="2595"/>
                    <a:pt x="1467" y="2583"/>
                    <a:pt x="1460" y="2571"/>
                  </a:cubicBezTo>
                  <a:cubicBezTo>
                    <a:pt x="1279" y="2360"/>
                    <a:pt x="1111" y="2142"/>
                    <a:pt x="949" y="1912"/>
                  </a:cubicBezTo>
                  <a:lnTo>
                    <a:pt x="949" y="1912"/>
                  </a:lnTo>
                  <a:cubicBezTo>
                    <a:pt x="955" y="1909"/>
                    <a:pt x="961" y="1905"/>
                    <a:pt x="967" y="1901"/>
                  </a:cubicBezTo>
                  <a:cubicBezTo>
                    <a:pt x="978" y="1892"/>
                    <a:pt x="988" y="1883"/>
                    <a:pt x="997" y="1876"/>
                  </a:cubicBezTo>
                  <a:lnTo>
                    <a:pt x="997" y="1876"/>
                  </a:lnTo>
                  <a:cubicBezTo>
                    <a:pt x="998" y="1876"/>
                    <a:pt x="998" y="1877"/>
                    <a:pt x="998" y="1877"/>
                  </a:cubicBezTo>
                  <a:cubicBezTo>
                    <a:pt x="1010" y="1893"/>
                    <a:pt x="1026" y="1913"/>
                    <a:pt x="1045" y="1937"/>
                  </a:cubicBezTo>
                  <a:cubicBezTo>
                    <a:pt x="1109" y="2019"/>
                    <a:pt x="1223" y="2150"/>
                    <a:pt x="1326" y="2263"/>
                  </a:cubicBezTo>
                  <a:cubicBezTo>
                    <a:pt x="1377" y="2323"/>
                    <a:pt x="1424" y="2374"/>
                    <a:pt x="1464" y="2418"/>
                  </a:cubicBezTo>
                  <a:cubicBezTo>
                    <a:pt x="1503" y="2457"/>
                    <a:pt x="1531" y="2489"/>
                    <a:pt x="1538" y="2496"/>
                  </a:cubicBezTo>
                  <a:cubicBezTo>
                    <a:pt x="1574" y="2536"/>
                    <a:pt x="1618" y="2587"/>
                    <a:pt x="1661" y="2638"/>
                  </a:cubicBezTo>
                  <a:cubicBezTo>
                    <a:pt x="1708" y="2689"/>
                    <a:pt x="1755" y="2736"/>
                    <a:pt x="1811" y="2765"/>
                  </a:cubicBezTo>
                  <a:cubicBezTo>
                    <a:pt x="1831" y="2772"/>
                    <a:pt x="1855" y="2780"/>
                    <a:pt x="1873" y="2780"/>
                  </a:cubicBezTo>
                  <a:cubicBezTo>
                    <a:pt x="1906" y="2780"/>
                    <a:pt x="1937" y="2765"/>
                    <a:pt x="1957" y="2745"/>
                  </a:cubicBezTo>
                  <a:cubicBezTo>
                    <a:pt x="1977" y="2721"/>
                    <a:pt x="1988" y="2689"/>
                    <a:pt x="1988" y="2654"/>
                  </a:cubicBezTo>
                  <a:lnTo>
                    <a:pt x="1988" y="2642"/>
                  </a:lnTo>
                  <a:cubicBezTo>
                    <a:pt x="1984" y="2599"/>
                    <a:pt x="1964" y="2563"/>
                    <a:pt x="1937" y="2532"/>
                  </a:cubicBezTo>
                  <a:cubicBezTo>
                    <a:pt x="1909" y="2505"/>
                    <a:pt x="1878" y="2481"/>
                    <a:pt x="1850" y="2457"/>
                  </a:cubicBezTo>
                  <a:cubicBezTo>
                    <a:pt x="1764" y="2386"/>
                    <a:pt x="1680" y="2295"/>
                    <a:pt x="1602" y="2208"/>
                  </a:cubicBezTo>
                  <a:cubicBezTo>
                    <a:pt x="1590" y="2197"/>
                    <a:pt x="1558" y="2161"/>
                    <a:pt x="1515" y="2114"/>
                  </a:cubicBezTo>
                  <a:cubicBezTo>
                    <a:pt x="1452" y="2043"/>
                    <a:pt x="1362" y="1944"/>
                    <a:pt x="1291" y="1861"/>
                  </a:cubicBezTo>
                  <a:cubicBezTo>
                    <a:pt x="1255" y="1819"/>
                    <a:pt x="1223" y="1779"/>
                    <a:pt x="1200" y="1748"/>
                  </a:cubicBezTo>
                  <a:cubicBezTo>
                    <a:pt x="1187" y="1731"/>
                    <a:pt x="1180" y="1719"/>
                    <a:pt x="1176" y="1708"/>
                  </a:cubicBezTo>
                  <a:cubicBezTo>
                    <a:pt x="1172" y="1704"/>
                    <a:pt x="1168" y="1700"/>
                    <a:pt x="1168" y="1695"/>
                  </a:cubicBezTo>
                  <a:lnTo>
                    <a:pt x="1168" y="1693"/>
                  </a:lnTo>
                  <a:lnTo>
                    <a:pt x="1168" y="1693"/>
                  </a:lnTo>
                  <a:cubicBezTo>
                    <a:pt x="1180" y="1675"/>
                    <a:pt x="1191" y="1657"/>
                    <a:pt x="1202" y="1638"/>
                  </a:cubicBezTo>
                  <a:lnTo>
                    <a:pt x="1202" y="1638"/>
                  </a:lnTo>
                  <a:cubicBezTo>
                    <a:pt x="1204" y="1643"/>
                    <a:pt x="1208" y="1648"/>
                    <a:pt x="1211" y="1653"/>
                  </a:cubicBezTo>
                  <a:cubicBezTo>
                    <a:pt x="1231" y="1680"/>
                    <a:pt x="1255" y="1712"/>
                    <a:pt x="1282" y="1748"/>
                  </a:cubicBezTo>
                  <a:cubicBezTo>
                    <a:pt x="1326" y="1802"/>
                    <a:pt x="1377" y="1857"/>
                    <a:pt x="1420" y="1905"/>
                  </a:cubicBezTo>
                  <a:cubicBezTo>
                    <a:pt x="1444" y="1928"/>
                    <a:pt x="1464" y="1948"/>
                    <a:pt x="1480" y="1964"/>
                  </a:cubicBezTo>
                  <a:cubicBezTo>
                    <a:pt x="1491" y="1979"/>
                    <a:pt x="1507" y="1995"/>
                    <a:pt x="1511" y="1999"/>
                  </a:cubicBezTo>
                  <a:cubicBezTo>
                    <a:pt x="1555" y="2050"/>
                    <a:pt x="1609" y="2121"/>
                    <a:pt x="1665" y="2185"/>
                  </a:cubicBezTo>
                  <a:cubicBezTo>
                    <a:pt x="1697" y="2221"/>
                    <a:pt x="1724" y="2252"/>
                    <a:pt x="1755" y="2276"/>
                  </a:cubicBezTo>
                  <a:cubicBezTo>
                    <a:pt x="1787" y="2303"/>
                    <a:pt x="1822" y="2327"/>
                    <a:pt x="1855" y="2343"/>
                  </a:cubicBezTo>
                  <a:cubicBezTo>
                    <a:pt x="1873" y="2350"/>
                    <a:pt x="1893" y="2354"/>
                    <a:pt x="1917" y="2354"/>
                  </a:cubicBezTo>
                  <a:cubicBezTo>
                    <a:pt x="1933" y="2354"/>
                    <a:pt x="1949" y="2350"/>
                    <a:pt x="1964" y="2347"/>
                  </a:cubicBezTo>
                  <a:cubicBezTo>
                    <a:pt x="1980" y="2339"/>
                    <a:pt x="1992" y="2330"/>
                    <a:pt x="2004" y="2315"/>
                  </a:cubicBezTo>
                  <a:cubicBezTo>
                    <a:pt x="2024" y="2295"/>
                    <a:pt x="2028" y="2268"/>
                    <a:pt x="2028" y="2244"/>
                  </a:cubicBezTo>
                  <a:cubicBezTo>
                    <a:pt x="2028" y="2224"/>
                    <a:pt x="2024" y="2205"/>
                    <a:pt x="2015" y="2185"/>
                  </a:cubicBezTo>
                  <a:cubicBezTo>
                    <a:pt x="1992" y="2126"/>
                    <a:pt x="1944" y="2074"/>
                    <a:pt x="1893" y="2027"/>
                  </a:cubicBezTo>
                  <a:cubicBezTo>
                    <a:pt x="1846" y="1984"/>
                    <a:pt x="1791" y="1941"/>
                    <a:pt x="1751" y="1901"/>
                  </a:cubicBezTo>
                  <a:cubicBezTo>
                    <a:pt x="1626" y="1763"/>
                    <a:pt x="1511" y="1617"/>
                    <a:pt x="1405" y="1467"/>
                  </a:cubicBezTo>
                  <a:cubicBezTo>
                    <a:pt x="1345" y="1380"/>
                    <a:pt x="1282" y="1302"/>
                    <a:pt x="1247" y="1207"/>
                  </a:cubicBezTo>
                  <a:cubicBezTo>
                    <a:pt x="1243" y="1199"/>
                    <a:pt x="1243" y="1191"/>
                    <a:pt x="1243" y="1184"/>
                  </a:cubicBezTo>
                  <a:lnTo>
                    <a:pt x="1243" y="1180"/>
                  </a:lnTo>
                  <a:lnTo>
                    <a:pt x="1247" y="1175"/>
                  </a:lnTo>
                  <a:lnTo>
                    <a:pt x="1263" y="1175"/>
                  </a:lnTo>
                  <a:cubicBezTo>
                    <a:pt x="1291" y="1184"/>
                    <a:pt x="1314" y="1195"/>
                    <a:pt x="1338" y="1211"/>
                  </a:cubicBezTo>
                  <a:cubicBezTo>
                    <a:pt x="1362" y="1227"/>
                    <a:pt x="1385" y="1246"/>
                    <a:pt x="1413" y="1266"/>
                  </a:cubicBezTo>
                  <a:cubicBezTo>
                    <a:pt x="1500" y="1337"/>
                    <a:pt x="1602" y="1393"/>
                    <a:pt x="1708" y="1428"/>
                  </a:cubicBezTo>
                  <a:cubicBezTo>
                    <a:pt x="1740" y="1440"/>
                    <a:pt x="1775" y="1448"/>
                    <a:pt x="1811" y="1448"/>
                  </a:cubicBezTo>
                  <a:lnTo>
                    <a:pt x="1819" y="1448"/>
                  </a:lnTo>
                  <a:cubicBezTo>
                    <a:pt x="1850" y="1448"/>
                    <a:pt x="1882" y="1435"/>
                    <a:pt x="1902" y="1420"/>
                  </a:cubicBezTo>
                  <a:cubicBezTo>
                    <a:pt x="1913" y="1408"/>
                    <a:pt x="1926" y="1396"/>
                    <a:pt x="1929" y="1384"/>
                  </a:cubicBezTo>
                  <a:cubicBezTo>
                    <a:pt x="1937" y="1369"/>
                    <a:pt x="1941" y="1353"/>
                    <a:pt x="1941" y="1337"/>
                  </a:cubicBezTo>
                  <a:lnTo>
                    <a:pt x="1941" y="1333"/>
                  </a:lnTo>
                  <a:cubicBezTo>
                    <a:pt x="1941" y="1313"/>
                    <a:pt x="1941" y="1298"/>
                    <a:pt x="1933" y="1286"/>
                  </a:cubicBezTo>
                  <a:cubicBezTo>
                    <a:pt x="1926" y="1262"/>
                    <a:pt x="1909" y="1246"/>
                    <a:pt x="1893" y="1235"/>
                  </a:cubicBezTo>
                  <a:cubicBezTo>
                    <a:pt x="1878" y="1219"/>
                    <a:pt x="1858" y="1211"/>
                    <a:pt x="1838" y="1203"/>
                  </a:cubicBezTo>
                  <a:cubicBezTo>
                    <a:pt x="1811" y="1191"/>
                    <a:pt x="1779" y="1184"/>
                    <a:pt x="1751" y="1175"/>
                  </a:cubicBezTo>
                  <a:cubicBezTo>
                    <a:pt x="1728" y="1167"/>
                    <a:pt x="1704" y="1160"/>
                    <a:pt x="1684" y="1148"/>
                  </a:cubicBezTo>
                  <a:cubicBezTo>
                    <a:pt x="1413" y="1002"/>
                    <a:pt x="1180" y="820"/>
                    <a:pt x="1007" y="568"/>
                  </a:cubicBezTo>
                  <a:cubicBezTo>
                    <a:pt x="963" y="501"/>
                    <a:pt x="932" y="426"/>
                    <a:pt x="896" y="352"/>
                  </a:cubicBezTo>
                  <a:cubicBezTo>
                    <a:pt x="861" y="281"/>
                    <a:pt x="821" y="205"/>
                    <a:pt x="762" y="139"/>
                  </a:cubicBezTo>
                  <a:cubicBezTo>
                    <a:pt x="723" y="99"/>
                    <a:pt x="675" y="63"/>
                    <a:pt x="620" y="39"/>
                  </a:cubicBezTo>
                  <a:cubicBezTo>
                    <a:pt x="568" y="16"/>
                    <a:pt x="514" y="1"/>
                    <a:pt x="45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9" name="Google Shape;2179;p48"/>
            <p:cNvSpPr/>
            <p:nvPr/>
          </p:nvSpPr>
          <p:spPr>
            <a:xfrm>
              <a:off x="1122422" y="5780851"/>
              <a:ext cx="758802" cy="1604420"/>
            </a:xfrm>
            <a:custGeom>
              <a:rect b="b" l="l" r="r" t="t"/>
              <a:pathLst>
                <a:path extrusionOk="0" h="6265" w="2963">
                  <a:moveTo>
                    <a:pt x="1667" y="1"/>
                  </a:moveTo>
                  <a:cubicBezTo>
                    <a:pt x="1664" y="1"/>
                    <a:pt x="1660" y="1"/>
                    <a:pt x="1657" y="1"/>
                  </a:cubicBezTo>
                  <a:cubicBezTo>
                    <a:pt x="1475" y="6"/>
                    <a:pt x="1333" y="148"/>
                    <a:pt x="1224" y="290"/>
                  </a:cubicBezTo>
                  <a:cubicBezTo>
                    <a:pt x="789" y="834"/>
                    <a:pt x="533" y="1500"/>
                    <a:pt x="391" y="2182"/>
                  </a:cubicBezTo>
                  <a:cubicBezTo>
                    <a:pt x="163" y="3289"/>
                    <a:pt x="1" y="4749"/>
                    <a:pt x="663" y="5750"/>
                  </a:cubicBezTo>
                  <a:cubicBezTo>
                    <a:pt x="853" y="6042"/>
                    <a:pt x="1129" y="6243"/>
                    <a:pt x="1526" y="6263"/>
                  </a:cubicBezTo>
                  <a:cubicBezTo>
                    <a:pt x="1549" y="6264"/>
                    <a:pt x="1572" y="6265"/>
                    <a:pt x="1594" y="6265"/>
                  </a:cubicBezTo>
                  <a:cubicBezTo>
                    <a:pt x="2016" y="6265"/>
                    <a:pt x="2426" y="6024"/>
                    <a:pt x="2658" y="5671"/>
                  </a:cubicBezTo>
                  <a:cubicBezTo>
                    <a:pt x="2962" y="5211"/>
                    <a:pt x="2895" y="4785"/>
                    <a:pt x="2793" y="4292"/>
                  </a:cubicBezTo>
                  <a:cubicBezTo>
                    <a:pt x="2532" y="3058"/>
                    <a:pt x="2331" y="1331"/>
                    <a:pt x="2134" y="550"/>
                  </a:cubicBezTo>
                  <a:cubicBezTo>
                    <a:pt x="2071" y="293"/>
                    <a:pt x="1925" y="1"/>
                    <a:pt x="1667" y="1"/>
                  </a:cubicBezTo>
                  <a:close/>
                </a:path>
              </a:pathLst>
            </a:custGeom>
            <a:solidFill>
              <a:schemeClr val="accen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0" name="Google Shape;2180;p48"/>
            <p:cNvSpPr/>
            <p:nvPr/>
          </p:nvSpPr>
          <p:spPr>
            <a:xfrm>
              <a:off x="1165958" y="5774961"/>
              <a:ext cx="698876" cy="1615944"/>
            </a:xfrm>
            <a:custGeom>
              <a:rect b="b" l="l" r="r" t="t"/>
              <a:pathLst>
                <a:path extrusionOk="0" h="6310" w="2729">
                  <a:moveTo>
                    <a:pt x="1495" y="48"/>
                  </a:moveTo>
                  <a:cubicBezTo>
                    <a:pt x="1558" y="48"/>
                    <a:pt x="1609" y="64"/>
                    <a:pt x="1656" y="91"/>
                  </a:cubicBezTo>
                  <a:cubicBezTo>
                    <a:pt x="1731" y="138"/>
                    <a:pt x="1791" y="209"/>
                    <a:pt x="1838" y="296"/>
                  </a:cubicBezTo>
                  <a:cubicBezTo>
                    <a:pt x="1885" y="384"/>
                    <a:pt x="1920" y="482"/>
                    <a:pt x="1944" y="577"/>
                  </a:cubicBezTo>
                  <a:cubicBezTo>
                    <a:pt x="2039" y="966"/>
                    <a:pt x="2142" y="1594"/>
                    <a:pt x="2248" y="2276"/>
                  </a:cubicBezTo>
                  <a:cubicBezTo>
                    <a:pt x="2355" y="2962"/>
                    <a:pt x="2473" y="3703"/>
                    <a:pt x="2603" y="4318"/>
                  </a:cubicBezTo>
                  <a:cubicBezTo>
                    <a:pt x="2650" y="4543"/>
                    <a:pt x="2686" y="4756"/>
                    <a:pt x="2686" y="4957"/>
                  </a:cubicBezTo>
                  <a:cubicBezTo>
                    <a:pt x="2686" y="5201"/>
                    <a:pt x="2630" y="5434"/>
                    <a:pt x="2468" y="5683"/>
                  </a:cubicBezTo>
                  <a:cubicBezTo>
                    <a:pt x="2240" y="6029"/>
                    <a:pt x="1834" y="6266"/>
                    <a:pt x="1420" y="6266"/>
                  </a:cubicBezTo>
                  <a:lnTo>
                    <a:pt x="1356" y="6266"/>
                  </a:lnTo>
                  <a:cubicBezTo>
                    <a:pt x="1160" y="6255"/>
                    <a:pt x="998" y="6199"/>
                    <a:pt x="856" y="6113"/>
                  </a:cubicBezTo>
                  <a:cubicBezTo>
                    <a:pt x="718" y="6026"/>
                    <a:pt x="604" y="5904"/>
                    <a:pt x="513" y="5762"/>
                  </a:cubicBezTo>
                  <a:cubicBezTo>
                    <a:pt x="162" y="5234"/>
                    <a:pt x="44" y="4575"/>
                    <a:pt x="44" y="3909"/>
                  </a:cubicBezTo>
                  <a:cubicBezTo>
                    <a:pt x="44" y="3321"/>
                    <a:pt x="135" y="2730"/>
                    <a:pt x="245" y="2209"/>
                  </a:cubicBezTo>
                  <a:cubicBezTo>
                    <a:pt x="386" y="1530"/>
                    <a:pt x="639" y="864"/>
                    <a:pt x="1069" y="324"/>
                  </a:cubicBezTo>
                  <a:cubicBezTo>
                    <a:pt x="1125" y="253"/>
                    <a:pt x="1187" y="186"/>
                    <a:pt x="1258" y="135"/>
                  </a:cubicBezTo>
                  <a:cubicBezTo>
                    <a:pt x="1325" y="84"/>
                    <a:pt x="1404" y="48"/>
                    <a:pt x="1487" y="48"/>
                  </a:cubicBezTo>
                  <a:close/>
                  <a:moveTo>
                    <a:pt x="1495" y="0"/>
                  </a:moveTo>
                  <a:cubicBezTo>
                    <a:pt x="1491" y="0"/>
                    <a:pt x="1487" y="0"/>
                    <a:pt x="1487" y="5"/>
                  </a:cubicBezTo>
                  <a:cubicBezTo>
                    <a:pt x="1392" y="5"/>
                    <a:pt x="1305" y="44"/>
                    <a:pt x="1231" y="100"/>
                  </a:cubicBezTo>
                  <a:cubicBezTo>
                    <a:pt x="1156" y="154"/>
                    <a:pt x="1092" y="225"/>
                    <a:pt x="1038" y="296"/>
                  </a:cubicBezTo>
                  <a:cubicBezTo>
                    <a:pt x="599" y="844"/>
                    <a:pt x="344" y="1519"/>
                    <a:pt x="202" y="2200"/>
                  </a:cubicBezTo>
                  <a:cubicBezTo>
                    <a:pt x="91" y="2721"/>
                    <a:pt x="0" y="3317"/>
                    <a:pt x="0" y="3909"/>
                  </a:cubicBezTo>
                  <a:cubicBezTo>
                    <a:pt x="0" y="4582"/>
                    <a:pt x="119" y="5249"/>
                    <a:pt x="474" y="5785"/>
                  </a:cubicBezTo>
                  <a:cubicBezTo>
                    <a:pt x="572" y="5935"/>
                    <a:pt x="690" y="6057"/>
                    <a:pt x="836" y="6148"/>
                  </a:cubicBezTo>
                  <a:cubicBezTo>
                    <a:pt x="978" y="6242"/>
                    <a:pt x="1152" y="6298"/>
                    <a:pt x="1353" y="6310"/>
                  </a:cubicBezTo>
                  <a:lnTo>
                    <a:pt x="1420" y="6310"/>
                  </a:lnTo>
                  <a:cubicBezTo>
                    <a:pt x="1850" y="6310"/>
                    <a:pt x="2268" y="6065"/>
                    <a:pt x="2508" y="5707"/>
                  </a:cubicBezTo>
                  <a:cubicBezTo>
                    <a:pt x="2674" y="5454"/>
                    <a:pt x="2729" y="5205"/>
                    <a:pt x="2729" y="4957"/>
                  </a:cubicBezTo>
                  <a:cubicBezTo>
                    <a:pt x="2729" y="4748"/>
                    <a:pt x="2690" y="4535"/>
                    <a:pt x="2643" y="4311"/>
                  </a:cubicBezTo>
                  <a:cubicBezTo>
                    <a:pt x="2516" y="3696"/>
                    <a:pt x="2397" y="2954"/>
                    <a:pt x="2291" y="2271"/>
                  </a:cubicBezTo>
                  <a:cubicBezTo>
                    <a:pt x="2185" y="1585"/>
                    <a:pt x="2082" y="959"/>
                    <a:pt x="1984" y="564"/>
                  </a:cubicBezTo>
                  <a:cubicBezTo>
                    <a:pt x="1953" y="438"/>
                    <a:pt x="1901" y="296"/>
                    <a:pt x="1822" y="190"/>
                  </a:cubicBezTo>
                  <a:cubicBezTo>
                    <a:pt x="1782" y="135"/>
                    <a:pt x="1735" y="87"/>
                    <a:pt x="1680" y="56"/>
                  </a:cubicBezTo>
                  <a:cubicBezTo>
                    <a:pt x="1625" y="20"/>
                    <a:pt x="1566" y="0"/>
                    <a:pt x="149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1" name="Google Shape;2181;p48"/>
            <p:cNvSpPr/>
            <p:nvPr/>
          </p:nvSpPr>
          <p:spPr>
            <a:xfrm>
              <a:off x="1712197" y="6106085"/>
              <a:ext cx="43536" cy="288616"/>
            </a:xfrm>
            <a:custGeom>
              <a:rect b="b" l="l" r="r" t="t"/>
              <a:pathLst>
                <a:path extrusionOk="0" h="1127" w="170">
                  <a:moveTo>
                    <a:pt x="20" y="1"/>
                  </a:moveTo>
                  <a:cubicBezTo>
                    <a:pt x="9" y="5"/>
                    <a:pt x="0" y="13"/>
                    <a:pt x="0" y="25"/>
                  </a:cubicBezTo>
                  <a:cubicBezTo>
                    <a:pt x="24" y="387"/>
                    <a:pt x="64" y="750"/>
                    <a:pt x="127" y="1109"/>
                  </a:cubicBezTo>
                  <a:cubicBezTo>
                    <a:pt x="127" y="1119"/>
                    <a:pt x="135" y="1126"/>
                    <a:pt x="145" y="1126"/>
                  </a:cubicBezTo>
                  <a:cubicBezTo>
                    <a:pt x="147" y="1126"/>
                    <a:pt x="149" y="1126"/>
                    <a:pt x="151" y="1125"/>
                  </a:cubicBezTo>
                  <a:cubicBezTo>
                    <a:pt x="162" y="1125"/>
                    <a:pt x="170" y="1113"/>
                    <a:pt x="170" y="1101"/>
                  </a:cubicBezTo>
                  <a:cubicBezTo>
                    <a:pt x="107" y="747"/>
                    <a:pt x="68" y="383"/>
                    <a:pt x="44" y="25"/>
                  </a:cubicBezTo>
                  <a:cubicBezTo>
                    <a:pt x="44" y="13"/>
                    <a:pt x="36" y="1"/>
                    <a:pt x="20" y="1"/>
                  </a:cubicBezTo>
                  <a:close/>
                </a:path>
              </a:pathLst>
            </a:custGeom>
            <a:solidFill>
              <a:srgbClr val="000000"/>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2" name="Google Shape;2182;p48"/>
            <p:cNvSpPr/>
            <p:nvPr/>
          </p:nvSpPr>
          <p:spPr>
            <a:xfrm>
              <a:off x="4294093" y="5338328"/>
              <a:ext cx="58901" cy="258141"/>
            </a:xfrm>
            <a:custGeom>
              <a:rect b="b" l="l" r="r" t="t"/>
              <a:pathLst>
                <a:path extrusionOk="0" h="1008" w="230">
                  <a:moveTo>
                    <a:pt x="25" y="1"/>
                  </a:moveTo>
                  <a:cubicBezTo>
                    <a:pt x="24" y="1"/>
                    <a:pt x="22" y="1"/>
                    <a:pt x="21" y="2"/>
                  </a:cubicBezTo>
                  <a:cubicBezTo>
                    <a:pt x="9" y="2"/>
                    <a:pt x="1" y="14"/>
                    <a:pt x="1" y="25"/>
                  </a:cubicBezTo>
                  <a:cubicBezTo>
                    <a:pt x="64" y="349"/>
                    <a:pt x="124" y="669"/>
                    <a:pt x="186" y="988"/>
                  </a:cubicBezTo>
                  <a:cubicBezTo>
                    <a:pt x="190" y="1000"/>
                    <a:pt x="202" y="1008"/>
                    <a:pt x="214" y="1008"/>
                  </a:cubicBezTo>
                  <a:cubicBezTo>
                    <a:pt x="226" y="1004"/>
                    <a:pt x="230" y="992"/>
                    <a:pt x="230" y="980"/>
                  </a:cubicBezTo>
                  <a:cubicBezTo>
                    <a:pt x="166" y="660"/>
                    <a:pt x="108" y="342"/>
                    <a:pt x="44" y="18"/>
                  </a:cubicBezTo>
                  <a:cubicBezTo>
                    <a:pt x="41" y="8"/>
                    <a:pt x="33" y="1"/>
                    <a:pt x="2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3" name="Google Shape;2183;p48"/>
            <p:cNvSpPr/>
            <p:nvPr/>
          </p:nvSpPr>
          <p:spPr>
            <a:xfrm>
              <a:off x="4248765" y="6779600"/>
              <a:ext cx="589013" cy="400273"/>
            </a:xfrm>
            <a:custGeom>
              <a:rect b="b" l="l" r="r" t="t"/>
              <a:pathLst>
                <a:path extrusionOk="0" h="1563" w="2300">
                  <a:moveTo>
                    <a:pt x="1626" y="0"/>
                  </a:moveTo>
                  <a:cubicBezTo>
                    <a:pt x="1557" y="0"/>
                    <a:pt x="1489" y="19"/>
                    <a:pt x="1428" y="37"/>
                  </a:cubicBezTo>
                  <a:cubicBezTo>
                    <a:pt x="1357" y="57"/>
                    <a:pt x="1290" y="80"/>
                    <a:pt x="1223" y="104"/>
                  </a:cubicBezTo>
                  <a:cubicBezTo>
                    <a:pt x="1089" y="155"/>
                    <a:pt x="963" y="218"/>
                    <a:pt x="840" y="297"/>
                  </a:cubicBezTo>
                  <a:cubicBezTo>
                    <a:pt x="789" y="328"/>
                    <a:pt x="742" y="372"/>
                    <a:pt x="691" y="403"/>
                  </a:cubicBezTo>
                  <a:cubicBezTo>
                    <a:pt x="627" y="443"/>
                    <a:pt x="545" y="466"/>
                    <a:pt x="478" y="490"/>
                  </a:cubicBezTo>
                  <a:cubicBezTo>
                    <a:pt x="403" y="521"/>
                    <a:pt x="139" y="588"/>
                    <a:pt x="88" y="648"/>
                  </a:cubicBezTo>
                  <a:cubicBezTo>
                    <a:pt x="48" y="695"/>
                    <a:pt x="1" y="805"/>
                    <a:pt x="12" y="991"/>
                  </a:cubicBezTo>
                  <a:cubicBezTo>
                    <a:pt x="17" y="1038"/>
                    <a:pt x="153" y="1562"/>
                    <a:pt x="159" y="1562"/>
                  </a:cubicBezTo>
                  <a:cubicBezTo>
                    <a:pt x="159" y="1562"/>
                    <a:pt x="159" y="1562"/>
                    <a:pt x="159" y="1562"/>
                  </a:cubicBezTo>
                  <a:cubicBezTo>
                    <a:pt x="292" y="1516"/>
                    <a:pt x="430" y="1503"/>
                    <a:pt x="571" y="1503"/>
                  </a:cubicBezTo>
                  <a:cubicBezTo>
                    <a:pt x="786" y="1503"/>
                    <a:pt x="1007" y="1535"/>
                    <a:pt x="1225" y="1535"/>
                  </a:cubicBezTo>
                  <a:cubicBezTo>
                    <a:pt x="1233" y="1535"/>
                    <a:pt x="1240" y="1535"/>
                    <a:pt x="1247" y="1535"/>
                  </a:cubicBezTo>
                  <a:cubicBezTo>
                    <a:pt x="1471" y="1535"/>
                    <a:pt x="1697" y="1495"/>
                    <a:pt x="1905" y="1424"/>
                  </a:cubicBezTo>
                  <a:cubicBezTo>
                    <a:pt x="1981" y="1400"/>
                    <a:pt x="2138" y="1365"/>
                    <a:pt x="2185" y="1302"/>
                  </a:cubicBezTo>
                  <a:cubicBezTo>
                    <a:pt x="2207" y="1273"/>
                    <a:pt x="2195" y="1123"/>
                    <a:pt x="2161" y="1123"/>
                  </a:cubicBezTo>
                  <a:cubicBezTo>
                    <a:pt x="2159" y="1123"/>
                    <a:pt x="2156" y="1124"/>
                    <a:pt x="2154" y="1125"/>
                  </a:cubicBezTo>
                  <a:cubicBezTo>
                    <a:pt x="2217" y="1085"/>
                    <a:pt x="2299" y="1022"/>
                    <a:pt x="2276" y="936"/>
                  </a:cubicBezTo>
                  <a:cubicBezTo>
                    <a:pt x="2268" y="888"/>
                    <a:pt x="2232" y="853"/>
                    <a:pt x="2201" y="821"/>
                  </a:cubicBezTo>
                  <a:cubicBezTo>
                    <a:pt x="2260" y="762"/>
                    <a:pt x="2268" y="667"/>
                    <a:pt x="2221" y="596"/>
                  </a:cubicBezTo>
                  <a:cubicBezTo>
                    <a:pt x="2189" y="549"/>
                    <a:pt x="2130" y="517"/>
                    <a:pt x="2075" y="517"/>
                  </a:cubicBezTo>
                  <a:cubicBezTo>
                    <a:pt x="2099" y="486"/>
                    <a:pt x="2118" y="450"/>
                    <a:pt x="2114" y="412"/>
                  </a:cubicBezTo>
                  <a:cubicBezTo>
                    <a:pt x="2114" y="356"/>
                    <a:pt x="2070" y="312"/>
                    <a:pt x="2028" y="285"/>
                  </a:cubicBezTo>
                  <a:cubicBezTo>
                    <a:pt x="1988" y="261"/>
                    <a:pt x="1948" y="250"/>
                    <a:pt x="1905" y="241"/>
                  </a:cubicBezTo>
                  <a:cubicBezTo>
                    <a:pt x="1901" y="241"/>
                    <a:pt x="1897" y="237"/>
                    <a:pt x="1897" y="234"/>
                  </a:cubicBezTo>
                  <a:cubicBezTo>
                    <a:pt x="1886" y="182"/>
                    <a:pt x="1858" y="135"/>
                    <a:pt x="1819" y="95"/>
                  </a:cubicBezTo>
                  <a:cubicBezTo>
                    <a:pt x="1771" y="48"/>
                    <a:pt x="1712" y="5"/>
                    <a:pt x="1645" y="1"/>
                  </a:cubicBezTo>
                  <a:cubicBezTo>
                    <a:pt x="1638" y="0"/>
                    <a:pt x="1632" y="0"/>
                    <a:pt x="1626" y="0"/>
                  </a:cubicBezTo>
                  <a:close/>
                </a:path>
              </a:pathLst>
            </a:custGeom>
            <a:solidFill>
              <a:schemeClr val="accent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4" name="Google Shape;2184;p48"/>
            <p:cNvSpPr/>
            <p:nvPr/>
          </p:nvSpPr>
          <p:spPr>
            <a:xfrm>
              <a:off x="4245692" y="6773710"/>
              <a:ext cx="593110" cy="412053"/>
            </a:xfrm>
            <a:custGeom>
              <a:rect b="b" l="l" r="r" t="t"/>
              <a:pathLst>
                <a:path extrusionOk="0" h="1609" w="2316">
                  <a:moveTo>
                    <a:pt x="1653" y="44"/>
                  </a:moveTo>
                  <a:cubicBezTo>
                    <a:pt x="1685" y="47"/>
                    <a:pt x="1712" y="56"/>
                    <a:pt x="1740" y="75"/>
                  </a:cubicBezTo>
                  <a:cubicBezTo>
                    <a:pt x="1767" y="91"/>
                    <a:pt x="1791" y="111"/>
                    <a:pt x="1815" y="135"/>
                  </a:cubicBezTo>
                  <a:cubicBezTo>
                    <a:pt x="1851" y="170"/>
                    <a:pt x="1878" y="213"/>
                    <a:pt x="1886" y="260"/>
                  </a:cubicBezTo>
                  <a:cubicBezTo>
                    <a:pt x="1886" y="264"/>
                    <a:pt x="1889" y="273"/>
                    <a:pt x="1893" y="273"/>
                  </a:cubicBezTo>
                  <a:cubicBezTo>
                    <a:pt x="1898" y="276"/>
                    <a:pt x="1898" y="280"/>
                    <a:pt x="1906" y="284"/>
                  </a:cubicBezTo>
                  <a:cubicBezTo>
                    <a:pt x="1909" y="284"/>
                    <a:pt x="1913" y="288"/>
                    <a:pt x="1917" y="288"/>
                  </a:cubicBezTo>
                  <a:cubicBezTo>
                    <a:pt x="1957" y="293"/>
                    <a:pt x="1993" y="304"/>
                    <a:pt x="2028" y="324"/>
                  </a:cubicBezTo>
                  <a:cubicBezTo>
                    <a:pt x="2047" y="340"/>
                    <a:pt x="2067" y="355"/>
                    <a:pt x="2082" y="375"/>
                  </a:cubicBezTo>
                  <a:cubicBezTo>
                    <a:pt x="2095" y="395"/>
                    <a:pt x="2106" y="415"/>
                    <a:pt x="2106" y="438"/>
                  </a:cubicBezTo>
                  <a:cubicBezTo>
                    <a:pt x="2106" y="453"/>
                    <a:pt x="2102" y="470"/>
                    <a:pt x="2095" y="486"/>
                  </a:cubicBezTo>
                  <a:cubicBezTo>
                    <a:pt x="2087" y="497"/>
                    <a:pt x="2079" y="513"/>
                    <a:pt x="2067" y="524"/>
                  </a:cubicBezTo>
                  <a:cubicBezTo>
                    <a:pt x="2064" y="533"/>
                    <a:pt x="2064" y="540"/>
                    <a:pt x="2067" y="548"/>
                  </a:cubicBezTo>
                  <a:cubicBezTo>
                    <a:pt x="2067" y="557"/>
                    <a:pt x="2075" y="560"/>
                    <a:pt x="2082" y="560"/>
                  </a:cubicBezTo>
                  <a:cubicBezTo>
                    <a:pt x="2138" y="564"/>
                    <a:pt x="2189" y="592"/>
                    <a:pt x="2217" y="631"/>
                  </a:cubicBezTo>
                  <a:cubicBezTo>
                    <a:pt x="2233" y="659"/>
                    <a:pt x="2244" y="690"/>
                    <a:pt x="2244" y="718"/>
                  </a:cubicBezTo>
                  <a:cubicBezTo>
                    <a:pt x="2244" y="761"/>
                    <a:pt x="2229" y="797"/>
                    <a:pt x="2197" y="824"/>
                  </a:cubicBezTo>
                  <a:cubicBezTo>
                    <a:pt x="2193" y="832"/>
                    <a:pt x="2189" y="837"/>
                    <a:pt x="2189" y="844"/>
                  </a:cubicBezTo>
                  <a:cubicBezTo>
                    <a:pt x="2189" y="848"/>
                    <a:pt x="2193" y="856"/>
                    <a:pt x="2197" y="860"/>
                  </a:cubicBezTo>
                  <a:cubicBezTo>
                    <a:pt x="2213" y="876"/>
                    <a:pt x="2229" y="892"/>
                    <a:pt x="2241" y="908"/>
                  </a:cubicBezTo>
                  <a:cubicBezTo>
                    <a:pt x="2257" y="927"/>
                    <a:pt x="2264" y="943"/>
                    <a:pt x="2268" y="963"/>
                  </a:cubicBezTo>
                  <a:cubicBezTo>
                    <a:pt x="2272" y="970"/>
                    <a:pt x="2272" y="979"/>
                    <a:pt x="2272" y="986"/>
                  </a:cubicBezTo>
                  <a:cubicBezTo>
                    <a:pt x="2272" y="1002"/>
                    <a:pt x="2268" y="1014"/>
                    <a:pt x="2260" y="1026"/>
                  </a:cubicBezTo>
                  <a:cubicBezTo>
                    <a:pt x="2253" y="1045"/>
                    <a:pt x="2237" y="1065"/>
                    <a:pt x="2217" y="1085"/>
                  </a:cubicBezTo>
                  <a:cubicBezTo>
                    <a:pt x="2197" y="1101"/>
                    <a:pt x="2177" y="1116"/>
                    <a:pt x="2153" y="1128"/>
                  </a:cubicBezTo>
                  <a:cubicBezTo>
                    <a:pt x="2153" y="1128"/>
                    <a:pt x="2153" y="1128"/>
                    <a:pt x="2153" y="1128"/>
                  </a:cubicBezTo>
                  <a:lnTo>
                    <a:pt x="2153" y="1128"/>
                  </a:lnTo>
                  <a:cubicBezTo>
                    <a:pt x="2150" y="1132"/>
                    <a:pt x="2147" y="1135"/>
                    <a:pt x="2146" y="1142"/>
                  </a:cubicBezTo>
                  <a:lnTo>
                    <a:pt x="2146" y="1142"/>
                  </a:lnTo>
                  <a:cubicBezTo>
                    <a:pt x="2145" y="1145"/>
                    <a:pt x="2145" y="1149"/>
                    <a:pt x="2147" y="1153"/>
                  </a:cubicBezTo>
                  <a:lnTo>
                    <a:pt x="2147" y="1153"/>
                  </a:lnTo>
                  <a:cubicBezTo>
                    <a:pt x="2147" y="1155"/>
                    <a:pt x="2148" y="1158"/>
                    <a:pt x="2150" y="1159"/>
                  </a:cubicBezTo>
                  <a:cubicBezTo>
                    <a:pt x="2152" y="1167"/>
                    <a:pt x="2160" y="1170"/>
                    <a:pt x="2167" y="1170"/>
                  </a:cubicBezTo>
                  <a:cubicBezTo>
                    <a:pt x="2168" y="1170"/>
                    <a:pt x="2169" y="1170"/>
                    <a:pt x="2170" y="1170"/>
                  </a:cubicBezTo>
                  <a:lnTo>
                    <a:pt x="2170" y="1170"/>
                  </a:lnTo>
                  <a:cubicBezTo>
                    <a:pt x="2171" y="1172"/>
                    <a:pt x="2172" y="1174"/>
                    <a:pt x="2173" y="1175"/>
                  </a:cubicBezTo>
                  <a:cubicBezTo>
                    <a:pt x="2177" y="1187"/>
                    <a:pt x="2182" y="1203"/>
                    <a:pt x="2182" y="1219"/>
                  </a:cubicBezTo>
                  <a:cubicBezTo>
                    <a:pt x="2186" y="1234"/>
                    <a:pt x="2186" y="1250"/>
                    <a:pt x="2186" y="1266"/>
                  </a:cubicBezTo>
                  <a:lnTo>
                    <a:pt x="2186" y="1298"/>
                  </a:lnTo>
                  <a:cubicBezTo>
                    <a:pt x="2186" y="1301"/>
                    <a:pt x="2182" y="1305"/>
                    <a:pt x="2182" y="1310"/>
                  </a:cubicBezTo>
                  <a:cubicBezTo>
                    <a:pt x="2173" y="1325"/>
                    <a:pt x="2153" y="1337"/>
                    <a:pt x="2135" y="1349"/>
                  </a:cubicBezTo>
                  <a:cubicBezTo>
                    <a:pt x="2102" y="1365"/>
                    <a:pt x="2059" y="1381"/>
                    <a:pt x="2020" y="1396"/>
                  </a:cubicBezTo>
                  <a:cubicBezTo>
                    <a:pt x="1980" y="1408"/>
                    <a:pt x="1941" y="1420"/>
                    <a:pt x="1913" y="1428"/>
                  </a:cubicBezTo>
                  <a:cubicBezTo>
                    <a:pt x="1700" y="1499"/>
                    <a:pt x="1480" y="1538"/>
                    <a:pt x="1259" y="1538"/>
                  </a:cubicBezTo>
                  <a:lnTo>
                    <a:pt x="1247" y="1538"/>
                  </a:lnTo>
                  <a:cubicBezTo>
                    <a:pt x="1030" y="1538"/>
                    <a:pt x="810" y="1507"/>
                    <a:pt x="588" y="1503"/>
                  </a:cubicBezTo>
                  <a:cubicBezTo>
                    <a:pt x="449" y="1503"/>
                    <a:pt x="314" y="1517"/>
                    <a:pt x="182" y="1559"/>
                  </a:cubicBezTo>
                  <a:lnTo>
                    <a:pt x="182" y="1559"/>
                  </a:lnTo>
                  <a:cubicBezTo>
                    <a:pt x="176" y="1536"/>
                    <a:pt x="168" y="1499"/>
                    <a:pt x="155" y="1456"/>
                  </a:cubicBezTo>
                  <a:cubicBezTo>
                    <a:pt x="135" y="1376"/>
                    <a:pt x="107" y="1274"/>
                    <a:pt x="84" y="1183"/>
                  </a:cubicBezTo>
                  <a:cubicBezTo>
                    <a:pt x="76" y="1140"/>
                    <a:pt x="64" y="1101"/>
                    <a:pt x="60" y="1069"/>
                  </a:cubicBezTo>
                  <a:cubicBezTo>
                    <a:pt x="56" y="1057"/>
                    <a:pt x="53" y="1041"/>
                    <a:pt x="48" y="1034"/>
                  </a:cubicBezTo>
                  <a:lnTo>
                    <a:pt x="48" y="1014"/>
                  </a:lnTo>
                  <a:cubicBezTo>
                    <a:pt x="44" y="994"/>
                    <a:pt x="44" y="970"/>
                    <a:pt x="44" y="955"/>
                  </a:cubicBezTo>
                  <a:cubicBezTo>
                    <a:pt x="44" y="879"/>
                    <a:pt x="56" y="821"/>
                    <a:pt x="68" y="777"/>
                  </a:cubicBezTo>
                  <a:cubicBezTo>
                    <a:pt x="80" y="734"/>
                    <a:pt x="100" y="702"/>
                    <a:pt x="115" y="686"/>
                  </a:cubicBezTo>
                  <a:cubicBezTo>
                    <a:pt x="119" y="682"/>
                    <a:pt x="127" y="675"/>
                    <a:pt x="139" y="666"/>
                  </a:cubicBezTo>
                  <a:cubicBezTo>
                    <a:pt x="159" y="655"/>
                    <a:pt x="186" y="643"/>
                    <a:pt x="218" y="628"/>
                  </a:cubicBezTo>
                  <a:cubicBezTo>
                    <a:pt x="269" y="608"/>
                    <a:pt x="324" y="592"/>
                    <a:pt x="375" y="576"/>
                  </a:cubicBezTo>
                  <a:cubicBezTo>
                    <a:pt x="426" y="557"/>
                    <a:pt x="474" y="544"/>
                    <a:pt x="497" y="537"/>
                  </a:cubicBezTo>
                  <a:cubicBezTo>
                    <a:pt x="565" y="509"/>
                    <a:pt x="648" y="486"/>
                    <a:pt x="715" y="446"/>
                  </a:cubicBezTo>
                  <a:cubicBezTo>
                    <a:pt x="766" y="411"/>
                    <a:pt x="813" y="367"/>
                    <a:pt x="865" y="335"/>
                  </a:cubicBezTo>
                  <a:cubicBezTo>
                    <a:pt x="983" y="260"/>
                    <a:pt x="1112" y="198"/>
                    <a:pt x="1243" y="146"/>
                  </a:cubicBezTo>
                  <a:cubicBezTo>
                    <a:pt x="1310" y="122"/>
                    <a:pt x="1377" y="99"/>
                    <a:pt x="1444" y="83"/>
                  </a:cubicBezTo>
                  <a:cubicBezTo>
                    <a:pt x="1507" y="64"/>
                    <a:pt x="1574" y="44"/>
                    <a:pt x="1633" y="44"/>
                  </a:cubicBezTo>
                  <a:close/>
                  <a:moveTo>
                    <a:pt x="1633" y="0"/>
                  </a:moveTo>
                  <a:cubicBezTo>
                    <a:pt x="1562" y="0"/>
                    <a:pt x="1496" y="24"/>
                    <a:pt x="1432" y="40"/>
                  </a:cubicBezTo>
                  <a:cubicBezTo>
                    <a:pt x="1365" y="60"/>
                    <a:pt x="1294" y="80"/>
                    <a:pt x="1227" y="107"/>
                  </a:cubicBezTo>
                  <a:cubicBezTo>
                    <a:pt x="1094" y="158"/>
                    <a:pt x="963" y="222"/>
                    <a:pt x="841" y="300"/>
                  </a:cubicBezTo>
                  <a:cubicBezTo>
                    <a:pt x="786" y="335"/>
                    <a:pt x="739" y="379"/>
                    <a:pt x="691" y="411"/>
                  </a:cubicBezTo>
                  <a:cubicBezTo>
                    <a:pt x="632" y="446"/>
                    <a:pt x="553" y="470"/>
                    <a:pt x="482" y="493"/>
                  </a:cubicBezTo>
                  <a:cubicBezTo>
                    <a:pt x="466" y="501"/>
                    <a:pt x="435" y="509"/>
                    <a:pt x="399" y="521"/>
                  </a:cubicBezTo>
                  <a:cubicBezTo>
                    <a:pt x="344" y="537"/>
                    <a:pt x="277" y="560"/>
                    <a:pt x="218" y="584"/>
                  </a:cubicBezTo>
                  <a:cubicBezTo>
                    <a:pt x="186" y="592"/>
                    <a:pt x="159" y="604"/>
                    <a:pt x="135" y="619"/>
                  </a:cubicBezTo>
                  <a:cubicBezTo>
                    <a:pt x="115" y="631"/>
                    <a:pt x="95" y="643"/>
                    <a:pt x="80" y="659"/>
                  </a:cubicBezTo>
                  <a:cubicBezTo>
                    <a:pt x="60" y="682"/>
                    <a:pt x="40" y="718"/>
                    <a:pt x="24" y="766"/>
                  </a:cubicBezTo>
                  <a:cubicBezTo>
                    <a:pt x="13" y="813"/>
                    <a:pt x="1" y="876"/>
                    <a:pt x="1" y="955"/>
                  </a:cubicBezTo>
                  <a:cubicBezTo>
                    <a:pt x="1" y="974"/>
                    <a:pt x="1" y="994"/>
                    <a:pt x="5" y="1017"/>
                  </a:cubicBezTo>
                  <a:lnTo>
                    <a:pt x="5" y="1034"/>
                  </a:lnTo>
                  <a:cubicBezTo>
                    <a:pt x="9" y="1057"/>
                    <a:pt x="20" y="1105"/>
                    <a:pt x="36" y="1163"/>
                  </a:cubicBezTo>
                  <a:cubicBezTo>
                    <a:pt x="56" y="1246"/>
                    <a:pt x="84" y="1357"/>
                    <a:pt x="107" y="1440"/>
                  </a:cubicBezTo>
                  <a:cubicBezTo>
                    <a:pt x="119" y="1483"/>
                    <a:pt x="127" y="1523"/>
                    <a:pt x="135" y="1550"/>
                  </a:cubicBezTo>
                  <a:cubicBezTo>
                    <a:pt x="139" y="1562"/>
                    <a:pt x="142" y="1574"/>
                    <a:pt x="142" y="1581"/>
                  </a:cubicBezTo>
                  <a:cubicBezTo>
                    <a:pt x="147" y="1585"/>
                    <a:pt x="147" y="1589"/>
                    <a:pt x="147" y="1589"/>
                  </a:cubicBezTo>
                  <a:lnTo>
                    <a:pt x="147" y="1594"/>
                  </a:lnTo>
                  <a:cubicBezTo>
                    <a:pt x="147" y="1598"/>
                    <a:pt x="147" y="1598"/>
                    <a:pt x="151" y="1598"/>
                  </a:cubicBezTo>
                  <a:lnTo>
                    <a:pt x="151" y="1601"/>
                  </a:lnTo>
                  <a:cubicBezTo>
                    <a:pt x="155" y="1601"/>
                    <a:pt x="155" y="1605"/>
                    <a:pt x="155" y="1605"/>
                  </a:cubicBezTo>
                  <a:cubicBezTo>
                    <a:pt x="159" y="1605"/>
                    <a:pt x="162" y="1609"/>
                    <a:pt x="171" y="1609"/>
                  </a:cubicBezTo>
                  <a:lnTo>
                    <a:pt x="175" y="1609"/>
                  </a:lnTo>
                  <a:cubicBezTo>
                    <a:pt x="308" y="1562"/>
                    <a:pt x="446" y="1550"/>
                    <a:pt x="588" y="1550"/>
                  </a:cubicBezTo>
                  <a:cubicBezTo>
                    <a:pt x="805" y="1550"/>
                    <a:pt x="1026" y="1581"/>
                    <a:pt x="1247" y="1581"/>
                  </a:cubicBezTo>
                  <a:lnTo>
                    <a:pt x="1259" y="1581"/>
                  </a:lnTo>
                  <a:cubicBezTo>
                    <a:pt x="1483" y="1581"/>
                    <a:pt x="1712" y="1542"/>
                    <a:pt x="1925" y="1467"/>
                  </a:cubicBezTo>
                  <a:cubicBezTo>
                    <a:pt x="1960" y="1456"/>
                    <a:pt x="2020" y="1443"/>
                    <a:pt x="2075" y="1420"/>
                  </a:cubicBezTo>
                  <a:cubicBezTo>
                    <a:pt x="2102" y="1412"/>
                    <a:pt x="2130" y="1400"/>
                    <a:pt x="2153" y="1388"/>
                  </a:cubicBezTo>
                  <a:cubicBezTo>
                    <a:pt x="2182" y="1372"/>
                    <a:pt x="2201" y="1357"/>
                    <a:pt x="2217" y="1337"/>
                  </a:cubicBezTo>
                  <a:cubicBezTo>
                    <a:pt x="2221" y="1334"/>
                    <a:pt x="2221" y="1325"/>
                    <a:pt x="2224" y="1321"/>
                  </a:cubicBezTo>
                  <a:cubicBezTo>
                    <a:pt x="2224" y="1314"/>
                    <a:pt x="2229" y="1305"/>
                    <a:pt x="2229" y="1298"/>
                  </a:cubicBezTo>
                  <a:lnTo>
                    <a:pt x="2229" y="1266"/>
                  </a:lnTo>
                  <a:cubicBezTo>
                    <a:pt x="2229" y="1239"/>
                    <a:pt x="2224" y="1207"/>
                    <a:pt x="2221" y="1179"/>
                  </a:cubicBezTo>
                  <a:cubicBezTo>
                    <a:pt x="2217" y="1168"/>
                    <a:pt x="2213" y="1156"/>
                    <a:pt x="2209" y="1148"/>
                  </a:cubicBezTo>
                  <a:cubicBezTo>
                    <a:pt x="2209" y="1148"/>
                    <a:pt x="2209" y="1147"/>
                    <a:pt x="2209" y="1147"/>
                  </a:cubicBezTo>
                  <a:lnTo>
                    <a:pt x="2209" y="1147"/>
                  </a:lnTo>
                  <a:cubicBezTo>
                    <a:pt x="2230" y="1132"/>
                    <a:pt x="2250" y="1115"/>
                    <a:pt x="2268" y="1097"/>
                  </a:cubicBezTo>
                  <a:cubicBezTo>
                    <a:pt x="2280" y="1081"/>
                    <a:pt x="2292" y="1065"/>
                    <a:pt x="2300" y="1045"/>
                  </a:cubicBezTo>
                  <a:cubicBezTo>
                    <a:pt x="2311" y="1026"/>
                    <a:pt x="2315" y="1006"/>
                    <a:pt x="2315" y="986"/>
                  </a:cubicBezTo>
                  <a:cubicBezTo>
                    <a:pt x="2315" y="974"/>
                    <a:pt x="2315" y="966"/>
                    <a:pt x="2311" y="955"/>
                  </a:cubicBezTo>
                  <a:cubicBezTo>
                    <a:pt x="2304" y="927"/>
                    <a:pt x="2292" y="903"/>
                    <a:pt x="2276" y="884"/>
                  </a:cubicBezTo>
                  <a:cubicBezTo>
                    <a:pt x="2265" y="867"/>
                    <a:pt x="2253" y="854"/>
                    <a:pt x="2242" y="842"/>
                  </a:cubicBezTo>
                  <a:lnTo>
                    <a:pt x="2242" y="842"/>
                  </a:lnTo>
                  <a:cubicBezTo>
                    <a:pt x="2273" y="805"/>
                    <a:pt x="2288" y="762"/>
                    <a:pt x="2288" y="718"/>
                  </a:cubicBezTo>
                  <a:cubicBezTo>
                    <a:pt x="2288" y="682"/>
                    <a:pt x="2276" y="643"/>
                    <a:pt x="2253" y="608"/>
                  </a:cubicBezTo>
                  <a:cubicBezTo>
                    <a:pt x="2224" y="563"/>
                    <a:pt x="2174" y="534"/>
                    <a:pt x="2124" y="522"/>
                  </a:cubicBezTo>
                  <a:lnTo>
                    <a:pt x="2124" y="522"/>
                  </a:lnTo>
                  <a:cubicBezTo>
                    <a:pt x="2128" y="515"/>
                    <a:pt x="2131" y="508"/>
                    <a:pt x="2135" y="501"/>
                  </a:cubicBezTo>
                  <a:cubicBezTo>
                    <a:pt x="2142" y="486"/>
                    <a:pt x="2150" y="462"/>
                    <a:pt x="2150" y="438"/>
                  </a:cubicBezTo>
                  <a:lnTo>
                    <a:pt x="2150" y="435"/>
                  </a:lnTo>
                  <a:cubicBezTo>
                    <a:pt x="2150" y="402"/>
                    <a:pt x="2135" y="371"/>
                    <a:pt x="2118" y="347"/>
                  </a:cubicBezTo>
                  <a:cubicBezTo>
                    <a:pt x="2099" y="324"/>
                    <a:pt x="2075" y="304"/>
                    <a:pt x="2051" y="288"/>
                  </a:cubicBezTo>
                  <a:cubicBezTo>
                    <a:pt x="2010" y="265"/>
                    <a:pt x="1968" y="250"/>
                    <a:pt x="1928" y="246"/>
                  </a:cubicBezTo>
                  <a:lnTo>
                    <a:pt x="1928" y="246"/>
                  </a:lnTo>
                  <a:cubicBezTo>
                    <a:pt x="1914" y="189"/>
                    <a:pt x="1884" y="144"/>
                    <a:pt x="1846" y="103"/>
                  </a:cubicBezTo>
                  <a:cubicBezTo>
                    <a:pt x="1818" y="80"/>
                    <a:pt x="1791" y="56"/>
                    <a:pt x="1764" y="36"/>
                  </a:cubicBezTo>
                  <a:cubicBezTo>
                    <a:pt x="1732" y="16"/>
                    <a:pt x="1696" y="4"/>
                    <a:pt x="1657"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5" name="Google Shape;2185;p48"/>
            <p:cNvSpPr/>
            <p:nvPr/>
          </p:nvSpPr>
          <p:spPr>
            <a:xfrm>
              <a:off x="4627522" y="6835172"/>
              <a:ext cx="110376" cy="29707"/>
            </a:xfrm>
            <a:custGeom>
              <a:rect b="b" l="l" r="r" t="t"/>
              <a:pathLst>
                <a:path extrusionOk="0" h="116" w="431">
                  <a:moveTo>
                    <a:pt x="407" y="1"/>
                  </a:moveTo>
                  <a:cubicBezTo>
                    <a:pt x="273" y="1"/>
                    <a:pt x="142" y="24"/>
                    <a:pt x="20" y="71"/>
                  </a:cubicBezTo>
                  <a:cubicBezTo>
                    <a:pt x="9" y="76"/>
                    <a:pt x="0" y="91"/>
                    <a:pt x="9" y="100"/>
                  </a:cubicBezTo>
                  <a:cubicBezTo>
                    <a:pt x="12" y="109"/>
                    <a:pt x="20" y="116"/>
                    <a:pt x="30" y="116"/>
                  </a:cubicBezTo>
                  <a:cubicBezTo>
                    <a:pt x="32" y="116"/>
                    <a:pt x="34" y="116"/>
                    <a:pt x="36" y="115"/>
                  </a:cubicBezTo>
                  <a:cubicBezTo>
                    <a:pt x="154" y="68"/>
                    <a:pt x="280" y="44"/>
                    <a:pt x="407" y="44"/>
                  </a:cubicBezTo>
                  <a:lnTo>
                    <a:pt x="411" y="44"/>
                  </a:lnTo>
                  <a:cubicBezTo>
                    <a:pt x="422" y="44"/>
                    <a:pt x="431" y="36"/>
                    <a:pt x="431" y="20"/>
                  </a:cubicBezTo>
                  <a:cubicBezTo>
                    <a:pt x="431" y="9"/>
                    <a:pt x="422" y="1"/>
                    <a:pt x="411"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6" name="Google Shape;2186;p48"/>
            <p:cNvSpPr/>
            <p:nvPr/>
          </p:nvSpPr>
          <p:spPr>
            <a:xfrm>
              <a:off x="4246973" y="6873073"/>
              <a:ext cx="93986" cy="369029"/>
            </a:xfrm>
            <a:custGeom>
              <a:rect b="b" l="l" r="r" t="t"/>
              <a:pathLst>
                <a:path extrusionOk="0" h="1441" w="367">
                  <a:moveTo>
                    <a:pt x="214" y="1"/>
                  </a:moveTo>
                  <a:cubicBezTo>
                    <a:pt x="206" y="1"/>
                    <a:pt x="198" y="3"/>
                    <a:pt x="193" y="11"/>
                  </a:cubicBezTo>
                  <a:cubicBezTo>
                    <a:pt x="71" y="196"/>
                    <a:pt x="0" y="420"/>
                    <a:pt x="0" y="646"/>
                  </a:cubicBezTo>
                  <a:cubicBezTo>
                    <a:pt x="0" y="677"/>
                    <a:pt x="4" y="713"/>
                    <a:pt x="8" y="744"/>
                  </a:cubicBezTo>
                  <a:cubicBezTo>
                    <a:pt x="31" y="1000"/>
                    <a:pt x="146" y="1248"/>
                    <a:pt x="327" y="1434"/>
                  </a:cubicBezTo>
                  <a:cubicBezTo>
                    <a:pt x="331" y="1438"/>
                    <a:pt x="336" y="1440"/>
                    <a:pt x="341" y="1440"/>
                  </a:cubicBezTo>
                  <a:cubicBezTo>
                    <a:pt x="347" y="1440"/>
                    <a:pt x="353" y="1438"/>
                    <a:pt x="359" y="1434"/>
                  </a:cubicBezTo>
                  <a:cubicBezTo>
                    <a:pt x="366" y="1426"/>
                    <a:pt x="366" y="1410"/>
                    <a:pt x="359" y="1403"/>
                  </a:cubicBezTo>
                  <a:cubicBezTo>
                    <a:pt x="181" y="1225"/>
                    <a:pt x="71" y="988"/>
                    <a:pt x="51" y="740"/>
                  </a:cubicBezTo>
                  <a:cubicBezTo>
                    <a:pt x="48" y="709"/>
                    <a:pt x="43" y="677"/>
                    <a:pt x="43" y="646"/>
                  </a:cubicBezTo>
                  <a:cubicBezTo>
                    <a:pt x="43" y="429"/>
                    <a:pt x="110" y="212"/>
                    <a:pt x="232" y="34"/>
                  </a:cubicBezTo>
                  <a:cubicBezTo>
                    <a:pt x="237" y="23"/>
                    <a:pt x="237" y="11"/>
                    <a:pt x="225" y="3"/>
                  </a:cubicBezTo>
                  <a:cubicBezTo>
                    <a:pt x="222" y="2"/>
                    <a:pt x="218" y="1"/>
                    <a:pt x="21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7" name="Google Shape;2187;p48"/>
            <p:cNvSpPr/>
            <p:nvPr/>
          </p:nvSpPr>
          <p:spPr>
            <a:xfrm>
              <a:off x="3769109" y="8077206"/>
              <a:ext cx="93218" cy="2597546"/>
            </a:xfrm>
            <a:custGeom>
              <a:rect b="b" l="l" r="r" t="t"/>
              <a:pathLst>
                <a:path extrusionOk="0" h="10143" w="364">
                  <a:moveTo>
                    <a:pt x="21" y="1"/>
                  </a:moveTo>
                  <a:cubicBezTo>
                    <a:pt x="9" y="1"/>
                    <a:pt x="1" y="13"/>
                    <a:pt x="1" y="24"/>
                  </a:cubicBezTo>
                  <a:cubicBezTo>
                    <a:pt x="186" y="3388"/>
                    <a:pt x="292" y="6756"/>
                    <a:pt x="320" y="10123"/>
                  </a:cubicBezTo>
                  <a:cubicBezTo>
                    <a:pt x="320" y="10135"/>
                    <a:pt x="328" y="10143"/>
                    <a:pt x="344" y="10143"/>
                  </a:cubicBezTo>
                  <a:cubicBezTo>
                    <a:pt x="356" y="10143"/>
                    <a:pt x="363" y="10135"/>
                    <a:pt x="363" y="10123"/>
                  </a:cubicBezTo>
                  <a:cubicBezTo>
                    <a:pt x="336" y="6752"/>
                    <a:pt x="229" y="3384"/>
                    <a:pt x="45" y="20"/>
                  </a:cubicBezTo>
                  <a:cubicBezTo>
                    <a:pt x="45" y="9"/>
                    <a:pt x="32" y="1"/>
                    <a:pt x="21" y="1"/>
                  </a:cubicBezTo>
                  <a:close/>
                </a:path>
              </a:pathLst>
            </a:custGeom>
            <a:solidFill>
              <a:srgbClr val="000000"/>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8" name="Google Shape;2188;p48"/>
            <p:cNvSpPr/>
            <p:nvPr/>
          </p:nvSpPr>
          <p:spPr>
            <a:xfrm>
              <a:off x="4138903" y="7836994"/>
              <a:ext cx="398992" cy="172862"/>
            </a:xfrm>
            <a:custGeom>
              <a:rect b="b" l="l" r="r" t="t"/>
              <a:pathLst>
                <a:path extrusionOk="0" h="675" w="1558">
                  <a:moveTo>
                    <a:pt x="25" y="0"/>
                  </a:moveTo>
                  <a:cubicBezTo>
                    <a:pt x="21" y="0"/>
                    <a:pt x="16" y="2"/>
                    <a:pt x="12" y="4"/>
                  </a:cubicBezTo>
                  <a:cubicBezTo>
                    <a:pt x="4" y="12"/>
                    <a:pt x="0" y="24"/>
                    <a:pt x="8" y="36"/>
                  </a:cubicBezTo>
                  <a:cubicBezTo>
                    <a:pt x="319" y="434"/>
                    <a:pt x="824" y="675"/>
                    <a:pt x="1329" y="675"/>
                  </a:cubicBezTo>
                  <a:cubicBezTo>
                    <a:pt x="1400" y="675"/>
                    <a:pt x="1467" y="671"/>
                    <a:pt x="1538" y="659"/>
                  </a:cubicBezTo>
                  <a:cubicBezTo>
                    <a:pt x="1549" y="659"/>
                    <a:pt x="1558" y="647"/>
                    <a:pt x="1558" y="636"/>
                  </a:cubicBezTo>
                  <a:cubicBezTo>
                    <a:pt x="1558" y="623"/>
                    <a:pt x="1546" y="616"/>
                    <a:pt x="1534" y="616"/>
                  </a:cubicBezTo>
                  <a:cubicBezTo>
                    <a:pt x="1467" y="627"/>
                    <a:pt x="1396" y="631"/>
                    <a:pt x="1329" y="631"/>
                  </a:cubicBezTo>
                  <a:cubicBezTo>
                    <a:pt x="836" y="631"/>
                    <a:pt x="347" y="399"/>
                    <a:pt x="44" y="8"/>
                  </a:cubicBezTo>
                  <a:cubicBezTo>
                    <a:pt x="38" y="4"/>
                    <a:pt x="32" y="0"/>
                    <a:pt x="25" y="0"/>
                  </a:cubicBez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9" name="Google Shape;2189;p48"/>
            <p:cNvSpPr/>
            <p:nvPr/>
          </p:nvSpPr>
          <p:spPr>
            <a:xfrm>
              <a:off x="1949336" y="6483817"/>
              <a:ext cx="151863" cy="230995"/>
            </a:xfrm>
            <a:custGeom>
              <a:rect b="b" l="l" r="r" t="t"/>
              <a:pathLst>
                <a:path extrusionOk="0" h="902" w="593">
                  <a:moveTo>
                    <a:pt x="565" y="0"/>
                  </a:moveTo>
                  <a:cubicBezTo>
                    <a:pt x="554" y="0"/>
                    <a:pt x="545" y="13"/>
                    <a:pt x="545" y="24"/>
                  </a:cubicBezTo>
                  <a:cubicBezTo>
                    <a:pt x="545" y="40"/>
                    <a:pt x="550" y="56"/>
                    <a:pt x="550" y="67"/>
                  </a:cubicBezTo>
                  <a:cubicBezTo>
                    <a:pt x="550" y="218"/>
                    <a:pt x="483" y="387"/>
                    <a:pt x="384" y="533"/>
                  </a:cubicBezTo>
                  <a:cubicBezTo>
                    <a:pt x="285" y="679"/>
                    <a:pt x="151" y="801"/>
                    <a:pt x="17" y="861"/>
                  </a:cubicBezTo>
                  <a:cubicBezTo>
                    <a:pt x="6" y="864"/>
                    <a:pt x="1" y="876"/>
                    <a:pt x="6" y="888"/>
                  </a:cubicBezTo>
                  <a:cubicBezTo>
                    <a:pt x="8" y="896"/>
                    <a:pt x="15" y="901"/>
                    <a:pt x="24" y="901"/>
                  </a:cubicBezTo>
                  <a:cubicBezTo>
                    <a:pt x="27" y="901"/>
                    <a:pt x="30" y="901"/>
                    <a:pt x="33" y="899"/>
                  </a:cubicBezTo>
                  <a:cubicBezTo>
                    <a:pt x="179" y="837"/>
                    <a:pt x="317" y="710"/>
                    <a:pt x="419" y="557"/>
                  </a:cubicBezTo>
                  <a:cubicBezTo>
                    <a:pt x="521" y="407"/>
                    <a:pt x="592" y="229"/>
                    <a:pt x="592" y="67"/>
                  </a:cubicBezTo>
                  <a:cubicBezTo>
                    <a:pt x="592" y="52"/>
                    <a:pt x="589" y="36"/>
                    <a:pt x="589" y="20"/>
                  </a:cubicBezTo>
                  <a:cubicBezTo>
                    <a:pt x="589" y="9"/>
                    <a:pt x="577" y="0"/>
                    <a:pt x="565" y="0"/>
                  </a:cubicBezTo>
                  <a:close/>
                </a:path>
              </a:pathLst>
            </a:custGeom>
            <a:solidFill>
              <a:srgbClr val="000000"/>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0" name="Google Shape;2190;p48"/>
            <p:cNvSpPr/>
            <p:nvPr/>
          </p:nvSpPr>
          <p:spPr>
            <a:xfrm>
              <a:off x="4744811" y="4194632"/>
              <a:ext cx="179777" cy="188228"/>
            </a:xfrm>
            <a:custGeom>
              <a:rect b="b" l="l" r="r" t="t"/>
              <a:pathLst>
                <a:path extrusionOk="0" h="735" w="702">
                  <a:moveTo>
                    <a:pt x="112" y="0"/>
                  </a:moveTo>
                  <a:cubicBezTo>
                    <a:pt x="105" y="0"/>
                    <a:pt x="97" y="5"/>
                    <a:pt x="95" y="12"/>
                  </a:cubicBezTo>
                  <a:cubicBezTo>
                    <a:pt x="31" y="115"/>
                    <a:pt x="0" y="233"/>
                    <a:pt x="0" y="356"/>
                  </a:cubicBezTo>
                  <a:cubicBezTo>
                    <a:pt x="0" y="387"/>
                    <a:pt x="4" y="418"/>
                    <a:pt x="8" y="451"/>
                  </a:cubicBezTo>
                  <a:cubicBezTo>
                    <a:pt x="11" y="478"/>
                    <a:pt x="20" y="513"/>
                    <a:pt x="39" y="540"/>
                  </a:cubicBezTo>
                  <a:cubicBezTo>
                    <a:pt x="47" y="553"/>
                    <a:pt x="59" y="564"/>
                    <a:pt x="71" y="576"/>
                  </a:cubicBezTo>
                  <a:cubicBezTo>
                    <a:pt x="86" y="584"/>
                    <a:pt x="102" y="593"/>
                    <a:pt x="118" y="593"/>
                  </a:cubicBezTo>
                  <a:lnTo>
                    <a:pt x="126" y="593"/>
                  </a:lnTo>
                  <a:cubicBezTo>
                    <a:pt x="150" y="593"/>
                    <a:pt x="173" y="580"/>
                    <a:pt x="193" y="569"/>
                  </a:cubicBezTo>
                  <a:cubicBezTo>
                    <a:pt x="213" y="553"/>
                    <a:pt x="228" y="533"/>
                    <a:pt x="240" y="517"/>
                  </a:cubicBezTo>
                  <a:cubicBezTo>
                    <a:pt x="274" y="470"/>
                    <a:pt x="304" y="421"/>
                    <a:pt x="328" y="370"/>
                  </a:cubicBezTo>
                  <a:lnTo>
                    <a:pt x="328" y="370"/>
                  </a:lnTo>
                  <a:cubicBezTo>
                    <a:pt x="328" y="386"/>
                    <a:pt x="327" y="402"/>
                    <a:pt x="327" y="418"/>
                  </a:cubicBezTo>
                  <a:cubicBezTo>
                    <a:pt x="327" y="466"/>
                    <a:pt x="327" y="517"/>
                    <a:pt x="335" y="569"/>
                  </a:cubicBezTo>
                  <a:cubicBezTo>
                    <a:pt x="339" y="588"/>
                    <a:pt x="343" y="611"/>
                    <a:pt x="351" y="635"/>
                  </a:cubicBezTo>
                  <a:cubicBezTo>
                    <a:pt x="362" y="659"/>
                    <a:pt x="375" y="682"/>
                    <a:pt x="394" y="698"/>
                  </a:cubicBezTo>
                  <a:cubicBezTo>
                    <a:pt x="426" y="722"/>
                    <a:pt x="453" y="734"/>
                    <a:pt x="481" y="734"/>
                  </a:cubicBezTo>
                  <a:cubicBezTo>
                    <a:pt x="504" y="734"/>
                    <a:pt x="524" y="726"/>
                    <a:pt x="544" y="715"/>
                  </a:cubicBezTo>
                  <a:cubicBezTo>
                    <a:pt x="572" y="695"/>
                    <a:pt x="595" y="659"/>
                    <a:pt x="615" y="620"/>
                  </a:cubicBezTo>
                  <a:cubicBezTo>
                    <a:pt x="643" y="560"/>
                    <a:pt x="662" y="486"/>
                    <a:pt x="678" y="418"/>
                  </a:cubicBezTo>
                  <a:cubicBezTo>
                    <a:pt x="690" y="351"/>
                    <a:pt x="697" y="296"/>
                    <a:pt x="701" y="269"/>
                  </a:cubicBezTo>
                  <a:cubicBezTo>
                    <a:pt x="701" y="257"/>
                    <a:pt x="694" y="245"/>
                    <a:pt x="682" y="245"/>
                  </a:cubicBezTo>
                  <a:cubicBezTo>
                    <a:pt x="670" y="245"/>
                    <a:pt x="659" y="253"/>
                    <a:pt x="659" y="265"/>
                  </a:cubicBezTo>
                  <a:cubicBezTo>
                    <a:pt x="654" y="304"/>
                    <a:pt x="639" y="415"/>
                    <a:pt x="611" y="513"/>
                  </a:cubicBezTo>
                  <a:cubicBezTo>
                    <a:pt x="595" y="564"/>
                    <a:pt x="575" y="608"/>
                    <a:pt x="552" y="644"/>
                  </a:cubicBezTo>
                  <a:cubicBezTo>
                    <a:pt x="540" y="659"/>
                    <a:pt x="528" y="671"/>
                    <a:pt x="517" y="679"/>
                  </a:cubicBezTo>
                  <a:cubicBezTo>
                    <a:pt x="504" y="687"/>
                    <a:pt x="493" y="691"/>
                    <a:pt x="481" y="691"/>
                  </a:cubicBezTo>
                  <a:cubicBezTo>
                    <a:pt x="465" y="691"/>
                    <a:pt x="446" y="682"/>
                    <a:pt x="422" y="663"/>
                  </a:cubicBezTo>
                  <a:cubicBezTo>
                    <a:pt x="410" y="655"/>
                    <a:pt x="398" y="640"/>
                    <a:pt x="394" y="620"/>
                  </a:cubicBezTo>
                  <a:cubicBezTo>
                    <a:pt x="386" y="604"/>
                    <a:pt x="382" y="580"/>
                    <a:pt x="379" y="560"/>
                  </a:cubicBezTo>
                  <a:cubicBezTo>
                    <a:pt x="370" y="513"/>
                    <a:pt x="370" y="466"/>
                    <a:pt x="370" y="418"/>
                  </a:cubicBezTo>
                  <a:cubicBezTo>
                    <a:pt x="370" y="344"/>
                    <a:pt x="379" y="269"/>
                    <a:pt x="394" y="194"/>
                  </a:cubicBezTo>
                  <a:lnTo>
                    <a:pt x="394" y="194"/>
                  </a:lnTo>
                  <a:cubicBezTo>
                    <a:pt x="394" y="194"/>
                    <a:pt x="394" y="194"/>
                    <a:pt x="394" y="194"/>
                  </a:cubicBezTo>
                  <a:cubicBezTo>
                    <a:pt x="394" y="182"/>
                    <a:pt x="390" y="170"/>
                    <a:pt x="379" y="167"/>
                  </a:cubicBezTo>
                  <a:cubicBezTo>
                    <a:pt x="366" y="167"/>
                    <a:pt x="355" y="174"/>
                    <a:pt x="351" y="182"/>
                  </a:cubicBezTo>
                  <a:cubicBezTo>
                    <a:pt x="323" y="293"/>
                    <a:pt x="272" y="399"/>
                    <a:pt x="204" y="489"/>
                  </a:cubicBezTo>
                  <a:cubicBezTo>
                    <a:pt x="193" y="505"/>
                    <a:pt x="181" y="522"/>
                    <a:pt x="166" y="533"/>
                  </a:cubicBezTo>
                  <a:cubicBezTo>
                    <a:pt x="153" y="545"/>
                    <a:pt x="138" y="549"/>
                    <a:pt x="126" y="549"/>
                  </a:cubicBezTo>
                  <a:lnTo>
                    <a:pt x="122" y="549"/>
                  </a:lnTo>
                  <a:cubicBezTo>
                    <a:pt x="115" y="549"/>
                    <a:pt x="102" y="545"/>
                    <a:pt x="95" y="540"/>
                  </a:cubicBezTo>
                  <a:cubicBezTo>
                    <a:pt x="86" y="533"/>
                    <a:pt x="75" y="517"/>
                    <a:pt x="67" y="502"/>
                  </a:cubicBezTo>
                  <a:cubicBezTo>
                    <a:pt x="59" y="482"/>
                    <a:pt x="51" y="462"/>
                    <a:pt x="51" y="442"/>
                  </a:cubicBezTo>
                  <a:cubicBezTo>
                    <a:pt x="47" y="415"/>
                    <a:pt x="44" y="383"/>
                    <a:pt x="44" y="356"/>
                  </a:cubicBezTo>
                  <a:cubicBezTo>
                    <a:pt x="44" y="241"/>
                    <a:pt x="75" y="131"/>
                    <a:pt x="130" y="36"/>
                  </a:cubicBezTo>
                  <a:cubicBezTo>
                    <a:pt x="138" y="25"/>
                    <a:pt x="133" y="12"/>
                    <a:pt x="122" y="5"/>
                  </a:cubicBezTo>
                  <a:cubicBezTo>
                    <a:pt x="119" y="2"/>
                    <a:pt x="116" y="0"/>
                    <a:pt x="11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1" name="Google Shape;2191;p48"/>
            <p:cNvSpPr/>
            <p:nvPr/>
          </p:nvSpPr>
          <p:spPr>
            <a:xfrm>
              <a:off x="4587060" y="4147255"/>
              <a:ext cx="89120" cy="274019"/>
            </a:xfrm>
            <a:custGeom>
              <a:rect b="b" l="l" r="r" t="t"/>
              <a:pathLst>
                <a:path extrusionOk="0" h="1070" w="348">
                  <a:moveTo>
                    <a:pt x="234" y="1"/>
                  </a:moveTo>
                  <a:cubicBezTo>
                    <a:pt x="210" y="1"/>
                    <a:pt x="190" y="4"/>
                    <a:pt x="174" y="12"/>
                  </a:cubicBezTo>
                  <a:cubicBezTo>
                    <a:pt x="158" y="24"/>
                    <a:pt x="143" y="36"/>
                    <a:pt x="131" y="55"/>
                  </a:cubicBezTo>
                  <a:cubicBezTo>
                    <a:pt x="127" y="68"/>
                    <a:pt x="127" y="79"/>
                    <a:pt x="139" y="87"/>
                  </a:cubicBezTo>
                  <a:cubicBezTo>
                    <a:pt x="142" y="88"/>
                    <a:pt x="145" y="89"/>
                    <a:pt x="149" y="89"/>
                  </a:cubicBezTo>
                  <a:cubicBezTo>
                    <a:pt x="157" y="89"/>
                    <a:pt x="165" y="85"/>
                    <a:pt x="170" y="79"/>
                  </a:cubicBezTo>
                  <a:cubicBezTo>
                    <a:pt x="174" y="68"/>
                    <a:pt x="186" y="59"/>
                    <a:pt x="194" y="52"/>
                  </a:cubicBezTo>
                  <a:cubicBezTo>
                    <a:pt x="205" y="44"/>
                    <a:pt x="218" y="44"/>
                    <a:pt x="234" y="44"/>
                  </a:cubicBezTo>
                  <a:cubicBezTo>
                    <a:pt x="245" y="44"/>
                    <a:pt x="257" y="48"/>
                    <a:pt x="269" y="52"/>
                  </a:cubicBezTo>
                  <a:cubicBezTo>
                    <a:pt x="281" y="59"/>
                    <a:pt x="289" y="72"/>
                    <a:pt x="296" y="79"/>
                  </a:cubicBezTo>
                  <a:cubicBezTo>
                    <a:pt x="300" y="95"/>
                    <a:pt x="305" y="107"/>
                    <a:pt x="305" y="119"/>
                  </a:cubicBezTo>
                  <a:cubicBezTo>
                    <a:pt x="305" y="150"/>
                    <a:pt x="292" y="186"/>
                    <a:pt x="273" y="221"/>
                  </a:cubicBezTo>
                  <a:cubicBezTo>
                    <a:pt x="210" y="336"/>
                    <a:pt x="119" y="438"/>
                    <a:pt x="8" y="517"/>
                  </a:cubicBezTo>
                  <a:cubicBezTo>
                    <a:pt x="5" y="521"/>
                    <a:pt x="1" y="525"/>
                    <a:pt x="1" y="532"/>
                  </a:cubicBezTo>
                  <a:cubicBezTo>
                    <a:pt x="1" y="541"/>
                    <a:pt x="5" y="548"/>
                    <a:pt x="8" y="552"/>
                  </a:cubicBezTo>
                  <a:cubicBezTo>
                    <a:pt x="119" y="643"/>
                    <a:pt x="182" y="789"/>
                    <a:pt x="182" y="931"/>
                  </a:cubicBezTo>
                  <a:cubicBezTo>
                    <a:pt x="182" y="971"/>
                    <a:pt x="178" y="1006"/>
                    <a:pt x="170" y="1042"/>
                  </a:cubicBezTo>
                  <a:cubicBezTo>
                    <a:pt x="167" y="1053"/>
                    <a:pt x="174" y="1065"/>
                    <a:pt x="186" y="1069"/>
                  </a:cubicBezTo>
                  <a:cubicBezTo>
                    <a:pt x="188" y="1070"/>
                    <a:pt x="190" y="1070"/>
                    <a:pt x="192" y="1070"/>
                  </a:cubicBezTo>
                  <a:cubicBezTo>
                    <a:pt x="202" y="1070"/>
                    <a:pt x="211" y="1063"/>
                    <a:pt x="214" y="1053"/>
                  </a:cubicBezTo>
                  <a:cubicBezTo>
                    <a:pt x="221" y="1014"/>
                    <a:pt x="225" y="971"/>
                    <a:pt x="225" y="931"/>
                  </a:cubicBezTo>
                  <a:cubicBezTo>
                    <a:pt x="225" y="782"/>
                    <a:pt x="166" y="638"/>
                    <a:pt x="57" y="536"/>
                  </a:cubicBezTo>
                  <a:lnTo>
                    <a:pt x="57" y="536"/>
                  </a:lnTo>
                  <a:cubicBezTo>
                    <a:pt x="162" y="456"/>
                    <a:pt x="249" y="355"/>
                    <a:pt x="312" y="241"/>
                  </a:cubicBezTo>
                  <a:cubicBezTo>
                    <a:pt x="332" y="205"/>
                    <a:pt x="347" y="162"/>
                    <a:pt x="347" y="119"/>
                  </a:cubicBezTo>
                  <a:cubicBezTo>
                    <a:pt x="347" y="99"/>
                    <a:pt x="343" y="79"/>
                    <a:pt x="336" y="59"/>
                  </a:cubicBezTo>
                  <a:cubicBezTo>
                    <a:pt x="324" y="44"/>
                    <a:pt x="308" y="28"/>
                    <a:pt x="292" y="16"/>
                  </a:cubicBezTo>
                  <a:cubicBezTo>
                    <a:pt x="276" y="4"/>
                    <a:pt x="257" y="1"/>
                    <a:pt x="23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2" name="Google Shape;2192;p48"/>
            <p:cNvSpPr/>
            <p:nvPr/>
          </p:nvSpPr>
          <p:spPr>
            <a:xfrm>
              <a:off x="2181865" y="4715006"/>
              <a:ext cx="544965" cy="739595"/>
            </a:xfrm>
            <a:custGeom>
              <a:rect b="b" l="l" r="r" t="t"/>
              <a:pathLst>
                <a:path extrusionOk="0" h="2888" w="2128">
                  <a:moveTo>
                    <a:pt x="1484" y="0"/>
                  </a:moveTo>
                  <a:cubicBezTo>
                    <a:pt x="1439" y="0"/>
                    <a:pt x="1396" y="15"/>
                    <a:pt x="1364" y="46"/>
                  </a:cubicBezTo>
                  <a:cubicBezTo>
                    <a:pt x="1266" y="146"/>
                    <a:pt x="1211" y="244"/>
                    <a:pt x="1218" y="397"/>
                  </a:cubicBezTo>
                  <a:cubicBezTo>
                    <a:pt x="1212" y="397"/>
                    <a:pt x="1205" y="397"/>
                    <a:pt x="1199" y="397"/>
                  </a:cubicBezTo>
                  <a:cubicBezTo>
                    <a:pt x="865" y="397"/>
                    <a:pt x="584" y="587"/>
                    <a:pt x="347" y="823"/>
                  </a:cubicBezTo>
                  <a:cubicBezTo>
                    <a:pt x="68" y="934"/>
                    <a:pt x="48" y="1364"/>
                    <a:pt x="28" y="1624"/>
                  </a:cubicBezTo>
                  <a:cubicBezTo>
                    <a:pt x="0" y="1995"/>
                    <a:pt x="63" y="2370"/>
                    <a:pt x="201" y="2716"/>
                  </a:cubicBezTo>
                  <a:cubicBezTo>
                    <a:pt x="248" y="2836"/>
                    <a:pt x="353" y="2887"/>
                    <a:pt x="455" y="2887"/>
                  </a:cubicBezTo>
                  <a:cubicBezTo>
                    <a:pt x="613" y="2887"/>
                    <a:pt x="764" y="2766"/>
                    <a:pt x="690" y="2582"/>
                  </a:cubicBezTo>
                  <a:cubicBezTo>
                    <a:pt x="568" y="2266"/>
                    <a:pt x="458" y="1793"/>
                    <a:pt x="545" y="1423"/>
                  </a:cubicBezTo>
                  <a:cubicBezTo>
                    <a:pt x="690" y="1336"/>
                    <a:pt x="825" y="1242"/>
                    <a:pt x="994" y="1190"/>
                  </a:cubicBezTo>
                  <a:cubicBezTo>
                    <a:pt x="1076" y="1167"/>
                    <a:pt x="1163" y="1147"/>
                    <a:pt x="1246" y="1119"/>
                  </a:cubicBezTo>
                  <a:cubicBezTo>
                    <a:pt x="1251" y="1151"/>
                    <a:pt x="1251" y="1178"/>
                    <a:pt x="1254" y="1210"/>
                  </a:cubicBezTo>
                  <a:cubicBezTo>
                    <a:pt x="1293" y="1502"/>
                    <a:pt x="1416" y="1782"/>
                    <a:pt x="1569" y="2030"/>
                  </a:cubicBezTo>
                  <a:cubicBezTo>
                    <a:pt x="1621" y="2115"/>
                    <a:pt x="1699" y="2151"/>
                    <a:pt x="1776" y="2151"/>
                  </a:cubicBezTo>
                  <a:cubicBezTo>
                    <a:pt x="1952" y="2151"/>
                    <a:pt x="2128" y="1968"/>
                    <a:pt x="2008" y="1773"/>
                  </a:cubicBezTo>
                  <a:cubicBezTo>
                    <a:pt x="1897" y="1596"/>
                    <a:pt x="1814" y="1411"/>
                    <a:pt x="1766" y="1202"/>
                  </a:cubicBezTo>
                  <a:cubicBezTo>
                    <a:pt x="1735" y="1056"/>
                    <a:pt x="1735" y="903"/>
                    <a:pt x="1735" y="756"/>
                  </a:cubicBezTo>
                  <a:cubicBezTo>
                    <a:pt x="1731" y="587"/>
                    <a:pt x="1747" y="401"/>
                    <a:pt x="1715" y="236"/>
                  </a:cubicBezTo>
                  <a:cubicBezTo>
                    <a:pt x="1700" y="157"/>
                    <a:pt x="1660" y="75"/>
                    <a:pt x="1593" y="31"/>
                  </a:cubicBezTo>
                  <a:cubicBezTo>
                    <a:pt x="1560" y="11"/>
                    <a:pt x="1522" y="0"/>
                    <a:pt x="1484" y="0"/>
                  </a:cubicBezTo>
                  <a:close/>
                </a:path>
              </a:pathLst>
            </a:cu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3" name="Google Shape;2193;p48"/>
            <p:cNvSpPr/>
            <p:nvPr/>
          </p:nvSpPr>
          <p:spPr>
            <a:xfrm>
              <a:off x="2181865" y="4708604"/>
              <a:ext cx="530368" cy="751375"/>
            </a:xfrm>
            <a:custGeom>
              <a:rect b="b" l="l" r="r" t="t"/>
              <a:pathLst>
                <a:path extrusionOk="0" h="2934" w="2071">
                  <a:moveTo>
                    <a:pt x="1482" y="48"/>
                  </a:moveTo>
                  <a:cubicBezTo>
                    <a:pt x="1515" y="48"/>
                    <a:pt x="1550" y="56"/>
                    <a:pt x="1582" y="76"/>
                  </a:cubicBezTo>
                  <a:cubicBezTo>
                    <a:pt x="1613" y="95"/>
                    <a:pt x="1637" y="123"/>
                    <a:pt x="1657" y="155"/>
                  </a:cubicBezTo>
                  <a:cubicBezTo>
                    <a:pt x="1676" y="190"/>
                    <a:pt x="1688" y="229"/>
                    <a:pt x="1695" y="265"/>
                  </a:cubicBezTo>
                  <a:cubicBezTo>
                    <a:pt x="1711" y="348"/>
                    <a:pt x="1715" y="438"/>
                    <a:pt x="1711" y="529"/>
                  </a:cubicBezTo>
                  <a:cubicBezTo>
                    <a:pt x="1715" y="604"/>
                    <a:pt x="1711" y="675"/>
                    <a:pt x="1711" y="746"/>
                  </a:cubicBezTo>
                  <a:lnTo>
                    <a:pt x="1711" y="781"/>
                  </a:lnTo>
                  <a:cubicBezTo>
                    <a:pt x="1711" y="928"/>
                    <a:pt x="1711" y="1085"/>
                    <a:pt x="1747" y="1235"/>
                  </a:cubicBezTo>
                  <a:cubicBezTo>
                    <a:pt x="1795" y="1440"/>
                    <a:pt x="1877" y="1629"/>
                    <a:pt x="1992" y="1811"/>
                  </a:cubicBezTo>
                  <a:cubicBezTo>
                    <a:pt x="2015" y="1854"/>
                    <a:pt x="2027" y="1893"/>
                    <a:pt x="2027" y="1929"/>
                  </a:cubicBezTo>
                  <a:cubicBezTo>
                    <a:pt x="2027" y="1992"/>
                    <a:pt x="1995" y="2047"/>
                    <a:pt x="1948" y="2087"/>
                  </a:cubicBezTo>
                  <a:cubicBezTo>
                    <a:pt x="1901" y="2130"/>
                    <a:pt x="1837" y="2153"/>
                    <a:pt x="1775" y="2153"/>
                  </a:cubicBezTo>
                  <a:cubicBezTo>
                    <a:pt x="1739" y="2153"/>
                    <a:pt x="1708" y="2146"/>
                    <a:pt x="1672" y="2130"/>
                  </a:cubicBezTo>
                  <a:cubicBezTo>
                    <a:pt x="1640" y="2111"/>
                    <a:pt x="1613" y="2082"/>
                    <a:pt x="1589" y="2043"/>
                  </a:cubicBezTo>
                  <a:cubicBezTo>
                    <a:pt x="1435" y="1798"/>
                    <a:pt x="1313" y="1523"/>
                    <a:pt x="1278" y="1231"/>
                  </a:cubicBezTo>
                  <a:cubicBezTo>
                    <a:pt x="1274" y="1203"/>
                    <a:pt x="1269" y="1172"/>
                    <a:pt x="1269" y="1144"/>
                  </a:cubicBezTo>
                  <a:cubicBezTo>
                    <a:pt x="1269" y="1136"/>
                    <a:pt x="1266" y="1132"/>
                    <a:pt x="1262" y="1128"/>
                  </a:cubicBezTo>
                  <a:cubicBezTo>
                    <a:pt x="1257" y="1126"/>
                    <a:pt x="1251" y="1123"/>
                    <a:pt x="1246" y="1123"/>
                  </a:cubicBezTo>
                  <a:cubicBezTo>
                    <a:pt x="1245" y="1123"/>
                    <a:pt x="1243" y="1123"/>
                    <a:pt x="1242" y="1125"/>
                  </a:cubicBezTo>
                  <a:cubicBezTo>
                    <a:pt x="1160" y="1152"/>
                    <a:pt x="1073" y="1168"/>
                    <a:pt x="986" y="1196"/>
                  </a:cubicBezTo>
                  <a:cubicBezTo>
                    <a:pt x="812" y="1247"/>
                    <a:pt x="678" y="1345"/>
                    <a:pt x="532" y="1428"/>
                  </a:cubicBezTo>
                  <a:cubicBezTo>
                    <a:pt x="528" y="1432"/>
                    <a:pt x="525" y="1436"/>
                    <a:pt x="525" y="1440"/>
                  </a:cubicBezTo>
                  <a:cubicBezTo>
                    <a:pt x="501" y="1534"/>
                    <a:pt x="493" y="1637"/>
                    <a:pt x="493" y="1740"/>
                  </a:cubicBezTo>
                  <a:cubicBezTo>
                    <a:pt x="493" y="2047"/>
                    <a:pt x="576" y="2375"/>
                    <a:pt x="670" y="2615"/>
                  </a:cubicBezTo>
                  <a:cubicBezTo>
                    <a:pt x="683" y="2643"/>
                    <a:pt x="690" y="2674"/>
                    <a:pt x="690" y="2697"/>
                  </a:cubicBezTo>
                  <a:cubicBezTo>
                    <a:pt x="690" y="2730"/>
                    <a:pt x="683" y="2753"/>
                    <a:pt x="670" y="2777"/>
                  </a:cubicBezTo>
                  <a:cubicBezTo>
                    <a:pt x="651" y="2812"/>
                    <a:pt x="619" y="2839"/>
                    <a:pt x="583" y="2859"/>
                  </a:cubicBezTo>
                  <a:cubicBezTo>
                    <a:pt x="545" y="2879"/>
                    <a:pt x="501" y="2891"/>
                    <a:pt x="454" y="2891"/>
                  </a:cubicBezTo>
                  <a:cubicBezTo>
                    <a:pt x="406" y="2891"/>
                    <a:pt x="359" y="2879"/>
                    <a:pt x="319" y="2852"/>
                  </a:cubicBezTo>
                  <a:cubicBezTo>
                    <a:pt x="276" y="2828"/>
                    <a:pt x="241" y="2788"/>
                    <a:pt x="221" y="2733"/>
                  </a:cubicBezTo>
                  <a:cubicBezTo>
                    <a:pt x="106" y="2446"/>
                    <a:pt x="44" y="2134"/>
                    <a:pt x="44" y="1822"/>
                  </a:cubicBezTo>
                  <a:cubicBezTo>
                    <a:pt x="44" y="1763"/>
                    <a:pt x="48" y="1708"/>
                    <a:pt x="52" y="1649"/>
                  </a:cubicBezTo>
                  <a:cubicBezTo>
                    <a:pt x="59" y="1519"/>
                    <a:pt x="71" y="1349"/>
                    <a:pt x="110" y="1199"/>
                  </a:cubicBezTo>
                  <a:cubicBezTo>
                    <a:pt x="134" y="1125"/>
                    <a:pt x="162" y="1054"/>
                    <a:pt x="201" y="994"/>
                  </a:cubicBezTo>
                  <a:cubicBezTo>
                    <a:pt x="241" y="939"/>
                    <a:pt x="292" y="896"/>
                    <a:pt x="355" y="868"/>
                  </a:cubicBezTo>
                  <a:cubicBezTo>
                    <a:pt x="359" y="868"/>
                    <a:pt x="363" y="864"/>
                    <a:pt x="363" y="864"/>
                  </a:cubicBezTo>
                  <a:cubicBezTo>
                    <a:pt x="481" y="746"/>
                    <a:pt x="607" y="644"/>
                    <a:pt x="745" y="568"/>
                  </a:cubicBezTo>
                  <a:cubicBezTo>
                    <a:pt x="883" y="490"/>
                    <a:pt x="1033" y="446"/>
                    <a:pt x="1195" y="446"/>
                  </a:cubicBezTo>
                  <a:lnTo>
                    <a:pt x="1218" y="446"/>
                  </a:lnTo>
                  <a:cubicBezTo>
                    <a:pt x="1222" y="446"/>
                    <a:pt x="1231" y="442"/>
                    <a:pt x="1234" y="438"/>
                  </a:cubicBezTo>
                  <a:cubicBezTo>
                    <a:pt x="1238" y="435"/>
                    <a:pt x="1238" y="426"/>
                    <a:pt x="1238" y="422"/>
                  </a:cubicBezTo>
                  <a:lnTo>
                    <a:pt x="1238" y="391"/>
                  </a:lnTo>
                  <a:cubicBezTo>
                    <a:pt x="1238" y="328"/>
                    <a:pt x="1251" y="273"/>
                    <a:pt x="1274" y="226"/>
                  </a:cubicBezTo>
                  <a:cubicBezTo>
                    <a:pt x="1298" y="174"/>
                    <a:pt x="1333" y="131"/>
                    <a:pt x="1380" y="84"/>
                  </a:cubicBezTo>
                  <a:cubicBezTo>
                    <a:pt x="1404" y="60"/>
                    <a:pt x="1444" y="48"/>
                    <a:pt x="1482" y="48"/>
                  </a:cubicBezTo>
                  <a:close/>
                  <a:moveTo>
                    <a:pt x="1482" y="0"/>
                  </a:moveTo>
                  <a:cubicBezTo>
                    <a:pt x="1431" y="0"/>
                    <a:pt x="1384" y="20"/>
                    <a:pt x="1349" y="56"/>
                  </a:cubicBezTo>
                  <a:cubicBezTo>
                    <a:pt x="1302" y="103"/>
                    <a:pt x="1262" y="151"/>
                    <a:pt x="1234" y="206"/>
                  </a:cubicBezTo>
                  <a:cubicBezTo>
                    <a:pt x="1211" y="261"/>
                    <a:pt x="1195" y="320"/>
                    <a:pt x="1195" y="391"/>
                  </a:cubicBezTo>
                  <a:lnTo>
                    <a:pt x="1195" y="402"/>
                  </a:lnTo>
                  <a:cubicBezTo>
                    <a:pt x="1025" y="402"/>
                    <a:pt x="867" y="450"/>
                    <a:pt x="725" y="529"/>
                  </a:cubicBezTo>
                  <a:cubicBezTo>
                    <a:pt x="585" y="607"/>
                    <a:pt x="452" y="713"/>
                    <a:pt x="335" y="830"/>
                  </a:cubicBezTo>
                  <a:lnTo>
                    <a:pt x="335" y="830"/>
                  </a:lnTo>
                  <a:cubicBezTo>
                    <a:pt x="262" y="859"/>
                    <a:pt x="209" y="909"/>
                    <a:pt x="166" y="970"/>
                  </a:cubicBezTo>
                  <a:cubicBezTo>
                    <a:pt x="99" y="1065"/>
                    <a:pt x="63" y="1183"/>
                    <a:pt x="44" y="1306"/>
                  </a:cubicBezTo>
                  <a:cubicBezTo>
                    <a:pt x="24" y="1428"/>
                    <a:pt x="16" y="1550"/>
                    <a:pt x="8" y="1645"/>
                  </a:cubicBezTo>
                  <a:cubicBezTo>
                    <a:pt x="4" y="1704"/>
                    <a:pt x="0" y="1763"/>
                    <a:pt x="0" y="1822"/>
                  </a:cubicBezTo>
                  <a:cubicBezTo>
                    <a:pt x="0" y="2138"/>
                    <a:pt x="63" y="2453"/>
                    <a:pt x="181" y="2749"/>
                  </a:cubicBezTo>
                  <a:cubicBezTo>
                    <a:pt x="205" y="2812"/>
                    <a:pt x="245" y="2859"/>
                    <a:pt x="296" y="2891"/>
                  </a:cubicBezTo>
                  <a:cubicBezTo>
                    <a:pt x="343" y="2919"/>
                    <a:pt x="399" y="2934"/>
                    <a:pt x="454" y="2934"/>
                  </a:cubicBezTo>
                  <a:cubicBezTo>
                    <a:pt x="525" y="2934"/>
                    <a:pt x="592" y="2910"/>
                    <a:pt x="643" y="2872"/>
                  </a:cubicBezTo>
                  <a:cubicBezTo>
                    <a:pt x="670" y="2852"/>
                    <a:pt x="694" y="2828"/>
                    <a:pt x="706" y="2797"/>
                  </a:cubicBezTo>
                  <a:cubicBezTo>
                    <a:pt x="722" y="2768"/>
                    <a:pt x="734" y="2733"/>
                    <a:pt x="734" y="2697"/>
                  </a:cubicBezTo>
                  <a:cubicBezTo>
                    <a:pt x="734" y="2666"/>
                    <a:pt x="725" y="2635"/>
                    <a:pt x="710" y="2599"/>
                  </a:cubicBezTo>
                  <a:cubicBezTo>
                    <a:pt x="619" y="2362"/>
                    <a:pt x="536" y="2040"/>
                    <a:pt x="536" y="1740"/>
                  </a:cubicBezTo>
                  <a:cubicBezTo>
                    <a:pt x="536" y="1644"/>
                    <a:pt x="544" y="1548"/>
                    <a:pt x="563" y="1459"/>
                  </a:cubicBezTo>
                  <a:lnTo>
                    <a:pt x="563" y="1459"/>
                  </a:lnTo>
                  <a:cubicBezTo>
                    <a:pt x="706" y="1378"/>
                    <a:pt x="835" y="1286"/>
                    <a:pt x="1002" y="1235"/>
                  </a:cubicBezTo>
                  <a:cubicBezTo>
                    <a:pt x="1076" y="1214"/>
                    <a:pt x="1153" y="1196"/>
                    <a:pt x="1228" y="1175"/>
                  </a:cubicBezTo>
                  <a:lnTo>
                    <a:pt x="1228" y="1175"/>
                  </a:lnTo>
                  <a:cubicBezTo>
                    <a:pt x="1229" y="1196"/>
                    <a:pt x="1232" y="1218"/>
                    <a:pt x="1234" y="1239"/>
                  </a:cubicBezTo>
                  <a:cubicBezTo>
                    <a:pt x="1269" y="1534"/>
                    <a:pt x="1396" y="1818"/>
                    <a:pt x="1550" y="2067"/>
                  </a:cubicBezTo>
                  <a:cubicBezTo>
                    <a:pt x="1577" y="2114"/>
                    <a:pt x="1613" y="2146"/>
                    <a:pt x="1653" y="2169"/>
                  </a:cubicBezTo>
                  <a:cubicBezTo>
                    <a:pt x="1692" y="2189"/>
                    <a:pt x="1735" y="2197"/>
                    <a:pt x="1775" y="2197"/>
                  </a:cubicBezTo>
                  <a:cubicBezTo>
                    <a:pt x="1850" y="2197"/>
                    <a:pt x="1924" y="2169"/>
                    <a:pt x="1975" y="2122"/>
                  </a:cubicBezTo>
                  <a:cubicBezTo>
                    <a:pt x="2031" y="2075"/>
                    <a:pt x="2070" y="2004"/>
                    <a:pt x="2070" y="1929"/>
                  </a:cubicBezTo>
                  <a:cubicBezTo>
                    <a:pt x="2070" y="1882"/>
                    <a:pt x="2059" y="1834"/>
                    <a:pt x="2027" y="1787"/>
                  </a:cubicBezTo>
                  <a:cubicBezTo>
                    <a:pt x="1917" y="1609"/>
                    <a:pt x="1834" y="1428"/>
                    <a:pt x="1786" y="1223"/>
                  </a:cubicBezTo>
                  <a:cubicBezTo>
                    <a:pt x="1755" y="1081"/>
                    <a:pt x="1755" y="928"/>
                    <a:pt x="1755" y="781"/>
                  </a:cubicBezTo>
                  <a:lnTo>
                    <a:pt x="1755" y="746"/>
                  </a:lnTo>
                  <a:cubicBezTo>
                    <a:pt x="1755" y="675"/>
                    <a:pt x="1759" y="604"/>
                    <a:pt x="1759" y="529"/>
                  </a:cubicBezTo>
                  <a:cubicBezTo>
                    <a:pt x="1759" y="438"/>
                    <a:pt x="1755" y="344"/>
                    <a:pt x="1739" y="257"/>
                  </a:cubicBezTo>
                  <a:cubicBezTo>
                    <a:pt x="1731" y="213"/>
                    <a:pt x="1715" y="174"/>
                    <a:pt x="1692" y="135"/>
                  </a:cubicBezTo>
                  <a:cubicBezTo>
                    <a:pt x="1672" y="95"/>
                    <a:pt x="1640" y="64"/>
                    <a:pt x="1605" y="36"/>
                  </a:cubicBezTo>
                  <a:cubicBezTo>
                    <a:pt x="1569" y="16"/>
                    <a:pt x="1526" y="0"/>
                    <a:pt x="148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4" name="Google Shape;2194;p48"/>
            <p:cNvSpPr/>
            <p:nvPr/>
          </p:nvSpPr>
          <p:spPr>
            <a:xfrm>
              <a:off x="2027187" y="4487086"/>
              <a:ext cx="511417" cy="487344"/>
            </a:xfrm>
            <a:custGeom>
              <a:rect b="b" l="l" r="r" t="t"/>
              <a:pathLst>
                <a:path extrusionOk="0" h="1903" w="1997">
                  <a:moveTo>
                    <a:pt x="1313" y="1"/>
                  </a:moveTo>
                  <a:cubicBezTo>
                    <a:pt x="1301" y="1"/>
                    <a:pt x="1289" y="12"/>
                    <a:pt x="1287" y="26"/>
                  </a:cubicBezTo>
                  <a:cubicBezTo>
                    <a:pt x="1278" y="152"/>
                    <a:pt x="1267" y="279"/>
                    <a:pt x="1258" y="404"/>
                  </a:cubicBezTo>
                  <a:cubicBezTo>
                    <a:pt x="1113" y="421"/>
                    <a:pt x="974" y="475"/>
                    <a:pt x="849" y="550"/>
                  </a:cubicBezTo>
                  <a:cubicBezTo>
                    <a:pt x="663" y="657"/>
                    <a:pt x="450" y="791"/>
                    <a:pt x="321" y="968"/>
                  </a:cubicBezTo>
                  <a:cubicBezTo>
                    <a:pt x="317" y="965"/>
                    <a:pt x="312" y="965"/>
                    <a:pt x="308" y="960"/>
                  </a:cubicBezTo>
                  <a:cubicBezTo>
                    <a:pt x="261" y="932"/>
                    <a:pt x="214" y="901"/>
                    <a:pt x="170" y="874"/>
                  </a:cubicBezTo>
                  <a:cubicBezTo>
                    <a:pt x="131" y="848"/>
                    <a:pt x="90" y="826"/>
                    <a:pt x="44" y="826"/>
                  </a:cubicBezTo>
                  <a:cubicBezTo>
                    <a:pt x="40" y="826"/>
                    <a:pt x="36" y="826"/>
                    <a:pt x="33" y="826"/>
                  </a:cubicBezTo>
                  <a:cubicBezTo>
                    <a:pt x="17" y="830"/>
                    <a:pt x="1" y="842"/>
                    <a:pt x="9" y="862"/>
                  </a:cubicBezTo>
                  <a:cubicBezTo>
                    <a:pt x="52" y="996"/>
                    <a:pt x="99" y="1130"/>
                    <a:pt x="143" y="1260"/>
                  </a:cubicBezTo>
                  <a:cubicBezTo>
                    <a:pt x="166" y="1323"/>
                    <a:pt x="182" y="1386"/>
                    <a:pt x="206" y="1445"/>
                  </a:cubicBezTo>
                  <a:cubicBezTo>
                    <a:pt x="210" y="1449"/>
                    <a:pt x="210" y="1453"/>
                    <a:pt x="214" y="1457"/>
                  </a:cubicBezTo>
                  <a:cubicBezTo>
                    <a:pt x="214" y="1461"/>
                    <a:pt x="214" y="1465"/>
                    <a:pt x="217" y="1469"/>
                  </a:cubicBezTo>
                  <a:cubicBezTo>
                    <a:pt x="277" y="1693"/>
                    <a:pt x="486" y="1875"/>
                    <a:pt x="723" y="1899"/>
                  </a:cubicBezTo>
                  <a:cubicBezTo>
                    <a:pt x="745" y="1901"/>
                    <a:pt x="767" y="1902"/>
                    <a:pt x="790" y="1902"/>
                  </a:cubicBezTo>
                  <a:cubicBezTo>
                    <a:pt x="945" y="1902"/>
                    <a:pt x="1102" y="1845"/>
                    <a:pt x="1247" y="1777"/>
                  </a:cubicBezTo>
                  <a:cubicBezTo>
                    <a:pt x="1464" y="1678"/>
                    <a:pt x="1677" y="1548"/>
                    <a:pt x="1819" y="1355"/>
                  </a:cubicBezTo>
                  <a:cubicBezTo>
                    <a:pt x="1944" y="1173"/>
                    <a:pt x="1997" y="925"/>
                    <a:pt x="1909" y="723"/>
                  </a:cubicBezTo>
                  <a:cubicBezTo>
                    <a:pt x="1909" y="720"/>
                    <a:pt x="1909" y="712"/>
                    <a:pt x="1906" y="708"/>
                  </a:cubicBezTo>
                  <a:cubicBezTo>
                    <a:pt x="1902" y="704"/>
                    <a:pt x="1897" y="696"/>
                    <a:pt x="1893" y="692"/>
                  </a:cubicBezTo>
                  <a:cubicBezTo>
                    <a:pt x="1890" y="688"/>
                    <a:pt x="1890" y="681"/>
                    <a:pt x="1886" y="676"/>
                  </a:cubicBezTo>
                  <a:cubicBezTo>
                    <a:pt x="1866" y="645"/>
                    <a:pt x="1842" y="614"/>
                    <a:pt x="1819" y="586"/>
                  </a:cubicBezTo>
                  <a:cubicBezTo>
                    <a:pt x="1669" y="385"/>
                    <a:pt x="1507" y="191"/>
                    <a:pt x="1329" y="10"/>
                  </a:cubicBezTo>
                  <a:cubicBezTo>
                    <a:pt x="1324" y="3"/>
                    <a:pt x="1319" y="1"/>
                    <a:pt x="1313" y="1"/>
                  </a:cubicBezTo>
                  <a:close/>
                </a:path>
              </a:pathLst>
            </a:cu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5" name="Google Shape;2195;p48"/>
            <p:cNvSpPr/>
            <p:nvPr/>
          </p:nvSpPr>
          <p:spPr>
            <a:xfrm>
              <a:off x="2023346" y="4481452"/>
              <a:ext cx="510136" cy="499124"/>
            </a:xfrm>
            <a:custGeom>
              <a:rect b="b" l="l" r="r" t="t"/>
              <a:pathLst>
                <a:path extrusionOk="0" h="1949" w="1992">
                  <a:moveTo>
                    <a:pt x="1329" y="44"/>
                  </a:moveTo>
                  <a:cubicBezTo>
                    <a:pt x="1506" y="225"/>
                    <a:pt x="1664" y="419"/>
                    <a:pt x="1814" y="623"/>
                  </a:cubicBezTo>
                  <a:lnTo>
                    <a:pt x="1818" y="623"/>
                  </a:lnTo>
                  <a:cubicBezTo>
                    <a:pt x="1841" y="651"/>
                    <a:pt x="1865" y="679"/>
                    <a:pt x="1881" y="710"/>
                  </a:cubicBezTo>
                  <a:cubicBezTo>
                    <a:pt x="1885" y="714"/>
                    <a:pt x="1885" y="718"/>
                    <a:pt x="1888" y="726"/>
                  </a:cubicBezTo>
                  <a:lnTo>
                    <a:pt x="1893" y="726"/>
                  </a:lnTo>
                  <a:cubicBezTo>
                    <a:pt x="1897" y="734"/>
                    <a:pt x="1901" y="738"/>
                    <a:pt x="1901" y="742"/>
                  </a:cubicBezTo>
                  <a:cubicBezTo>
                    <a:pt x="1901" y="745"/>
                    <a:pt x="1901" y="750"/>
                    <a:pt x="1905" y="754"/>
                  </a:cubicBezTo>
                  <a:cubicBezTo>
                    <a:pt x="1932" y="821"/>
                    <a:pt x="1948" y="892"/>
                    <a:pt x="1948" y="963"/>
                  </a:cubicBezTo>
                  <a:cubicBezTo>
                    <a:pt x="1948" y="1105"/>
                    <a:pt x="1897" y="1247"/>
                    <a:pt x="1814" y="1360"/>
                  </a:cubicBezTo>
                  <a:cubicBezTo>
                    <a:pt x="1680" y="1554"/>
                    <a:pt x="1467" y="1680"/>
                    <a:pt x="1254" y="1779"/>
                  </a:cubicBezTo>
                  <a:cubicBezTo>
                    <a:pt x="1108" y="1846"/>
                    <a:pt x="954" y="1901"/>
                    <a:pt x="805" y="1901"/>
                  </a:cubicBezTo>
                  <a:lnTo>
                    <a:pt x="738" y="1901"/>
                  </a:lnTo>
                  <a:cubicBezTo>
                    <a:pt x="627" y="1886"/>
                    <a:pt x="521" y="1838"/>
                    <a:pt x="434" y="1763"/>
                  </a:cubicBezTo>
                  <a:cubicBezTo>
                    <a:pt x="347" y="1692"/>
                    <a:pt x="284" y="1593"/>
                    <a:pt x="252" y="1483"/>
                  </a:cubicBezTo>
                  <a:cubicBezTo>
                    <a:pt x="252" y="1483"/>
                    <a:pt x="252" y="1479"/>
                    <a:pt x="248" y="1475"/>
                  </a:cubicBezTo>
                  <a:lnTo>
                    <a:pt x="248" y="1471"/>
                  </a:lnTo>
                  <a:cubicBezTo>
                    <a:pt x="245" y="1467"/>
                    <a:pt x="245" y="1464"/>
                    <a:pt x="245" y="1460"/>
                  </a:cubicBezTo>
                  <a:cubicBezTo>
                    <a:pt x="221" y="1400"/>
                    <a:pt x="201" y="1337"/>
                    <a:pt x="181" y="1278"/>
                  </a:cubicBezTo>
                  <a:cubicBezTo>
                    <a:pt x="134" y="1144"/>
                    <a:pt x="90" y="1010"/>
                    <a:pt x="43" y="876"/>
                  </a:cubicBezTo>
                  <a:lnTo>
                    <a:pt x="43" y="872"/>
                  </a:lnTo>
                  <a:lnTo>
                    <a:pt x="63" y="872"/>
                  </a:lnTo>
                  <a:cubicBezTo>
                    <a:pt x="83" y="872"/>
                    <a:pt x="99" y="876"/>
                    <a:pt x="119" y="884"/>
                  </a:cubicBezTo>
                  <a:cubicBezTo>
                    <a:pt x="138" y="892"/>
                    <a:pt x="154" y="900"/>
                    <a:pt x="174" y="911"/>
                  </a:cubicBezTo>
                  <a:cubicBezTo>
                    <a:pt x="217" y="943"/>
                    <a:pt x="265" y="974"/>
                    <a:pt x="312" y="1002"/>
                  </a:cubicBezTo>
                  <a:cubicBezTo>
                    <a:pt x="316" y="1006"/>
                    <a:pt x="319" y="1006"/>
                    <a:pt x="323" y="1010"/>
                  </a:cubicBezTo>
                  <a:cubicBezTo>
                    <a:pt x="328" y="1012"/>
                    <a:pt x="332" y="1013"/>
                    <a:pt x="336" y="1013"/>
                  </a:cubicBezTo>
                  <a:cubicBezTo>
                    <a:pt x="343" y="1013"/>
                    <a:pt x="348" y="1010"/>
                    <a:pt x="351" y="1002"/>
                  </a:cubicBezTo>
                  <a:cubicBezTo>
                    <a:pt x="481" y="832"/>
                    <a:pt x="690" y="694"/>
                    <a:pt x="871" y="588"/>
                  </a:cubicBezTo>
                  <a:cubicBezTo>
                    <a:pt x="998" y="517"/>
                    <a:pt x="1136" y="461"/>
                    <a:pt x="1273" y="446"/>
                  </a:cubicBezTo>
                  <a:cubicBezTo>
                    <a:pt x="1286" y="446"/>
                    <a:pt x="1293" y="438"/>
                    <a:pt x="1293" y="426"/>
                  </a:cubicBezTo>
                  <a:cubicBezTo>
                    <a:pt x="1306" y="301"/>
                    <a:pt x="1313" y="174"/>
                    <a:pt x="1325" y="52"/>
                  </a:cubicBezTo>
                  <a:lnTo>
                    <a:pt x="1325" y="48"/>
                  </a:lnTo>
                  <a:lnTo>
                    <a:pt x="1329" y="44"/>
                  </a:lnTo>
                  <a:close/>
                  <a:moveTo>
                    <a:pt x="1329" y="1"/>
                  </a:moveTo>
                  <a:cubicBezTo>
                    <a:pt x="1317" y="1"/>
                    <a:pt x="1306" y="4"/>
                    <a:pt x="1297" y="12"/>
                  </a:cubicBezTo>
                  <a:cubicBezTo>
                    <a:pt x="1289" y="24"/>
                    <a:pt x="1282" y="32"/>
                    <a:pt x="1282" y="48"/>
                  </a:cubicBezTo>
                  <a:cubicBezTo>
                    <a:pt x="1270" y="168"/>
                    <a:pt x="1263" y="285"/>
                    <a:pt x="1251" y="405"/>
                  </a:cubicBezTo>
                  <a:lnTo>
                    <a:pt x="1251" y="405"/>
                  </a:lnTo>
                  <a:cubicBezTo>
                    <a:pt x="1112" y="427"/>
                    <a:pt x="973" y="481"/>
                    <a:pt x="852" y="552"/>
                  </a:cubicBezTo>
                  <a:cubicBezTo>
                    <a:pt x="672" y="656"/>
                    <a:pt x="466" y="789"/>
                    <a:pt x="331" y="963"/>
                  </a:cubicBezTo>
                  <a:lnTo>
                    <a:pt x="331" y="963"/>
                  </a:lnTo>
                  <a:cubicBezTo>
                    <a:pt x="288" y="939"/>
                    <a:pt x="244" y="907"/>
                    <a:pt x="197" y="876"/>
                  </a:cubicBezTo>
                  <a:cubicBezTo>
                    <a:pt x="177" y="864"/>
                    <a:pt x="158" y="852"/>
                    <a:pt x="134" y="840"/>
                  </a:cubicBezTo>
                  <a:cubicBezTo>
                    <a:pt x="114" y="832"/>
                    <a:pt x="87" y="829"/>
                    <a:pt x="63" y="829"/>
                  </a:cubicBezTo>
                  <a:lnTo>
                    <a:pt x="43" y="829"/>
                  </a:lnTo>
                  <a:cubicBezTo>
                    <a:pt x="36" y="829"/>
                    <a:pt x="24" y="832"/>
                    <a:pt x="16" y="840"/>
                  </a:cubicBezTo>
                  <a:cubicBezTo>
                    <a:pt x="8" y="848"/>
                    <a:pt x="1" y="860"/>
                    <a:pt x="1" y="876"/>
                  </a:cubicBezTo>
                  <a:cubicBezTo>
                    <a:pt x="1" y="880"/>
                    <a:pt x="1" y="884"/>
                    <a:pt x="4" y="887"/>
                  </a:cubicBezTo>
                  <a:cubicBezTo>
                    <a:pt x="48" y="1022"/>
                    <a:pt x="95" y="1156"/>
                    <a:pt x="138" y="1289"/>
                  </a:cubicBezTo>
                  <a:cubicBezTo>
                    <a:pt x="158" y="1353"/>
                    <a:pt x="177" y="1413"/>
                    <a:pt x="201" y="1475"/>
                  </a:cubicBezTo>
                  <a:cubicBezTo>
                    <a:pt x="205" y="1479"/>
                    <a:pt x="209" y="1483"/>
                    <a:pt x="209" y="1487"/>
                  </a:cubicBezTo>
                  <a:lnTo>
                    <a:pt x="209" y="1495"/>
                  </a:lnTo>
                  <a:cubicBezTo>
                    <a:pt x="245" y="1613"/>
                    <a:pt x="312" y="1720"/>
                    <a:pt x="407" y="1799"/>
                  </a:cubicBezTo>
                  <a:cubicBezTo>
                    <a:pt x="497" y="1877"/>
                    <a:pt x="611" y="1928"/>
                    <a:pt x="734" y="1944"/>
                  </a:cubicBezTo>
                  <a:cubicBezTo>
                    <a:pt x="758" y="1944"/>
                    <a:pt x="781" y="1948"/>
                    <a:pt x="805" y="1948"/>
                  </a:cubicBezTo>
                  <a:cubicBezTo>
                    <a:pt x="966" y="1944"/>
                    <a:pt x="1124" y="1886"/>
                    <a:pt x="1270" y="1819"/>
                  </a:cubicBezTo>
                  <a:cubicBezTo>
                    <a:pt x="1491" y="1720"/>
                    <a:pt x="1708" y="1589"/>
                    <a:pt x="1850" y="1389"/>
                  </a:cubicBezTo>
                  <a:cubicBezTo>
                    <a:pt x="1936" y="1266"/>
                    <a:pt x="1992" y="1113"/>
                    <a:pt x="1992" y="963"/>
                  </a:cubicBezTo>
                  <a:cubicBezTo>
                    <a:pt x="1992" y="884"/>
                    <a:pt x="1976" y="809"/>
                    <a:pt x="1944" y="738"/>
                  </a:cubicBezTo>
                  <a:lnTo>
                    <a:pt x="1944" y="738"/>
                  </a:lnTo>
                  <a:lnTo>
                    <a:pt x="1944" y="738"/>
                  </a:lnTo>
                  <a:cubicBezTo>
                    <a:pt x="1944" y="731"/>
                    <a:pt x="1943" y="725"/>
                    <a:pt x="1936" y="718"/>
                  </a:cubicBezTo>
                  <a:cubicBezTo>
                    <a:pt x="1932" y="710"/>
                    <a:pt x="1928" y="707"/>
                    <a:pt x="1928" y="703"/>
                  </a:cubicBezTo>
                  <a:lnTo>
                    <a:pt x="1927" y="703"/>
                  </a:lnTo>
                  <a:lnTo>
                    <a:pt x="1927" y="703"/>
                  </a:lnTo>
                  <a:cubicBezTo>
                    <a:pt x="1924" y="697"/>
                    <a:pt x="1924" y="693"/>
                    <a:pt x="1921" y="687"/>
                  </a:cubicBezTo>
                  <a:cubicBezTo>
                    <a:pt x="1901" y="651"/>
                    <a:pt x="1873" y="623"/>
                    <a:pt x="1850" y="596"/>
                  </a:cubicBezTo>
                  <a:cubicBezTo>
                    <a:pt x="1699" y="390"/>
                    <a:pt x="1538" y="197"/>
                    <a:pt x="1360" y="17"/>
                  </a:cubicBezTo>
                  <a:cubicBezTo>
                    <a:pt x="1353" y="4"/>
                    <a:pt x="1341" y="1"/>
                    <a:pt x="132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6" name="Google Shape;2196;p48"/>
            <p:cNvSpPr/>
            <p:nvPr/>
          </p:nvSpPr>
          <p:spPr>
            <a:xfrm>
              <a:off x="2495831" y="4882232"/>
              <a:ext cx="22536" cy="131632"/>
            </a:xfrm>
            <a:custGeom>
              <a:rect b="b" l="l" r="r" t="t"/>
              <a:pathLst>
                <a:path extrusionOk="0" h="514" w="88">
                  <a:moveTo>
                    <a:pt x="67" y="1"/>
                  </a:moveTo>
                  <a:cubicBezTo>
                    <a:pt x="56" y="1"/>
                    <a:pt x="43" y="5"/>
                    <a:pt x="43" y="17"/>
                  </a:cubicBezTo>
                  <a:cubicBezTo>
                    <a:pt x="12" y="143"/>
                    <a:pt x="1" y="269"/>
                    <a:pt x="1" y="399"/>
                  </a:cubicBezTo>
                  <a:lnTo>
                    <a:pt x="1" y="494"/>
                  </a:lnTo>
                  <a:cubicBezTo>
                    <a:pt x="5" y="505"/>
                    <a:pt x="12" y="514"/>
                    <a:pt x="25" y="514"/>
                  </a:cubicBezTo>
                  <a:cubicBezTo>
                    <a:pt x="36" y="514"/>
                    <a:pt x="48" y="501"/>
                    <a:pt x="43" y="490"/>
                  </a:cubicBezTo>
                  <a:lnTo>
                    <a:pt x="43" y="399"/>
                  </a:lnTo>
                  <a:cubicBezTo>
                    <a:pt x="43" y="273"/>
                    <a:pt x="56" y="150"/>
                    <a:pt x="83" y="28"/>
                  </a:cubicBezTo>
                  <a:cubicBezTo>
                    <a:pt x="87" y="17"/>
                    <a:pt x="79" y="5"/>
                    <a:pt x="67"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7" name="Google Shape;2197;p48"/>
            <p:cNvSpPr/>
            <p:nvPr/>
          </p:nvSpPr>
          <p:spPr>
            <a:xfrm>
              <a:off x="2312983" y="5014375"/>
              <a:ext cx="30475" cy="81181"/>
            </a:xfrm>
            <a:custGeom>
              <a:rect b="b" l="l" r="r" t="t"/>
              <a:pathLst>
                <a:path extrusionOk="0" h="317" w="119">
                  <a:moveTo>
                    <a:pt x="94" y="0"/>
                  </a:moveTo>
                  <a:cubicBezTo>
                    <a:pt x="86" y="0"/>
                    <a:pt x="79" y="4"/>
                    <a:pt x="76" y="9"/>
                  </a:cubicBezTo>
                  <a:cubicBezTo>
                    <a:pt x="33" y="100"/>
                    <a:pt x="5" y="195"/>
                    <a:pt x="0" y="293"/>
                  </a:cubicBezTo>
                  <a:cubicBezTo>
                    <a:pt x="0" y="305"/>
                    <a:pt x="9" y="317"/>
                    <a:pt x="20" y="317"/>
                  </a:cubicBezTo>
                  <a:cubicBezTo>
                    <a:pt x="33" y="317"/>
                    <a:pt x="44" y="309"/>
                    <a:pt x="44" y="297"/>
                  </a:cubicBezTo>
                  <a:cubicBezTo>
                    <a:pt x="48" y="202"/>
                    <a:pt x="71" y="112"/>
                    <a:pt x="115" y="29"/>
                  </a:cubicBezTo>
                  <a:cubicBezTo>
                    <a:pt x="119" y="21"/>
                    <a:pt x="115" y="5"/>
                    <a:pt x="104" y="2"/>
                  </a:cubicBezTo>
                  <a:cubicBezTo>
                    <a:pt x="100" y="1"/>
                    <a:pt x="97" y="0"/>
                    <a:pt x="9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8" name="Google Shape;2198;p48"/>
            <p:cNvSpPr/>
            <p:nvPr/>
          </p:nvSpPr>
          <p:spPr>
            <a:xfrm>
              <a:off x="2247424" y="4786199"/>
              <a:ext cx="189252" cy="122668"/>
            </a:xfrm>
            <a:custGeom>
              <a:rect b="b" l="l" r="r" t="t"/>
              <a:pathLst>
                <a:path extrusionOk="0" h="479" w="739">
                  <a:moveTo>
                    <a:pt x="712" y="0"/>
                  </a:moveTo>
                  <a:cubicBezTo>
                    <a:pt x="702" y="0"/>
                    <a:pt x="695" y="7"/>
                    <a:pt x="695" y="17"/>
                  </a:cubicBezTo>
                  <a:cubicBezTo>
                    <a:pt x="687" y="64"/>
                    <a:pt x="675" y="108"/>
                    <a:pt x="655" y="143"/>
                  </a:cubicBezTo>
                  <a:cubicBezTo>
                    <a:pt x="643" y="170"/>
                    <a:pt x="620" y="190"/>
                    <a:pt x="592" y="206"/>
                  </a:cubicBezTo>
                  <a:cubicBezTo>
                    <a:pt x="564" y="218"/>
                    <a:pt x="533" y="223"/>
                    <a:pt x="498" y="223"/>
                  </a:cubicBezTo>
                  <a:cubicBezTo>
                    <a:pt x="482" y="223"/>
                    <a:pt x="462" y="223"/>
                    <a:pt x="442" y="218"/>
                  </a:cubicBezTo>
                  <a:cubicBezTo>
                    <a:pt x="414" y="210"/>
                    <a:pt x="383" y="199"/>
                    <a:pt x="360" y="183"/>
                  </a:cubicBezTo>
                  <a:cubicBezTo>
                    <a:pt x="337" y="168"/>
                    <a:pt x="319" y="149"/>
                    <a:pt x="310" y="125"/>
                  </a:cubicBezTo>
                  <a:lnTo>
                    <a:pt x="310" y="125"/>
                  </a:lnTo>
                  <a:cubicBezTo>
                    <a:pt x="310" y="123"/>
                    <a:pt x="309" y="121"/>
                    <a:pt x="308" y="119"/>
                  </a:cubicBezTo>
                  <a:cubicBezTo>
                    <a:pt x="308" y="114"/>
                    <a:pt x="305" y="110"/>
                    <a:pt x="300" y="108"/>
                  </a:cubicBezTo>
                  <a:lnTo>
                    <a:pt x="300" y="108"/>
                  </a:lnTo>
                  <a:cubicBezTo>
                    <a:pt x="300" y="108"/>
                    <a:pt x="300" y="108"/>
                    <a:pt x="300" y="108"/>
                  </a:cubicBezTo>
                  <a:cubicBezTo>
                    <a:pt x="296" y="106"/>
                    <a:pt x="293" y="105"/>
                    <a:pt x="291" y="105"/>
                  </a:cubicBezTo>
                  <a:cubicBezTo>
                    <a:pt x="289" y="105"/>
                    <a:pt x="287" y="106"/>
                    <a:pt x="285" y="108"/>
                  </a:cubicBezTo>
                  <a:cubicBezTo>
                    <a:pt x="276" y="108"/>
                    <a:pt x="272" y="112"/>
                    <a:pt x="269" y="116"/>
                  </a:cubicBezTo>
                  <a:cubicBezTo>
                    <a:pt x="269" y="123"/>
                    <a:pt x="265" y="128"/>
                    <a:pt x="269" y="135"/>
                  </a:cubicBezTo>
                  <a:cubicBezTo>
                    <a:pt x="276" y="163"/>
                    <a:pt x="285" y="199"/>
                    <a:pt x="285" y="238"/>
                  </a:cubicBezTo>
                  <a:cubicBezTo>
                    <a:pt x="285" y="277"/>
                    <a:pt x="276" y="317"/>
                    <a:pt x="261" y="352"/>
                  </a:cubicBezTo>
                  <a:cubicBezTo>
                    <a:pt x="245" y="383"/>
                    <a:pt x="218" y="412"/>
                    <a:pt x="182" y="427"/>
                  </a:cubicBezTo>
                  <a:cubicBezTo>
                    <a:pt x="167" y="431"/>
                    <a:pt x="147" y="435"/>
                    <a:pt x="131" y="435"/>
                  </a:cubicBezTo>
                  <a:cubicBezTo>
                    <a:pt x="96" y="435"/>
                    <a:pt x="63" y="423"/>
                    <a:pt x="36" y="403"/>
                  </a:cubicBezTo>
                  <a:cubicBezTo>
                    <a:pt x="33" y="400"/>
                    <a:pt x="29" y="399"/>
                    <a:pt x="24" y="399"/>
                  </a:cubicBezTo>
                  <a:cubicBezTo>
                    <a:pt x="17" y="399"/>
                    <a:pt x="9" y="402"/>
                    <a:pt x="5" y="407"/>
                  </a:cubicBezTo>
                  <a:cubicBezTo>
                    <a:pt x="1" y="416"/>
                    <a:pt x="1" y="431"/>
                    <a:pt x="8" y="439"/>
                  </a:cubicBezTo>
                  <a:cubicBezTo>
                    <a:pt x="43" y="467"/>
                    <a:pt x="87" y="478"/>
                    <a:pt x="131" y="478"/>
                  </a:cubicBezTo>
                  <a:cubicBezTo>
                    <a:pt x="154" y="478"/>
                    <a:pt x="178" y="474"/>
                    <a:pt x="198" y="467"/>
                  </a:cubicBezTo>
                  <a:cubicBezTo>
                    <a:pt x="245" y="447"/>
                    <a:pt x="280" y="412"/>
                    <a:pt x="300" y="372"/>
                  </a:cubicBezTo>
                  <a:cubicBezTo>
                    <a:pt x="320" y="329"/>
                    <a:pt x="327" y="281"/>
                    <a:pt x="327" y="238"/>
                  </a:cubicBezTo>
                  <a:cubicBezTo>
                    <a:pt x="327" y="229"/>
                    <a:pt x="327" y="220"/>
                    <a:pt x="326" y="212"/>
                  </a:cubicBezTo>
                  <a:lnTo>
                    <a:pt x="326" y="212"/>
                  </a:lnTo>
                  <a:cubicBezTo>
                    <a:pt x="330" y="214"/>
                    <a:pt x="333" y="216"/>
                    <a:pt x="336" y="218"/>
                  </a:cubicBezTo>
                  <a:cubicBezTo>
                    <a:pt x="367" y="241"/>
                    <a:pt x="398" y="254"/>
                    <a:pt x="434" y="261"/>
                  </a:cubicBezTo>
                  <a:cubicBezTo>
                    <a:pt x="454" y="265"/>
                    <a:pt x="478" y="265"/>
                    <a:pt x="498" y="265"/>
                  </a:cubicBezTo>
                  <a:cubicBezTo>
                    <a:pt x="537" y="265"/>
                    <a:pt x="576" y="261"/>
                    <a:pt x="611" y="241"/>
                  </a:cubicBezTo>
                  <a:cubicBezTo>
                    <a:pt x="643" y="226"/>
                    <a:pt x="675" y="203"/>
                    <a:pt x="695" y="167"/>
                  </a:cubicBezTo>
                  <a:cubicBezTo>
                    <a:pt x="718" y="119"/>
                    <a:pt x="726" y="72"/>
                    <a:pt x="738" y="25"/>
                  </a:cubicBezTo>
                  <a:cubicBezTo>
                    <a:pt x="738" y="13"/>
                    <a:pt x="730" y="5"/>
                    <a:pt x="718" y="1"/>
                  </a:cubicBezTo>
                  <a:cubicBezTo>
                    <a:pt x="716" y="0"/>
                    <a:pt x="714" y="0"/>
                    <a:pt x="71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9" name="Google Shape;2199;p48"/>
            <p:cNvSpPr/>
            <p:nvPr/>
          </p:nvSpPr>
          <p:spPr>
            <a:xfrm>
              <a:off x="2273802" y="4765968"/>
              <a:ext cx="63767" cy="60694"/>
            </a:xfrm>
            <a:custGeom>
              <a:rect b="b" l="l" r="r" t="t"/>
              <a:pathLst>
                <a:path extrusionOk="0" h="237" w="249">
                  <a:moveTo>
                    <a:pt x="193" y="1"/>
                  </a:moveTo>
                  <a:cubicBezTo>
                    <a:pt x="174" y="1"/>
                    <a:pt x="151" y="11"/>
                    <a:pt x="134" y="21"/>
                  </a:cubicBezTo>
                  <a:cubicBezTo>
                    <a:pt x="115" y="33"/>
                    <a:pt x="95" y="45"/>
                    <a:pt x="75" y="53"/>
                  </a:cubicBezTo>
                  <a:cubicBezTo>
                    <a:pt x="55" y="60"/>
                    <a:pt x="40" y="73"/>
                    <a:pt x="24" y="84"/>
                  </a:cubicBezTo>
                  <a:cubicBezTo>
                    <a:pt x="11" y="100"/>
                    <a:pt x="0" y="116"/>
                    <a:pt x="4" y="136"/>
                  </a:cubicBezTo>
                  <a:cubicBezTo>
                    <a:pt x="4" y="171"/>
                    <a:pt x="35" y="191"/>
                    <a:pt x="67" y="207"/>
                  </a:cubicBezTo>
                  <a:cubicBezTo>
                    <a:pt x="96" y="217"/>
                    <a:pt x="134" y="236"/>
                    <a:pt x="166" y="236"/>
                  </a:cubicBezTo>
                  <a:cubicBezTo>
                    <a:pt x="182" y="236"/>
                    <a:pt x="197" y="231"/>
                    <a:pt x="209" y="218"/>
                  </a:cubicBezTo>
                  <a:cubicBezTo>
                    <a:pt x="237" y="191"/>
                    <a:pt x="237" y="136"/>
                    <a:pt x="244" y="100"/>
                  </a:cubicBezTo>
                  <a:cubicBezTo>
                    <a:pt x="248" y="84"/>
                    <a:pt x="248" y="65"/>
                    <a:pt x="244" y="49"/>
                  </a:cubicBezTo>
                  <a:cubicBezTo>
                    <a:pt x="240" y="33"/>
                    <a:pt x="233" y="18"/>
                    <a:pt x="221" y="9"/>
                  </a:cubicBezTo>
                  <a:cubicBezTo>
                    <a:pt x="213" y="5"/>
                    <a:pt x="209" y="5"/>
                    <a:pt x="201" y="2"/>
                  </a:cubicBezTo>
                  <a:cubicBezTo>
                    <a:pt x="198" y="1"/>
                    <a:pt x="196" y="1"/>
                    <a:pt x="193"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0" name="Google Shape;2200;p48"/>
            <p:cNvSpPr/>
            <p:nvPr/>
          </p:nvSpPr>
          <p:spPr>
            <a:xfrm>
              <a:off x="2268680" y="4761102"/>
              <a:ext cx="73755" cy="70938"/>
            </a:xfrm>
            <a:custGeom>
              <a:rect b="b" l="l" r="r" t="t"/>
              <a:pathLst>
                <a:path extrusionOk="0" h="277" w="288">
                  <a:moveTo>
                    <a:pt x="217" y="44"/>
                  </a:moveTo>
                  <a:cubicBezTo>
                    <a:pt x="221" y="44"/>
                    <a:pt x="225" y="44"/>
                    <a:pt x="229" y="48"/>
                  </a:cubicBezTo>
                  <a:cubicBezTo>
                    <a:pt x="233" y="48"/>
                    <a:pt x="237" y="52"/>
                    <a:pt x="237" y="56"/>
                  </a:cubicBezTo>
                  <a:cubicBezTo>
                    <a:pt x="241" y="60"/>
                    <a:pt x="244" y="68"/>
                    <a:pt x="244" y="72"/>
                  </a:cubicBezTo>
                  <a:lnTo>
                    <a:pt x="244" y="88"/>
                  </a:lnTo>
                  <a:lnTo>
                    <a:pt x="244" y="115"/>
                  </a:lnTo>
                  <a:cubicBezTo>
                    <a:pt x="241" y="135"/>
                    <a:pt x="237" y="155"/>
                    <a:pt x="233" y="174"/>
                  </a:cubicBezTo>
                  <a:cubicBezTo>
                    <a:pt x="229" y="197"/>
                    <a:pt x="221" y="214"/>
                    <a:pt x="213" y="221"/>
                  </a:cubicBezTo>
                  <a:cubicBezTo>
                    <a:pt x="209" y="230"/>
                    <a:pt x="206" y="230"/>
                    <a:pt x="202" y="233"/>
                  </a:cubicBezTo>
                  <a:lnTo>
                    <a:pt x="186" y="233"/>
                  </a:lnTo>
                  <a:cubicBezTo>
                    <a:pt x="173" y="233"/>
                    <a:pt x="158" y="230"/>
                    <a:pt x="142" y="226"/>
                  </a:cubicBezTo>
                  <a:cubicBezTo>
                    <a:pt x="126" y="217"/>
                    <a:pt x="111" y="210"/>
                    <a:pt x="99" y="206"/>
                  </a:cubicBezTo>
                  <a:cubicBezTo>
                    <a:pt x="84" y="197"/>
                    <a:pt x="67" y="190"/>
                    <a:pt x="60" y="182"/>
                  </a:cubicBezTo>
                  <a:cubicBezTo>
                    <a:pt x="55" y="179"/>
                    <a:pt x="51" y="174"/>
                    <a:pt x="48" y="166"/>
                  </a:cubicBezTo>
                  <a:cubicBezTo>
                    <a:pt x="48" y="162"/>
                    <a:pt x="44" y="159"/>
                    <a:pt x="44" y="155"/>
                  </a:cubicBezTo>
                  <a:lnTo>
                    <a:pt x="44" y="150"/>
                  </a:lnTo>
                  <a:cubicBezTo>
                    <a:pt x="44" y="146"/>
                    <a:pt x="48" y="143"/>
                    <a:pt x="48" y="135"/>
                  </a:cubicBezTo>
                  <a:cubicBezTo>
                    <a:pt x="51" y="131"/>
                    <a:pt x="55" y="123"/>
                    <a:pt x="60" y="119"/>
                  </a:cubicBezTo>
                  <a:cubicBezTo>
                    <a:pt x="71" y="108"/>
                    <a:pt x="87" y="99"/>
                    <a:pt x="102" y="92"/>
                  </a:cubicBezTo>
                  <a:cubicBezTo>
                    <a:pt x="122" y="79"/>
                    <a:pt x="142" y="72"/>
                    <a:pt x="162" y="60"/>
                  </a:cubicBezTo>
                  <a:cubicBezTo>
                    <a:pt x="170" y="56"/>
                    <a:pt x="182" y="52"/>
                    <a:pt x="189" y="48"/>
                  </a:cubicBezTo>
                  <a:cubicBezTo>
                    <a:pt x="197" y="44"/>
                    <a:pt x="206" y="44"/>
                    <a:pt x="213" y="44"/>
                  </a:cubicBezTo>
                  <a:close/>
                  <a:moveTo>
                    <a:pt x="213" y="1"/>
                  </a:moveTo>
                  <a:cubicBezTo>
                    <a:pt x="202" y="1"/>
                    <a:pt x="186" y="1"/>
                    <a:pt x="173" y="8"/>
                  </a:cubicBezTo>
                  <a:cubicBezTo>
                    <a:pt x="162" y="13"/>
                    <a:pt x="150" y="17"/>
                    <a:pt x="142" y="21"/>
                  </a:cubicBezTo>
                  <a:cubicBezTo>
                    <a:pt x="122" y="32"/>
                    <a:pt x="102" y="44"/>
                    <a:pt x="84" y="52"/>
                  </a:cubicBezTo>
                  <a:cubicBezTo>
                    <a:pt x="67" y="64"/>
                    <a:pt x="48" y="72"/>
                    <a:pt x="31" y="88"/>
                  </a:cubicBezTo>
                  <a:cubicBezTo>
                    <a:pt x="24" y="95"/>
                    <a:pt x="16" y="108"/>
                    <a:pt x="8" y="115"/>
                  </a:cubicBezTo>
                  <a:cubicBezTo>
                    <a:pt x="4" y="127"/>
                    <a:pt x="0" y="139"/>
                    <a:pt x="0" y="150"/>
                  </a:cubicBezTo>
                  <a:lnTo>
                    <a:pt x="0" y="155"/>
                  </a:lnTo>
                  <a:cubicBezTo>
                    <a:pt x="0" y="166"/>
                    <a:pt x="4" y="179"/>
                    <a:pt x="8" y="190"/>
                  </a:cubicBezTo>
                  <a:cubicBezTo>
                    <a:pt x="16" y="202"/>
                    <a:pt x="28" y="214"/>
                    <a:pt x="40" y="221"/>
                  </a:cubicBezTo>
                  <a:cubicBezTo>
                    <a:pt x="51" y="233"/>
                    <a:pt x="67" y="241"/>
                    <a:pt x="79" y="245"/>
                  </a:cubicBezTo>
                  <a:cubicBezTo>
                    <a:pt x="91" y="250"/>
                    <a:pt x="107" y="257"/>
                    <a:pt x="126" y="265"/>
                  </a:cubicBezTo>
                  <a:cubicBezTo>
                    <a:pt x="146" y="273"/>
                    <a:pt x="166" y="277"/>
                    <a:pt x="186" y="277"/>
                  </a:cubicBezTo>
                  <a:cubicBezTo>
                    <a:pt x="193" y="277"/>
                    <a:pt x="206" y="277"/>
                    <a:pt x="217" y="273"/>
                  </a:cubicBezTo>
                  <a:cubicBezTo>
                    <a:pt x="229" y="268"/>
                    <a:pt x="237" y="261"/>
                    <a:pt x="244" y="253"/>
                  </a:cubicBezTo>
                  <a:cubicBezTo>
                    <a:pt x="264" y="233"/>
                    <a:pt x="273" y="210"/>
                    <a:pt x="277" y="186"/>
                  </a:cubicBezTo>
                  <a:cubicBezTo>
                    <a:pt x="280" y="162"/>
                    <a:pt x="284" y="139"/>
                    <a:pt x="284" y="123"/>
                  </a:cubicBezTo>
                  <a:cubicBezTo>
                    <a:pt x="288" y="111"/>
                    <a:pt x="288" y="99"/>
                    <a:pt x="288" y="88"/>
                  </a:cubicBezTo>
                  <a:lnTo>
                    <a:pt x="288" y="64"/>
                  </a:lnTo>
                  <a:cubicBezTo>
                    <a:pt x="284" y="52"/>
                    <a:pt x="280" y="44"/>
                    <a:pt x="277" y="32"/>
                  </a:cubicBezTo>
                  <a:cubicBezTo>
                    <a:pt x="268" y="24"/>
                    <a:pt x="260" y="17"/>
                    <a:pt x="249" y="8"/>
                  </a:cubicBezTo>
                  <a:cubicBezTo>
                    <a:pt x="241" y="4"/>
                    <a:pt x="233" y="1"/>
                    <a:pt x="22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1" name="Google Shape;2201;p48"/>
            <p:cNvSpPr/>
            <p:nvPr/>
          </p:nvSpPr>
          <p:spPr>
            <a:xfrm>
              <a:off x="2049467" y="4723457"/>
              <a:ext cx="42767" cy="61462"/>
            </a:xfrm>
            <a:custGeom>
              <a:rect b="b" l="l" r="r" t="t"/>
              <a:pathLst>
                <a:path extrusionOk="0" h="240" w="167">
                  <a:moveTo>
                    <a:pt x="26" y="0"/>
                  </a:moveTo>
                  <a:cubicBezTo>
                    <a:pt x="20" y="0"/>
                    <a:pt x="13" y="3"/>
                    <a:pt x="8" y="9"/>
                  </a:cubicBezTo>
                  <a:cubicBezTo>
                    <a:pt x="1" y="18"/>
                    <a:pt x="5" y="29"/>
                    <a:pt x="12" y="37"/>
                  </a:cubicBezTo>
                  <a:cubicBezTo>
                    <a:pt x="72" y="80"/>
                    <a:pt x="111" y="148"/>
                    <a:pt x="123" y="222"/>
                  </a:cubicBezTo>
                  <a:cubicBezTo>
                    <a:pt x="123" y="233"/>
                    <a:pt x="131" y="239"/>
                    <a:pt x="140" y="239"/>
                  </a:cubicBezTo>
                  <a:cubicBezTo>
                    <a:pt x="142" y="239"/>
                    <a:pt x="144" y="239"/>
                    <a:pt x="146" y="239"/>
                  </a:cubicBezTo>
                  <a:cubicBezTo>
                    <a:pt x="159" y="239"/>
                    <a:pt x="166" y="226"/>
                    <a:pt x="166" y="215"/>
                  </a:cubicBezTo>
                  <a:cubicBezTo>
                    <a:pt x="150" y="132"/>
                    <a:pt x="107" y="53"/>
                    <a:pt x="40" y="6"/>
                  </a:cubicBezTo>
                  <a:cubicBezTo>
                    <a:pt x="37" y="2"/>
                    <a:pt x="31" y="0"/>
                    <a:pt x="26"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2" name="Google Shape;2202;p48"/>
            <p:cNvSpPr/>
            <p:nvPr/>
          </p:nvSpPr>
          <p:spPr>
            <a:xfrm>
              <a:off x="2368811" y="4523707"/>
              <a:ext cx="21256" cy="66072"/>
            </a:xfrm>
            <a:custGeom>
              <a:rect b="b" l="l" r="r" t="t"/>
              <a:pathLst>
                <a:path extrusionOk="0" h="258" w="83">
                  <a:moveTo>
                    <a:pt x="21" y="0"/>
                  </a:moveTo>
                  <a:cubicBezTo>
                    <a:pt x="12" y="0"/>
                    <a:pt x="4" y="7"/>
                    <a:pt x="4" y="17"/>
                  </a:cubicBezTo>
                  <a:cubicBezTo>
                    <a:pt x="0" y="36"/>
                    <a:pt x="0" y="56"/>
                    <a:pt x="0" y="72"/>
                  </a:cubicBezTo>
                  <a:cubicBezTo>
                    <a:pt x="0" y="131"/>
                    <a:pt x="11" y="190"/>
                    <a:pt x="39" y="245"/>
                  </a:cubicBezTo>
                  <a:cubicBezTo>
                    <a:pt x="41" y="253"/>
                    <a:pt x="47" y="258"/>
                    <a:pt x="54" y="258"/>
                  </a:cubicBezTo>
                  <a:cubicBezTo>
                    <a:pt x="58" y="258"/>
                    <a:pt x="62" y="256"/>
                    <a:pt x="66" y="254"/>
                  </a:cubicBezTo>
                  <a:cubicBezTo>
                    <a:pt x="79" y="249"/>
                    <a:pt x="82" y="238"/>
                    <a:pt x="79" y="225"/>
                  </a:cubicBezTo>
                  <a:cubicBezTo>
                    <a:pt x="55" y="178"/>
                    <a:pt x="43" y="127"/>
                    <a:pt x="43" y="72"/>
                  </a:cubicBezTo>
                  <a:cubicBezTo>
                    <a:pt x="43" y="56"/>
                    <a:pt x="43" y="41"/>
                    <a:pt x="47" y="25"/>
                  </a:cubicBezTo>
                  <a:cubicBezTo>
                    <a:pt x="47" y="13"/>
                    <a:pt x="39" y="1"/>
                    <a:pt x="28" y="1"/>
                  </a:cubicBezTo>
                  <a:cubicBezTo>
                    <a:pt x="25" y="1"/>
                    <a:pt x="23" y="0"/>
                    <a:pt x="21"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3" name="Google Shape;2203;p48"/>
            <p:cNvSpPr/>
            <p:nvPr/>
          </p:nvSpPr>
          <p:spPr>
            <a:xfrm>
              <a:off x="2268680" y="5385705"/>
              <a:ext cx="44560" cy="80669"/>
            </a:xfrm>
            <a:custGeom>
              <a:rect b="b" l="l" r="r" t="t"/>
              <a:pathLst>
                <a:path extrusionOk="0" h="315" w="174">
                  <a:moveTo>
                    <a:pt x="25" y="1"/>
                  </a:moveTo>
                  <a:cubicBezTo>
                    <a:pt x="22" y="1"/>
                    <a:pt x="19" y="1"/>
                    <a:pt x="16" y="2"/>
                  </a:cubicBezTo>
                  <a:cubicBezTo>
                    <a:pt x="4" y="6"/>
                    <a:pt x="0" y="18"/>
                    <a:pt x="4" y="30"/>
                  </a:cubicBezTo>
                  <a:cubicBezTo>
                    <a:pt x="36" y="124"/>
                    <a:pt x="79" y="215"/>
                    <a:pt x="131" y="302"/>
                  </a:cubicBezTo>
                  <a:cubicBezTo>
                    <a:pt x="136" y="310"/>
                    <a:pt x="142" y="314"/>
                    <a:pt x="150" y="314"/>
                  </a:cubicBezTo>
                  <a:cubicBezTo>
                    <a:pt x="153" y="314"/>
                    <a:pt x="158" y="313"/>
                    <a:pt x="162" y="310"/>
                  </a:cubicBezTo>
                  <a:cubicBezTo>
                    <a:pt x="170" y="302"/>
                    <a:pt x="173" y="290"/>
                    <a:pt x="170" y="279"/>
                  </a:cubicBezTo>
                  <a:cubicBezTo>
                    <a:pt x="119" y="195"/>
                    <a:pt x="75" y="109"/>
                    <a:pt x="44" y="15"/>
                  </a:cubicBezTo>
                  <a:cubicBezTo>
                    <a:pt x="41" y="5"/>
                    <a:pt x="33" y="1"/>
                    <a:pt x="2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4" name="Google Shape;2204;p48"/>
            <p:cNvSpPr/>
            <p:nvPr/>
          </p:nvSpPr>
          <p:spPr>
            <a:xfrm>
              <a:off x="2314264" y="5359583"/>
              <a:ext cx="49682" cy="89376"/>
            </a:xfrm>
            <a:custGeom>
              <a:rect b="b" l="l" r="r" t="t"/>
              <a:pathLst>
                <a:path extrusionOk="0" h="349" w="194">
                  <a:moveTo>
                    <a:pt x="21" y="1"/>
                  </a:moveTo>
                  <a:cubicBezTo>
                    <a:pt x="18" y="1"/>
                    <a:pt x="15" y="1"/>
                    <a:pt x="11" y="2"/>
                  </a:cubicBezTo>
                  <a:cubicBezTo>
                    <a:pt x="4" y="10"/>
                    <a:pt x="0" y="22"/>
                    <a:pt x="4" y="33"/>
                  </a:cubicBezTo>
                  <a:cubicBezTo>
                    <a:pt x="51" y="132"/>
                    <a:pt x="99" y="235"/>
                    <a:pt x="146" y="337"/>
                  </a:cubicBezTo>
                  <a:cubicBezTo>
                    <a:pt x="151" y="342"/>
                    <a:pt x="159" y="348"/>
                    <a:pt x="167" y="348"/>
                  </a:cubicBezTo>
                  <a:cubicBezTo>
                    <a:pt x="170" y="348"/>
                    <a:pt x="174" y="347"/>
                    <a:pt x="177" y="345"/>
                  </a:cubicBezTo>
                  <a:cubicBezTo>
                    <a:pt x="189" y="341"/>
                    <a:pt x="193" y="330"/>
                    <a:pt x="185" y="317"/>
                  </a:cubicBezTo>
                  <a:cubicBezTo>
                    <a:pt x="137" y="215"/>
                    <a:pt x="90" y="117"/>
                    <a:pt x="43" y="13"/>
                  </a:cubicBezTo>
                  <a:cubicBezTo>
                    <a:pt x="40" y="5"/>
                    <a:pt x="31" y="1"/>
                    <a:pt x="21"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5" name="Google Shape;2205;p48"/>
            <p:cNvSpPr/>
            <p:nvPr/>
          </p:nvSpPr>
          <p:spPr>
            <a:xfrm>
              <a:off x="2612864" y="5200296"/>
              <a:ext cx="54036" cy="86303"/>
            </a:xfrm>
            <a:custGeom>
              <a:rect b="b" l="l" r="r" t="t"/>
              <a:pathLst>
                <a:path extrusionOk="0" h="337" w="211">
                  <a:moveTo>
                    <a:pt x="29" y="1"/>
                  </a:moveTo>
                  <a:cubicBezTo>
                    <a:pt x="25" y="1"/>
                    <a:pt x="21" y="2"/>
                    <a:pt x="17" y="5"/>
                  </a:cubicBezTo>
                  <a:cubicBezTo>
                    <a:pt x="5" y="9"/>
                    <a:pt x="1" y="20"/>
                    <a:pt x="5" y="33"/>
                  </a:cubicBezTo>
                  <a:cubicBezTo>
                    <a:pt x="52" y="135"/>
                    <a:pt x="103" y="233"/>
                    <a:pt x="167" y="328"/>
                  </a:cubicBezTo>
                  <a:cubicBezTo>
                    <a:pt x="169" y="333"/>
                    <a:pt x="176" y="337"/>
                    <a:pt x="183" y="337"/>
                  </a:cubicBezTo>
                  <a:cubicBezTo>
                    <a:pt x="187" y="337"/>
                    <a:pt x="191" y="335"/>
                    <a:pt x="194" y="333"/>
                  </a:cubicBezTo>
                  <a:cubicBezTo>
                    <a:pt x="206" y="328"/>
                    <a:pt x="210" y="313"/>
                    <a:pt x="202" y="304"/>
                  </a:cubicBezTo>
                  <a:cubicBezTo>
                    <a:pt x="143" y="210"/>
                    <a:pt x="92" y="115"/>
                    <a:pt x="45" y="13"/>
                  </a:cubicBezTo>
                  <a:cubicBezTo>
                    <a:pt x="42" y="5"/>
                    <a:pt x="36" y="1"/>
                    <a:pt x="2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6" name="Google Shape;2206;p48"/>
            <p:cNvSpPr/>
            <p:nvPr/>
          </p:nvSpPr>
          <p:spPr>
            <a:xfrm>
              <a:off x="2657424" y="5176223"/>
              <a:ext cx="50706" cy="76059"/>
            </a:xfrm>
            <a:custGeom>
              <a:rect b="b" l="l" r="r" t="t"/>
              <a:pathLst>
                <a:path extrusionOk="0" h="297" w="198">
                  <a:moveTo>
                    <a:pt x="25" y="0"/>
                  </a:moveTo>
                  <a:cubicBezTo>
                    <a:pt x="21" y="0"/>
                    <a:pt x="16" y="2"/>
                    <a:pt x="12" y="5"/>
                  </a:cubicBezTo>
                  <a:cubicBezTo>
                    <a:pt x="0" y="8"/>
                    <a:pt x="0" y="24"/>
                    <a:pt x="4" y="32"/>
                  </a:cubicBezTo>
                  <a:cubicBezTo>
                    <a:pt x="56" y="114"/>
                    <a:pt x="103" y="201"/>
                    <a:pt x="154" y="285"/>
                  </a:cubicBezTo>
                  <a:cubicBezTo>
                    <a:pt x="157" y="292"/>
                    <a:pt x="164" y="296"/>
                    <a:pt x="172" y="296"/>
                  </a:cubicBezTo>
                  <a:cubicBezTo>
                    <a:pt x="175" y="296"/>
                    <a:pt x="179" y="295"/>
                    <a:pt x="182" y="292"/>
                  </a:cubicBezTo>
                  <a:cubicBezTo>
                    <a:pt x="193" y="285"/>
                    <a:pt x="198" y="272"/>
                    <a:pt x="189" y="261"/>
                  </a:cubicBezTo>
                  <a:cubicBezTo>
                    <a:pt x="142" y="178"/>
                    <a:pt x="91" y="95"/>
                    <a:pt x="44" y="12"/>
                  </a:cubicBezTo>
                  <a:cubicBezTo>
                    <a:pt x="39" y="5"/>
                    <a:pt x="32" y="0"/>
                    <a:pt x="2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7" name="Google Shape;2207;p48"/>
            <p:cNvSpPr/>
            <p:nvPr/>
          </p:nvSpPr>
          <p:spPr>
            <a:xfrm>
              <a:off x="3523775" y="4831783"/>
              <a:ext cx="255580" cy="847922"/>
            </a:xfrm>
            <a:custGeom>
              <a:rect b="b" l="l" r="r" t="t"/>
              <a:pathLst>
                <a:path extrusionOk="0" h="3311" w="998">
                  <a:moveTo>
                    <a:pt x="151" y="1"/>
                  </a:moveTo>
                  <a:lnTo>
                    <a:pt x="158" y="711"/>
                  </a:lnTo>
                  <a:cubicBezTo>
                    <a:pt x="182" y="840"/>
                    <a:pt x="193" y="998"/>
                    <a:pt x="245" y="1121"/>
                  </a:cubicBezTo>
                  <a:cubicBezTo>
                    <a:pt x="297" y="1239"/>
                    <a:pt x="316" y="1361"/>
                    <a:pt x="328" y="1491"/>
                  </a:cubicBezTo>
                  <a:cubicBezTo>
                    <a:pt x="351" y="1763"/>
                    <a:pt x="316" y="2039"/>
                    <a:pt x="222" y="2296"/>
                  </a:cubicBezTo>
                  <a:cubicBezTo>
                    <a:pt x="174" y="2426"/>
                    <a:pt x="111" y="2548"/>
                    <a:pt x="71" y="2674"/>
                  </a:cubicBezTo>
                  <a:cubicBezTo>
                    <a:pt x="0" y="2899"/>
                    <a:pt x="0" y="3230"/>
                    <a:pt x="280" y="3301"/>
                  </a:cubicBezTo>
                  <a:cubicBezTo>
                    <a:pt x="304" y="3307"/>
                    <a:pt x="329" y="3310"/>
                    <a:pt x="353" y="3310"/>
                  </a:cubicBezTo>
                  <a:cubicBezTo>
                    <a:pt x="470" y="3310"/>
                    <a:pt x="588" y="3243"/>
                    <a:pt x="663" y="3151"/>
                  </a:cubicBezTo>
                  <a:cubicBezTo>
                    <a:pt x="757" y="3041"/>
                    <a:pt x="801" y="2899"/>
                    <a:pt x="837" y="2757"/>
                  </a:cubicBezTo>
                  <a:cubicBezTo>
                    <a:pt x="998" y="2059"/>
                    <a:pt x="856" y="1282"/>
                    <a:pt x="477" y="489"/>
                  </a:cubicBezTo>
                  <a:cubicBezTo>
                    <a:pt x="435" y="399"/>
                    <a:pt x="344" y="218"/>
                    <a:pt x="15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8" name="Google Shape;2208;p48"/>
            <p:cNvSpPr/>
            <p:nvPr/>
          </p:nvSpPr>
          <p:spPr>
            <a:xfrm>
              <a:off x="3526848" y="4826405"/>
              <a:ext cx="233556" cy="857910"/>
            </a:xfrm>
            <a:custGeom>
              <a:rect b="b" l="l" r="r" t="t"/>
              <a:pathLst>
                <a:path extrusionOk="0" h="3350" w="912">
                  <a:moveTo>
                    <a:pt x="140" y="0"/>
                  </a:moveTo>
                  <a:cubicBezTo>
                    <a:pt x="134" y="0"/>
                    <a:pt x="128" y="2"/>
                    <a:pt x="123" y="6"/>
                  </a:cubicBezTo>
                  <a:cubicBezTo>
                    <a:pt x="115" y="13"/>
                    <a:pt x="115" y="26"/>
                    <a:pt x="123" y="37"/>
                  </a:cubicBezTo>
                  <a:cubicBezTo>
                    <a:pt x="316" y="250"/>
                    <a:pt x="403" y="432"/>
                    <a:pt x="446" y="519"/>
                  </a:cubicBezTo>
                  <a:cubicBezTo>
                    <a:pt x="718" y="1094"/>
                    <a:pt x="868" y="1658"/>
                    <a:pt x="868" y="2186"/>
                  </a:cubicBezTo>
                  <a:cubicBezTo>
                    <a:pt x="868" y="2388"/>
                    <a:pt x="849" y="2585"/>
                    <a:pt x="801" y="2774"/>
                  </a:cubicBezTo>
                  <a:cubicBezTo>
                    <a:pt x="769" y="2912"/>
                    <a:pt x="726" y="3054"/>
                    <a:pt x="636" y="3160"/>
                  </a:cubicBezTo>
                  <a:cubicBezTo>
                    <a:pt x="600" y="3204"/>
                    <a:pt x="552" y="3240"/>
                    <a:pt x="501" y="3267"/>
                  </a:cubicBezTo>
                  <a:cubicBezTo>
                    <a:pt x="450" y="3291"/>
                    <a:pt x="394" y="3307"/>
                    <a:pt x="343" y="3307"/>
                  </a:cubicBezTo>
                  <a:cubicBezTo>
                    <a:pt x="320" y="3307"/>
                    <a:pt x="296" y="3307"/>
                    <a:pt x="272" y="3298"/>
                  </a:cubicBezTo>
                  <a:cubicBezTo>
                    <a:pt x="229" y="3287"/>
                    <a:pt x="194" y="3271"/>
                    <a:pt x="162" y="3247"/>
                  </a:cubicBezTo>
                  <a:cubicBezTo>
                    <a:pt x="119" y="3216"/>
                    <a:pt x="92" y="3169"/>
                    <a:pt x="72" y="3117"/>
                  </a:cubicBezTo>
                  <a:cubicBezTo>
                    <a:pt x="52" y="3062"/>
                    <a:pt x="44" y="3003"/>
                    <a:pt x="44" y="2943"/>
                  </a:cubicBezTo>
                  <a:cubicBezTo>
                    <a:pt x="44" y="2861"/>
                    <a:pt x="56" y="2774"/>
                    <a:pt x="79" y="2703"/>
                  </a:cubicBezTo>
                  <a:cubicBezTo>
                    <a:pt x="119" y="2577"/>
                    <a:pt x="181" y="2455"/>
                    <a:pt x="229" y="2324"/>
                  </a:cubicBezTo>
                  <a:cubicBezTo>
                    <a:pt x="308" y="2115"/>
                    <a:pt x="343" y="1895"/>
                    <a:pt x="343" y="1674"/>
                  </a:cubicBezTo>
                  <a:cubicBezTo>
                    <a:pt x="343" y="1618"/>
                    <a:pt x="343" y="1564"/>
                    <a:pt x="339" y="1509"/>
                  </a:cubicBezTo>
                  <a:cubicBezTo>
                    <a:pt x="328" y="1378"/>
                    <a:pt x="304" y="1256"/>
                    <a:pt x="252" y="1134"/>
                  </a:cubicBezTo>
                  <a:cubicBezTo>
                    <a:pt x="229" y="1074"/>
                    <a:pt x="214" y="1007"/>
                    <a:pt x="201" y="936"/>
                  </a:cubicBezTo>
                  <a:cubicBezTo>
                    <a:pt x="190" y="865"/>
                    <a:pt x="178" y="794"/>
                    <a:pt x="166" y="728"/>
                  </a:cubicBezTo>
                  <a:cubicBezTo>
                    <a:pt x="166" y="718"/>
                    <a:pt x="158" y="711"/>
                    <a:pt x="149" y="711"/>
                  </a:cubicBezTo>
                  <a:cubicBezTo>
                    <a:pt x="147" y="711"/>
                    <a:pt x="145" y="711"/>
                    <a:pt x="143" y="712"/>
                  </a:cubicBezTo>
                  <a:cubicBezTo>
                    <a:pt x="130" y="712"/>
                    <a:pt x="123" y="723"/>
                    <a:pt x="123" y="736"/>
                  </a:cubicBezTo>
                  <a:cubicBezTo>
                    <a:pt x="134" y="803"/>
                    <a:pt x="146" y="874"/>
                    <a:pt x="158" y="945"/>
                  </a:cubicBezTo>
                  <a:cubicBezTo>
                    <a:pt x="170" y="1016"/>
                    <a:pt x="186" y="1087"/>
                    <a:pt x="214" y="1149"/>
                  </a:cubicBezTo>
                  <a:cubicBezTo>
                    <a:pt x="261" y="1267"/>
                    <a:pt x="285" y="1386"/>
                    <a:pt x="296" y="1512"/>
                  </a:cubicBezTo>
                  <a:cubicBezTo>
                    <a:pt x="300" y="1567"/>
                    <a:pt x="300" y="1618"/>
                    <a:pt x="300" y="1674"/>
                  </a:cubicBezTo>
                  <a:cubicBezTo>
                    <a:pt x="300" y="1891"/>
                    <a:pt x="265" y="2108"/>
                    <a:pt x="190" y="2308"/>
                  </a:cubicBezTo>
                  <a:cubicBezTo>
                    <a:pt x="143" y="2435"/>
                    <a:pt x="79" y="2557"/>
                    <a:pt x="39" y="2692"/>
                  </a:cubicBezTo>
                  <a:cubicBezTo>
                    <a:pt x="16" y="2766"/>
                    <a:pt x="1" y="2857"/>
                    <a:pt x="1" y="2943"/>
                  </a:cubicBezTo>
                  <a:cubicBezTo>
                    <a:pt x="1" y="3030"/>
                    <a:pt x="16" y="3117"/>
                    <a:pt x="56" y="3188"/>
                  </a:cubicBezTo>
                  <a:cubicBezTo>
                    <a:pt x="75" y="3223"/>
                    <a:pt x="103" y="3255"/>
                    <a:pt x="139" y="3283"/>
                  </a:cubicBezTo>
                  <a:cubicBezTo>
                    <a:pt x="170" y="3311"/>
                    <a:pt x="214" y="3330"/>
                    <a:pt x="261" y="3342"/>
                  </a:cubicBezTo>
                  <a:cubicBezTo>
                    <a:pt x="288" y="3349"/>
                    <a:pt x="316" y="3349"/>
                    <a:pt x="343" y="3349"/>
                  </a:cubicBezTo>
                  <a:cubicBezTo>
                    <a:pt x="403" y="3349"/>
                    <a:pt x="465" y="3334"/>
                    <a:pt x="521" y="3307"/>
                  </a:cubicBezTo>
                  <a:cubicBezTo>
                    <a:pt x="580" y="3275"/>
                    <a:pt x="627" y="3236"/>
                    <a:pt x="671" y="3188"/>
                  </a:cubicBezTo>
                  <a:cubicBezTo>
                    <a:pt x="765" y="3070"/>
                    <a:pt x="813" y="2923"/>
                    <a:pt x="844" y="2782"/>
                  </a:cubicBezTo>
                  <a:cubicBezTo>
                    <a:pt x="891" y="2588"/>
                    <a:pt x="911" y="2392"/>
                    <a:pt x="911" y="2186"/>
                  </a:cubicBezTo>
                  <a:cubicBezTo>
                    <a:pt x="911" y="1651"/>
                    <a:pt x="762" y="1078"/>
                    <a:pt x="485" y="499"/>
                  </a:cubicBezTo>
                  <a:cubicBezTo>
                    <a:pt x="442" y="408"/>
                    <a:pt x="352" y="226"/>
                    <a:pt x="154" y="6"/>
                  </a:cubicBezTo>
                  <a:cubicBezTo>
                    <a:pt x="150" y="2"/>
                    <a:pt x="145" y="0"/>
                    <a:pt x="140"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9" name="Google Shape;2209;p48"/>
            <p:cNvSpPr/>
            <p:nvPr/>
          </p:nvSpPr>
          <p:spPr>
            <a:xfrm>
              <a:off x="2623620" y="4469416"/>
              <a:ext cx="333945" cy="164411"/>
            </a:xfrm>
            <a:custGeom>
              <a:rect b="b" l="l" r="r" t="t"/>
              <a:pathLst>
                <a:path extrusionOk="0" h="642" w="1304">
                  <a:moveTo>
                    <a:pt x="1224" y="0"/>
                  </a:moveTo>
                  <a:lnTo>
                    <a:pt x="41" y="106"/>
                  </a:lnTo>
                  <a:cubicBezTo>
                    <a:pt x="1" y="383"/>
                    <a:pt x="285" y="641"/>
                    <a:pt x="613" y="641"/>
                  </a:cubicBezTo>
                  <a:cubicBezTo>
                    <a:pt x="632" y="641"/>
                    <a:pt x="650" y="641"/>
                    <a:pt x="669" y="639"/>
                  </a:cubicBezTo>
                  <a:cubicBezTo>
                    <a:pt x="1020" y="608"/>
                    <a:pt x="1304" y="280"/>
                    <a:pt x="1224" y="0"/>
                  </a:cubicBez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0" name="Google Shape;2210;p48"/>
            <p:cNvSpPr/>
            <p:nvPr/>
          </p:nvSpPr>
          <p:spPr>
            <a:xfrm>
              <a:off x="2626949" y="4463270"/>
              <a:ext cx="319603" cy="175936"/>
            </a:xfrm>
            <a:custGeom>
              <a:rect b="b" l="l" r="r" t="t"/>
              <a:pathLst>
                <a:path extrusionOk="0" h="687" w="1248">
                  <a:moveTo>
                    <a:pt x="1196" y="46"/>
                  </a:moveTo>
                  <a:cubicBezTo>
                    <a:pt x="1201" y="71"/>
                    <a:pt x="1204" y="97"/>
                    <a:pt x="1204" y="119"/>
                  </a:cubicBezTo>
                  <a:cubicBezTo>
                    <a:pt x="1204" y="237"/>
                    <a:pt x="1140" y="363"/>
                    <a:pt x="1042" y="458"/>
                  </a:cubicBezTo>
                  <a:cubicBezTo>
                    <a:pt x="940" y="556"/>
                    <a:pt x="801" y="627"/>
                    <a:pt x="652" y="639"/>
                  </a:cubicBezTo>
                  <a:cubicBezTo>
                    <a:pt x="636" y="643"/>
                    <a:pt x="616" y="643"/>
                    <a:pt x="601" y="643"/>
                  </a:cubicBezTo>
                  <a:cubicBezTo>
                    <a:pt x="450" y="643"/>
                    <a:pt x="312" y="588"/>
                    <a:pt x="210" y="505"/>
                  </a:cubicBezTo>
                  <a:cubicBezTo>
                    <a:pt x="159" y="461"/>
                    <a:pt x="119" y="410"/>
                    <a:pt x="92" y="359"/>
                  </a:cubicBezTo>
                  <a:cubicBezTo>
                    <a:pt x="60" y="304"/>
                    <a:pt x="48" y="245"/>
                    <a:pt x="48" y="186"/>
                  </a:cubicBezTo>
                  <a:lnTo>
                    <a:pt x="48" y="152"/>
                  </a:lnTo>
                  <a:lnTo>
                    <a:pt x="48" y="152"/>
                  </a:lnTo>
                  <a:lnTo>
                    <a:pt x="1196" y="46"/>
                  </a:lnTo>
                  <a:close/>
                  <a:moveTo>
                    <a:pt x="1211" y="1"/>
                  </a:moveTo>
                  <a:lnTo>
                    <a:pt x="28" y="111"/>
                  </a:lnTo>
                  <a:cubicBezTo>
                    <a:pt x="17" y="111"/>
                    <a:pt x="9" y="119"/>
                    <a:pt x="9" y="130"/>
                  </a:cubicBezTo>
                  <a:cubicBezTo>
                    <a:pt x="5" y="146"/>
                    <a:pt x="1" y="166"/>
                    <a:pt x="1" y="186"/>
                  </a:cubicBezTo>
                  <a:cubicBezTo>
                    <a:pt x="1" y="253"/>
                    <a:pt x="21" y="320"/>
                    <a:pt x="52" y="379"/>
                  </a:cubicBezTo>
                  <a:cubicBezTo>
                    <a:pt x="99" y="466"/>
                    <a:pt x="179" y="545"/>
                    <a:pt x="273" y="600"/>
                  </a:cubicBezTo>
                  <a:cubicBezTo>
                    <a:pt x="368" y="655"/>
                    <a:pt x="478" y="687"/>
                    <a:pt x="601" y="687"/>
                  </a:cubicBezTo>
                  <a:cubicBezTo>
                    <a:pt x="616" y="687"/>
                    <a:pt x="636" y="687"/>
                    <a:pt x="656" y="683"/>
                  </a:cubicBezTo>
                  <a:cubicBezTo>
                    <a:pt x="818" y="667"/>
                    <a:pt x="963" y="596"/>
                    <a:pt x="1074" y="490"/>
                  </a:cubicBezTo>
                  <a:cubicBezTo>
                    <a:pt x="1180" y="387"/>
                    <a:pt x="1247" y="253"/>
                    <a:pt x="1247" y="119"/>
                  </a:cubicBezTo>
                  <a:cubicBezTo>
                    <a:pt x="1247" y="88"/>
                    <a:pt x="1243" y="52"/>
                    <a:pt x="1235" y="17"/>
                  </a:cubicBezTo>
                  <a:cubicBezTo>
                    <a:pt x="1231" y="8"/>
                    <a:pt x="1220" y="1"/>
                    <a:pt x="1211"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1" name="Google Shape;2211;p48"/>
            <p:cNvSpPr/>
            <p:nvPr/>
          </p:nvSpPr>
          <p:spPr>
            <a:xfrm>
              <a:off x="2611072" y="5568809"/>
              <a:ext cx="240471" cy="142387"/>
            </a:xfrm>
            <a:custGeom>
              <a:rect b="b" l="l" r="r" t="t"/>
              <a:pathLst>
                <a:path extrusionOk="0" h="556" w="939">
                  <a:moveTo>
                    <a:pt x="110" y="1"/>
                  </a:moveTo>
                  <a:cubicBezTo>
                    <a:pt x="0" y="183"/>
                    <a:pt x="138" y="455"/>
                    <a:pt x="383" y="534"/>
                  </a:cubicBezTo>
                  <a:cubicBezTo>
                    <a:pt x="430" y="549"/>
                    <a:pt x="479" y="556"/>
                    <a:pt x="527" y="556"/>
                  </a:cubicBezTo>
                  <a:cubicBezTo>
                    <a:pt x="727" y="556"/>
                    <a:pt x="916" y="434"/>
                    <a:pt x="938" y="266"/>
                  </a:cubicBezTo>
                  <a:lnTo>
                    <a:pt x="110" y="1"/>
                  </a:lnTo>
                  <a:close/>
                </a:path>
              </a:pathLst>
            </a:custGeom>
            <a:solidFill>
              <a:srgbClr val="FFFFFF"/>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2" name="Google Shape;2212;p48"/>
            <p:cNvSpPr/>
            <p:nvPr/>
          </p:nvSpPr>
          <p:spPr>
            <a:xfrm>
              <a:off x="2624132" y="5563687"/>
              <a:ext cx="233300" cy="153143"/>
            </a:xfrm>
            <a:custGeom>
              <a:rect b="b" l="l" r="r" t="t"/>
              <a:pathLst>
                <a:path extrusionOk="0" h="598" w="911">
                  <a:moveTo>
                    <a:pt x="72" y="46"/>
                  </a:moveTo>
                  <a:lnTo>
                    <a:pt x="861" y="299"/>
                  </a:lnTo>
                  <a:lnTo>
                    <a:pt x="861" y="299"/>
                  </a:lnTo>
                  <a:cubicBezTo>
                    <a:pt x="856" y="332"/>
                    <a:pt x="845" y="362"/>
                    <a:pt x="825" y="388"/>
                  </a:cubicBezTo>
                  <a:cubicBezTo>
                    <a:pt x="789" y="439"/>
                    <a:pt x="738" y="479"/>
                    <a:pt x="678" y="510"/>
                  </a:cubicBezTo>
                  <a:cubicBezTo>
                    <a:pt x="619" y="538"/>
                    <a:pt x="548" y="554"/>
                    <a:pt x="474" y="554"/>
                  </a:cubicBezTo>
                  <a:cubicBezTo>
                    <a:pt x="430" y="554"/>
                    <a:pt x="383" y="550"/>
                    <a:pt x="339" y="534"/>
                  </a:cubicBezTo>
                  <a:cubicBezTo>
                    <a:pt x="248" y="506"/>
                    <a:pt x="174" y="451"/>
                    <a:pt x="123" y="384"/>
                  </a:cubicBezTo>
                  <a:cubicBezTo>
                    <a:pt x="71" y="317"/>
                    <a:pt x="44" y="238"/>
                    <a:pt x="44" y="163"/>
                  </a:cubicBezTo>
                  <a:cubicBezTo>
                    <a:pt x="44" y="121"/>
                    <a:pt x="53" y="82"/>
                    <a:pt x="72" y="46"/>
                  </a:cubicBezTo>
                  <a:close/>
                  <a:moveTo>
                    <a:pt x="60" y="0"/>
                  </a:moveTo>
                  <a:cubicBezTo>
                    <a:pt x="53" y="0"/>
                    <a:pt x="47" y="4"/>
                    <a:pt x="44" y="9"/>
                  </a:cubicBezTo>
                  <a:cubicBezTo>
                    <a:pt x="12" y="57"/>
                    <a:pt x="1" y="112"/>
                    <a:pt x="1" y="163"/>
                  </a:cubicBezTo>
                  <a:cubicBezTo>
                    <a:pt x="1" y="250"/>
                    <a:pt x="32" y="337"/>
                    <a:pt x="91" y="412"/>
                  </a:cubicBezTo>
                  <a:cubicBezTo>
                    <a:pt x="146" y="483"/>
                    <a:pt x="229" y="546"/>
                    <a:pt x="323" y="574"/>
                  </a:cubicBezTo>
                  <a:cubicBezTo>
                    <a:pt x="375" y="589"/>
                    <a:pt x="426" y="597"/>
                    <a:pt x="474" y="597"/>
                  </a:cubicBezTo>
                  <a:cubicBezTo>
                    <a:pt x="580" y="597"/>
                    <a:pt x="683" y="565"/>
                    <a:pt x="761" y="510"/>
                  </a:cubicBezTo>
                  <a:cubicBezTo>
                    <a:pt x="801" y="483"/>
                    <a:pt x="836" y="451"/>
                    <a:pt x="860" y="412"/>
                  </a:cubicBezTo>
                  <a:cubicBezTo>
                    <a:pt x="887" y="376"/>
                    <a:pt x="903" y="333"/>
                    <a:pt x="907" y="286"/>
                  </a:cubicBezTo>
                  <a:cubicBezTo>
                    <a:pt x="911" y="277"/>
                    <a:pt x="903" y="266"/>
                    <a:pt x="896" y="262"/>
                  </a:cubicBezTo>
                  <a:lnTo>
                    <a:pt x="68" y="2"/>
                  </a:lnTo>
                  <a:cubicBezTo>
                    <a:pt x="65" y="1"/>
                    <a:pt x="63" y="0"/>
                    <a:pt x="60" y="0"/>
                  </a:cubicBez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3" name="Google Shape;2213;p48"/>
            <p:cNvSpPr/>
            <p:nvPr/>
          </p:nvSpPr>
          <p:spPr>
            <a:xfrm>
              <a:off x="3033108" y="5217454"/>
              <a:ext cx="228435" cy="167228"/>
            </a:xfrm>
            <a:custGeom>
              <a:rect b="b" l="l" r="r" t="t"/>
              <a:pathLst>
                <a:path extrusionOk="0" h="653" w="892">
                  <a:moveTo>
                    <a:pt x="753" y="1"/>
                  </a:moveTo>
                  <a:lnTo>
                    <a:pt x="0" y="431"/>
                  </a:lnTo>
                  <a:cubicBezTo>
                    <a:pt x="40" y="569"/>
                    <a:pt x="188" y="652"/>
                    <a:pt x="350" y="652"/>
                  </a:cubicBezTo>
                  <a:cubicBezTo>
                    <a:pt x="427" y="652"/>
                    <a:pt x="507" y="633"/>
                    <a:pt x="580" y="592"/>
                  </a:cubicBezTo>
                  <a:cubicBezTo>
                    <a:pt x="801" y="466"/>
                    <a:pt x="891" y="162"/>
                    <a:pt x="753" y="1"/>
                  </a:cubicBez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4" name="Google Shape;2214;p48"/>
            <p:cNvSpPr/>
            <p:nvPr/>
          </p:nvSpPr>
          <p:spPr>
            <a:xfrm>
              <a:off x="3026961" y="5211820"/>
              <a:ext cx="221520" cy="178753"/>
            </a:xfrm>
            <a:custGeom>
              <a:rect b="b" l="l" r="r" t="t"/>
              <a:pathLst>
                <a:path extrusionOk="0" h="698" w="865">
                  <a:moveTo>
                    <a:pt x="772" y="49"/>
                  </a:moveTo>
                  <a:cubicBezTo>
                    <a:pt x="805" y="94"/>
                    <a:pt x="821" y="152"/>
                    <a:pt x="821" y="212"/>
                  </a:cubicBezTo>
                  <a:cubicBezTo>
                    <a:pt x="821" y="283"/>
                    <a:pt x="801" y="359"/>
                    <a:pt x="761" y="425"/>
                  </a:cubicBezTo>
                  <a:cubicBezTo>
                    <a:pt x="722" y="492"/>
                    <a:pt x="663" y="555"/>
                    <a:pt x="592" y="595"/>
                  </a:cubicBezTo>
                  <a:cubicBezTo>
                    <a:pt x="521" y="634"/>
                    <a:pt x="446" y="654"/>
                    <a:pt x="371" y="654"/>
                  </a:cubicBezTo>
                  <a:cubicBezTo>
                    <a:pt x="297" y="654"/>
                    <a:pt x="226" y="634"/>
                    <a:pt x="166" y="599"/>
                  </a:cubicBezTo>
                  <a:cubicBezTo>
                    <a:pt x="112" y="566"/>
                    <a:pt x="71" y="520"/>
                    <a:pt x="52" y="463"/>
                  </a:cubicBezTo>
                  <a:lnTo>
                    <a:pt x="52" y="463"/>
                  </a:lnTo>
                  <a:lnTo>
                    <a:pt x="772" y="49"/>
                  </a:lnTo>
                  <a:close/>
                  <a:moveTo>
                    <a:pt x="781" y="1"/>
                  </a:moveTo>
                  <a:cubicBezTo>
                    <a:pt x="777" y="1"/>
                    <a:pt x="773" y="2"/>
                    <a:pt x="770" y="4"/>
                  </a:cubicBezTo>
                  <a:lnTo>
                    <a:pt x="16" y="433"/>
                  </a:lnTo>
                  <a:cubicBezTo>
                    <a:pt x="9" y="441"/>
                    <a:pt x="0" y="448"/>
                    <a:pt x="4" y="461"/>
                  </a:cubicBezTo>
                  <a:cubicBezTo>
                    <a:pt x="28" y="536"/>
                    <a:pt x="75" y="595"/>
                    <a:pt x="142" y="634"/>
                  </a:cubicBezTo>
                  <a:cubicBezTo>
                    <a:pt x="209" y="674"/>
                    <a:pt x="288" y="697"/>
                    <a:pt x="371" y="697"/>
                  </a:cubicBezTo>
                  <a:cubicBezTo>
                    <a:pt x="454" y="697"/>
                    <a:pt x="537" y="678"/>
                    <a:pt x="612" y="634"/>
                  </a:cubicBezTo>
                  <a:cubicBezTo>
                    <a:pt x="690" y="587"/>
                    <a:pt x="754" y="524"/>
                    <a:pt x="797" y="448"/>
                  </a:cubicBezTo>
                  <a:cubicBezTo>
                    <a:pt x="841" y="374"/>
                    <a:pt x="864" y="291"/>
                    <a:pt x="864" y="212"/>
                  </a:cubicBezTo>
                  <a:cubicBezTo>
                    <a:pt x="864" y="137"/>
                    <a:pt x="844" y="66"/>
                    <a:pt x="797" y="7"/>
                  </a:cubicBezTo>
                  <a:cubicBezTo>
                    <a:pt x="793" y="3"/>
                    <a:pt x="787" y="1"/>
                    <a:pt x="781" y="1"/>
                  </a:cubicBezTo>
                  <a:close/>
                </a:path>
              </a:pathLst>
            </a:custGeom>
            <a:solidFill>
              <a:srgbClr val="000000"/>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5" name="Google Shape;2215;p48"/>
            <p:cNvSpPr/>
            <p:nvPr/>
          </p:nvSpPr>
          <p:spPr>
            <a:xfrm>
              <a:off x="1418718" y="6026953"/>
              <a:ext cx="679413" cy="652780"/>
            </a:xfrm>
            <a:custGeom>
              <a:rect b="b" l="l" r="r" t="t"/>
              <a:pathLst>
                <a:path extrusionOk="0" h="2549" w="2653">
                  <a:moveTo>
                    <a:pt x="453" y="0"/>
                  </a:moveTo>
                  <a:cubicBezTo>
                    <a:pt x="396" y="0"/>
                    <a:pt x="354" y="46"/>
                    <a:pt x="366" y="121"/>
                  </a:cubicBezTo>
                  <a:cubicBezTo>
                    <a:pt x="382" y="223"/>
                    <a:pt x="484" y="357"/>
                    <a:pt x="535" y="448"/>
                  </a:cubicBezTo>
                  <a:cubicBezTo>
                    <a:pt x="571" y="511"/>
                    <a:pt x="962" y="1162"/>
                    <a:pt x="992" y="1162"/>
                  </a:cubicBezTo>
                  <a:cubicBezTo>
                    <a:pt x="993" y="1162"/>
                    <a:pt x="993" y="1162"/>
                    <a:pt x="993" y="1162"/>
                  </a:cubicBezTo>
                  <a:lnTo>
                    <a:pt x="993" y="1162"/>
                  </a:lnTo>
                  <a:cubicBezTo>
                    <a:pt x="973" y="1174"/>
                    <a:pt x="953" y="1185"/>
                    <a:pt x="937" y="1198"/>
                  </a:cubicBezTo>
                  <a:cubicBezTo>
                    <a:pt x="926" y="1205"/>
                    <a:pt x="914" y="1216"/>
                    <a:pt x="902" y="1225"/>
                  </a:cubicBezTo>
                  <a:cubicBezTo>
                    <a:pt x="724" y="1000"/>
                    <a:pt x="559" y="767"/>
                    <a:pt x="405" y="527"/>
                  </a:cubicBezTo>
                  <a:cubicBezTo>
                    <a:pt x="358" y="452"/>
                    <a:pt x="280" y="235"/>
                    <a:pt x="180" y="228"/>
                  </a:cubicBezTo>
                  <a:cubicBezTo>
                    <a:pt x="177" y="227"/>
                    <a:pt x="174" y="227"/>
                    <a:pt x="171" y="227"/>
                  </a:cubicBezTo>
                  <a:cubicBezTo>
                    <a:pt x="102" y="227"/>
                    <a:pt x="59" y="317"/>
                    <a:pt x="78" y="381"/>
                  </a:cubicBezTo>
                  <a:cubicBezTo>
                    <a:pt x="109" y="495"/>
                    <a:pt x="228" y="625"/>
                    <a:pt x="295" y="728"/>
                  </a:cubicBezTo>
                  <a:cubicBezTo>
                    <a:pt x="369" y="843"/>
                    <a:pt x="449" y="956"/>
                    <a:pt x="531" y="1067"/>
                  </a:cubicBezTo>
                  <a:cubicBezTo>
                    <a:pt x="555" y="1103"/>
                    <a:pt x="780" y="1363"/>
                    <a:pt x="768" y="1382"/>
                  </a:cubicBezTo>
                  <a:cubicBezTo>
                    <a:pt x="757" y="1406"/>
                    <a:pt x="744" y="1434"/>
                    <a:pt x="737" y="1458"/>
                  </a:cubicBezTo>
                  <a:cubicBezTo>
                    <a:pt x="531" y="1252"/>
                    <a:pt x="362" y="1023"/>
                    <a:pt x="180" y="799"/>
                  </a:cubicBezTo>
                  <a:cubicBezTo>
                    <a:pt x="141" y="750"/>
                    <a:pt x="108" y="730"/>
                    <a:pt x="82" y="730"/>
                  </a:cubicBezTo>
                  <a:cubicBezTo>
                    <a:pt x="20" y="730"/>
                    <a:pt x="1" y="846"/>
                    <a:pt x="43" y="941"/>
                  </a:cubicBezTo>
                  <a:cubicBezTo>
                    <a:pt x="153" y="1181"/>
                    <a:pt x="374" y="1378"/>
                    <a:pt x="555" y="1564"/>
                  </a:cubicBezTo>
                  <a:cubicBezTo>
                    <a:pt x="815" y="1824"/>
                    <a:pt x="1103" y="2057"/>
                    <a:pt x="1415" y="2254"/>
                  </a:cubicBezTo>
                  <a:cubicBezTo>
                    <a:pt x="1637" y="2395"/>
                    <a:pt x="1871" y="2548"/>
                    <a:pt x="2128" y="2548"/>
                  </a:cubicBezTo>
                  <a:cubicBezTo>
                    <a:pt x="2172" y="2548"/>
                    <a:pt x="2217" y="2544"/>
                    <a:pt x="2262" y="2534"/>
                  </a:cubicBezTo>
                  <a:cubicBezTo>
                    <a:pt x="2365" y="2510"/>
                    <a:pt x="2420" y="2439"/>
                    <a:pt x="2480" y="2352"/>
                  </a:cubicBezTo>
                  <a:cubicBezTo>
                    <a:pt x="2562" y="2239"/>
                    <a:pt x="2653" y="2006"/>
                    <a:pt x="2633" y="1962"/>
                  </a:cubicBezTo>
                  <a:cubicBezTo>
                    <a:pt x="2586" y="1840"/>
                    <a:pt x="2456" y="1769"/>
                    <a:pt x="2369" y="1678"/>
                  </a:cubicBezTo>
                  <a:cubicBezTo>
                    <a:pt x="2282" y="1584"/>
                    <a:pt x="2203" y="1481"/>
                    <a:pt x="2133" y="1371"/>
                  </a:cubicBezTo>
                  <a:cubicBezTo>
                    <a:pt x="1991" y="1154"/>
                    <a:pt x="1888" y="909"/>
                    <a:pt x="1829" y="657"/>
                  </a:cubicBezTo>
                  <a:cubicBezTo>
                    <a:pt x="1821" y="625"/>
                    <a:pt x="1817" y="594"/>
                    <a:pt x="1805" y="563"/>
                  </a:cubicBezTo>
                  <a:cubicBezTo>
                    <a:pt x="1798" y="543"/>
                    <a:pt x="1785" y="523"/>
                    <a:pt x="1774" y="507"/>
                  </a:cubicBezTo>
                  <a:cubicBezTo>
                    <a:pt x="1751" y="476"/>
                    <a:pt x="1712" y="453"/>
                    <a:pt x="1674" y="453"/>
                  </a:cubicBezTo>
                  <a:cubicBezTo>
                    <a:pt x="1660" y="453"/>
                    <a:pt x="1645" y="456"/>
                    <a:pt x="1632" y="464"/>
                  </a:cubicBezTo>
                  <a:cubicBezTo>
                    <a:pt x="1600" y="479"/>
                    <a:pt x="1581" y="511"/>
                    <a:pt x="1576" y="546"/>
                  </a:cubicBezTo>
                  <a:cubicBezTo>
                    <a:pt x="1572" y="582"/>
                    <a:pt x="1576" y="617"/>
                    <a:pt x="1585" y="649"/>
                  </a:cubicBezTo>
                  <a:cubicBezTo>
                    <a:pt x="1604" y="767"/>
                    <a:pt x="1632" y="881"/>
                    <a:pt x="1671" y="992"/>
                  </a:cubicBezTo>
                  <a:cubicBezTo>
                    <a:pt x="1683" y="1027"/>
                    <a:pt x="1691" y="1079"/>
                    <a:pt x="1659" y="1098"/>
                  </a:cubicBezTo>
                  <a:cubicBezTo>
                    <a:pt x="1652" y="1101"/>
                    <a:pt x="1644" y="1103"/>
                    <a:pt x="1635" y="1103"/>
                  </a:cubicBezTo>
                  <a:cubicBezTo>
                    <a:pt x="1621" y="1103"/>
                    <a:pt x="1606" y="1098"/>
                    <a:pt x="1596" y="1091"/>
                  </a:cubicBezTo>
                  <a:cubicBezTo>
                    <a:pt x="1541" y="1043"/>
                    <a:pt x="1494" y="961"/>
                    <a:pt x="1450" y="901"/>
                  </a:cubicBezTo>
                  <a:cubicBezTo>
                    <a:pt x="1332" y="756"/>
                    <a:pt x="1230" y="601"/>
                    <a:pt x="1135" y="440"/>
                  </a:cubicBezTo>
                  <a:cubicBezTo>
                    <a:pt x="1075" y="337"/>
                    <a:pt x="1037" y="188"/>
                    <a:pt x="942" y="109"/>
                  </a:cubicBezTo>
                  <a:cubicBezTo>
                    <a:pt x="921" y="92"/>
                    <a:pt x="893" y="81"/>
                    <a:pt x="865" y="81"/>
                  </a:cubicBezTo>
                  <a:cubicBezTo>
                    <a:pt x="855" y="81"/>
                    <a:pt x="845" y="82"/>
                    <a:pt x="835" y="86"/>
                  </a:cubicBezTo>
                  <a:cubicBezTo>
                    <a:pt x="795" y="105"/>
                    <a:pt x="776" y="157"/>
                    <a:pt x="780" y="199"/>
                  </a:cubicBezTo>
                  <a:cubicBezTo>
                    <a:pt x="795" y="334"/>
                    <a:pt x="933" y="507"/>
                    <a:pt x="1004" y="621"/>
                  </a:cubicBezTo>
                  <a:cubicBezTo>
                    <a:pt x="1036" y="672"/>
                    <a:pt x="1243" y="1047"/>
                    <a:pt x="1300" y="1047"/>
                  </a:cubicBezTo>
                  <a:cubicBezTo>
                    <a:pt x="1300" y="1047"/>
                    <a:pt x="1300" y="1047"/>
                    <a:pt x="1301" y="1047"/>
                  </a:cubicBezTo>
                  <a:lnTo>
                    <a:pt x="1301" y="1047"/>
                  </a:lnTo>
                  <a:cubicBezTo>
                    <a:pt x="1261" y="1051"/>
                    <a:pt x="1217" y="1059"/>
                    <a:pt x="1179" y="1071"/>
                  </a:cubicBezTo>
                  <a:cubicBezTo>
                    <a:pt x="1178" y="1071"/>
                    <a:pt x="1177" y="1071"/>
                    <a:pt x="1176" y="1071"/>
                  </a:cubicBezTo>
                  <a:cubicBezTo>
                    <a:pt x="1126" y="1071"/>
                    <a:pt x="831" y="549"/>
                    <a:pt x="795" y="495"/>
                  </a:cubicBezTo>
                  <a:cubicBezTo>
                    <a:pt x="737" y="393"/>
                    <a:pt x="669" y="290"/>
                    <a:pt x="626" y="180"/>
                  </a:cubicBezTo>
                  <a:cubicBezTo>
                    <a:pt x="602" y="113"/>
                    <a:pt x="575" y="38"/>
                    <a:pt x="500" y="10"/>
                  </a:cubicBezTo>
                  <a:cubicBezTo>
                    <a:pt x="484" y="3"/>
                    <a:pt x="468" y="0"/>
                    <a:pt x="453" y="0"/>
                  </a:cubicBezTo>
                  <a:close/>
                </a:path>
              </a:pathLst>
            </a:custGeom>
            <a:solidFill>
              <a:schemeClr val="accent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6" name="Google Shape;2216;p48"/>
            <p:cNvSpPr/>
            <p:nvPr/>
          </p:nvSpPr>
          <p:spPr>
            <a:xfrm>
              <a:off x="1418462" y="6021319"/>
              <a:ext cx="680694" cy="663792"/>
            </a:xfrm>
            <a:custGeom>
              <a:rect b="b" l="l" r="r" t="t"/>
              <a:pathLst>
                <a:path extrusionOk="0" h="2592" w="2658">
                  <a:moveTo>
                    <a:pt x="458" y="44"/>
                  </a:moveTo>
                  <a:cubicBezTo>
                    <a:pt x="470" y="44"/>
                    <a:pt x="481" y="48"/>
                    <a:pt x="493" y="52"/>
                  </a:cubicBezTo>
                  <a:cubicBezTo>
                    <a:pt x="525" y="64"/>
                    <a:pt x="548" y="84"/>
                    <a:pt x="564" y="115"/>
                  </a:cubicBezTo>
                  <a:cubicBezTo>
                    <a:pt x="583" y="143"/>
                    <a:pt x="596" y="179"/>
                    <a:pt x="607" y="210"/>
                  </a:cubicBezTo>
                  <a:cubicBezTo>
                    <a:pt x="651" y="321"/>
                    <a:pt x="718" y="427"/>
                    <a:pt x="777" y="525"/>
                  </a:cubicBezTo>
                  <a:cubicBezTo>
                    <a:pt x="785" y="541"/>
                    <a:pt x="812" y="585"/>
                    <a:pt x="844" y="639"/>
                  </a:cubicBezTo>
                  <a:cubicBezTo>
                    <a:pt x="896" y="727"/>
                    <a:pt x="962" y="841"/>
                    <a:pt x="1025" y="939"/>
                  </a:cubicBezTo>
                  <a:cubicBezTo>
                    <a:pt x="1057" y="987"/>
                    <a:pt x="1085" y="1026"/>
                    <a:pt x="1109" y="1058"/>
                  </a:cubicBezTo>
                  <a:cubicBezTo>
                    <a:pt x="1120" y="1073"/>
                    <a:pt x="1132" y="1085"/>
                    <a:pt x="1144" y="1097"/>
                  </a:cubicBezTo>
                  <a:cubicBezTo>
                    <a:pt x="1147" y="1101"/>
                    <a:pt x="1151" y="1105"/>
                    <a:pt x="1160" y="1109"/>
                  </a:cubicBezTo>
                  <a:cubicBezTo>
                    <a:pt x="1164" y="1113"/>
                    <a:pt x="1167" y="1116"/>
                    <a:pt x="1180" y="1116"/>
                  </a:cubicBezTo>
                  <a:cubicBezTo>
                    <a:pt x="1180" y="1116"/>
                    <a:pt x="1183" y="1116"/>
                    <a:pt x="1187" y="1113"/>
                  </a:cubicBezTo>
                  <a:cubicBezTo>
                    <a:pt x="1227" y="1101"/>
                    <a:pt x="1266" y="1093"/>
                    <a:pt x="1305" y="1089"/>
                  </a:cubicBezTo>
                  <a:cubicBezTo>
                    <a:pt x="1317" y="1089"/>
                    <a:pt x="1325" y="1078"/>
                    <a:pt x="1325" y="1065"/>
                  </a:cubicBezTo>
                  <a:cubicBezTo>
                    <a:pt x="1325" y="1063"/>
                    <a:pt x="1324" y="1061"/>
                    <a:pt x="1323" y="1059"/>
                  </a:cubicBezTo>
                  <a:lnTo>
                    <a:pt x="1323" y="1059"/>
                  </a:lnTo>
                  <a:cubicBezTo>
                    <a:pt x="1321" y="1055"/>
                    <a:pt x="1320" y="1052"/>
                    <a:pt x="1317" y="1049"/>
                  </a:cubicBezTo>
                  <a:cubicBezTo>
                    <a:pt x="1309" y="1045"/>
                    <a:pt x="1305" y="1045"/>
                    <a:pt x="1302" y="1045"/>
                  </a:cubicBezTo>
                  <a:cubicBezTo>
                    <a:pt x="1302" y="1045"/>
                    <a:pt x="1298" y="1045"/>
                    <a:pt x="1293" y="1042"/>
                  </a:cubicBezTo>
                  <a:cubicBezTo>
                    <a:pt x="1289" y="1038"/>
                    <a:pt x="1278" y="1026"/>
                    <a:pt x="1266" y="1014"/>
                  </a:cubicBezTo>
                  <a:cubicBezTo>
                    <a:pt x="1246" y="991"/>
                    <a:pt x="1222" y="959"/>
                    <a:pt x="1199" y="920"/>
                  </a:cubicBezTo>
                  <a:cubicBezTo>
                    <a:pt x="1164" y="865"/>
                    <a:pt x="1124" y="801"/>
                    <a:pt x="1093" y="746"/>
                  </a:cubicBezTo>
                  <a:cubicBezTo>
                    <a:pt x="1076" y="718"/>
                    <a:pt x="1061" y="694"/>
                    <a:pt x="1049" y="675"/>
                  </a:cubicBezTo>
                  <a:cubicBezTo>
                    <a:pt x="1038" y="656"/>
                    <a:pt x="1029" y="639"/>
                    <a:pt x="1022" y="632"/>
                  </a:cubicBezTo>
                  <a:cubicBezTo>
                    <a:pt x="986" y="572"/>
                    <a:pt x="934" y="501"/>
                    <a:pt x="891" y="427"/>
                  </a:cubicBezTo>
                  <a:cubicBezTo>
                    <a:pt x="867" y="392"/>
                    <a:pt x="848" y="356"/>
                    <a:pt x="832" y="321"/>
                  </a:cubicBezTo>
                  <a:cubicBezTo>
                    <a:pt x="816" y="285"/>
                    <a:pt x="809" y="250"/>
                    <a:pt x="805" y="217"/>
                  </a:cubicBezTo>
                  <a:lnTo>
                    <a:pt x="805" y="206"/>
                  </a:lnTo>
                  <a:cubicBezTo>
                    <a:pt x="805" y="190"/>
                    <a:pt x="809" y="174"/>
                    <a:pt x="812" y="159"/>
                  </a:cubicBezTo>
                  <a:cubicBezTo>
                    <a:pt x="820" y="143"/>
                    <a:pt x="832" y="135"/>
                    <a:pt x="844" y="127"/>
                  </a:cubicBezTo>
                  <a:cubicBezTo>
                    <a:pt x="852" y="127"/>
                    <a:pt x="860" y="123"/>
                    <a:pt x="867" y="123"/>
                  </a:cubicBezTo>
                  <a:cubicBezTo>
                    <a:pt x="887" y="123"/>
                    <a:pt x="911" y="135"/>
                    <a:pt x="931" y="146"/>
                  </a:cubicBezTo>
                  <a:cubicBezTo>
                    <a:pt x="970" y="182"/>
                    <a:pt x="1002" y="237"/>
                    <a:pt x="1033" y="297"/>
                  </a:cubicBezTo>
                  <a:cubicBezTo>
                    <a:pt x="1061" y="356"/>
                    <a:pt x="1085" y="419"/>
                    <a:pt x="1116" y="474"/>
                  </a:cubicBezTo>
                  <a:cubicBezTo>
                    <a:pt x="1211" y="636"/>
                    <a:pt x="1317" y="789"/>
                    <a:pt x="1431" y="939"/>
                  </a:cubicBezTo>
                  <a:cubicBezTo>
                    <a:pt x="1455" y="967"/>
                    <a:pt x="1475" y="1002"/>
                    <a:pt x="1502" y="1034"/>
                  </a:cubicBezTo>
                  <a:cubicBezTo>
                    <a:pt x="1526" y="1069"/>
                    <a:pt x="1553" y="1105"/>
                    <a:pt x="1582" y="1129"/>
                  </a:cubicBezTo>
                  <a:cubicBezTo>
                    <a:pt x="1597" y="1140"/>
                    <a:pt x="1617" y="1149"/>
                    <a:pt x="1637" y="1149"/>
                  </a:cubicBezTo>
                  <a:cubicBezTo>
                    <a:pt x="1648" y="1149"/>
                    <a:pt x="1660" y="1144"/>
                    <a:pt x="1668" y="1136"/>
                  </a:cubicBezTo>
                  <a:cubicBezTo>
                    <a:pt x="1684" y="1129"/>
                    <a:pt x="1692" y="1120"/>
                    <a:pt x="1695" y="1109"/>
                  </a:cubicBezTo>
                  <a:cubicBezTo>
                    <a:pt x="1700" y="1097"/>
                    <a:pt x="1704" y="1081"/>
                    <a:pt x="1704" y="1069"/>
                  </a:cubicBezTo>
                  <a:cubicBezTo>
                    <a:pt x="1704" y="1049"/>
                    <a:pt x="1695" y="1026"/>
                    <a:pt x="1692" y="1010"/>
                  </a:cubicBezTo>
                  <a:cubicBezTo>
                    <a:pt x="1657" y="896"/>
                    <a:pt x="1624" y="785"/>
                    <a:pt x="1605" y="671"/>
                  </a:cubicBezTo>
                  <a:cubicBezTo>
                    <a:pt x="1601" y="643"/>
                    <a:pt x="1597" y="620"/>
                    <a:pt x="1597" y="600"/>
                  </a:cubicBezTo>
                  <a:cubicBezTo>
                    <a:pt x="1597" y="588"/>
                    <a:pt x="1597" y="581"/>
                    <a:pt x="1601" y="572"/>
                  </a:cubicBezTo>
                  <a:cubicBezTo>
                    <a:pt x="1601" y="557"/>
                    <a:pt x="1605" y="545"/>
                    <a:pt x="1613" y="533"/>
                  </a:cubicBezTo>
                  <a:cubicBezTo>
                    <a:pt x="1621" y="517"/>
                    <a:pt x="1633" y="510"/>
                    <a:pt x="1640" y="505"/>
                  </a:cubicBezTo>
                  <a:cubicBezTo>
                    <a:pt x="1653" y="498"/>
                    <a:pt x="1660" y="498"/>
                    <a:pt x="1672" y="498"/>
                  </a:cubicBezTo>
                  <a:cubicBezTo>
                    <a:pt x="1688" y="498"/>
                    <a:pt x="1704" y="501"/>
                    <a:pt x="1719" y="510"/>
                  </a:cubicBezTo>
                  <a:cubicBezTo>
                    <a:pt x="1735" y="517"/>
                    <a:pt x="1747" y="529"/>
                    <a:pt x="1759" y="541"/>
                  </a:cubicBezTo>
                  <a:cubicBezTo>
                    <a:pt x="1766" y="557"/>
                    <a:pt x="1779" y="572"/>
                    <a:pt x="1782" y="592"/>
                  </a:cubicBezTo>
                  <a:cubicBezTo>
                    <a:pt x="1795" y="620"/>
                    <a:pt x="1802" y="652"/>
                    <a:pt x="1810" y="687"/>
                  </a:cubicBezTo>
                  <a:cubicBezTo>
                    <a:pt x="1869" y="939"/>
                    <a:pt x="1972" y="1184"/>
                    <a:pt x="2114" y="1404"/>
                  </a:cubicBezTo>
                  <a:cubicBezTo>
                    <a:pt x="2185" y="1515"/>
                    <a:pt x="2268" y="1617"/>
                    <a:pt x="2354" y="1716"/>
                  </a:cubicBezTo>
                  <a:cubicBezTo>
                    <a:pt x="2401" y="1764"/>
                    <a:pt x="2452" y="1803"/>
                    <a:pt x="2504" y="1846"/>
                  </a:cubicBezTo>
                  <a:cubicBezTo>
                    <a:pt x="2552" y="1890"/>
                    <a:pt x="2591" y="1937"/>
                    <a:pt x="2614" y="1992"/>
                  </a:cubicBezTo>
                  <a:lnTo>
                    <a:pt x="2614" y="1996"/>
                  </a:lnTo>
                  <a:cubicBezTo>
                    <a:pt x="2614" y="2004"/>
                    <a:pt x="2614" y="2012"/>
                    <a:pt x="2610" y="2024"/>
                  </a:cubicBezTo>
                  <a:cubicBezTo>
                    <a:pt x="2603" y="2067"/>
                    <a:pt x="2583" y="2130"/>
                    <a:pt x="2556" y="2190"/>
                  </a:cubicBezTo>
                  <a:cubicBezTo>
                    <a:pt x="2528" y="2252"/>
                    <a:pt x="2496" y="2319"/>
                    <a:pt x="2465" y="2363"/>
                  </a:cubicBezTo>
                  <a:cubicBezTo>
                    <a:pt x="2434" y="2403"/>
                    <a:pt x="2405" y="2441"/>
                    <a:pt x="2374" y="2473"/>
                  </a:cubicBezTo>
                  <a:cubicBezTo>
                    <a:pt x="2343" y="2501"/>
                    <a:pt x="2307" y="2521"/>
                    <a:pt x="2259" y="2532"/>
                  </a:cubicBezTo>
                  <a:cubicBezTo>
                    <a:pt x="2216" y="2544"/>
                    <a:pt x="2169" y="2548"/>
                    <a:pt x="2126" y="2548"/>
                  </a:cubicBezTo>
                  <a:cubicBezTo>
                    <a:pt x="1999" y="2548"/>
                    <a:pt x="1881" y="2512"/>
                    <a:pt x="1766" y="2457"/>
                  </a:cubicBezTo>
                  <a:cubicBezTo>
                    <a:pt x="1648" y="2403"/>
                    <a:pt x="1538" y="2327"/>
                    <a:pt x="1428" y="2256"/>
                  </a:cubicBezTo>
                  <a:cubicBezTo>
                    <a:pt x="1116" y="2059"/>
                    <a:pt x="832" y="1830"/>
                    <a:pt x="572" y="1570"/>
                  </a:cubicBezTo>
                  <a:cubicBezTo>
                    <a:pt x="481" y="1480"/>
                    <a:pt x="379" y="1380"/>
                    <a:pt x="288" y="1278"/>
                  </a:cubicBezTo>
                  <a:cubicBezTo>
                    <a:pt x="197" y="1176"/>
                    <a:pt x="119" y="1069"/>
                    <a:pt x="63" y="951"/>
                  </a:cubicBezTo>
                  <a:cubicBezTo>
                    <a:pt x="52" y="920"/>
                    <a:pt x="44" y="884"/>
                    <a:pt x="44" y="856"/>
                  </a:cubicBezTo>
                  <a:cubicBezTo>
                    <a:pt x="44" y="829"/>
                    <a:pt x="48" y="805"/>
                    <a:pt x="55" y="794"/>
                  </a:cubicBezTo>
                  <a:cubicBezTo>
                    <a:pt x="59" y="785"/>
                    <a:pt x="63" y="781"/>
                    <a:pt x="68" y="778"/>
                  </a:cubicBezTo>
                  <a:cubicBezTo>
                    <a:pt x="75" y="774"/>
                    <a:pt x="79" y="774"/>
                    <a:pt x="83" y="774"/>
                  </a:cubicBezTo>
                  <a:cubicBezTo>
                    <a:pt x="91" y="774"/>
                    <a:pt x="99" y="778"/>
                    <a:pt x="115" y="785"/>
                  </a:cubicBezTo>
                  <a:cubicBezTo>
                    <a:pt x="130" y="797"/>
                    <a:pt x="146" y="813"/>
                    <a:pt x="166" y="833"/>
                  </a:cubicBezTo>
                  <a:cubicBezTo>
                    <a:pt x="347" y="1062"/>
                    <a:pt x="512" y="1291"/>
                    <a:pt x="725" y="1495"/>
                  </a:cubicBezTo>
                  <a:cubicBezTo>
                    <a:pt x="729" y="1498"/>
                    <a:pt x="733" y="1501"/>
                    <a:pt x="739" y="1501"/>
                  </a:cubicBezTo>
                  <a:cubicBezTo>
                    <a:pt x="741" y="1501"/>
                    <a:pt x="743" y="1500"/>
                    <a:pt x="745" y="1499"/>
                  </a:cubicBezTo>
                  <a:cubicBezTo>
                    <a:pt x="754" y="1499"/>
                    <a:pt x="758" y="1491"/>
                    <a:pt x="761" y="1487"/>
                  </a:cubicBezTo>
                  <a:cubicBezTo>
                    <a:pt x="765" y="1460"/>
                    <a:pt x="777" y="1436"/>
                    <a:pt x="789" y="1416"/>
                  </a:cubicBezTo>
                  <a:cubicBezTo>
                    <a:pt x="789" y="1409"/>
                    <a:pt x="793" y="1404"/>
                    <a:pt x="793" y="1404"/>
                  </a:cubicBezTo>
                  <a:cubicBezTo>
                    <a:pt x="793" y="1400"/>
                    <a:pt x="789" y="1397"/>
                    <a:pt x="789" y="1393"/>
                  </a:cubicBezTo>
                  <a:cubicBezTo>
                    <a:pt x="789" y="1389"/>
                    <a:pt x="785" y="1385"/>
                    <a:pt x="785" y="1380"/>
                  </a:cubicBezTo>
                  <a:cubicBezTo>
                    <a:pt x="777" y="1369"/>
                    <a:pt x="773" y="1362"/>
                    <a:pt x="765" y="1349"/>
                  </a:cubicBezTo>
                  <a:cubicBezTo>
                    <a:pt x="734" y="1306"/>
                    <a:pt x="687" y="1247"/>
                    <a:pt x="643" y="1191"/>
                  </a:cubicBezTo>
                  <a:cubicBezTo>
                    <a:pt x="619" y="1164"/>
                    <a:pt x="599" y="1136"/>
                    <a:pt x="583" y="1116"/>
                  </a:cubicBezTo>
                  <a:cubicBezTo>
                    <a:pt x="572" y="1109"/>
                    <a:pt x="568" y="1101"/>
                    <a:pt x="560" y="1093"/>
                  </a:cubicBezTo>
                  <a:cubicBezTo>
                    <a:pt x="556" y="1085"/>
                    <a:pt x="552" y="1081"/>
                    <a:pt x="548" y="1078"/>
                  </a:cubicBezTo>
                  <a:cubicBezTo>
                    <a:pt x="470" y="967"/>
                    <a:pt x="390" y="852"/>
                    <a:pt x="316" y="738"/>
                  </a:cubicBezTo>
                  <a:cubicBezTo>
                    <a:pt x="281" y="687"/>
                    <a:pt x="233" y="628"/>
                    <a:pt x="194" y="568"/>
                  </a:cubicBezTo>
                  <a:cubicBezTo>
                    <a:pt x="150" y="510"/>
                    <a:pt x="115" y="450"/>
                    <a:pt x="99" y="399"/>
                  </a:cubicBezTo>
                  <a:lnTo>
                    <a:pt x="99" y="372"/>
                  </a:lnTo>
                  <a:cubicBezTo>
                    <a:pt x="95" y="348"/>
                    <a:pt x="106" y="321"/>
                    <a:pt x="119" y="301"/>
                  </a:cubicBezTo>
                  <a:cubicBezTo>
                    <a:pt x="126" y="292"/>
                    <a:pt x="134" y="285"/>
                    <a:pt x="146" y="277"/>
                  </a:cubicBezTo>
                  <a:cubicBezTo>
                    <a:pt x="154" y="273"/>
                    <a:pt x="166" y="268"/>
                    <a:pt x="177" y="268"/>
                  </a:cubicBezTo>
                  <a:lnTo>
                    <a:pt x="181" y="268"/>
                  </a:lnTo>
                  <a:cubicBezTo>
                    <a:pt x="190" y="273"/>
                    <a:pt x="197" y="273"/>
                    <a:pt x="205" y="281"/>
                  </a:cubicBezTo>
                  <a:cubicBezTo>
                    <a:pt x="225" y="288"/>
                    <a:pt x="241" y="308"/>
                    <a:pt x="257" y="328"/>
                  </a:cubicBezTo>
                  <a:cubicBezTo>
                    <a:pt x="284" y="363"/>
                    <a:pt x="308" y="407"/>
                    <a:pt x="332" y="450"/>
                  </a:cubicBezTo>
                  <a:cubicBezTo>
                    <a:pt x="355" y="494"/>
                    <a:pt x="370" y="533"/>
                    <a:pt x="390" y="561"/>
                  </a:cubicBezTo>
                  <a:cubicBezTo>
                    <a:pt x="545" y="801"/>
                    <a:pt x="710" y="1034"/>
                    <a:pt x="883" y="1262"/>
                  </a:cubicBezTo>
                  <a:cubicBezTo>
                    <a:pt x="887" y="1267"/>
                    <a:pt x="896" y="1271"/>
                    <a:pt x="899" y="1271"/>
                  </a:cubicBezTo>
                  <a:cubicBezTo>
                    <a:pt x="907" y="1271"/>
                    <a:pt x="911" y="1267"/>
                    <a:pt x="915" y="1267"/>
                  </a:cubicBezTo>
                  <a:cubicBezTo>
                    <a:pt x="927" y="1255"/>
                    <a:pt x="938" y="1247"/>
                    <a:pt x="951" y="1238"/>
                  </a:cubicBezTo>
                  <a:cubicBezTo>
                    <a:pt x="965" y="1225"/>
                    <a:pt x="982" y="1213"/>
                    <a:pt x="1000" y="1203"/>
                  </a:cubicBezTo>
                  <a:lnTo>
                    <a:pt x="1000" y="1203"/>
                  </a:lnTo>
                  <a:cubicBezTo>
                    <a:pt x="1002" y="1203"/>
                    <a:pt x="1004" y="1202"/>
                    <a:pt x="1005" y="1200"/>
                  </a:cubicBezTo>
                  <a:lnTo>
                    <a:pt x="1005" y="1200"/>
                  </a:lnTo>
                  <a:cubicBezTo>
                    <a:pt x="1005" y="1200"/>
                    <a:pt x="1005" y="1200"/>
                    <a:pt x="1005" y="1200"/>
                  </a:cubicBezTo>
                  <a:cubicBezTo>
                    <a:pt x="1010" y="1198"/>
                    <a:pt x="1013" y="1192"/>
                    <a:pt x="1015" y="1185"/>
                  </a:cubicBezTo>
                  <a:lnTo>
                    <a:pt x="1015" y="1185"/>
                  </a:lnTo>
                  <a:cubicBezTo>
                    <a:pt x="1016" y="1183"/>
                    <a:pt x="1016" y="1180"/>
                    <a:pt x="1015" y="1179"/>
                  </a:cubicBezTo>
                  <a:lnTo>
                    <a:pt x="1015" y="1179"/>
                  </a:lnTo>
                  <a:cubicBezTo>
                    <a:pt x="1015" y="1176"/>
                    <a:pt x="1015" y="1174"/>
                    <a:pt x="1014" y="1172"/>
                  </a:cubicBezTo>
                  <a:cubicBezTo>
                    <a:pt x="1011" y="1167"/>
                    <a:pt x="1009" y="1165"/>
                    <a:pt x="1005" y="1163"/>
                  </a:cubicBezTo>
                  <a:lnTo>
                    <a:pt x="1005" y="1163"/>
                  </a:lnTo>
                  <a:cubicBezTo>
                    <a:pt x="1003" y="1162"/>
                    <a:pt x="1001" y="1161"/>
                    <a:pt x="999" y="1160"/>
                  </a:cubicBezTo>
                  <a:lnTo>
                    <a:pt x="999" y="1160"/>
                  </a:lnTo>
                  <a:cubicBezTo>
                    <a:pt x="998" y="1159"/>
                    <a:pt x="996" y="1156"/>
                    <a:pt x="994" y="1152"/>
                  </a:cubicBezTo>
                  <a:cubicBezTo>
                    <a:pt x="982" y="1140"/>
                    <a:pt x="970" y="1125"/>
                    <a:pt x="951" y="1097"/>
                  </a:cubicBezTo>
                  <a:cubicBezTo>
                    <a:pt x="896" y="1014"/>
                    <a:pt x="801" y="865"/>
                    <a:pt x="722" y="734"/>
                  </a:cubicBezTo>
                  <a:cubicBezTo>
                    <a:pt x="678" y="667"/>
                    <a:pt x="643" y="604"/>
                    <a:pt x="616" y="557"/>
                  </a:cubicBezTo>
                  <a:cubicBezTo>
                    <a:pt x="583" y="505"/>
                    <a:pt x="564" y="470"/>
                    <a:pt x="556" y="462"/>
                  </a:cubicBezTo>
                  <a:cubicBezTo>
                    <a:pt x="529" y="410"/>
                    <a:pt x="493" y="356"/>
                    <a:pt x="458" y="301"/>
                  </a:cubicBezTo>
                  <a:cubicBezTo>
                    <a:pt x="423" y="241"/>
                    <a:pt x="394" y="186"/>
                    <a:pt x="387" y="139"/>
                  </a:cubicBezTo>
                  <a:lnTo>
                    <a:pt x="387" y="119"/>
                  </a:lnTo>
                  <a:cubicBezTo>
                    <a:pt x="387" y="95"/>
                    <a:pt x="394" y="75"/>
                    <a:pt x="406" y="64"/>
                  </a:cubicBezTo>
                  <a:cubicBezTo>
                    <a:pt x="418" y="52"/>
                    <a:pt x="434" y="44"/>
                    <a:pt x="458" y="44"/>
                  </a:cubicBezTo>
                  <a:close/>
                  <a:moveTo>
                    <a:pt x="458" y="1"/>
                  </a:moveTo>
                  <a:cubicBezTo>
                    <a:pt x="426" y="1"/>
                    <a:pt x="394" y="13"/>
                    <a:pt x="375" y="32"/>
                  </a:cubicBezTo>
                  <a:cubicBezTo>
                    <a:pt x="355" y="52"/>
                    <a:pt x="343" y="84"/>
                    <a:pt x="343" y="119"/>
                  </a:cubicBezTo>
                  <a:lnTo>
                    <a:pt x="343" y="146"/>
                  </a:lnTo>
                  <a:cubicBezTo>
                    <a:pt x="352" y="202"/>
                    <a:pt x="387" y="265"/>
                    <a:pt x="418" y="321"/>
                  </a:cubicBezTo>
                  <a:cubicBezTo>
                    <a:pt x="454" y="379"/>
                    <a:pt x="493" y="434"/>
                    <a:pt x="521" y="481"/>
                  </a:cubicBezTo>
                  <a:cubicBezTo>
                    <a:pt x="525" y="490"/>
                    <a:pt x="532" y="505"/>
                    <a:pt x="548" y="529"/>
                  </a:cubicBezTo>
                  <a:cubicBezTo>
                    <a:pt x="596" y="612"/>
                    <a:pt x="694" y="778"/>
                    <a:pt x="789" y="923"/>
                  </a:cubicBezTo>
                  <a:cubicBezTo>
                    <a:pt x="832" y="998"/>
                    <a:pt x="876" y="1065"/>
                    <a:pt x="911" y="1113"/>
                  </a:cubicBezTo>
                  <a:cubicBezTo>
                    <a:pt x="927" y="1140"/>
                    <a:pt x="943" y="1160"/>
                    <a:pt x="954" y="1176"/>
                  </a:cubicBezTo>
                  <a:cubicBezTo>
                    <a:pt x="955" y="1177"/>
                    <a:pt x="956" y="1178"/>
                    <a:pt x="957" y="1179"/>
                  </a:cubicBezTo>
                  <a:lnTo>
                    <a:pt x="957" y="1179"/>
                  </a:lnTo>
                  <a:cubicBezTo>
                    <a:pt x="946" y="1186"/>
                    <a:pt x="935" y="1194"/>
                    <a:pt x="923" y="1203"/>
                  </a:cubicBezTo>
                  <a:cubicBezTo>
                    <a:pt x="917" y="1207"/>
                    <a:pt x="911" y="1212"/>
                    <a:pt x="906" y="1217"/>
                  </a:cubicBezTo>
                  <a:lnTo>
                    <a:pt x="906" y="1217"/>
                  </a:lnTo>
                  <a:cubicBezTo>
                    <a:pt x="736" y="998"/>
                    <a:pt x="576" y="771"/>
                    <a:pt x="426" y="537"/>
                  </a:cubicBezTo>
                  <a:cubicBezTo>
                    <a:pt x="414" y="517"/>
                    <a:pt x="403" y="490"/>
                    <a:pt x="387" y="462"/>
                  </a:cubicBezTo>
                  <a:cubicBezTo>
                    <a:pt x="363" y="415"/>
                    <a:pt x="335" y="359"/>
                    <a:pt x="299" y="312"/>
                  </a:cubicBezTo>
                  <a:cubicBezTo>
                    <a:pt x="284" y="292"/>
                    <a:pt x="268" y="273"/>
                    <a:pt x="248" y="257"/>
                  </a:cubicBezTo>
                  <a:cubicBezTo>
                    <a:pt x="229" y="241"/>
                    <a:pt x="210" y="230"/>
                    <a:pt x="186" y="226"/>
                  </a:cubicBezTo>
                  <a:lnTo>
                    <a:pt x="177" y="226"/>
                  </a:lnTo>
                  <a:cubicBezTo>
                    <a:pt x="158" y="226"/>
                    <a:pt x="139" y="233"/>
                    <a:pt x="123" y="241"/>
                  </a:cubicBezTo>
                  <a:cubicBezTo>
                    <a:pt x="99" y="253"/>
                    <a:pt x="83" y="273"/>
                    <a:pt x="71" y="297"/>
                  </a:cubicBezTo>
                  <a:cubicBezTo>
                    <a:pt x="59" y="321"/>
                    <a:pt x="52" y="344"/>
                    <a:pt x="52" y="372"/>
                  </a:cubicBezTo>
                  <a:cubicBezTo>
                    <a:pt x="52" y="383"/>
                    <a:pt x="55" y="395"/>
                    <a:pt x="59" y="410"/>
                  </a:cubicBezTo>
                  <a:cubicBezTo>
                    <a:pt x="75" y="470"/>
                    <a:pt x="115" y="533"/>
                    <a:pt x="158" y="596"/>
                  </a:cubicBezTo>
                  <a:cubicBezTo>
                    <a:pt x="201" y="656"/>
                    <a:pt x="245" y="714"/>
                    <a:pt x="281" y="762"/>
                  </a:cubicBezTo>
                  <a:cubicBezTo>
                    <a:pt x="355" y="876"/>
                    <a:pt x="434" y="991"/>
                    <a:pt x="512" y="1105"/>
                  </a:cubicBezTo>
                  <a:cubicBezTo>
                    <a:pt x="517" y="1109"/>
                    <a:pt x="525" y="1116"/>
                    <a:pt x="532" y="1125"/>
                  </a:cubicBezTo>
                  <a:cubicBezTo>
                    <a:pt x="560" y="1160"/>
                    <a:pt x="616" y="1227"/>
                    <a:pt x="663" y="1286"/>
                  </a:cubicBezTo>
                  <a:cubicBezTo>
                    <a:pt x="687" y="1318"/>
                    <a:pt x="710" y="1345"/>
                    <a:pt x="725" y="1369"/>
                  </a:cubicBezTo>
                  <a:cubicBezTo>
                    <a:pt x="734" y="1380"/>
                    <a:pt x="738" y="1389"/>
                    <a:pt x="741" y="1397"/>
                  </a:cubicBezTo>
                  <a:cubicBezTo>
                    <a:pt x="745" y="1400"/>
                    <a:pt x="745" y="1404"/>
                    <a:pt x="745" y="1404"/>
                  </a:cubicBezTo>
                  <a:lnTo>
                    <a:pt x="745" y="1404"/>
                  </a:lnTo>
                  <a:cubicBezTo>
                    <a:pt x="740" y="1415"/>
                    <a:pt x="735" y="1427"/>
                    <a:pt x="730" y="1440"/>
                  </a:cubicBezTo>
                  <a:lnTo>
                    <a:pt x="730" y="1440"/>
                  </a:lnTo>
                  <a:cubicBezTo>
                    <a:pt x="535" y="1244"/>
                    <a:pt x="375" y="1025"/>
                    <a:pt x="197" y="809"/>
                  </a:cubicBezTo>
                  <a:cubicBezTo>
                    <a:pt x="177" y="781"/>
                    <a:pt x="158" y="762"/>
                    <a:pt x="139" y="750"/>
                  </a:cubicBezTo>
                  <a:cubicBezTo>
                    <a:pt x="119" y="738"/>
                    <a:pt x="103" y="730"/>
                    <a:pt x="83" y="730"/>
                  </a:cubicBezTo>
                  <a:cubicBezTo>
                    <a:pt x="68" y="730"/>
                    <a:pt x="55" y="734"/>
                    <a:pt x="44" y="742"/>
                  </a:cubicBezTo>
                  <a:cubicBezTo>
                    <a:pt x="28" y="754"/>
                    <a:pt x="16" y="770"/>
                    <a:pt x="12" y="789"/>
                  </a:cubicBezTo>
                  <a:cubicBezTo>
                    <a:pt x="4" y="809"/>
                    <a:pt x="0" y="833"/>
                    <a:pt x="0" y="856"/>
                  </a:cubicBezTo>
                  <a:cubicBezTo>
                    <a:pt x="0" y="892"/>
                    <a:pt x="8" y="931"/>
                    <a:pt x="24" y="971"/>
                  </a:cubicBezTo>
                  <a:cubicBezTo>
                    <a:pt x="83" y="1093"/>
                    <a:pt x="166" y="1203"/>
                    <a:pt x="257" y="1309"/>
                  </a:cubicBezTo>
                  <a:cubicBezTo>
                    <a:pt x="352" y="1413"/>
                    <a:pt x="450" y="1507"/>
                    <a:pt x="541" y="1602"/>
                  </a:cubicBezTo>
                  <a:cubicBezTo>
                    <a:pt x="801" y="1862"/>
                    <a:pt x="1093" y="2095"/>
                    <a:pt x="1404" y="2296"/>
                  </a:cubicBezTo>
                  <a:cubicBezTo>
                    <a:pt x="1515" y="2367"/>
                    <a:pt x="1629" y="2438"/>
                    <a:pt x="1747" y="2497"/>
                  </a:cubicBezTo>
                  <a:cubicBezTo>
                    <a:pt x="1866" y="2552"/>
                    <a:pt x="1992" y="2592"/>
                    <a:pt x="2126" y="2592"/>
                  </a:cubicBezTo>
                  <a:cubicBezTo>
                    <a:pt x="2173" y="2592"/>
                    <a:pt x="2221" y="2587"/>
                    <a:pt x="2272" y="2576"/>
                  </a:cubicBezTo>
                  <a:cubicBezTo>
                    <a:pt x="2327" y="2563"/>
                    <a:pt x="2370" y="2536"/>
                    <a:pt x="2401" y="2505"/>
                  </a:cubicBezTo>
                  <a:cubicBezTo>
                    <a:pt x="2437" y="2469"/>
                    <a:pt x="2469" y="2430"/>
                    <a:pt x="2500" y="2386"/>
                  </a:cubicBezTo>
                  <a:cubicBezTo>
                    <a:pt x="2536" y="2332"/>
                    <a:pt x="2575" y="2256"/>
                    <a:pt x="2607" y="2181"/>
                  </a:cubicBezTo>
                  <a:cubicBezTo>
                    <a:pt x="2623" y="2142"/>
                    <a:pt x="2634" y="2106"/>
                    <a:pt x="2642" y="2075"/>
                  </a:cubicBezTo>
                  <a:cubicBezTo>
                    <a:pt x="2650" y="2063"/>
                    <a:pt x="2654" y="2048"/>
                    <a:pt x="2654" y="2032"/>
                  </a:cubicBezTo>
                  <a:cubicBezTo>
                    <a:pt x="2658" y="2019"/>
                    <a:pt x="2658" y="2008"/>
                    <a:pt x="2658" y="1996"/>
                  </a:cubicBezTo>
                  <a:cubicBezTo>
                    <a:pt x="2658" y="1988"/>
                    <a:pt x="2658" y="1984"/>
                    <a:pt x="2654" y="1977"/>
                  </a:cubicBezTo>
                  <a:cubicBezTo>
                    <a:pt x="2630" y="1909"/>
                    <a:pt x="2583" y="1858"/>
                    <a:pt x="2532" y="1815"/>
                  </a:cubicBezTo>
                  <a:cubicBezTo>
                    <a:pt x="2481" y="1768"/>
                    <a:pt x="2429" y="1728"/>
                    <a:pt x="2386" y="1684"/>
                  </a:cubicBezTo>
                  <a:cubicBezTo>
                    <a:pt x="2299" y="1590"/>
                    <a:pt x="2221" y="1487"/>
                    <a:pt x="2153" y="1380"/>
                  </a:cubicBezTo>
                  <a:cubicBezTo>
                    <a:pt x="2011" y="1164"/>
                    <a:pt x="1908" y="927"/>
                    <a:pt x="1853" y="675"/>
                  </a:cubicBezTo>
                  <a:cubicBezTo>
                    <a:pt x="1846" y="643"/>
                    <a:pt x="1837" y="608"/>
                    <a:pt x="1826" y="576"/>
                  </a:cubicBezTo>
                  <a:cubicBezTo>
                    <a:pt x="1818" y="557"/>
                    <a:pt x="1806" y="533"/>
                    <a:pt x="1790" y="517"/>
                  </a:cubicBezTo>
                  <a:cubicBezTo>
                    <a:pt x="1779" y="498"/>
                    <a:pt x="1759" y="481"/>
                    <a:pt x="1739" y="470"/>
                  </a:cubicBezTo>
                  <a:cubicBezTo>
                    <a:pt x="1719" y="458"/>
                    <a:pt x="1695" y="454"/>
                    <a:pt x="1672" y="454"/>
                  </a:cubicBezTo>
                  <a:cubicBezTo>
                    <a:pt x="1657" y="454"/>
                    <a:pt x="1637" y="458"/>
                    <a:pt x="1621" y="466"/>
                  </a:cubicBezTo>
                  <a:cubicBezTo>
                    <a:pt x="1601" y="474"/>
                    <a:pt x="1589" y="490"/>
                    <a:pt x="1577" y="510"/>
                  </a:cubicBezTo>
                  <a:cubicBezTo>
                    <a:pt x="1566" y="525"/>
                    <a:pt x="1558" y="545"/>
                    <a:pt x="1558" y="565"/>
                  </a:cubicBezTo>
                  <a:cubicBezTo>
                    <a:pt x="1553" y="576"/>
                    <a:pt x="1553" y="588"/>
                    <a:pt x="1553" y="600"/>
                  </a:cubicBezTo>
                  <a:cubicBezTo>
                    <a:pt x="1553" y="628"/>
                    <a:pt x="1558" y="652"/>
                    <a:pt x="1562" y="675"/>
                  </a:cubicBezTo>
                  <a:cubicBezTo>
                    <a:pt x="1586" y="794"/>
                    <a:pt x="1613" y="907"/>
                    <a:pt x="1648" y="1022"/>
                  </a:cubicBezTo>
                  <a:cubicBezTo>
                    <a:pt x="1657" y="1038"/>
                    <a:pt x="1660" y="1058"/>
                    <a:pt x="1660" y="1069"/>
                  </a:cubicBezTo>
                  <a:cubicBezTo>
                    <a:pt x="1660" y="1078"/>
                    <a:pt x="1660" y="1085"/>
                    <a:pt x="1657" y="1089"/>
                  </a:cubicBezTo>
                  <a:cubicBezTo>
                    <a:pt x="1653" y="1093"/>
                    <a:pt x="1653" y="1097"/>
                    <a:pt x="1648" y="1101"/>
                  </a:cubicBezTo>
                  <a:cubicBezTo>
                    <a:pt x="1644" y="1101"/>
                    <a:pt x="1640" y="1105"/>
                    <a:pt x="1637" y="1105"/>
                  </a:cubicBezTo>
                  <a:cubicBezTo>
                    <a:pt x="1629" y="1105"/>
                    <a:pt x="1617" y="1101"/>
                    <a:pt x="1609" y="1093"/>
                  </a:cubicBezTo>
                  <a:cubicBezTo>
                    <a:pt x="1586" y="1073"/>
                    <a:pt x="1562" y="1042"/>
                    <a:pt x="1538" y="1010"/>
                  </a:cubicBezTo>
                  <a:cubicBezTo>
                    <a:pt x="1515" y="974"/>
                    <a:pt x="1491" y="939"/>
                    <a:pt x="1467" y="912"/>
                  </a:cubicBezTo>
                  <a:cubicBezTo>
                    <a:pt x="1353" y="765"/>
                    <a:pt x="1246" y="612"/>
                    <a:pt x="1156" y="450"/>
                  </a:cubicBezTo>
                  <a:cubicBezTo>
                    <a:pt x="1124" y="403"/>
                    <a:pt x="1100" y="339"/>
                    <a:pt x="1073" y="277"/>
                  </a:cubicBezTo>
                  <a:cubicBezTo>
                    <a:pt x="1041" y="217"/>
                    <a:pt x="1009" y="159"/>
                    <a:pt x="958" y="115"/>
                  </a:cubicBezTo>
                  <a:cubicBezTo>
                    <a:pt x="934" y="95"/>
                    <a:pt x="903" y="79"/>
                    <a:pt x="867" y="79"/>
                  </a:cubicBezTo>
                  <a:cubicBezTo>
                    <a:pt x="856" y="79"/>
                    <a:pt x="840" y="84"/>
                    <a:pt x="829" y="88"/>
                  </a:cubicBezTo>
                  <a:cubicBezTo>
                    <a:pt x="805" y="99"/>
                    <a:pt x="789" y="115"/>
                    <a:pt x="777" y="139"/>
                  </a:cubicBezTo>
                  <a:cubicBezTo>
                    <a:pt x="765" y="159"/>
                    <a:pt x="758" y="182"/>
                    <a:pt x="758" y="206"/>
                  </a:cubicBezTo>
                  <a:cubicBezTo>
                    <a:pt x="758" y="214"/>
                    <a:pt x="761" y="217"/>
                    <a:pt x="761" y="226"/>
                  </a:cubicBezTo>
                  <a:cubicBezTo>
                    <a:pt x="765" y="261"/>
                    <a:pt x="777" y="301"/>
                    <a:pt x="793" y="336"/>
                  </a:cubicBezTo>
                  <a:cubicBezTo>
                    <a:pt x="820" y="395"/>
                    <a:pt x="856" y="450"/>
                    <a:pt x="891" y="505"/>
                  </a:cubicBezTo>
                  <a:cubicBezTo>
                    <a:pt x="927" y="561"/>
                    <a:pt x="962" y="612"/>
                    <a:pt x="986" y="652"/>
                  </a:cubicBezTo>
                  <a:cubicBezTo>
                    <a:pt x="994" y="667"/>
                    <a:pt x="1014" y="699"/>
                    <a:pt x="1038" y="742"/>
                  </a:cubicBezTo>
                  <a:cubicBezTo>
                    <a:pt x="1073" y="805"/>
                    <a:pt x="1124" y="888"/>
                    <a:pt x="1171" y="959"/>
                  </a:cubicBezTo>
                  <a:cubicBezTo>
                    <a:pt x="1195" y="994"/>
                    <a:pt x="1218" y="1026"/>
                    <a:pt x="1238" y="1045"/>
                  </a:cubicBezTo>
                  <a:cubicBezTo>
                    <a:pt x="1240" y="1048"/>
                    <a:pt x="1242" y="1051"/>
                    <a:pt x="1244" y="1053"/>
                  </a:cubicBezTo>
                  <a:lnTo>
                    <a:pt x="1244" y="1053"/>
                  </a:lnTo>
                  <a:cubicBezTo>
                    <a:pt x="1222" y="1058"/>
                    <a:pt x="1201" y="1063"/>
                    <a:pt x="1181" y="1071"/>
                  </a:cubicBezTo>
                  <a:lnTo>
                    <a:pt x="1181" y="1071"/>
                  </a:lnTo>
                  <a:cubicBezTo>
                    <a:pt x="1179" y="1069"/>
                    <a:pt x="1176" y="1067"/>
                    <a:pt x="1171" y="1065"/>
                  </a:cubicBezTo>
                  <a:cubicBezTo>
                    <a:pt x="1164" y="1058"/>
                    <a:pt x="1151" y="1042"/>
                    <a:pt x="1136" y="1022"/>
                  </a:cubicBezTo>
                  <a:cubicBezTo>
                    <a:pt x="1085" y="955"/>
                    <a:pt x="1014" y="836"/>
                    <a:pt x="947" y="730"/>
                  </a:cubicBezTo>
                  <a:cubicBezTo>
                    <a:pt x="883" y="623"/>
                    <a:pt x="829" y="529"/>
                    <a:pt x="816" y="505"/>
                  </a:cubicBezTo>
                  <a:cubicBezTo>
                    <a:pt x="758" y="403"/>
                    <a:pt x="690" y="301"/>
                    <a:pt x="651" y="194"/>
                  </a:cubicBezTo>
                  <a:cubicBezTo>
                    <a:pt x="635" y="162"/>
                    <a:pt x="623" y="123"/>
                    <a:pt x="603" y="92"/>
                  </a:cubicBezTo>
                  <a:cubicBezTo>
                    <a:pt x="580" y="56"/>
                    <a:pt x="552" y="28"/>
                    <a:pt x="509" y="13"/>
                  </a:cubicBezTo>
                  <a:cubicBezTo>
                    <a:pt x="493" y="4"/>
                    <a:pt x="474" y="1"/>
                    <a:pt x="458"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217" name="Google Shape;2217;p48"/>
          <p:cNvSpPr txBox="1"/>
          <p:nvPr/>
        </p:nvSpPr>
        <p:spPr>
          <a:xfrm>
            <a:off x="2524425" y="9677250"/>
            <a:ext cx="5238300" cy="3324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sz="1700">
                <a:solidFill>
                  <a:schemeClr val="dk1"/>
                </a:solidFill>
                <a:latin typeface="Grandstander"/>
                <a:ea typeface="Grandstander"/>
                <a:cs typeface="Grandstander"/>
                <a:sym typeface="Grandstander"/>
              </a:rPr>
              <a:t>This template has been created by </a:t>
            </a:r>
            <a:r>
              <a:rPr b="1" lang="en" sz="1700">
                <a:solidFill>
                  <a:schemeClr val="dk1"/>
                </a:solidFill>
                <a:uFill>
                  <a:noFill/>
                </a:uFill>
                <a:latin typeface="Grandstander"/>
                <a:ea typeface="Grandstander"/>
                <a:cs typeface="Grandstander"/>
                <a:sym typeface="Grandstander"/>
                <a:hlinkClick r:id="rId3">
                  <a:extLst>
                    <a:ext uri="{A12FA001-AC4F-418D-AE19-62706E023703}">
                      <ahyp:hlinkClr val="tx"/>
                    </a:ext>
                  </a:extLst>
                </a:hlinkClick>
              </a:rPr>
              <a:t>Slidesgo</a:t>
            </a:r>
            <a:endParaRPr sz="1700">
              <a:solidFill>
                <a:schemeClr val="dk1"/>
              </a:solidFill>
              <a:latin typeface="Grandstander"/>
              <a:ea typeface="Grandstander"/>
              <a:cs typeface="Grandstander"/>
              <a:sym typeface="Grandstander"/>
            </a:endParaRPr>
          </a:p>
        </p:txBody>
      </p:sp>
      <p:grpSp>
        <p:nvGrpSpPr>
          <p:cNvPr id="2218" name="Google Shape;2218;p48"/>
          <p:cNvGrpSpPr/>
          <p:nvPr/>
        </p:nvGrpSpPr>
        <p:grpSpPr>
          <a:xfrm>
            <a:off x="6713914" y="3139380"/>
            <a:ext cx="2563220" cy="2386649"/>
            <a:chOff x="-1538849" y="5276824"/>
            <a:chExt cx="1138501" cy="1060073"/>
          </a:xfrm>
        </p:grpSpPr>
        <p:sp>
          <p:nvSpPr>
            <p:cNvPr id="2219" name="Google Shape;2219;p48"/>
            <p:cNvSpPr/>
            <p:nvPr/>
          </p:nvSpPr>
          <p:spPr>
            <a:xfrm>
              <a:off x="-1453388" y="5309018"/>
              <a:ext cx="1053040" cy="1027879"/>
            </a:xfrm>
            <a:custGeom>
              <a:rect b="b" l="l" r="r" t="t"/>
              <a:pathLst>
                <a:path extrusionOk="0" h="1756" w="1799">
                  <a:moveTo>
                    <a:pt x="899" y="1"/>
                  </a:moveTo>
                  <a:cubicBezTo>
                    <a:pt x="403" y="1"/>
                    <a:pt x="0" y="395"/>
                    <a:pt x="0" y="880"/>
                  </a:cubicBezTo>
                  <a:cubicBezTo>
                    <a:pt x="0" y="1365"/>
                    <a:pt x="403" y="1755"/>
                    <a:pt x="899" y="1755"/>
                  </a:cubicBezTo>
                  <a:cubicBezTo>
                    <a:pt x="1396" y="1755"/>
                    <a:pt x="1799" y="1365"/>
                    <a:pt x="1799" y="880"/>
                  </a:cubicBezTo>
                  <a:cubicBezTo>
                    <a:pt x="1799" y="395"/>
                    <a:pt x="1396" y="1"/>
                    <a:pt x="899" y="1"/>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0" name="Google Shape;2220;p48"/>
            <p:cNvSpPr/>
            <p:nvPr/>
          </p:nvSpPr>
          <p:spPr>
            <a:xfrm>
              <a:off x="-1538849" y="5276824"/>
              <a:ext cx="1053040" cy="1027879"/>
            </a:xfrm>
            <a:custGeom>
              <a:rect b="b" l="l" r="r" t="t"/>
              <a:pathLst>
                <a:path extrusionOk="0" h="1756" w="1799">
                  <a:moveTo>
                    <a:pt x="900" y="1"/>
                  </a:moveTo>
                  <a:cubicBezTo>
                    <a:pt x="403" y="1"/>
                    <a:pt x="1" y="391"/>
                    <a:pt x="1" y="876"/>
                  </a:cubicBezTo>
                  <a:cubicBezTo>
                    <a:pt x="1" y="1361"/>
                    <a:pt x="403" y="1755"/>
                    <a:pt x="900" y="1755"/>
                  </a:cubicBezTo>
                  <a:cubicBezTo>
                    <a:pt x="1397" y="1755"/>
                    <a:pt x="1799" y="1361"/>
                    <a:pt x="1799" y="876"/>
                  </a:cubicBezTo>
                  <a:cubicBezTo>
                    <a:pt x="1799" y="391"/>
                    <a:pt x="1397" y="1"/>
                    <a:pt x="900" y="1"/>
                  </a:cubicBezTo>
                  <a:close/>
                </a:path>
              </a:pathLst>
            </a:custGeom>
            <a:solidFill>
              <a:schemeClr val="accent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221" name="Google Shape;2221;p48"/>
          <p:cNvSpPr txBox="1"/>
          <p:nvPr>
            <p:ph idx="4294967295" type="title"/>
          </p:nvPr>
        </p:nvSpPr>
        <p:spPr>
          <a:xfrm>
            <a:off x="6583897" y="3258246"/>
            <a:ext cx="2563200" cy="1832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3300"/>
              <a:t>07</a:t>
            </a:r>
            <a:endParaRPr sz="13300"/>
          </a:p>
        </p:txBody>
      </p:sp>
      <p:sp>
        <p:nvSpPr>
          <p:cNvPr id="2222" name="Google Shape;2222;p48"/>
          <p:cNvSpPr txBox="1"/>
          <p:nvPr/>
        </p:nvSpPr>
        <p:spPr>
          <a:xfrm>
            <a:off x="10397625" y="82950"/>
            <a:ext cx="3484200" cy="3166200"/>
          </a:xfrm>
          <a:prstGeom prst="rect">
            <a:avLst/>
          </a:prstGeom>
          <a:solidFill>
            <a:srgbClr val="00C5FF">
              <a:alpha val="51270"/>
            </a:srgbClr>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Grandstander"/>
                <a:ea typeface="Grandstander"/>
                <a:cs typeface="Grandstander"/>
                <a:sym typeface="Grandstander"/>
              </a:rPr>
              <a:t>Instructions</a:t>
            </a:r>
            <a:endParaRPr>
              <a:latin typeface="Grandstander"/>
              <a:ea typeface="Grandstander"/>
              <a:cs typeface="Grandstander"/>
              <a:sym typeface="Grandstander"/>
            </a:endParaRPr>
          </a:p>
          <a:p>
            <a:pPr indent="0" lvl="0" marL="0" rtl="0" algn="l">
              <a:spcBef>
                <a:spcPts val="0"/>
              </a:spcBef>
              <a:spcAft>
                <a:spcPts val="0"/>
              </a:spcAft>
              <a:buNone/>
            </a:pPr>
            <a:r>
              <a:t/>
            </a:r>
            <a:endParaRPr>
              <a:latin typeface="Grandstander"/>
              <a:ea typeface="Grandstander"/>
              <a:cs typeface="Grandstander"/>
              <a:sym typeface="Grandstander"/>
            </a:endParaRPr>
          </a:p>
          <a:p>
            <a:pPr indent="-317500" lvl="0" marL="457200" rtl="0" algn="l">
              <a:spcBef>
                <a:spcPts val="0"/>
              </a:spcBef>
              <a:spcAft>
                <a:spcPts val="0"/>
              </a:spcAft>
              <a:buSzPts val="1400"/>
              <a:buFont typeface="Grandstander"/>
              <a:buChar char="●"/>
            </a:pPr>
            <a:r>
              <a:rPr lang="en">
                <a:latin typeface="Grandstander"/>
                <a:ea typeface="Grandstander"/>
                <a:cs typeface="Grandstander"/>
                <a:sym typeface="Grandstander"/>
              </a:rPr>
              <a:t>Replace the central image with a picture representative of yourself</a:t>
            </a:r>
            <a:endParaRPr>
              <a:latin typeface="Grandstander"/>
              <a:ea typeface="Grandstander"/>
              <a:cs typeface="Grandstander"/>
              <a:sym typeface="Grandstander"/>
            </a:endParaRPr>
          </a:p>
          <a:p>
            <a:pPr indent="-317500" lvl="0" marL="457200" rtl="0" algn="l">
              <a:spcBef>
                <a:spcPts val="0"/>
              </a:spcBef>
              <a:spcAft>
                <a:spcPts val="0"/>
              </a:spcAft>
              <a:buSzPts val="1400"/>
              <a:buFont typeface="Grandstander"/>
              <a:buChar char="●"/>
            </a:pPr>
            <a:r>
              <a:rPr lang="en">
                <a:latin typeface="Grandstander"/>
                <a:ea typeface="Grandstander"/>
                <a:cs typeface="Grandstander"/>
                <a:sym typeface="Grandstander"/>
              </a:rPr>
              <a:t>Optionally, replace the other images as well</a:t>
            </a:r>
            <a:endParaRPr>
              <a:latin typeface="Grandstander"/>
              <a:ea typeface="Grandstander"/>
              <a:cs typeface="Grandstander"/>
              <a:sym typeface="Grandstande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6" name="Shape 2226"/>
        <p:cNvGrpSpPr/>
        <p:nvPr/>
      </p:nvGrpSpPr>
      <p:grpSpPr>
        <a:xfrm>
          <a:off x="0" y="0"/>
          <a:ext cx="0" cy="0"/>
          <a:chOff x="0" y="0"/>
          <a:chExt cx="0" cy="0"/>
        </a:xfrm>
      </p:grpSpPr>
      <p:grpSp>
        <p:nvGrpSpPr>
          <p:cNvPr id="2227" name="Google Shape;2227;p49"/>
          <p:cNvGrpSpPr/>
          <p:nvPr/>
        </p:nvGrpSpPr>
        <p:grpSpPr>
          <a:xfrm>
            <a:off x="4574370" y="6884751"/>
            <a:ext cx="1213983" cy="1130356"/>
            <a:chOff x="-1538849" y="5276824"/>
            <a:chExt cx="1138501" cy="1060073"/>
          </a:xfrm>
        </p:grpSpPr>
        <p:sp>
          <p:nvSpPr>
            <p:cNvPr id="2228" name="Google Shape;2228;p49"/>
            <p:cNvSpPr/>
            <p:nvPr/>
          </p:nvSpPr>
          <p:spPr>
            <a:xfrm>
              <a:off x="-1453388" y="5309018"/>
              <a:ext cx="1053040" cy="1027879"/>
            </a:xfrm>
            <a:custGeom>
              <a:rect b="b" l="l" r="r" t="t"/>
              <a:pathLst>
                <a:path extrusionOk="0" h="1756" w="1799">
                  <a:moveTo>
                    <a:pt x="899" y="1"/>
                  </a:moveTo>
                  <a:cubicBezTo>
                    <a:pt x="403" y="1"/>
                    <a:pt x="0" y="395"/>
                    <a:pt x="0" y="880"/>
                  </a:cubicBezTo>
                  <a:cubicBezTo>
                    <a:pt x="0" y="1365"/>
                    <a:pt x="403" y="1755"/>
                    <a:pt x="899" y="1755"/>
                  </a:cubicBezTo>
                  <a:cubicBezTo>
                    <a:pt x="1396" y="1755"/>
                    <a:pt x="1799" y="1365"/>
                    <a:pt x="1799" y="880"/>
                  </a:cubicBezTo>
                  <a:cubicBezTo>
                    <a:pt x="1799" y="395"/>
                    <a:pt x="1396" y="1"/>
                    <a:pt x="899" y="1"/>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9" name="Google Shape;2229;p49"/>
            <p:cNvSpPr/>
            <p:nvPr/>
          </p:nvSpPr>
          <p:spPr>
            <a:xfrm>
              <a:off x="-1538849" y="5276824"/>
              <a:ext cx="1053040" cy="1027879"/>
            </a:xfrm>
            <a:custGeom>
              <a:rect b="b" l="l" r="r" t="t"/>
              <a:pathLst>
                <a:path extrusionOk="0" h="1756" w="1799">
                  <a:moveTo>
                    <a:pt x="900" y="1"/>
                  </a:moveTo>
                  <a:cubicBezTo>
                    <a:pt x="403" y="1"/>
                    <a:pt x="1" y="391"/>
                    <a:pt x="1" y="876"/>
                  </a:cubicBezTo>
                  <a:cubicBezTo>
                    <a:pt x="1" y="1361"/>
                    <a:pt x="403" y="1755"/>
                    <a:pt x="900" y="1755"/>
                  </a:cubicBezTo>
                  <a:cubicBezTo>
                    <a:pt x="1397" y="1755"/>
                    <a:pt x="1799" y="1361"/>
                    <a:pt x="1799" y="876"/>
                  </a:cubicBezTo>
                  <a:cubicBezTo>
                    <a:pt x="1799" y="391"/>
                    <a:pt x="1397" y="1"/>
                    <a:pt x="900" y="1"/>
                  </a:cubicBezTo>
                  <a:close/>
                </a:path>
              </a:pathLst>
            </a:custGeom>
            <a:solidFill>
              <a:schemeClr val="accent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30" name="Google Shape;2230;p49"/>
          <p:cNvGrpSpPr/>
          <p:nvPr/>
        </p:nvGrpSpPr>
        <p:grpSpPr>
          <a:xfrm>
            <a:off x="4574445" y="2139761"/>
            <a:ext cx="1213983" cy="1130356"/>
            <a:chOff x="-1538849" y="5276824"/>
            <a:chExt cx="1138501" cy="1060073"/>
          </a:xfrm>
        </p:grpSpPr>
        <p:sp>
          <p:nvSpPr>
            <p:cNvPr id="2231" name="Google Shape;2231;p49"/>
            <p:cNvSpPr/>
            <p:nvPr/>
          </p:nvSpPr>
          <p:spPr>
            <a:xfrm>
              <a:off x="-1453388" y="5309018"/>
              <a:ext cx="1053040" cy="1027879"/>
            </a:xfrm>
            <a:custGeom>
              <a:rect b="b" l="l" r="r" t="t"/>
              <a:pathLst>
                <a:path extrusionOk="0" h="1756" w="1799">
                  <a:moveTo>
                    <a:pt x="899" y="1"/>
                  </a:moveTo>
                  <a:cubicBezTo>
                    <a:pt x="403" y="1"/>
                    <a:pt x="0" y="395"/>
                    <a:pt x="0" y="880"/>
                  </a:cubicBezTo>
                  <a:cubicBezTo>
                    <a:pt x="0" y="1365"/>
                    <a:pt x="403" y="1755"/>
                    <a:pt x="899" y="1755"/>
                  </a:cubicBezTo>
                  <a:cubicBezTo>
                    <a:pt x="1396" y="1755"/>
                    <a:pt x="1799" y="1365"/>
                    <a:pt x="1799" y="880"/>
                  </a:cubicBezTo>
                  <a:cubicBezTo>
                    <a:pt x="1799" y="395"/>
                    <a:pt x="1396" y="1"/>
                    <a:pt x="899" y="1"/>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2" name="Google Shape;2232;p49"/>
            <p:cNvSpPr/>
            <p:nvPr/>
          </p:nvSpPr>
          <p:spPr>
            <a:xfrm>
              <a:off x="-1538849" y="5276824"/>
              <a:ext cx="1053040" cy="1027879"/>
            </a:xfrm>
            <a:custGeom>
              <a:rect b="b" l="l" r="r" t="t"/>
              <a:pathLst>
                <a:path extrusionOk="0" h="1756" w="1799">
                  <a:moveTo>
                    <a:pt x="900" y="1"/>
                  </a:moveTo>
                  <a:cubicBezTo>
                    <a:pt x="403" y="1"/>
                    <a:pt x="1" y="391"/>
                    <a:pt x="1" y="876"/>
                  </a:cubicBezTo>
                  <a:cubicBezTo>
                    <a:pt x="1" y="1361"/>
                    <a:pt x="403" y="1755"/>
                    <a:pt x="900" y="1755"/>
                  </a:cubicBezTo>
                  <a:cubicBezTo>
                    <a:pt x="1397" y="1755"/>
                    <a:pt x="1799" y="1361"/>
                    <a:pt x="1799" y="876"/>
                  </a:cubicBezTo>
                  <a:cubicBezTo>
                    <a:pt x="1799" y="391"/>
                    <a:pt x="1397" y="1"/>
                    <a:pt x="900" y="1"/>
                  </a:cubicBezTo>
                  <a:close/>
                </a:path>
              </a:pathLst>
            </a:custGeom>
            <a:solidFill>
              <a:schemeClr val="accent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4600">
                  <a:solidFill>
                    <a:schemeClr val="dk1"/>
                  </a:solidFill>
                  <a:latin typeface="Ranchers"/>
                  <a:ea typeface="Ranchers"/>
                  <a:cs typeface="Ranchers"/>
                  <a:sym typeface="Ranchers"/>
                </a:rPr>
                <a:t>#1</a:t>
              </a:r>
              <a:endParaRPr/>
            </a:p>
          </p:txBody>
        </p:sp>
      </p:grpSp>
      <p:grpSp>
        <p:nvGrpSpPr>
          <p:cNvPr id="2233" name="Google Shape;2233;p49"/>
          <p:cNvGrpSpPr/>
          <p:nvPr/>
        </p:nvGrpSpPr>
        <p:grpSpPr>
          <a:xfrm>
            <a:off x="4574307" y="4512761"/>
            <a:ext cx="1213983" cy="1130356"/>
            <a:chOff x="-1538849" y="5276824"/>
            <a:chExt cx="1138501" cy="1060073"/>
          </a:xfrm>
        </p:grpSpPr>
        <p:sp>
          <p:nvSpPr>
            <p:cNvPr id="2234" name="Google Shape;2234;p49"/>
            <p:cNvSpPr/>
            <p:nvPr/>
          </p:nvSpPr>
          <p:spPr>
            <a:xfrm>
              <a:off x="-1453388" y="5309018"/>
              <a:ext cx="1053040" cy="1027879"/>
            </a:xfrm>
            <a:custGeom>
              <a:rect b="b" l="l" r="r" t="t"/>
              <a:pathLst>
                <a:path extrusionOk="0" h="1756" w="1799">
                  <a:moveTo>
                    <a:pt x="899" y="1"/>
                  </a:moveTo>
                  <a:cubicBezTo>
                    <a:pt x="403" y="1"/>
                    <a:pt x="0" y="395"/>
                    <a:pt x="0" y="880"/>
                  </a:cubicBezTo>
                  <a:cubicBezTo>
                    <a:pt x="0" y="1365"/>
                    <a:pt x="403" y="1755"/>
                    <a:pt x="899" y="1755"/>
                  </a:cubicBezTo>
                  <a:cubicBezTo>
                    <a:pt x="1396" y="1755"/>
                    <a:pt x="1799" y="1365"/>
                    <a:pt x="1799" y="880"/>
                  </a:cubicBezTo>
                  <a:cubicBezTo>
                    <a:pt x="1799" y="395"/>
                    <a:pt x="1396" y="1"/>
                    <a:pt x="899" y="1"/>
                  </a:cubicBezTo>
                  <a:close/>
                </a:path>
              </a:pathLst>
            </a:custGeom>
            <a:solidFill>
              <a:schemeClr val="accen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5" name="Google Shape;2235;p49"/>
            <p:cNvSpPr/>
            <p:nvPr/>
          </p:nvSpPr>
          <p:spPr>
            <a:xfrm>
              <a:off x="-1538849" y="5276824"/>
              <a:ext cx="1053040" cy="1027879"/>
            </a:xfrm>
            <a:custGeom>
              <a:rect b="b" l="l" r="r" t="t"/>
              <a:pathLst>
                <a:path extrusionOk="0" h="1756" w="1799">
                  <a:moveTo>
                    <a:pt x="900" y="1"/>
                  </a:moveTo>
                  <a:cubicBezTo>
                    <a:pt x="403" y="1"/>
                    <a:pt x="1" y="391"/>
                    <a:pt x="1" y="876"/>
                  </a:cubicBezTo>
                  <a:cubicBezTo>
                    <a:pt x="1" y="1361"/>
                    <a:pt x="403" y="1755"/>
                    <a:pt x="900" y="1755"/>
                  </a:cubicBezTo>
                  <a:cubicBezTo>
                    <a:pt x="1397" y="1755"/>
                    <a:pt x="1799" y="1361"/>
                    <a:pt x="1799" y="876"/>
                  </a:cubicBezTo>
                  <a:cubicBezTo>
                    <a:pt x="1799" y="391"/>
                    <a:pt x="1397" y="1"/>
                    <a:pt x="900" y="1"/>
                  </a:cubicBezTo>
                  <a:close/>
                </a:path>
              </a:pathLst>
            </a:cu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236" name="Google Shape;2236;p49"/>
          <p:cNvSpPr txBox="1"/>
          <p:nvPr>
            <p:ph type="title"/>
          </p:nvPr>
        </p:nvSpPr>
        <p:spPr>
          <a:xfrm>
            <a:off x="914400" y="888750"/>
            <a:ext cx="8458200" cy="956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Lessons Learned</a:t>
            </a:r>
            <a:endParaRPr/>
          </a:p>
        </p:txBody>
      </p:sp>
      <p:sp>
        <p:nvSpPr>
          <p:cNvPr id="2237" name="Google Shape;2237;p49"/>
          <p:cNvSpPr txBox="1"/>
          <p:nvPr>
            <p:ph idx="4294967295" type="subTitle"/>
          </p:nvPr>
        </p:nvSpPr>
        <p:spPr>
          <a:xfrm>
            <a:off x="4506075" y="7058039"/>
            <a:ext cx="1274700" cy="859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4600">
                <a:latin typeface="Ranchers"/>
                <a:ea typeface="Ranchers"/>
                <a:cs typeface="Ranchers"/>
                <a:sym typeface="Ranchers"/>
              </a:rPr>
              <a:t>#3</a:t>
            </a:r>
            <a:endParaRPr/>
          </a:p>
        </p:txBody>
      </p:sp>
      <p:sp>
        <p:nvSpPr>
          <p:cNvPr id="2238" name="Google Shape;2238;p49"/>
          <p:cNvSpPr txBox="1"/>
          <p:nvPr>
            <p:ph idx="4294967295" type="subTitle"/>
          </p:nvPr>
        </p:nvSpPr>
        <p:spPr>
          <a:xfrm>
            <a:off x="4536438" y="4686050"/>
            <a:ext cx="1214100" cy="859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4600">
                <a:latin typeface="Ranchers"/>
                <a:ea typeface="Ranchers"/>
                <a:cs typeface="Ranchers"/>
                <a:sym typeface="Ranchers"/>
              </a:rPr>
              <a:t>#2</a:t>
            </a:r>
            <a:endParaRPr/>
          </a:p>
        </p:txBody>
      </p:sp>
      <p:sp>
        <p:nvSpPr>
          <p:cNvPr id="2239" name="Google Shape;2239;p49"/>
          <p:cNvSpPr/>
          <p:nvPr/>
        </p:nvSpPr>
        <p:spPr>
          <a:xfrm rot="10800000">
            <a:off x="2440811" y="2506348"/>
            <a:ext cx="233400" cy="233400"/>
          </a:xfrm>
          <a:prstGeom prst="ellipse">
            <a:avLst/>
          </a:pr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0" name="Google Shape;2240;p49"/>
          <p:cNvSpPr/>
          <p:nvPr/>
        </p:nvSpPr>
        <p:spPr>
          <a:xfrm rot="10800000">
            <a:off x="7762736" y="7371111"/>
            <a:ext cx="233400" cy="233400"/>
          </a:xfrm>
          <a:prstGeom prst="ellipse">
            <a:avLst/>
          </a:pr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241" name="Google Shape;2241;p49"/>
          <p:cNvGrpSpPr/>
          <p:nvPr/>
        </p:nvGrpSpPr>
        <p:grpSpPr>
          <a:xfrm rot="-5040773">
            <a:off x="6254347" y="4332730"/>
            <a:ext cx="1490428" cy="1490428"/>
            <a:chOff x="4297845" y="2656673"/>
            <a:chExt cx="1490496" cy="1490496"/>
          </a:xfrm>
        </p:grpSpPr>
        <p:sp>
          <p:nvSpPr>
            <p:cNvPr id="2242" name="Google Shape;2242;p49"/>
            <p:cNvSpPr/>
            <p:nvPr/>
          </p:nvSpPr>
          <p:spPr>
            <a:xfrm rot="-2700000">
              <a:off x="4784333" y="2606741"/>
              <a:ext cx="517520" cy="1590360"/>
            </a:xfrm>
            <a:custGeom>
              <a:rect b="b" l="l" r="r" t="t"/>
              <a:pathLst>
                <a:path extrusionOk="0" h="63615" w="20701">
                  <a:moveTo>
                    <a:pt x="20701" y="0"/>
                  </a:moveTo>
                  <a:cubicBezTo>
                    <a:pt x="12419" y="20704"/>
                    <a:pt x="5408" y="41981"/>
                    <a:pt x="0" y="63615"/>
                  </a:cubicBezTo>
                </a:path>
              </a:pathLst>
            </a:custGeom>
            <a:noFill/>
            <a:ln cap="flat" cmpd="sng" w="28575">
              <a:solidFill>
                <a:schemeClr val="dk1"/>
              </a:solidFill>
              <a:prstDash val="solid"/>
              <a:round/>
              <a:headEnd len="med" w="med" type="none"/>
              <a:tailEnd len="med" w="med" type="none"/>
            </a:ln>
          </p:spPr>
        </p:sp>
        <p:sp>
          <p:nvSpPr>
            <p:cNvPr id="2243" name="Google Shape;2243;p49"/>
            <p:cNvSpPr/>
            <p:nvPr/>
          </p:nvSpPr>
          <p:spPr>
            <a:xfrm rot="-2700000">
              <a:off x="5137398" y="3110348"/>
              <a:ext cx="239798" cy="833042"/>
            </a:xfrm>
            <a:custGeom>
              <a:rect b="b" l="l" r="r" t="t"/>
              <a:pathLst>
                <a:path extrusionOk="0" h="33322" w="9592">
                  <a:moveTo>
                    <a:pt x="9592" y="0"/>
                  </a:moveTo>
                  <a:cubicBezTo>
                    <a:pt x="6193" y="11047"/>
                    <a:pt x="1897" y="21920"/>
                    <a:pt x="0" y="33322"/>
                  </a:cubicBezTo>
                </a:path>
              </a:pathLst>
            </a:custGeom>
            <a:noFill/>
            <a:ln cap="flat" cmpd="sng" w="28575">
              <a:solidFill>
                <a:schemeClr val="dk1"/>
              </a:solidFill>
              <a:prstDash val="solid"/>
              <a:round/>
              <a:headEnd len="med" w="med" type="none"/>
              <a:tailEnd len="med" w="med" type="none"/>
            </a:ln>
          </p:spPr>
        </p:sp>
      </p:grpSp>
      <p:sp>
        <p:nvSpPr>
          <p:cNvPr id="2244" name="Google Shape;2244;p49"/>
          <p:cNvSpPr/>
          <p:nvPr/>
        </p:nvSpPr>
        <p:spPr>
          <a:xfrm rot="10800000">
            <a:off x="3948536" y="4615373"/>
            <a:ext cx="233400" cy="233400"/>
          </a:xfrm>
          <a:prstGeom prst="ellipse">
            <a:avLst/>
          </a:pr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5" name="Google Shape;2245;p49"/>
          <p:cNvSpPr txBox="1"/>
          <p:nvPr/>
        </p:nvSpPr>
        <p:spPr>
          <a:xfrm>
            <a:off x="2524425" y="9677250"/>
            <a:ext cx="5238300" cy="332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sz="1700">
                <a:solidFill>
                  <a:schemeClr val="dk1"/>
                </a:solidFill>
                <a:latin typeface="Grandstander"/>
                <a:ea typeface="Grandstander"/>
                <a:cs typeface="Grandstander"/>
                <a:sym typeface="Grandstander"/>
              </a:rPr>
              <a:t>This template has been created by </a:t>
            </a:r>
            <a:r>
              <a:rPr b="1" lang="en" sz="1700">
                <a:solidFill>
                  <a:schemeClr val="dk1"/>
                </a:solidFill>
                <a:uFill>
                  <a:noFill/>
                </a:uFill>
                <a:latin typeface="Grandstander"/>
                <a:ea typeface="Grandstander"/>
                <a:cs typeface="Grandstander"/>
                <a:sym typeface="Grandstander"/>
                <a:hlinkClick r:id="rId3">
                  <a:extLst>
                    <a:ext uri="{A12FA001-AC4F-418D-AE19-62706E023703}">
                      <ahyp:hlinkClr val="tx"/>
                    </a:ext>
                  </a:extLst>
                </a:hlinkClick>
              </a:rPr>
              <a:t>Slidesgo</a:t>
            </a:r>
            <a:endParaRPr sz="1700">
              <a:solidFill>
                <a:schemeClr val="dk1"/>
              </a:solidFill>
              <a:latin typeface="Grandstander"/>
              <a:ea typeface="Grandstander"/>
              <a:cs typeface="Grandstander"/>
              <a:sym typeface="Grandstander"/>
            </a:endParaRPr>
          </a:p>
        </p:txBody>
      </p:sp>
      <p:sp>
        <p:nvSpPr>
          <p:cNvPr id="2246" name="Google Shape;2246;p49"/>
          <p:cNvSpPr txBox="1"/>
          <p:nvPr>
            <p:ph idx="1" type="subTitle"/>
          </p:nvPr>
        </p:nvSpPr>
        <p:spPr>
          <a:xfrm>
            <a:off x="1804761" y="3400950"/>
            <a:ext cx="6677700" cy="81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Insert text</a:t>
            </a:r>
            <a:endParaRPr/>
          </a:p>
        </p:txBody>
      </p:sp>
      <p:sp>
        <p:nvSpPr>
          <p:cNvPr id="2247" name="Google Shape;2247;p49"/>
          <p:cNvSpPr txBox="1"/>
          <p:nvPr>
            <p:ph idx="2" type="subTitle"/>
          </p:nvPr>
        </p:nvSpPr>
        <p:spPr>
          <a:xfrm>
            <a:off x="1804618" y="8146373"/>
            <a:ext cx="6677700" cy="81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Insert text</a:t>
            </a:r>
            <a:endParaRPr/>
          </a:p>
        </p:txBody>
      </p:sp>
      <p:sp>
        <p:nvSpPr>
          <p:cNvPr id="2248" name="Google Shape;2248;p49"/>
          <p:cNvSpPr txBox="1"/>
          <p:nvPr>
            <p:ph idx="3" type="subTitle"/>
          </p:nvPr>
        </p:nvSpPr>
        <p:spPr>
          <a:xfrm>
            <a:off x="1804475" y="5774110"/>
            <a:ext cx="6677700" cy="81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Insert text</a:t>
            </a:r>
            <a:endParaRPr/>
          </a:p>
        </p:txBody>
      </p:sp>
      <p:sp>
        <p:nvSpPr>
          <p:cNvPr id="2249" name="Google Shape;2249;p49"/>
          <p:cNvSpPr txBox="1"/>
          <p:nvPr/>
        </p:nvSpPr>
        <p:spPr>
          <a:xfrm>
            <a:off x="10342325" y="2060150"/>
            <a:ext cx="3484200" cy="4120500"/>
          </a:xfrm>
          <a:prstGeom prst="rect">
            <a:avLst/>
          </a:prstGeom>
          <a:solidFill>
            <a:srgbClr val="00C5FF">
              <a:alpha val="51270"/>
            </a:srgbClr>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Grandstander"/>
                <a:ea typeface="Grandstander"/>
                <a:cs typeface="Grandstander"/>
                <a:sym typeface="Grandstander"/>
              </a:rPr>
              <a:t>Instructions</a:t>
            </a:r>
            <a:endParaRPr>
              <a:latin typeface="Grandstander"/>
              <a:ea typeface="Grandstander"/>
              <a:cs typeface="Grandstander"/>
              <a:sym typeface="Grandstander"/>
            </a:endParaRPr>
          </a:p>
          <a:p>
            <a:pPr indent="0" lvl="0" marL="0" rtl="0" algn="l">
              <a:spcBef>
                <a:spcPts val="0"/>
              </a:spcBef>
              <a:spcAft>
                <a:spcPts val="0"/>
              </a:spcAft>
              <a:buNone/>
            </a:pPr>
            <a:r>
              <a:t/>
            </a:r>
            <a:endParaRPr>
              <a:latin typeface="Grandstander"/>
              <a:ea typeface="Grandstander"/>
              <a:cs typeface="Grandstander"/>
              <a:sym typeface="Grandstander"/>
            </a:endParaRPr>
          </a:p>
          <a:p>
            <a:pPr indent="-317500" lvl="0" marL="457200" rtl="0" algn="l">
              <a:spcBef>
                <a:spcPts val="0"/>
              </a:spcBef>
              <a:spcAft>
                <a:spcPts val="0"/>
              </a:spcAft>
              <a:buSzPts val="1400"/>
              <a:buFont typeface="Grandstander"/>
              <a:buChar char="●"/>
            </a:pPr>
            <a:r>
              <a:rPr lang="en">
                <a:latin typeface="Grandstander"/>
                <a:ea typeface="Grandstander"/>
                <a:cs typeface="Grandstander"/>
                <a:sym typeface="Grandstander"/>
              </a:rPr>
              <a:t>List some of the lessons you learned as a result of the event</a:t>
            </a:r>
            <a:endParaRPr>
              <a:latin typeface="Grandstander"/>
              <a:ea typeface="Grandstander"/>
              <a:cs typeface="Grandstander"/>
              <a:sym typeface="Grandstander"/>
            </a:endParaRPr>
          </a:p>
          <a:p>
            <a:pPr indent="-317500" lvl="0" marL="457200" rtl="0" algn="l">
              <a:spcBef>
                <a:spcPts val="0"/>
              </a:spcBef>
              <a:spcAft>
                <a:spcPts val="0"/>
              </a:spcAft>
              <a:buSzPts val="1400"/>
              <a:buFont typeface="Grandstander"/>
              <a:buChar char="●"/>
            </a:pPr>
            <a:r>
              <a:rPr lang="en">
                <a:latin typeface="Grandstander"/>
                <a:ea typeface="Grandstander"/>
                <a:cs typeface="Grandstander"/>
                <a:sym typeface="Grandstander"/>
              </a:rPr>
              <a:t>Optionally, replace the other images</a:t>
            </a:r>
            <a:endParaRPr>
              <a:latin typeface="Grandstander"/>
              <a:ea typeface="Grandstander"/>
              <a:cs typeface="Grandstander"/>
              <a:sym typeface="Grandstande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3" name="Shape 2253"/>
        <p:cNvGrpSpPr/>
        <p:nvPr/>
      </p:nvGrpSpPr>
      <p:grpSpPr>
        <a:xfrm>
          <a:off x="0" y="0"/>
          <a:ext cx="0" cy="0"/>
          <a:chOff x="0" y="0"/>
          <a:chExt cx="0" cy="0"/>
        </a:xfrm>
      </p:grpSpPr>
      <p:grpSp>
        <p:nvGrpSpPr>
          <p:cNvPr id="2254" name="Google Shape;2254;p50"/>
          <p:cNvGrpSpPr/>
          <p:nvPr/>
        </p:nvGrpSpPr>
        <p:grpSpPr>
          <a:xfrm rot="-1346296">
            <a:off x="3382170" y="4725797"/>
            <a:ext cx="985753" cy="1125936"/>
            <a:chOff x="3037659" y="360548"/>
            <a:chExt cx="817224" cy="933441"/>
          </a:xfrm>
        </p:grpSpPr>
        <p:sp>
          <p:nvSpPr>
            <p:cNvPr id="2255" name="Google Shape;2255;p50"/>
            <p:cNvSpPr/>
            <p:nvPr/>
          </p:nvSpPr>
          <p:spPr>
            <a:xfrm>
              <a:off x="3043469" y="553046"/>
              <a:ext cx="811414" cy="731260"/>
            </a:xfrm>
            <a:custGeom>
              <a:rect b="b" l="l" r="r" t="t"/>
              <a:pathLst>
                <a:path extrusionOk="0" h="1888" w="2095">
                  <a:moveTo>
                    <a:pt x="1447" y="0"/>
                  </a:moveTo>
                  <a:cubicBezTo>
                    <a:pt x="1365" y="0"/>
                    <a:pt x="1283" y="25"/>
                    <a:pt x="1203" y="58"/>
                  </a:cubicBezTo>
                  <a:cubicBezTo>
                    <a:pt x="1183" y="67"/>
                    <a:pt x="1050" y="165"/>
                    <a:pt x="970" y="232"/>
                  </a:cubicBezTo>
                  <a:cubicBezTo>
                    <a:pt x="942" y="255"/>
                    <a:pt x="909" y="267"/>
                    <a:pt x="876" y="267"/>
                  </a:cubicBezTo>
                  <a:cubicBezTo>
                    <a:pt x="857" y="267"/>
                    <a:pt x="839" y="263"/>
                    <a:pt x="821" y="256"/>
                  </a:cubicBezTo>
                  <a:cubicBezTo>
                    <a:pt x="729" y="219"/>
                    <a:pt x="632" y="190"/>
                    <a:pt x="534" y="190"/>
                  </a:cubicBezTo>
                  <a:cubicBezTo>
                    <a:pt x="518" y="190"/>
                    <a:pt x="502" y="191"/>
                    <a:pt x="486" y="193"/>
                  </a:cubicBezTo>
                  <a:cubicBezTo>
                    <a:pt x="269" y="213"/>
                    <a:pt x="95" y="398"/>
                    <a:pt x="36" y="602"/>
                  </a:cubicBezTo>
                  <a:cubicBezTo>
                    <a:pt x="9" y="689"/>
                    <a:pt x="0" y="780"/>
                    <a:pt x="4" y="871"/>
                  </a:cubicBezTo>
                  <a:cubicBezTo>
                    <a:pt x="13" y="997"/>
                    <a:pt x="40" y="1119"/>
                    <a:pt x="83" y="1237"/>
                  </a:cubicBezTo>
                  <a:cubicBezTo>
                    <a:pt x="118" y="1332"/>
                    <a:pt x="158" y="1423"/>
                    <a:pt x="217" y="1506"/>
                  </a:cubicBezTo>
                  <a:cubicBezTo>
                    <a:pt x="355" y="1695"/>
                    <a:pt x="577" y="1818"/>
                    <a:pt x="808" y="1865"/>
                  </a:cubicBezTo>
                  <a:cubicBezTo>
                    <a:pt x="885" y="1880"/>
                    <a:pt x="964" y="1888"/>
                    <a:pt x="1043" y="1888"/>
                  </a:cubicBezTo>
                  <a:cubicBezTo>
                    <a:pt x="1356" y="1888"/>
                    <a:pt x="1674" y="1767"/>
                    <a:pt x="1865" y="1510"/>
                  </a:cubicBezTo>
                  <a:cubicBezTo>
                    <a:pt x="2094" y="1199"/>
                    <a:pt x="2094" y="689"/>
                    <a:pt x="1913" y="351"/>
                  </a:cubicBezTo>
                  <a:cubicBezTo>
                    <a:pt x="1846" y="216"/>
                    <a:pt x="1743" y="94"/>
                    <a:pt x="1605" y="35"/>
                  </a:cubicBezTo>
                  <a:cubicBezTo>
                    <a:pt x="1553" y="10"/>
                    <a:pt x="1500" y="0"/>
                    <a:pt x="1447" y="0"/>
                  </a:cubicBez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6" name="Google Shape;2256;p50"/>
            <p:cNvSpPr/>
            <p:nvPr/>
          </p:nvSpPr>
          <p:spPr>
            <a:xfrm>
              <a:off x="3037659" y="544912"/>
              <a:ext cx="806767" cy="749077"/>
            </a:xfrm>
            <a:custGeom>
              <a:rect b="b" l="l" r="r" t="t"/>
              <a:pathLst>
                <a:path extrusionOk="0" h="1934" w="2083">
                  <a:moveTo>
                    <a:pt x="1462" y="44"/>
                  </a:moveTo>
                  <a:cubicBezTo>
                    <a:pt x="1514" y="44"/>
                    <a:pt x="1562" y="52"/>
                    <a:pt x="1613" y="75"/>
                  </a:cubicBezTo>
                  <a:cubicBezTo>
                    <a:pt x="1742" y="135"/>
                    <a:pt x="1841" y="253"/>
                    <a:pt x="1908" y="383"/>
                  </a:cubicBezTo>
                  <a:cubicBezTo>
                    <a:pt x="1991" y="537"/>
                    <a:pt x="2038" y="730"/>
                    <a:pt x="2035" y="923"/>
                  </a:cubicBezTo>
                  <a:cubicBezTo>
                    <a:pt x="2038" y="1140"/>
                    <a:pt x="1979" y="1357"/>
                    <a:pt x="1861" y="1519"/>
                  </a:cubicBezTo>
                  <a:cubicBezTo>
                    <a:pt x="1770" y="1645"/>
                    <a:pt x="1644" y="1735"/>
                    <a:pt x="1506" y="1799"/>
                  </a:cubicBezTo>
                  <a:cubicBezTo>
                    <a:pt x="1368" y="1858"/>
                    <a:pt x="1214" y="1890"/>
                    <a:pt x="1060" y="1890"/>
                  </a:cubicBezTo>
                  <a:cubicBezTo>
                    <a:pt x="981" y="1890"/>
                    <a:pt x="903" y="1882"/>
                    <a:pt x="828" y="1866"/>
                  </a:cubicBezTo>
                  <a:cubicBezTo>
                    <a:pt x="599" y="1819"/>
                    <a:pt x="382" y="1700"/>
                    <a:pt x="248" y="1511"/>
                  </a:cubicBezTo>
                  <a:cubicBezTo>
                    <a:pt x="193" y="1433"/>
                    <a:pt x="153" y="1342"/>
                    <a:pt x="118" y="1251"/>
                  </a:cubicBezTo>
                  <a:cubicBezTo>
                    <a:pt x="79" y="1136"/>
                    <a:pt x="47" y="1014"/>
                    <a:pt x="43" y="892"/>
                  </a:cubicBezTo>
                  <a:lnTo>
                    <a:pt x="43" y="849"/>
                  </a:lnTo>
                  <a:cubicBezTo>
                    <a:pt x="43" y="774"/>
                    <a:pt x="51" y="703"/>
                    <a:pt x="71" y="632"/>
                  </a:cubicBezTo>
                  <a:cubicBezTo>
                    <a:pt x="102" y="529"/>
                    <a:pt x="157" y="439"/>
                    <a:pt x="232" y="363"/>
                  </a:cubicBezTo>
                  <a:cubicBezTo>
                    <a:pt x="308" y="292"/>
                    <a:pt x="398" y="245"/>
                    <a:pt x="501" y="234"/>
                  </a:cubicBezTo>
                  <a:lnTo>
                    <a:pt x="548" y="234"/>
                  </a:lnTo>
                  <a:cubicBezTo>
                    <a:pt x="643" y="234"/>
                    <a:pt x="737" y="261"/>
                    <a:pt x="828" y="297"/>
                  </a:cubicBezTo>
                  <a:cubicBezTo>
                    <a:pt x="847" y="304"/>
                    <a:pt x="867" y="308"/>
                    <a:pt x="891" y="308"/>
                  </a:cubicBezTo>
                  <a:cubicBezTo>
                    <a:pt x="930" y="308"/>
                    <a:pt x="965" y="297"/>
                    <a:pt x="998" y="269"/>
                  </a:cubicBezTo>
                  <a:cubicBezTo>
                    <a:pt x="1036" y="237"/>
                    <a:pt x="1092" y="194"/>
                    <a:pt x="1136" y="163"/>
                  </a:cubicBezTo>
                  <a:cubicBezTo>
                    <a:pt x="1159" y="143"/>
                    <a:pt x="1178" y="131"/>
                    <a:pt x="1194" y="119"/>
                  </a:cubicBezTo>
                  <a:cubicBezTo>
                    <a:pt x="1202" y="111"/>
                    <a:pt x="1210" y="108"/>
                    <a:pt x="1218" y="103"/>
                  </a:cubicBezTo>
                  <a:lnTo>
                    <a:pt x="1222" y="99"/>
                  </a:lnTo>
                  <a:lnTo>
                    <a:pt x="1226" y="99"/>
                  </a:lnTo>
                  <a:cubicBezTo>
                    <a:pt x="1305" y="68"/>
                    <a:pt x="1384" y="44"/>
                    <a:pt x="1462" y="44"/>
                  </a:cubicBezTo>
                  <a:close/>
                  <a:moveTo>
                    <a:pt x="1462" y="1"/>
                  </a:moveTo>
                  <a:cubicBezTo>
                    <a:pt x="1376" y="1"/>
                    <a:pt x="1289" y="24"/>
                    <a:pt x="1210" y="60"/>
                  </a:cubicBezTo>
                  <a:cubicBezTo>
                    <a:pt x="1207" y="60"/>
                    <a:pt x="1207" y="60"/>
                    <a:pt x="1202" y="64"/>
                  </a:cubicBezTo>
                  <a:cubicBezTo>
                    <a:pt x="1194" y="68"/>
                    <a:pt x="1178" y="75"/>
                    <a:pt x="1163" y="88"/>
                  </a:cubicBezTo>
                  <a:cubicBezTo>
                    <a:pt x="1107" y="127"/>
                    <a:pt x="1025" y="186"/>
                    <a:pt x="970" y="237"/>
                  </a:cubicBezTo>
                  <a:cubicBezTo>
                    <a:pt x="946" y="257"/>
                    <a:pt x="918" y="265"/>
                    <a:pt x="891" y="265"/>
                  </a:cubicBezTo>
                  <a:cubicBezTo>
                    <a:pt x="875" y="265"/>
                    <a:pt x="859" y="265"/>
                    <a:pt x="843" y="257"/>
                  </a:cubicBezTo>
                  <a:cubicBezTo>
                    <a:pt x="749" y="217"/>
                    <a:pt x="650" y="190"/>
                    <a:pt x="548" y="190"/>
                  </a:cubicBezTo>
                  <a:lnTo>
                    <a:pt x="497" y="190"/>
                  </a:lnTo>
                  <a:cubicBezTo>
                    <a:pt x="386" y="202"/>
                    <a:pt x="284" y="257"/>
                    <a:pt x="201" y="332"/>
                  </a:cubicBezTo>
                  <a:cubicBezTo>
                    <a:pt x="122" y="410"/>
                    <a:pt x="59" y="510"/>
                    <a:pt x="31" y="620"/>
                  </a:cubicBezTo>
                  <a:cubicBezTo>
                    <a:pt x="8" y="694"/>
                    <a:pt x="0" y="770"/>
                    <a:pt x="0" y="849"/>
                  </a:cubicBezTo>
                  <a:lnTo>
                    <a:pt x="0" y="892"/>
                  </a:lnTo>
                  <a:cubicBezTo>
                    <a:pt x="4" y="1018"/>
                    <a:pt x="35" y="1144"/>
                    <a:pt x="79" y="1267"/>
                  </a:cubicBezTo>
                  <a:cubicBezTo>
                    <a:pt x="110" y="1362"/>
                    <a:pt x="153" y="1451"/>
                    <a:pt x="213" y="1539"/>
                  </a:cubicBezTo>
                  <a:cubicBezTo>
                    <a:pt x="355" y="1735"/>
                    <a:pt x="583" y="1862"/>
                    <a:pt x="820" y="1909"/>
                  </a:cubicBezTo>
                  <a:cubicBezTo>
                    <a:pt x="899" y="1925"/>
                    <a:pt x="978" y="1933"/>
                    <a:pt x="1060" y="1933"/>
                  </a:cubicBezTo>
                  <a:cubicBezTo>
                    <a:pt x="1218" y="1933"/>
                    <a:pt x="1380" y="1901"/>
                    <a:pt x="1526" y="1839"/>
                  </a:cubicBezTo>
                  <a:cubicBezTo>
                    <a:pt x="1668" y="1775"/>
                    <a:pt x="1798" y="1677"/>
                    <a:pt x="1897" y="1542"/>
                  </a:cubicBezTo>
                  <a:cubicBezTo>
                    <a:pt x="2022" y="1373"/>
                    <a:pt x="2082" y="1149"/>
                    <a:pt x="2082" y="923"/>
                  </a:cubicBezTo>
                  <a:cubicBezTo>
                    <a:pt x="2082" y="723"/>
                    <a:pt x="2035" y="525"/>
                    <a:pt x="1948" y="359"/>
                  </a:cubicBezTo>
                  <a:cubicBezTo>
                    <a:pt x="1877" y="226"/>
                    <a:pt x="1774" y="99"/>
                    <a:pt x="1628" y="37"/>
                  </a:cubicBezTo>
                  <a:cubicBezTo>
                    <a:pt x="1573" y="8"/>
                    <a:pt x="1518" y="1"/>
                    <a:pt x="146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7" name="Google Shape;2257;p50"/>
            <p:cNvSpPr/>
            <p:nvPr/>
          </p:nvSpPr>
          <p:spPr>
            <a:xfrm>
              <a:off x="3353317" y="360548"/>
              <a:ext cx="122390" cy="323800"/>
            </a:xfrm>
            <a:custGeom>
              <a:rect b="b" l="l" r="r" t="t"/>
              <a:pathLst>
                <a:path extrusionOk="0" h="836" w="316">
                  <a:moveTo>
                    <a:pt x="246" y="0"/>
                  </a:moveTo>
                  <a:cubicBezTo>
                    <a:pt x="226" y="0"/>
                    <a:pt x="207" y="8"/>
                    <a:pt x="194" y="23"/>
                  </a:cubicBezTo>
                  <a:cubicBezTo>
                    <a:pt x="68" y="165"/>
                    <a:pt x="1" y="351"/>
                    <a:pt x="1" y="540"/>
                  </a:cubicBezTo>
                  <a:cubicBezTo>
                    <a:pt x="1" y="626"/>
                    <a:pt x="17" y="710"/>
                    <a:pt x="44" y="792"/>
                  </a:cubicBezTo>
                  <a:cubicBezTo>
                    <a:pt x="53" y="820"/>
                    <a:pt x="79" y="836"/>
                    <a:pt x="105" y="836"/>
                  </a:cubicBezTo>
                  <a:cubicBezTo>
                    <a:pt x="112" y="836"/>
                    <a:pt x="120" y="834"/>
                    <a:pt x="127" y="832"/>
                  </a:cubicBezTo>
                  <a:cubicBezTo>
                    <a:pt x="163" y="820"/>
                    <a:pt x="179" y="784"/>
                    <a:pt x="166" y="749"/>
                  </a:cubicBezTo>
                  <a:cubicBezTo>
                    <a:pt x="143" y="682"/>
                    <a:pt x="131" y="611"/>
                    <a:pt x="131" y="540"/>
                  </a:cubicBezTo>
                  <a:cubicBezTo>
                    <a:pt x="131" y="382"/>
                    <a:pt x="190" y="224"/>
                    <a:pt x="292" y="110"/>
                  </a:cubicBezTo>
                  <a:cubicBezTo>
                    <a:pt x="316" y="82"/>
                    <a:pt x="312" y="39"/>
                    <a:pt x="288" y="16"/>
                  </a:cubicBezTo>
                  <a:cubicBezTo>
                    <a:pt x="276" y="5"/>
                    <a:pt x="261" y="0"/>
                    <a:pt x="246"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8" name="Google Shape;2258;p50"/>
            <p:cNvSpPr/>
            <p:nvPr/>
          </p:nvSpPr>
          <p:spPr>
            <a:xfrm>
              <a:off x="3736754" y="768782"/>
              <a:ext cx="44928" cy="269187"/>
            </a:xfrm>
            <a:custGeom>
              <a:rect b="b" l="l" r="r" t="t"/>
              <a:pathLst>
                <a:path extrusionOk="0" h="695" w="116">
                  <a:moveTo>
                    <a:pt x="34" y="1"/>
                  </a:moveTo>
                  <a:cubicBezTo>
                    <a:pt x="31" y="1"/>
                    <a:pt x="27" y="2"/>
                    <a:pt x="24" y="3"/>
                  </a:cubicBezTo>
                  <a:cubicBezTo>
                    <a:pt x="17" y="7"/>
                    <a:pt x="8" y="18"/>
                    <a:pt x="12" y="30"/>
                  </a:cubicBezTo>
                  <a:cubicBezTo>
                    <a:pt x="52" y="129"/>
                    <a:pt x="72" y="231"/>
                    <a:pt x="72" y="338"/>
                  </a:cubicBezTo>
                  <a:cubicBezTo>
                    <a:pt x="72" y="448"/>
                    <a:pt x="48" y="562"/>
                    <a:pt x="4" y="665"/>
                  </a:cubicBezTo>
                  <a:cubicBezTo>
                    <a:pt x="1" y="677"/>
                    <a:pt x="8" y="689"/>
                    <a:pt x="17" y="693"/>
                  </a:cubicBezTo>
                  <a:cubicBezTo>
                    <a:pt x="20" y="694"/>
                    <a:pt x="22" y="694"/>
                    <a:pt x="25" y="694"/>
                  </a:cubicBezTo>
                  <a:cubicBezTo>
                    <a:pt x="34" y="694"/>
                    <a:pt x="42" y="690"/>
                    <a:pt x="48" y="680"/>
                  </a:cubicBezTo>
                  <a:cubicBezTo>
                    <a:pt x="92" y="571"/>
                    <a:pt x="115" y="456"/>
                    <a:pt x="115" y="338"/>
                  </a:cubicBezTo>
                  <a:cubicBezTo>
                    <a:pt x="115" y="227"/>
                    <a:pt x="95" y="116"/>
                    <a:pt x="56" y="14"/>
                  </a:cubicBezTo>
                  <a:cubicBezTo>
                    <a:pt x="53" y="6"/>
                    <a:pt x="43" y="1"/>
                    <a:pt x="3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9" name="Google Shape;2259;p50"/>
            <p:cNvSpPr/>
            <p:nvPr/>
          </p:nvSpPr>
          <p:spPr>
            <a:xfrm>
              <a:off x="3657355" y="1100715"/>
              <a:ext cx="53836" cy="55387"/>
            </a:xfrm>
            <a:custGeom>
              <a:rect b="b" l="l" r="r" t="t"/>
              <a:pathLst>
                <a:path extrusionOk="0" h="143" w="139">
                  <a:moveTo>
                    <a:pt x="116" y="0"/>
                  </a:moveTo>
                  <a:cubicBezTo>
                    <a:pt x="107" y="0"/>
                    <a:pt x="98" y="7"/>
                    <a:pt x="95" y="16"/>
                  </a:cubicBezTo>
                  <a:cubicBezTo>
                    <a:pt x="84" y="52"/>
                    <a:pt x="56" y="87"/>
                    <a:pt x="20" y="100"/>
                  </a:cubicBezTo>
                  <a:cubicBezTo>
                    <a:pt x="9" y="104"/>
                    <a:pt x="0" y="116"/>
                    <a:pt x="4" y="127"/>
                  </a:cubicBezTo>
                  <a:cubicBezTo>
                    <a:pt x="10" y="136"/>
                    <a:pt x="18" y="143"/>
                    <a:pt x="26" y="143"/>
                  </a:cubicBezTo>
                  <a:cubicBezTo>
                    <a:pt x="30" y="143"/>
                    <a:pt x="33" y="142"/>
                    <a:pt x="36" y="139"/>
                  </a:cubicBezTo>
                  <a:cubicBezTo>
                    <a:pt x="84" y="123"/>
                    <a:pt x="122" y="80"/>
                    <a:pt x="138" y="29"/>
                  </a:cubicBezTo>
                  <a:cubicBezTo>
                    <a:pt x="138" y="16"/>
                    <a:pt x="135" y="5"/>
                    <a:pt x="122" y="1"/>
                  </a:cubicBezTo>
                  <a:cubicBezTo>
                    <a:pt x="120" y="1"/>
                    <a:pt x="118" y="0"/>
                    <a:pt x="116" y="0"/>
                  </a:cubicBezTo>
                  <a:close/>
                </a:path>
              </a:pathLst>
            </a:custGeom>
            <a:solidFill>
              <a:srgbClr val="000000"/>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60" name="Google Shape;2260;p50"/>
          <p:cNvGrpSpPr/>
          <p:nvPr/>
        </p:nvGrpSpPr>
        <p:grpSpPr>
          <a:xfrm>
            <a:off x="4750357" y="4797597"/>
            <a:ext cx="2448664" cy="2125401"/>
            <a:chOff x="1322124" y="4079650"/>
            <a:chExt cx="3420400" cy="2968851"/>
          </a:xfrm>
        </p:grpSpPr>
        <p:sp>
          <p:nvSpPr>
            <p:cNvPr id="2261" name="Google Shape;2261;p50"/>
            <p:cNvSpPr/>
            <p:nvPr/>
          </p:nvSpPr>
          <p:spPr>
            <a:xfrm>
              <a:off x="1322124" y="4377475"/>
              <a:ext cx="3420400" cy="2671026"/>
            </a:xfrm>
            <a:custGeom>
              <a:rect b="b" l="l" r="r" t="t"/>
              <a:pathLst>
                <a:path extrusionOk="0" h="2556" w="3273">
                  <a:moveTo>
                    <a:pt x="228" y="0"/>
                  </a:moveTo>
                  <a:cubicBezTo>
                    <a:pt x="244" y="548"/>
                    <a:pt x="157" y="1345"/>
                    <a:pt x="0" y="2331"/>
                  </a:cubicBezTo>
                  <a:lnTo>
                    <a:pt x="3040" y="2555"/>
                  </a:lnTo>
                  <a:cubicBezTo>
                    <a:pt x="3186" y="1767"/>
                    <a:pt x="3273" y="998"/>
                    <a:pt x="3269" y="257"/>
                  </a:cubicBezTo>
                  <a:lnTo>
                    <a:pt x="3143" y="249"/>
                  </a:lnTo>
                  <a:lnTo>
                    <a:pt x="3143" y="249"/>
                  </a:lnTo>
                  <a:cubicBezTo>
                    <a:pt x="3154" y="320"/>
                    <a:pt x="3115" y="402"/>
                    <a:pt x="3020" y="402"/>
                  </a:cubicBezTo>
                  <a:cubicBezTo>
                    <a:pt x="2918" y="402"/>
                    <a:pt x="2878" y="304"/>
                    <a:pt x="2902" y="229"/>
                  </a:cubicBezTo>
                  <a:lnTo>
                    <a:pt x="2674" y="209"/>
                  </a:lnTo>
                  <a:lnTo>
                    <a:pt x="2674" y="209"/>
                  </a:lnTo>
                  <a:cubicBezTo>
                    <a:pt x="2677" y="213"/>
                    <a:pt x="2677" y="222"/>
                    <a:pt x="2677" y="229"/>
                  </a:cubicBezTo>
                  <a:lnTo>
                    <a:pt x="2677" y="237"/>
                  </a:lnTo>
                  <a:cubicBezTo>
                    <a:pt x="2677" y="261"/>
                    <a:pt x="2670" y="280"/>
                    <a:pt x="2657" y="300"/>
                  </a:cubicBezTo>
                  <a:cubicBezTo>
                    <a:pt x="2654" y="312"/>
                    <a:pt x="2646" y="320"/>
                    <a:pt x="2638" y="328"/>
                  </a:cubicBezTo>
                  <a:cubicBezTo>
                    <a:pt x="2622" y="344"/>
                    <a:pt x="2603" y="355"/>
                    <a:pt x="2583" y="364"/>
                  </a:cubicBezTo>
                  <a:lnTo>
                    <a:pt x="2547" y="367"/>
                  </a:lnTo>
                  <a:cubicBezTo>
                    <a:pt x="2528" y="367"/>
                    <a:pt x="2512" y="364"/>
                    <a:pt x="2496" y="355"/>
                  </a:cubicBezTo>
                  <a:cubicBezTo>
                    <a:pt x="2480" y="351"/>
                    <a:pt x="2468" y="340"/>
                    <a:pt x="2457" y="328"/>
                  </a:cubicBezTo>
                  <a:cubicBezTo>
                    <a:pt x="2441" y="316"/>
                    <a:pt x="2433" y="304"/>
                    <a:pt x="2428" y="288"/>
                  </a:cubicBezTo>
                  <a:cubicBezTo>
                    <a:pt x="2421" y="273"/>
                    <a:pt x="2417" y="253"/>
                    <a:pt x="2417" y="237"/>
                  </a:cubicBezTo>
                  <a:lnTo>
                    <a:pt x="2417" y="229"/>
                  </a:lnTo>
                  <a:cubicBezTo>
                    <a:pt x="2417" y="213"/>
                    <a:pt x="2421" y="202"/>
                    <a:pt x="2425" y="186"/>
                  </a:cubicBezTo>
                  <a:lnTo>
                    <a:pt x="2208" y="170"/>
                  </a:lnTo>
                  <a:lnTo>
                    <a:pt x="2208" y="170"/>
                  </a:lnTo>
                  <a:cubicBezTo>
                    <a:pt x="2228" y="245"/>
                    <a:pt x="2188" y="335"/>
                    <a:pt x="2090" y="335"/>
                  </a:cubicBezTo>
                  <a:cubicBezTo>
                    <a:pt x="1979" y="335"/>
                    <a:pt x="1940" y="225"/>
                    <a:pt x="1975" y="151"/>
                  </a:cubicBezTo>
                  <a:lnTo>
                    <a:pt x="1660" y="122"/>
                  </a:lnTo>
                  <a:lnTo>
                    <a:pt x="1660" y="122"/>
                  </a:lnTo>
                  <a:cubicBezTo>
                    <a:pt x="1684" y="198"/>
                    <a:pt x="1644" y="293"/>
                    <a:pt x="1542" y="293"/>
                  </a:cubicBezTo>
                  <a:cubicBezTo>
                    <a:pt x="1431" y="293"/>
                    <a:pt x="1396" y="182"/>
                    <a:pt x="1431" y="103"/>
                  </a:cubicBezTo>
                  <a:lnTo>
                    <a:pt x="1171" y="84"/>
                  </a:lnTo>
                  <a:lnTo>
                    <a:pt x="1171" y="84"/>
                  </a:lnTo>
                  <a:cubicBezTo>
                    <a:pt x="1183" y="155"/>
                    <a:pt x="1140" y="237"/>
                    <a:pt x="1049" y="237"/>
                  </a:cubicBezTo>
                  <a:cubicBezTo>
                    <a:pt x="946" y="237"/>
                    <a:pt x="907" y="138"/>
                    <a:pt x="930" y="60"/>
                  </a:cubicBezTo>
                  <a:lnTo>
                    <a:pt x="678" y="40"/>
                  </a:lnTo>
                  <a:cubicBezTo>
                    <a:pt x="678" y="107"/>
                    <a:pt x="635" y="170"/>
                    <a:pt x="552" y="170"/>
                  </a:cubicBezTo>
                  <a:cubicBezTo>
                    <a:pt x="461" y="170"/>
                    <a:pt x="417" y="91"/>
                    <a:pt x="430" y="20"/>
                  </a:cubicBezTo>
                  <a:lnTo>
                    <a:pt x="228" y="0"/>
                  </a:lnTo>
                  <a:close/>
                </a:path>
              </a:pathLst>
            </a:custGeom>
            <a:solidFill>
              <a:schemeClr val="accent5"/>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2" name="Google Shape;2262;p50"/>
            <p:cNvSpPr/>
            <p:nvPr/>
          </p:nvSpPr>
          <p:spPr>
            <a:xfrm>
              <a:off x="3019260" y="4421365"/>
              <a:ext cx="391888" cy="506826"/>
            </a:xfrm>
            <a:custGeom>
              <a:rect b="b" l="l" r="r" t="t"/>
              <a:pathLst>
                <a:path extrusionOk="0" h="485" w="375">
                  <a:moveTo>
                    <a:pt x="26" y="0"/>
                  </a:moveTo>
                  <a:cubicBezTo>
                    <a:pt x="21" y="0"/>
                    <a:pt x="16" y="2"/>
                    <a:pt x="12" y="6"/>
                  </a:cubicBezTo>
                  <a:cubicBezTo>
                    <a:pt x="0" y="9"/>
                    <a:pt x="0" y="25"/>
                    <a:pt x="9" y="33"/>
                  </a:cubicBezTo>
                  <a:lnTo>
                    <a:pt x="331" y="475"/>
                  </a:lnTo>
                  <a:cubicBezTo>
                    <a:pt x="336" y="482"/>
                    <a:pt x="341" y="485"/>
                    <a:pt x="347" y="485"/>
                  </a:cubicBezTo>
                  <a:cubicBezTo>
                    <a:pt x="352" y="485"/>
                    <a:pt x="358" y="483"/>
                    <a:pt x="363" y="479"/>
                  </a:cubicBezTo>
                  <a:cubicBezTo>
                    <a:pt x="371" y="475"/>
                    <a:pt x="375" y="459"/>
                    <a:pt x="367" y="451"/>
                  </a:cubicBezTo>
                  <a:lnTo>
                    <a:pt x="40" y="9"/>
                  </a:lnTo>
                  <a:cubicBezTo>
                    <a:pt x="38" y="3"/>
                    <a:pt x="32" y="0"/>
                    <a:pt x="2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3" name="Google Shape;2263;p50"/>
            <p:cNvSpPr/>
            <p:nvPr/>
          </p:nvSpPr>
          <p:spPr>
            <a:xfrm>
              <a:off x="2779947" y="4154890"/>
              <a:ext cx="755560" cy="640587"/>
            </a:xfrm>
            <a:custGeom>
              <a:rect b="b" l="l" r="r" t="t"/>
              <a:pathLst>
                <a:path extrusionOk="0" h="613" w="723">
                  <a:moveTo>
                    <a:pt x="311" y="0"/>
                  </a:moveTo>
                  <a:cubicBezTo>
                    <a:pt x="154" y="0"/>
                    <a:pt x="19" y="127"/>
                    <a:pt x="9" y="300"/>
                  </a:cubicBezTo>
                  <a:cubicBezTo>
                    <a:pt x="1" y="422"/>
                    <a:pt x="87" y="561"/>
                    <a:pt x="210" y="596"/>
                  </a:cubicBezTo>
                  <a:cubicBezTo>
                    <a:pt x="249" y="606"/>
                    <a:pt x="286" y="612"/>
                    <a:pt x="323" y="612"/>
                  </a:cubicBezTo>
                  <a:cubicBezTo>
                    <a:pt x="384" y="612"/>
                    <a:pt x="442" y="596"/>
                    <a:pt x="494" y="557"/>
                  </a:cubicBezTo>
                  <a:cubicBezTo>
                    <a:pt x="722" y="387"/>
                    <a:pt x="596" y="87"/>
                    <a:pt x="418" y="20"/>
                  </a:cubicBezTo>
                  <a:cubicBezTo>
                    <a:pt x="382" y="6"/>
                    <a:pt x="346" y="0"/>
                    <a:pt x="311" y="0"/>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4" name="Google Shape;2264;p50"/>
            <p:cNvSpPr/>
            <p:nvPr/>
          </p:nvSpPr>
          <p:spPr>
            <a:xfrm>
              <a:off x="2751731" y="4079650"/>
              <a:ext cx="638516" cy="558031"/>
            </a:xfrm>
            <a:custGeom>
              <a:rect b="b" l="l" r="r" t="t"/>
              <a:pathLst>
                <a:path extrusionOk="0" h="534" w="611">
                  <a:moveTo>
                    <a:pt x="247" y="0"/>
                  </a:moveTo>
                  <a:cubicBezTo>
                    <a:pt x="117" y="0"/>
                    <a:pt x="10" y="106"/>
                    <a:pt x="4" y="254"/>
                  </a:cubicBezTo>
                  <a:cubicBezTo>
                    <a:pt x="1" y="360"/>
                    <a:pt x="79" y="483"/>
                    <a:pt x="181" y="518"/>
                  </a:cubicBezTo>
                  <a:cubicBezTo>
                    <a:pt x="214" y="528"/>
                    <a:pt x="246" y="534"/>
                    <a:pt x="277" y="534"/>
                  </a:cubicBezTo>
                  <a:cubicBezTo>
                    <a:pt x="328" y="534"/>
                    <a:pt x="377" y="519"/>
                    <a:pt x="422" y="487"/>
                  </a:cubicBezTo>
                  <a:cubicBezTo>
                    <a:pt x="611" y="345"/>
                    <a:pt x="497" y="81"/>
                    <a:pt x="347" y="21"/>
                  </a:cubicBezTo>
                  <a:cubicBezTo>
                    <a:pt x="313" y="7"/>
                    <a:pt x="279" y="0"/>
                    <a:pt x="247" y="0"/>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5" name="Google Shape;2265;p50"/>
            <p:cNvSpPr/>
            <p:nvPr/>
          </p:nvSpPr>
          <p:spPr>
            <a:xfrm>
              <a:off x="1802840" y="5085985"/>
              <a:ext cx="2642894" cy="248711"/>
            </a:xfrm>
            <a:custGeom>
              <a:rect b="b" l="l" r="r" t="t"/>
              <a:pathLst>
                <a:path extrusionOk="0" h="238" w="2529">
                  <a:moveTo>
                    <a:pt x="13" y="1"/>
                  </a:moveTo>
                  <a:cubicBezTo>
                    <a:pt x="9" y="1"/>
                    <a:pt x="5" y="5"/>
                    <a:pt x="1" y="12"/>
                  </a:cubicBezTo>
                  <a:cubicBezTo>
                    <a:pt x="1" y="17"/>
                    <a:pt x="5" y="24"/>
                    <a:pt x="13" y="24"/>
                  </a:cubicBezTo>
                  <a:lnTo>
                    <a:pt x="186" y="41"/>
                  </a:lnTo>
                  <a:cubicBezTo>
                    <a:pt x="190" y="41"/>
                    <a:pt x="199" y="36"/>
                    <a:pt x="199" y="28"/>
                  </a:cubicBezTo>
                  <a:cubicBezTo>
                    <a:pt x="199" y="24"/>
                    <a:pt x="194" y="17"/>
                    <a:pt x="186" y="17"/>
                  </a:cubicBezTo>
                  <a:lnTo>
                    <a:pt x="13" y="1"/>
                  </a:lnTo>
                  <a:close/>
                  <a:moveTo>
                    <a:pt x="360" y="32"/>
                  </a:moveTo>
                  <a:cubicBezTo>
                    <a:pt x="356" y="32"/>
                    <a:pt x="352" y="36"/>
                    <a:pt x="348" y="41"/>
                  </a:cubicBezTo>
                  <a:cubicBezTo>
                    <a:pt x="348" y="48"/>
                    <a:pt x="352" y="52"/>
                    <a:pt x="360" y="52"/>
                  </a:cubicBezTo>
                  <a:lnTo>
                    <a:pt x="534" y="68"/>
                  </a:lnTo>
                  <a:cubicBezTo>
                    <a:pt x="541" y="68"/>
                    <a:pt x="545" y="64"/>
                    <a:pt x="545" y="59"/>
                  </a:cubicBezTo>
                  <a:cubicBezTo>
                    <a:pt x="545" y="52"/>
                    <a:pt x="541" y="48"/>
                    <a:pt x="534" y="48"/>
                  </a:cubicBezTo>
                  <a:lnTo>
                    <a:pt x="360" y="32"/>
                  </a:lnTo>
                  <a:close/>
                  <a:moveTo>
                    <a:pt x="707" y="59"/>
                  </a:moveTo>
                  <a:cubicBezTo>
                    <a:pt x="703" y="59"/>
                    <a:pt x="699" y="64"/>
                    <a:pt x="699" y="72"/>
                  </a:cubicBezTo>
                  <a:cubicBezTo>
                    <a:pt x="696" y="76"/>
                    <a:pt x="703" y="83"/>
                    <a:pt x="707" y="83"/>
                  </a:cubicBezTo>
                  <a:lnTo>
                    <a:pt x="880" y="99"/>
                  </a:lnTo>
                  <a:cubicBezTo>
                    <a:pt x="889" y="99"/>
                    <a:pt x="892" y="95"/>
                    <a:pt x="892" y="88"/>
                  </a:cubicBezTo>
                  <a:cubicBezTo>
                    <a:pt x="892" y="83"/>
                    <a:pt x="889" y="76"/>
                    <a:pt x="885" y="76"/>
                  </a:cubicBezTo>
                  <a:lnTo>
                    <a:pt x="707" y="59"/>
                  </a:lnTo>
                  <a:close/>
                  <a:moveTo>
                    <a:pt x="1058" y="92"/>
                  </a:moveTo>
                  <a:cubicBezTo>
                    <a:pt x="1050" y="92"/>
                    <a:pt x="1046" y="95"/>
                    <a:pt x="1046" y="99"/>
                  </a:cubicBezTo>
                  <a:cubicBezTo>
                    <a:pt x="1042" y="107"/>
                    <a:pt x="1050" y="112"/>
                    <a:pt x="1054" y="112"/>
                  </a:cubicBezTo>
                  <a:lnTo>
                    <a:pt x="1227" y="127"/>
                  </a:lnTo>
                  <a:cubicBezTo>
                    <a:pt x="1235" y="127"/>
                    <a:pt x="1240" y="123"/>
                    <a:pt x="1240" y="119"/>
                  </a:cubicBezTo>
                  <a:cubicBezTo>
                    <a:pt x="1240" y="112"/>
                    <a:pt x="1235" y="107"/>
                    <a:pt x="1231" y="107"/>
                  </a:cubicBezTo>
                  <a:lnTo>
                    <a:pt x="1058" y="92"/>
                  </a:lnTo>
                  <a:close/>
                  <a:moveTo>
                    <a:pt x="1405" y="119"/>
                  </a:moveTo>
                  <a:cubicBezTo>
                    <a:pt x="1397" y="119"/>
                    <a:pt x="1393" y="123"/>
                    <a:pt x="1393" y="130"/>
                  </a:cubicBezTo>
                  <a:cubicBezTo>
                    <a:pt x="1393" y="139"/>
                    <a:pt x="1397" y="143"/>
                    <a:pt x="1401" y="143"/>
                  </a:cubicBezTo>
                  <a:lnTo>
                    <a:pt x="1575" y="159"/>
                  </a:lnTo>
                  <a:cubicBezTo>
                    <a:pt x="1582" y="159"/>
                    <a:pt x="1586" y="154"/>
                    <a:pt x="1586" y="147"/>
                  </a:cubicBezTo>
                  <a:cubicBezTo>
                    <a:pt x="1586" y="143"/>
                    <a:pt x="1582" y="135"/>
                    <a:pt x="1579" y="135"/>
                  </a:cubicBezTo>
                  <a:lnTo>
                    <a:pt x="1405" y="119"/>
                  </a:lnTo>
                  <a:close/>
                  <a:moveTo>
                    <a:pt x="1752" y="150"/>
                  </a:moveTo>
                  <a:cubicBezTo>
                    <a:pt x="1744" y="150"/>
                    <a:pt x="1740" y="154"/>
                    <a:pt x="1740" y="163"/>
                  </a:cubicBezTo>
                  <a:cubicBezTo>
                    <a:pt x="1740" y="166"/>
                    <a:pt x="1744" y="170"/>
                    <a:pt x="1748" y="170"/>
                  </a:cubicBezTo>
                  <a:lnTo>
                    <a:pt x="1921" y="186"/>
                  </a:lnTo>
                  <a:cubicBezTo>
                    <a:pt x="1930" y="186"/>
                    <a:pt x="1933" y="182"/>
                    <a:pt x="1933" y="178"/>
                  </a:cubicBezTo>
                  <a:cubicBezTo>
                    <a:pt x="1933" y="170"/>
                    <a:pt x="1930" y="166"/>
                    <a:pt x="1926" y="166"/>
                  </a:cubicBezTo>
                  <a:lnTo>
                    <a:pt x="1752" y="150"/>
                  </a:lnTo>
                  <a:close/>
                  <a:moveTo>
                    <a:pt x="2095" y="181"/>
                  </a:moveTo>
                  <a:cubicBezTo>
                    <a:pt x="2090" y="181"/>
                    <a:pt x="2087" y="187"/>
                    <a:pt x="2087" y="190"/>
                  </a:cubicBezTo>
                  <a:cubicBezTo>
                    <a:pt x="2087" y="198"/>
                    <a:pt x="2091" y="201"/>
                    <a:pt x="2095" y="201"/>
                  </a:cubicBezTo>
                  <a:lnTo>
                    <a:pt x="2268" y="218"/>
                  </a:lnTo>
                  <a:cubicBezTo>
                    <a:pt x="2276" y="218"/>
                    <a:pt x="2281" y="214"/>
                    <a:pt x="2281" y="206"/>
                  </a:cubicBezTo>
                  <a:cubicBezTo>
                    <a:pt x="2281" y="201"/>
                    <a:pt x="2276" y="194"/>
                    <a:pt x="2272" y="194"/>
                  </a:cubicBezTo>
                  <a:lnTo>
                    <a:pt x="2099" y="182"/>
                  </a:lnTo>
                  <a:cubicBezTo>
                    <a:pt x="2097" y="182"/>
                    <a:pt x="2096" y="181"/>
                    <a:pt x="2095" y="181"/>
                  </a:cubicBezTo>
                  <a:close/>
                  <a:moveTo>
                    <a:pt x="2446" y="210"/>
                  </a:moveTo>
                  <a:cubicBezTo>
                    <a:pt x="2438" y="210"/>
                    <a:pt x="2434" y="214"/>
                    <a:pt x="2434" y="221"/>
                  </a:cubicBezTo>
                  <a:cubicBezTo>
                    <a:pt x="2434" y="225"/>
                    <a:pt x="2438" y="230"/>
                    <a:pt x="2442" y="234"/>
                  </a:cubicBezTo>
                  <a:lnTo>
                    <a:pt x="2517" y="237"/>
                  </a:lnTo>
                  <a:cubicBezTo>
                    <a:pt x="2521" y="237"/>
                    <a:pt x="2525" y="234"/>
                    <a:pt x="2529" y="230"/>
                  </a:cubicBezTo>
                  <a:cubicBezTo>
                    <a:pt x="2529" y="221"/>
                    <a:pt x="2525" y="218"/>
                    <a:pt x="2517" y="218"/>
                  </a:cubicBezTo>
                  <a:lnTo>
                    <a:pt x="2446" y="210"/>
                  </a:lnTo>
                  <a:close/>
                </a:path>
              </a:pathLst>
            </a:cu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6" name="Google Shape;2266;p50"/>
            <p:cNvSpPr/>
            <p:nvPr/>
          </p:nvSpPr>
          <p:spPr>
            <a:xfrm>
              <a:off x="1778804" y="5539515"/>
              <a:ext cx="2646029" cy="177650"/>
            </a:xfrm>
            <a:custGeom>
              <a:rect b="b" l="l" r="r" t="t"/>
              <a:pathLst>
                <a:path extrusionOk="0" h="170" w="2532">
                  <a:moveTo>
                    <a:pt x="13" y="0"/>
                  </a:moveTo>
                  <a:cubicBezTo>
                    <a:pt x="4" y="0"/>
                    <a:pt x="0" y="9"/>
                    <a:pt x="0" y="13"/>
                  </a:cubicBezTo>
                  <a:cubicBezTo>
                    <a:pt x="0" y="20"/>
                    <a:pt x="4" y="24"/>
                    <a:pt x="13" y="24"/>
                  </a:cubicBezTo>
                  <a:lnTo>
                    <a:pt x="186" y="36"/>
                  </a:lnTo>
                  <a:cubicBezTo>
                    <a:pt x="190" y="36"/>
                    <a:pt x="193" y="28"/>
                    <a:pt x="198" y="24"/>
                  </a:cubicBezTo>
                  <a:cubicBezTo>
                    <a:pt x="198" y="16"/>
                    <a:pt x="190" y="13"/>
                    <a:pt x="186" y="13"/>
                  </a:cubicBezTo>
                  <a:lnTo>
                    <a:pt x="13" y="0"/>
                  </a:lnTo>
                  <a:close/>
                  <a:moveTo>
                    <a:pt x="357" y="23"/>
                  </a:moveTo>
                  <a:cubicBezTo>
                    <a:pt x="353" y="23"/>
                    <a:pt x="348" y="29"/>
                    <a:pt x="348" y="32"/>
                  </a:cubicBezTo>
                  <a:cubicBezTo>
                    <a:pt x="348" y="40"/>
                    <a:pt x="351" y="44"/>
                    <a:pt x="359" y="44"/>
                  </a:cubicBezTo>
                  <a:lnTo>
                    <a:pt x="533" y="56"/>
                  </a:lnTo>
                  <a:cubicBezTo>
                    <a:pt x="537" y="56"/>
                    <a:pt x="544" y="51"/>
                    <a:pt x="544" y="44"/>
                  </a:cubicBezTo>
                  <a:cubicBezTo>
                    <a:pt x="544" y="40"/>
                    <a:pt x="541" y="32"/>
                    <a:pt x="533" y="32"/>
                  </a:cubicBezTo>
                  <a:lnTo>
                    <a:pt x="359" y="24"/>
                  </a:lnTo>
                  <a:cubicBezTo>
                    <a:pt x="358" y="23"/>
                    <a:pt x="357" y="23"/>
                    <a:pt x="357" y="23"/>
                  </a:cubicBezTo>
                  <a:close/>
                  <a:moveTo>
                    <a:pt x="706" y="44"/>
                  </a:moveTo>
                  <a:cubicBezTo>
                    <a:pt x="703" y="44"/>
                    <a:pt x="695" y="48"/>
                    <a:pt x="695" y="51"/>
                  </a:cubicBezTo>
                  <a:cubicBezTo>
                    <a:pt x="695" y="60"/>
                    <a:pt x="699" y="64"/>
                    <a:pt x="706" y="64"/>
                  </a:cubicBezTo>
                  <a:lnTo>
                    <a:pt x="879" y="75"/>
                  </a:lnTo>
                  <a:cubicBezTo>
                    <a:pt x="888" y="75"/>
                    <a:pt x="892" y="71"/>
                    <a:pt x="892" y="64"/>
                  </a:cubicBezTo>
                  <a:cubicBezTo>
                    <a:pt x="892" y="60"/>
                    <a:pt x="888" y="51"/>
                    <a:pt x="879" y="51"/>
                  </a:cubicBezTo>
                  <a:lnTo>
                    <a:pt x="706" y="44"/>
                  </a:lnTo>
                  <a:close/>
                  <a:moveTo>
                    <a:pt x="1057" y="64"/>
                  </a:moveTo>
                  <a:cubicBezTo>
                    <a:pt x="1050" y="64"/>
                    <a:pt x="1045" y="67"/>
                    <a:pt x="1045" y="71"/>
                  </a:cubicBezTo>
                  <a:cubicBezTo>
                    <a:pt x="1045" y="80"/>
                    <a:pt x="1050" y="84"/>
                    <a:pt x="1054" y="84"/>
                  </a:cubicBezTo>
                  <a:lnTo>
                    <a:pt x="1227" y="95"/>
                  </a:lnTo>
                  <a:cubicBezTo>
                    <a:pt x="1234" y="95"/>
                    <a:pt x="1239" y="91"/>
                    <a:pt x="1239" y="84"/>
                  </a:cubicBezTo>
                  <a:cubicBezTo>
                    <a:pt x="1239" y="80"/>
                    <a:pt x="1234" y="71"/>
                    <a:pt x="1231" y="71"/>
                  </a:cubicBezTo>
                  <a:lnTo>
                    <a:pt x="1057" y="64"/>
                  </a:lnTo>
                  <a:close/>
                  <a:moveTo>
                    <a:pt x="1405" y="84"/>
                  </a:moveTo>
                  <a:cubicBezTo>
                    <a:pt x="1396" y="84"/>
                    <a:pt x="1392" y="87"/>
                    <a:pt x="1392" y="95"/>
                  </a:cubicBezTo>
                  <a:cubicBezTo>
                    <a:pt x="1392" y="99"/>
                    <a:pt x="1396" y="103"/>
                    <a:pt x="1400" y="103"/>
                  </a:cubicBezTo>
                  <a:lnTo>
                    <a:pt x="1578" y="115"/>
                  </a:lnTo>
                  <a:cubicBezTo>
                    <a:pt x="1582" y="115"/>
                    <a:pt x="1585" y="111"/>
                    <a:pt x="1589" y="103"/>
                  </a:cubicBezTo>
                  <a:cubicBezTo>
                    <a:pt x="1589" y="99"/>
                    <a:pt x="1582" y="95"/>
                    <a:pt x="1578" y="91"/>
                  </a:cubicBezTo>
                  <a:lnTo>
                    <a:pt x="1405" y="84"/>
                  </a:lnTo>
                  <a:close/>
                  <a:moveTo>
                    <a:pt x="1751" y="103"/>
                  </a:moveTo>
                  <a:cubicBezTo>
                    <a:pt x="1747" y="103"/>
                    <a:pt x="1740" y="107"/>
                    <a:pt x="1740" y="115"/>
                  </a:cubicBezTo>
                  <a:cubicBezTo>
                    <a:pt x="1740" y="119"/>
                    <a:pt x="1743" y="122"/>
                    <a:pt x="1751" y="127"/>
                  </a:cubicBezTo>
                  <a:lnTo>
                    <a:pt x="1925" y="135"/>
                  </a:lnTo>
                  <a:cubicBezTo>
                    <a:pt x="1929" y="135"/>
                    <a:pt x="1937" y="131"/>
                    <a:pt x="1937" y="122"/>
                  </a:cubicBezTo>
                  <a:cubicBezTo>
                    <a:pt x="1937" y="119"/>
                    <a:pt x="1933" y="115"/>
                    <a:pt x="1925" y="115"/>
                  </a:cubicBezTo>
                  <a:lnTo>
                    <a:pt x="1751" y="103"/>
                  </a:lnTo>
                  <a:close/>
                  <a:moveTo>
                    <a:pt x="2098" y="122"/>
                  </a:moveTo>
                  <a:cubicBezTo>
                    <a:pt x="2095" y="122"/>
                    <a:pt x="2086" y="127"/>
                    <a:pt x="2086" y="135"/>
                  </a:cubicBezTo>
                  <a:cubicBezTo>
                    <a:pt x="2086" y="138"/>
                    <a:pt x="2091" y="146"/>
                    <a:pt x="2098" y="146"/>
                  </a:cubicBezTo>
                  <a:lnTo>
                    <a:pt x="2272" y="154"/>
                  </a:lnTo>
                  <a:cubicBezTo>
                    <a:pt x="2280" y="154"/>
                    <a:pt x="2284" y="151"/>
                    <a:pt x="2284" y="146"/>
                  </a:cubicBezTo>
                  <a:cubicBezTo>
                    <a:pt x="2284" y="138"/>
                    <a:pt x="2280" y="135"/>
                    <a:pt x="2272" y="135"/>
                  </a:cubicBezTo>
                  <a:lnTo>
                    <a:pt x="2098" y="122"/>
                  </a:lnTo>
                  <a:close/>
                  <a:moveTo>
                    <a:pt x="2449" y="142"/>
                  </a:moveTo>
                  <a:cubicBezTo>
                    <a:pt x="2441" y="142"/>
                    <a:pt x="2437" y="146"/>
                    <a:pt x="2437" y="154"/>
                  </a:cubicBezTo>
                  <a:cubicBezTo>
                    <a:pt x="2437" y="158"/>
                    <a:pt x="2441" y="166"/>
                    <a:pt x="2446" y="166"/>
                  </a:cubicBezTo>
                  <a:lnTo>
                    <a:pt x="2520" y="170"/>
                  </a:lnTo>
                  <a:cubicBezTo>
                    <a:pt x="2524" y="170"/>
                    <a:pt x="2528" y="166"/>
                    <a:pt x="2528" y="158"/>
                  </a:cubicBezTo>
                  <a:cubicBezTo>
                    <a:pt x="2532" y="154"/>
                    <a:pt x="2524" y="146"/>
                    <a:pt x="2520" y="146"/>
                  </a:cubicBezTo>
                  <a:lnTo>
                    <a:pt x="2449" y="142"/>
                  </a:lnTo>
                  <a:close/>
                </a:path>
              </a:pathLst>
            </a:cu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7" name="Google Shape;2267;p50"/>
            <p:cNvSpPr/>
            <p:nvPr/>
          </p:nvSpPr>
          <p:spPr>
            <a:xfrm>
              <a:off x="1704607" y="5959605"/>
              <a:ext cx="2642894" cy="203775"/>
            </a:xfrm>
            <a:custGeom>
              <a:rect b="b" l="l" r="r" t="t"/>
              <a:pathLst>
                <a:path extrusionOk="0" h="195" w="2529">
                  <a:moveTo>
                    <a:pt x="13" y="0"/>
                  </a:moveTo>
                  <a:cubicBezTo>
                    <a:pt x="4" y="0"/>
                    <a:pt x="0" y="4"/>
                    <a:pt x="0" y="9"/>
                  </a:cubicBezTo>
                  <a:cubicBezTo>
                    <a:pt x="0" y="17"/>
                    <a:pt x="4" y="20"/>
                    <a:pt x="9" y="20"/>
                  </a:cubicBezTo>
                  <a:lnTo>
                    <a:pt x="182" y="33"/>
                  </a:lnTo>
                  <a:cubicBezTo>
                    <a:pt x="183" y="33"/>
                    <a:pt x="185" y="34"/>
                    <a:pt x="186" y="34"/>
                  </a:cubicBezTo>
                  <a:cubicBezTo>
                    <a:pt x="191" y="34"/>
                    <a:pt x="193" y="27"/>
                    <a:pt x="193" y="24"/>
                  </a:cubicBezTo>
                  <a:cubicBezTo>
                    <a:pt x="198" y="17"/>
                    <a:pt x="190" y="13"/>
                    <a:pt x="186" y="13"/>
                  </a:cubicBezTo>
                  <a:lnTo>
                    <a:pt x="13" y="0"/>
                  </a:lnTo>
                  <a:close/>
                  <a:moveTo>
                    <a:pt x="359" y="24"/>
                  </a:moveTo>
                  <a:cubicBezTo>
                    <a:pt x="351" y="24"/>
                    <a:pt x="348" y="28"/>
                    <a:pt x="348" y="36"/>
                  </a:cubicBezTo>
                  <a:cubicBezTo>
                    <a:pt x="348" y="40"/>
                    <a:pt x="351" y="44"/>
                    <a:pt x="359" y="44"/>
                  </a:cubicBezTo>
                  <a:lnTo>
                    <a:pt x="533" y="60"/>
                  </a:lnTo>
                  <a:cubicBezTo>
                    <a:pt x="537" y="60"/>
                    <a:pt x="541" y="52"/>
                    <a:pt x="544" y="48"/>
                  </a:cubicBezTo>
                  <a:cubicBezTo>
                    <a:pt x="544" y="40"/>
                    <a:pt x="541" y="36"/>
                    <a:pt x="533" y="36"/>
                  </a:cubicBezTo>
                  <a:lnTo>
                    <a:pt x="359" y="24"/>
                  </a:lnTo>
                  <a:close/>
                  <a:moveTo>
                    <a:pt x="706" y="48"/>
                  </a:moveTo>
                  <a:cubicBezTo>
                    <a:pt x="703" y="48"/>
                    <a:pt x="695" y="52"/>
                    <a:pt x="695" y="60"/>
                  </a:cubicBezTo>
                  <a:cubicBezTo>
                    <a:pt x="695" y="64"/>
                    <a:pt x="699" y="68"/>
                    <a:pt x="706" y="71"/>
                  </a:cubicBezTo>
                  <a:lnTo>
                    <a:pt x="879" y="84"/>
                  </a:lnTo>
                  <a:cubicBezTo>
                    <a:pt x="884" y="84"/>
                    <a:pt x="892" y="80"/>
                    <a:pt x="892" y="71"/>
                  </a:cubicBezTo>
                  <a:cubicBezTo>
                    <a:pt x="892" y="68"/>
                    <a:pt x="888" y="60"/>
                    <a:pt x="879" y="60"/>
                  </a:cubicBezTo>
                  <a:lnTo>
                    <a:pt x="706" y="48"/>
                  </a:lnTo>
                  <a:close/>
                  <a:moveTo>
                    <a:pt x="1054" y="71"/>
                  </a:moveTo>
                  <a:cubicBezTo>
                    <a:pt x="1050" y="71"/>
                    <a:pt x="1041" y="75"/>
                    <a:pt x="1041" y="84"/>
                  </a:cubicBezTo>
                  <a:cubicBezTo>
                    <a:pt x="1041" y="87"/>
                    <a:pt x="1045" y="95"/>
                    <a:pt x="1054" y="95"/>
                  </a:cubicBezTo>
                  <a:lnTo>
                    <a:pt x="1227" y="107"/>
                  </a:lnTo>
                  <a:cubicBezTo>
                    <a:pt x="1234" y="107"/>
                    <a:pt x="1239" y="104"/>
                    <a:pt x="1239" y="95"/>
                  </a:cubicBezTo>
                  <a:cubicBezTo>
                    <a:pt x="1239" y="91"/>
                    <a:pt x="1234" y="84"/>
                    <a:pt x="1227" y="84"/>
                  </a:cubicBezTo>
                  <a:lnTo>
                    <a:pt x="1054" y="71"/>
                  </a:lnTo>
                  <a:close/>
                  <a:moveTo>
                    <a:pt x="1400" y="95"/>
                  </a:moveTo>
                  <a:cubicBezTo>
                    <a:pt x="1396" y="95"/>
                    <a:pt x="1392" y="99"/>
                    <a:pt x="1392" y="107"/>
                  </a:cubicBezTo>
                  <a:cubicBezTo>
                    <a:pt x="1389" y="111"/>
                    <a:pt x="1396" y="119"/>
                    <a:pt x="1400" y="119"/>
                  </a:cubicBezTo>
                  <a:lnTo>
                    <a:pt x="1574" y="131"/>
                  </a:lnTo>
                  <a:cubicBezTo>
                    <a:pt x="1582" y="131"/>
                    <a:pt x="1585" y="127"/>
                    <a:pt x="1585" y="119"/>
                  </a:cubicBezTo>
                  <a:cubicBezTo>
                    <a:pt x="1585" y="115"/>
                    <a:pt x="1582" y="107"/>
                    <a:pt x="1578" y="107"/>
                  </a:cubicBezTo>
                  <a:lnTo>
                    <a:pt x="1400" y="95"/>
                  </a:lnTo>
                  <a:close/>
                  <a:moveTo>
                    <a:pt x="1751" y="119"/>
                  </a:moveTo>
                  <a:cubicBezTo>
                    <a:pt x="1744" y="119"/>
                    <a:pt x="1740" y="123"/>
                    <a:pt x="1740" y="131"/>
                  </a:cubicBezTo>
                  <a:cubicBezTo>
                    <a:pt x="1740" y="139"/>
                    <a:pt x="1744" y="142"/>
                    <a:pt x="1747" y="142"/>
                  </a:cubicBezTo>
                  <a:lnTo>
                    <a:pt x="1920" y="155"/>
                  </a:lnTo>
                  <a:cubicBezTo>
                    <a:pt x="1929" y="155"/>
                    <a:pt x="1933" y="151"/>
                    <a:pt x="1933" y="142"/>
                  </a:cubicBezTo>
                  <a:cubicBezTo>
                    <a:pt x="1933" y="139"/>
                    <a:pt x="1929" y="135"/>
                    <a:pt x="1925" y="135"/>
                  </a:cubicBezTo>
                  <a:lnTo>
                    <a:pt x="1751" y="119"/>
                  </a:lnTo>
                  <a:close/>
                  <a:moveTo>
                    <a:pt x="2095" y="145"/>
                  </a:moveTo>
                  <a:cubicBezTo>
                    <a:pt x="2089" y="145"/>
                    <a:pt x="2086" y="152"/>
                    <a:pt x="2086" y="155"/>
                  </a:cubicBezTo>
                  <a:cubicBezTo>
                    <a:pt x="2086" y="162"/>
                    <a:pt x="2091" y="166"/>
                    <a:pt x="2095" y="166"/>
                  </a:cubicBezTo>
                  <a:lnTo>
                    <a:pt x="2272" y="178"/>
                  </a:lnTo>
                  <a:cubicBezTo>
                    <a:pt x="2275" y="178"/>
                    <a:pt x="2280" y="175"/>
                    <a:pt x="2280" y="170"/>
                  </a:cubicBezTo>
                  <a:cubicBezTo>
                    <a:pt x="2284" y="162"/>
                    <a:pt x="2275" y="158"/>
                    <a:pt x="2272" y="158"/>
                  </a:cubicBezTo>
                  <a:lnTo>
                    <a:pt x="2098" y="146"/>
                  </a:lnTo>
                  <a:cubicBezTo>
                    <a:pt x="2097" y="145"/>
                    <a:pt x="2096" y="145"/>
                    <a:pt x="2095" y="145"/>
                  </a:cubicBezTo>
                  <a:close/>
                  <a:moveTo>
                    <a:pt x="2446" y="170"/>
                  </a:moveTo>
                  <a:cubicBezTo>
                    <a:pt x="2437" y="170"/>
                    <a:pt x="2433" y="175"/>
                    <a:pt x="2433" y="178"/>
                  </a:cubicBezTo>
                  <a:cubicBezTo>
                    <a:pt x="2433" y="186"/>
                    <a:pt x="2437" y="190"/>
                    <a:pt x="2446" y="190"/>
                  </a:cubicBezTo>
                  <a:lnTo>
                    <a:pt x="2517" y="193"/>
                  </a:lnTo>
                  <a:cubicBezTo>
                    <a:pt x="2517" y="194"/>
                    <a:pt x="2518" y="195"/>
                    <a:pt x="2519" y="195"/>
                  </a:cubicBezTo>
                  <a:cubicBezTo>
                    <a:pt x="2523" y="195"/>
                    <a:pt x="2528" y="189"/>
                    <a:pt x="2528" y="186"/>
                  </a:cubicBezTo>
                  <a:cubicBezTo>
                    <a:pt x="2528" y="178"/>
                    <a:pt x="2524" y="175"/>
                    <a:pt x="2517" y="175"/>
                  </a:cubicBezTo>
                  <a:lnTo>
                    <a:pt x="2446" y="170"/>
                  </a:lnTo>
                  <a:close/>
                </a:path>
              </a:pathLst>
            </a:cu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8" name="Google Shape;2268;p50"/>
            <p:cNvSpPr/>
            <p:nvPr/>
          </p:nvSpPr>
          <p:spPr>
            <a:xfrm>
              <a:off x="1626229" y="6458070"/>
              <a:ext cx="2642894" cy="207955"/>
            </a:xfrm>
            <a:custGeom>
              <a:rect b="b" l="l" r="r" t="t"/>
              <a:pathLst>
                <a:path extrusionOk="0" h="199" w="2529">
                  <a:moveTo>
                    <a:pt x="13" y="0"/>
                  </a:moveTo>
                  <a:cubicBezTo>
                    <a:pt x="4" y="0"/>
                    <a:pt x="1" y="5"/>
                    <a:pt x="1" y="13"/>
                  </a:cubicBezTo>
                  <a:cubicBezTo>
                    <a:pt x="1" y="16"/>
                    <a:pt x="4" y="24"/>
                    <a:pt x="8" y="24"/>
                  </a:cubicBezTo>
                  <a:lnTo>
                    <a:pt x="182" y="36"/>
                  </a:lnTo>
                  <a:cubicBezTo>
                    <a:pt x="190" y="36"/>
                    <a:pt x="194" y="33"/>
                    <a:pt x="194" y="24"/>
                  </a:cubicBezTo>
                  <a:cubicBezTo>
                    <a:pt x="194" y="20"/>
                    <a:pt x="190" y="13"/>
                    <a:pt x="186" y="13"/>
                  </a:cubicBezTo>
                  <a:lnTo>
                    <a:pt x="13" y="0"/>
                  </a:lnTo>
                  <a:close/>
                  <a:moveTo>
                    <a:pt x="359" y="24"/>
                  </a:moveTo>
                  <a:cubicBezTo>
                    <a:pt x="352" y="24"/>
                    <a:pt x="348" y="29"/>
                    <a:pt x="348" y="36"/>
                  </a:cubicBezTo>
                  <a:cubicBezTo>
                    <a:pt x="348" y="44"/>
                    <a:pt x="352" y="48"/>
                    <a:pt x="359" y="48"/>
                  </a:cubicBezTo>
                  <a:lnTo>
                    <a:pt x="533" y="60"/>
                  </a:lnTo>
                  <a:cubicBezTo>
                    <a:pt x="537" y="60"/>
                    <a:pt x="541" y="56"/>
                    <a:pt x="545" y="48"/>
                  </a:cubicBezTo>
                  <a:cubicBezTo>
                    <a:pt x="545" y="44"/>
                    <a:pt x="541" y="40"/>
                    <a:pt x="533" y="36"/>
                  </a:cubicBezTo>
                  <a:lnTo>
                    <a:pt x="359" y="24"/>
                  </a:lnTo>
                  <a:close/>
                  <a:moveTo>
                    <a:pt x="704" y="51"/>
                  </a:moveTo>
                  <a:cubicBezTo>
                    <a:pt x="700" y="51"/>
                    <a:pt x="694" y="57"/>
                    <a:pt x="694" y="60"/>
                  </a:cubicBezTo>
                  <a:cubicBezTo>
                    <a:pt x="694" y="68"/>
                    <a:pt x="699" y="71"/>
                    <a:pt x="707" y="71"/>
                  </a:cubicBezTo>
                  <a:lnTo>
                    <a:pt x="880" y="84"/>
                  </a:lnTo>
                  <a:cubicBezTo>
                    <a:pt x="884" y="84"/>
                    <a:pt x="892" y="80"/>
                    <a:pt x="892" y="76"/>
                  </a:cubicBezTo>
                  <a:cubicBezTo>
                    <a:pt x="892" y="68"/>
                    <a:pt x="888" y="64"/>
                    <a:pt x="880" y="64"/>
                  </a:cubicBezTo>
                  <a:lnTo>
                    <a:pt x="707" y="52"/>
                  </a:lnTo>
                  <a:cubicBezTo>
                    <a:pt x="706" y="51"/>
                    <a:pt x="705" y="51"/>
                    <a:pt x="704" y="51"/>
                  </a:cubicBezTo>
                  <a:close/>
                  <a:moveTo>
                    <a:pt x="1054" y="76"/>
                  </a:moveTo>
                  <a:cubicBezTo>
                    <a:pt x="1049" y="76"/>
                    <a:pt x="1042" y="80"/>
                    <a:pt x="1042" y="84"/>
                  </a:cubicBezTo>
                  <a:cubicBezTo>
                    <a:pt x="1042" y="91"/>
                    <a:pt x="1045" y="95"/>
                    <a:pt x="1054" y="95"/>
                  </a:cubicBezTo>
                  <a:lnTo>
                    <a:pt x="1227" y="107"/>
                  </a:lnTo>
                  <a:cubicBezTo>
                    <a:pt x="1231" y="107"/>
                    <a:pt x="1238" y="104"/>
                    <a:pt x="1238" y="100"/>
                  </a:cubicBezTo>
                  <a:cubicBezTo>
                    <a:pt x="1238" y="91"/>
                    <a:pt x="1235" y="87"/>
                    <a:pt x="1227" y="87"/>
                  </a:cubicBezTo>
                  <a:lnTo>
                    <a:pt x="1054" y="76"/>
                  </a:lnTo>
                  <a:close/>
                  <a:moveTo>
                    <a:pt x="1400" y="100"/>
                  </a:moveTo>
                  <a:cubicBezTo>
                    <a:pt x="1396" y="100"/>
                    <a:pt x="1393" y="104"/>
                    <a:pt x="1389" y="107"/>
                  </a:cubicBezTo>
                  <a:cubicBezTo>
                    <a:pt x="1389" y="115"/>
                    <a:pt x="1396" y="119"/>
                    <a:pt x="1400" y="119"/>
                  </a:cubicBezTo>
                  <a:lnTo>
                    <a:pt x="1574" y="131"/>
                  </a:lnTo>
                  <a:cubicBezTo>
                    <a:pt x="1582" y="131"/>
                    <a:pt x="1586" y="127"/>
                    <a:pt x="1586" y="123"/>
                  </a:cubicBezTo>
                  <a:cubicBezTo>
                    <a:pt x="1586" y="115"/>
                    <a:pt x="1582" y="111"/>
                    <a:pt x="1578" y="111"/>
                  </a:cubicBezTo>
                  <a:lnTo>
                    <a:pt x="1400" y="100"/>
                  </a:lnTo>
                  <a:close/>
                  <a:moveTo>
                    <a:pt x="1751" y="123"/>
                  </a:moveTo>
                  <a:cubicBezTo>
                    <a:pt x="1744" y="123"/>
                    <a:pt x="1740" y="127"/>
                    <a:pt x="1740" y="131"/>
                  </a:cubicBezTo>
                  <a:cubicBezTo>
                    <a:pt x="1740" y="139"/>
                    <a:pt x="1744" y="142"/>
                    <a:pt x="1748" y="142"/>
                  </a:cubicBezTo>
                  <a:lnTo>
                    <a:pt x="1921" y="158"/>
                  </a:lnTo>
                  <a:cubicBezTo>
                    <a:pt x="1929" y="158"/>
                    <a:pt x="1933" y="151"/>
                    <a:pt x="1933" y="147"/>
                  </a:cubicBezTo>
                  <a:cubicBezTo>
                    <a:pt x="1933" y="139"/>
                    <a:pt x="1929" y="135"/>
                    <a:pt x="1924" y="135"/>
                  </a:cubicBezTo>
                  <a:lnTo>
                    <a:pt x="1751" y="123"/>
                  </a:lnTo>
                  <a:close/>
                  <a:moveTo>
                    <a:pt x="2099" y="147"/>
                  </a:moveTo>
                  <a:cubicBezTo>
                    <a:pt x="2090" y="147"/>
                    <a:pt x="2086" y="151"/>
                    <a:pt x="2086" y="158"/>
                  </a:cubicBezTo>
                  <a:cubicBezTo>
                    <a:pt x="2086" y="162"/>
                    <a:pt x="2090" y="166"/>
                    <a:pt x="2095" y="171"/>
                  </a:cubicBezTo>
                  <a:lnTo>
                    <a:pt x="2272" y="182"/>
                  </a:lnTo>
                  <a:cubicBezTo>
                    <a:pt x="2276" y="182"/>
                    <a:pt x="2279" y="178"/>
                    <a:pt x="2279" y="171"/>
                  </a:cubicBezTo>
                  <a:cubicBezTo>
                    <a:pt x="2284" y="166"/>
                    <a:pt x="2276" y="158"/>
                    <a:pt x="2272" y="158"/>
                  </a:cubicBezTo>
                  <a:lnTo>
                    <a:pt x="2099" y="147"/>
                  </a:lnTo>
                  <a:close/>
                  <a:moveTo>
                    <a:pt x="2445" y="171"/>
                  </a:moveTo>
                  <a:cubicBezTo>
                    <a:pt x="2437" y="171"/>
                    <a:pt x="2434" y="175"/>
                    <a:pt x="2434" y="182"/>
                  </a:cubicBezTo>
                  <a:cubicBezTo>
                    <a:pt x="2434" y="186"/>
                    <a:pt x="2437" y="194"/>
                    <a:pt x="2445" y="194"/>
                  </a:cubicBezTo>
                  <a:lnTo>
                    <a:pt x="2516" y="198"/>
                  </a:lnTo>
                  <a:cubicBezTo>
                    <a:pt x="2521" y="198"/>
                    <a:pt x="2528" y="194"/>
                    <a:pt x="2528" y="186"/>
                  </a:cubicBezTo>
                  <a:cubicBezTo>
                    <a:pt x="2528" y="182"/>
                    <a:pt x="2524" y="178"/>
                    <a:pt x="2516" y="175"/>
                  </a:cubicBezTo>
                  <a:lnTo>
                    <a:pt x="2445" y="171"/>
                  </a:lnTo>
                  <a:close/>
                </a:path>
              </a:pathLst>
            </a:cu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269" name="Google Shape;2269;p50"/>
          <p:cNvSpPr txBox="1"/>
          <p:nvPr>
            <p:ph type="title"/>
          </p:nvPr>
        </p:nvSpPr>
        <p:spPr>
          <a:xfrm>
            <a:off x="914475" y="7790513"/>
            <a:ext cx="8458200" cy="14109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Who I Am Now</a:t>
            </a:r>
            <a:endParaRPr/>
          </a:p>
        </p:txBody>
      </p:sp>
      <p:grpSp>
        <p:nvGrpSpPr>
          <p:cNvPr id="2270" name="Google Shape;2270;p50"/>
          <p:cNvGrpSpPr/>
          <p:nvPr/>
        </p:nvGrpSpPr>
        <p:grpSpPr>
          <a:xfrm>
            <a:off x="3518860" y="3054772"/>
            <a:ext cx="2275157" cy="4361889"/>
            <a:chOff x="3691300" y="1782199"/>
            <a:chExt cx="3371603" cy="6463974"/>
          </a:xfrm>
        </p:grpSpPr>
        <p:sp>
          <p:nvSpPr>
            <p:cNvPr id="2271" name="Google Shape;2271;p50"/>
            <p:cNvSpPr/>
            <p:nvPr/>
          </p:nvSpPr>
          <p:spPr>
            <a:xfrm>
              <a:off x="5786479" y="6932121"/>
              <a:ext cx="654486" cy="1039171"/>
            </a:xfrm>
            <a:custGeom>
              <a:rect b="b" l="l" r="r" t="t"/>
              <a:pathLst>
                <a:path extrusionOk="0" h="2650" w="1669">
                  <a:moveTo>
                    <a:pt x="968" y="0"/>
                  </a:moveTo>
                  <a:cubicBezTo>
                    <a:pt x="934" y="0"/>
                    <a:pt x="901" y="2"/>
                    <a:pt x="868" y="6"/>
                  </a:cubicBezTo>
                  <a:cubicBezTo>
                    <a:pt x="754" y="18"/>
                    <a:pt x="643" y="53"/>
                    <a:pt x="537" y="93"/>
                  </a:cubicBezTo>
                  <a:cubicBezTo>
                    <a:pt x="388" y="144"/>
                    <a:pt x="230" y="208"/>
                    <a:pt x="139" y="337"/>
                  </a:cubicBezTo>
                  <a:cubicBezTo>
                    <a:pt x="75" y="424"/>
                    <a:pt x="56" y="535"/>
                    <a:pt x="40" y="641"/>
                  </a:cubicBezTo>
                  <a:cubicBezTo>
                    <a:pt x="0" y="992"/>
                    <a:pt x="68" y="1895"/>
                    <a:pt x="119" y="2246"/>
                  </a:cubicBezTo>
                  <a:cubicBezTo>
                    <a:pt x="166" y="2593"/>
                    <a:pt x="84" y="2574"/>
                    <a:pt x="533" y="2632"/>
                  </a:cubicBezTo>
                  <a:cubicBezTo>
                    <a:pt x="626" y="2641"/>
                    <a:pt x="721" y="2650"/>
                    <a:pt x="812" y="2650"/>
                  </a:cubicBezTo>
                  <a:cubicBezTo>
                    <a:pt x="922" y="2650"/>
                    <a:pt x="1026" y="2638"/>
                    <a:pt x="1116" y="2601"/>
                  </a:cubicBezTo>
                  <a:cubicBezTo>
                    <a:pt x="1243" y="2550"/>
                    <a:pt x="1393" y="2609"/>
                    <a:pt x="1412" y="2432"/>
                  </a:cubicBezTo>
                  <a:cubicBezTo>
                    <a:pt x="1452" y="2022"/>
                    <a:pt x="1538" y="1359"/>
                    <a:pt x="1554" y="925"/>
                  </a:cubicBezTo>
                  <a:cubicBezTo>
                    <a:pt x="1562" y="645"/>
                    <a:pt x="1669" y="370"/>
                    <a:pt x="1436" y="164"/>
                  </a:cubicBezTo>
                  <a:cubicBezTo>
                    <a:pt x="1311" y="52"/>
                    <a:pt x="1138" y="0"/>
                    <a:pt x="968" y="0"/>
                  </a:cubicBezTo>
                  <a:close/>
                </a:path>
              </a:pathLst>
            </a:custGeom>
            <a:solidFill>
              <a:schemeClr val="accent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2" name="Google Shape;2272;p50"/>
            <p:cNvSpPr/>
            <p:nvPr/>
          </p:nvSpPr>
          <p:spPr>
            <a:xfrm>
              <a:off x="5788048" y="6923494"/>
              <a:ext cx="628212" cy="1056817"/>
            </a:xfrm>
            <a:custGeom>
              <a:rect b="b" l="l" r="r" t="t"/>
              <a:pathLst>
                <a:path extrusionOk="0" h="2695" w="1602">
                  <a:moveTo>
                    <a:pt x="966" y="44"/>
                  </a:moveTo>
                  <a:cubicBezTo>
                    <a:pt x="1132" y="44"/>
                    <a:pt x="1298" y="95"/>
                    <a:pt x="1416" y="202"/>
                  </a:cubicBezTo>
                  <a:cubicBezTo>
                    <a:pt x="1476" y="253"/>
                    <a:pt x="1511" y="308"/>
                    <a:pt x="1531" y="364"/>
                  </a:cubicBezTo>
                  <a:cubicBezTo>
                    <a:pt x="1550" y="423"/>
                    <a:pt x="1558" y="482"/>
                    <a:pt x="1558" y="549"/>
                  </a:cubicBezTo>
                  <a:cubicBezTo>
                    <a:pt x="1558" y="672"/>
                    <a:pt x="1531" y="809"/>
                    <a:pt x="1527" y="947"/>
                  </a:cubicBezTo>
                  <a:cubicBezTo>
                    <a:pt x="1511" y="1377"/>
                    <a:pt x="1428" y="2039"/>
                    <a:pt x="1385" y="2454"/>
                  </a:cubicBezTo>
                  <a:cubicBezTo>
                    <a:pt x="1385" y="2474"/>
                    <a:pt x="1381" y="2489"/>
                    <a:pt x="1372" y="2501"/>
                  </a:cubicBezTo>
                  <a:cubicBezTo>
                    <a:pt x="1365" y="2525"/>
                    <a:pt x="1354" y="2541"/>
                    <a:pt x="1337" y="2548"/>
                  </a:cubicBezTo>
                  <a:cubicBezTo>
                    <a:pt x="1325" y="2556"/>
                    <a:pt x="1310" y="2560"/>
                    <a:pt x="1294" y="2564"/>
                  </a:cubicBezTo>
                  <a:cubicBezTo>
                    <a:pt x="1266" y="2572"/>
                    <a:pt x="1239" y="2576"/>
                    <a:pt x="1203" y="2580"/>
                  </a:cubicBezTo>
                  <a:cubicBezTo>
                    <a:pt x="1172" y="2583"/>
                    <a:pt x="1141" y="2588"/>
                    <a:pt x="1105" y="2603"/>
                  </a:cubicBezTo>
                  <a:cubicBezTo>
                    <a:pt x="1014" y="2639"/>
                    <a:pt x="908" y="2650"/>
                    <a:pt x="797" y="2650"/>
                  </a:cubicBezTo>
                  <a:cubicBezTo>
                    <a:pt x="710" y="2650"/>
                    <a:pt x="620" y="2643"/>
                    <a:pt x="533" y="2635"/>
                  </a:cubicBezTo>
                  <a:cubicBezTo>
                    <a:pt x="419" y="2619"/>
                    <a:pt x="340" y="2607"/>
                    <a:pt x="284" y="2596"/>
                  </a:cubicBezTo>
                  <a:cubicBezTo>
                    <a:pt x="245" y="2588"/>
                    <a:pt x="218" y="2580"/>
                    <a:pt x="202" y="2568"/>
                  </a:cubicBezTo>
                  <a:cubicBezTo>
                    <a:pt x="190" y="2560"/>
                    <a:pt x="182" y="2548"/>
                    <a:pt x="174" y="2536"/>
                  </a:cubicBezTo>
                  <a:cubicBezTo>
                    <a:pt x="166" y="2517"/>
                    <a:pt x="158" y="2485"/>
                    <a:pt x="155" y="2441"/>
                  </a:cubicBezTo>
                  <a:cubicBezTo>
                    <a:pt x="151" y="2399"/>
                    <a:pt x="147" y="2339"/>
                    <a:pt x="135" y="2268"/>
                  </a:cubicBezTo>
                  <a:cubicBezTo>
                    <a:pt x="95" y="1992"/>
                    <a:pt x="44" y="1381"/>
                    <a:pt x="48" y="959"/>
                  </a:cubicBezTo>
                  <a:cubicBezTo>
                    <a:pt x="44" y="841"/>
                    <a:pt x="52" y="738"/>
                    <a:pt x="60" y="663"/>
                  </a:cubicBezTo>
                  <a:cubicBezTo>
                    <a:pt x="71" y="561"/>
                    <a:pt x="95" y="454"/>
                    <a:pt x="151" y="372"/>
                  </a:cubicBezTo>
                  <a:cubicBezTo>
                    <a:pt x="194" y="308"/>
                    <a:pt x="253" y="265"/>
                    <a:pt x="320" y="226"/>
                  </a:cubicBezTo>
                  <a:cubicBezTo>
                    <a:pt x="391" y="190"/>
                    <a:pt x="466" y="163"/>
                    <a:pt x="541" y="135"/>
                  </a:cubicBezTo>
                  <a:cubicBezTo>
                    <a:pt x="648" y="99"/>
                    <a:pt x="754" y="64"/>
                    <a:pt x="864" y="48"/>
                  </a:cubicBezTo>
                  <a:cubicBezTo>
                    <a:pt x="899" y="44"/>
                    <a:pt x="931" y="44"/>
                    <a:pt x="966" y="44"/>
                  </a:cubicBezTo>
                  <a:close/>
                  <a:moveTo>
                    <a:pt x="966" y="1"/>
                  </a:moveTo>
                  <a:cubicBezTo>
                    <a:pt x="931" y="1"/>
                    <a:pt x="896" y="1"/>
                    <a:pt x="860" y="4"/>
                  </a:cubicBezTo>
                  <a:cubicBezTo>
                    <a:pt x="746" y="21"/>
                    <a:pt x="635" y="57"/>
                    <a:pt x="525" y="95"/>
                  </a:cubicBezTo>
                  <a:cubicBezTo>
                    <a:pt x="450" y="119"/>
                    <a:pt x="371" y="146"/>
                    <a:pt x="300" y="190"/>
                  </a:cubicBezTo>
                  <a:cubicBezTo>
                    <a:pt x="229" y="230"/>
                    <a:pt x="162" y="277"/>
                    <a:pt x="115" y="348"/>
                  </a:cubicBezTo>
                  <a:cubicBezTo>
                    <a:pt x="52" y="439"/>
                    <a:pt x="29" y="553"/>
                    <a:pt x="16" y="659"/>
                  </a:cubicBezTo>
                  <a:cubicBezTo>
                    <a:pt x="5" y="738"/>
                    <a:pt x="0" y="841"/>
                    <a:pt x="0" y="959"/>
                  </a:cubicBezTo>
                  <a:cubicBezTo>
                    <a:pt x="0" y="1385"/>
                    <a:pt x="52" y="1997"/>
                    <a:pt x="91" y="2272"/>
                  </a:cubicBezTo>
                  <a:cubicBezTo>
                    <a:pt x="103" y="2359"/>
                    <a:pt x="107" y="2422"/>
                    <a:pt x="115" y="2470"/>
                  </a:cubicBezTo>
                  <a:cubicBezTo>
                    <a:pt x="119" y="2505"/>
                    <a:pt x="127" y="2536"/>
                    <a:pt x="138" y="2560"/>
                  </a:cubicBezTo>
                  <a:cubicBezTo>
                    <a:pt x="151" y="2580"/>
                    <a:pt x="162" y="2596"/>
                    <a:pt x="182" y="2607"/>
                  </a:cubicBezTo>
                  <a:cubicBezTo>
                    <a:pt x="213" y="2623"/>
                    <a:pt x="253" y="2635"/>
                    <a:pt x="304" y="2647"/>
                  </a:cubicBezTo>
                  <a:cubicBezTo>
                    <a:pt x="360" y="2654"/>
                    <a:pt x="431" y="2667"/>
                    <a:pt x="525" y="2678"/>
                  </a:cubicBezTo>
                  <a:lnTo>
                    <a:pt x="529" y="2678"/>
                  </a:lnTo>
                  <a:cubicBezTo>
                    <a:pt x="615" y="2686"/>
                    <a:pt x="710" y="2694"/>
                    <a:pt x="797" y="2694"/>
                  </a:cubicBezTo>
                  <a:cubicBezTo>
                    <a:pt x="912" y="2694"/>
                    <a:pt x="1022" y="2683"/>
                    <a:pt x="1121" y="2643"/>
                  </a:cubicBezTo>
                  <a:cubicBezTo>
                    <a:pt x="1148" y="2631"/>
                    <a:pt x="1179" y="2627"/>
                    <a:pt x="1212" y="2623"/>
                  </a:cubicBezTo>
                  <a:cubicBezTo>
                    <a:pt x="1235" y="2619"/>
                    <a:pt x="1259" y="2615"/>
                    <a:pt x="1283" y="2612"/>
                  </a:cubicBezTo>
                  <a:cubicBezTo>
                    <a:pt x="1298" y="2607"/>
                    <a:pt x="1318" y="2603"/>
                    <a:pt x="1334" y="2599"/>
                  </a:cubicBezTo>
                  <a:cubicBezTo>
                    <a:pt x="1357" y="2588"/>
                    <a:pt x="1381" y="2576"/>
                    <a:pt x="1396" y="2552"/>
                  </a:cubicBezTo>
                  <a:cubicBezTo>
                    <a:pt x="1412" y="2528"/>
                    <a:pt x="1425" y="2497"/>
                    <a:pt x="1428" y="2457"/>
                  </a:cubicBezTo>
                  <a:cubicBezTo>
                    <a:pt x="1472" y="2044"/>
                    <a:pt x="1554" y="1385"/>
                    <a:pt x="1570" y="947"/>
                  </a:cubicBezTo>
                  <a:cubicBezTo>
                    <a:pt x="1574" y="814"/>
                    <a:pt x="1601" y="679"/>
                    <a:pt x="1601" y="549"/>
                  </a:cubicBezTo>
                  <a:cubicBezTo>
                    <a:pt x="1601" y="482"/>
                    <a:pt x="1594" y="415"/>
                    <a:pt x="1570" y="348"/>
                  </a:cubicBezTo>
                  <a:cubicBezTo>
                    <a:pt x="1547" y="285"/>
                    <a:pt x="1507" y="226"/>
                    <a:pt x="1448" y="170"/>
                  </a:cubicBezTo>
                  <a:cubicBezTo>
                    <a:pt x="1314" y="52"/>
                    <a:pt x="1141" y="1"/>
                    <a:pt x="966"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3" name="Google Shape;2273;p50"/>
            <p:cNvSpPr/>
            <p:nvPr/>
          </p:nvSpPr>
          <p:spPr>
            <a:xfrm>
              <a:off x="5822164" y="7837563"/>
              <a:ext cx="1093685" cy="396454"/>
            </a:xfrm>
            <a:custGeom>
              <a:rect b="b" l="l" r="r" t="t"/>
              <a:pathLst>
                <a:path extrusionOk="0" h="1011" w="2789">
                  <a:moveTo>
                    <a:pt x="20" y="1"/>
                  </a:moveTo>
                  <a:cubicBezTo>
                    <a:pt x="4" y="107"/>
                    <a:pt x="0" y="217"/>
                    <a:pt x="0" y="323"/>
                  </a:cubicBezTo>
                  <a:cubicBezTo>
                    <a:pt x="4" y="481"/>
                    <a:pt x="24" y="636"/>
                    <a:pt x="48" y="789"/>
                  </a:cubicBezTo>
                  <a:cubicBezTo>
                    <a:pt x="60" y="880"/>
                    <a:pt x="55" y="974"/>
                    <a:pt x="158" y="998"/>
                  </a:cubicBezTo>
                  <a:cubicBezTo>
                    <a:pt x="189" y="1006"/>
                    <a:pt x="223" y="1009"/>
                    <a:pt x="258" y="1009"/>
                  </a:cubicBezTo>
                  <a:cubicBezTo>
                    <a:pt x="330" y="1009"/>
                    <a:pt x="407" y="998"/>
                    <a:pt x="470" y="998"/>
                  </a:cubicBezTo>
                  <a:cubicBezTo>
                    <a:pt x="477" y="998"/>
                    <a:pt x="486" y="998"/>
                    <a:pt x="493" y="990"/>
                  </a:cubicBezTo>
                  <a:cubicBezTo>
                    <a:pt x="497" y="986"/>
                    <a:pt x="497" y="982"/>
                    <a:pt x="501" y="978"/>
                  </a:cubicBezTo>
                  <a:cubicBezTo>
                    <a:pt x="517" y="923"/>
                    <a:pt x="525" y="867"/>
                    <a:pt x="533" y="813"/>
                  </a:cubicBezTo>
                  <a:cubicBezTo>
                    <a:pt x="599" y="836"/>
                    <a:pt x="623" y="931"/>
                    <a:pt x="694" y="962"/>
                  </a:cubicBezTo>
                  <a:cubicBezTo>
                    <a:pt x="738" y="980"/>
                    <a:pt x="789" y="985"/>
                    <a:pt x="841" y="985"/>
                  </a:cubicBezTo>
                  <a:cubicBezTo>
                    <a:pt x="893" y="985"/>
                    <a:pt x="945" y="980"/>
                    <a:pt x="990" y="978"/>
                  </a:cubicBezTo>
                  <a:cubicBezTo>
                    <a:pt x="1114" y="972"/>
                    <a:pt x="1239" y="969"/>
                    <a:pt x="1364" y="969"/>
                  </a:cubicBezTo>
                  <a:cubicBezTo>
                    <a:pt x="1556" y="969"/>
                    <a:pt x="1749" y="976"/>
                    <a:pt x="1940" y="990"/>
                  </a:cubicBezTo>
                  <a:cubicBezTo>
                    <a:pt x="2052" y="999"/>
                    <a:pt x="2166" y="1010"/>
                    <a:pt x="2279" y="1010"/>
                  </a:cubicBezTo>
                  <a:cubicBezTo>
                    <a:pt x="2317" y="1010"/>
                    <a:pt x="2356" y="1009"/>
                    <a:pt x="2394" y="1006"/>
                  </a:cubicBezTo>
                  <a:cubicBezTo>
                    <a:pt x="2473" y="998"/>
                    <a:pt x="2705" y="994"/>
                    <a:pt x="2749" y="915"/>
                  </a:cubicBezTo>
                  <a:cubicBezTo>
                    <a:pt x="2788" y="848"/>
                    <a:pt x="2717" y="769"/>
                    <a:pt x="2650" y="725"/>
                  </a:cubicBezTo>
                  <a:cubicBezTo>
                    <a:pt x="2315" y="513"/>
                    <a:pt x="1901" y="465"/>
                    <a:pt x="1511" y="394"/>
                  </a:cubicBezTo>
                  <a:cubicBezTo>
                    <a:pt x="1491" y="390"/>
                    <a:pt x="1467" y="387"/>
                    <a:pt x="1456" y="375"/>
                  </a:cubicBezTo>
                  <a:cubicBezTo>
                    <a:pt x="1436" y="359"/>
                    <a:pt x="1427" y="336"/>
                    <a:pt x="1424" y="312"/>
                  </a:cubicBezTo>
                  <a:cubicBezTo>
                    <a:pt x="1396" y="217"/>
                    <a:pt x="1380" y="119"/>
                    <a:pt x="1376" y="16"/>
                  </a:cubicBezTo>
                  <a:cubicBezTo>
                    <a:pt x="1345" y="9"/>
                    <a:pt x="1312" y="7"/>
                    <a:pt x="1278" y="7"/>
                  </a:cubicBezTo>
                  <a:cubicBezTo>
                    <a:pt x="1210" y="7"/>
                    <a:pt x="1139" y="16"/>
                    <a:pt x="1073" y="16"/>
                  </a:cubicBezTo>
                  <a:cubicBezTo>
                    <a:pt x="954" y="12"/>
                    <a:pt x="841" y="12"/>
                    <a:pt x="722" y="12"/>
                  </a:cubicBezTo>
                  <a:cubicBezTo>
                    <a:pt x="490" y="8"/>
                    <a:pt x="253" y="4"/>
                    <a:pt x="20"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4" name="Google Shape;2274;p50"/>
            <p:cNvSpPr/>
            <p:nvPr/>
          </p:nvSpPr>
          <p:spPr>
            <a:xfrm>
              <a:off x="5814321" y="7829720"/>
              <a:ext cx="1098391" cy="413316"/>
            </a:xfrm>
            <a:custGeom>
              <a:rect b="b" l="l" r="r" t="t"/>
              <a:pathLst>
                <a:path extrusionOk="0" h="1054" w="2801">
                  <a:moveTo>
                    <a:pt x="57" y="44"/>
                  </a:moveTo>
                  <a:lnTo>
                    <a:pt x="57" y="44"/>
                  </a:lnTo>
                  <a:cubicBezTo>
                    <a:pt x="285" y="44"/>
                    <a:pt x="515" y="48"/>
                    <a:pt x="742" y="52"/>
                  </a:cubicBezTo>
                  <a:cubicBezTo>
                    <a:pt x="861" y="56"/>
                    <a:pt x="974" y="56"/>
                    <a:pt x="1093" y="56"/>
                  </a:cubicBezTo>
                  <a:lnTo>
                    <a:pt x="1105" y="56"/>
                  </a:lnTo>
                  <a:cubicBezTo>
                    <a:pt x="1168" y="56"/>
                    <a:pt x="1231" y="48"/>
                    <a:pt x="1294" y="48"/>
                  </a:cubicBezTo>
                  <a:cubicBezTo>
                    <a:pt x="1323" y="48"/>
                    <a:pt x="1350" y="51"/>
                    <a:pt x="1373" y="56"/>
                  </a:cubicBezTo>
                  <a:lnTo>
                    <a:pt x="1373" y="56"/>
                  </a:lnTo>
                  <a:cubicBezTo>
                    <a:pt x="1378" y="149"/>
                    <a:pt x="1398" y="246"/>
                    <a:pt x="1420" y="339"/>
                  </a:cubicBezTo>
                  <a:cubicBezTo>
                    <a:pt x="1424" y="352"/>
                    <a:pt x="1428" y="363"/>
                    <a:pt x="1436" y="375"/>
                  </a:cubicBezTo>
                  <a:cubicBezTo>
                    <a:pt x="1440" y="387"/>
                    <a:pt x="1447" y="399"/>
                    <a:pt x="1460" y="410"/>
                  </a:cubicBezTo>
                  <a:cubicBezTo>
                    <a:pt x="1471" y="419"/>
                    <a:pt x="1483" y="423"/>
                    <a:pt x="1491" y="427"/>
                  </a:cubicBezTo>
                  <a:cubicBezTo>
                    <a:pt x="1503" y="430"/>
                    <a:pt x="1515" y="434"/>
                    <a:pt x="1527" y="434"/>
                  </a:cubicBezTo>
                  <a:cubicBezTo>
                    <a:pt x="1720" y="470"/>
                    <a:pt x="1921" y="501"/>
                    <a:pt x="2115" y="549"/>
                  </a:cubicBezTo>
                  <a:cubicBezTo>
                    <a:pt x="2308" y="596"/>
                    <a:pt x="2493" y="659"/>
                    <a:pt x="2659" y="765"/>
                  </a:cubicBezTo>
                  <a:cubicBezTo>
                    <a:pt x="2686" y="781"/>
                    <a:pt x="2710" y="801"/>
                    <a:pt x="2730" y="825"/>
                  </a:cubicBezTo>
                  <a:cubicBezTo>
                    <a:pt x="2737" y="836"/>
                    <a:pt x="2745" y="849"/>
                    <a:pt x="2749" y="860"/>
                  </a:cubicBezTo>
                  <a:cubicBezTo>
                    <a:pt x="2757" y="872"/>
                    <a:pt x="2757" y="884"/>
                    <a:pt x="2757" y="896"/>
                  </a:cubicBezTo>
                  <a:cubicBezTo>
                    <a:pt x="2757" y="904"/>
                    <a:pt x="2757" y="916"/>
                    <a:pt x="2749" y="923"/>
                  </a:cubicBezTo>
                  <a:cubicBezTo>
                    <a:pt x="2745" y="931"/>
                    <a:pt x="2741" y="939"/>
                    <a:pt x="2734" y="943"/>
                  </a:cubicBezTo>
                  <a:cubicBezTo>
                    <a:pt x="2717" y="955"/>
                    <a:pt x="2694" y="967"/>
                    <a:pt x="2666" y="974"/>
                  </a:cubicBezTo>
                  <a:cubicBezTo>
                    <a:pt x="2623" y="982"/>
                    <a:pt x="2575" y="991"/>
                    <a:pt x="2528" y="994"/>
                  </a:cubicBezTo>
                  <a:cubicBezTo>
                    <a:pt x="2481" y="998"/>
                    <a:pt x="2441" y="1002"/>
                    <a:pt x="2414" y="1002"/>
                  </a:cubicBezTo>
                  <a:cubicBezTo>
                    <a:pt x="2370" y="1006"/>
                    <a:pt x="2331" y="1006"/>
                    <a:pt x="2292" y="1006"/>
                  </a:cubicBezTo>
                  <a:cubicBezTo>
                    <a:pt x="2181" y="1006"/>
                    <a:pt x="2071" y="998"/>
                    <a:pt x="1960" y="991"/>
                  </a:cubicBezTo>
                  <a:cubicBezTo>
                    <a:pt x="1771" y="974"/>
                    <a:pt x="1586" y="967"/>
                    <a:pt x="1396" y="967"/>
                  </a:cubicBezTo>
                  <a:cubicBezTo>
                    <a:pt x="1267" y="967"/>
                    <a:pt x="1140" y="971"/>
                    <a:pt x="1010" y="978"/>
                  </a:cubicBezTo>
                  <a:cubicBezTo>
                    <a:pt x="963" y="978"/>
                    <a:pt x="912" y="987"/>
                    <a:pt x="864" y="987"/>
                  </a:cubicBezTo>
                  <a:cubicBezTo>
                    <a:pt x="813" y="987"/>
                    <a:pt x="766" y="978"/>
                    <a:pt x="726" y="963"/>
                  </a:cubicBezTo>
                  <a:cubicBezTo>
                    <a:pt x="710" y="955"/>
                    <a:pt x="699" y="947"/>
                    <a:pt x="687" y="935"/>
                  </a:cubicBezTo>
                  <a:cubicBezTo>
                    <a:pt x="667" y="916"/>
                    <a:pt x="652" y="892"/>
                    <a:pt x="632" y="868"/>
                  </a:cubicBezTo>
                  <a:cubicBezTo>
                    <a:pt x="624" y="856"/>
                    <a:pt x="612" y="845"/>
                    <a:pt x="600" y="836"/>
                  </a:cubicBezTo>
                  <a:cubicBezTo>
                    <a:pt x="588" y="825"/>
                    <a:pt x="572" y="816"/>
                    <a:pt x="557" y="813"/>
                  </a:cubicBezTo>
                  <a:cubicBezTo>
                    <a:pt x="555" y="811"/>
                    <a:pt x="552" y="810"/>
                    <a:pt x="549" y="810"/>
                  </a:cubicBezTo>
                  <a:cubicBezTo>
                    <a:pt x="546" y="810"/>
                    <a:pt x="543" y="811"/>
                    <a:pt x="541" y="813"/>
                  </a:cubicBezTo>
                  <a:cubicBezTo>
                    <a:pt x="533" y="816"/>
                    <a:pt x="529" y="825"/>
                    <a:pt x="529" y="829"/>
                  </a:cubicBezTo>
                  <a:cubicBezTo>
                    <a:pt x="525" y="884"/>
                    <a:pt x="513" y="939"/>
                    <a:pt x="497" y="991"/>
                  </a:cubicBezTo>
                  <a:lnTo>
                    <a:pt x="497" y="994"/>
                  </a:lnTo>
                  <a:lnTo>
                    <a:pt x="490" y="994"/>
                  </a:lnTo>
                  <a:cubicBezTo>
                    <a:pt x="433" y="998"/>
                    <a:pt x="368" y="1007"/>
                    <a:pt x="309" y="1007"/>
                  </a:cubicBezTo>
                  <a:cubicBezTo>
                    <a:pt x="298" y="1007"/>
                    <a:pt x="287" y="1006"/>
                    <a:pt x="277" y="1006"/>
                  </a:cubicBezTo>
                  <a:cubicBezTo>
                    <a:pt x="241" y="1006"/>
                    <a:pt x="210" y="1006"/>
                    <a:pt x="182" y="998"/>
                  </a:cubicBezTo>
                  <a:cubicBezTo>
                    <a:pt x="162" y="994"/>
                    <a:pt x="146" y="982"/>
                    <a:pt x="135" y="974"/>
                  </a:cubicBezTo>
                  <a:cubicBezTo>
                    <a:pt x="127" y="967"/>
                    <a:pt x="119" y="955"/>
                    <a:pt x="115" y="943"/>
                  </a:cubicBezTo>
                  <a:cubicBezTo>
                    <a:pt x="107" y="927"/>
                    <a:pt x="104" y="907"/>
                    <a:pt x="99" y="884"/>
                  </a:cubicBezTo>
                  <a:cubicBezTo>
                    <a:pt x="95" y="860"/>
                    <a:pt x="91" y="833"/>
                    <a:pt x="88" y="809"/>
                  </a:cubicBezTo>
                  <a:cubicBezTo>
                    <a:pt x="68" y="656"/>
                    <a:pt x="48" y="498"/>
                    <a:pt x="44" y="343"/>
                  </a:cubicBezTo>
                  <a:lnTo>
                    <a:pt x="44" y="285"/>
                  </a:lnTo>
                  <a:cubicBezTo>
                    <a:pt x="44" y="204"/>
                    <a:pt x="47" y="125"/>
                    <a:pt x="57" y="44"/>
                  </a:cubicBezTo>
                  <a:close/>
                  <a:moveTo>
                    <a:pt x="40" y="1"/>
                  </a:moveTo>
                  <a:cubicBezTo>
                    <a:pt x="28" y="1"/>
                    <a:pt x="20" y="4"/>
                    <a:pt x="20" y="17"/>
                  </a:cubicBezTo>
                  <a:cubicBezTo>
                    <a:pt x="4" y="107"/>
                    <a:pt x="0" y="198"/>
                    <a:pt x="0" y="285"/>
                  </a:cubicBezTo>
                  <a:lnTo>
                    <a:pt x="0" y="343"/>
                  </a:lnTo>
                  <a:cubicBezTo>
                    <a:pt x="4" y="501"/>
                    <a:pt x="24" y="659"/>
                    <a:pt x="44" y="813"/>
                  </a:cubicBezTo>
                  <a:cubicBezTo>
                    <a:pt x="52" y="856"/>
                    <a:pt x="56" y="904"/>
                    <a:pt x="68" y="947"/>
                  </a:cubicBezTo>
                  <a:cubicBezTo>
                    <a:pt x="75" y="967"/>
                    <a:pt x="88" y="987"/>
                    <a:pt x="104" y="1006"/>
                  </a:cubicBezTo>
                  <a:cubicBezTo>
                    <a:pt x="123" y="1022"/>
                    <a:pt x="142" y="1034"/>
                    <a:pt x="170" y="1042"/>
                  </a:cubicBezTo>
                  <a:cubicBezTo>
                    <a:pt x="206" y="1049"/>
                    <a:pt x="241" y="1053"/>
                    <a:pt x="277" y="1053"/>
                  </a:cubicBezTo>
                  <a:cubicBezTo>
                    <a:pt x="348" y="1053"/>
                    <a:pt x="426" y="1042"/>
                    <a:pt x="490" y="1038"/>
                  </a:cubicBezTo>
                  <a:lnTo>
                    <a:pt x="506" y="1038"/>
                  </a:lnTo>
                  <a:cubicBezTo>
                    <a:pt x="513" y="1038"/>
                    <a:pt x="521" y="1034"/>
                    <a:pt x="529" y="1026"/>
                  </a:cubicBezTo>
                  <a:cubicBezTo>
                    <a:pt x="533" y="1022"/>
                    <a:pt x="537" y="1018"/>
                    <a:pt x="537" y="1014"/>
                  </a:cubicBezTo>
                  <a:cubicBezTo>
                    <a:pt x="541" y="1010"/>
                    <a:pt x="541" y="1006"/>
                    <a:pt x="541" y="1002"/>
                  </a:cubicBezTo>
                  <a:cubicBezTo>
                    <a:pt x="554" y="957"/>
                    <a:pt x="564" y="912"/>
                    <a:pt x="569" y="866"/>
                  </a:cubicBezTo>
                  <a:lnTo>
                    <a:pt x="569" y="866"/>
                  </a:lnTo>
                  <a:cubicBezTo>
                    <a:pt x="573" y="869"/>
                    <a:pt x="577" y="872"/>
                    <a:pt x="581" y="876"/>
                  </a:cubicBezTo>
                  <a:cubicBezTo>
                    <a:pt x="600" y="892"/>
                    <a:pt x="616" y="920"/>
                    <a:pt x="635" y="943"/>
                  </a:cubicBezTo>
                  <a:cubicBezTo>
                    <a:pt x="652" y="967"/>
                    <a:pt x="675" y="991"/>
                    <a:pt x="706" y="1002"/>
                  </a:cubicBezTo>
                  <a:cubicBezTo>
                    <a:pt x="754" y="1022"/>
                    <a:pt x="809" y="1029"/>
                    <a:pt x="864" y="1029"/>
                  </a:cubicBezTo>
                  <a:cubicBezTo>
                    <a:pt x="916" y="1029"/>
                    <a:pt x="967" y="1022"/>
                    <a:pt x="1010" y="1022"/>
                  </a:cubicBezTo>
                  <a:cubicBezTo>
                    <a:pt x="1140" y="1014"/>
                    <a:pt x="1270" y="1010"/>
                    <a:pt x="1396" y="1010"/>
                  </a:cubicBezTo>
                  <a:cubicBezTo>
                    <a:pt x="1586" y="1010"/>
                    <a:pt x="1771" y="1018"/>
                    <a:pt x="1957" y="1034"/>
                  </a:cubicBezTo>
                  <a:cubicBezTo>
                    <a:pt x="2067" y="1042"/>
                    <a:pt x="2177" y="1049"/>
                    <a:pt x="2292" y="1049"/>
                  </a:cubicBezTo>
                  <a:cubicBezTo>
                    <a:pt x="2331" y="1049"/>
                    <a:pt x="2375" y="1049"/>
                    <a:pt x="2417" y="1045"/>
                  </a:cubicBezTo>
                  <a:cubicBezTo>
                    <a:pt x="2434" y="1045"/>
                    <a:pt x="2465" y="1042"/>
                    <a:pt x="2501" y="1042"/>
                  </a:cubicBezTo>
                  <a:cubicBezTo>
                    <a:pt x="2552" y="1038"/>
                    <a:pt x="2611" y="1029"/>
                    <a:pt x="2663" y="1018"/>
                  </a:cubicBezTo>
                  <a:cubicBezTo>
                    <a:pt x="2690" y="1010"/>
                    <a:pt x="2717" y="1002"/>
                    <a:pt x="2737" y="991"/>
                  </a:cubicBezTo>
                  <a:cubicBezTo>
                    <a:pt x="2761" y="982"/>
                    <a:pt x="2777" y="967"/>
                    <a:pt x="2788" y="947"/>
                  </a:cubicBezTo>
                  <a:cubicBezTo>
                    <a:pt x="2796" y="931"/>
                    <a:pt x="2801" y="911"/>
                    <a:pt x="2801" y="896"/>
                  </a:cubicBezTo>
                  <a:cubicBezTo>
                    <a:pt x="2801" y="876"/>
                    <a:pt x="2796" y="860"/>
                    <a:pt x="2792" y="845"/>
                  </a:cubicBezTo>
                  <a:cubicBezTo>
                    <a:pt x="2781" y="821"/>
                    <a:pt x="2765" y="798"/>
                    <a:pt x="2745" y="778"/>
                  </a:cubicBezTo>
                  <a:cubicBezTo>
                    <a:pt x="2725" y="758"/>
                    <a:pt x="2706" y="742"/>
                    <a:pt x="2682" y="727"/>
                  </a:cubicBezTo>
                  <a:cubicBezTo>
                    <a:pt x="2512" y="620"/>
                    <a:pt x="2323" y="552"/>
                    <a:pt x="2126" y="505"/>
                  </a:cubicBezTo>
                  <a:cubicBezTo>
                    <a:pt x="1929" y="458"/>
                    <a:pt x="1728" y="430"/>
                    <a:pt x="1534" y="391"/>
                  </a:cubicBezTo>
                  <a:cubicBezTo>
                    <a:pt x="1523" y="391"/>
                    <a:pt x="1515" y="387"/>
                    <a:pt x="1507" y="387"/>
                  </a:cubicBezTo>
                  <a:cubicBezTo>
                    <a:pt x="1499" y="383"/>
                    <a:pt x="1491" y="379"/>
                    <a:pt x="1487" y="375"/>
                  </a:cubicBezTo>
                  <a:cubicBezTo>
                    <a:pt x="1483" y="372"/>
                    <a:pt x="1480" y="367"/>
                    <a:pt x="1476" y="356"/>
                  </a:cubicBezTo>
                  <a:cubicBezTo>
                    <a:pt x="1471" y="348"/>
                    <a:pt x="1467" y="339"/>
                    <a:pt x="1464" y="328"/>
                  </a:cubicBezTo>
                  <a:cubicBezTo>
                    <a:pt x="1436" y="233"/>
                    <a:pt x="1420" y="135"/>
                    <a:pt x="1416" y="36"/>
                  </a:cubicBezTo>
                  <a:cubicBezTo>
                    <a:pt x="1416" y="28"/>
                    <a:pt x="1409" y="17"/>
                    <a:pt x="1400" y="17"/>
                  </a:cubicBezTo>
                  <a:cubicBezTo>
                    <a:pt x="1365" y="8"/>
                    <a:pt x="1329" y="4"/>
                    <a:pt x="1294" y="4"/>
                  </a:cubicBezTo>
                  <a:cubicBezTo>
                    <a:pt x="1227" y="4"/>
                    <a:pt x="1164" y="12"/>
                    <a:pt x="1105" y="12"/>
                  </a:cubicBezTo>
                  <a:lnTo>
                    <a:pt x="1093" y="12"/>
                  </a:lnTo>
                  <a:cubicBezTo>
                    <a:pt x="979" y="12"/>
                    <a:pt x="861" y="8"/>
                    <a:pt x="742" y="8"/>
                  </a:cubicBezTo>
                  <a:cubicBezTo>
                    <a:pt x="510" y="4"/>
                    <a:pt x="273" y="1"/>
                    <a:pt x="40"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5" name="Google Shape;2275;p50"/>
            <p:cNvSpPr/>
            <p:nvPr/>
          </p:nvSpPr>
          <p:spPr>
            <a:xfrm>
              <a:off x="5087694" y="1855136"/>
              <a:ext cx="693308" cy="803495"/>
            </a:xfrm>
            <a:custGeom>
              <a:rect b="b" l="l" r="r" t="t"/>
              <a:pathLst>
                <a:path extrusionOk="0" h="2049" w="1768">
                  <a:moveTo>
                    <a:pt x="1133" y="1"/>
                  </a:moveTo>
                  <a:cubicBezTo>
                    <a:pt x="1111" y="1"/>
                    <a:pt x="1088" y="2"/>
                    <a:pt x="1065" y="4"/>
                  </a:cubicBezTo>
                  <a:cubicBezTo>
                    <a:pt x="883" y="20"/>
                    <a:pt x="710" y="123"/>
                    <a:pt x="603" y="277"/>
                  </a:cubicBezTo>
                  <a:cubicBezTo>
                    <a:pt x="532" y="383"/>
                    <a:pt x="494" y="509"/>
                    <a:pt x="454" y="632"/>
                  </a:cubicBezTo>
                  <a:cubicBezTo>
                    <a:pt x="383" y="845"/>
                    <a:pt x="304" y="1058"/>
                    <a:pt x="248" y="1274"/>
                  </a:cubicBezTo>
                  <a:cubicBezTo>
                    <a:pt x="233" y="1337"/>
                    <a:pt x="245" y="1396"/>
                    <a:pt x="221" y="1460"/>
                  </a:cubicBezTo>
                  <a:cubicBezTo>
                    <a:pt x="197" y="1518"/>
                    <a:pt x="162" y="1570"/>
                    <a:pt x="126" y="1617"/>
                  </a:cubicBezTo>
                  <a:cubicBezTo>
                    <a:pt x="64" y="1711"/>
                    <a:pt x="1" y="1826"/>
                    <a:pt x="52" y="1928"/>
                  </a:cubicBezTo>
                  <a:cubicBezTo>
                    <a:pt x="79" y="1992"/>
                    <a:pt x="150" y="2031"/>
                    <a:pt x="221" y="2043"/>
                  </a:cubicBezTo>
                  <a:cubicBezTo>
                    <a:pt x="247" y="2047"/>
                    <a:pt x="273" y="2049"/>
                    <a:pt x="299" y="2049"/>
                  </a:cubicBezTo>
                  <a:cubicBezTo>
                    <a:pt x="344" y="2049"/>
                    <a:pt x="389" y="2044"/>
                    <a:pt x="434" y="2039"/>
                  </a:cubicBezTo>
                  <a:cubicBezTo>
                    <a:pt x="599" y="2022"/>
                    <a:pt x="765" y="2016"/>
                    <a:pt x="931" y="2016"/>
                  </a:cubicBezTo>
                  <a:cubicBezTo>
                    <a:pt x="1158" y="2016"/>
                    <a:pt x="1385" y="2027"/>
                    <a:pt x="1613" y="2039"/>
                  </a:cubicBezTo>
                  <a:cubicBezTo>
                    <a:pt x="1653" y="1751"/>
                    <a:pt x="1684" y="1464"/>
                    <a:pt x="1712" y="1171"/>
                  </a:cubicBezTo>
                  <a:cubicBezTo>
                    <a:pt x="1731" y="923"/>
                    <a:pt x="1767" y="651"/>
                    <a:pt x="1684" y="410"/>
                  </a:cubicBezTo>
                  <a:cubicBezTo>
                    <a:pt x="1597" y="164"/>
                    <a:pt x="1393" y="1"/>
                    <a:pt x="1133" y="1"/>
                  </a:cubicBezTo>
                  <a:close/>
                </a:path>
              </a:pathLst>
            </a:custGeom>
            <a:solidFill>
              <a:srgbClr val="1C1C1B"/>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6" name="Google Shape;2276;p50"/>
            <p:cNvSpPr/>
            <p:nvPr/>
          </p:nvSpPr>
          <p:spPr>
            <a:xfrm>
              <a:off x="5092008" y="1845725"/>
              <a:ext cx="685465" cy="821533"/>
            </a:xfrm>
            <a:custGeom>
              <a:rect b="b" l="l" r="r" t="t"/>
              <a:pathLst>
                <a:path extrusionOk="0" h="2095" w="1748">
                  <a:moveTo>
                    <a:pt x="1118" y="44"/>
                  </a:moveTo>
                  <a:cubicBezTo>
                    <a:pt x="1243" y="44"/>
                    <a:pt x="1358" y="83"/>
                    <a:pt x="1449" y="154"/>
                  </a:cubicBezTo>
                  <a:cubicBezTo>
                    <a:pt x="1539" y="221"/>
                    <a:pt x="1610" y="320"/>
                    <a:pt x="1653" y="443"/>
                  </a:cubicBezTo>
                  <a:cubicBezTo>
                    <a:pt x="1693" y="553"/>
                    <a:pt x="1704" y="671"/>
                    <a:pt x="1704" y="793"/>
                  </a:cubicBezTo>
                  <a:cubicBezTo>
                    <a:pt x="1704" y="927"/>
                    <a:pt x="1689" y="1065"/>
                    <a:pt x="1677" y="1195"/>
                  </a:cubicBezTo>
                  <a:cubicBezTo>
                    <a:pt x="1654" y="1477"/>
                    <a:pt x="1620" y="1758"/>
                    <a:pt x="1581" y="2038"/>
                  </a:cubicBezTo>
                  <a:lnTo>
                    <a:pt x="1581" y="2038"/>
                  </a:lnTo>
                  <a:cubicBezTo>
                    <a:pt x="1359" y="2027"/>
                    <a:pt x="1142" y="2019"/>
                    <a:pt x="920" y="2019"/>
                  </a:cubicBezTo>
                  <a:cubicBezTo>
                    <a:pt x="754" y="2019"/>
                    <a:pt x="585" y="2023"/>
                    <a:pt x="419" y="2039"/>
                  </a:cubicBezTo>
                  <a:cubicBezTo>
                    <a:pt x="376" y="2047"/>
                    <a:pt x="328" y="2052"/>
                    <a:pt x="285" y="2052"/>
                  </a:cubicBezTo>
                  <a:cubicBezTo>
                    <a:pt x="261" y="2052"/>
                    <a:pt x="237" y="2052"/>
                    <a:pt x="214" y="2043"/>
                  </a:cubicBezTo>
                  <a:cubicBezTo>
                    <a:pt x="183" y="2039"/>
                    <a:pt x="148" y="2028"/>
                    <a:pt x="119" y="2012"/>
                  </a:cubicBezTo>
                  <a:cubicBezTo>
                    <a:pt x="96" y="1992"/>
                    <a:pt x="72" y="1968"/>
                    <a:pt x="60" y="1941"/>
                  </a:cubicBezTo>
                  <a:cubicBezTo>
                    <a:pt x="48" y="1921"/>
                    <a:pt x="44" y="1897"/>
                    <a:pt x="44" y="1874"/>
                  </a:cubicBezTo>
                  <a:cubicBezTo>
                    <a:pt x="44" y="1839"/>
                    <a:pt x="53" y="1799"/>
                    <a:pt x="72" y="1763"/>
                  </a:cubicBezTo>
                  <a:cubicBezTo>
                    <a:pt x="88" y="1724"/>
                    <a:pt x="108" y="1688"/>
                    <a:pt x="131" y="1657"/>
                  </a:cubicBezTo>
                  <a:cubicBezTo>
                    <a:pt x="166" y="1606"/>
                    <a:pt x="206" y="1555"/>
                    <a:pt x="230" y="1491"/>
                  </a:cubicBezTo>
                  <a:cubicBezTo>
                    <a:pt x="246" y="1455"/>
                    <a:pt x="246" y="1424"/>
                    <a:pt x="250" y="1393"/>
                  </a:cubicBezTo>
                  <a:cubicBezTo>
                    <a:pt x="254" y="1361"/>
                    <a:pt x="254" y="1333"/>
                    <a:pt x="261" y="1302"/>
                  </a:cubicBezTo>
                  <a:cubicBezTo>
                    <a:pt x="317" y="1085"/>
                    <a:pt x="392" y="876"/>
                    <a:pt x="463" y="663"/>
                  </a:cubicBezTo>
                  <a:cubicBezTo>
                    <a:pt x="502" y="537"/>
                    <a:pt x="541" y="414"/>
                    <a:pt x="612" y="312"/>
                  </a:cubicBezTo>
                  <a:cubicBezTo>
                    <a:pt x="711" y="166"/>
                    <a:pt x="881" y="64"/>
                    <a:pt x="1054" y="48"/>
                  </a:cubicBezTo>
                  <a:cubicBezTo>
                    <a:pt x="1078" y="48"/>
                    <a:pt x="1098" y="44"/>
                    <a:pt x="1118" y="44"/>
                  </a:cubicBezTo>
                  <a:close/>
                  <a:moveTo>
                    <a:pt x="1118" y="1"/>
                  </a:moveTo>
                  <a:cubicBezTo>
                    <a:pt x="1098" y="1"/>
                    <a:pt x="1074" y="1"/>
                    <a:pt x="1050" y="5"/>
                  </a:cubicBezTo>
                  <a:cubicBezTo>
                    <a:pt x="861" y="24"/>
                    <a:pt x="683" y="130"/>
                    <a:pt x="577" y="285"/>
                  </a:cubicBezTo>
                  <a:cubicBezTo>
                    <a:pt x="498" y="399"/>
                    <a:pt x="463" y="525"/>
                    <a:pt x="419" y="647"/>
                  </a:cubicBezTo>
                  <a:cubicBezTo>
                    <a:pt x="352" y="860"/>
                    <a:pt x="273" y="1073"/>
                    <a:pt x="219" y="1294"/>
                  </a:cubicBezTo>
                  <a:cubicBezTo>
                    <a:pt x="210" y="1326"/>
                    <a:pt x="210" y="1361"/>
                    <a:pt x="206" y="1389"/>
                  </a:cubicBezTo>
                  <a:cubicBezTo>
                    <a:pt x="202" y="1420"/>
                    <a:pt x="202" y="1448"/>
                    <a:pt x="190" y="1475"/>
                  </a:cubicBezTo>
                  <a:cubicBezTo>
                    <a:pt x="166" y="1531"/>
                    <a:pt x="131" y="1578"/>
                    <a:pt x="96" y="1629"/>
                  </a:cubicBezTo>
                  <a:cubicBezTo>
                    <a:pt x="72" y="1665"/>
                    <a:pt x="48" y="1704"/>
                    <a:pt x="29" y="1744"/>
                  </a:cubicBezTo>
                  <a:cubicBezTo>
                    <a:pt x="13" y="1787"/>
                    <a:pt x="1" y="1830"/>
                    <a:pt x="1" y="1874"/>
                  </a:cubicBezTo>
                  <a:cubicBezTo>
                    <a:pt x="1" y="1901"/>
                    <a:pt x="6" y="1933"/>
                    <a:pt x="21" y="1961"/>
                  </a:cubicBezTo>
                  <a:cubicBezTo>
                    <a:pt x="37" y="1996"/>
                    <a:pt x="64" y="2028"/>
                    <a:pt x="100" y="2047"/>
                  </a:cubicBezTo>
                  <a:cubicBezTo>
                    <a:pt x="131" y="2067"/>
                    <a:pt x="166" y="2083"/>
                    <a:pt x="206" y="2087"/>
                  </a:cubicBezTo>
                  <a:cubicBezTo>
                    <a:pt x="234" y="2094"/>
                    <a:pt x="257" y="2094"/>
                    <a:pt x="285" y="2094"/>
                  </a:cubicBezTo>
                  <a:cubicBezTo>
                    <a:pt x="332" y="2094"/>
                    <a:pt x="379" y="2090"/>
                    <a:pt x="423" y="2083"/>
                  </a:cubicBezTo>
                  <a:cubicBezTo>
                    <a:pt x="589" y="2067"/>
                    <a:pt x="754" y="2063"/>
                    <a:pt x="920" y="2063"/>
                  </a:cubicBezTo>
                  <a:cubicBezTo>
                    <a:pt x="1145" y="2063"/>
                    <a:pt x="1373" y="2075"/>
                    <a:pt x="1598" y="2083"/>
                  </a:cubicBezTo>
                  <a:cubicBezTo>
                    <a:pt x="1600" y="2083"/>
                    <a:pt x="1602" y="2084"/>
                    <a:pt x="1604" y="2084"/>
                  </a:cubicBezTo>
                  <a:cubicBezTo>
                    <a:pt x="1614" y="2084"/>
                    <a:pt x="1622" y="2077"/>
                    <a:pt x="1622" y="2067"/>
                  </a:cubicBezTo>
                  <a:cubicBezTo>
                    <a:pt x="1662" y="1779"/>
                    <a:pt x="1697" y="1488"/>
                    <a:pt x="1720" y="1200"/>
                  </a:cubicBezTo>
                  <a:cubicBezTo>
                    <a:pt x="1733" y="1069"/>
                    <a:pt x="1748" y="931"/>
                    <a:pt x="1748" y="793"/>
                  </a:cubicBezTo>
                  <a:cubicBezTo>
                    <a:pt x="1748" y="671"/>
                    <a:pt x="1736" y="545"/>
                    <a:pt x="1693" y="427"/>
                  </a:cubicBezTo>
                  <a:cubicBezTo>
                    <a:pt x="1649" y="301"/>
                    <a:pt x="1575" y="194"/>
                    <a:pt x="1476" y="119"/>
                  </a:cubicBezTo>
                  <a:cubicBezTo>
                    <a:pt x="1373" y="44"/>
                    <a:pt x="1255" y="1"/>
                    <a:pt x="1118" y="1"/>
                  </a:cubicBezTo>
                  <a:close/>
                </a:path>
              </a:pathLst>
            </a:custGeom>
            <a:solidFill>
              <a:srgbClr val="000000"/>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7" name="Google Shape;2277;p50"/>
            <p:cNvSpPr/>
            <p:nvPr/>
          </p:nvSpPr>
          <p:spPr>
            <a:xfrm>
              <a:off x="5910394" y="2637055"/>
              <a:ext cx="1136821" cy="914470"/>
            </a:xfrm>
            <a:custGeom>
              <a:rect b="b" l="l" r="r" t="t"/>
              <a:pathLst>
                <a:path extrusionOk="0" h="2332" w="2899">
                  <a:moveTo>
                    <a:pt x="501" y="0"/>
                  </a:moveTo>
                  <a:cubicBezTo>
                    <a:pt x="467" y="0"/>
                    <a:pt x="435" y="5"/>
                    <a:pt x="403" y="17"/>
                  </a:cubicBezTo>
                  <a:cubicBezTo>
                    <a:pt x="265" y="69"/>
                    <a:pt x="150" y="187"/>
                    <a:pt x="87" y="313"/>
                  </a:cubicBezTo>
                  <a:cubicBezTo>
                    <a:pt x="19" y="447"/>
                    <a:pt x="1" y="601"/>
                    <a:pt x="4" y="747"/>
                  </a:cubicBezTo>
                  <a:cubicBezTo>
                    <a:pt x="4" y="862"/>
                    <a:pt x="19" y="980"/>
                    <a:pt x="79" y="1078"/>
                  </a:cubicBezTo>
                  <a:cubicBezTo>
                    <a:pt x="158" y="1216"/>
                    <a:pt x="308" y="1299"/>
                    <a:pt x="454" y="1366"/>
                  </a:cubicBezTo>
                  <a:cubicBezTo>
                    <a:pt x="639" y="1453"/>
                    <a:pt x="816" y="1548"/>
                    <a:pt x="1006" y="1630"/>
                  </a:cubicBezTo>
                  <a:cubicBezTo>
                    <a:pt x="1242" y="1732"/>
                    <a:pt x="1463" y="1870"/>
                    <a:pt x="1664" y="2032"/>
                  </a:cubicBezTo>
                  <a:cubicBezTo>
                    <a:pt x="1806" y="2147"/>
                    <a:pt x="1941" y="2276"/>
                    <a:pt x="2114" y="2320"/>
                  </a:cubicBezTo>
                  <a:cubicBezTo>
                    <a:pt x="2147" y="2328"/>
                    <a:pt x="2179" y="2332"/>
                    <a:pt x="2210" y="2332"/>
                  </a:cubicBezTo>
                  <a:cubicBezTo>
                    <a:pt x="2319" y="2332"/>
                    <a:pt x="2417" y="2286"/>
                    <a:pt x="2496" y="2210"/>
                  </a:cubicBezTo>
                  <a:cubicBezTo>
                    <a:pt x="2591" y="2119"/>
                    <a:pt x="2698" y="2119"/>
                    <a:pt x="2804" y="2040"/>
                  </a:cubicBezTo>
                  <a:cubicBezTo>
                    <a:pt x="2831" y="2016"/>
                    <a:pt x="2859" y="1989"/>
                    <a:pt x="2878" y="1957"/>
                  </a:cubicBezTo>
                  <a:cubicBezTo>
                    <a:pt x="2898" y="1914"/>
                    <a:pt x="2898" y="1867"/>
                    <a:pt x="2891" y="1819"/>
                  </a:cubicBezTo>
                  <a:cubicBezTo>
                    <a:pt x="2882" y="1761"/>
                    <a:pt x="2859" y="1705"/>
                    <a:pt x="2831" y="1654"/>
                  </a:cubicBezTo>
                  <a:cubicBezTo>
                    <a:pt x="2807" y="1610"/>
                    <a:pt x="2780" y="1571"/>
                    <a:pt x="2749" y="1532"/>
                  </a:cubicBezTo>
                  <a:cubicBezTo>
                    <a:pt x="2611" y="1354"/>
                    <a:pt x="2409" y="1197"/>
                    <a:pt x="2224" y="1066"/>
                  </a:cubicBezTo>
                  <a:cubicBezTo>
                    <a:pt x="1983" y="897"/>
                    <a:pt x="1743" y="727"/>
                    <a:pt x="1510" y="549"/>
                  </a:cubicBezTo>
                  <a:cubicBezTo>
                    <a:pt x="1306" y="400"/>
                    <a:pt x="1089" y="203"/>
                    <a:pt x="848" y="108"/>
                  </a:cubicBezTo>
                  <a:cubicBezTo>
                    <a:pt x="740" y="65"/>
                    <a:pt x="618" y="0"/>
                    <a:pt x="501" y="0"/>
                  </a:cubicBezTo>
                  <a:close/>
                </a:path>
              </a:pathLst>
            </a:custGeom>
            <a:solidFill>
              <a:schemeClr val="accent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8" name="Google Shape;2278;p50"/>
            <p:cNvSpPr/>
            <p:nvPr/>
          </p:nvSpPr>
          <p:spPr>
            <a:xfrm>
              <a:off x="5902552" y="2628036"/>
              <a:ext cx="1152507" cy="932901"/>
            </a:xfrm>
            <a:custGeom>
              <a:rect b="b" l="l" r="r" t="t"/>
              <a:pathLst>
                <a:path extrusionOk="0" h="2379" w="2939">
                  <a:moveTo>
                    <a:pt x="517" y="44"/>
                  </a:moveTo>
                  <a:cubicBezTo>
                    <a:pt x="572" y="44"/>
                    <a:pt x="631" y="60"/>
                    <a:pt x="691" y="84"/>
                  </a:cubicBezTo>
                  <a:cubicBezTo>
                    <a:pt x="749" y="104"/>
                    <a:pt x="805" y="131"/>
                    <a:pt x="860" y="151"/>
                  </a:cubicBezTo>
                  <a:cubicBezTo>
                    <a:pt x="978" y="199"/>
                    <a:pt x="1089" y="269"/>
                    <a:pt x="1199" y="348"/>
                  </a:cubicBezTo>
                  <a:cubicBezTo>
                    <a:pt x="1309" y="427"/>
                    <a:pt x="1412" y="514"/>
                    <a:pt x="1515" y="592"/>
                  </a:cubicBezTo>
                  <a:cubicBezTo>
                    <a:pt x="1751" y="770"/>
                    <a:pt x="1992" y="936"/>
                    <a:pt x="2232" y="1105"/>
                  </a:cubicBezTo>
                  <a:cubicBezTo>
                    <a:pt x="2414" y="1239"/>
                    <a:pt x="2614" y="1393"/>
                    <a:pt x="2753" y="1571"/>
                  </a:cubicBezTo>
                  <a:cubicBezTo>
                    <a:pt x="2784" y="1606"/>
                    <a:pt x="2812" y="1645"/>
                    <a:pt x="2831" y="1689"/>
                  </a:cubicBezTo>
                  <a:cubicBezTo>
                    <a:pt x="2860" y="1736"/>
                    <a:pt x="2883" y="1791"/>
                    <a:pt x="2891" y="1846"/>
                  </a:cubicBezTo>
                  <a:cubicBezTo>
                    <a:pt x="2891" y="1862"/>
                    <a:pt x="2895" y="1878"/>
                    <a:pt x="2895" y="1893"/>
                  </a:cubicBezTo>
                  <a:cubicBezTo>
                    <a:pt x="2895" y="1921"/>
                    <a:pt x="2891" y="1945"/>
                    <a:pt x="2879" y="1968"/>
                  </a:cubicBezTo>
                  <a:cubicBezTo>
                    <a:pt x="2863" y="1997"/>
                    <a:pt x="2840" y="2024"/>
                    <a:pt x="2808" y="2044"/>
                  </a:cubicBezTo>
                  <a:cubicBezTo>
                    <a:pt x="2760" y="2083"/>
                    <a:pt x="2709" y="2103"/>
                    <a:pt x="2658" y="2122"/>
                  </a:cubicBezTo>
                  <a:cubicBezTo>
                    <a:pt x="2603" y="2146"/>
                    <a:pt x="2552" y="2170"/>
                    <a:pt x="2500" y="2217"/>
                  </a:cubicBezTo>
                  <a:cubicBezTo>
                    <a:pt x="2425" y="2292"/>
                    <a:pt x="2331" y="2335"/>
                    <a:pt x="2232" y="2335"/>
                  </a:cubicBezTo>
                  <a:cubicBezTo>
                    <a:pt x="2201" y="2335"/>
                    <a:pt x="2174" y="2332"/>
                    <a:pt x="2141" y="2323"/>
                  </a:cubicBezTo>
                  <a:cubicBezTo>
                    <a:pt x="2059" y="2299"/>
                    <a:pt x="1984" y="2261"/>
                    <a:pt x="1909" y="2210"/>
                  </a:cubicBezTo>
                  <a:cubicBezTo>
                    <a:pt x="1838" y="2157"/>
                    <a:pt x="1771" y="2095"/>
                    <a:pt x="1700" y="2039"/>
                  </a:cubicBezTo>
                  <a:cubicBezTo>
                    <a:pt x="1495" y="1874"/>
                    <a:pt x="1274" y="1740"/>
                    <a:pt x="1033" y="1633"/>
                  </a:cubicBezTo>
                  <a:cubicBezTo>
                    <a:pt x="844" y="1551"/>
                    <a:pt x="667" y="1456"/>
                    <a:pt x="481" y="1369"/>
                  </a:cubicBezTo>
                  <a:cubicBezTo>
                    <a:pt x="410" y="1334"/>
                    <a:pt x="336" y="1298"/>
                    <a:pt x="272" y="1251"/>
                  </a:cubicBezTo>
                  <a:cubicBezTo>
                    <a:pt x="210" y="1207"/>
                    <a:pt x="154" y="1156"/>
                    <a:pt x="115" y="1089"/>
                  </a:cubicBezTo>
                  <a:cubicBezTo>
                    <a:pt x="63" y="994"/>
                    <a:pt x="48" y="885"/>
                    <a:pt x="44" y="770"/>
                  </a:cubicBezTo>
                  <a:lnTo>
                    <a:pt x="44" y="746"/>
                  </a:lnTo>
                  <a:cubicBezTo>
                    <a:pt x="44" y="608"/>
                    <a:pt x="68" y="470"/>
                    <a:pt x="127" y="348"/>
                  </a:cubicBezTo>
                  <a:cubicBezTo>
                    <a:pt x="186" y="222"/>
                    <a:pt x="300" y="108"/>
                    <a:pt x="430" y="60"/>
                  </a:cubicBezTo>
                  <a:cubicBezTo>
                    <a:pt x="458" y="48"/>
                    <a:pt x="489" y="44"/>
                    <a:pt x="517" y="44"/>
                  </a:cubicBezTo>
                  <a:close/>
                  <a:moveTo>
                    <a:pt x="517" y="1"/>
                  </a:moveTo>
                  <a:cubicBezTo>
                    <a:pt x="485" y="1"/>
                    <a:pt x="450" y="5"/>
                    <a:pt x="414" y="21"/>
                  </a:cubicBezTo>
                  <a:cubicBezTo>
                    <a:pt x="272" y="72"/>
                    <a:pt x="154" y="194"/>
                    <a:pt x="87" y="328"/>
                  </a:cubicBezTo>
                  <a:cubicBezTo>
                    <a:pt x="24" y="459"/>
                    <a:pt x="1" y="604"/>
                    <a:pt x="1" y="746"/>
                  </a:cubicBezTo>
                  <a:lnTo>
                    <a:pt x="1" y="770"/>
                  </a:lnTo>
                  <a:cubicBezTo>
                    <a:pt x="4" y="888"/>
                    <a:pt x="21" y="1007"/>
                    <a:pt x="79" y="1109"/>
                  </a:cubicBezTo>
                  <a:cubicBezTo>
                    <a:pt x="123" y="1184"/>
                    <a:pt x="181" y="1239"/>
                    <a:pt x="249" y="1287"/>
                  </a:cubicBezTo>
                  <a:cubicBezTo>
                    <a:pt x="316" y="1338"/>
                    <a:pt x="391" y="1373"/>
                    <a:pt x="462" y="1409"/>
                  </a:cubicBezTo>
                  <a:cubicBezTo>
                    <a:pt x="647" y="1495"/>
                    <a:pt x="825" y="1590"/>
                    <a:pt x="1018" y="1673"/>
                  </a:cubicBezTo>
                  <a:cubicBezTo>
                    <a:pt x="1251" y="1775"/>
                    <a:pt x="1471" y="1910"/>
                    <a:pt x="1672" y="2071"/>
                  </a:cubicBezTo>
                  <a:cubicBezTo>
                    <a:pt x="1739" y="2130"/>
                    <a:pt x="1810" y="2190"/>
                    <a:pt x="1885" y="2245"/>
                  </a:cubicBezTo>
                  <a:cubicBezTo>
                    <a:pt x="1961" y="2296"/>
                    <a:pt x="2039" y="2339"/>
                    <a:pt x="2130" y="2363"/>
                  </a:cubicBezTo>
                  <a:cubicBezTo>
                    <a:pt x="2165" y="2375"/>
                    <a:pt x="2201" y="2379"/>
                    <a:pt x="2232" y="2379"/>
                  </a:cubicBezTo>
                  <a:cubicBezTo>
                    <a:pt x="2347" y="2379"/>
                    <a:pt x="2449" y="2328"/>
                    <a:pt x="2532" y="2248"/>
                  </a:cubicBezTo>
                  <a:cubicBezTo>
                    <a:pt x="2576" y="2210"/>
                    <a:pt x="2623" y="2186"/>
                    <a:pt x="2674" y="2166"/>
                  </a:cubicBezTo>
                  <a:cubicBezTo>
                    <a:pt x="2725" y="2142"/>
                    <a:pt x="2780" y="2122"/>
                    <a:pt x="2836" y="2079"/>
                  </a:cubicBezTo>
                  <a:cubicBezTo>
                    <a:pt x="2867" y="2055"/>
                    <a:pt x="2898" y="2028"/>
                    <a:pt x="2918" y="1988"/>
                  </a:cubicBezTo>
                  <a:cubicBezTo>
                    <a:pt x="2934" y="1957"/>
                    <a:pt x="2938" y="1926"/>
                    <a:pt x="2938" y="1893"/>
                  </a:cubicBezTo>
                  <a:cubicBezTo>
                    <a:pt x="2938" y="1874"/>
                    <a:pt x="2934" y="1858"/>
                    <a:pt x="2934" y="1839"/>
                  </a:cubicBezTo>
                  <a:cubicBezTo>
                    <a:pt x="2922" y="1779"/>
                    <a:pt x="2902" y="1720"/>
                    <a:pt x="2871" y="1665"/>
                  </a:cubicBezTo>
                  <a:cubicBezTo>
                    <a:pt x="2847" y="1622"/>
                    <a:pt x="2820" y="1582"/>
                    <a:pt x="2789" y="1542"/>
                  </a:cubicBezTo>
                  <a:cubicBezTo>
                    <a:pt x="2647" y="1362"/>
                    <a:pt x="2441" y="1204"/>
                    <a:pt x="2256" y="1069"/>
                  </a:cubicBezTo>
                  <a:cubicBezTo>
                    <a:pt x="2019" y="900"/>
                    <a:pt x="1775" y="734"/>
                    <a:pt x="1542" y="557"/>
                  </a:cubicBezTo>
                  <a:cubicBezTo>
                    <a:pt x="1440" y="482"/>
                    <a:pt x="1337" y="395"/>
                    <a:pt x="1227" y="312"/>
                  </a:cubicBezTo>
                  <a:cubicBezTo>
                    <a:pt x="1116" y="234"/>
                    <a:pt x="998" y="159"/>
                    <a:pt x="876" y="111"/>
                  </a:cubicBezTo>
                  <a:cubicBezTo>
                    <a:pt x="825" y="92"/>
                    <a:pt x="765" y="64"/>
                    <a:pt x="707" y="40"/>
                  </a:cubicBezTo>
                  <a:cubicBezTo>
                    <a:pt x="643" y="21"/>
                    <a:pt x="580" y="1"/>
                    <a:pt x="517"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9" name="Google Shape;2279;p50"/>
            <p:cNvSpPr/>
            <p:nvPr/>
          </p:nvSpPr>
          <p:spPr>
            <a:xfrm>
              <a:off x="4238721" y="7193283"/>
              <a:ext cx="711739" cy="788986"/>
            </a:xfrm>
            <a:custGeom>
              <a:rect b="b" l="l" r="r" t="t"/>
              <a:pathLst>
                <a:path extrusionOk="0" h="2012" w="1815">
                  <a:moveTo>
                    <a:pt x="893" y="1"/>
                  </a:moveTo>
                  <a:cubicBezTo>
                    <a:pt x="845" y="1"/>
                    <a:pt x="797" y="3"/>
                    <a:pt x="750" y="7"/>
                  </a:cubicBezTo>
                  <a:cubicBezTo>
                    <a:pt x="628" y="19"/>
                    <a:pt x="506" y="46"/>
                    <a:pt x="419" y="129"/>
                  </a:cubicBezTo>
                  <a:cubicBezTo>
                    <a:pt x="348" y="200"/>
                    <a:pt x="316" y="299"/>
                    <a:pt x="284" y="393"/>
                  </a:cubicBezTo>
                  <a:cubicBezTo>
                    <a:pt x="178" y="745"/>
                    <a:pt x="95" y="1103"/>
                    <a:pt x="40" y="1466"/>
                  </a:cubicBezTo>
                  <a:cubicBezTo>
                    <a:pt x="9" y="1659"/>
                    <a:pt x="0" y="1880"/>
                    <a:pt x="229" y="1935"/>
                  </a:cubicBezTo>
                  <a:cubicBezTo>
                    <a:pt x="273" y="1943"/>
                    <a:pt x="316" y="1955"/>
                    <a:pt x="364" y="1971"/>
                  </a:cubicBezTo>
                  <a:cubicBezTo>
                    <a:pt x="435" y="1990"/>
                    <a:pt x="509" y="2006"/>
                    <a:pt x="580" y="2010"/>
                  </a:cubicBezTo>
                  <a:cubicBezTo>
                    <a:pt x="696" y="2010"/>
                    <a:pt x="812" y="2011"/>
                    <a:pt x="927" y="2011"/>
                  </a:cubicBezTo>
                  <a:cubicBezTo>
                    <a:pt x="985" y="2011"/>
                    <a:pt x="1043" y="2011"/>
                    <a:pt x="1101" y="2010"/>
                  </a:cubicBezTo>
                  <a:cubicBezTo>
                    <a:pt x="1199" y="2010"/>
                    <a:pt x="1199" y="1986"/>
                    <a:pt x="1239" y="1900"/>
                  </a:cubicBezTo>
                  <a:cubicBezTo>
                    <a:pt x="1270" y="1821"/>
                    <a:pt x="1306" y="1742"/>
                    <a:pt x="1341" y="1663"/>
                  </a:cubicBezTo>
                  <a:cubicBezTo>
                    <a:pt x="1483" y="1347"/>
                    <a:pt x="1618" y="1028"/>
                    <a:pt x="1727" y="697"/>
                  </a:cubicBezTo>
                  <a:cubicBezTo>
                    <a:pt x="1775" y="563"/>
                    <a:pt x="1814" y="405"/>
                    <a:pt x="1740" y="287"/>
                  </a:cubicBezTo>
                  <a:cubicBezTo>
                    <a:pt x="1692" y="212"/>
                    <a:pt x="1609" y="164"/>
                    <a:pt x="1531" y="129"/>
                  </a:cubicBezTo>
                  <a:cubicBezTo>
                    <a:pt x="1330" y="45"/>
                    <a:pt x="1111" y="1"/>
                    <a:pt x="893" y="1"/>
                  </a:cubicBezTo>
                  <a:close/>
                </a:path>
              </a:pathLst>
            </a:custGeom>
            <a:solidFill>
              <a:schemeClr val="accent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0" name="Google Shape;2280;p50"/>
            <p:cNvSpPr/>
            <p:nvPr/>
          </p:nvSpPr>
          <p:spPr>
            <a:xfrm>
              <a:off x="4240682" y="7184656"/>
              <a:ext cx="705464" cy="806240"/>
            </a:xfrm>
            <a:custGeom>
              <a:rect b="b" l="l" r="r" t="t"/>
              <a:pathLst>
                <a:path extrusionOk="0" h="2056" w="1799">
                  <a:moveTo>
                    <a:pt x="891" y="44"/>
                  </a:moveTo>
                  <a:cubicBezTo>
                    <a:pt x="1103" y="44"/>
                    <a:pt x="1320" y="88"/>
                    <a:pt x="1518" y="175"/>
                  </a:cubicBezTo>
                  <a:cubicBezTo>
                    <a:pt x="1557" y="190"/>
                    <a:pt x="1596" y="210"/>
                    <a:pt x="1632" y="234"/>
                  </a:cubicBezTo>
                  <a:cubicBezTo>
                    <a:pt x="1664" y="257"/>
                    <a:pt x="1695" y="285"/>
                    <a:pt x="1715" y="321"/>
                  </a:cubicBezTo>
                  <a:cubicBezTo>
                    <a:pt x="1742" y="364"/>
                    <a:pt x="1755" y="415"/>
                    <a:pt x="1755" y="467"/>
                  </a:cubicBezTo>
                  <a:cubicBezTo>
                    <a:pt x="1755" y="545"/>
                    <a:pt x="1731" y="632"/>
                    <a:pt x="1703" y="711"/>
                  </a:cubicBezTo>
                  <a:cubicBezTo>
                    <a:pt x="1593" y="1042"/>
                    <a:pt x="1455" y="1362"/>
                    <a:pt x="1316" y="1677"/>
                  </a:cubicBezTo>
                  <a:cubicBezTo>
                    <a:pt x="1281" y="1756"/>
                    <a:pt x="1245" y="1835"/>
                    <a:pt x="1214" y="1910"/>
                  </a:cubicBezTo>
                  <a:cubicBezTo>
                    <a:pt x="1202" y="1933"/>
                    <a:pt x="1194" y="1953"/>
                    <a:pt x="1187" y="1965"/>
                  </a:cubicBezTo>
                  <a:cubicBezTo>
                    <a:pt x="1183" y="1977"/>
                    <a:pt x="1178" y="1984"/>
                    <a:pt x="1174" y="1988"/>
                  </a:cubicBezTo>
                  <a:cubicBezTo>
                    <a:pt x="1167" y="1997"/>
                    <a:pt x="1163" y="2001"/>
                    <a:pt x="1151" y="2004"/>
                  </a:cubicBezTo>
                  <a:cubicBezTo>
                    <a:pt x="1139" y="2008"/>
                    <a:pt x="1123" y="2012"/>
                    <a:pt x="1096" y="2012"/>
                  </a:cubicBezTo>
                  <a:lnTo>
                    <a:pt x="1001" y="2012"/>
                  </a:lnTo>
                  <a:cubicBezTo>
                    <a:pt x="859" y="2012"/>
                    <a:pt x="717" y="2008"/>
                    <a:pt x="575" y="2008"/>
                  </a:cubicBezTo>
                  <a:cubicBezTo>
                    <a:pt x="508" y="2008"/>
                    <a:pt x="437" y="1988"/>
                    <a:pt x="362" y="1969"/>
                  </a:cubicBezTo>
                  <a:cubicBezTo>
                    <a:pt x="319" y="1957"/>
                    <a:pt x="272" y="1946"/>
                    <a:pt x="228" y="1933"/>
                  </a:cubicBezTo>
                  <a:cubicBezTo>
                    <a:pt x="189" y="1926"/>
                    <a:pt x="161" y="1914"/>
                    <a:pt x="137" y="1894"/>
                  </a:cubicBezTo>
                  <a:cubicBezTo>
                    <a:pt x="102" y="1870"/>
                    <a:pt x="79" y="1835"/>
                    <a:pt x="62" y="1795"/>
                  </a:cubicBezTo>
                  <a:cubicBezTo>
                    <a:pt x="47" y="1752"/>
                    <a:pt x="43" y="1704"/>
                    <a:pt x="43" y="1657"/>
                  </a:cubicBezTo>
                  <a:cubicBezTo>
                    <a:pt x="43" y="1602"/>
                    <a:pt x="47" y="1547"/>
                    <a:pt x="55" y="1491"/>
                  </a:cubicBezTo>
                  <a:cubicBezTo>
                    <a:pt x="114" y="1129"/>
                    <a:pt x="193" y="770"/>
                    <a:pt x="303" y="423"/>
                  </a:cubicBezTo>
                  <a:cubicBezTo>
                    <a:pt x="315" y="376"/>
                    <a:pt x="331" y="328"/>
                    <a:pt x="350" y="285"/>
                  </a:cubicBezTo>
                  <a:cubicBezTo>
                    <a:pt x="370" y="238"/>
                    <a:pt x="397" y="199"/>
                    <a:pt x="430" y="167"/>
                  </a:cubicBezTo>
                  <a:cubicBezTo>
                    <a:pt x="468" y="128"/>
                    <a:pt x="520" y="104"/>
                    <a:pt x="572" y="84"/>
                  </a:cubicBezTo>
                  <a:cubicBezTo>
                    <a:pt x="626" y="64"/>
                    <a:pt x="686" y="57"/>
                    <a:pt x="745" y="48"/>
                  </a:cubicBezTo>
                  <a:cubicBezTo>
                    <a:pt x="792" y="44"/>
                    <a:pt x="843" y="44"/>
                    <a:pt x="891" y="44"/>
                  </a:cubicBezTo>
                  <a:close/>
                  <a:moveTo>
                    <a:pt x="891" y="1"/>
                  </a:moveTo>
                  <a:cubicBezTo>
                    <a:pt x="839" y="1"/>
                    <a:pt x="792" y="1"/>
                    <a:pt x="741" y="6"/>
                  </a:cubicBezTo>
                  <a:cubicBezTo>
                    <a:pt x="681" y="13"/>
                    <a:pt x="619" y="21"/>
                    <a:pt x="559" y="41"/>
                  </a:cubicBezTo>
                  <a:cubicBezTo>
                    <a:pt x="501" y="61"/>
                    <a:pt x="445" y="92"/>
                    <a:pt x="397" y="135"/>
                  </a:cubicBezTo>
                  <a:cubicBezTo>
                    <a:pt x="362" y="175"/>
                    <a:pt x="335" y="219"/>
                    <a:pt x="311" y="266"/>
                  </a:cubicBezTo>
                  <a:cubicBezTo>
                    <a:pt x="291" y="313"/>
                    <a:pt x="275" y="361"/>
                    <a:pt x="260" y="408"/>
                  </a:cubicBezTo>
                  <a:cubicBezTo>
                    <a:pt x="153" y="763"/>
                    <a:pt x="71" y="1121"/>
                    <a:pt x="15" y="1484"/>
                  </a:cubicBezTo>
                  <a:cubicBezTo>
                    <a:pt x="4" y="1539"/>
                    <a:pt x="0" y="1598"/>
                    <a:pt x="0" y="1657"/>
                  </a:cubicBezTo>
                  <a:cubicBezTo>
                    <a:pt x="0" y="1728"/>
                    <a:pt x="8" y="1795"/>
                    <a:pt x="43" y="1855"/>
                  </a:cubicBezTo>
                  <a:cubicBezTo>
                    <a:pt x="59" y="1882"/>
                    <a:pt x="82" y="1910"/>
                    <a:pt x="110" y="1930"/>
                  </a:cubicBezTo>
                  <a:cubicBezTo>
                    <a:pt x="142" y="1949"/>
                    <a:pt x="177" y="1965"/>
                    <a:pt x="221" y="1977"/>
                  </a:cubicBezTo>
                  <a:cubicBezTo>
                    <a:pt x="260" y="1984"/>
                    <a:pt x="308" y="2001"/>
                    <a:pt x="350" y="2012"/>
                  </a:cubicBezTo>
                  <a:cubicBezTo>
                    <a:pt x="426" y="2032"/>
                    <a:pt x="501" y="2052"/>
                    <a:pt x="575" y="2052"/>
                  </a:cubicBezTo>
                  <a:cubicBezTo>
                    <a:pt x="717" y="2052"/>
                    <a:pt x="859" y="2055"/>
                    <a:pt x="1001" y="2055"/>
                  </a:cubicBezTo>
                  <a:lnTo>
                    <a:pt x="1096" y="2055"/>
                  </a:lnTo>
                  <a:cubicBezTo>
                    <a:pt x="1123" y="2055"/>
                    <a:pt x="1143" y="2052"/>
                    <a:pt x="1159" y="2048"/>
                  </a:cubicBezTo>
                  <a:cubicBezTo>
                    <a:pt x="1171" y="2044"/>
                    <a:pt x="1183" y="2040"/>
                    <a:pt x="1191" y="2032"/>
                  </a:cubicBezTo>
                  <a:cubicBezTo>
                    <a:pt x="1207" y="2020"/>
                    <a:pt x="1218" y="2008"/>
                    <a:pt x="1226" y="1988"/>
                  </a:cubicBezTo>
                  <a:cubicBezTo>
                    <a:pt x="1234" y="1973"/>
                    <a:pt x="1242" y="1953"/>
                    <a:pt x="1254" y="1930"/>
                  </a:cubicBezTo>
                  <a:cubicBezTo>
                    <a:pt x="1285" y="1851"/>
                    <a:pt x="1320" y="1772"/>
                    <a:pt x="1356" y="1697"/>
                  </a:cubicBezTo>
                  <a:cubicBezTo>
                    <a:pt x="1498" y="1378"/>
                    <a:pt x="1632" y="1058"/>
                    <a:pt x="1742" y="727"/>
                  </a:cubicBezTo>
                  <a:cubicBezTo>
                    <a:pt x="1770" y="644"/>
                    <a:pt x="1798" y="557"/>
                    <a:pt x="1798" y="467"/>
                  </a:cubicBezTo>
                  <a:cubicBezTo>
                    <a:pt x="1798" y="408"/>
                    <a:pt x="1786" y="348"/>
                    <a:pt x="1751" y="297"/>
                  </a:cubicBezTo>
                  <a:cubicBezTo>
                    <a:pt x="1727" y="254"/>
                    <a:pt x="1691" y="222"/>
                    <a:pt x="1656" y="199"/>
                  </a:cubicBezTo>
                  <a:cubicBezTo>
                    <a:pt x="1616" y="171"/>
                    <a:pt x="1577" y="151"/>
                    <a:pt x="1533" y="132"/>
                  </a:cubicBezTo>
                  <a:cubicBezTo>
                    <a:pt x="1332" y="44"/>
                    <a:pt x="1112" y="1"/>
                    <a:pt x="891"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1" name="Google Shape;2281;p50"/>
            <p:cNvSpPr/>
            <p:nvPr/>
          </p:nvSpPr>
          <p:spPr>
            <a:xfrm>
              <a:off x="5471203" y="1848862"/>
              <a:ext cx="519589" cy="826631"/>
            </a:xfrm>
            <a:custGeom>
              <a:rect b="b" l="l" r="r" t="t"/>
              <a:pathLst>
                <a:path extrusionOk="0" h="2108" w="1325">
                  <a:moveTo>
                    <a:pt x="921" y="1"/>
                  </a:moveTo>
                  <a:cubicBezTo>
                    <a:pt x="893" y="1"/>
                    <a:pt x="863" y="9"/>
                    <a:pt x="832" y="28"/>
                  </a:cubicBezTo>
                  <a:cubicBezTo>
                    <a:pt x="769" y="68"/>
                    <a:pt x="737" y="135"/>
                    <a:pt x="718" y="210"/>
                  </a:cubicBezTo>
                  <a:cubicBezTo>
                    <a:pt x="690" y="332"/>
                    <a:pt x="706" y="477"/>
                    <a:pt x="710" y="577"/>
                  </a:cubicBezTo>
                  <a:cubicBezTo>
                    <a:pt x="718" y="750"/>
                    <a:pt x="746" y="990"/>
                    <a:pt x="651" y="1140"/>
                  </a:cubicBezTo>
                  <a:cubicBezTo>
                    <a:pt x="560" y="1290"/>
                    <a:pt x="438" y="1420"/>
                    <a:pt x="300" y="1523"/>
                  </a:cubicBezTo>
                  <a:cubicBezTo>
                    <a:pt x="193" y="1605"/>
                    <a:pt x="151" y="1700"/>
                    <a:pt x="83" y="1811"/>
                  </a:cubicBezTo>
                  <a:cubicBezTo>
                    <a:pt x="51" y="1866"/>
                    <a:pt x="0" y="1917"/>
                    <a:pt x="44" y="1984"/>
                  </a:cubicBezTo>
                  <a:cubicBezTo>
                    <a:pt x="71" y="2020"/>
                    <a:pt x="111" y="2039"/>
                    <a:pt x="154" y="2055"/>
                  </a:cubicBezTo>
                  <a:cubicBezTo>
                    <a:pt x="249" y="2091"/>
                    <a:pt x="351" y="2098"/>
                    <a:pt x="453" y="2102"/>
                  </a:cubicBezTo>
                  <a:cubicBezTo>
                    <a:pt x="519" y="2106"/>
                    <a:pt x="584" y="2107"/>
                    <a:pt x="649" y="2107"/>
                  </a:cubicBezTo>
                  <a:cubicBezTo>
                    <a:pt x="805" y="2107"/>
                    <a:pt x="960" y="2099"/>
                    <a:pt x="1116" y="2091"/>
                  </a:cubicBezTo>
                  <a:cubicBezTo>
                    <a:pt x="1148" y="2091"/>
                    <a:pt x="1183" y="2086"/>
                    <a:pt x="1210" y="2071"/>
                  </a:cubicBezTo>
                  <a:cubicBezTo>
                    <a:pt x="1254" y="2047"/>
                    <a:pt x="1278" y="1996"/>
                    <a:pt x="1290" y="1949"/>
                  </a:cubicBezTo>
                  <a:cubicBezTo>
                    <a:pt x="1317" y="1858"/>
                    <a:pt x="1325" y="1763"/>
                    <a:pt x="1314" y="1669"/>
                  </a:cubicBezTo>
                  <a:cubicBezTo>
                    <a:pt x="1305" y="1578"/>
                    <a:pt x="1278" y="1483"/>
                    <a:pt x="1274" y="1392"/>
                  </a:cubicBezTo>
                  <a:cubicBezTo>
                    <a:pt x="1266" y="1282"/>
                    <a:pt x="1294" y="1176"/>
                    <a:pt x="1298" y="1069"/>
                  </a:cubicBezTo>
                  <a:cubicBezTo>
                    <a:pt x="1301" y="919"/>
                    <a:pt x="1266" y="774"/>
                    <a:pt x="1230" y="628"/>
                  </a:cubicBezTo>
                  <a:cubicBezTo>
                    <a:pt x="1203" y="501"/>
                    <a:pt x="1172" y="379"/>
                    <a:pt x="1144" y="253"/>
                  </a:cubicBezTo>
                  <a:cubicBezTo>
                    <a:pt x="1118" y="145"/>
                    <a:pt x="1036" y="1"/>
                    <a:pt x="921"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2" name="Google Shape;2282;p50"/>
            <p:cNvSpPr/>
            <p:nvPr/>
          </p:nvSpPr>
          <p:spPr>
            <a:xfrm>
              <a:off x="5472379" y="1841019"/>
              <a:ext cx="525079" cy="843101"/>
            </a:xfrm>
            <a:custGeom>
              <a:rect b="b" l="l" r="r" t="t"/>
              <a:pathLst>
                <a:path extrusionOk="0" h="2150" w="1339">
                  <a:moveTo>
                    <a:pt x="920" y="44"/>
                  </a:moveTo>
                  <a:cubicBezTo>
                    <a:pt x="943" y="44"/>
                    <a:pt x="963" y="53"/>
                    <a:pt x="987" y="64"/>
                  </a:cubicBezTo>
                  <a:cubicBezTo>
                    <a:pt x="1018" y="84"/>
                    <a:pt x="1047" y="119"/>
                    <a:pt x="1070" y="159"/>
                  </a:cubicBezTo>
                  <a:cubicBezTo>
                    <a:pt x="1094" y="198"/>
                    <a:pt x="1109" y="242"/>
                    <a:pt x="1118" y="277"/>
                  </a:cubicBezTo>
                  <a:cubicBezTo>
                    <a:pt x="1149" y="403"/>
                    <a:pt x="1176" y="526"/>
                    <a:pt x="1207" y="652"/>
                  </a:cubicBezTo>
                  <a:cubicBezTo>
                    <a:pt x="1240" y="790"/>
                    <a:pt x="1271" y="923"/>
                    <a:pt x="1271" y="1058"/>
                  </a:cubicBezTo>
                  <a:lnTo>
                    <a:pt x="1271" y="1089"/>
                  </a:lnTo>
                  <a:cubicBezTo>
                    <a:pt x="1267" y="1183"/>
                    <a:pt x="1247" y="1278"/>
                    <a:pt x="1247" y="1381"/>
                  </a:cubicBezTo>
                  <a:lnTo>
                    <a:pt x="1247" y="1412"/>
                  </a:lnTo>
                  <a:cubicBezTo>
                    <a:pt x="1251" y="1511"/>
                    <a:pt x="1278" y="1602"/>
                    <a:pt x="1291" y="1693"/>
                  </a:cubicBezTo>
                  <a:cubicBezTo>
                    <a:pt x="1291" y="1716"/>
                    <a:pt x="1295" y="1740"/>
                    <a:pt x="1295" y="1767"/>
                  </a:cubicBezTo>
                  <a:cubicBezTo>
                    <a:pt x="1295" y="1831"/>
                    <a:pt x="1283" y="1898"/>
                    <a:pt x="1267" y="1960"/>
                  </a:cubicBezTo>
                  <a:cubicBezTo>
                    <a:pt x="1260" y="1984"/>
                    <a:pt x="1251" y="2008"/>
                    <a:pt x="1240" y="2028"/>
                  </a:cubicBezTo>
                  <a:cubicBezTo>
                    <a:pt x="1227" y="2047"/>
                    <a:pt x="1216" y="2064"/>
                    <a:pt x="1196" y="2075"/>
                  </a:cubicBezTo>
                  <a:cubicBezTo>
                    <a:pt x="1184" y="2079"/>
                    <a:pt x="1172" y="2082"/>
                    <a:pt x="1160" y="2087"/>
                  </a:cubicBezTo>
                  <a:cubicBezTo>
                    <a:pt x="1145" y="2087"/>
                    <a:pt x="1129" y="2087"/>
                    <a:pt x="1113" y="2091"/>
                  </a:cubicBezTo>
                  <a:cubicBezTo>
                    <a:pt x="952" y="2099"/>
                    <a:pt x="786" y="2106"/>
                    <a:pt x="625" y="2106"/>
                  </a:cubicBezTo>
                  <a:cubicBezTo>
                    <a:pt x="565" y="2106"/>
                    <a:pt x="510" y="2102"/>
                    <a:pt x="455" y="2102"/>
                  </a:cubicBezTo>
                  <a:cubicBezTo>
                    <a:pt x="352" y="2099"/>
                    <a:pt x="250" y="2091"/>
                    <a:pt x="159" y="2055"/>
                  </a:cubicBezTo>
                  <a:cubicBezTo>
                    <a:pt x="139" y="2047"/>
                    <a:pt x="119" y="2040"/>
                    <a:pt x="100" y="2028"/>
                  </a:cubicBezTo>
                  <a:cubicBezTo>
                    <a:pt x="84" y="2020"/>
                    <a:pt x="72" y="2004"/>
                    <a:pt x="60" y="1993"/>
                  </a:cubicBezTo>
                  <a:cubicBezTo>
                    <a:pt x="48" y="1973"/>
                    <a:pt x="44" y="1960"/>
                    <a:pt x="44" y="1949"/>
                  </a:cubicBezTo>
                  <a:cubicBezTo>
                    <a:pt x="44" y="1933"/>
                    <a:pt x="53" y="1917"/>
                    <a:pt x="60" y="1902"/>
                  </a:cubicBezTo>
                  <a:cubicBezTo>
                    <a:pt x="72" y="1882"/>
                    <a:pt x="88" y="1862"/>
                    <a:pt x="100" y="1842"/>
                  </a:cubicBezTo>
                  <a:cubicBezTo>
                    <a:pt x="131" y="1787"/>
                    <a:pt x="159" y="1736"/>
                    <a:pt x="190" y="1689"/>
                  </a:cubicBezTo>
                  <a:cubicBezTo>
                    <a:pt x="222" y="1641"/>
                    <a:pt x="257" y="1602"/>
                    <a:pt x="308" y="1562"/>
                  </a:cubicBezTo>
                  <a:cubicBezTo>
                    <a:pt x="450" y="1456"/>
                    <a:pt x="573" y="1322"/>
                    <a:pt x="668" y="1172"/>
                  </a:cubicBezTo>
                  <a:cubicBezTo>
                    <a:pt x="695" y="1129"/>
                    <a:pt x="715" y="1074"/>
                    <a:pt x="727" y="1018"/>
                  </a:cubicBezTo>
                  <a:cubicBezTo>
                    <a:pt x="734" y="959"/>
                    <a:pt x="739" y="900"/>
                    <a:pt x="739" y="841"/>
                  </a:cubicBezTo>
                  <a:cubicBezTo>
                    <a:pt x="739" y="754"/>
                    <a:pt x="731" y="668"/>
                    <a:pt x="731" y="597"/>
                  </a:cubicBezTo>
                  <a:cubicBezTo>
                    <a:pt x="727" y="541"/>
                    <a:pt x="723" y="474"/>
                    <a:pt x="723" y="407"/>
                  </a:cubicBezTo>
                  <a:cubicBezTo>
                    <a:pt x="723" y="348"/>
                    <a:pt x="727" y="289"/>
                    <a:pt x="739" y="237"/>
                  </a:cubicBezTo>
                  <a:cubicBezTo>
                    <a:pt x="747" y="198"/>
                    <a:pt x="758" y="166"/>
                    <a:pt x="774" y="139"/>
                  </a:cubicBezTo>
                  <a:cubicBezTo>
                    <a:pt x="790" y="107"/>
                    <a:pt x="814" y="88"/>
                    <a:pt x="841" y="68"/>
                  </a:cubicBezTo>
                  <a:cubicBezTo>
                    <a:pt x="869" y="53"/>
                    <a:pt x="896" y="44"/>
                    <a:pt x="920" y="44"/>
                  </a:cubicBezTo>
                  <a:close/>
                  <a:moveTo>
                    <a:pt x="920" y="1"/>
                  </a:moveTo>
                  <a:cubicBezTo>
                    <a:pt x="889" y="1"/>
                    <a:pt x="853" y="9"/>
                    <a:pt x="818" y="33"/>
                  </a:cubicBezTo>
                  <a:cubicBezTo>
                    <a:pt x="782" y="53"/>
                    <a:pt x="758" y="84"/>
                    <a:pt x="739" y="115"/>
                  </a:cubicBezTo>
                  <a:cubicBezTo>
                    <a:pt x="719" y="151"/>
                    <a:pt x="703" y="186"/>
                    <a:pt x="695" y="226"/>
                  </a:cubicBezTo>
                  <a:cubicBezTo>
                    <a:pt x="683" y="284"/>
                    <a:pt x="679" y="348"/>
                    <a:pt x="679" y="407"/>
                  </a:cubicBezTo>
                  <a:cubicBezTo>
                    <a:pt x="679" y="478"/>
                    <a:pt x="683" y="545"/>
                    <a:pt x="687" y="597"/>
                  </a:cubicBezTo>
                  <a:cubicBezTo>
                    <a:pt x="687" y="671"/>
                    <a:pt x="695" y="758"/>
                    <a:pt x="695" y="841"/>
                  </a:cubicBezTo>
                  <a:cubicBezTo>
                    <a:pt x="695" y="900"/>
                    <a:pt x="692" y="955"/>
                    <a:pt x="683" y="1010"/>
                  </a:cubicBezTo>
                  <a:cubicBezTo>
                    <a:pt x="672" y="1061"/>
                    <a:pt x="656" y="1109"/>
                    <a:pt x="632" y="1152"/>
                  </a:cubicBezTo>
                  <a:cubicBezTo>
                    <a:pt x="541" y="1294"/>
                    <a:pt x="419" y="1425"/>
                    <a:pt x="285" y="1527"/>
                  </a:cubicBezTo>
                  <a:cubicBezTo>
                    <a:pt x="226" y="1571"/>
                    <a:pt x="186" y="1614"/>
                    <a:pt x="155" y="1665"/>
                  </a:cubicBezTo>
                  <a:cubicBezTo>
                    <a:pt x="124" y="1712"/>
                    <a:pt x="96" y="1764"/>
                    <a:pt x="60" y="1818"/>
                  </a:cubicBezTo>
                  <a:cubicBezTo>
                    <a:pt x="48" y="1838"/>
                    <a:pt x="37" y="1858"/>
                    <a:pt x="25" y="1878"/>
                  </a:cubicBezTo>
                  <a:cubicBezTo>
                    <a:pt x="13" y="1898"/>
                    <a:pt x="1" y="1922"/>
                    <a:pt x="1" y="1949"/>
                  </a:cubicBezTo>
                  <a:cubicBezTo>
                    <a:pt x="1" y="1973"/>
                    <a:pt x="9" y="1993"/>
                    <a:pt x="25" y="2016"/>
                  </a:cubicBezTo>
                  <a:cubicBezTo>
                    <a:pt x="37" y="2035"/>
                    <a:pt x="57" y="2051"/>
                    <a:pt x="80" y="2067"/>
                  </a:cubicBezTo>
                  <a:cubicBezTo>
                    <a:pt x="100" y="2079"/>
                    <a:pt x="124" y="2087"/>
                    <a:pt x="143" y="2095"/>
                  </a:cubicBezTo>
                  <a:cubicBezTo>
                    <a:pt x="242" y="2135"/>
                    <a:pt x="348" y="2142"/>
                    <a:pt x="450" y="2146"/>
                  </a:cubicBezTo>
                  <a:cubicBezTo>
                    <a:pt x="510" y="2146"/>
                    <a:pt x="565" y="2150"/>
                    <a:pt x="625" y="2150"/>
                  </a:cubicBezTo>
                  <a:cubicBezTo>
                    <a:pt x="790" y="2150"/>
                    <a:pt x="952" y="2142"/>
                    <a:pt x="1118" y="2135"/>
                  </a:cubicBezTo>
                  <a:cubicBezTo>
                    <a:pt x="1133" y="2130"/>
                    <a:pt x="1149" y="2130"/>
                    <a:pt x="1165" y="2126"/>
                  </a:cubicBezTo>
                  <a:cubicBezTo>
                    <a:pt x="1184" y="2126"/>
                    <a:pt x="1200" y="2122"/>
                    <a:pt x="1216" y="2111"/>
                  </a:cubicBezTo>
                  <a:cubicBezTo>
                    <a:pt x="1243" y="2099"/>
                    <a:pt x="1263" y="2075"/>
                    <a:pt x="1278" y="2051"/>
                  </a:cubicBezTo>
                  <a:cubicBezTo>
                    <a:pt x="1291" y="2028"/>
                    <a:pt x="1302" y="2000"/>
                    <a:pt x="1311" y="1973"/>
                  </a:cubicBezTo>
                  <a:cubicBezTo>
                    <a:pt x="1326" y="1906"/>
                    <a:pt x="1338" y="1835"/>
                    <a:pt x="1338" y="1767"/>
                  </a:cubicBezTo>
                  <a:cubicBezTo>
                    <a:pt x="1338" y="1740"/>
                    <a:pt x="1334" y="1712"/>
                    <a:pt x="1334" y="1689"/>
                  </a:cubicBezTo>
                  <a:cubicBezTo>
                    <a:pt x="1322" y="1590"/>
                    <a:pt x="1295" y="1500"/>
                    <a:pt x="1291" y="1409"/>
                  </a:cubicBezTo>
                  <a:lnTo>
                    <a:pt x="1291" y="1381"/>
                  </a:lnTo>
                  <a:cubicBezTo>
                    <a:pt x="1291" y="1287"/>
                    <a:pt x="1311" y="1188"/>
                    <a:pt x="1314" y="1089"/>
                  </a:cubicBezTo>
                  <a:lnTo>
                    <a:pt x="1314" y="1058"/>
                  </a:lnTo>
                  <a:cubicBezTo>
                    <a:pt x="1314" y="916"/>
                    <a:pt x="1283" y="777"/>
                    <a:pt x="1251" y="644"/>
                  </a:cubicBezTo>
                  <a:cubicBezTo>
                    <a:pt x="1220" y="517"/>
                    <a:pt x="1189" y="391"/>
                    <a:pt x="1160" y="269"/>
                  </a:cubicBezTo>
                  <a:cubicBezTo>
                    <a:pt x="1149" y="210"/>
                    <a:pt x="1121" y="147"/>
                    <a:pt x="1082" y="95"/>
                  </a:cubicBezTo>
                  <a:cubicBezTo>
                    <a:pt x="1058" y="68"/>
                    <a:pt x="1038" y="44"/>
                    <a:pt x="1011" y="29"/>
                  </a:cubicBezTo>
                  <a:cubicBezTo>
                    <a:pt x="983" y="13"/>
                    <a:pt x="952" y="1"/>
                    <a:pt x="920"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3" name="Google Shape;2283;p50"/>
            <p:cNvSpPr/>
            <p:nvPr/>
          </p:nvSpPr>
          <p:spPr>
            <a:xfrm>
              <a:off x="4107356" y="3745624"/>
              <a:ext cx="2495987" cy="3948458"/>
            </a:xfrm>
            <a:custGeom>
              <a:rect b="b" l="l" r="r" t="t"/>
              <a:pathLst>
                <a:path extrusionOk="0" h="10069" w="6365">
                  <a:moveTo>
                    <a:pt x="3336" y="41"/>
                  </a:moveTo>
                  <a:cubicBezTo>
                    <a:pt x="3337" y="42"/>
                    <a:pt x="3337" y="43"/>
                    <a:pt x="3337" y="44"/>
                  </a:cubicBezTo>
                  <a:lnTo>
                    <a:pt x="3337" y="44"/>
                  </a:lnTo>
                  <a:cubicBezTo>
                    <a:pt x="3337" y="43"/>
                    <a:pt x="3337" y="42"/>
                    <a:pt x="3336" y="41"/>
                  </a:cubicBezTo>
                  <a:close/>
                  <a:moveTo>
                    <a:pt x="4606" y="0"/>
                  </a:moveTo>
                  <a:cubicBezTo>
                    <a:pt x="4573" y="0"/>
                    <a:pt x="4541" y="5"/>
                    <a:pt x="4512" y="17"/>
                  </a:cubicBezTo>
                  <a:cubicBezTo>
                    <a:pt x="4441" y="49"/>
                    <a:pt x="4373" y="97"/>
                    <a:pt x="4318" y="155"/>
                  </a:cubicBezTo>
                  <a:lnTo>
                    <a:pt x="4279" y="155"/>
                  </a:lnTo>
                  <a:cubicBezTo>
                    <a:pt x="4011" y="164"/>
                    <a:pt x="3742" y="168"/>
                    <a:pt x="3474" y="175"/>
                  </a:cubicBezTo>
                  <a:cubicBezTo>
                    <a:pt x="3408" y="145"/>
                    <a:pt x="3358" y="106"/>
                    <a:pt x="3337" y="44"/>
                  </a:cubicBezTo>
                  <a:lnTo>
                    <a:pt x="3337" y="44"/>
                  </a:lnTo>
                  <a:cubicBezTo>
                    <a:pt x="3346" y="77"/>
                    <a:pt x="3315" y="126"/>
                    <a:pt x="3274" y="179"/>
                  </a:cubicBezTo>
                  <a:lnTo>
                    <a:pt x="3068" y="179"/>
                  </a:lnTo>
                  <a:cubicBezTo>
                    <a:pt x="2985" y="183"/>
                    <a:pt x="2887" y="171"/>
                    <a:pt x="2812" y="211"/>
                  </a:cubicBezTo>
                  <a:cubicBezTo>
                    <a:pt x="2677" y="286"/>
                    <a:pt x="2623" y="530"/>
                    <a:pt x="2642" y="668"/>
                  </a:cubicBezTo>
                  <a:cubicBezTo>
                    <a:pt x="2650" y="712"/>
                    <a:pt x="2662" y="751"/>
                    <a:pt x="2682" y="794"/>
                  </a:cubicBezTo>
                  <a:cubicBezTo>
                    <a:pt x="2280" y="1374"/>
                    <a:pt x="2236" y="2057"/>
                    <a:pt x="2020" y="2746"/>
                  </a:cubicBezTo>
                  <a:cubicBezTo>
                    <a:pt x="1885" y="3180"/>
                    <a:pt x="1660" y="3578"/>
                    <a:pt x="1476" y="3992"/>
                  </a:cubicBezTo>
                  <a:cubicBezTo>
                    <a:pt x="1424" y="4110"/>
                    <a:pt x="1372" y="4228"/>
                    <a:pt x="1325" y="4347"/>
                  </a:cubicBezTo>
                  <a:cubicBezTo>
                    <a:pt x="1125" y="4872"/>
                    <a:pt x="979" y="5420"/>
                    <a:pt x="899" y="5979"/>
                  </a:cubicBezTo>
                  <a:cubicBezTo>
                    <a:pt x="828" y="6476"/>
                    <a:pt x="808" y="6985"/>
                    <a:pt x="695" y="7478"/>
                  </a:cubicBezTo>
                  <a:cubicBezTo>
                    <a:pt x="521" y="8263"/>
                    <a:pt x="119" y="8992"/>
                    <a:pt x="0" y="9788"/>
                  </a:cubicBezTo>
                  <a:cubicBezTo>
                    <a:pt x="690" y="10021"/>
                    <a:pt x="1547" y="10045"/>
                    <a:pt x="2272" y="10068"/>
                  </a:cubicBezTo>
                  <a:cubicBezTo>
                    <a:pt x="2272" y="10068"/>
                    <a:pt x="2272" y="10068"/>
                    <a:pt x="2272" y="10068"/>
                  </a:cubicBezTo>
                  <a:cubicBezTo>
                    <a:pt x="2343" y="10068"/>
                    <a:pt x="2646" y="8653"/>
                    <a:pt x="2674" y="8547"/>
                  </a:cubicBezTo>
                  <a:cubicBezTo>
                    <a:pt x="2839" y="7939"/>
                    <a:pt x="3009" y="7332"/>
                    <a:pt x="3174" y="6725"/>
                  </a:cubicBezTo>
                  <a:cubicBezTo>
                    <a:pt x="3360" y="6046"/>
                    <a:pt x="3549" y="5369"/>
                    <a:pt x="3680" y="4678"/>
                  </a:cubicBezTo>
                  <a:cubicBezTo>
                    <a:pt x="3735" y="4406"/>
                    <a:pt x="3762" y="4142"/>
                    <a:pt x="3837" y="3886"/>
                  </a:cubicBezTo>
                  <a:cubicBezTo>
                    <a:pt x="3912" y="4355"/>
                    <a:pt x="4018" y="4805"/>
                    <a:pt x="4070" y="5274"/>
                  </a:cubicBezTo>
                  <a:cubicBezTo>
                    <a:pt x="4078" y="5364"/>
                    <a:pt x="4086" y="5455"/>
                    <a:pt x="4093" y="5546"/>
                  </a:cubicBezTo>
                  <a:cubicBezTo>
                    <a:pt x="4133" y="6279"/>
                    <a:pt x="4141" y="7013"/>
                    <a:pt x="4121" y="7746"/>
                  </a:cubicBezTo>
                  <a:cubicBezTo>
                    <a:pt x="4113" y="8093"/>
                    <a:pt x="4093" y="8440"/>
                    <a:pt x="4026" y="8783"/>
                  </a:cubicBezTo>
                  <a:cubicBezTo>
                    <a:pt x="3931" y="9162"/>
                    <a:pt x="3964" y="9540"/>
                    <a:pt x="3936" y="9923"/>
                  </a:cubicBezTo>
                  <a:cubicBezTo>
                    <a:pt x="4368" y="9965"/>
                    <a:pt x="4802" y="9975"/>
                    <a:pt x="5236" y="9975"/>
                  </a:cubicBezTo>
                  <a:cubicBezTo>
                    <a:pt x="5454" y="9975"/>
                    <a:pt x="5673" y="9973"/>
                    <a:pt x="5891" y="9970"/>
                  </a:cubicBezTo>
                  <a:cubicBezTo>
                    <a:pt x="5955" y="9970"/>
                    <a:pt x="6057" y="9970"/>
                    <a:pt x="6100" y="9919"/>
                  </a:cubicBezTo>
                  <a:cubicBezTo>
                    <a:pt x="6128" y="9879"/>
                    <a:pt x="6140" y="9832"/>
                    <a:pt x="6148" y="9788"/>
                  </a:cubicBezTo>
                  <a:cubicBezTo>
                    <a:pt x="6171" y="9659"/>
                    <a:pt x="6199" y="9524"/>
                    <a:pt x="6222" y="9395"/>
                  </a:cubicBezTo>
                  <a:cubicBezTo>
                    <a:pt x="6235" y="9327"/>
                    <a:pt x="6250" y="9256"/>
                    <a:pt x="6250" y="9189"/>
                  </a:cubicBezTo>
                  <a:cubicBezTo>
                    <a:pt x="6246" y="8700"/>
                    <a:pt x="6364" y="8243"/>
                    <a:pt x="6337" y="7746"/>
                  </a:cubicBezTo>
                  <a:cubicBezTo>
                    <a:pt x="6302" y="7060"/>
                    <a:pt x="6266" y="6378"/>
                    <a:pt x="6226" y="5695"/>
                  </a:cubicBezTo>
                  <a:cubicBezTo>
                    <a:pt x="6152" y="4335"/>
                    <a:pt x="6061" y="2971"/>
                    <a:pt x="5840" y="1622"/>
                  </a:cubicBezTo>
                  <a:cubicBezTo>
                    <a:pt x="5773" y="1209"/>
                    <a:pt x="5580" y="877"/>
                    <a:pt x="5375" y="510"/>
                  </a:cubicBezTo>
                  <a:cubicBezTo>
                    <a:pt x="5316" y="400"/>
                    <a:pt x="5269" y="321"/>
                    <a:pt x="5205" y="259"/>
                  </a:cubicBezTo>
                  <a:cubicBezTo>
                    <a:pt x="5198" y="215"/>
                    <a:pt x="5190" y="171"/>
                    <a:pt x="5182" y="124"/>
                  </a:cubicBezTo>
                  <a:cubicBezTo>
                    <a:pt x="5130" y="128"/>
                    <a:pt x="5076" y="128"/>
                    <a:pt x="5020" y="132"/>
                  </a:cubicBezTo>
                  <a:cubicBezTo>
                    <a:pt x="5008" y="128"/>
                    <a:pt x="5001" y="124"/>
                    <a:pt x="4988" y="120"/>
                  </a:cubicBezTo>
                  <a:cubicBezTo>
                    <a:pt x="4888" y="76"/>
                    <a:pt x="4736" y="0"/>
                    <a:pt x="4606" y="0"/>
                  </a:cubicBezTo>
                  <a:close/>
                </a:path>
              </a:pathLst>
            </a:cu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4" name="Google Shape;2284;p50"/>
            <p:cNvSpPr/>
            <p:nvPr/>
          </p:nvSpPr>
          <p:spPr>
            <a:xfrm>
              <a:off x="4097944" y="3736997"/>
              <a:ext cx="2503830" cy="3966496"/>
            </a:xfrm>
            <a:custGeom>
              <a:rect b="b" l="l" r="r" t="t"/>
              <a:pathLst>
                <a:path extrusionOk="0" h="10115" w="6385">
                  <a:moveTo>
                    <a:pt x="4630" y="44"/>
                  </a:moveTo>
                  <a:cubicBezTo>
                    <a:pt x="4689" y="44"/>
                    <a:pt x="4760" y="59"/>
                    <a:pt x="4827" y="87"/>
                  </a:cubicBezTo>
                  <a:cubicBezTo>
                    <a:pt x="4890" y="110"/>
                    <a:pt x="4954" y="139"/>
                    <a:pt x="5005" y="162"/>
                  </a:cubicBezTo>
                  <a:cubicBezTo>
                    <a:pt x="5016" y="166"/>
                    <a:pt x="5025" y="170"/>
                    <a:pt x="5032" y="174"/>
                  </a:cubicBezTo>
                  <a:lnTo>
                    <a:pt x="5044" y="174"/>
                  </a:lnTo>
                  <a:cubicBezTo>
                    <a:pt x="5093" y="174"/>
                    <a:pt x="5141" y="174"/>
                    <a:pt x="5189" y="171"/>
                  </a:cubicBezTo>
                  <a:lnTo>
                    <a:pt x="5189" y="171"/>
                  </a:lnTo>
                  <a:cubicBezTo>
                    <a:pt x="5196" y="210"/>
                    <a:pt x="5203" y="247"/>
                    <a:pt x="5209" y="284"/>
                  </a:cubicBezTo>
                  <a:cubicBezTo>
                    <a:pt x="5209" y="288"/>
                    <a:pt x="5209" y="292"/>
                    <a:pt x="5214" y="296"/>
                  </a:cubicBezTo>
                  <a:cubicBezTo>
                    <a:pt x="5273" y="359"/>
                    <a:pt x="5320" y="434"/>
                    <a:pt x="5380" y="541"/>
                  </a:cubicBezTo>
                  <a:cubicBezTo>
                    <a:pt x="5588" y="907"/>
                    <a:pt x="5777" y="1238"/>
                    <a:pt x="5844" y="1648"/>
                  </a:cubicBezTo>
                  <a:cubicBezTo>
                    <a:pt x="6061" y="2993"/>
                    <a:pt x="6156" y="4357"/>
                    <a:pt x="6231" y="5722"/>
                  </a:cubicBezTo>
                  <a:cubicBezTo>
                    <a:pt x="6266" y="6403"/>
                    <a:pt x="6302" y="7086"/>
                    <a:pt x="6337" y="7768"/>
                  </a:cubicBezTo>
                  <a:cubicBezTo>
                    <a:pt x="6341" y="7815"/>
                    <a:pt x="6341" y="7866"/>
                    <a:pt x="6341" y="7914"/>
                  </a:cubicBezTo>
                  <a:cubicBezTo>
                    <a:pt x="6341" y="8348"/>
                    <a:pt x="6250" y="8758"/>
                    <a:pt x="6250" y="9195"/>
                  </a:cubicBezTo>
                  <a:lnTo>
                    <a:pt x="6250" y="9211"/>
                  </a:lnTo>
                  <a:lnTo>
                    <a:pt x="6250" y="9215"/>
                  </a:lnTo>
                  <a:cubicBezTo>
                    <a:pt x="6250" y="9278"/>
                    <a:pt x="6239" y="9346"/>
                    <a:pt x="6227" y="9413"/>
                  </a:cubicBezTo>
                  <a:cubicBezTo>
                    <a:pt x="6199" y="9542"/>
                    <a:pt x="6176" y="9673"/>
                    <a:pt x="6152" y="9806"/>
                  </a:cubicBezTo>
                  <a:cubicBezTo>
                    <a:pt x="6148" y="9830"/>
                    <a:pt x="6141" y="9850"/>
                    <a:pt x="6137" y="9870"/>
                  </a:cubicBezTo>
                  <a:cubicBezTo>
                    <a:pt x="6128" y="9894"/>
                    <a:pt x="6121" y="9910"/>
                    <a:pt x="6108" y="9925"/>
                  </a:cubicBezTo>
                  <a:cubicBezTo>
                    <a:pt x="6101" y="9937"/>
                    <a:pt x="6089" y="9945"/>
                    <a:pt x="6073" y="9948"/>
                  </a:cubicBezTo>
                  <a:cubicBezTo>
                    <a:pt x="6053" y="9961"/>
                    <a:pt x="6026" y="9965"/>
                    <a:pt x="5999" y="9968"/>
                  </a:cubicBezTo>
                  <a:lnTo>
                    <a:pt x="5915" y="9968"/>
                  </a:lnTo>
                  <a:cubicBezTo>
                    <a:pt x="5699" y="9972"/>
                    <a:pt x="5482" y="9976"/>
                    <a:pt x="5269" y="9976"/>
                  </a:cubicBezTo>
                  <a:cubicBezTo>
                    <a:pt x="4838" y="9976"/>
                    <a:pt x="4407" y="9965"/>
                    <a:pt x="3981" y="9927"/>
                  </a:cubicBezTo>
                  <a:lnTo>
                    <a:pt x="3981" y="9927"/>
                  </a:lnTo>
                  <a:cubicBezTo>
                    <a:pt x="4006" y="9548"/>
                    <a:pt x="3977" y="9177"/>
                    <a:pt x="4070" y="8809"/>
                  </a:cubicBezTo>
                  <a:cubicBezTo>
                    <a:pt x="4141" y="8466"/>
                    <a:pt x="4157" y="8115"/>
                    <a:pt x="4168" y="7768"/>
                  </a:cubicBezTo>
                  <a:cubicBezTo>
                    <a:pt x="4173" y="7520"/>
                    <a:pt x="4177" y="7275"/>
                    <a:pt x="4177" y="7027"/>
                  </a:cubicBezTo>
                  <a:cubicBezTo>
                    <a:pt x="4177" y="6542"/>
                    <a:pt x="4165" y="6053"/>
                    <a:pt x="4137" y="5568"/>
                  </a:cubicBezTo>
                  <a:cubicBezTo>
                    <a:pt x="4133" y="5477"/>
                    <a:pt x="4126" y="5382"/>
                    <a:pt x="4113" y="5291"/>
                  </a:cubicBezTo>
                  <a:cubicBezTo>
                    <a:pt x="4066" y="4823"/>
                    <a:pt x="3960" y="4369"/>
                    <a:pt x="3884" y="3904"/>
                  </a:cubicBezTo>
                  <a:cubicBezTo>
                    <a:pt x="3881" y="3892"/>
                    <a:pt x="3873" y="3884"/>
                    <a:pt x="3865" y="3884"/>
                  </a:cubicBezTo>
                  <a:cubicBezTo>
                    <a:pt x="3853" y="3884"/>
                    <a:pt x="3846" y="3892"/>
                    <a:pt x="3842" y="3900"/>
                  </a:cubicBezTo>
                  <a:cubicBezTo>
                    <a:pt x="3762" y="4161"/>
                    <a:pt x="3735" y="4425"/>
                    <a:pt x="3684" y="4696"/>
                  </a:cubicBezTo>
                  <a:cubicBezTo>
                    <a:pt x="3549" y="5386"/>
                    <a:pt x="3364" y="6065"/>
                    <a:pt x="3179" y="6739"/>
                  </a:cubicBezTo>
                  <a:cubicBezTo>
                    <a:pt x="3009" y="7350"/>
                    <a:pt x="2843" y="7957"/>
                    <a:pt x="2678" y="8565"/>
                  </a:cubicBezTo>
                  <a:cubicBezTo>
                    <a:pt x="2674" y="8576"/>
                    <a:pt x="2666" y="8612"/>
                    <a:pt x="2654" y="8660"/>
                  </a:cubicBezTo>
                  <a:cubicBezTo>
                    <a:pt x="2615" y="8829"/>
                    <a:pt x="2536" y="9188"/>
                    <a:pt x="2457" y="9499"/>
                  </a:cubicBezTo>
                  <a:cubicBezTo>
                    <a:pt x="2422" y="9657"/>
                    <a:pt x="2383" y="9803"/>
                    <a:pt x="2351" y="9910"/>
                  </a:cubicBezTo>
                  <a:cubicBezTo>
                    <a:pt x="2335" y="9965"/>
                    <a:pt x="2319" y="10008"/>
                    <a:pt x="2308" y="10035"/>
                  </a:cubicBezTo>
                  <a:cubicBezTo>
                    <a:pt x="2299" y="10052"/>
                    <a:pt x="2296" y="10059"/>
                    <a:pt x="2292" y="10067"/>
                  </a:cubicBezTo>
                  <a:lnTo>
                    <a:pt x="2288" y="10070"/>
                  </a:lnTo>
                  <a:lnTo>
                    <a:pt x="2288" y="10070"/>
                  </a:lnTo>
                  <a:cubicBezTo>
                    <a:pt x="1571" y="10047"/>
                    <a:pt x="731" y="10019"/>
                    <a:pt x="51" y="9797"/>
                  </a:cubicBezTo>
                  <a:lnTo>
                    <a:pt x="51" y="9797"/>
                  </a:lnTo>
                  <a:cubicBezTo>
                    <a:pt x="108" y="9409"/>
                    <a:pt x="235" y="9032"/>
                    <a:pt x="372" y="8660"/>
                  </a:cubicBezTo>
                  <a:cubicBezTo>
                    <a:pt x="506" y="8277"/>
                    <a:pt x="652" y="7899"/>
                    <a:pt x="743" y="7504"/>
                  </a:cubicBezTo>
                  <a:cubicBezTo>
                    <a:pt x="852" y="7011"/>
                    <a:pt x="872" y="6503"/>
                    <a:pt x="947" y="6006"/>
                  </a:cubicBezTo>
                  <a:cubicBezTo>
                    <a:pt x="1026" y="5449"/>
                    <a:pt x="1168" y="4902"/>
                    <a:pt x="1373" y="4377"/>
                  </a:cubicBezTo>
                  <a:cubicBezTo>
                    <a:pt x="1416" y="4259"/>
                    <a:pt x="1467" y="4141"/>
                    <a:pt x="1519" y="4022"/>
                  </a:cubicBezTo>
                  <a:cubicBezTo>
                    <a:pt x="1704" y="3612"/>
                    <a:pt x="1929" y="3209"/>
                    <a:pt x="2067" y="2776"/>
                  </a:cubicBezTo>
                  <a:cubicBezTo>
                    <a:pt x="2173" y="2429"/>
                    <a:pt x="2237" y="2086"/>
                    <a:pt x="2328" y="1755"/>
                  </a:cubicBezTo>
                  <a:cubicBezTo>
                    <a:pt x="2414" y="1428"/>
                    <a:pt x="2525" y="1116"/>
                    <a:pt x="2721" y="828"/>
                  </a:cubicBezTo>
                  <a:cubicBezTo>
                    <a:pt x="2725" y="820"/>
                    <a:pt x="2725" y="812"/>
                    <a:pt x="2725" y="809"/>
                  </a:cubicBezTo>
                  <a:cubicBezTo>
                    <a:pt x="2710" y="765"/>
                    <a:pt x="2694" y="725"/>
                    <a:pt x="2690" y="687"/>
                  </a:cubicBezTo>
                  <a:cubicBezTo>
                    <a:pt x="2686" y="667"/>
                    <a:pt x="2686" y="647"/>
                    <a:pt x="2686" y="627"/>
                  </a:cubicBezTo>
                  <a:cubicBezTo>
                    <a:pt x="2686" y="560"/>
                    <a:pt x="2698" y="481"/>
                    <a:pt x="2725" y="410"/>
                  </a:cubicBezTo>
                  <a:cubicBezTo>
                    <a:pt x="2754" y="339"/>
                    <a:pt x="2796" y="281"/>
                    <a:pt x="2848" y="252"/>
                  </a:cubicBezTo>
                  <a:cubicBezTo>
                    <a:pt x="2872" y="241"/>
                    <a:pt x="2899" y="233"/>
                    <a:pt x="2927" y="228"/>
                  </a:cubicBezTo>
                  <a:cubicBezTo>
                    <a:pt x="2954" y="225"/>
                    <a:pt x="2985" y="225"/>
                    <a:pt x="3018" y="225"/>
                  </a:cubicBezTo>
                  <a:lnTo>
                    <a:pt x="3092" y="225"/>
                  </a:lnTo>
                  <a:cubicBezTo>
                    <a:pt x="3163" y="225"/>
                    <a:pt x="3230" y="221"/>
                    <a:pt x="3298" y="221"/>
                  </a:cubicBezTo>
                  <a:cubicBezTo>
                    <a:pt x="3305" y="221"/>
                    <a:pt x="3309" y="217"/>
                    <a:pt x="3313" y="213"/>
                  </a:cubicBezTo>
                  <a:cubicBezTo>
                    <a:pt x="3333" y="190"/>
                    <a:pt x="3353" y="166"/>
                    <a:pt x="3364" y="142"/>
                  </a:cubicBezTo>
                  <a:cubicBezTo>
                    <a:pt x="3367" y="138"/>
                    <a:pt x="3369" y="134"/>
                    <a:pt x="3371" y="129"/>
                  </a:cubicBezTo>
                  <a:lnTo>
                    <a:pt x="3371" y="129"/>
                  </a:lnTo>
                  <a:cubicBezTo>
                    <a:pt x="3379" y="139"/>
                    <a:pt x="3388" y="149"/>
                    <a:pt x="3396" y="158"/>
                  </a:cubicBezTo>
                  <a:cubicBezTo>
                    <a:pt x="3424" y="181"/>
                    <a:pt x="3455" y="201"/>
                    <a:pt x="3487" y="217"/>
                  </a:cubicBezTo>
                  <a:lnTo>
                    <a:pt x="3498" y="217"/>
                  </a:lnTo>
                  <a:cubicBezTo>
                    <a:pt x="3766" y="213"/>
                    <a:pt x="4035" y="205"/>
                    <a:pt x="4303" y="201"/>
                  </a:cubicBezTo>
                  <a:cubicBezTo>
                    <a:pt x="4319" y="197"/>
                    <a:pt x="4330" y="197"/>
                    <a:pt x="4342" y="197"/>
                  </a:cubicBezTo>
                  <a:cubicBezTo>
                    <a:pt x="4350" y="197"/>
                    <a:pt x="4354" y="197"/>
                    <a:pt x="4358" y="193"/>
                  </a:cubicBezTo>
                  <a:cubicBezTo>
                    <a:pt x="4413" y="134"/>
                    <a:pt x="4472" y="87"/>
                    <a:pt x="4543" y="59"/>
                  </a:cubicBezTo>
                  <a:cubicBezTo>
                    <a:pt x="4571" y="48"/>
                    <a:pt x="4599" y="44"/>
                    <a:pt x="4630" y="44"/>
                  </a:cubicBezTo>
                  <a:close/>
                  <a:moveTo>
                    <a:pt x="4630" y="0"/>
                  </a:moveTo>
                  <a:cubicBezTo>
                    <a:pt x="4594" y="0"/>
                    <a:pt x="4559" y="4"/>
                    <a:pt x="4528" y="20"/>
                  </a:cubicBezTo>
                  <a:cubicBezTo>
                    <a:pt x="4456" y="50"/>
                    <a:pt x="4392" y="98"/>
                    <a:pt x="4335" y="154"/>
                  </a:cubicBezTo>
                  <a:lnTo>
                    <a:pt x="4335" y="154"/>
                  </a:lnTo>
                  <a:cubicBezTo>
                    <a:pt x="4324" y="154"/>
                    <a:pt x="4313" y="154"/>
                    <a:pt x="4303" y="158"/>
                  </a:cubicBezTo>
                  <a:cubicBezTo>
                    <a:pt x="4035" y="162"/>
                    <a:pt x="3766" y="170"/>
                    <a:pt x="3498" y="174"/>
                  </a:cubicBezTo>
                  <a:lnTo>
                    <a:pt x="3498" y="174"/>
                  </a:lnTo>
                  <a:cubicBezTo>
                    <a:pt x="3470" y="160"/>
                    <a:pt x="3446" y="145"/>
                    <a:pt x="3427" y="126"/>
                  </a:cubicBezTo>
                  <a:cubicBezTo>
                    <a:pt x="3406" y="109"/>
                    <a:pt x="3391" y="88"/>
                    <a:pt x="3383" y="65"/>
                  </a:cubicBezTo>
                  <a:lnTo>
                    <a:pt x="3383" y="65"/>
                  </a:lnTo>
                  <a:cubicBezTo>
                    <a:pt x="3383" y="62"/>
                    <a:pt x="3382" y="58"/>
                    <a:pt x="3380" y="55"/>
                  </a:cubicBezTo>
                  <a:lnTo>
                    <a:pt x="3380" y="55"/>
                  </a:lnTo>
                  <a:cubicBezTo>
                    <a:pt x="3380" y="55"/>
                    <a:pt x="3380" y="55"/>
                    <a:pt x="3380" y="55"/>
                  </a:cubicBezTo>
                  <a:cubicBezTo>
                    <a:pt x="3380" y="52"/>
                    <a:pt x="3376" y="44"/>
                    <a:pt x="3372" y="44"/>
                  </a:cubicBezTo>
                  <a:cubicBezTo>
                    <a:pt x="3372" y="44"/>
                    <a:pt x="3372" y="44"/>
                    <a:pt x="3372" y="44"/>
                  </a:cubicBezTo>
                  <a:lnTo>
                    <a:pt x="3372" y="44"/>
                  </a:lnTo>
                  <a:cubicBezTo>
                    <a:pt x="3368" y="40"/>
                    <a:pt x="3363" y="38"/>
                    <a:pt x="3358" y="38"/>
                  </a:cubicBezTo>
                  <a:cubicBezTo>
                    <a:pt x="3356" y="38"/>
                    <a:pt x="3354" y="39"/>
                    <a:pt x="3353" y="39"/>
                  </a:cubicBezTo>
                  <a:cubicBezTo>
                    <a:pt x="3346" y="42"/>
                    <a:pt x="3342" y="46"/>
                    <a:pt x="3340" y="52"/>
                  </a:cubicBezTo>
                  <a:lnTo>
                    <a:pt x="3340" y="52"/>
                  </a:lnTo>
                  <a:cubicBezTo>
                    <a:pt x="3336" y="56"/>
                    <a:pt x="3337" y="63"/>
                    <a:pt x="3340" y="68"/>
                  </a:cubicBezTo>
                  <a:lnTo>
                    <a:pt x="3340" y="75"/>
                  </a:lnTo>
                  <a:cubicBezTo>
                    <a:pt x="3340" y="87"/>
                    <a:pt x="3336" y="103"/>
                    <a:pt x="3325" y="122"/>
                  </a:cubicBezTo>
                  <a:cubicBezTo>
                    <a:pt x="3314" y="140"/>
                    <a:pt x="3301" y="157"/>
                    <a:pt x="3287" y="177"/>
                  </a:cubicBezTo>
                  <a:lnTo>
                    <a:pt x="3287" y="177"/>
                  </a:lnTo>
                  <a:cubicBezTo>
                    <a:pt x="3223" y="178"/>
                    <a:pt x="3156" y="181"/>
                    <a:pt x="3092" y="181"/>
                  </a:cubicBezTo>
                  <a:lnTo>
                    <a:pt x="3018" y="181"/>
                  </a:lnTo>
                  <a:cubicBezTo>
                    <a:pt x="2985" y="181"/>
                    <a:pt x="2950" y="181"/>
                    <a:pt x="2919" y="186"/>
                  </a:cubicBezTo>
                  <a:cubicBezTo>
                    <a:pt x="2887" y="190"/>
                    <a:pt x="2856" y="201"/>
                    <a:pt x="2828" y="217"/>
                  </a:cubicBezTo>
                  <a:cubicBezTo>
                    <a:pt x="2761" y="252"/>
                    <a:pt x="2718" y="319"/>
                    <a:pt x="2686" y="394"/>
                  </a:cubicBezTo>
                  <a:cubicBezTo>
                    <a:pt x="2654" y="470"/>
                    <a:pt x="2643" y="552"/>
                    <a:pt x="2643" y="627"/>
                  </a:cubicBezTo>
                  <a:cubicBezTo>
                    <a:pt x="2643" y="651"/>
                    <a:pt x="2643" y="670"/>
                    <a:pt x="2647" y="694"/>
                  </a:cubicBezTo>
                  <a:cubicBezTo>
                    <a:pt x="2654" y="734"/>
                    <a:pt x="2665" y="775"/>
                    <a:pt x="2679" y="815"/>
                  </a:cubicBezTo>
                  <a:lnTo>
                    <a:pt x="2679" y="815"/>
                  </a:lnTo>
                  <a:cubicBezTo>
                    <a:pt x="2482" y="1104"/>
                    <a:pt x="2369" y="1420"/>
                    <a:pt x="2284" y="1747"/>
                  </a:cubicBezTo>
                  <a:cubicBezTo>
                    <a:pt x="2197" y="2074"/>
                    <a:pt x="2130" y="2417"/>
                    <a:pt x="2024" y="2765"/>
                  </a:cubicBezTo>
                  <a:cubicBezTo>
                    <a:pt x="1890" y="3194"/>
                    <a:pt x="1665" y="3588"/>
                    <a:pt x="1480" y="4006"/>
                  </a:cubicBezTo>
                  <a:cubicBezTo>
                    <a:pt x="1429" y="4125"/>
                    <a:pt x="1377" y="4243"/>
                    <a:pt x="1329" y="4361"/>
                  </a:cubicBezTo>
                  <a:cubicBezTo>
                    <a:pt x="1129" y="4889"/>
                    <a:pt x="983" y="5438"/>
                    <a:pt x="903" y="5997"/>
                  </a:cubicBezTo>
                  <a:cubicBezTo>
                    <a:pt x="829" y="6498"/>
                    <a:pt x="809" y="7003"/>
                    <a:pt x="699" y="7496"/>
                  </a:cubicBezTo>
                  <a:cubicBezTo>
                    <a:pt x="612" y="7886"/>
                    <a:pt x="466" y="8265"/>
                    <a:pt x="328" y="8643"/>
                  </a:cubicBezTo>
                  <a:cubicBezTo>
                    <a:pt x="194" y="9026"/>
                    <a:pt x="64" y="9408"/>
                    <a:pt x="4" y="9810"/>
                  </a:cubicBezTo>
                  <a:cubicBezTo>
                    <a:pt x="1" y="9819"/>
                    <a:pt x="9" y="9830"/>
                    <a:pt x="20" y="9834"/>
                  </a:cubicBezTo>
                  <a:cubicBezTo>
                    <a:pt x="714" y="10067"/>
                    <a:pt x="1571" y="10090"/>
                    <a:pt x="2296" y="10114"/>
                  </a:cubicBezTo>
                  <a:cubicBezTo>
                    <a:pt x="2304" y="10114"/>
                    <a:pt x="2308" y="10110"/>
                    <a:pt x="2312" y="10110"/>
                  </a:cubicBezTo>
                  <a:cubicBezTo>
                    <a:pt x="2315" y="10106"/>
                    <a:pt x="2319" y="10099"/>
                    <a:pt x="2323" y="10094"/>
                  </a:cubicBezTo>
                  <a:cubicBezTo>
                    <a:pt x="2331" y="10087"/>
                    <a:pt x="2339" y="10071"/>
                    <a:pt x="2347" y="10055"/>
                  </a:cubicBezTo>
                  <a:cubicBezTo>
                    <a:pt x="2359" y="10023"/>
                    <a:pt x="2375" y="9981"/>
                    <a:pt x="2390" y="9925"/>
                  </a:cubicBezTo>
                  <a:cubicBezTo>
                    <a:pt x="2450" y="9732"/>
                    <a:pt x="2525" y="9417"/>
                    <a:pt x="2592" y="9136"/>
                  </a:cubicBezTo>
                  <a:cubicBezTo>
                    <a:pt x="2623" y="8995"/>
                    <a:pt x="2650" y="8864"/>
                    <a:pt x="2674" y="8765"/>
                  </a:cubicBezTo>
                  <a:cubicBezTo>
                    <a:pt x="2686" y="8714"/>
                    <a:pt x="2698" y="8671"/>
                    <a:pt x="2701" y="8640"/>
                  </a:cubicBezTo>
                  <a:cubicBezTo>
                    <a:pt x="2710" y="8608"/>
                    <a:pt x="2718" y="8585"/>
                    <a:pt x="2718" y="8576"/>
                  </a:cubicBezTo>
                  <a:cubicBezTo>
                    <a:pt x="2887" y="7970"/>
                    <a:pt x="3053" y="7362"/>
                    <a:pt x="3222" y="6751"/>
                  </a:cubicBezTo>
                  <a:cubicBezTo>
                    <a:pt x="3407" y="6077"/>
                    <a:pt x="3593" y="5395"/>
                    <a:pt x="3727" y="4705"/>
                  </a:cubicBezTo>
                  <a:cubicBezTo>
                    <a:pt x="3772" y="4466"/>
                    <a:pt x="3799" y="4234"/>
                    <a:pt x="3857" y="4007"/>
                  </a:cubicBezTo>
                  <a:lnTo>
                    <a:pt x="3857" y="4007"/>
                  </a:lnTo>
                  <a:cubicBezTo>
                    <a:pt x="3931" y="4442"/>
                    <a:pt x="4026" y="4862"/>
                    <a:pt x="4070" y="5300"/>
                  </a:cubicBezTo>
                  <a:cubicBezTo>
                    <a:pt x="4082" y="5386"/>
                    <a:pt x="4090" y="5477"/>
                    <a:pt x="4094" y="5572"/>
                  </a:cubicBezTo>
                  <a:cubicBezTo>
                    <a:pt x="4121" y="6057"/>
                    <a:pt x="4133" y="6542"/>
                    <a:pt x="4133" y="7027"/>
                  </a:cubicBezTo>
                  <a:cubicBezTo>
                    <a:pt x="4133" y="7275"/>
                    <a:pt x="4130" y="7520"/>
                    <a:pt x="4121" y="7764"/>
                  </a:cubicBezTo>
                  <a:cubicBezTo>
                    <a:pt x="4113" y="8115"/>
                    <a:pt x="4097" y="8462"/>
                    <a:pt x="4026" y="8801"/>
                  </a:cubicBezTo>
                  <a:cubicBezTo>
                    <a:pt x="3932" y="9184"/>
                    <a:pt x="3964" y="9566"/>
                    <a:pt x="3936" y="9945"/>
                  </a:cubicBezTo>
                  <a:cubicBezTo>
                    <a:pt x="3936" y="9957"/>
                    <a:pt x="3944" y="9965"/>
                    <a:pt x="3955" y="9968"/>
                  </a:cubicBezTo>
                  <a:cubicBezTo>
                    <a:pt x="4394" y="10008"/>
                    <a:pt x="4831" y="10019"/>
                    <a:pt x="5269" y="10019"/>
                  </a:cubicBezTo>
                  <a:cubicBezTo>
                    <a:pt x="5486" y="10019"/>
                    <a:pt x="5699" y="10016"/>
                    <a:pt x="5915" y="10012"/>
                  </a:cubicBezTo>
                  <a:cubicBezTo>
                    <a:pt x="5947" y="10012"/>
                    <a:pt x="5990" y="10012"/>
                    <a:pt x="6034" y="10008"/>
                  </a:cubicBezTo>
                  <a:cubicBezTo>
                    <a:pt x="6053" y="10004"/>
                    <a:pt x="6073" y="10000"/>
                    <a:pt x="6093" y="9992"/>
                  </a:cubicBezTo>
                  <a:cubicBezTo>
                    <a:pt x="6113" y="9981"/>
                    <a:pt x="6128" y="9968"/>
                    <a:pt x="6144" y="9952"/>
                  </a:cubicBezTo>
                  <a:cubicBezTo>
                    <a:pt x="6160" y="9933"/>
                    <a:pt x="6168" y="9910"/>
                    <a:pt x="6176" y="9886"/>
                  </a:cubicBezTo>
                  <a:cubicBezTo>
                    <a:pt x="6184" y="9862"/>
                    <a:pt x="6188" y="9839"/>
                    <a:pt x="6195" y="9815"/>
                  </a:cubicBezTo>
                  <a:cubicBezTo>
                    <a:pt x="6219" y="9684"/>
                    <a:pt x="6243" y="9550"/>
                    <a:pt x="6270" y="9420"/>
                  </a:cubicBezTo>
                  <a:cubicBezTo>
                    <a:pt x="6282" y="9353"/>
                    <a:pt x="6294" y="9286"/>
                    <a:pt x="6294" y="9215"/>
                  </a:cubicBezTo>
                  <a:lnTo>
                    <a:pt x="6294" y="9211"/>
                  </a:lnTo>
                  <a:lnTo>
                    <a:pt x="6294" y="9195"/>
                  </a:lnTo>
                  <a:cubicBezTo>
                    <a:pt x="6294" y="8765"/>
                    <a:pt x="6385" y="8356"/>
                    <a:pt x="6385" y="7914"/>
                  </a:cubicBezTo>
                  <a:cubicBezTo>
                    <a:pt x="6385" y="7866"/>
                    <a:pt x="6385" y="7815"/>
                    <a:pt x="6381" y="7764"/>
                  </a:cubicBezTo>
                  <a:cubicBezTo>
                    <a:pt x="6345" y="7082"/>
                    <a:pt x="6310" y="6400"/>
                    <a:pt x="6274" y="5717"/>
                  </a:cubicBezTo>
                  <a:cubicBezTo>
                    <a:pt x="6199" y="4357"/>
                    <a:pt x="6105" y="2989"/>
                    <a:pt x="5888" y="1640"/>
                  </a:cubicBezTo>
                  <a:cubicBezTo>
                    <a:pt x="5817" y="1222"/>
                    <a:pt x="5624" y="887"/>
                    <a:pt x="5418" y="521"/>
                  </a:cubicBezTo>
                  <a:cubicBezTo>
                    <a:pt x="5362" y="418"/>
                    <a:pt x="5316" y="337"/>
                    <a:pt x="5252" y="271"/>
                  </a:cubicBezTo>
                  <a:lnTo>
                    <a:pt x="5252" y="271"/>
                  </a:lnTo>
                  <a:cubicBezTo>
                    <a:pt x="5245" y="230"/>
                    <a:pt x="5237" y="188"/>
                    <a:pt x="5229" y="146"/>
                  </a:cubicBezTo>
                  <a:cubicBezTo>
                    <a:pt x="5225" y="134"/>
                    <a:pt x="5218" y="126"/>
                    <a:pt x="5206" y="126"/>
                  </a:cubicBezTo>
                  <a:cubicBezTo>
                    <a:pt x="5151" y="126"/>
                    <a:pt x="5096" y="130"/>
                    <a:pt x="5044" y="130"/>
                  </a:cubicBezTo>
                  <a:lnTo>
                    <a:pt x="5044" y="130"/>
                  </a:lnTo>
                  <a:lnTo>
                    <a:pt x="5044" y="130"/>
                  </a:lnTo>
                  <a:cubicBezTo>
                    <a:pt x="5037" y="127"/>
                    <a:pt x="5029" y="124"/>
                    <a:pt x="5020" y="119"/>
                  </a:cubicBezTo>
                  <a:cubicBezTo>
                    <a:pt x="4973" y="99"/>
                    <a:pt x="4910" y="71"/>
                    <a:pt x="4839" y="44"/>
                  </a:cubicBezTo>
                  <a:cubicBezTo>
                    <a:pt x="4772" y="20"/>
                    <a:pt x="4701" y="0"/>
                    <a:pt x="4630"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5" name="Google Shape;2285;p50"/>
            <p:cNvSpPr/>
            <p:nvPr/>
          </p:nvSpPr>
          <p:spPr>
            <a:xfrm>
              <a:off x="5240627" y="1846509"/>
              <a:ext cx="860361" cy="1194066"/>
            </a:xfrm>
            <a:custGeom>
              <a:rect b="b" l="l" r="r" t="t"/>
              <a:pathLst>
                <a:path extrusionOk="0" h="3045" w="2194">
                  <a:moveTo>
                    <a:pt x="1306" y="1"/>
                  </a:moveTo>
                  <a:cubicBezTo>
                    <a:pt x="1265" y="1"/>
                    <a:pt x="1225" y="7"/>
                    <a:pt x="1188" y="19"/>
                  </a:cubicBezTo>
                  <a:cubicBezTo>
                    <a:pt x="896" y="105"/>
                    <a:pt x="557" y="338"/>
                    <a:pt x="529" y="665"/>
                  </a:cubicBezTo>
                  <a:cubicBezTo>
                    <a:pt x="517" y="815"/>
                    <a:pt x="553" y="969"/>
                    <a:pt x="581" y="1118"/>
                  </a:cubicBezTo>
                  <a:cubicBezTo>
                    <a:pt x="616" y="1304"/>
                    <a:pt x="644" y="1501"/>
                    <a:pt x="597" y="1686"/>
                  </a:cubicBezTo>
                  <a:cubicBezTo>
                    <a:pt x="553" y="1872"/>
                    <a:pt x="422" y="2050"/>
                    <a:pt x="242" y="2101"/>
                  </a:cubicBezTo>
                  <a:cubicBezTo>
                    <a:pt x="182" y="2121"/>
                    <a:pt x="123" y="2124"/>
                    <a:pt x="71" y="2156"/>
                  </a:cubicBezTo>
                  <a:cubicBezTo>
                    <a:pt x="0" y="2203"/>
                    <a:pt x="20" y="2246"/>
                    <a:pt x="40" y="2305"/>
                  </a:cubicBezTo>
                  <a:cubicBezTo>
                    <a:pt x="60" y="2376"/>
                    <a:pt x="71" y="2456"/>
                    <a:pt x="95" y="2530"/>
                  </a:cubicBezTo>
                  <a:cubicBezTo>
                    <a:pt x="100" y="2538"/>
                    <a:pt x="104" y="2546"/>
                    <a:pt x="104" y="2554"/>
                  </a:cubicBezTo>
                  <a:cubicBezTo>
                    <a:pt x="104" y="2558"/>
                    <a:pt x="107" y="2558"/>
                    <a:pt x="107" y="2562"/>
                  </a:cubicBezTo>
                  <a:cubicBezTo>
                    <a:pt x="139" y="2656"/>
                    <a:pt x="198" y="2747"/>
                    <a:pt x="281" y="2814"/>
                  </a:cubicBezTo>
                  <a:cubicBezTo>
                    <a:pt x="441" y="2963"/>
                    <a:pt x="675" y="3045"/>
                    <a:pt x="902" y="3045"/>
                  </a:cubicBezTo>
                  <a:cubicBezTo>
                    <a:pt x="921" y="3045"/>
                    <a:pt x="940" y="3044"/>
                    <a:pt x="959" y="3043"/>
                  </a:cubicBezTo>
                  <a:lnTo>
                    <a:pt x="999" y="3043"/>
                  </a:lnTo>
                  <a:cubicBezTo>
                    <a:pt x="1002" y="3043"/>
                    <a:pt x="1006" y="3043"/>
                    <a:pt x="1009" y="3043"/>
                  </a:cubicBezTo>
                  <a:cubicBezTo>
                    <a:pt x="1475" y="3043"/>
                    <a:pt x="1954" y="2795"/>
                    <a:pt x="2087" y="2325"/>
                  </a:cubicBezTo>
                  <a:lnTo>
                    <a:pt x="2087" y="2321"/>
                  </a:lnTo>
                  <a:cubicBezTo>
                    <a:pt x="2130" y="2223"/>
                    <a:pt x="2193" y="2116"/>
                    <a:pt x="2153" y="2057"/>
                  </a:cubicBezTo>
                  <a:cubicBezTo>
                    <a:pt x="2115" y="1998"/>
                    <a:pt x="2008" y="2021"/>
                    <a:pt x="1949" y="2010"/>
                  </a:cubicBezTo>
                  <a:cubicBezTo>
                    <a:pt x="1846" y="1994"/>
                    <a:pt x="1744" y="1966"/>
                    <a:pt x="1645" y="1927"/>
                  </a:cubicBezTo>
                  <a:cubicBezTo>
                    <a:pt x="1609" y="1911"/>
                    <a:pt x="1570" y="1895"/>
                    <a:pt x="1547" y="1860"/>
                  </a:cubicBezTo>
                  <a:cubicBezTo>
                    <a:pt x="1531" y="1837"/>
                    <a:pt x="1527" y="1801"/>
                    <a:pt x="1523" y="1769"/>
                  </a:cubicBezTo>
                  <a:cubicBezTo>
                    <a:pt x="1515" y="1686"/>
                    <a:pt x="1503" y="1608"/>
                    <a:pt x="1496" y="1524"/>
                  </a:cubicBezTo>
                  <a:cubicBezTo>
                    <a:pt x="1483" y="1418"/>
                    <a:pt x="1499" y="1382"/>
                    <a:pt x="1578" y="1316"/>
                  </a:cubicBezTo>
                  <a:cubicBezTo>
                    <a:pt x="1680" y="1225"/>
                    <a:pt x="1704" y="1080"/>
                    <a:pt x="1709" y="945"/>
                  </a:cubicBezTo>
                  <a:cubicBezTo>
                    <a:pt x="1720" y="732"/>
                    <a:pt x="1704" y="519"/>
                    <a:pt x="1657" y="314"/>
                  </a:cubicBezTo>
                  <a:cubicBezTo>
                    <a:pt x="1645" y="251"/>
                    <a:pt x="1629" y="188"/>
                    <a:pt x="1594" y="137"/>
                  </a:cubicBezTo>
                  <a:cubicBezTo>
                    <a:pt x="1528" y="45"/>
                    <a:pt x="1415" y="1"/>
                    <a:pt x="1306" y="1"/>
                  </a:cubicBezTo>
                  <a:close/>
                </a:path>
              </a:pathLst>
            </a:custGeom>
            <a:solidFill>
              <a:schemeClr val="accent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6" name="Google Shape;2286;p50"/>
            <p:cNvSpPr/>
            <p:nvPr/>
          </p:nvSpPr>
          <p:spPr>
            <a:xfrm>
              <a:off x="5240627" y="1837882"/>
              <a:ext cx="858792" cy="1211320"/>
            </a:xfrm>
            <a:custGeom>
              <a:rect b="b" l="l" r="r" t="t"/>
              <a:pathLst>
                <a:path extrusionOk="0" h="3089" w="2190">
                  <a:moveTo>
                    <a:pt x="1306" y="44"/>
                  </a:moveTo>
                  <a:cubicBezTo>
                    <a:pt x="1357" y="44"/>
                    <a:pt x="1409" y="56"/>
                    <a:pt x="1456" y="76"/>
                  </a:cubicBezTo>
                  <a:cubicBezTo>
                    <a:pt x="1503" y="99"/>
                    <a:pt x="1547" y="132"/>
                    <a:pt x="1574" y="174"/>
                  </a:cubicBezTo>
                  <a:cubicBezTo>
                    <a:pt x="1609" y="218"/>
                    <a:pt x="1625" y="277"/>
                    <a:pt x="1638" y="340"/>
                  </a:cubicBezTo>
                  <a:cubicBezTo>
                    <a:pt x="1673" y="505"/>
                    <a:pt x="1692" y="679"/>
                    <a:pt x="1692" y="849"/>
                  </a:cubicBezTo>
                  <a:cubicBezTo>
                    <a:pt x="1692" y="889"/>
                    <a:pt x="1689" y="927"/>
                    <a:pt x="1689" y="963"/>
                  </a:cubicBezTo>
                  <a:cubicBezTo>
                    <a:pt x="1685" y="1031"/>
                    <a:pt x="1676" y="1102"/>
                    <a:pt x="1661" y="1160"/>
                  </a:cubicBezTo>
                  <a:cubicBezTo>
                    <a:pt x="1641" y="1224"/>
                    <a:pt x="1609" y="1279"/>
                    <a:pt x="1562" y="1322"/>
                  </a:cubicBezTo>
                  <a:cubicBezTo>
                    <a:pt x="1531" y="1349"/>
                    <a:pt x="1507" y="1373"/>
                    <a:pt x="1491" y="1401"/>
                  </a:cubicBezTo>
                  <a:cubicBezTo>
                    <a:pt x="1476" y="1428"/>
                    <a:pt x="1472" y="1460"/>
                    <a:pt x="1472" y="1495"/>
                  </a:cubicBezTo>
                  <a:lnTo>
                    <a:pt x="1472" y="1546"/>
                  </a:lnTo>
                  <a:cubicBezTo>
                    <a:pt x="1483" y="1630"/>
                    <a:pt x="1491" y="1712"/>
                    <a:pt x="1499" y="1795"/>
                  </a:cubicBezTo>
                  <a:cubicBezTo>
                    <a:pt x="1503" y="1811"/>
                    <a:pt x="1503" y="1826"/>
                    <a:pt x="1507" y="1843"/>
                  </a:cubicBezTo>
                  <a:cubicBezTo>
                    <a:pt x="1511" y="1862"/>
                    <a:pt x="1519" y="1878"/>
                    <a:pt x="1531" y="1894"/>
                  </a:cubicBezTo>
                  <a:cubicBezTo>
                    <a:pt x="1543" y="1914"/>
                    <a:pt x="1558" y="1930"/>
                    <a:pt x="1578" y="1941"/>
                  </a:cubicBezTo>
                  <a:cubicBezTo>
                    <a:pt x="1598" y="1953"/>
                    <a:pt x="1618" y="1961"/>
                    <a:pt x="1638" y="1968"/>
                  </a:cubicBezTo>
                  <a:cubicBezTo>
                    <a:pt x="1736" y="2008"/>
                    <a:pt x="1842" y="2036"/>
                    <a:pt x="1945" y="2052"/>
                  </a:cubicBezTo>
                  <a:cubicBezTo>
                    <a:pt x="1964" y="2055"/>
                    <a:pt x="1980" y="2055"/>
                    <a:pt x="2000" y="2055"/>
                  </a:cubicBezTo>
                  <a:cubicBezTo>
                    <a:pt x="2027" y="2059"/>
                    <a:pt x="2059" y="2059"/>
                    <a:pt x="2082" y="2063"/>
                  </a:cubicBezTo>
                  <a:cubicBezTo>
                    <a:pt x="2095" y="2063"/>
                    <a:pt x="2106" y="2067"/>
                    <a:pt x="2115" y="2072"/>
                  </a:cubicBezTo>
                  <a:cubicBezTo>
                    <a:pt x="2122" y="2079"/>
                    <a:pt x="2130" y="2083"/>
                    <a:pt x="2134" y="2090"/>
                  </a:cubicBezTo>
                  <a:cubicBezTo>
                    <a:pt x="2142" y="2099"/>
                    <a:pt x="2146" y="2110"/>
                    <a:pt x="2146" y="2126"/>
                  </a:cubicBezTo>
                  <a:cubicBezTo>
                    <a:pt x="2146" y="2150"/>
                    <a:pt x="2134" y="2185"/>
                    <a:pt x="2118" y="2221"/>
                  </a:cubicBezTo>
                  <a:cubicBezTo>
                    <a:pt x="2102" y="2256"/>
                    <a:pt x="2082" y="2296"/>
                    <a:pt x="2067" y="2336"/>
                  </a:cubicBezTo>
                  <a:lnTo>
                    <a:pt x="2067" y="2339"/>
                  </a:lnTo>
                  <a:cubicBezTo>
                    <a:pt x="2067" y="2339"/>
                    <a:pt x="2067" y="2339"/>
                    <a:pt x="2067" y="2339"/>
                  </a:cubicBezTo>
                  <a:lnTo>
                    <a:pt x="2067" y="2339"/>
                  </a:lnTo>
                  <a:lnTo>
                    <a:pt x="2063" y="2343"/>
                  </a:lnTo>
                  <a:lnTo>
                    <a:pt x="2066" y="2344"/>
                  </a:lnTo>
                  <a:lnTo>
                    <a:pt x="2066" y="2344"/>
                  </a:lnTo>
                  <a:cubicBezTo>
                    <a:pt x="1998" y="2571"/>
                    <a:pt x="1853" y="2746"/>
                    <a:pt x="1665" y="2864"/>
                  </a:cubicBezTo>
                  <a:cubicBezTo>
                    <a:pt x="1476" y="2982"/>
                    <a:pt x="1243" y="3042"/>
                    <a:pt x="1014" y="3042"/>
                  </a:cubicBezTo>
                  <a:lnTo>
                    <a:pt x="987" y="3042"/>
                  </a:lnTo>
                  <a:cubicBezTo>
                    <a:pt x="975" y="3042"/>
                    <a:pt x="967" y="3045"/>
                    <a:pt x="959" y="3045"/>
                  </a:cubicBezTo>
                  <a:lnTo>
                    <a:pt x="899" y="3045"/>
                  </a:lnTo>
                  <a:cubicBezTo>
                    <a:pt x="683" y="3045"/>
                    <a:pt x="450" y="2966"/>
                    <a:pt x="297" y="2820"/>
                  </a:cubicBezTo>
                  <a:lnTo>
                    <a:pt x="293" y="2820"/>
                  </a:lnTo>
                  <a:cubicBezTo>
                    <a:pt x="213" y="2753"/>
                    <a:pt x="158" y="2671"/>
                    <a:pt x="127" y="2576"/>
                  </a:cubicBezTo>
                  <a:cubicBezTo>
                    <a:pt x="127" y="2572"/>
                    <a:pt x="127" y="2572"/>
                    <a:pt x="123" y="2568"/>
                  </a:cubicBezTo>
                  <a:cubicBezTo>
                    <a:pt x="123" y="2560"/>
                    <a:pt x="119" y="2556"/>
                    <a:pt x="119" y="2549"/>
                  </a:cubicBezTo>
                  <a:cubicBezTo>
                    <a:pt x="95" y="2474"/>
                    <a:pt x="84" y="2394"/>
                    <a:pt x="60" y="2320"/>
                  </a:cubicBezTo>
                  <a:cubicBezTo>
                    <a:pt x="48" y="2292"/>
                    <a:pt x="44" y="2268"/>
                    <a:pt x="44" y="2252"/>
                  </a:cubicBezTo>
                  <a:cubicBezTo>
                    <a:pt x="44" y="2245"/>
                    <a:pt x="44" y="2237"/>
                    <a:pt x="48" y="2225"/>
                  </a:cubicBezTo>
                  <a:cubicBezTo>
                    <a:pt x="56" y="2217"/>
                    <a:pt x="68" y="2209"/>
                    <a:pt x="84" y="2197"/>
                  </a:cubicBezTo>
                  <a:cubicBezTo>
                    <a:pt x="107" y="2181"/>
                    <a:pt x="131" y="2174"/>
                    <a:pt x="158" y="2166"/>
                  </a:cubicBezTo>
                  <a:cubicBezTo>
                    <a:pt x="186" y="2158"/>
                    <a:pt x="218" y="2154"/>
                    <a:pt x="246" y="2146"/>
                  </a:cubicBezTo>
                  <a:cubicBezTo>
                    <a:pt x="344" y="2119"/>
                    <a:pt x="426" y="2055"/>
                    <a:pt x="490" y="1981"/>
                  </a:cubicBezTo>
                  <a:cubicBezTo>
                    <a:pt x="549" y="1901"/>
                    <a:pt x="597" y="1811"/>
                    <a:pt x="620" y="1712"/>
                  </a:cubicBezTo>
                  <a:cubicBezTo>
                    <a:pt x="635" y="1641"/>
                    <a:pt x="644" y="1566"/>
                    <a:pt x="644" y="1491"/>
                  </a:cubicBezTo>
                  <a:cubicBezTo>
                    <a:pt x="644" y="1373"/>
                    <a:pt x="624" y="1251"/>
                    <a:pt x="604" y="1137"/>
                  </a:cubicBezTo>
                  <a:cubicBezTo>
                    <a:pt x="577" y="1007"/>
                    <a:pt x="549" y="876"/>
                    <a:pt x="549" y="750"/>
                  </a:cubicBezTo>
                  <a:cubicBezTo>
                    <a:pt x="549" y="731"/>
                    <a:pt x="549" y="711"/>
                    <a:pt x="553" y="687"/>
                  </a:cubicBezTo>
                  <a:cubicBezTo>
                    <a:pt x="557" y="609"/>
                    <a:pt x="584" y="538"/>
                    <a:pt x="620" y="470"/>
                  </a:cubicBezTo>
                  <a:cubicBezTo>
                    <a:pt x="679" y="372"/>
                    <a:pt x="770" y="285"/>
                    <a:pt x="868" y="214"/>
                  </a:cubicBezTo>
                  <a:cubicBezTo>
                    <a:pt x="970" y="147"/>
                    <a:pt x="1085" y="92"/>
                    <a:pt x="1192" y="61"/>
                  </a:cubicBezTo>
                  <a:cubicBezTo>
                    <a:pt x="1227" y="52"/>
                    <a:pt x="1267" y="44"/>
                    <a:pt x="1306" y="44"/>
                  </a:cubicBezTo>
                  <a:close/>
                  <a:moveTo>
                    <a:pt x="1306" y="1"/>
                  </a:moveTo>
                  <a:cubicBezTo>
                    <a:pt x="1263" y="1"/>
                    <a:pt x="1219" y="9"/>
                    <a:pt x="1180" y="21"/>
                  </a:cubicBezTo>
                  <a:cubicBezTo>
                    <a:pt x="1030" y="64"/>
                    <a:pt x="872" y="143"/>
                    <a:pt x="746" y="257"/>
                  </a:cubicBezTo>
                  <a:cubicBezTo>
                    <a:pt x="679" y="312"/>
                    <a:pt x="624" y="376"/>
                    <a:pt x="584" y="447"/>
                  </a:cubicBezTo>
                  <a:cubicBezTo>
                    <a:pt x="541" y="521"/>
                    <a:pt x="513" y="600"/>
                    <a:pt x="510" y="687"/>
                  </a:cubicBezTo>
                  <a:cubicBezTo>
                    <a:pt x="506" y="707"/>
                    <a:pt x="506" y="731"/>
                    <a:pt x="506" y="750"/>
                  </a:cubicBezTo>
                  <a:cubicBezTo>
                    <a:pt x="506" y="884"/>
                    <a:pt x="537" y="1014"/>
                    <a:pt x="561" y="1144"/>
                  </a:cubicBezTo>
                  <a:cubicBezTo>
                    <a:pt x="581" y="1259"/>
                    <a:pt x="600" y="1377"/>
                    <a:pt x="600" y="1491"/>
                  </a:cubicBezTo>
                  <a:cubicBezTo>
                    <a:pt x="600" y="1562"/>
                    <a:pt x="592" y="1633"/>
                    <a:pt x="577" y="1704"/>
                  </a:cubicBezTo>
                  <a:cubicBezTo>
                    <a:pt x="553" y="1791"/>
                    <a:pt x="513" y="1882"/>
                    <a:pt x="455" y="1953"/>
                  </a:cubicBezTo>
                  <a:cubicBezTo>
                    <a:pt x="395" y="2024"/>
                    <a:pt x="320" y="2079"/>
                    <a:pt x="233" y="2103"/>
                  </a:cubicBezTo>
                  <a:cubicBezTo>
                    <a:pt x="206" y="2110"/>
                    <a:pt x="178" y="2114"/>
                    <a:pt x="147" y="2123"/>
                  </a:cubicBezTo>
                  <a:cubicBezTo>
                    <a:pt x="119" y="2130"/>
                    <a:pt x="87" y="2143"/>
                    <a:pt x="60" y="2158"/>
                  </a:cubicBezTo>
                  <a:cubicBezTo>
                    <a:pt x="40" y="2174"/>
                    <a:pt x="24" y="2185"/>
                    <a:pt x="13" y="2201"/>
                  </a:cubicBezTo>
                  <a:cubicBezTo>
                    <a:pt x="5" y="2217"/>
                    <a:pt x="0" y="2237"/>
                    <a:pt x="0" y="2252"/>
                  </a:cubicBezTo>
                  <a:cubicBezTo>
                    <a:pt x="0" y="2280"/>
                    <a:pt x="9" y="2308"/>
                    <a:pt x="16" y="2332"/>
                  </a:cubicBezTo>
                  <a:cubicBezTo>
                    <a:pt x="40" y="2403"/>
                    <a:pt x="52" y="2481"/>
                    <a:pt x="76" y="2560"/>
                  </a:cubicBezTo>
                  <a:cubicBezTo>
                    <a:pt x="80" y="2568"/>
                    <a:pt x="80" y="2576"/>
                    <a:pt x="84" y="2584"/>
                  </a:cubicBezTo>
                  <a:cubicBezTo>
                    <a:pt x="84" y="2584"/>
                    <a:pt x="84" y="2585"/>
                    <a:pt x="85" y="2587"/>
                  </a:cubicBezTo>
                  <a:lnTo>
                    <a:pt x="85" y="2587"/>
                  </a:lnTo>
                  <a:lnTo>
                    <a:pt x="84" y="2587"/>
                  </a:lnTo>
                  <a:cubicBezTo>
                    <a:pt x="119" y="2690"/>
                    <a:pt x="178" y="2781"/>
                    <a:pt x="265" y="2856"/>
                  </a:cubicBezTo>
                  <a:lnTo>
                    <a:pt x="267" y="2854"/>
                  </a:lnTo>
                  <a:lnTo>
                    <a:pt x="267" y="2854"/>
                  </a:lnTo>
                  <a:cubicBezTo>
                    <a:pt x="433" y="3006"/>
                    <a:pt x="672" y="3089"/>
                    <a:pt x="899" y="3089"/>
                  </a:cubicBezTo>
                  <a:lnTo>
                    <a:pt x="959" y="3089"/>
                  </a:lnTo>
                  <a:cubicBezTo>
                    <a:pt x="970" y="3089"/>
                    <a:pt x="979" y="3084"/>
                    <a:pt x="987" y="3084"/>
                  </a:cubicBezTo>
                  <a:lnTo>
                    <a:pt x="1014" y="3084"/>
                  </a:lnTo>
                  <a:cubicBezTo>
                    <a:pt x="1251" y="3084"/>
                    <a:pt x="1491" y="3022"/>
                    <a:pt x="1689" y="2900"/>
                  </a:cubicBezTo>
                  <a:cubicBezTo>
                    <a:pt x="1886" y="2777"/>
                    <a:pt x="2040" y="2592"/>
                    <a:pt x="2106" y="2351"/>
                  </a:cubicBezTo>
                  <a:cubicBezTo>
                    <a:pt x="2122" y="2316"/>
                    <a:pt x="2142" y="2276"/>
                    <a:pt x="2158" y="2237"/>
                  </a:cubicBezTo>
                  <a:cubicBezTo>
                    <a:pt x="2173" y="2197"/>
                    <a:pt x="2189" y="2161"/>
                    <a:pt x="2189" y="2126"/>
                  </a:cubicBezTo>
                  <a:cubicBezTo>
                    <a:pt x="2189" y="2103"/>
                    <a:pt x="2182" y="2083"/>
                    <a:pt x="2169" y="2063"/>
                  </a:cubicBezTo>
                  <a:cubicBezTo>
                    <a:pt x="2158" y="2048"/>
                    <a:pt x="2138" y="2036"/>
                    <a:pt x="2118" y="2028"/>
                  </a:cubicBezTo>
                  <a:cubicBezTo>
                    <a:pt x="2091" y="2016"/>
                    <a:pt x="2059" y="2016"/>
                    <a:pt x="2031" y="2016"/>
                  </a:cubicBezTo>
                  <a:cubicBezTo>
                    <a:pt x="2000" y="2012"/>
                    <a:pt x="1973" y="2012"/>
                    <a:pt x="1953" y="2012"/>
                  </a:cubicBezTo>
                  <a:cubicBezTo>
                    <a:pt x="1851" y="1992"/>
                    <a:pt x="1751" y="1965"/>
                    <a:pt x="1653" y="1930"/>
                  </a:cubicBezTo>
                  <a:cubicBezTo>
                    <a:pt x="1638" y="1921"/>
                    <a:pt x="1618" y="1914"/>
                    <a:pt x="1602" y="1906"/>
                  </a:cubicBezTo>
                  <a:cubicBezTo>
                    <a:pt x="1586" y="1894"/>
                    <a:pt x="1574" y="1886"/>
                    <a:pt x="1567" y="1870"/>
                  </a:cubicBezTo>
                  <a:cubicBezTo>
                    <a:pt x="1558" y="1862"/>
                    <a:pt x="1554" y="1846"/>
                    <a:pt x="1551" y="1835"/>
                  </a:cubicBezTo>
                  <a:cubicBezTo>
                    <a:pt x="1547" y="1819"/>
                    <a:pt x="1547" y="1807"/>
                    <a:pt x="1543" y="1791"/>
                  </a:cubicBezTo>
                  <a:cubicBezTo>
                    <a:pt x="1534" y="1708"/>
                    <a:pt x="1527" y="1626"/>
                    <a:pt x="1515" y="1543"/>
                  </a:cubicBezTo>
                  <a:lnTo>
                    <a:pt x="1515" y="1495"/>
                  </a:lnTo>
                  <a:cubicBezTo>
                    <a:pt x="1515" y="1464"/>
                    <a:pt x="1519" y="1444"/>
                    <a:pt x="1531" y="1420"/>
                  </a:cubicBezTo>
                  <a:cubicBezTo>
                    <a:pt x="1543" y="1401"/>
                    <a:pt x="1562" y="1381"/>
                    <a:pt x="1594" y="1353"/>
                  </a:cubicBezTo>
                  <a:cubicBezTo>
                    <a:pt x="1649" y="1306"/>
                    <a:pt x="1680" y="1244"/>
                    <a:pt x="1700" y="1176"/>
                  </a:cubicBezTo>
                  <a:cubicBezTo>
                    <a:pt x="1720" y="1109"/>
                    <a:pt x="1727" y="1034"/>
                    <a:pt x="1732" y="967"/>
                  </a:cubicBezTo>
                  <a:cubicBezTo>
                    <a:pt x="1732" y="927"/>
                    <a:pt x="1736" y="889"/>
                    <a:pt x="1736" y="849"/>
                  </a:cubicBezTo>
                  <a:cubicBezTo>
                    <a:pt x="1736" y="676"/>
                    <a:pt x="1716" y="502"/>
                    <a:pt x="1680" y="328"/>
                  </a:cubicBezTo>
                  <a:cubicBezTo>
                    <a:pt x="1665" y="269"/>
                    <a:pt x="1649" y="203"/>
                    <a:pt x="1609" y="147"/>
                  </a:cubicBezTo>
                  <a:cubicBezTo>
                    <a:pt x="1574" y="99"/>
                    <a:pt x="1527" y="61"/>
                    <a:pt x="1476" y="37"/>
                  </a:cubicBezTo>
                  <a:cubicBezTo>
                    <a:pt x="1420" y="13"/>
                    <a:pt x="1361" y="1"/>
                    <a:pt x="1306"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7" name="Google Shape;2287;p50"/>
            <p:cNvSpPr/>
            <p:nvPr/>
          </p:nvSpPr>
          <p:spPr>
            <a:xfrm>
              <a:off x="5169650" y="2613135"/>
              <a:ext cx="1359558" cy="1249358"/>
            </a:xfrm>
            <a:custGeom>
              <a:rect b="b" l="l" r="r" t="t"/>
              <a:pathLst>
                <a:path extrusionOk="0" h="3186" w="3467">
                  <a:moveTo>
                    <a:pt x="2396" y="1"/>
                  </a:moveTo>
                  <a:cubicBezTo>
                    <a:pt x="2338" y="1"/>
                    <a:pt x="2284" y="15"/>
                    <a:pt x="2240" y="51"/>
                  </a:cubicBezTo>
                  <a:cubicBezTo>
                    <a:pt x="2228" y="62"/>
                    <a:pt x="2221" y="71"/>
                    <a:pt x="2212" y="82"/>
                  </a:cubicBezTo>
                  <a:cubicBezTo>
                    <a:pt x="2118" y="201"/>
                    <a:pt x="2181" y="417"/>
                    <a:pt x="2070" y="536"/>
                  </a:cubicBezTo>
                  <a:cubicBezTo>
                    <a:pt x="1980" y="634"/>
                    <a:pt x="1810" y="828"/>
                    <a:pt x="1342" y="828"/>
                  </a:cubicBezTo>
                  <a:cubicBezTo>
                    <a:pt x="1301" y="828"/>
                    <a:pt x="1257" y="826"/>
                    <a:pt x="1211" y="823"/>
                  </a:cubicBezTo>
                  <a:cubicBezTo>
                    <a:pt x="840" y="796"/>
                    <a:pt x="481" y="355"/>
                    <a:pt x="352" y="173"/>
                  </a:cubicBezTo>
                  <a:cubicBezTo>
                    <a:pt x="257" y="193"/>
                    <a:pt x="95" y="255"/>
                    <a:pt x="68" y="268"/>
                  </a:cubicBezTo>
                  <a:cubicBezTo>
                    <a:pt x="28" y="339"/>
                    <a:pt x="79" y="1163"/>
                    <a:pt x="48" y="1538"/>
                  </a:cubicBezTo>
                  <a:cubicBezTo>
                    <a:pt x="1" y="2070"/>
                    <a:pt x="52" y="2583"/>
                    <a:pt x="1" y="3142"/>
                  </a:cubicBezTo>
                  <a:lnTo>
                    <a:pt x="2485" y="3185"/>
                  </a:lnTo>
                  <a:cubicBezTo>
                    <a:pt x="2485" y="2965"/>
                    <a:pt x="2505" y="2740"/>
                    <a:pt x="2516" y="2519"/>
                  </a:cubicBezTo>
                  <a:cubicBezTo>
                    <a:pt x="2532" y="2266"/>
                    <a:pt x="2512" y="2026"/>
                    <a:pt x="2583" y="1782"/>
                  </a:cubicBezTo>
                  <a:cubicBezTo>
                    <a:pt x="2682" y="1813"/>
                    <a:pt x="2789" y="1833"/>
                    <a:pt x="2891" y="1841"/>
                  </a:cubicBezTo>
                  <a:cubicBezTo>
                    <a:pt x="3017" y="1494"/>
                    <a:pt x="3182" y="1163"/>
                    <a:pt x="3352" y="839"/>
                  </a:cubicBezTo>
                  <a:cubicBezTo>
                    <a:pt x="3380" y="788"/>
                    <a:pt x="3466" y="678"/>
                    <a:pt x="3459" y="619"/>
                  </a:cubicBezTo>
                  <a:cubicBezTo>
                    <a:pt x="3446" y="544"/>
                    <a:pt x="3348" y="501"/>
                    <a:pt x="3293" y="461"/>
                  </a:cubicBezTo>
                  <a:cubicBezTo>
                    <a:pt x="3135" y="355"/>
                    <a:pt x="2978" y="252"/>
                    <a:pt x="2816" y="153"/>
                  </a:cubicBezTo>
                  <a:cubicBezTo>
                    <a:pt x="2715" y="91"/>
                    <a:pt x="2542" y="1"/>
                    <a:pt x="2396" y="1"/>
                  </a:cubicBez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8" name="Google Shape;2288;p50"/>
            <p:cNvSpPr/>
            <p:nvPr/>
          </p:nvSpPr>
          <p:spPr>
            <a:xfrm>
              <a:off x="5161808" y="2605292"/>
              <a:ext cx="1372107" cy="1266220"/>
            </a:xfrm>
            <a:custGeom>
              <a:rect b="b" l="l" r="r" t="t"/>
              <a:pathLst>
                <a:path extrusionOk="0" h="3229" w="3499">
                  <a:moveTo>
                    <a:pt x="2414" y="44"/>
                  </a:moveTo>
                  <a:cubicBezTo>
                    <a:pt x="2485" y="44"/>
                    <a:pt x="2563" y="67"/>
                    <a:pt x="2634" y="95"/>
                  </a:cubicBezTo>
                  <a:cubicBezTo>
                    <a:pt x="2709" y="126"/>
                    <a:pt x="2776" y="162"/>
                    <a:pt x="2824" y="193"/>
                  </a:cubicBezTo>
                  <a:cubicBezTo>
                    <a:pt x="2986" y="288"/>
                    <a:pt x="3144" y="390"/>
                    <a:pt x="3301" y="501"/>
                  </a:cubicBezTo>
                  <a:cubicBezTo>
                    <a:pt x="3329" y="521"/>
                    <a:pt x="3368" y="540"/>
                    <a:pt x="3400" y="564"/>
                  </a:cubicBezTo>
                  <a:cubicBezTo>
                    <a:pt x="3415" y="575"/>
                    <a:pt x="3428" y="588"/>
                    <a:pt x="3439" y="599"/>
                  </a:cubicBezTo>
                  <a:cubicBezTo>
                    <a:pt x="3447" y="615"/>
                    <a:pt x="3455" y="627"/>
                    <a:pt x="3455" y="639"/>
                  </a:cubicBezTo>
                  <a:lnTo>
                    <a:pt x="3455" y="646"/>
                  </a:lnTo>
                  <a:cubicBezTo>
                    <a:pt x="3455" y="654"/>
                    <a:pt x="3451" y="670"/>
                    <a:pt x="3447" y="690"/>
                  </a:cubicBezTo>
                  <a:cubicBezTo>
                    <a:pt x="3435" y="714"/>
                    <a:pt x="3415" y="745"/>
                    <a:pt x="3400" y="772"/>
                  </a:cubicBezTo>
                  <a:cubicBezTo>
                    <a:pt x="3380" y="801"/>
                    <a:pt x="3364" y="828"/>
                    <a:pt x="3353" y="848"/>
                  </a:cubicBezTo>
                  <a:cubicBezTo>
                    <a:pt x="3185" y="1169"/>
                    <a:pt x="3022" y="1495"/>
                    <a:pt x="2897" y="1836"/>
                  </a:cubicBezTo>
                  <a:lnTo>
                    <a:pt x="2897" y="1836"/>
                  </a:lnTo>
                  <a:cubicBezTo>
                    <a:pt x="2801" y="1831"/>
                    <a:pt x="2704" y="1811"/>
                    <a:pt x="2611" y="1782"/>
                  </a:cubicBezTo>
                  <a:cubicBezTo>
                    <a:pt x="2603" y="1782"/>
                    <a:pt x="2599" y="1782"/>
                    <a:pt x="2591" y="1786"/>
                  </a:cubicBezTo>
                  <a:cubicBezTo>
                    <a:pt x="2587" y="1786"/>
                    <a:pt x="2583" y="1790"/>
                    <a:pt x="2583" y="1798"/>
                  </a:cubicBezTo>
                  <a:cubicBezTo>
                    <a:pt x="2548" y="1920"/>
                    <a:pt x="2532" y="2042"/>
                    <a:pt x="2528" y="2164"/>
                  </a:cubicBezTo>
                  <a:cubicBezTo>
                    <a:pt x="2520" y="2291"/>
                    <a:pt x="2525" y="2413"/>
                    <a:pt x="2516" y="2539"/>
                  </a:cubicBezTo>
                  <a:cubicBezTo>
                    <a:pt x="2502" y="2752"/>
                    <a:pt x="2483" y="2965"/>
                    <a:pt x="2481" y="3181"/>
                  </a:cubicBezTo>
                  <a:lnTo>
                    <a:pt x="2481" y="3181"/>
                  </a:lnTo>
                  <a:lnTo>
                    <a:pt x="46" y="3143"/>
                  </a:lnTo>
                  <a:lnTo>
                    <a:pt x="46" y="3143"/>
                  </a:lnTo>
                  <a:cubicBezTo>
                    <a:pt x="64" y="2907"/>
                    <a:pt x="68" y="2686"/>
                    <a:pt x="68" y="2464"/>
                  </a:cubicBezTo>
                  <a:lnTo>
                    <a:pt x="68" y="2200"/>
                  </a:lnTo>
                  <a:cubicBezTo>
                    <a:pt x="68" y="1984"/>
                    <a:pt x="68" y="1774"/>
                    <a:pt x="88" y="1558"/>
                  </a:cubicBezTo>
                  <a:cubicBezTo>
                    <a:pt x="95" y="1455"/>
                    <a:pt x="99" y="1321"/>
                    <a:pt x="99" y="1179"/>
                  </a:cubicBezTo>
                  <a:cubicBezTo>
                    <a:pt x="99" y="958"/>
                    <a:pt x="92" y="717"/>
                    <a:pt x="92" y="544"/>
                  </a:cubicBezTo>
                  <a:cubicBezTo>
                    <a:pt x="92" y="477"/>
                    <a:pt x="95" y="417"/>
                    <a:pt x="95" y="375"/>
                  </a:cubicBezTo>
                  <a:cubicBezTo>
                    <a:pt x="95" y="355"/>
                    <a:pt x="99" y="335"/>
                    <a:pt x="99" y="323"/>
                  </a:cubicBezTo>
                  <a:cubicBezTo>
                    <a:pt x="103" y="316"/>
                    <a:pt x="103" y="308"/>
                    <a:pt x="103" y="304"/>
                  </a:cubicBezTo>
                  <a:lnTo>
                    <a:pt x="103" y="304"/>
                  </a:lnTo>
                  <a:cubicBezTo>
                    <a:pt x="112" y="301"/>
                    <a:pt x="124" y="297"/>
                    <a:pt x="139" y="292"/>
                  </a:cubicBezTo>
                  <a:cubicBezTo>
                    <a:pt x="194" y="270"/>
                    <a:pt x="293" y="234"/>
                    <a:pt x="361" y="217"/>
                  </a:cubicBezTo>
                  <a:lnTo>
                    <a:pt x="361" y="217"/>
                  </a:lnTo>
                  <a:cubicBezTo>
                    <a:pt x="430" y="309"/>
                    <a:pt x="548" y="459"/>
                    <a:pt x="694" y="592"/>
                  </a:cubicBezTo>
                  <a:cubicBezTo>
                    <a:pt x="774" y="662"/>
                    <a:pt x="856" y="725"/>
                    <a:pt x="947" y="777"/>
                  </a:cubicBezTo>
                  <a:cubicBezTo>
                    <a:pt x="1038" y="824"/>
                    <a:pt x="1133" y="859"/>
                    <a:pt x="1231" y="863"/>
                  </a:cubicBezTo>
                  <a:cubicBezTo>
                    <a:pt x="1278" y="867"/>
                    <a:pt x="1322" y="872"/>
                    <a:pt x="1361" y="872"/>
                  </a:cubicBezTo>
                  <a:cubicBezTo>
                    <a:pt x="1597" y="872"/>
                    <a:pt x="1763" y="820"/>
                    <a:pt x="1877" y="757"/>
                  </a:cubicBezTo>
                  <a:cubicBezTo>
                    <a:pt x="1992" y="694"/>
                    <a:pt x="2059" y="619"/>
                    <a:pt x="2106" y="572"/>
                  </a:cubicBezTo>
                  <a:cubicBezTo>
                    <a:pt x="2138" y="540"/>
                    <a:pt x="2154" y="501"/>
                    <a:pt x="2165" y="457"/>
                  </a:cubicBezTo>
                  <a:cubicBezTo>
                    <a:pt x="2185" y="398"/>
                    <a:pt x="2189" y="331"/>
                    <a:pt x="2197" y="268"/>
                  </a:cubicBezTo>
                  <a:cubicBezTo>
                    <a:pt x="2201" y="240"/>
                    <a:pt x="2205" y="209"/>
                    <a:pt x="2212" y="181"/>
                  </a:cubicBezTo>
                  <a:cubicBezTo>
                    <a:pt x="2221" y="157"/>
                    <a:pt x="2232" y="133"/>
                    <a:pt x="2248" y="115"/>
                  </a:cubicBezTo>
                  <a:cubicBezTo>
                    <a:pt x="2256" y="106"/>
                    <a:pt x="2264" y="98"/>
                    <a:pt x="2272" y="91"/>
                  </a:cubicBezTo>
                  <a:cubicBezTo>
                    <a:pt x="2292" y="75"/>
                    <a:pt x="2316" y="63"/>
                    <a:pt x="2339" y="55"/>
                  </a:cubicBezTo>
                  <a:cubicBezTo>
                    <a:pt x="2363" y="47"/>
                    <a:pt x="2387" y="44"/>
                    <a:pt x="2414" y="44"/>
                  </a:cubicBezTo>
                  <a:close/>
                  <a:moveTo>
                    <a:pt x="2414" y="0"/>
                  </a:moveTo>
                  <a:cubicBezTo>
                    <a:pt x="2387" y="0"/>
                    <a:pt x="2354" y="4"/>
                    <a:pt x="2323" y="11"/>
                  </a:cubicBezTo>
                  <a:cubicBezTo>
                    <a:pt x="2296" y="24"/>
                    <a:pt x="2268" y="35"/>
                    <a:pt x="2245" y="55"/>
                  </a:cubicBezTo>
                  <a:cubicBezTo>
                    <a:pt x="2232" y="67"/>
                    <a:pt x="2225" y="75"/>
                    <a:pt x="2212" y="86"/>
                  </a:cubicBezTo>
                  <a:cubicBezTo>
                    <a:pt x="2189" y="122"/>
                    <a:pt x="2174" y="162"/>
                    <a:pt x="2165" y="201"/>
                  </a:cubicBezTo>
                  <a:cubicBezTo>
                    <a:pt x="2150" y="260"/>
                    <a:pt x="2146" y="327"/>
                    <a:pt x="2138" y="390"/>
                  </a:cubicBezTo>
                  <a:cubicBezTo>
                    <a:pt x="2134" y="417"/>
                    <a:pt x="2126" y="450"/>
                    <a:pt x="2114" y="473"/>
                  </a:cubicBezTo>
                  <a:cubicBezTo>
                    <a:pt x="2106" y="501"/>
                    <a:pt x="2090" y="524"/>
                    <a:pt x="2075" y="544"/>
                  </a:cubicBezTo>
                  <a:cubicBezTo>
                    <a:pt x="2028" y="592"/>
                    <a:pt x="1964" y="662"/>
                    <a:pt x="1858" y="721"/>
                  </a:cubicBezTo>
                  <a:cubicBezTo>
                    <a:pt x="1748" y="777"/>
                    <a:pt x="1593" y="828"/>
                    <a:pt x="1361" y="828"/>
                  </a:cubicBezTo>
                  <a:cubicBezTo>
                    <a:pt x="1322" y="828"/>
                    <a:pt x="1278" y="824"/>
                    <a:pt x="1235" y="820"/>
                  </a:cubicBezTo>
                  <a:cubicBezTo>
                    <a:pt x="1144" y="816"/>
                    <a:pt x="1053" y="785"/>
                    <a:pt x="971" y="737"/>
                  </a:cubicBezTo>
                  <a:cubicBezTo>
                    <a:pt x="840" y="666"/>
                    <a:pt x="718" y="559"/>
                    <a:pt x="616" y="457"/>
                  </a:cubicBezTo>
                  <a:cubicBezTo>
                    <a:pt x="517" y="351"/>
                    <a:pt x="434" y="248"/>
                    <a:pt x="387" y="177"/>
                  </a:cubicBezTo>
                  <a:cubicBezTo>
                    <a:pt x="383" y="173"/>
                    <a:pt x="376" y="169"/>
                    <a:pt x="363" y="169"/>
                  </a:cubicBezTo>
                  <a:cubicBezTo>
                    <a:pt x="316" y="181"/>
                    <a:pt x="253" y="201"/>
                    <a:pt x="198" y="221"/>
                  </a:cubicBezTo>
                  <a:cubicBezTo>
                    <a:pt x="170" y="233"/>
                    <a:pt x="143" y="240"/>
                    <a:pt x="123" y="248"/>
                  </a:cubicBezTo>
                  <a:cubicBezTo>
                    <a:pt x="103" y="257"/>
                    <a:pt x="88" y="264"/>
                    <a:pt x="79" y="268"/>
                  </a:cubicBezTo>
                  <a:cubicBezTo>
                    <a:pt x="72" y="272"/>
                    <a:pt x="72" y="272"/>
                    <a:pt x="68" y="275"/>
                  </a:cubicBezTo>
                  <a:cubicBezTo>
                    <a:pt x="64" y="284"/>
                    <a:pt x="64" y="288"/>
                    <a:pt x="59" y="295"/>
                  </a:cubicBezTo>
                  <a:cubicBezTo>
                    <a:pt x="59" y="304"/>
                    <a:pt x="56" y="319"/>
                    <a:pt x="56" y="335"/>
                  </a:cubicBezTo>
                  <a:cubicBezTo>
                    <a:pt x="52" y="382"/>
                    <a:pt x="48" y="453"/>
                    <a:pt x="48" y="544"/>
                  </a:cubicBezTo>
                  <a:cubicBezTo>
                    <a:pt x="48" y="721"/>
                    <a:pt x="56" y="958"/>
                    <a:pt x="56" y="1179"/>
                  </a:cubicBezTo>
                  <a:cubicBezTo>
                    <a:pt x="56" y="1321"/>
                    <a:pt x="52" y="1455"/>
                    <a:pt x="44" y="1553"/>
                  </a:cubicBezTo>
                  <a:cubicBezTo>
                    <a:pt x="24" y="1771"/>
                    <a:pt x="24" y="1984"/>
                    <a:pt x="24" y="2200"/>
                  </a:cubicBezTo>
                  <a:lnTo>
                    <a:pt x="24" y="2464"/>
                  </a:lnTo>
                  <a:cubicBezTo>
                    <a:pt x="24" y="2693"/>
                    <a:pt x="21" y="2921"/>
                    <a:pt x="1" y="3162"/>
                  </a:cubicBezTo>
                  <a:cubicBezTo>
                    <a:pt x="1" y="3167"/>
                    <a:pt x="1" y="3174"/>
                    <a:pt x="5" y="3178"/>
                  </a:cubicBezTo>
                  <a:cubicBezTo>
                    <a:pt x="8" y="3182"/>
                    <a:pt x="17" y="3185"/>
                    <a:pt x="21" y="3185"/>
                  </a:cubicBezTo>
                  <a:lnTo>
                    <a:pt x="2505" y="3229"/>
                  </a:lnTo>
                  <a:cubicBezTo>
                    <a:pt x="2509" y="3229"/>
                    <a:pt x="2516" y="3225"/>
                    <a:pt x="2520" y="3221"/>
                  </a:cubicBezTo>
                  <a:cubicBezTo>
                    <a:pt x="2525" y="3218"/>
                    <a:pt x="2525" y="3209"/>
                    <a:pt x="2525" y="3205"/>
                  </a:cubicBezTo>
                  <a:cubicBezTo>
                    <a:pt x="2525" y="2985"/>
                    <a:pt x="2544" y="2764"/>
                    <a:pt x="2560" y="2539"/>
                  </a:cubicBezTo>
                  <a:cubicBezTo>
                    <a:pt x="2567" y="2413"/>
                    <a:pt x="2563" y="2291"/>
                    <a:pt x="2572" y="2168"/>
                  </a:cubicBezTo>
                  <a:cubicBezTo>
                    <a:pt x="2576" y="2054"/>
                    <a:pt x="2589" y="1943"/>
                    <a:pt x="2617" y="1832"/>
                  </a:cubicBezTo>
                  <a:lnTo>
                    <a:pt x="2617" y="1832"/>
                  </a:lnTo>
                  <a:cubicBezTo>
                    <a:pt x="2713" y="1859"/>
                    <a:pt x="2811" y="1877"/>
                    <a:pt x="2911" y="1880"/>
                  </a:cubicBezTo>
                  <a:cubicBezTo>
                    <a:pt x="2913" y="1881"/>
                    <a:pt x="2915" y="1881"/>
                    <a:pt x="2917" y="1881"/>
                  </a:cubicBezTo>
                  <a:cubicBezTo>
                    <a:pt x="2925" y="1881"/>
                    <a:pt x="2931" y="1875"/>
                    <a:pt x="2934" y="1869"/>
                  </a:cubicBezTo>
                  <a:cubicBezTo>
                    <a:pt x="3057" y="1522"/>
                    <a:pt x="3222" y="1194"/>
                    <a:pt x="3392" y="867"/>
                  </a:cubicBezTo>
                  <a:cubicBezTo>
                    <a:pt x="3395" y="856"/>
                    <a:pt x="3408" y="839"/>
                    <a:pt x="3415" y="824"/>
                  </a:cubicBezTo>
                  <a:cubicBezTo>
                    <a:pt x="3435" y="796"/>
                    <a:pt x="3455" y="768"/>
                    <a:pt x="3471" y="737"/>
                  </a:cubicBezTo>
                  <a:cubicBezTo>
                    <a:pt x="3479" y="721"/>
                    <a:pt x="3486" y="706"/>
                    <a:pt x="3490" y="690"/>
                  </a:cubicBezTo>
                  <a:cubicBezTo>
                    <a:pt x="3498" y="674"/>
                    <a:pt x="3498" y="659"/>
                    <a:pt x="3498" y="646"/>
                  </a:cubicBezTo>
                  <a:lnTo>
                    <a:pt x="3498" y="635"/>
                  </a:lnTo>
                  <a:cubicBezTo>
                    <a:pt x="3498" y="611"/>
                    <a:pt x="3486" y="592"/>
                    <a:pt x="3475" y="575"/>
                  </a:cubicBezTo>
                  <a:cubicBezTo>
                    <a:pt x="3451" y="548"/>
                    <a:pt x="3424" y="528"/>
                    <a:pt x="3400" y="508"/>
                  </a:cubicBezTo>
                  <a:cubicBezTo>
                    <a:pt x="3372" y="493"/>
                    <a:pt x="3344" y="477"/>
                    <a:pt x="3324" y="465"/>
                  </a:cubicBezTo>
                  <a:cubicBezTo>
                    <a:pt x="3167" y="355"/>
                    <a:pt x="3009" y="252"/>
                    <a:pt x="2847" y="153"/>
                  </a:cubicBezTo>
                  <a:cubicBezTo>
                    <a:pt x="2796" y="122"/>
                    <a:pt x="2729" y="86"/>
                    <a:pt x="2651" y="55"/>
                  </a:cubicBezTo>
                  <a:cubicBezTo>
                    <a:pt x="2576" y="24"/>
                    <a:pt x="2493" y="0"/>
                    <a:pt x="241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9" name="Google Shape;2289;p50"/>
            <p:cNvSpPr/>
            <p:nvPr/>
          </p:nvSpPr>
          <p:spPr>
            <a:xfrm>
              <a:off x="3696006" y="7819132"/>
              <a:ext cx="1084274" cy="419198"/>
            </a:xfrm>
            <a:custGeom>
              <a:rect b="b" l="l" r="r" t="t"/>
              <a:pathLst>
                <a:path extrusionOk="0" h="1069" w="2765">
                  <a:moveTo>
                    <a:pt x="1380" y="0"/>
                  </a:moveTo>
                  <a:cubicBezTo>
                    <a:pt x="1380" y="0"/>
                    <a:pt x="1380" y="0"/>
                    <a:pt x="1380" y="0"/>
                  </a:cubicBezTo>
                  <a:lnTo>
                    <a:pt x="1380" y="0"/>
                  </a:lnTo>
                  <a:cubicBezTo>
                    <a:pt x="1380" y="0"/>
                    <a:pt x="1380" y="0"/>
                    <a:pt x="1380" y="0"/>
                  </a:cubicBezTo>
                  <a:close/>
                  <a:moveTo>
                    <a:pt x="1380" y="0"/>
                  </a:moveTo>
                  <a:cubicBezTo>
                    <a:pt x="1361" y="99"/>
                    <a:pt x="1337" y="197"/>
                    <a:pt x="1318" y="296"/>
                  </a:cubicBezTo>
                  <a:cubicBezTo>
                    <a:pt x="1318" y="315"/>
                    <a:pt x="1313" y="331"/>
                    <a:pt x="1302" y="347"/>
                  </a:cubicBezTo>
                  <a:cubicBezTo>
                    <a:pt x="1290" y="366"/>
                    <a:pt x="1266" y="379"/>
                    <a:pt x="1242" y="386"/>
                  </a:cubicBezTo>
                  <a:cubicBezTo>
                    <a:pt x="876" y="548"/>
                    <a:pt x="454" y="552"/>
                    <a:pt x="95" y="734"/>
                  </a:cubicBezTo>
                  <a:cubicBezTo>
                    <a:pt x="72" y="745"/>
                    <a:pt x="48" y="757"/>
                    <a:pt x="32" y="781"/>
                  </a:cubicBezTo>
                  <a:cubicBezTo>
                    <a:pt x="1" y="820"/>
                    <a:pt x="5" y="879"/>
                    <a:pt x="32" y="927"/>
                  </a:cubicBezTo>
                  <a:cubicBezTo>
                    <a:pt x="68" y="990"/>
                    <a:pt x="119" y="1033"/>
                    <a:pt x="174" y="1056"/>
                  </a:cubicBezTo>
                  <a:lnTo>
                    <a:pt x="1574" y="1056"/>
                  </a:lnTo>
                  <a:cubicBezTo>
                    <a:pt x="1700" y="1033"/>
                    <a:pt x="1810" y="982"/>
                    <a:pt x="1925" y="867"/>
                  </a:cubicBezTo>
                  <a:cubicBezTo>
                    <a:pt x="1935" y="857"/>
                    <a:pt x="1948" y="847"/>
                    <a:pt x="1959" y="847"/>
                  </a:cubicBezTo>
                  <a:cubicBezTo>
                    <a:pt x="1961" y="847"/>
                    <a:pt x="1963" y="847"/>
                    <a:pt x="1964" y="848"/>
                  </a:cubicBezTo>
                  <a:cubicBezTo>
                    <a:pt x="1984" y="848"/>
                    <a:pt x="1992" y="867"/>
                    <a:pt x="1999" y="883"/>
                  </a:cubicBezTo>
                  <a:cubicBezTo>
                    <a:pt x="2019" y="934"/>
                    <a:pt x="2039" y="990"/>
                    <a:pt x="2055" y="1045"/>
                  </a:cubicBezTo>
                  <a:cubicBezTo>
                    <a:pt x="2181" y="1053"/>
                    <a:pt x="2307" y="1061"/>
                    <a:pt x="2434" y="1069"/>
                  </a:cubicBezTo>
                  <a:cubicBezTo>
                    <a:pt x="2544" y="856"/>
                    <a:pt x="2643" y="631"/>
                    <a:pt x="2690" y="399"/>
                  </a:cubicBezTo>
                  <a:cubicBezTo>
                    <a:pt x="2718" y="284"/>
                    <a:pt x="2741" y="166"/>
                    <a:pt x="2765" y="51"/>
                  </a:cubicBezTo>
                  <a:cubicBezTo>
                    <a:pt x="2709" y="48"/>
                    <a:pt x="2653" y="46"/>
                    <a:pt x="2597" y="46"/>
                  </a:cubicBezTo>
                  <a:cubicBezTo>
                    <a:pt x="2461" y="46"/>
                    <a:pt x="2323" y="54"/>
                    <a:pt x="2186" y="54"/>
                  </a:cubicBezTo>
                  <a:cubicBezTo>
                    <a:pt x="2144" y="54"/>
                    <a:pt x="2101" y="53"/>
                    <a:pt x="2059" y="51"/>
                  </a:cubicBezTo>
                  <a:cubicBezTo>
                    <a:pt x="2000" y="51"/>
                    <a:pt x="1383" y="4"/>
                    <a:pt x="1380"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0" name="Google Shape;2290;p50"/>
            <p:cNvSpPr/>
            <p:nvPr/>
          </p:nvSpPr>
          <p:spPr>
            <a:xfrm>
              <a:off x="3691300" y="7809721"/>
              <a:ext cx="1096823" cy="436452"/>
            </a:xfrm>
            <a:custGeom>
              <a:rect b="b" l="l" r="r" t="t"/>
              <a:pathLst>
                <a:path extrusionOk="0" h="1113" w="2797">
                  <a:moveTo>
                    <a:pt x="1408" y="48"/>
                  </a:moveTo>
                  <a:cubicBezTo>
                    <a:pt x="1415" y="49"/>
                    <a:pt x="1424" y="50"/>
                    <a:pt x="1436" y="52"/>
                  </a:cubicBezTo>
                  <a:cubicBezTo>
                    <a:pt x="1507" y="55"/>
                    <a:pt x="1653" y="68"/>
                    <a:pt x="1787" y="79"/>
                  </a:cubicBezTo>
                  <a:cubicBezTo>
                    <a:pt x="1854" y="83"/>
                    <a:pt x="1921" y="87"/>
                    <a:pt x="1969" y="91"/>
                  </a:cubicBezTo>
                  <a:cubicBezTo>
                    <a:pt x="2020" y="95"/>
                    <a:pt x="2055" y="99"/>
                    <a:pt x="2071" y="99"/>
                  </a:cubicBezTo>
                  <a:lnTo>
                    <a:pt x="2169" y="99"/>
                  </a:lnTo>
                  <a:cubicBezTo>
                    <a:pt x="2315" y="99"/>
                    <a:pt x="2457" y="91"/>
                    <a:pt x="2599" y="91"/>
                  </a:cubicBezTo>
                  <a:cubicBezTo>
                    <a:pt x="2650" y="91"/>
                    <a:pt x="2700" y="94"/>
                    <a:pt x="2748" y="97"/>
                  </a:cubicBezTo>
                  <a:lnTo>
                    <a:pt x="2748" y="97"/>
                  </a:lnTo>
                  <a:cubicBezTo>
                    <a:pt x="2726" y="203"/>
                    <a:pt x="2704" y="309"/>
                    <a:pt x="2682" y="418"/>
                  </a:cubicBezTo>
                  <a:cubicBezTo>
                    <a:pt x="2632" y="642"/>
                    <a:pt x="2536" y="863"/>
                    <a:pt x="2432" y="1068"/>
                  </a:cubicBezTo>
                  <a:lnTo>
                    <a:pt x="2432" y="1068"/>
                  </a:lnTo>
                  <a:cubicBezTo>
                    <a:pt x="2317" y="1061"/>
                    <a:pt x="2201" y="1053"/>
                    <a:pt x="2086" y="1050"/>
                  </a:cubicBezTo>
                  <a:lnTo>
                    <a:pt x="2086" y="1050"/>
                  </a:lnTo>
                  <a:cubicBezTo>
                    <a:pt x="2068" y="996"/>
                    <a:pt x="2053" y="946"/>
                    <a:pt x="2031" y="900"/>
                  </a:cubicBezTo>
                  <a:cubicBezTo>
                    <a:pt x="2027" y="891"/>
                    <a:pt x="2024" y="880"/>
                    <a:pt x="2016" y="872"/>
                  </a:cubicBezTo>
                  <a:cubicBezTo>
                    <a:pt x="2011" y="864"/>
                    <a:pt x="2008" y="860"/>
                    <a:pt x="2000" y="856"/>
                  </a:cubicBezTo>
                  <a:cubicBezTo>
                    <a:pt x="1996" y="852"/>
                    <a:pt x="1988" y="852"/>
                    <a:pt x="1980" y="849"/>
                  </a:cubicBezTo>
                  <a:lnTo>
                    <a:pt x="1976" y="849"/>
                  </a:lnTo>
                  <a:cubicBezTo>
                    <a:pt x="1960" y="849"/>
                    <a:pt x="1953" y="856"/>
                    <a:pt x="1945" y="860"/>
                  </a:cubicBezTo>
                  <a:cubicBezTo>
                    <a:pt x="1933" y="864"/>
                    <a:pt x="1929" y="872"/>
                    <a:pt x="1921" y="876"/>
                  </a:cubicBezTo>
                  <a:cubicBezTo>
                    <a:pt x="1811" y="986"/>
                    <a:pt x="1704" y="1038"/>
                    <a:pt x="1578" y="1061"/>
                  </a:cubicBezTo>
                  <a:lnTo>
                    <a:pt x="194" y="1061"/>
                  </a:lnTo>
                  <a:cubicBezTo>
                    <a:pt x="142" y="1038"/>
                    <a:pt x="95" y="1002"/>
                    <a:pt x="64" y="938"/>
                  </a:cubicBezTo>
                  <a:cubicBezTo>
                    <a:pt x="52" y="919"/>
                    <a:pt x="44" y="896"/>
                    <a:pt x="44" y="872"/>
                  </a:cubicBezTo>
                  <a:cubicBezTo>
                    <a:pt x="44" y="852"/>
                    <a:pt x="48" y="832"/>
                    <a:pt x="60" y="816"/>
                  </a:cubicBezTo>
                  <a:cubicBezTo>
                    <a:pt x="76" y="801"/>
                    <a:pt x="95" y="789"/>
                    <a:pt x="119" y="778"/>
                  </a:cubicBezTo>
                  <a:cubicBezTo>
                    <a:pt x="293" y="687"/>
                    <a:pt x="486" y="639"/>
                    <a:pt x="683" y="596"/>
                  </a:cubicBezTo>
                  <a:cubicBezTo>
                    <a:pt x="881" y="552"/>
                    <a:pt x="1077" y="513"/>
                    <a:pt x="1263" y="430"/>
                  </a:cubicBezTo>
                  <a:cubicBezTo>
                    <a:pt x="1274" y="426"/>
                    <a:pt x="1287" y="423"/>
                    <a:pt x="1298" y="414"/>
                  </a:cubicBezTo>
                  <a:cubicBezTo>
                    <a:pt x="1314" y="407"/>
                    <a:pt x="1325" y="394"/>
                    <a:pt x="1334" y="383"/>
                  </a:cubicBezTo>
                  <a:cubicBezTo>
                    <a:pt x="1345" y="363"/>
                    <a:pt x="1349" y="343"/>
                    <a:pt x="1354" y="323"/>
                  </a:cubicBezTo>
                  <a:cubicBezTo>
                    <a:pt x="1371" y="232"/>
                    <a:pt x="1390" y="140"/>
                    <a:pt x="1408" y="48"/>
                  </a:cubicBezTo>
                  <a:close/>
                  <a:moveTo>
                    <a:pt x="1392" y="1"/>
                  </a:moveTo>
                  <a:cubicBezTo>
                    <a:pt x="1381" y="1"/>
                    <a:pt x="1373" y="8"/>
                    <a:pt x="1369" y="20"/>
                  </a:cubicBezTo>
                  <a:cubicBezTo>
                    <a:pt x="1349" y="119"/>
                    <a:pt x="1330" y="217"/>
                    <a:pt x="1310" y="316"/>
                  </a:cubicBezTo>
                  <a:cubicBezTo>
                    <a:pt x="1306" y="332"/>
                    <a:pt x="1302" y="347"/>
                    <a:pt x="1298" y="359"/>
                  </a:cubicBezTo>
                  <a:cubicBezTo>
                    <a:pt x="1290" y="363"/>
                    <a:pt x="1287" y="371"/>
                    <a:pt x="1278" y="375"/>
                  </a:cubicBezTo>
                  <a:cubicBezTo>
                    <a:pt x="1267" y="383"/>
                    <a:pt x="1259" y="387"/>
                    <a:pt x="1247" y="390"/>
                  </a:cubicBezTo>
                  <a:cubicBezTo>
                    <a:pt x="1065" y="470"/>
                    <a:pt x="868" y="509"/>
                    <a:pt x="671" y="552"/>
                  </a:cubicBezTo>
                  <a:cubicBezTo>
                    <a:pt x="478" y="600"/>
                    <a:pt x="281" y="643"/>
                    <a:pt x="100" y="738"/>
                  </a:cubicBezTo>
                  <a:cubicBezTo>
                    <a:pt x="76" y="749"/>
                    <a:pt x="48" y="765"/>
                    <a:pt x="29" y="789"/>
                  </a:cubicBezTo>
                  <a:cubicBezTo>
                    <a:pt x="9" y="813"/>
                    <a:pt x="0" y="844"/>
                    <a:pt x="0" y="872"/>
                  </a:cubicBezTo>
                  <a:cubicBezTo>
                    <a:pt x="0" y="903"/>
                    <a:pt x="9" y="935"/>
                    <a:pt x="24" y="958"/>
                  </a:cubicBezTo>
                  <a:cubicBezTo>
                    <a:pt x="64" y="1029"/>
                    <a:pt x="119" y="1073"/>
                    <a:pt x="178" y="1100"/>
                  </a:cubicBezTo>
                  <a:cubicBezTo>
                    <a:pt x="182" y="1104"/>
                    <a:pt x="182" y="1104"/>
                    <a:pt x="186" y="1104"/>
                  </a:cubicBezTo>
                  <a:lnTo>
                    <a:pt x="1590" y="1104"/>
                  </a:lnTo>
                  <a:cubicBezTo>
                    <a:pt x="1716" y="1077"/>
                    <a:pt x="1838" y="1025"/>
                    <a:pt x="1953" y="907"/>
                  </a:cubicBezTo>
                  <a:cubicBezTo>
                    <a:pt x="1960" y="903"/>
                    <a:pt x="1964" y="900"/>
                    <a:pt x="1969" y="896"/>
                  </a:cubicBezTo>
                  <a:cubicBezTo>
                    <a:pt x="1973" y="891"/>
                    <a:pt x="1973" y="891"/>
                    <a:pt x="1976" y="891"/>
                  </a:cubicBezTo>
                  <a:lnTo>
                    <a:pt x="1984" y="900"/>
                  </a:lnTo>
                  <a:cubicBezTo>
                    <a:pt x="1988" y="903"/>
                    <a:pt x="1988" y="911"/>
                    <a:pt x="1992" y="915"/>
                  </a:cubicBezTo>
                  <a:cubicBezTo>
                    <a:pt x="2011" y="967"/>
                    <a:pt x="2031" y="1022"/>
                    <a:pt x="2047" y="1077"/>
                  </a:cubicBezTo>
                  <a:cubicBezTo>
                    <a:pt x="2051" y="1085"/>
                    <a:pt x="2059" y="1089"/>
                    <a:pt x="2067" y="1093"/>
                  </a:cubicBezTo>
                  <a:cubicBezTo>
                    <a:pt x="2193" y="1096"/>
                    <a:pt x="2319" y="1104"/>
                    <a:pt x="2446" y="1113"/>
                  </a:cubicBezTo>
                  <a:cubicBezTo>
                    <a:pt x="2453" y="1113"/>
                    <a:pt x="2461" y="1109"/>
                    <a:pt x="2466" y="1100"/>
                  </a:cubicBezTo>
                  <a:cubicBezTo>
                    <a:pt x="2575" y="887"/>
                    <a:pt x="2674" y="663"/>
                    <a:pt x="2726" y="426"/>
                  </a:cubicBezTo>
                  <a:cubicBezTo>
                    <a:pt x="2750" y="312"/>
                    <a:pt x="2773" y="194"/>
                    <a:pt x="2797" y="79"/>
                  </a:cubicBezTo>
                  <a:cubicBezTo>
                    <a:pt x="2797" y="75"/>
                    <a:pt x="2797" y="68"/>
                    <a:pt x="2792" y="63"/>
                  </a:cubicBezTo>
                  <a:cubicBezTo>
                    <a:pt x="2788" y="59"/>
                    <a:pt x="2785" y="55"/>
                    <a:pt x="2777" y="55"/>
                  </a:cubicBezTo>
                  <a:cubicBezTo>
                    <a:pt x="2717" y="48"/>
                    <a:pt x="2659" y="48"/>
                    <a:pt x="2599" y="48"/>
                  </a:cubicBezTo>
                  <a:cubicBezTo>
                    <a:pt x="2457" y="48"/>
                    <a:pt x="2311" y="55"/>
                    <a:pt x="2169" y="55"/>
                  </a:cubicBezTo>
                  <a:lnTo>
                    <a:pt x="2071" y="55"/>
                  </a:lnTo>
                  <a:cubicBezTo>
                    <a:pt x="2063" y="55"/>
                    <a:pt x="2047" y="55"/>
                    <a:pt x="2027" y="52"/>
                  </a:cubicBezTo>
                  <a:cubicBezTo>
                    <a:pt x="1949" y="48"/>
                    <a:pt x="1791" y="36"/>
                    <a:pt x="1649" y="24"/>
                  </a:cubicBezTo>
                  <a:cubicBezTo>
                    <a:pt x="1582" y="20"/>
                    <a:pt x="1515" y="12"/>
                    <a:pt x="1472" y="8"/>
                  </a:cubicBezTo>
                  <a:cubicBezTo>
                    <a:pt x="1448" y="8"/>
                    <a:pt x="1428" y="4"/>
                    <a:pt x="1412" y="4"/>
                  </a:cubicBezTo>
                  <a:lnTo>
                    <a:pt x="1401" y="4"/>
                  </a:lnTo>
                  <a:cubicBezTo>
                    <a:pt x="1399" y="3"/>
                    <a:pt x="1396" y="2"/>
                    <a:pt x="139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1" name="Google Shape;2291;p50"/>
            <p:cNvSpPr/>
            <p:nvPr/>
          </p:nvSpPr>
          <p:spPr>
            <a:xfrm>
              <a:off x="4761437" y="2719404"/>
              <a:ext cx="641937" cy="1423860"/>
            </a:xfrm>
            <a:custGeom>
              <a:rect b="b" l="l" r="r" t="t"/>
              <a:pathLst>
                <a:path extrusionOk="0" h="3631" w="1637">
                  <a:moveTo>
                    <a:pt x="1148" y="1"/>
                  </a:moveTo>
                  <a:cubicBezTo>
                    <a:pt x="849" y="44"/>
                    <a:pt x="636" y="126"/>
                    <a:pt x="505" y="221"/>
                  </a:cubicBezTo>
                  <a:cubicBezTo>
                    <a:pt x="268" y="387"/>
                    <a:pt x="119" y="699"/>
                    <a:pt x="99" y="789"/>
                  </a:cubicBezTo>
                  <a:cubicBezTo>
                    <a:pt x="52" y="1002"/>
                    <a:pt x="1" y="1219"/>
                    <a:pt x="36" y="1432"/>
                  </a:cubicBezTo>
                  <a:cubicBezTo>
                    <a:pt x="134" y="1984"/>
                    <a:pt x="659" y="3214"/>
                    <a:pt x="1140" y="3613"/>
                  </a:cubicBezTo>
                  <a:cubicBezTo>
                    <a:pt x="1157" y="3615"/>
                    <a:pt x="1141" y="3631"/>
                    <a:pt x="1190" y="3631"/>
                  </a:cubicBezTo>
                  <a:cubicBezTo>
                    <a:pt x="1221" y="3631"/>
                    <a:pt x="1277" y="3624"/>
                    <a:pt x="1384" y="3604"/>
                  </a:cubicBezTo>
                  <a:cubicBezTo>
                    <a:pt x="1408" y="3597"/>
                    <a:pt x="1542" y="3447"/>
                    <a:pt x="1554" y="3420"/>
                  </a:cubicBezTo>
                  <a:cubicBezTo>
                    <a:pt x="1625" y="3230"/>
                    <a:pt x="1637" y="3033"/>
                    <a:pt x="1617" y="2840"/>
                  </a:cubicBezTo>
                  <a:cubicBezTo>
                    <a:pt x="1577" y="2406"/>
                    <a:pt x="1468" y="1984"/>
                    <a:pt x="1290" y="1586"/>
                  </a:cubicBezTo>
                  <a:cubicBezTo>
                    <a:pt x="1262" y="1518"/>
                    <a:pt x="1215" y="1436"/>
                    <a:pt x="1242" y="1365"/>
                  </a:cubicBezTo>
                  <a:cubicBezTo>
                    <a:pt x="1262" y="1322"/>
                    <a:pt x="1097" y="1258"/>
                    <a:pt x="1124" y="1211"/>
                  </a:cubicBezTo>
                  <a:cubicBezTo>
                    <a:pt x="1184" y="1105"/>
                    <a:pt x="1089" y="860"/>
                    <a:pt x="1085" y="742"/>
                  </a:cubicBezTo>
                  <a:cubicBezTo>
                    <a:pt x="1073" y="548"/>
                    <a:pt x="1345" y="505"/>
                    <a:pt x="1278" y="324"/>
                  </a:cubicBezTo>
                  <a:cubicBezTo>
                    <a:pt x="1227" y="197"/>
                    <a:pt x="1203" y="84"/>
                    <a:pt x="1148" y="1"/>
                  </a:cubicBezTo>
                  <a:close/>
                </a:path>
              </a:pathLst>
            </a:custGeom>
            <a:solidFill>
              <a:schemeClr val="accent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2" name="Google Shape;2292;p50"/>
            <p:cNvSpPr/>
            <p:nvPr/>
          </p:nvSpPr>
          <p:spPr>
            <a:xfrm>
              <a:off x="4761437" y="2709993"/>
              <a:ext cx="645074" cy="1441507"/>
            </a:xfrm>
            <a:custGeom>
              <a:rect b="b" l="l" r="r" t="t"/>
              <a:pathLst>
                <a:path extrusionOk="0" h="3676" w="1645">
                  <a:moveTo>
                    <a:pt x="1139" y="46"/>
                  </a:moveTo>
                  <a:lnTo>
                    <a:pt x="1139" y="46"/>
                  </a:lnTo>
                  <a:cubicBezTo>
                    <a:pt x="1160" y="81"/>
                    <a:pt x="1177" y="128"/>
                    <a:pt x="1195" y="179"/>
                  </a:cubicBezTo>
                  <a:cubicBezTo>
                    <a:pt x="1215" y="230"/>
                    <a:pt x="1231" y="292"/>
                    <a:pt x="1258" y="356"/>
                  </a:cubicBezTo>
                  <a:cubicBezTo>
                    <a:pt x="1262" y="376"/>
                    <a:pt x="1266" y="392"/>
                    <a:pt x="1266" y="407"/>
                  </a:cubicBezTo>
                  <a:cubicBezTo>
                    <a:pt x="1266" y="434"/>
                    <a:pt x="1258" y="458"/>
                    <a:pt x="1238" y="482"/>
                  </a:cubicBezTo>
                  <a:cubicBezTo>
                    <a:pt x="1211" y="518"/>
                    <a:pt x="1171" y="553"/>
                    <a:pt x="1133" y="592"/>
                  </a:cubicBezTo>
                  <a:cubicBezTo>
                    <a:pt x="1113" y="616"/>
                    <a:pt x="1097" y="640"/>
                    <a:pt x="1080" y="663"/>
                  </a:cubicBezTo>
                  <a:cubicBezTo>
                    <a:pt x="1069" y="691"/>
                    <a:pt x="1062" y="723"/>
                    <a:pt x="1062" y="758"/>
                  </a:cubicBezTo>
                  <a:lnTo>
                    <a:pt x="1062" y="770"/>
                  </a:lnTo>
                  <a:cubicBezTo>
                    <a:pt x="1062" y="794"/>
                    <a:pt x="1069" y="821"/>
                    <a:pt x="1073" y="853"/>
                  </a:cubicBezTo>
                  <a:cubicBezTo>
                    <a:pt x="1080" y="896"/>
                    <a:pt x="1097" y="947"/>
                    <a:pt x="1104" y="998"/>
                  </a:cubicBezTo>
                  <a:cubicBezTo>
                    <a:pt x="1116" y="1049"/>
                    <a:pt x="1124" y="1097"/>
                    <a:pt x="1124" y="1140"/>
                  </a:cubicBezTo>
                  <a:cubicBezTo>
                    <a:pt x="1124" y="1176"/>
                    <a:pt x="1116" y="1204"/>
                    <a:pt x="1104" y="1224"/>
                  </a:cubicBezTo>
                  <a:cubicBezTo>
                    <a:pt x="1100" y="1231"/>
                    <a:pt x="1100" y="1239"/>
                    <a:pt x="1100" y="1247"/>
                  </a:cubicBezTo>
                  <a:cubicBezTo>
                    <a:pt x="1100" y="1255"/>
                    <a:pt x="1104" y="1267"/>
                    <a:pt x="1109" y="1275"/>
                  </a:cubicBezTo>
                  <a:cubicBezTo>
                    <a:pt x="1116" y="1286"/>
                    <a:pt x="1128" y="1298"/>
                    <a:pt x="1140" y="1310"/>
                  </a:cubicBezTo>
                  <a:cubicBezTo>
                    <a:pt x="1160" y="1326"/>
                    <a:pt x="1184" y="1342"/>
                    <a:pt x="1199" y="1353"/>
                  </a:cubicBezTo>
                  <a:cubicBezTo>
                    <a:pt x="1207" y="1362"/>
                    <a:pt x="1215" y="1369"/>
                    <a:pt x="1219" y="1373"/>
                  </a:cubicBezTo>
                  <a:cubicBezTo>
                    <a:pt x="1219" y="1377"/>
                    <a:pt x="1222" y="1377"/>
                    <a:pt x="1222" y="1381"/>
                  </a:cubicBezTo>
                  <a:cubicBezTo>
                    <a:pt x="1215" y="1397"/>
                    <a:pt x="1211" y="1417"/>
                    <a:pt x="1211" y="1436"/>
                  </a:cubicBezTo>
                  <a:cubicBezTo>
                    <a:pt x="1211" y="1471"/>
                    <a:pt x="1222" y="1504"/>
                    <a:pt x="1235" y="1535"/>
                  </a:cubicBezTo>
                  <a:cubicBezTo>
                    <a:pt x="1246" y="1562"/>
                    <a:pt x="1258" y="1594"/>
                    <a:pt x="1270" y="1622"/>
                  </a:cubicBezTo>
                  <a:cubicBezTo>
                    <a:pt x="1448" y="2012"/>
                    <a:pt x="1558" y="2438"/>
                    <a:pt x="1597" y="2864"/>
                  </a:cubicBezTo>
                  <a:cubicBezTo>
                    <a:pt x="1601" y="2918"/>
                    <a:pt x="1601" y="2971"/>
                    <a:pt x="1601" y="3022"/>
                  </a:cubicBezTo>
                  <a:cubicBezTo>
                    <a:pt x="1601" y="3164"/>
                    <a:pt x="1586" y="3302"/>
                    <a:pt x="1535" y="3435"/>
                  </a:cubicBezTo>
                  <a:cubicBezTo>
                    <a:pt x="1535" y="3435"/>
                    <a:pt x="1530" y="3439"/>
                    <a:pt x="1526" y="3447"/>
                  </a:cubicBezTo>
                  <a:cubicBezTo>
                    <a:pt x="1519" y="3455"/>
                    <a:pt x="1506" y="3471"/>
                    <a:pt x="1491" y="3491"/>
                  </a:cubicBezTo>
                  <a:cubicBezTo>
                    <a:pt x="1471" y="3518"/>
                    <a:pt x="1444" y="3546"/>
                    <a:pt x="1420" y="3570"/>
                  </a:cubicBezTo>
                  <a:cubicBezTo>
                    <a:pt x="1408" y="3581"/>
                    <a:pt x="1400" y="3589"/>
                    <a:pt x="1388" y="3597"/>
                  </a:cubicBezTo>
                  <a:cubicBezTo>
                    <a:pt x="1384" y="3601"/>
                    <a:pt x="1384" y="3601"/>
                    <a:pt x="1380" y="3605"/>
                  </a:cubicBezTo>
                  <a:lnTo>
                    <a:pt x="1377" y="3605"/>
                  </a:lnTo>
                  <a:lnTo>
                    <a:pt x="1377" y="3605"/>
                  </a:lnTo>
                  <a:lnTo>
                    <a:pt x="1377" y="3605"/>
                  </a:lnTo>
                  <a:cubicBezTo>
                    <a:pt x="1269" y="3625"/>
                    <a:pt x="1215" y="3633"/>
                    <a:pt x="1187" y="3633"/>
                  </a:cubicBezTo>
                  <a:cubicBezTo>
                    <a:pt x="1175" y="3633"/>
                    <a:pt x="1171" y="3633"/>
                    <a:pt x="1168" y="3628"/>
                  </a:cubicBezTo>
                  <a:lnTo>
                    <a:pt x="1164" y="3628"/>
                  </a:lnTo>
                  <a:lnTo>
                    <a:pt x="1156" y="3621"/>
                  </a:lnTo>
                  <a:cubicBezTo>
                    <a:pt x="1154" y="3619"/>
                    <a:pt x="1150" y="3618"/>
                    <a:pt x="1147" y="3617"/>
                  </a:cubicBezTo>
                  <a:lnTo>
                    <a:pt x="1147" y="3617"/>
                  </a:lnTo>
                  <a:cubicBezTo>
                    <a:pt x="1030" y="3519"/>
                    <a:pt x="914" y="3371"/>
                    <a:pt x="797" y="3195"/>
                  </a:cubicBezTo>
                  <a:cubicBezTo>
                    <a:pt x="620" y="2923"/>
                    <a:pt x="454" y="2592"/>
                    <a:pt x="320" y="2276"/>
                  </a:cubicBezTo>
                  <a:cubicBezTo>
                    <a:pt x="190" y="1957"/>
                    <a:pt x="95" y="1657"/>
                    <a:pt x="59" y="1452"/>
                  </a:cubicBezTo>
                  <a:cubicBezTo>
                    <a:pt x="48" y="1404"/>
                    <a:pt x="44" y="1353"/>
                    <a:pt x="44" y="1302"/>
                  </a:cubicBezTo>
                  <a:cubicBezTo>
                    <a:pt x="44" y="1144"/>
                    <a:pt x="83" y="978"/>
                    <a:pt x="119" y="821"/>
                  </a:cubicBezTo>
                  <a:cubicBezTo>
                    <a:pt x="123" y="798"/>
                    <a:pt x="139" y="762"/>
                    <a:pt x="158" y="718"/>
                  </a:cubicBezTo>
                  <a:cubicBezTo>
                    <a:pt x="186" y="652"/>
                    <a:pt x="237" y="569"/>
                    <a:pt x="296" y="486"/>
                  </a:cubicBezTo>
                  <a:cubicBezTo>
                    <a:pt x="359" y="403"/>
                    <a:pt x="434" y="325"/>
                    <a:pt x="517" y="261"/>
                  </a:cubicBezTo>
                  <a:cubicBezTo>
                    <a:pt x="641" y="175"/>
                    <a:pt x="846" y="94"/>
                    <a:pt x="1139" y="46"/>
                  </a:cubicBezTo>
                  <a:close/>
                  <a:moveTo>
                    <a:pt x="1148" y="1"/>
                  </a:moveTo>
                  <a:cubicBezTo>
                    <a:pt x="840" y="48"/>
                    <a:pt x="623" y="131"/>
                    <a:pt x="494" y="226"/>
                  </a:cubicBezTo>
                  <a:cubicBezTo>
                    <a:pt x="371" y="312"/>
                    <a:pt x="272" y="434"/>
                    <a:pt x="201" y="545"/>
                  </a:cubicBezTo>
                  <a:cubicBezTo>
                    <a:pt x="166" y="600"/>
                    <a:pt x="139" y="656"/>
                    <a:pt x="119" y="699"/>
                  </a:cubicBezTo>
                  <a:cubicBezTo>
                    <a:pt x="95" y="747"/>
                    <a:pt x="83" y="785"/>
                    <a:pt x="75" y="809"/>
                  </a:cubicBezTo>
                  <a:cubicBezTo>
                    <a:pt x="39" y="971"/>
                    <a:pt x="1" y="1136"/>
                    <a:pt x="1" y="1302"/>
                  </a:cubicBezTo>
                  <a:cubicBezTo>
                    <a:pt x="1" y="1357"/>
                    <a:pt x="4" y="1409"/>
                    <a:pt x="16" y="1460"/>
                  </a:cubicBezTo>
                  <a:cubicBezTo>
                    <a:pt x="39" y="1602"/>
                    <a:pt x="92" y="1779"/>
                    <a:pt x="163" y="1981"/>
                  </a:cubicBezTo>
                  <a:cubicBezTo>
                    <a:pt x="268" y="2280"/>
                    <a:pt x="418" y="2623"/>
                    <a:pt x="584" y="2927"/>
                  </a:cubicBezTo>
                  <a:cubicBezTo>
                    <a:pt x="754" y="3231"/>
                    <a:pt x="943" y="3502"/>
                    <a:pt x="1124" y="3657"/>
                  </a:cubicBezTo>
                  <a:cubicBezTo>
                    <a:pt x="1128" y="3657"/>
                    <a:pt x="1133" y="3660"/>
                    <a:pt x="1136" y="3660"/>
                  </a:cubicBezTo>
                  <a:cubicBezTo>
                    <a:pt x="1140" y="3664"/>
                    <a:pt x="1148" y="3668"/>
                    <a:pt x="1156" y="3672"/>
                  </a:cubicBezTo>
                  <a:cubicBezTo>
                    <a:pt x="1164" y="3676"/>
                    <a:pt x="1175" y="3676"/>
                    <a:pt x="1187" y="3676"/>
                  </a:cubicBezTo>
                  <a:cubicBezTo>
                    <a:pt x="1222" y="3676"/>
                    <a:pt x="1278" y="3668"/>
                    <a:pt x="1388" y="3648"/>
                  </a:cubicBezTo>
                  <a:cubicBezTo>
                    <a:pt x="1393" y="3648"/>
                    <a:pt x="1397" y="3644"/>
                    <a:pt x="1400" y="3644"/>
                  </a:cubicBezTo>
                  <a:cubicBezTo>
                    <a:pt x="1408" y="3641"/>
                    <a:pt x="1412" y="3633"/>
                    <a:pt x="1420" y="3628"/>
                  </a:cubicBezTo>
                  <a:cubicBezTo>
                    <a:pt x="1448" y="3605"/>
                    <a:pt x="1479" y="3570"/>
                    <a:pt x="1511" y="3534"/>
                  </a:cubicBezTo>
                  <a:cubicBezTo>
                    <a:pt x="1526" y="3518"/>
                    <a:pt x="1538" y="3499"/>
                    <a:pt x="1550" y="3486"/>
                  </a:cubicBezTo>
                  <a:cubicBezTo>
                    <a:pt x="1558" y="3479"/>
                    <a:pt x="1562" y="3471"/>
                    <a:pt x="1566" y="3467"/>
                  </a:cubicBezTo>
                  <a:cubicBezTo>
                    <a:pt x="1570" y="3459"/>
                    <a:pt x="1574" y="3455"/>
                    <a:pt x="1574" y="3447"/>
                  </a:cubicBezTo>
                  <a:cubicBezTo>
                    <a:pt x="1625" y="3309"/>
                    <a:pt x="1644" y="3167"/>
                    <a:pt x="1644" y="3022"/>
                  </a:cubicBezTo>
                  <a:cubicBezTo>
                    <a:pt x="1644" y="2971"/>
                    <a:pt x="1644" y="2915"/>
                    <a:pt x="1641" y="2860"/>
                  </a:cubicBezTo>
                  <a:cubicBezTo>
                    <a:pt x="1601" y="2426"/>
                    <a:pt x="1487" y="2001"/>
                    <a:pt x="1313" y="1602"/>
                  </a:cubicBezTo>
                  <a:cubicBezTo>
                    <a:pt x="1298" y="1575"/>
                    <a:pt x="1286" y="1546"/>
                    <a:pt x="1274" y="1519"/>
                  </a:cubicBezTo>
                  <a:cubicBezTo>
                    <a:pt x="1262" y="1491"/>
                    <a:pt x="1255" y="1464"/>
                    <a:pt x="1255" y="1436"/>
                  </a:cubicBezTo>
                  <a:cubicBezTo>
                    <a:pt x="1255" y="1424"/>
                    <a:pt x="1258" y="1409"/>
                    <a:pt x="1262" y="1397"/>
                  </a:cubicBezTo>
                  <a:cubicBezTo>
                    <a:pt x="1266" y="1393"/>
                    <a:pt x="1266" y="1385"/>
                    <a:pt x="1266" y="1381"/>
                  </a:cubicBezTo>
                  <a:cubicBezTo>
                    <a:pt x="1266" y="1369"/>
                    <a:pt x="1262" y="1362"/>
                    <a:pt x="1258" y="1353"/>
                  </a:cubicBezTo>
                  <a:cubicBezTo>
                    <a:pt x="1251" y="1342"/>
                    <a:pt x="1238" y="1330"/>
                    <a:pt x="1222" y="1318"/>
                  </a:cubicBezTo>
                  <a:cubicBezTo>
                    <a:pt x="1207" y="1302"/>
                    <a:pt x="1184" y="1286"/>
                    <a:pt x="1168" y="1275"/>
                  </a:cubicBezTo>
                  <a:cubicBezTo>
                    <a:pt x="1160" y="1267"/>
                    <a:pt x="1151" y="1259"/>
                    <a:pt x="1148" y="1255"/>
                  </a:cubicBezTo>
                  <a:cubicBezTo>
                    <a:pt x="1148" y="1251"/>
                    <a:pt x="1144" y="1251"/>
                    <a:pt x="1144" y="1247"/>
                  </a:cubicBezTo>
                  <a:cubicBezTo>
                    <a:pt x="1160" y="1215"/>
                    <a:pt x="1168" y="1180"/>
                    <a:pt x="1168" y="1140"/>
                  </a:cubicBezTo>
                  <a:cubicBezTo>
                    <a:pt x="1168" y="1078"/>
                    <a:pt x="1151" y="1007"/>
                    <a:pt x="1136" y="940"/>
                  </a:cubicBezTo>
                  <a:cubicBezTo>
                    <a:pt x="1128" y="904"/>
                    <a:pt x="1120" y="872"/>
                    <a:pt x="1116" y="841"/>
                  </a:cubicBezTo>
                  <a:cubicBezTo>
                    <a:pt x="1113" y="813"/>
                    <a:pt x="1104" y="785"/>
                    <a:pt x="1104" y="766"/>
                  </a:cubicBezTo>
                  <a:lnTo>
                    <a:pt x="1104" y="758"/>
                  </a:lnTo>
                  <a:cubicBezTo>
                    <a:pt x="1104" y="718"/>
                    <a:pt x="1116" y="691"/>
                    <a:pt x="1133" y="663"/>
                  </a:cubicBezTo>
                  <a:cubicBezTo>
                    <a:pt x="1160" y="620"/>
                    <a:pt x="1203" y="585"/>
                    <a:pt x="1238" y="545"/>
                  </a:cubicBezTo>
                  <a:cubicBezTo>
                    <a:pt x="1258" y="529"/>
                    <a:pt x="1274" y="505"/>
                    <a:pt x="1290" y="486"/>
                  </a:cubicBezTo>
                  <a:cubicBezTo>
                    <a:pt x="1302" y="463"/>
                    <a:pt x="1309" y="434"/>
                    <a:pt x="1309" y="407"/>
                  </a:cubicBezTo>
                  <a:cubicBezTo>
                    <a:pt x="1309" y="387"/>
                    <a:pt x="1306" y="363"/>
                    <a:pt x="1298" y="344"/>
                  </a:cubicBezTo>
                  <a:cubicBezTo>
                    <a:pt x="1274" y="281"/>
                    <a:pt x="1255" y="218"/>
                    <a:pt x="1235" y="163"/>
                  </a:cubicBezTo>
                  <a:cubicBezTo>
                    <a:pt x="1215" y="108"/>
                    <a:pt x="1195" y="56"/>
                    <a:pt x="1168" y="13"/>
                  </a:cubicBezTo>
                  <a:cubicBezTo>
                    <a:pt x="1164" y="5"/>
                    <a:pt x="1156" y="1"/>
                    <a:pt x="1148"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3" name="Google Shape;2293;p50"/>
            <p:cNvSpPr/>
            <p:nvPr/>
          </p:nvSpPr>
          <p:spPr>
            <a:xfrm>
              <a:off x="5797067" y="2769205"/>
              <a:ext cx="145485" cy="213716"/>
            </a:xfrm>
            <a:custGeom>
              <a:rect b="b" l="l" r="r" t="t"/>
              <a:pathLst>
                <a:path extrusionOk="0" h="545" w="371">
                  <a:moveTo>
                    <a:pt x="273" y="1"/>
                  </a:moveTo>
                  <a:cubicBezTo>
                    <a:pt x="259" y="1"/>
                    <a:pt x="244" y="6"/>
                    <a:pt x="230" y="19"/>
                  </a:cubicBezTo>
                  <a:cubicBezTo>
                    <a:pt x="96" y="141"/>
                    <a:pt x="1" y="303"/>
                    <a:pt x="41" y="489"/>
                  </a:cubicBezTo>
                  <a:cubicBezTo>
                    <a:pt x="49" y="527"/>
                    <a:pt x="81" y="545"/>
                    <a:pt x="112" y="545"/>
                  </a:cubicBezTo>
                  <a:cubicBezTo>
                    <a:pt x="151" y="545"/>
                    <a:pt x="190" y="516"/>
                    <a:pt x="179" y="465"/>
                  </a:cubicBezTo>
                  <a:cubicBezTo>
                    <a:pt x="151" y="331"/>
                    <a:pt x="222" y="217"/>
                    <a:pt x="317" y="126"/>
                  </a:cubicBezTo>
                  <a:cubicBezTo>
                    <a:pt x="370" y="79"/>
                    <a:pt x="327" y="1"/>
                    <a:pt x="273" y="1"/>
                  </a:cubicBezTo>
                  <a:close/>
                </a:path>
              </a:pathLst>
            </a:custGeom>
            <a:solidFill>
              <a:schemeClr val="accent4"/>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4" name="Google Shape;2294;p50"/>
            <p:cNvSpPr/>
            <p:nvPr/>
          </p:nvSpPr>
          <p:spPr>
            <a:xfrm>
              <a:off x="5894709" y="2391578"/>
              <a:ext cx="601939" cy="835650"/>
            </a:xfrm>
            <a:custGeom>
              <a:rect b="b" l="l" r="r" t="t"/>
              <a:pathLst>
                <a:path extrusionOk="0" h="2131" w="1535">
                  <a:moveTo>
                    <a:pt x="95" y="1"/>
                  </a:moveTo>
                  <a:cubicBezTo>
                    <a:pt x="44" y="1"/>
                    <a:pt x="1" y="44"/>
                    <a:pt x="1" y="96"/>
                  </a:cubicBezTo>
                  <a:lnTo>
                    <a:pt x="1" y="2036"/>
                  </a:lnTo>
                  <a:cubicBezTo>
                    <a:pt x="1" y="2090"/>
                    <a:pt x="44" y="2130"/>
                    <a:pt x="95" y="2130"/>
                  </a:cubicBezTo>
                  <a:lnTo>
                    <a:pt x="1440" y="2130"/>
                  </a:lnTo>
                  <a:cubicBezTo>
                    <a:pt x="1491" y="2130"/>
                    <a:pt x="1535" y="2090"/>
                    <a:pt x="1535" y="2036"/>
                  </a:cubicBezTo>
                  <a:lnTo>
                    <a:pt x="1535" y="56"/>
                  </a:lnTo>
                  <a:cubicBezTo>
                    <a:pt x="1535" y="25"/>
                    <a:pt x="1511" y="1"/>
                    <a:pt x="1484" y="1"/>
                  </a:cubicBezTo>
                  <a:close/>
                </a:path>
              </a:pathLst>
            </a:custGeom>
            <a:solidFill>
              <a:schemeClr val="accen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5" name="Google Shape;2295;p50"/>
            <p:cNvSpPr/>
            <p:nvPr/>
          </p:nvSpPr>
          <p:spPr>
            <a:xfrm>
              <a:off x="5885690" y="2382559"/>
              <a:ext cx="620369" cy="853689"/>
            </a:xfrm>
            <a:custGeom>
              <a:rect b="b" l="l" r="r" t="t"/>
              <a:pathLst>
                <a:path extrusionOk="0" h="2177" w="1582">
                  <a:moveTo>
                    <a:pt x="1507" y="44"/>
                  </a:moveTo>
                  <a:cubicBezTo>
                    <a:pt x="1522" y="44"/>
                    <a:pt x="1538" y="59"/>
                    <a:pt x="1538" y="79"/>
                  </a:cubicBezTo>
                  <a:lnTo>
                    <a:pt x="1538" y="2059"/>
                  </a:lnTo>
                  <a:cubicBezTo>
                    <a:pt x="1538" y="2078"/>
                    <a:pt x="1530" y="2097"/>
                    <a:pt x="1514" y="2110"/>
                  </a:cubicBezTo>
                  <a:cubicBezTo>
                    <a:pt x="1502" y="2126"/>
                    <a:pt x="1483" y="2133"/>
                    <a:pt x="1463" y="2133"/>
                  </a:cubicBezTo>
                  <a:lnTo>
                    <a:pt x="118" y="2133"/>
                  </a:lnTo>
                  <a:cubicBezTo>
                    <a:pt x="99" y="2133"/>
                    <a:pt x="79" y="2126"/>
                    <a:pt x="67" y="2110"/>
                  </a:cubicBezTo>
                  <a:cubicBezTo>
                    <a:pt x="55" y="2097"/>
                    <a:pt x="44" y="2078"/>
                    <a:pt x="44" y="2059"/>
                  </a:cubicBezTo>
                  <a:lnTo>
                    <a:pt x="44" y="119"/>
                  </a:lnTo>
                  <a:cubicBezTo>
                    <a:pt x="44" y="99"/>
                    <a:pt x="55" y="79"/>
                    <a:pt x="67" y="67"/>
                  </a:cubicBezTo>
                  <a:cubicBezTo>
                    <a:pt x="79" y="55"/>
                    <a:pt x="99" y="44"/>
                    <a:pt x="118" y="44"/>
                  </a:cubicBezTo>
                  <a:close/>
                  <a:moveTo>
                    <a:pt x="118" y="0"/>
                  </a:moveTo>
                  <a:cubicBezTo>
                    <a:pt x="55" y="0"/>
                    <a:pt x="0" y="55"/>
                    <a:pt x="0" y="119"/>
                  </a:cubicBezTo>
                  <a:lnTo>
                    <a:pt x="0" y="2059"/>
                  </a:lnTo>
                  <a:cubicBezTo>
                    <a:pt x="0" y="2126"/>
                    <a:pt x="55" y="2177"/>
                    <a:pt x="118" y="2177"/>
                  </a:cubicBezTo>
                  <a:lnTo>
                    <a:pt x="1463" y="2177"/>
                  </a:lnTo>
                  <a:cubicBezTo>
                    <a:pt x="1526" y="2177"/>
                    <a:pt x="1582" y="2126"/>
                    <a:pt x="1582" y="2059"/>
                  </a:cubicBezTo>
                  <a:lnTo>
                    <a:pt x="1582" y="79"/>
                  </a:lnTo>
                  <a:cubicBezTo>
                    <a:pt x="1582" y="35"/>
                    <a:pt x="1546" y="0"/>
                    <a:pt x="1507"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6" name="Google Shape;2296;p50"/>
            <p:cNvSpPr/>
            <p:nvPr/>
          </p:nvSpPr>
          <p:spPr>
            <a:xfrm>
              <a:off x="5097105" y="2759010"/>
              <a:ext cx="1119959" cy="1401900"/>
            </a:xfrm>
            <a:custGeom>
              <a:rect b="b" l="l" r="r" t="t"/>
              <a:pathLst>
                <a:path extrusionOk="0" h="3575" w="2856">
                  <a:moveTo>
                    <a:pt x="2595" y="0"/>
                  </a:moveTo>
                  <a:cubicBezTo>
                    <a:pt x="2590" y="0"/>
                    <a:pt x="2585" y="1"/>
                    <a:pt x="2579" y="2"/>
                  </a:cubicBezTo>
                  <a:cubicBezTo>
                    <a:pt x="2366" y="49"/>
                    <a:pt x="2177" y="105"/>
                    <a:pt x="1988" y="254"/>
                  </a:cubicBezTo>
                  <a:cubicBezTo>
                    <a:pt x="1984" y="258"/>
                    <a:pt x="1980" y="262"/>
                    <a:pt x="1975" y="267"/>
                  </a:cubicBezTo>
                  <a:cubicBezTo>
                    <a:pt x="1849" y="329"/>
                    <a:pt x="1720" y="586"/>
                    <a:pt x="1680" y="684"/>
                  </a:cubicBezTo>
                  <a:cubicBezTo>
                    <a:pt x="1672" y="704"/>
                    <a:pt x="1656" y="744"/>
                    <a:pt x="1644" y="782"/>
                  </a:cubicBezTo>
                  <a:cubicBezTo>
                    <a:pt x="1562" y="882"/>
                    <a:pt x="1412" y="1066"/>
                    <a:pt x="1321" y="1170"/>
                  </a:cubicBezTo>
                  <a:cubicBezTo>
                    <a:pt x="1108" y="1406"/>
                    <a:pt x="852" y="1663"/>
                    <a:pt x="608" y="1942"/>
                  </a:cubicBezTo>
                  <a:lnTo>
                    <a:pt x="0" y="3181"/>
                  </a:lnTo>
                  <a:cubicBezTo>
                    <a:pt x="28" y="3259"/>
                    <a:pt x="71" y="3330"/>
                    <a:pt x="135" y="3393"/>
                  </a:cubicBezTo>
                  <a:cubicBezTo>
                    <a:pt x="201" y="3461"/>
                    <a:pt x="277" y="3523"/>
                    <a:pt x="366" y="3555"/>
                  </a:cubicBezTo>
                  <a:cubicBezTo>
                    <a:pt x="390" y="3567"/>
                    <a:pt x="418" y="3574"/>
                    <a:pt x="446" y="3574"/>
                  </a:cubicBezTo>
                  <a:cubicBezTo>
                    <a:pt x="477" y="3570"/>
                    <a:pt x="505" y="3555"/>
                    <a:pt x="532" y="3539"/>
                  </a:cubicBezTo>
                  <a:cubicBezTo>
                    <a:pt x="954" y="3287"/>
                    <a:pt x="1278" y="2893"/>
                    <a:pt x="1511" y="2458"/>
                  </a:cubicBezTo>
                  <a:cubicBezTo>
                    <a:pt x="1735" y="2049"/>
                    <a:pt x="1913" y="1532"/>
                    <a:pt x="2078" y="1106"/>
                  </a:cubicBezTo>
                  <a:cubicBezTo>
                    <a:pt x="2169" y="1063"/>
                    <a:pt x="2240" y="980"/>
                    <a:pt x="2299" y="897"/>
                  </a:cubicBezTo>
                  <a:cubicBezTo>
                    <a:pt x="2311" y="877"/>
                    <a:pt x="2323" y="862"/>
                    <a:pt x="2330" y="842"/>
                  </a:cubicBezTo>
                  <a:cubicBezTo>
                    <a:pt x="2437" y="782"/>
                    <a:pt x="2539" y="731"/>
                    <a:pt x="2661" y="696"/>
                  </a:cubicBezTo>
                  <a:cubicBezTo>
                    <a:pt x="2744" y="671"/>
                    <a:pt x="2719" y="551"/>
                    <a:pt x="2645" y="551"/>
                  </a:cubicBezTo>
                  <a:cubicBezTo>
                    <a:pt x="2638" y="551"/>
                    <a:pt x="2630" y="552"/>
                    <a:pt x="2622" y="554"/>
                  </a:cubicBezTo>
                  <a:cubicBezTo>
                    <a:pt x="2500" y="589"/>
                    <a:pt x="2393" y="637"/>
                    <a:pt x="2287" y="696"/>
                  </a:cubicBezTo>
                  <a:cubicBezTo>
                    <a:pt x="2283" y="688"/>
                    <a:pt x="2275" y="676"/>
                    <a:pt x="2268" y="664"/>
                  </a:cubicBezTo>
                  <a:cubicBezTo>
                    <a:pt x="2326" y="633"/>
                    <a:pt x="2386" y="602"/>
                    <a:pt x="2445" y="578"/>
                  </a:cubicBezTo>
                  <a:cubicBezTo>
                    <a:pt x="2488" y="558"/>
                    <a:pt x="2532" y="542"/>
                    <a:pt x="2575" y="531"/>
                  </a:cubicBezTo>
                  <a:cubicBezTo>
                    <a:pt x="2595" y="522"/>
                    <a:pt x="2614" y="515"/>
                    <a:pt x="2634" y="511"/>
                  </a:cubicBezTo>
                  <a:cubicBezTo>
                    <a:pt x="2642" y="511"/>
                    <a:pt x="2681" y="499"/>
                    <a:pt x="2685" y="495"/>
                  </a:cubicBezTo>
                  <a:cubicBezTo>
                    <a:pt x="2690" y="496"/>
                    <a:pt x="2695" y="496"/>
                    <a:pt x="2701" y="496"/>
                  </a:cubicBezTo>
                  <a:cubicBezTo>
                    <a:pt x="2719" y="496"/>
                    <a:pt x="2737" y="490"/>
                    <a:pt x="2752" y="475"/>
                  </a:cubicBezTo>
                  <a:lnTo>
                    <a:pt x="2752" y="471"/>
                  </a:lnTo>
                  <a:cubicBezTo>
                    <a:pt x="2788" y="436"/>
                    <a:pt x="2776" y="365"/>
                    <a:pt x="2721" y="349"/>
                  </a:cubicBezTo>
                  <a:cubicBezTo>
                    <a:pt x="2714" y="348"/>
                    <a:pt x="2706" y="347"/>
                    <a:pt x="2699" y="347"/>
                  </a:cubicBezTo>
                  <a:cubicBezTo>
                    <a:pt x="2659" y="347"/>
                    <a:pt x="2620" y="363"/>
                    <a:pt x="2583" y="373"/>
                  </a:cubicBezTo>
                  <a:cubicBezTo>
                    <a:pt x="2528" y="389"/>
                    <a:pt x="2477" y="409"/>
                    <a:pt x="2421" y="428"/>
                  </a:cubicBezTo>
                  <a:cubicBezTo>
                    <a:pt x="2346" y="460"/>
                    <a:pt x="2271" y="495"/>
                    <a:pt x="2200" y="535"/>
                  </a:cubicBezTo>
                  <a:cubicBezTo>
                    <a:pt x="2197" y="527"/>
                    <a:pt x="2197" y="518"/>
                    <a:pt x="2193" y="511"/>
                  </a:cubicBezTo>
                  <a:cubicBezTo>
                    <a:pt x="2377" y="424"/>
                    <a:pt x="2567" y="341"/>
                    <a:pt x="2768" y="290"/>
                  </a:cubicBezTo>
                  <a:cubicBezTo>
                    <a:pt x="2856" y="269"/>
                    <a:pt x="2828" y="146"/>
                    <a:pt x="2749" y="146"/>
                  </a:cubicBezTo>
                  <a:cubicBezTo>
                    <a:pt x="2743" y="146"/>
                    <a:pt x="2736" y="147"/>
                    <a:pt x="2728" y="148"/>
                  </a:cubicBezTo>
                  <a:cubicBezTo>
                    <a:pt x="2519" y="200"/>
                    <a:pt x="2323" y="286"/>
                    <a:pt x="2129" y="376"/>
                  </a:cubicBezTo>
                  <a:cubicBezTo>
                    <a:pt x="2126" y="369"/>
                    <a:pt x="2122" y="357"/>
                    <a:pt x="2117" y="349"/>
                  </a:cubicBezTo>
                  <a:cubicBezTo>
                    <a:pt x="2271" y="254"/>
                    <a:pt x="2437" y="183"/>
                    <a:pt x="2614" y="144"/>
                  </a:cubicBezTo>
                  <a:cubicBezTo>
                    <a:pt x="2703" y="126"/>
                    <a:pt x="2674" y="0"/>
                    <a:pt x="259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7" name="Google Shape;2297;p50"/>
            <p:cNvSpPr/>
            <p:nvPr/>
          </p:nvSpPr>
          <p:spPr>
            <a:xfrm>
              <a:off x="5086126" y="2750383"/>
              <a:ext cx="1125841" cy="1418370"/>
            </a:xfrm>
            <a:custGeom>
              <a:rect b="b" l="l" r="r" t="t"/>
              <a:pathLst>
                <a:path extrusionOk="0" h="3617" w="2871">
                  <a:moveTo>
                    <a:pt x="2433" y="254"/>
                  </a:moveTo>
                  <a:lnTo>
                    <a:pt x="2433" y="254"/>
                  </a:lnTo>
                  <a:cubicBezTo>
                    <a:pt x="2393" y="270"/>
                    <a:pt x="2353" y="287"/>
                    <a:pt x="2314" y="304"/>
                  </a:cubicBezTo>
                  <a:lnTo>
                    <a:pt x="2314" y="304"/>
                  </a:lnTo>
                  <a:cubicBezTo>
                    <a:pt x="2353" y="286"/>
                    <a:pt x="2393" y="269"/>
                    <a:pt x="2433" y="254"/>
                  </a:cubicBezTo>
                  <a:close/>
                  <a:moveTo>
                    <a:pt x="2623" y="0"/>
                  </a:moveTo>
                  <a:cubicBezTo>
                    <a:pt x="2615" y="0"/>
                    <a:pt x="2607" y="5"/>
                    <a:pt x="2599" y="5"/>
                  </a:cubicBezTo>
                  <a:cubicBezTo>
                    <a:pt x="2496" y="28"/>
                    <a:pt x="2394" y="52"/>
                    <a:pt x="2296" y="91"/>
                  </a:cubicBezTo>
                  <a:cubicBezTo>
                    <a:pt x="2197" y="131"/>
                    <a:pt x="2098" y="186"/>
                    <a:pt x="2003" y="260"/>
                  </a:cubicBezTo>
                  <a:cubicBezTo>
                    <a:pt x="1996" y="265"/>
                    <a:pt x="1992" y="269"/>
                    <a:pt x="1988" y="273"/>
                  </a:cubicBezTo>
                  <a:lnTo>
                    <a:pt x="1988" y="273"/>
                  </a:lnTo>
                  <a:lnTo>
                    <a:pt x="1988" y="273"/>
                  </a:lnTo>
                  <a:cubicBezTo>
                    <a:pt x="1956" y="293"/>
                    <a:pt x="1923" y="319"/>
                    <a:pt x="1893" y="351"/>
                  </a:cubicBezTo>
                  <a:cubicBezTo>
                    <a:pt x="1799" y="462"/>
                    <a:pt x="1719" y="624"/>
                    <a:pt x="1688" y="698"/>
                  </a:cubicBezTo>
                  <a:cubicBezTo>
                    <a:pt x="1680" y="718"/>
                    <a:pt x="1664" y="757"/>
                    <a:pt x="1648" y="797"/>
                  </a:cubicBezTo>
                  <a:lnTo>
                    <a:pt x="1650" y="797"/>
                  </a:lnTo>
                  <a:lnTo>
                    <a:pt x="1650" y="797"/>
                  </a:lnTo>
                  <a:cubicBezTo>
                    <a:pt x="1569" y="893"/>
                    <a:pt x="1423" y="1075"/>
                    <a:pt x="1333" y="1175"/>
                  </a:cubicBezTo>
                  <a:cubicBezTo>
                    <a:pt x="1120" y="1412"/>
                    <a:pt x="864" y="1668"/>
                    <a:pt x="616" y="1952"/>
                  </a:cubicBezTo>
                  <a:cubicBezTo>
                    <a:pt x="607" y="1960"/>
                    <a:pt x="612" y="1976"/>
                    <a:pt x="620" y="1984"/>
                  </a:cubicBezTo>
                  <a:cubicBezTo>
                    <a:pt x="622" y="1987"/>
                    <a:pt x="627" y="1988"/>
                    <a:pt x="631" y="1988"/>
                  </a:cubicBezTo>
                  <a:cubicBezTo>
                    <a:pt x="638" y="1988"/>
                    <a:pt x="646" y="1985"/>
                    <a:pt x="651" y="1980"/>
                  </a:cubicBezTo>
                  <a:cubicBezTo>
                    <a:pt x="896" y="1696"/>
                    <a:pt x="1151" y="1443"/>
                    <a:pt x="1364" y="1203"/>
                  </a:cubicBezTo>
                  <a:cubicBezTo>
                    <a:pt x="1455" y="1101"/>
                    <a:pt x="1610" y="915"/>
                    <a:pt x="1688" y="821"/>
                  </a:cubicBezTo>
                  <a:cubicBezTo>
                    <a:pt x="1688" y="817"/>
                    <a:pt x="1692" y="813"/>
                    <a:pt x="1692" y="813"/>
                  </a:cubicBezTo>
                  <a:cubicBezTo>
                    <a:pt x="1704" y="773"/>
                    <a:pt x="1719" y="733"/>
                    <a:pt x="1728" y="715"/>
                  </a:cubicBezTo>
                  <a:cubicBezTo>
                    <a:pt x="1748" y="667"/>
                    <a:pt x="1790" y="580"/>
                    <a:pt x="1842" y="497"/>
                  </a:cubicBezTo>
                  <a:cubicBezTo>
                    <a:pt x="1866" y="454"/>
                    <a:pt x="1897" y="415"/>
                    <a:pt x="1925" y="383"/>
                  </a:cubicBezTo>
                  <a:cubicBezTo>
                    <a:pt x="1956" y="347"/>
                    <a:pt x="1984" y="324"/>
                    <a:pt x="2016" y="308"/>
                  </a:cubicBezTo>
                  <a:lnTo>
                    <a:pt x="2019" y="304"/>
                  </a:lnTo>
                  <a:cubicBezTo>
                    <a:pt x="2023" y="300"/>
                    <a:pt x="2027" y="296"/>
                    <a:pt x="2032" y="296"/>
                  </a:cubicBezTo>
                  <a:cubicBezTo>
                    <a:pt x="2121" y="222"/>
                    <a:pt x="2216" y="170"/>
                    <a:pt x="2311" y="134"/>
                  </a:cubicBezTo>
                  <a:cubicBezTo>
                    <a:pt x="2405" y="95"/>
                    <a:pt x="2505" y="71"/>
                    <a:pt x="2611" y="47"/>
                  </a:cubicBezTo>
                  <a:cubicBezTo>
                    <a:pt x="2615" y="47"/>
                    <a:pt x="2618" y="44"/>
                    <a:pt x="2623" y="44"/>
                  </a:cubicBezTo>
                  <a:cubicBezTo>
                    <a:pt x="2638" y="44"/>
                    <a:pt x="2650" y="52"/>
                    <a:pt x="2662" y="63"/>
                  </a:cubicBezTo>
                  <a:cubicBezTo>
                    <a:pt x="2670" y="76"/>
                    <a:pt x="2674" y="91"/>
                    <a:pt x="2674" y="103"/>
                  </a:cubicBezTo>
                  <a:cubicBezTo>
                    <a:pt x="2674" y="115"/>
                    <a:pt x="2674" y="123"/>
                    <a:pt x="2666" y="131"/>
                  </a:cubicBezTo>
                  <a:cubicBezTo>
                    <a:pt x="2662" y="138"/>
                    <a:pt x="2654" y="142"/>
                    <a:pt x="2638" y="147"/>
                  </a:cubicBezTo>
                  <a:cubicBezTo>
                    <a:pt x="2457" y="186"/>
                    <a:pt x="2287" y="257"/>
                    <a:pt x="2134" y="351"/>
                  </a:cubicBezTo>
                  <a:cubicBezTo>
                    <a:pt x="2121" y="360"/>
                    <a:pt x="2118" y="371"/>
                    <a:pt x="2126" y="383"/>
                  </a:cubicBezTo>
                  <a:cubicBezTo>
                    <a:pt x="2130" y="391"/>
                    <a:pt x="2134" y="398"/>
                    <a:pt x="2138" y="411"/>
                  </a:cubicBezTo>
                  <a:cubicBezTo>
                    <a:pt x="2142" y="418"/>
                    <a:pt x="2149" y="422"/>
                    <a:pt x="2157" y="422"/>
                  </a:cubicBezTo>
                  <a:cubicBezTo>
                    <a:pt x="2161" y="422"/>
                    <a:pt x="2165" y="421"/>
                    <a:pt x="2169" y="418"/>
                  </a:cubicBezTo>
                  <a:cubicBezTo>
                    <a:pt x="2363" y="328"/>
                    <a:pt x="2556" y="241"/>
                    <a:pt x="2765" y="189"/>
                  </a:cubicBezTo>
                  <a:lnTo>
                    <a:pt x="2776" y="189"/>
                  </a:lnTo>
                  <a:cubicBezTo>
                    <a:pt x="2784" y="189"/>
                    <a:pt x="2792" y="189"/>
                    <a:pt x="2796" y="194"/>
                  </a:cubicBezTo>
                  <a:cubicBezTo>
                    <a:pt x="2808" y="198"/>
                    <a:pt x="2816" y="205"/>
                    <a:pt x="2820" y="213"/>
                  </a:cubicBezTo>
                  <a:cubicBezTo>
                    <a:pt x="2824" y="222"/>
                    <a:pt x="2827" y="233"/>
                    <a:pt x="2827" y="245"/>
                  </a:cubicBezTo>
                  <a:cubicBezTo>
                    <a:pt x="2827" y="257"/>
                    <a:pt x="2824" y="265"/>
                    <a:pt x="2820" y="273"/>
                  </a:cubicBezTo>
                  <a:cubicBezTo>
                    <a:pt x="2816" y="280"/>
                    <a:pt x="2804" y="284"/>
                    <a:pt x="2792" y="289"/>
                  </a:cubicBezTo>
                  <a:cubicBezTo>
                    <a:pt x="2587" y="340"/>
                    <a:pt x="2398" y="426"/>
                    <a:pt x="2209" y="513"/>
                  </a:cubicBezTo>
                  <a:cubicBezTo>
                    <a:pt x="2201" y="521"/>
                    <a:pt x="2192" y="533"/>
                    <a:pt x="2201" y="544"/>
                  </a:cubicBezTo>
                  <a:cubicBezTo>
                    <a:pt x="2205" y="549"/>
                    <a:pt x="2205" y="557"/>
                    <a:pt x="2209" y="564"/>
                  </a:cubicBezTo>
                  <a:cubicBezTo>
                    <a:pt x="2212" y="573"/>
                    <a:pt x="2216" y="576"/>
                    <a:pt x="2225" y="576"/>
                  </a:cubicBezTo>
                  <a:cubicBezTo>
                    <a:pt x="2226" y="578"/>
                    <a:pt x="2228" y="578"/>
                    <a:pt x="2229" y="578"/>
                  </a:cubicBezTo>
                  <a:cubicBezTo>
                    <a:pt x="2233" y="578"/>
                    <a:pt x="2237" y="576"/>
                    <a:pt x="2240" y="576"/>
                  </a:cubicBezTo>
                  <a:cubicBezTo>
                    <a:pt x="2311" y="537"/>
                    <a:pt x="2382" y="502"/>
                    <a:pt x="2457" y="469"/>
                  </a:cubicBezTo>
                  <a:cubicBezTo>
                    <a:pt x="2512" y="450"/>
                    <a:pt x="2563" y="431"/>
                    <a:pt x="2618" y="415"/>
                  </a:cubicBezTo>
                  <a:cubicBezTo>
                    <a:pt x="2654" y="402"/>
                    <a:pt x="2689" y="391"/>
                    <a:pt x="2721" y="391"/>
                  </a:cubicBezTo>
                  <a:cubicBezTo>
                    <a:pt x="2729" y="391"/>
                    <a:pt x="2737" y="391"/>
                    <a:pt x="2745" y="395"/>
                  </a:cubicBezTo>
                  <a:cubicBezTo>
                    <a:pt x="2756" y="395"/>
                    <a:pt x="2765" y="402"/>
                    <a:pt x="2769" y="411"/>
                  </a:cubicBezTo>
                  <a:cubicBezTo>
                    <a:pt x="2776" y="418"/>
                    <a:pt x="2780" y="431"/>
                    <a:pt x="2780" y="442"/>
                  </a:cubicBezTo>
                  <a:cubicBezTo>
                    <a:pt x="2780" y="454"/>
                    <a:pt x="2773" y="469"/>
                    <a:pt x="2765" y="482"/>
                  </a:cubicBezTo>
                  <a:lnTo>
                    <a:pt x="2760" y="482"/>
                  </a:lnTo>
                  <a:cubicBezTo>
                    <a:pt x="2753" y="493"/>
                    <a:pt x="2741" y="497"/>
                    <a:pt x="2729" y="497"/>
                  </a:cubicBezTo>
                  <a:lnTo>
                    <a:pt x="2718" y="497"/>
                  </a:lnTo>
                  <a:cubicBezTo>
                    <a:pt x="2715" y="496"/>
                    <a:pt x="2713" y="495"/>
                    <a:pt x="2711" y="495"/>
                  </a:cubicBezTo>
                  <a:cubicBezTo>
                    <a:pt x="2707" y="495"/>
                    <a:pt x="2702" y="498"/>
                    <a:pt x="2698" y="502"/>
                  </a:cubicBezTo>
                  <a:lnTo>
                    <a:pt x="2694" y="502"/>
                  </a:lnTo>
                  <a:cubicBezTo>
                    <a:pt x="2686" y="505"/>
                    <a:pt x="2678" y="505"/>
                    <a:pt x="2674" y="509"/>
                  </a:cubicBezTo>
                  <a:lnTo>
                    <a:pt x="2662" y="509"/>
                  </a:lnTo>
                  <a:cubicBezTo>
                    <a:pt x="2662" y="509"/>
                    <a:pt x="2658" y="509"/>
                    <a:pt x="2658" y="513"/>
                  </a:cubicBezTo>
                  <a:cubicBezTo>
                    <a:pt x="2638" y="517"/>
                    <a:pt x="2615" y="525"/>
                    <a:pt x="2595" y="533"/>
                  </a:cubicBezTo>
                  <a:cubicBezTo>
                    <a:pt x="2552" y="544"/>
                    <a:pt x="2509" y="560"/>
                    <a:pt x="2465" y="580"/>
                  </a:cubicBezTo>
                  <a:cubicBezTo>
                    <a:pt x="2405" y="604"/>
                    <a:pt x="2343" y="635"/>
                    <a:pt x="2287" y="667"/>
                  </a:cubicBezTo>
                  <a:cubicBezTo>
                    <a:pt x="2280" y="671"/>
                    <a:pt x="2276" y="675"/>
                    <a:pt x="2276" y="682"/>
                  </a:cubicBezTo>
                  <a:cubicBezTo>
                    <a:pt x="2276" y="686"/>
                    <a:pt x="2276" y="695"/>
                    <a:pt x="2280" y="698"/>
                  </a:cubicBezTo>
                  <a:cubicBezTo>
                    <a:pt x="2283" y="710"/>
                    <a:pt x="2292" y="722"/>
                    <a:pt x="2299" y="730"/>
                  </a:cubicBezTo>
                  <a:cubicBezTo>
                    <a:pt x="2302" y="738"/>
                    <a:pt x="2308" y="742"/>
                    <a:pt x="2315" y="742"/>
                  </a:cubicBezTo>
                  <a:cubicBezTo>
                    <a:pt x="2319" y="742"/>
                    <a:pt x="2323" y="741"/>
                    <a:pt x="2327" y="738"/>
                  </a:cubicBezTo>
                  <a:cubicBezTo>
                    <a:pt x="2434" y="679"/>
                    <a:pt x="2536" y="631"/>
                    <a:pt x="2658" y="596"/>
                  </a:cubicBezTo>
                  <a:cubicBezTo>
                    <a:pt x="2662" y="596"/>
                    <a:pt x="2670" y="592"/>
                    <a:pt x="2674" y="592"/>
                  </a:cubicBezTo>
                  <a:cubicBezTo>
                    <a:pt x="2682" y="592"/>
                    <a:pt x="2686" y="596"/>
                    <a:pt x="2694" y="596"/>
                  </a:cubicBezTo>
                  <a:cubicBezTo>
                    <a:pt x="2702" y="600"/>
                    <a:pt x="2705" y="608"/>
                    <a:pt x="2713" y="620"/>
                  </a:cubicBezTo>
                  <a:cubicBezTo>
                    <a:pt x="2718" y="628"/>
                    <a:pt x="2721" y="639"/>
                    <a:pt x="2721" y="647"/>
                  </a:cubicBezTo>
                  <a:cubicBezTo>
                    <a:pt x="2721" y="659"/>
                    <a:pt x="2718" y="671"/>
                    <a:pt x="2709" y="679"/>
                  </a:cubicBezTo>
                  <a:cubicBezTo>
                    <a:pt x="2705" y="686"/>
                    <a:pt x="2698" y="691"/>
                    <a:pt x="2682" y="695"/>
                  </a:cubicBezTo>
                  <a:cubicBezTo>
                    <a:pt x="2560" y="733"/>
                    <a:pt x="2453" y="786"/>
                    <a:pt x="2347" y="848"/>
                  </a:cubicBezTo>
                  <a:cubicBezTo>
                    <a:pt x="2343" y="848"/>
                    <a:pt x="2339" y="852"/>
                    <a:pt x="2339" y="857"/>
                  </a:cubicBezTo>
                  <a:cubicBezTo>
                    <a:pt x="2331" y="872"/>
                    <a:pt x="2323" y="888"/>
                    <a:pt x="2311" y="904"/>
                  </a:cubicBezTo>
                  <a:cubicBezTo>
                    <a:pt x="2252" y="990"/>
                    <a:pt x="2181" y="1069"/>
                    <a:pt x="2098" y="1108"/>
                  </a:cubicBezTo>
                  <a:cubicBezTo>
                    <a:pt x="2090" y="1112"/>
                    <a:pt x="2086" y="1117"/>
                    <a:pt x="2086" y="1121"/>
                  </a:cubicBezTo>
                  <a:cubicBezTo>
                    <a:pt x="1921" y="1546"/>
                    <a:pt x="1743" y="2063"/>
                    <a:pt x="1522" y="2473"/>
                  </a:cubicBezTo>
                  <a:cubicBezTo>
                    <a:pt x="1290" y="2903"/>
                    <a:pt x="967" y="3293"/>
                    <a:pt x="549" y="3545"/>
                  </a:cubicBezTo>
                  <a:cubicBezTo>
                    <a:pt x="536" y="3554"/>
                    <a:pt x="521" y="3557"/>
                    <a:pt x="509" y="3565"/>
                  </a:cubicBezTo>
                  <a:cubicBezTo>
                    <a:pt x="498" y="3569"/>
                    <a:pt x="485" y="3573"/>
                    <a:pt x="470" y="3573"/>
                  </a:cubicBezTo>
                  <a:cubicBezTo>
                    <a:pt x="446" y="3573"/>
                    <a:pt x="427" y="3565"/>
                    <a:pt x="403" y="3557"/>
                  </a:cubicBezTo>
                  <a:cubicBezTo>
                    <a:pt x="316" y="3525"/>
                    <a:pt x="245" y="3467"/>
                    <a:pt x="178" y="3399"/>
                  </a:cubicBezTo>
                  <a:cubicBezTo>
                    <a:pt x="119" y="3341"/>
                    <a:pt x="75" y="3270"/>
                    <a:pt x="48" y="3194"/>
                  </a:cubicBezTo>
                  <a:cubicBezTo>
                    <a:pt x="45" y="3185"/>
                    <a:pt x="36" y="3178"/>
                    <a:pt x="27" y="3178"/>
                  </a:cubicBezTo>
                  <a:cubicBezTo>
                    <a:pt x="25" y="3178"/>
                    <a:pt x="23" y="3178"/>
                    <a:pt x="21" y="3179"/>
                  </a:cubicBezTo>
                  <a:cubicBezTo>
                    <a:pt x="8" y="3183"/>
                    <a:pt x="1" y="3194"/>
                    <a:pt x="5" y="3206"/>
                  </a:cubicBezTo>
                  <a:cubicBezTo>
                    <a:pt x="36" y="3289"/>
                    <a:pt x="83" y="3368"/>
                    <a:pt x="146" y="3431"/>
                  </a:cubicBezTo>
                  <a:cubicBezTo>
                    <a:pt x="217" y="3502"/>
                    <a:pt x="292" y="3561"/>
                    <a:pt x="387" y="3596"/>
                  </a:cubicBezTo>
                  <a:cubicBezTo>
                    <a:pt x="410" y="3609"/>
                    <a:pt x="438" y="3616"/>
                    <a:pt x="470" y="3616"/>
                  </a:cubicBezTo>
                  <a:lnTo>
                    <a:pt x="474" y="3616"/>
                  </a:lnTo>
                  <a:cubicBezTo>
                    <a:pt x="494" y="3616"/>
                    <a:pt x="509" y="3612"/>
                    <a:pt x="525" y="3605"/>
                  </a:cubicBezTo>
                  <a:cubicBezTo>
                    <a:pt x="541" y="3596"/>
                    <a:pt x="556" y="3589"/>
                    <a:pt x="572" y="3581"/>
                  </a:cubicBezTo>
                  <a:cubicBezTo>
                    <a:pt x="998" y="3325"/>
                    <a:pt x="1326" y="2926"/>
                    <a:pt x="1558" y="2493"/>
                  </a:cubicBezTo>
                  <a:cubicBezTo>
                    <a:pt x="1781" y="2081"/>
                    <a:pt x="1958" y="1568"/>
                    <a:pt x="2123" y="1143"/>
                  </a:cubicBezTo>
                  <a:lnTo>
                    <a:pt x="2123" y="1143"/>
                  </a:lnTo>
                  <a:cubicBezTo>
                    <a:pt x="2217" y="1095"/>
                    <a:pt x="2289" y="1011"/>
                    <a:pt x="2347" y="931"/>
                  </a:cubicBezTo>
                  <a:cubicBezTo>
                    <a:pt x="2356" y="914"/>
                    <a:pt x="2367" y="900"/>
                    <a:pt x="2374" y="882"/>
                  </a:cubicBezTo>
                  <a:lnTo>
                    <a:pt x="2374" y="882"/>
                  </a:lnTo>
                  <a:cubicBezTo>
                    <a:pt x="2475" y="823"/>
                    <a:pt x="2577" y="773"/>
                    <a:pt x="2698" y="738"/>
                  </a:cubicBezTo>
                  <a:cubicBezTo>
                    <a:pt x="2718" y="730"/>
                    <a:pt x="2737" y="718"/>
                    <a:pt x="2749" y="702"/>
                  </a:cubicBezTo>
                  <a:cubicBezTo>
                    <a:pt x="2756" y="686"/>
                    <a:pt x="2765" y="667"/>
                    <a:pt x="2765" y="647"/>
                  </a:cubicBezTo>
                  <a:cubicBezTo>
                    <a:pt x="2765" y="624"/>
                    <a:pt x="2756" y="600"/>
                    <a:pt x="2741" y="580"/>
                  </a:cubicBezTo>
                  <a:cubicBezTo>
                    <a:pt x="2733" y="573"/>
                    <a:pt x="2721" y="564"/>
                    <a:pt x="2709" y="560"/>
                  </a:cubicBezTo>
                  <a:cubicBezTo>
                    <a:pt x="2704" y="555"/>
                    <a:pt x="2695" y="552"/>
                    <a:pt x="2686" y="550"/>
                  </a:cubicBezTo>
                  <a:lnTo>
                    <a:pt x="2686" y="550"/>
                  </a:lnTo>
                  <a:cubicBezTo>
                    <a:pt x="2693" y="549"/>
                    <a:pt x="2700" y="548"/>
                    <a:pt x="2705" y="544"/>
                  </a:cubicBezTo>
                  <a:cubicBezTo>
                    <a:pt x="2709" y="544"/>
                    <a:pt x="2713" y="540"/>
                    <a:pt x="2718" y="540"/>
                  </a:cubicBezTo>
                  <a:cubicBezTo>
                    <a:pt x="2718" y="540"/>
                    <a:pt x="2718" y="540"/>
                    <a:pt x="2719" y="540"/>
                  </a:cubicBezTo>
                  <a:lnTo>
                    <a:pt x="2719" y="540"/>
                  </a:lnTo>
                  <a:cubicBezTo>
                    <a:pt x="2722" y="540"/>
                    <a:pt x="2726" y="540"/>
                    <a:pt x="2729" y="540"/>
                  </a:cubicBezTo>
                  <a:cubicBezTo>
                    <a:pt x="2753" y="540"/>
                    <a:pt x="2776" y="533"/>
                    <a:pt x="2796" y="513"/>
                  </a:cubicBezTo>
                  <a:lnTo>
                    <a:pt x="2796" y="509"/>
                  </a:lnTo>
                  <a:cubicBezTo>
                    <a:pt x="2816" y="489"/>
                    <a:pt x="2824" y="466"/>
                    <a:pt x="2824" y="442"/>
                  </a:cubicBezTo>
                  <a:cubicBezTo>
                    <a:pt x="2824" y="422"/>
                    <a:pt x="2816" y="402"/>
                    <a:pt x="2804" y="387"/>
                  </a:cubicBezTo>
                  <a:cubicBezTo>
                    <a:pt x="2792" y="367"/>
                    <a:pt x="2776" y="355"/>
                    <a:pt x="2753" y="351"/>
                  </a:cubicBezTo>
                  <a:cubicBezTo>
                    <a:pt x="2749" y="350"/>
                    <a:pt x="2745" y="349"/>
                    <a:pt x="2742" y="348"/>
                  </a:cubicBezTo>
                  <a:lnTo>
                    <a:pt x="2742" y="348"/>
                  </a:lnTo>
                  <a:cubicBezTo>
                    <a:pt x="2762" y="342"/>
                    <a:pt x="2783" y="337"/>
                    <a:pt x="2804" y="331"/>
                  </a:cubicBezTo>
                  <a:cubicBezTo>
                    <a:pt x="2824" y="328"/>
                    <a:pt x="2844" y="316"/>
                    <a:pt x="2855" y="296"/>
                  </a:cubicBezTo>
                  <a:cubicBezTo>
                    <a:pt x="2867" y="280"/>
                    <a:pt x="2871" y="265"/>
                    <a:pt x="2871" y="245"/>
                  </a:cubicBezTo>
                  <a:cubicBezTo>
                    <a:pt x="2871" y="222"/>
                    <a:pt x="2863" y="198"/>
                    <a:pt x="2847" y="178"/>
                  </a:cubicBezTo>
                  <a:cubicBezTo>
                    <a:pt x="2840" y="166"/>
                    <a:pt x="2827" y="158"/>
                    <a:pt x="2816" y="154"/>
                  </a:cubicBezTo>
                  <a:cubicBezTo>
                    <a:pt x="2804" y="147"/>
                    <a:pt x="2792" y="147"/>
                    <a:pt x="2776" y="147"/>
                  </a:cubicBezTo>
                  <a:lnTo>
                    <a:pt x="2753" y="147"/>
                  </a:lnTo>
                  <a:cubicBezTo>
                    <a:pt x="2733" y="152"/>
                    <a:pt x="2714" y="157"/>
                    <a:pt x="2695" y="163"/>
                  </a:cubicBezTo>
                  <a:lnTo>
                    <a:pt x="2695" y="163"/>
                  </a:lnTo>
                  <a:cubicBezTo>
                    <a:pt x="2697" y="160"/>
                    <a:pt x="2699" y="157"/>
                    <a:pt x="2702" y="154"/>
                  </a:cubicBezTo>
                  <a:cubicBezTo>
                    <a:pt x="2713" y="138"/>
                    <a:pt x="2718" y="123"/>
                    <a:pt x="2718" y="103"/>
                  </a:cubicBezTo>
                  <a:cubicBezTo>
                    <a:pt x="2718" y="80"/>
                    <a:pt x="2709" y="56"/>
                    <a:pt x="2694" y="36"/>
                  </a:cubicBezTo>
                  <a:cubicBezTo>
                    <a:pt x="2678" y="16"/>
                    <a:pt x="2654" y="0"/>
                    <a:pt x="262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8" name="Google Shape;2298;p50"/>
            <p:cNvSpPr/>
            <p:nvPr/>
          </p:nvSpPr>
          <p:spPr>
            <a:xfrm>
              <a:off x="6176262" y="2444125"/>
              <a:ext cx="49802" cy="50194"/>
            </a:xfrm>
            <a:custGeom>
              <a:rect b="b" l="l" r="r" t="t"/>
              <a:pathLst>
                <a:path extrusionOk="0" h="128" w="127">
                  <a:moveTo>
                    <a:pt x="64" y="0"/>
                  </a:moveTo>
                  <a:cubicBezTo>
                    <a:pt x="32" y="0"/>
                    <a:pt x="0" y="29"/>
                    <a:pt x="0" y="64"/>
                  </a:cubicBezTo>
                  <a:cubicBezTo>
                    <a:pt x="0" y="100"/>
                    <a:pt x="32" y="127"/>
                    <a:pt x="64" y="127"/>
                  </a:cubicBezTo>
                  <a:cubicBezTo>
                    <a:pt x="99" y="127"/>
                    <a:pt x="127" y="100"/>
                    <a:pt x="127" y="64"/>
                  </a:cubicBezTo>
                  <a:cubicBezTo>
                    <a:pt x="127" y="29"/>
                    <a:pt x="99" y="0"/>
                    <a:pt x="64" y="0"/>
                  </a:cubicBezTo>
                  <a:close/>
                </a:path>
              </a:pathLst>
            </a:custGeom>
            <a:solidFill>
              <a:srgbClr val="1C1C1B"/>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9" name="Google Shape;2299;p50"/>
            <p:cNvSpPr/>
            <p:nvPr/>
          </p:nvSpPr>
          <p:spPr>
            <a:xfrm>
              <a:off x="6168419" y="2434713"/>
              <a:ext cx="67056" cy="67448"/>
            </a:xfrm>
            <a:custGeom>
              <a:rect b="b" l="l" r="r" t="t"/>
              <a:pathLst>
                <a:path extrusionOk="0" h="172" w="171">
                  <a:moveTo>
                    <a:pt x="84" y="44"/>
                  </a:moveTo>
                  <a:cubicBezTo>
                    <a:pt x="107" y="44"/>
                    <a:pt x="127" y="64"/>
                    <a:pt x="127" y="88"/>
                  </a:cubicBezTo>
                  <a:cubicBezTo>
                    <a:pt x="127" y="111"/>
                    <a:pt x="107" y="127"/>
                    <a:pt x="84" y="127"/>
                  </a:cubicBezTo>
                  <a:cubicBezTo>
                    <a:pt x="64" y="127"/>
                    <a:pt x="44" y="111"/>
                    <a:pt x="44" y="88"/>
                  </a:cubicBezTo>
                  <a:cubicBezTo>
                    <a:pt x="44" y="64"/>
                    <a:pt x="64" y="44"/>
                    <a:pt x="84" y="44"/>
                  </a:cubicBezTo>
                  <a:close/>
                  <a:moveTo>
                    <a:pt x="84" y="1"/>
                  </a:moveTo>
                  <a:cubicBezTo>
                    <a:pt x="36" y="1"/>
                    <a:pt x="0" y="40"/>
                    <a:pt x="0" y="88"/>
                  </a:cubicBezTo>
                  <a:cubicBezTo>
                    <a:pt x="0" y="135"/>
                    <a:pt x="36" y="171"/>
                    <a:pt x="84" y="171"/>
                  </a:cubicBezTo>
                  <a:cubicBezTo>
                    <a:pt x="131" y="171"/>
                    <a:pt x="171" y="135"/>
                    <a:pt x="171" y="88"/>
                  </a:cubicBezTo>
                  <a:cubicBezTo>
                    <a:pt x="171" y="40"/>
                    <a:pt x="131" y="1"/>
                    <a:pt x="8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0" name="Google Shape;2300;p50"/>
            <p:cNvSpPr/>
            <p:nvPr/>
          </p:nvSpPr>
          <p:spPr>
            <a:xfrm>
              <a:off x="4755163" y="2675485"/>
              <a:ext cx="554097" cy="730949"/>
            </a:xfrm>
            <a:custGeom>
              <a:rect b="b" l="l" r="r" t="t"/>
              <a:pathLst>
                <a:path extrusionOk="0" h="1864" w="1413">
                  <a:moveTo>
                    <a:pt x="1387" y="1"/>
                  </a:moveTo>
                  <a:cubicBezTo>
                    <a:pt x="1380" y="1"/>
                    <a:pt x="1372" y="2"/>
                    <a:pt x="1365" y="2"/>
                  </a:cubicBezTo>
                  <a:cubicBezTo>
                    <a:pt x="1093" y="49"/>
                    <a:pt x="809" y="96"/>
                    <a:pt x="576" y="251"/>
                  </a:cubicBezTo>
                  <a:cubicBezTo>
                    <a:pt x="552" y="267"/>
                    <a:pt x="529" y="282"/>
                    <a:pt x="510" y="298"/>
                  </a:cubicBezTo>
                  <a:cubicBezTo>
                    <a:pt x="372" y="424"/>
                    <a:pt x="261" y="570"/>
                    <a:pt x="190" y="708"/>
                  </a:cubicBezTo>
                  <a:cubicBezTo>
                    <a:pt x="1" y="1071"/>
                    <a:pt x="8" y="1465"/>
                    <a:pt x="37" y="1863"/>
                  </a:cubicBezTo>
                  <a:lnTo>
                    <a:pt x="44" y="1863"/>
                  </a:lnTo>
                  <a:cubicBezTo>
                    <a:pt x="261" y="1824"/>
                    <a:pt x="481" y="1812"/>
                    <a:pt x="703" y="1785"/>
                  </a:cubicBezTo>
                  <a:cubicBezTo>
                    <a:pt x="912" y="1757"/>
                    <a:pt x="1125" y="1721"/>
                    <a:pt x="1333" y="1694"/>
                  </a:cubicBezTo>
                  <a:lnTo>
                    <a:pt x="1413" y="7"/>
                  </a:lnTo>
                  <a:cubicBezTo>
                    <a:pt x="1404" y="2"/>
                    <a:pt x="1396" y="1"/>
                    <a:pt x="138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1" name="Google Shape;2301;p50"/>
            <p:cNvSpPr/>
            <p:nvPr/>
          </p:nvSpPr>
          <p:spPr>
            <a:xfrm>
              <a:off x="4753595" y="2666858"/>
              <a:ext cx="565077" cy="748595"/>
            </a:xfrm>
            <a:custGeom>
              <a:rect b="b" l="l" r="r" t="t"/>
              <a:pathLst>
                <a:path extrusionOk="0" h="1909" w="1441">
                  <a:moveTo>
                    <a:pt x="1393" y="0"/>
                  </a:moveTo>
                  <a:cubicBezTo>
                    <a:pt x="1381" y="0"/>
                    <a:pt x="1373" y="0"/>
                    <a:pt x="1365" y="5"/>
                  </a:cubicBezTo>
                  <a:cubicBezTo>
                    <a:pt x="1093" y="47"/>
                    <a:pt x="805" y="100"/>
                    <a:pt x="569" y="253"/>
                  </a:cubicBezTo>
                  <a:cubicBezTo>
                    <a:pt x="541" y="269"/>
                    <a:pt x="521" y="289"/>
                    <a:pt x="498" y="304"/>
                  </a:cubicBezTo>
                  <a:cubicBezTo>
                    <a:pt x="359" y="435"/>
                    <a:pt x="249" y="580"/>
                    <a:pt x="174" y="718"/>
                  </a:cubicBezTo>
                  <a:cubicBezTo>
                    <a:pt x="41" y="979"/>
                    <a:pt x="1" y="1254"/>
                    <a:pt x="1" y="1534"/>
                  </a:cubicBezTo>
                  <a:cubicBezTo>
                    <a:pt x="1" y="1652"/>
                    <a:pt x="8" y="1771"/>
                    <a:pt x="17" y="1889"/>
                  </a:cubicBezTo>
                  <a:cubicBezTo>
                    <a:pt x="17" y="1893"/>
                    <a:pt x="21" y="1898"/>
                    <a:pt x="24" y="1901"/>
                  </a:cubicBezTo>
                  <a:cubicBezTo>
                    <a:pt x="28" y="1905"/>
                    <a:pt x="36" y="1909"/>
                    <a:pt x="41" y="1909"/>
                  </a:cubicBezTo>
                  <a:cubicBezTo>
                    <a:pt x="44" y="1909"/>
                    <a:pt x="48" y="1909"/>
                    <a:pt x="48" y="1905"/>
                  </a:cubicBezTo>
                  <a:lnTo>
                    <a:pt x="52" y="1905"/>
                  </a:lnTo>
                  <a:cubicBezTo>
                    <a:pt x="265" y="1865"/>
                    <a:pt x="485" y="1858"/>
                    <a:pt x="707" y="1827"/>
                  </a:cubicBezTo>
                  <a:cubicBezTo>
                    <a:pt x="920" y="1798"/>
                    <a:pt x="1133" y="1763"/>
                    <a:pt x="1342" y="1740"/>
                  </a:cubicBezTo>
                  <a:cubicBezTo>
                    <a:pt x="1353" y="1736"/>
                    <a:pt x="1361" y="1727"/>
                    <a:pt x="1361" y="1716"/>
                  </a:cubicBezTo>
                  <a:cubicBezTo>
                    <a:pt x="1361" y="1705"/>
                    <a:pt x="1352" y="1695"/>
                    <a:pt x="1342" y="1695"/>
                  </a:cubicBezTo>
                  <a:cubicBezTo>
                    <a:pt x="1340" y="1695"/>
                    <a:pt x="1339" y="1695"/>
                    <a:pt x="1337" y="1696"/>
                  </a:cubicBezTo>
                  <a:cubicBezTo>
                    <a:pt x="1124" y="1723"/>
                    <a:pt x="916" y="1756"/>
                    <a:pt x="703" y="1783"/>
                  </a:cubicBezTo>
                  <a:cubicBezTo>
                    <a:pt x="486" y="1814"/>
                    <a:pt x="270" y="1822"/>
                    <a:pt x="58" y="1863"/>
                  </a:cubicBezTo>
                  <a:lnTo>
                    <a:pt x="58" y="1863"/>
                  </a:lnTo>
                  <a:cubicBezTo>
                    <a:pt x="51" y="1752"/>
                    <a:pt x="48" y="1641"/>
                    <a:pt x="48" y="1534"/>
                  </a:cubicBezTo>
                  <a:cubicBezTo>
                    <a:pt x="48" y="1259"/>
                    <a:pt x="83" y="990"/>
                    <a:pt x="214" y="738"/>
                  </a:cubicBezTo>
                  <a:cubicBezTo>
                    <a:pt x="284" y="605"/>
                    <a:pt x="393" y="465"/>
                    <a:pt x="525" y="340"/>
                  </a:cubicBezTo>
                  <a:lnTo>
                    <a:pt x="525" y="340"/>
                  </a:lnTo>
                  <a:lnTo>
                    <a:pt x="525" y="340"/>
                  </a:lnTo>
                  <a:cubicBezTo>
                    <a:pt x="549" y="320"/>
                    <a:pt x="569" y="304"/>
                    <a:pt x="592" y="293"/>
                  </a:cubicBezTo>
                  <a:cubicBezTo>
                    <a:pt x="817" y="142"/>
                    <a:pt x="1100" y="91"/>
                    <a:pt x="1373" y="47"/>
                  </a:cubicBezTo>
                  <a:cubicBezTo>
                    <a:pt x="1381" y="44"/>
                    <a:pt x="1384" y="44"/>
                    <a:pt x="1393" y="44"/>
                  </a:cubicBezTo>
                  <a:lnTo>
                    <a:pt x="1397" y="44"/>
                  </a:lnTo>
                  <a:cubicBezTo>
                    <a:pt x="1400" y="44"/>
                    <a:pt x="1400" y="47"/>
                    <a:pt x="1400" y="47"/>
                  </a:cubicBezTo>
                  <a:cubicBezTo>
                    <a:pt x="1405" y="51"/>
                    <a:pt x="1410" y="52"/>
                    <a:pt x="1414" y="52"/>
                  </a:cubicBezTo>
                  <a:cubicBezTo>
                    <a:pt x="1421" y="52"/>
                    <a:pt x="1427" y="49"/>
                    <a:pt x="1432" y="44"/>
                  </a:cubicBezTo>
                  <a:cubicBezTo>
                    <a:pt x="1440" y="32"/>
                    <a:pt x="1436" y="20"/>
                    <a:pt x="1428" y="12"/>
                  </a:cubicBezTo>
                  <a:cubicBezTo>
                    <a:pt x="1420" y="9"/>
                    <a:pt x="1417" y="5"/>
                    <a:pt x="1408" y="5"/>
                  </a:cubicBezTo>
                  <a:cubicBezTo>
                    <a:pt x="1404" y="0"/>
                    <a:pt x="1397" y="0"/>
                    <a:pt x="139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2" name="Google Shape;2302;p50"/>
            <p:cNvSpPr/>
            <p:nvPr/>
          </p:nvSpPr>
          <p:spPr>
            <a:xfrm>
              <a:off x="5175532" y="4041294"/>
              <a:ext cx="125878" cy="65487"/>
            </a:xfrm>
            <a:custGeom>
              <a:rect b="b" l="l" r="r" t="t"/>
              <a:pathLst>
                <a:path extrusionOk="0" h="167" w="321">
                  <a:moveTo>
                    <a:pt x="28" y="0"/>
                  </a:moveTo>
                  <a:cubicBezTo>
                    <a:pt x="25" y="0"/>
                    <a:pt x="23" y="0"/>
                    <a:pt x="21" y="1"/>
                  </a:cubicBezTo>
                  <a:cubicBezTo>
                    <a:pt x="9" y="5"/>
                    <a:pt x="1" y="17"/>
                    <a:pt x="6" y="29"/>
                  </a:cubicBezTo>
                  <a:cubicBezTo>
                    <a:pt x="24" y="87"/>
                    <a:pt x="72" y="135"/>
                    <a:pt x="131" y="155"/>
                  </a:cubicBezTo>
                  <a:cubicBezTo>
                    <a:pt x="151" y="162"/>
                    <a:pt x="175" y="167"/>
                    <a:pt x="195" y="167"/>
                  </a:cubicBezTo>
                  <a:cubicBezTo>
                    <a:pt x="234" y="167"/>
                    <a:pt x="277" y="155"/>
                    <a:pt x="308" y="131"/>
                  </a:cubicBezTo>
                  <a:cubicBezTo>
                    <a:pt x="321" y="123"/>
                    <a:pt x="321" y="107"/>
                    <a:pt x="313" y="100"/>
                  </a:cubicBezTo>
                  <a:cubicBezTo>
                    <a:pt x="311" y="93"/>
                    <a:pt x="305" y="90"/>
                    <a:pt x="299" y="90"/>
                  </a:cubicBezTo>
                  <a:cubicBezTo>
                    <a:pt x="294" y="90"/>
                    <a:pt x="289" y="92"/>
                    <a:pt x="285" y="96"/>
                  </a:cubicBezTo>
                  <a:cubicBezTo>
                    <a:pt x="257" y="111"/>
                    <a:pt x="226" y="123"/>
                    <a:pt x="195" y="123"/>
                  </a:cubicBezTo>
                  <a:cubicBezTo>
                    <a:pt x="179" y="123"/>
                    <a:pt x="163" y="120"/>
                    <a:pt x="147" y="115"/>
                  </a:cubicBezTo>
                  <a:cubicBezTo>
                    <a:pt x="100" y="100"/>
                    <a:pt x="64" y="60"/>
                    <a:pt x="48" y="17"/>
                  </a:cubicBezTo>
                  <a:cubicBezTo>
                    <a:pt x="45" y="7"/>
                    <a:pt x="37" y="0"/>
                    <a:pt x="28"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3" name="Google Shape;2303;p50"/>
            <p:cNvSpPr/>
            <p:nvPr/>
          </p:nvSpPr>
          <p:spPr>
            <a:xfrm>
              <a:off x="5028874" y="1790826"/>
              <a:ext cx="940750" cy="887805"/>
            </a:xfrm>
            <a:custGeom>
              <a:rect b="b" l="l" r="r" t="t"/>
              <a:pathLst>
                <a:path extrusionOk="0" h="2264" w="2399">
                  <a:moveTo>
                    <a:pt x="2178" y="0"/>
                  </a:moveTo>
                  <a:cubicBezTo>
                    <a:pt x="2105" y="0"/>
                    <a:pt x="2039" y="36"/>
                    <a:pt x="1968" y="46"/>
                  </a:cubicBezTo>
                  <a:cubicBezTo>
                    <a:pt x="1956" y="47"/>
                    <a:pt x="1944" y="48"/>
                    <a:pt x="1934" y="48"/>
                  </a:cubicBezTo>
                  <a:cubicBezTo>
                    <a:pt x="1864" y="48"/>
                    <a:pt x="1831" y="28"/>
                    <a:pt x="1759" y="15"/>
                  </a:cubicBezTo>
                  <a:cubicBezTo>
                    <a:pt x="1716" y="7"/>
                    <a:pt x="1674" y="3"/>
                    <a:pt x="1633" y="3"/>
                  </a:cubicBezTo>
                  <a:cubicBezTo>
                    <a:pt x="1499" y="3"/>
                    <a:pt x="1376" y="44"/>
                    <a:pt x="1246" y="101"/>
                  </a:cubicBezTo>
                  <a:cubicBezTo>
                    <a:pt x="1132" y="152"/>
                    <a:pt x="1018" y="204"/>
                    <a:pt x="908" y="255"/>
                  </a:cubicBezTo>
                  <a:cubicBezTo>
                    <a:pt x="829" y="287"/>
                    <a:pt x="753" y="323"/>
                    <a:pt x="695" y="381"/>
                  </a:cubicBezTo>
                  <a:cubicBezTo>
                    <a:pt x="549" y="527"/>
                    <a:pt x="560" y="764"/>
                    <a:pt x="466" y="945"/>
                  </a:cubicBezTo>
                  <a:cubicBezTo>
                    <a:pt x="383" y="1099"/>
                    <a:pt x="229" y="1205"/>
                    <a:pt x="174" y="1367"/>
                  </a:cubicBezTo>
                  <a:cubicBezTo>
                    <a:pt x="151" y="1438"/>
                    <a:pt x="147" y="1513"/>
                    <a:pt x="127" y="1588"/>
                  </a:cubicBezTo>
                  <a:cubicBezTo>
                    <a:pt x="96" y="1699"/>
                    <a:pt x="25" y="1797"/>
                    <a:pt x="16" y="1911"/>
                  </a:cubicBezTo>
                  <a:cubicBezTo>
                    <a:pt x="1" y="2104"/>
                    <a:pt x="269" y="2207"/>
                    <a:pt x="422" y="2234"/>
                  </a:cubicBezTo>
                  <a:cubicBezTo>
                    <a:pt x="517" y="2250"/>
                    <a:pt x="611" y="2258"/>
                    <a:pt x="706" y="2263"/>
                  </a:cubicBezTo>
                  <a:cubicBezTo>
                    <a:pt x="726" y="2263"/>
                    <a:pt x="747" y="2264"/>
                    <a:pt x="769" y="2264"/>
                  </a:cubicBezTo>
                  <a:cubicBezTo>
                    <a:pt x="873" y="2264"/>
                    <a:pt x="993" y="2251"/>
                    <a:pt x="1061" y="2179"/>
                  </a:cubicBezTo>
                  <a:cubicBezTo>
                    <a:pt x="1093" y="2144"/>
                    <a:pt x="1113" y="2101"/>
                    <a:pt x="1128" y="2057"/>
                  </a:cubicBezTo>
                  <a:cubicBezTo>
                    <a:pt x="1184" y="1911"/>
                    <a:pt x="1215" y="1761"/>
                    <a:pt x="1250" y="1608"/>
                  </a:cubicBezTo>
                  <a:cubicBezTo>
                    <a:pt x="1270" y="1521"/>
                    <a:pt x="1290" y="1430"/>
                    <a:pt x="1317" y="1344"/>
                  </a:cubicBezTo>
                  <a:cubicBezTo>
                    <a:pt x="1350" y="1225"/>
                    <a:pt x="1388" y="1111"/>
                    <a:pt x="1444" y="1004"/>
                  </a:cubicBezTo>
                  <a:cubicBezTo>
                    <a:pt x="1491" y="905"/>
                    <a:pt x="1527" y="811"/>
                    <a:pt x="1570" y="712"/>
                  </a:cubicBezTo>
                  <a:cubicBezTo>
                    <a:pt x="1621" y="602"/>
                    <a:pt x="1743" y="527"/>
                    <a:pt x="1858" y="512"/>
                  </a:cubicBezTo>
                  <a:cubicBezTo>
                    <a:pt x="1936" y="503"/>
                    <a:pt x="2020" y="512"/>
                    <a:pt x="2098" y="496"/>
                  </a:cubicBezTo>
                  <a:cubicBezTo>
                    <a:pt x="2213" y="476"/>
                    <a:pt x="2323" y="401"/>
                    <a:pt x="2362" y="290"/>
                  </a:cubicBezTo>
                  <a:cubicBezTo>
                    <a:pt x="2398" y="181"/>
                    <a:pt x="2338" y="39"/>
                    <a:pt x="2229" y="6"/>
                  </a:cubicBezTo>
                  <a:cubicBezTo>
                    <a:pt x="2211" y="2"/>
                    <a:pt x="2194" y="0"/>
                    <a:pt x="2178"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4" name="Google Shape;2304;p50"/>
            <p:cNvSpPr/>
            <p:nvPr/>
          </p:nvSpPr>
          <p:spPr>
            <a:xfrm>
              <a:off x="5025737" y="1782199"/>
              <a:ext cx="942318" cy="905451"/>
            </a:xfrm>
            <a:custGeom>
              <a:rect b="b" l="l" r="r" t="t"/>
              <a:pathLst>
                <a:path extrusionOk="0" h="2309" w="2403">
                  <a:moveTo>
                    <a:pt x="2186" y="45"/>
                  </a:moveTo>
                  <a:cubicBezTo>
                    <a:pt x="2201" y="45"/>
                    <a:pt x="2217" y="45"/>
                    <a:pt x="2228" y="48"/>
                  </a:cubicBezTo>
                  <a:cubicBezTo>
                    <a:pt x="2268" y="61"/>
                    <a:pt x="2299" y="88"/>
                    <a:pt x="2323" y="119"/>
                  </a:cubicBezTo>
                  <a:cubicBezTo>
                    <a:pt x="2346" y="155"/>
                    <a:pt x="2359" y="198"/>
                    <a:pt x="2359" y="241"/>
                  </a:cubicBezTo>
                  <a:cubicBezTo>
                    <a:pt x="2359" y="261"/>
                    <a:pt x="2355" y="285"/>
                    <a:pt x="2351" y="305"/>
                  </a:cubicBezTo>
                  <a:cubicBezTo>
                    <a:pt x="2331" y="356"/>
                    <a:pt x="2299" y="399"/>
                    <a:pt x="2252" y="431"/>
                  </a:cubicBezTo>
                  <a:cubicBezTo>
                    <a:pt x="2209" y="463"/>
                    <a:pt x="2157" y="486"/>
                    <a:pt x="2102" y="498"/>
                  </a:cubicBezTo>
                  <a:cubicBezTo>
                    <a:pt x="2028" y="510"/>
                    <a:pt x="1949" y="502"/>
                    <a:pt x="1866" y="514"/>
                  </a:cubicBezTo>
                  <a:cubicBezTo>
                    <a:pt x="1802" y="521"/>
                    <a:pt x="1740" y="545"/>
                    <a:pt x="1684" y="581"/>
                  </a:cubicBezTo>
                  <a:cubicBezTo>
                    <a:pt x="1633" y="616"/>
                    <a:pt x="1586" y="667"/>
                    <a:pt x="1558" y="727"/>
                  </a:cubicBezTo>
                  <a:cubicBezTo>
                    <a:pt x="1515" y="825"/>
                    <a:pt x="1480" y="920"/>
                    <a:pt x="1432" y="1015"/>
                  </a:cubicBezTo>
                  <a:cubicBezTo>
                    <a:pt x="1373" y="1125"/>
                    <a:pt x="1338" y="1239"/>
                    <a:pt x="1302" y="1357"/>
                  </a:cubicBezTo>
                  <a:cubicBezTo>
                    <a:pt x="1278" y="1448"/>
                    <a:pt x="1258" y="1539"/>
                    <a:pt x="1239" y="1626"/>
                  </a:cubicBezTo>
                  <a:cubicBezTo>
                    <a:pt x="1203" y="1775"/>
                    <a:pt x="1168" y="1925"/>
                    <a:pt x="1116" y="2072"/>
                  </a:cubicBezTo>
                  <a:cubicBezTo>
                    <a:pt x="1101" y="2114"/>
                    <a:pt x="1085" y="2154"/>
                    <a:pt x="1054" y="2185"/>
                  </a:cubicBezTo>
                  <a:cubicBezTo>
                    <a:pt x="1022" y="2217"/>
                    <a:pt x="979" y="2237"/>
                    <a:pt x="927" y="2249"/>
                  </a:cubicBezTo>
                  <a:cubicBezTo>
                    <a:pt x="880" y="2261"/>
                    <a:pt x="821" y="2265"/>
                    <a:pt x="770" y="2265"/>
                  </a:cubicBezTo>
                  <a:cubicBezTo>
                    <a:pt x="750" y="2265"/>
                    <a:pt x="734" y="2265"/>
                    <a:pt x="714" y="2261"/>
                  </a:cubicBezTo>
                  <a:cubicBezTo>
                    <a:pt x="619" y="2261"/>
                    <a:pt x="525" y="2249"/>
                    <a:pt x="435" y="2232"/>
                  </a:cubicBezTo>
                  <a:cubicBezTo>
                    <a:pt x="359" y="2221"/>
                    <a:pt x="261" y="2190"/>
                    <a:pt x="182" y="2143"/>
                  </a:cubicBezTo>
                  <a:cubicBezTo>
                    <a:pt x="142" y="2119"/>
                    <a:pt x="107" y="2091"/>
                    <a:pt x="84" y="2059"/>
                  </a:cubicBezTo>
                  <a:cubicBezTo>
                    <a:pt x="60" y="2028"/>
                    <a:pt x="44" y="1992"/>
                    <a:pt x="44" y="1949"/>
                  </a:cubicBezTo>
                  <a:lnTo>
                    <a:pt x="44" y="1937"/>
                  </a:lnTo>
                  <a:cubicBezTo>
                    <a:pt x="48" y="1882"/>
                    <a:pt x="68" y="1830"/>
                    <a:pt x="91" y="1779"/>
                  </a:cubicBezTo>
                  <a:cubicBezTo>
                    <a:pt x="111" y="1724"/>
                    <a:pt x="139" y="1673"/>
                    <a:pt x="155" y="1614"/>
                  </a:cubicBezTo>
                  <a:cubicBezTo>
                    <a:pt x="178" y="1539"/>
                    <a:pt x="182" y="1464"/>
                    <a:pt x="202" y="1397"/>
                  </a:cubicBezTo>
                  <a:cubicBezTo>
                    <a:pt x="229" y="1322"/>
                    <a:pt x="281" y="1255"/>
                    <a:pt x="335" y="1188"/>
                  </a:cubicBezTo>
                  <a:cubicBezTo>
                    <a:pt x="391" y="1121"/>
                    <a:pt x="450" y="1058"/>
                    <a:pt x="494" y="979"/>
                  </a:cubicBezTo>
                  <a:cubicBezTo>
                    <a:pt x="541" y="884"/>
                    <a:pt x="561" y="778"/>
                    <a:pt x="588" y="680"/>
                  </a:cubicBezTo>
                  <a:cubicBezTo>
                    <a:pt x="604" y="628"/>
                    <a:pt x="619" y="581"/>
                    <a:pt x="639" y="538"/>
                  </a:cubicBezTo>
                  <a:cubicBezTo>
                    <a:pt x="659" y="494"/>
                    <a:pt x="683" y="454"/>
                    <a:pt x="719" y="419"/>
                  </a:cubicBezTo>
                  <a:cubicBezTo>
                    <a:pt x="774" y="363"/>
                    <a:pt x="848" y="328"/>
                    <a:pt x="923" y="297"/>
                  </a:cubicBezTo>
                  <a:cubicBezTo>
                    <a:pt x="1038" y="245"/>
                    <a:pt x="1148" y="194"/>
                    <a:pt x="1263" y="143"/>
                  </a:cubicBezTo>
                  <a:cubicBezTo>
                    <a:pt x="1393" y="84"/>
                    <a:pt x="1515" y="45"/>
                    <a:pt x="1645" y="45"/>
                  </a:cubicBezTo>
                  <a:cubicBezTo>
                    <a:pt x="1684" y="45"/>
                    <a:pt x="1724" y="48"/>
                    <a:pt x="1764" y="56"/>
                  </a:cubicBezTo>
                  <a:cubicBezTo>
                    <a:pt x="1799" y="64"/>
                    <a:pt x="1822" y="72"/>
                    <a:pt x="1850" y="80"/>
                  </a:cubicBezTo>
                  <a:cubicBezTo>
                    <a:pt x="1873" y="84"/>
                    <a:pt x="1902" y="92"/>
                    <a:pt x="1937" y="92"/>
                  </a:cubicBezTo>
                  <a:cubicBezTo>
                    <a:pt x="1949" y="92"/>
                    <a:pt x="1964" y="92"/>
                    <a:pt x="1980" y="88"/>
                  </a:cubicBezTo>
                  <a:cubicBezTo>
                    <a:pt x="2020" y="84"/>
                    <a:pt x="2055" y="72"/>
                    <a:pt x="2086" y="64"/>
                  </a:cubicBezTo>
                  <a:cubicBezTo>
                    <a:pt x="2122" y="52"/>
                    <a:pt x="2153" y="45"/>
                    <a:pt x="2186" y="45"/>
                  </a:cubicBezTo>
                  <a:close/>
                  <a:moveTo>
                    <a:pt x="1645" y="1"/>
                  </a:moveTo>
                  <a:cubicBezTo>
                    <a:pt x="1507" y="1"/>
                    <a:pt x="1376" y="45"/>
                    <a:pt x="1247" y="103"/>
                  </a:cubicBezTo>
                  <a:cubicBezTo>
                    <a:pt x="1132" y="155"/>
                    <a:pt x="1018" y="206"/>
                    <a:pt x="908" y="257"/>
                  </a:cubicBezTo>
                  <a:cubicBezTo>
                    <a:pt x="829" y="289"/>
                    <a:pt x="750" y="328"/>
                    <a:pt x="687" y="392"/>
                  </a:cubicBezTo>
                  <a:cubicBezTo>
                    <a:pt x="648" y="427"/>
                    <a:pt x="619" y="470"/>
                    <a:pt x="600" y="518"/>
                  </a:cubicBezTo>
                  <a:cubicBezTo>
                    <a:pt x="564" y="589"/>
                    <a:pt x="548" y="667"/>
                    <a:pt x="529" y="742"/>
                  </a:cubicBezTo>
                  <a:cubicBezTo>
                    <a:pt x="510" y="818"/>
                    <a:pt x="490" y="892"/>
                    <a:pt x="454" y="955"/>
                  </a:cubicBezTo>
                  <a:cubicBezTo>
                    <a:pt x="415" y="1031"/>
                    <a:pt x="359" y="1093"/>
                    <a:pt x="300" y="1160"/>
                  </a:cubicBezTo>
                  <a:cubicBezTo>
                    <a:pt x="246" y="1227"/>
                    <a:pt x="194" y="1298"/>
                    <a:pt x="162" y="1386"/>
                  </a:cubicBezTo>
                  <a:cubicBezTo>
                    <a:pt x="139" y="1456"/>
                    <a:pt x="135" y="1535"/>
                    <a:pt x="115" y="1602"/>
                  </a:cubicBezTo>
                  <a:cubicBezTo>
                    <a:pt x="99" y="1653"/>
                    <a:pt x="71" y="1708"/>
                    <a:pt x="52" y="1759"/>
                  </a:cubicBezTo>
                  <a:cubicBezTo>
                    <a:pt x="28" y="1815"/>
                    <a:pt x="4" y="1870"/>
                    <a:pt x="0" y="1933"/>
                  </a:cubicBezTo>
                  <a:lnTo>
                    <a:pt x="0" y="1949"/>
                  </a:lnTo>
                  <a:cubicBezTo>
                    <a:pt x="0" y="2001"/>
                    <a:pt x="20" y="2048"/>
                    <a:pt x="48" y="2083"/>
                  </a:cubicBezTo>
                  <a:cubicBezTo>
                    <a:pt x="91" y="2143"/>
                    <a:pt x="159" y="2185"/>
                    <a:pt x="226" y="2217"/>
                  </a:cubicBezTo>
                  <a:cubicBezTo>
                    <a:pt x="297" y="2245"/>
                    <a:pt x="368" y="2265"/>
                    <a:pt x="426" y="2276"/>
                  </a:cubicBezTo>
                  <a:cubicBezTo>
                    <a:pt x="521" y="2292"/>
                    <a:pt x="616" y="2303"/>
                    <a:pt x="714" y="2303"/>
                  </a:cubicBezTo>
                  <a:cubicBezTo>
                    <a:pt x="730" y="2308"/>
                    <a:pt x="750" y="2308"/>
                    <a:pt x="770" y="2308"/>
                  </a:cubicBezTo>
                  <a:cubicBezTo>
                    <a:pt x="825" y="2308"/>
                    <a:pt x="884" y="2303"/>
                    <a:pt x="939" y="2292"/>
                  </a:cubicBezTo>
                  <a:cubicBezTo>
                    <a:pt x="994" y="2280"/>
                    <a:pt x="1045" y="2256"/>
                    <a:pt x="1085" y="2214"/>
                  </a:cubicBezTo>
                  <a:cubicBezTo>
                    <a:pt x="1121" y="2178"/>
                    <a:pt x="1140" y="2130"/>
                    <a:pt x="1156" y="2087"/>
                  </a:cubicBezTo>
                  <a:cubicBezTo>
                    <a:pt x="1211" y="1937"/>
                    <a:pt x="1247" y="1788"/>
                    <a:pt x="1278" y="1637"/>
                  </a:cubicBezTo>
                  <a:cubicBezTo>
                    <a:pt x="1302" y="1546"/>
                    <a:pt x="1322" y="1456"/>
                    <a:pt x="1345" y="1369"/>
                  </a:cubicBezTo>
                  <a:cubicBezTo>
                    <a:pt x="1376" y="1255"/>
                    <a:pt x="1416" y="1140"/>
                    <a:pt x="1471" y="1034"/>
                  </a:cubicBezTo>
                  <a:cubicBezTo>
                    <a:pt x="1518" y="936"/>
                    <a:pt x="1554" y="841"/>
                    <a:pt x="1598" y="742"/>
                  </a:cubicBezTo>
                  <a:cubicBezTo>
                    <a:pt x="1622" y="691"/>
                    <a:pt x="1665" y="647"/>
                    <a:pt x="1712" y="616"/>
                  </a:cubicBezTo>
                  <a:cubicBezTo>
                    <a:pt x="1760" y="585"/>
                    <a:pt x="1815" y="561"/>
                    <a:pt x="1870" y="557"/>
                  </a:cubicBezTo>
                  <a:cubicBezTo>
                    <a:pt x="1944" y="545"/>
                    <a:pt x="2028" y="553"/>
                    <a:pt x="2110" y="538"/>
                  </a:cubicBezTo>
                  <a:cubicBezTo>
                    <a:pt x="2170" y="529"/>
                    <a:pt x="2228" y="502"/>
                    <a:pt x="2280" y="467"/>
                  </a:cubicBezTo>
                  <a:cubicBezTo>
                    <a:pt x="2331" y="427"/>
                    <a:pt x="2370" y="380"/>
                    <a:pt x="2390" y="321"/>
                  </a:cubicBezTo>
                  <a:cubicBezTo>
                    <a:pt x="2399" y="292"/>
                    <a:pt x="2402" y="269"/>
                    <a:pt x="2402" y="241"/>
                  </a:cubicBezTo>
                  <a:cubicBezTo>
                    <a:pt x="2402" y="190"/>
                    <a:pt x="2386" y="139"/>
                    <a:pt x="2359" y="96"/>
                  </a:cubicBezTo>
                  <a:cubicBezTo>
                    <a:pt x="2331" y="56"/>
                    <a:pt x="2292" y="21"/>
                    <a:pt x="2240" y="9"/>
                  </a:cubicBezTo>
                  <a:cubicBezTo>
                    <a:pt x="2221" y="5"/>
                    <a:pt x="2205" y="1"/>
                    <a:pt x="2186" y="1"/>
                  </a:cubicBezTo>
                  <a:cubicBezTo>
                    <a:pt x="2146" y="1"/>
                    <a:pt x="2110" y="13"/>
                    <a:pt x="2075" y="21"/>
                  </a:cubicBezTo>
                  <a:cubicBezTo>
                    <a:pt x="2039" y="32"/>
                    <a:pt x="2008" y="41"/>
                    <a:pt x="1973" y="45"/>
                  </a:cubicBezTo>
                  <a:cubicBezTo>
                    <a:pt x="1960" y="48"/>
                    <a:pt x="1949" y="48"/>
                    <a:pt x="1937" y="48"/>
                  </a:cubicBezTo>
                  <a:cubicBezTo>
                    <a:pt x="1909" y="48"/>
                    <a:pt x="1886" y="45"/>
                    <a:pt x="1862" y="37"/>
                  </a:cubicBezTo>
                  <a:cubicBezTo>
                    <a:pt x="1834" y="28"/>
                    <a:pt x="1807" y="21"/>
                    <a:pt x="1771" y="13"/>
                  </a:cubicBezTo>
                  <a:cubicBezTo>
                    <a:pt x="1728" y="5"/>
                    <a:pt x="1684" y="1"/>
                    <a:pt x="164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5" name="Google Shape;2305;p50"/>
            <p:cNvSpPr/>
            <p:nvPr/>
          </p:nvSpPr>
          <p:spPr>
            <a:xfrm>
              <a:off x="5466497" y="2115123"/>
              <a:ext cx="167445" cy="153327"/>
            </a:xfrm>
            <a:custGeom>
              <a:rect b="b" l="l" r="r" t="t"/>
              <a:pathLst>
                <a:path extrusionOk="0" h="391" w="427">
                  <a:moveTo>
                    <a:pt x="227" y="0"/>
                  </a:moveTo>
                  <a:cubicBezTo>
                    <a:pt x="132" y="0"/>
                    <a:pt x="40" y="63"/>
                    <a:pt x="12" y="153"/>
                  </a:cubicBezTo>
                  <a:cubicBezTo>
                    <a:pt x="1" y="197"/>
                    <a:pt x="1" y="244"/>
                    <a:pt x="21" y="280"/>
                  </a:cubicBezTo>
                  <a:cubicBezTo>
                    <a:pt x="36" y="311"/>
                    <a:pt x="59" y="335"/>
                    <a:pt x="87" y="355"/>
                  </a:cubicBezTo>
                  <a:cubicBezTo>
                    <a:pt x="128" y="378"/>
                    <a:pt x="175" y="391"/>
                    <a:pt x="223" y="391"/>
                  </a:cubicBezTo>
                  <a:cubicBezTo>
                    <a:pt x="249" y="391"/>
                    <a:pt x="275" y="387"/>
                    <a:pt x="300" y="378"/>
                  </a:cubicBezTo>
                  <a:cubicBezTo>
                    <a:pt x="343" y="307"/>
                    <a:pt x="427" y="217"/>
                    <a:pt x="394" y="142"/>
                  </a:cubicBezTo>
                  <a:cubicBezTo>
                    <a:pt x="367" y="63"/>
                    <a:pt x="343" y="16"/>
                    <a:pt x="265" y="4"/>
                  </a:cubicBezTo>
                  <a:cubicBezTo>
                    <a:pt x="252" y="1"/>
                    <a:pt x="239" y="0"/>
                    <a:pt x="22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6" name="Google Shape;2306;p50"/>
            <p:cNvSpPr/>
            <p:nvPr/>
          </p:nvSpPr>
          <p:spPr>
            <a:xfrm>
              <a:off x="5686093" y="3849540"/>
              <a:ext cx="145485" cy="559192"/>
            </a:xfrm>
            <a:custGeom>
              <a:rect b="b" l="l" r="r" t="t"/>
              <a:pathLst>
                <a:path extrusionOk="0" h="1426" w="371">
                  <a:moveTo>
                    <a:pt x="332" y="0"/>
                  </a:moveTo>
                  <a:cubicBezTo>
                    <a:pt x="331" y="0"/>
                    <a:pt x="329" y="1"/>
                    <a:pt x="327" y="1"/>
                  </a:cubicBezTo>
                  <a:cubicBezTo>
                    <a:pt x="316" y="1"/>
                    <a:pt x="308" y="12"/>
                    <a:pt x="308" y="25"/>
                  </a:cubicBezTo>
                  <a:cubicBezTo>
                    <a:pt x="320" y="178"/>
                    <a:pt x="327" y="332"/>
                    <a:pt x="327" y="490"/>
                  </a:cubicBezTo>
                  <a:cubicBezTo>
                    <a:pt x="327" y="604"/>
                    <a:pt x="324" y="718"/>
                    <a:pt x="316" y="837"/>
                  </a:cubicBezTo>
                  <a:cubicBezTo>
                    <a:pt x="308" y="951"/>
                    <a:pt x="296" y="1066"/>
                    <a:pt x="253" y="1168"/>
                  </a:cubicBezTo>
                  <a:cubicBezTo>
                    <a:pt x="229" y="1219"/>
                    <a:pt x="198" y="1266"/>
                    <a:pt x="158" y="1306"/>
                  </a:cubicBezTo>
                  <a:cubicBezTo>
                    <a:pt x="118" y="1342"/>
                    <a:pt x="71" y="1370"/>
                    <a:pt x="20" y="1381"/>
                  </a:cubicBezTo>
                  <a:cubicBezTo>
                    <a:pt x="9" y="1385"/>
                    <a:pt x="0" y="1397"/>
                    <a:pt x="5" y="1408"/>
                  </a:cubicBezTo>
                  <a:cubicBezTo>
                    <a:pt x="5" y="1418"/>
                    <a:pt x="12" y="1425"/>
                    <a:pt x="22" y="1425"/>
                  </a:cubicBezTo>
                  <a:cubicBezTo>
                    <a:pt x="24" y="1425"/>
                    <a:pt x="26" y="1425"/>
                    <a:pt x="28" y="1424"/>
                  </a:cubicBezTo>
                  <a:cubicBezTo>
                    <a:pt x="91" y="1408"/>
                    <a:pt x="142" y="1377"/>
                    <a:pt x="189" y="1334"/>
                  </a:cubicBezTo>
                  <a:cubicBezTo>
                    <a:pt x="233" y="1295"/>
                    <a:pt x="269" y="1239"/>
                    <a:pt x="292" y="1184"/>
                  </a:cubicBezTo>
                  <a:cubicBezTo>
                    <a:pt x="340" y="1073"/>
                    <a:pt x="351" y="955"/>
                    <a:pt x="360" y="837"/>
                  </a:cubicBezTo>
                  <a:cubicBezTo>
                    <a:pt x="367" y="722"/>
                    <a:pt x="371" y="604"/>
                    <a:pt x="371" y="490"/>
                  </a:cubicBezTo>
                  <a:cubicBezTo>
                    <a:pt x="371" y="332"/>
                    <a:pt x="363" y="174"/>
                    <a:pt x="351" y="21"/>
                  </a:cubicBezTo>
                  <a:cubicBezTo>
                    <a:pt x="351" y="10"/>
                    <a:pt x="343" y="0"/>
                    <a:pt x="33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7" name="Google Shape;2307;p50"/>
            <p:cNvSpPr/>
            <p:nvPr/>
          </p:nvSpPr>
          <p:spPr>
            <a:xfrm>
              <a:off x="5823732" y="3286825"/>
              <a:ext cx="1239170" cy="808985"/>
            </a:xfrm>
            <a:custGeom>
              <a:rect b="b" l="l" r="r" t="t"/>
              <a:pathLst>
                <a:path extrusionOk="0" h="2063" w="3160">
                  <a:moveTo>
                    <a:pt x="3048" y="0"/>
                  </a:moveTo>
                  <a:lnTo>
                    <a:pt x="1929" y="344"/>
                  </a:lnTo>
                  <a:cubicBezTo>
                    <a:pt x="1660" y="667"/>
                    <a:pt x="1321" y="935"/>
                    <a:pt x="1014" y="1219"/>
                  </a:cubicBezTo>
                  <a:cubicBezTo>
                    <a:pt x="1010" y="1227"/>
                    <a:pt x="1002" y="1231"/>
                    <a:pt x="998" y="1239"/>
                  </a:cubicBezTo>
                  <a:cubicBezTo>
                    <a:pt x="974" y="1243"/>
                    <a:pt x="950" y="1251"/>
                    <a:pt x="927" y="1254"/>
                  </a:cubicBezTo>
                  <a:cubicBezTo>
                    <a:pt x="875" y="1263"/>
                    <a:pt x="824" y="1270"/>
                    <a:pt x="777" y="1278"/>
                  </a:cubicBezTo>
                  <a:cubicBezTo>
                    <a:pt x="746" y="1287"/>
                    <a:pt x="706" y="1290"/>
                    <a:pt x="666" y="1306"/>
                  </a:cubicBezTo>
                  <a:lnTo>
                    <a:pt x="107" y="1381"/>
                  </a:lnTo>
                  <a:cubicBezTo>
                    <a:pt x="16" y="1396"/>
                    <a:pt x="48" y="1524"/>
                    <a:pt x="132" y="1524"/>
                  </a:cubicBezTo>
                  <a:cubicBezTo>
                    <a:pt x="135" y="1524"/>
                    <a:pt x="138" y="1524"/>
                    <a:pt x="142" y="1523"/>
                  </a:cubicBezTo>
                  <a:lnTo>
                    <a:pt x="572" y="1460"/>
                  </a:lnTo>
                  <a:lnTo>
                    <a:pt x="572" y="1495"/>
                  </a:lnTo>
                  <a:cubicBezTo>
                    <a:pt x="415" y="1523"/>
                    <a:pt x="253" y="1547"/>
                    <a:pt x="95" y="1566"/>
                  </a:cubicBezTo>
                  <a:cubicBezTo>
                    <a:pt x="8" y="1578"/>
                    <a:pt x="1" y="1708"/>
                    <a:pt x="83" y="1708"/>
                  </a:cubicBezTo>
                  <a:cubicBezTo>
                    <a:pt x="87" y="1708"/>
                    <a:pt x="91" y="1708"/>
                    <a:pt x="95" y="1708"/>
                  </a:cubicBezTo>
                  <a:cubicBezTo>
                    <a:pt x="264" y="1689"/>
                    <a:pt x="430" y="1665"/>
                    <a:pt x="600" y="1633"/>
                  </a:cubicBezTo>
                  <a:cubicBezTo>
                    <a:pt x="604" y="1649"/>
                    <a:pt x="608" y="1665"/>
                    <a:pt x="611" y="1680"/>
                  </a:cubicBezTo>
                  <a:cubicBezTo>
                    <a:pt x="462" y="1708"/>
                    <a:pt x="311" y="1724"/>
                    <a:pt x="158" y="1728"/>
                  </a:cubicBezTo>
                  <a:cubicBezTo>
                    <a:pt x="67" y="1731"/>
                    <a:pt x="67" y="1873"/>
                    <a:pt x="158" y="1873"/>
                  </a:cubicBezTo>
                  <a:cubicBezTo>
                    <a:pt x="331" y="1870"/>
                    <a:pt x="497" y="1850"/>
                    <a:pt x="663" y="1815"/>
                  </a:cubicBezTo>
                  <a:cubicBezTo>
                    <a:pt x="666" y="1822"/>
                    <a:pt x="671" y="1826"/>
                    <a:pt x="675" y="1835"/>
                  </a:cubicBezTo>
                  <a:cubicBezTo>
                    <a:pt x="682" y="1846"/>
                    <a:pt x="695" y="1858"/>
                    <a:pt x="702" y="1866"/>
                  </a:cubicBezTo>
                  <a:cubicBezTo>
                    <a:pt x="588" y="1893"/>
                    <a:pt x="473" y="1909"/>
                    <a:pt x="355" y="1913"/>
                  </a:cubicBezTo>
                  <a:cubicBezTo>
                    <a:pt x="347" y="1913"/>
                    <a:pt x="339" y="1911"/>
                    <a:pt x="332" y="1911"/>
                  </a:cubicBezTo>
                  <a:cubicBezTo>
                    <a:pt x="328" y="1911"/>
                    <a:pt x="324" y="1912"/>
                    <a:pt x="320" y="1913"/>
                  </a:cubicBezTo>
                  <a:cubicBezTo>
                    <a:pt x="308" y="1917"/>
                    <a:pt x="300" y="1917"/>
                    <a:pt x="288" y="1921"/>
                  </a:cubicBezTo>
                  <a:cubicBezTo>
                    <a:pt x="209" y="1941"/>
                    <a:pt x="229" y="2063"/>
                    <a:pt x="308" y="2063"/>
                  </a:cubicBezTo>
                  <a:cubicBezTo>
                    <a:pt x="540" y="2059"/>
                    <a:pt x="766" y="2015"/>
                    <a:pt x="979" y="1925"/>
                  </a:cubicBezTo>
                  <a:cubicBezTo>
                    <a:pt x="986" y="1925"/>
                    <a:pt x="990" y="1921"/>
                    <a:pt x="994" y="1917"/>
                  </a:cubicBezTo>
                  <a:cubicBezTo>
                    <a:pt x="1128" y="1854"/>
                    <a:pt x="1266" y="1787"/>
                    <a:pt x="1388" y="1704"/>
                  </a:cubicBezTo>
                  <a:cubicBezTo>
                    <a:pt x="1716" y="1598"/>
                    <a:pt x="2035" y="1381"/>
                    <a:pt x="2311" y="1192"/>
                  </a:cubicBezTo>
                  <a:cubicBezTo>
                    <a:pt x="2504" y="1061"/>
                    <a:pt x="2697" y="927"/>
                    <a:pt x="2859" y="758"/>
                  </a:cubicBezTo>
                  <a:cubicBezTo>
                    <a:pt x="3001" y="604"/>
                    <a:pt x="3159" y="355"/>
                    <a:pt x="3112" y="139"/>
                  </a:cubicBezTo>
                  <a:cubicBezTo>
                    <a:pt x="3103" y="84"/>
                    <a:pt x="3080" y="36"/>
                    <a:pt x="304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8" name="Google Shape;2308;p50"/>
            <p:cNvSpPr/>
            <p:nvPr/>
          </p:nvSpPr>
          <p:spPr>
            <a:xfrm>
              <a:off x="5824909" y="3277413"/>
              <a:ext cx="1231327" cy="826239"/>
            </a:xfrm>
            <a:custGeom>
              <a:rect b="b" l="l" r="r" t="t"/>
              <a:pathLst>
                <a:path extrusionOk="0" h="2107" w="3140">
                  <a:moveTo>
                    <a:pt x="581" y="1684"/>
                  </a:moveTo>
                  <a:lnTo>
                    <a:pt x="581" y="1684"/>
                  </a:lnTo>
                  <a:cubicBezTo>
                    <a:pt x="581" y="1685"/>
                    <a:pt x="581" y="1685"/>
                    <a:pt x="581" y="1686"/>
                  </a:cubicBezTo>
                  <a:lnTo>
                    <a:pt x="581" y="1686"/>
                  </a:lnTo>
                  <a:cubicBezTo>
                    <a:pt x="525" y="1697"/>
                    <a:pt x="470" y="1706"/>
                    <a:pt x="414" y="1713"/>
                  </a:cubicBezTo>
                  <a:lnTo>
                    <a:pt x="414" y="1713"/>
                  </a:lnTo>
                  <a:cubicBezTo>
                    <a:pt x="470" y="1704"/>
                    <a:pt x="525" y="1695"/>
                    <a:pt x="581" y="1684"/>
                  </a:cubicBezTo>
                  <a:close/>
                  <a:moveTo>
                    <a:pt x="3045" y="1"/>
                  </a:moveTo>
                  <a:cubicBezTo>
                    <a:pt x="3041" y="1"/>
                    <a:pt x="3037" y="2"/>
                    <a:pt x="3034" y="5"/>
                  </a:cubicBezTo>
                  <a:cubicBezTo>
                    <a:pt x="3025" y="13"/>
                    <a:pt x="3022" y="28"/>
                    <a:pt x="3029" y="37"/>
                  </a:cubicBezTo>
                  <a:cubicBezTo>
                    <a:pt x="3058" y="72"/>
                    <a:pt x="3077" y="115"/>
                    <a:pt x="3089" y="166"/>
                  </a:cubicBezTo>
                  <a:cubicBezTo>
                    <a:pt x="3093" y="194"/>
                    <a:pt x="3096" y="218"/>
                    <a:pt x="3096" y="241"/>
                  </a:cubicBezTo>
                  <a:cubicBezTo>
                    <a:pt x="3096" y="336"/>
                    <a:pt x="3065" y="435"/>
                    <a:pt x="3014" y="525"/>
                  </a:cubicBezTo>
                  <a:cubicBezTo>
                    <a:pt x="2967" y="616"/>
                    <a:pt x="2903" y="699"/>
                    <a:pt x="2840" y="766"/>
                  </a:cubicBezTo>
                  <a:cubicBezTo>
                    <a:pt x="2683" y="936"/>
                    <a:pt x="2490" y="1065"/>
                    <a:pt x="2296" y="1200"/>
                  </a:cubicBezTo>
                  <a:cubicBezTo>
                    <a:pt x="2020" y="1389"/>
                    <a:pt x="1701" y="1602"/>
                    <a:pt x="1378" y="1708"/>
                  </a:cubicBezTo>
                  <a:cubicBezTo>
                    <a:pt x="1378" y="1708"/>
                    <a:pt x="1373" y="1708"/>
                    <a:pt x="1373" y="1713"/>
                  </a:cubicBezTo>
                  <a:cubicBezTo>
                    <a:pt x="1251" y="1791"/>
                    <a:pt x="1118" y="1859"/>
                    <a:pt x="983" y="1921"/>
                  </a:cubicBezTo>
                  <a:lnTo>
                    <a:pt x="979" y="1926"/>
                  </a:lnTo>
                  <a:cubicBezTo>
                    <a:pt x="976" y="1926"/>
                    <a:pt x="971" y="1929"/>
                    <a:pt x="967" y="1929"/>
                  </a:cubicBezTo>
                  <a:cubicBezTo>
                    <a:pt x="754" y="2020"/>
                    <a:pt x="534" y="2063"/>
                    <a:pt x="305" y="2063"/>
                  </a:cubicBezTo>
                  <a:cubicBezTo>
                    <a:pt x="297" y="2063"/>
                    <a:pt x="290" y="2063"/>
                    <a:pt x="285" y="2059"/>
                  </a:cubicBezTo>
                  <a:cubicBezTo>
                    <a:pt x="277" y="2055"/>
                    <a:pt x="270" y="2048"/>
                    <a:pt x="266" y="2039"/>
                  </a:cubicBezTo>
                  <a:cubicBezTo>
                    <a:pt x="257" y="2032"/>
                    <a:pt x="257" y="2020"/>
                    <a:pt x="257" y="2012"/>
                  </a:cubicBezTo>
                  <a:cubicBezTo>
                    <a:pt x="257" y="2000"/>
                    <a:pt x="261" y="1988"/>
                    <a:pt x="266" y="1981"/>
                  </a:cubicBezTo>
                  <a:cubicBezTo>
                    <a:pt x="270" y="1973"/>
                    <a:pt x="277" y="1968"/>
                    <a:pt x="293" y="1965"/>
                  </a:cubicBezTo>
                  <a:cubicBezTo>
                    <a:pt x="301" y="1965"/>
                    <a:pt x="308" y="1961"/>
                    <a:pt x="321" y="1957"/>
                  </a:cubicBezTo>
                  <a:lnTo>
                    <a:pt x="332" y="1957"/>
                  </a:lnTo>
                  <a:cubicBezTo>
                    <a:pt x="337" y="1957"/>
                    <a:pt x="341" y="1957"/>
                    <a:pt x="348" y="1961"/>
                  </a:cubicBezTo>
                  <a:lnTo>
                    <a:pt x="352" y="1961"/>
                  </a:lnTo>
                  <a:cubicBezTo>
                    <a:pt x="474" y="1957"/>
                    <a:pt x="589" y="1941"/>
                    <a:pt x="703" y="1913"/>
                  </a:cubicBezTo>
                  <a:cubicBezTo>
                    <a:pt x="711" y="1910"/>
                    <a:pt x="715" y="1906"/>
                    <a:pt x="719" y="1897"/>
                  </a:cubicBezTo>
                  <a:cubicBezTo>
                    <a:pt x="723" y="1890"/>
                    <a:pt x="719" y="1882"/>
                    <a:pt x="715" y="1878"/>
                  </a:cubicBezTo>
                  <a:cubicBezTo>
                    <a:pt x="707" y="1866"/>
                    <a:pt x="699" y="1859"/>
                    <a:pt x="692" y="1846"/>
                  </a:cubicBezTo>
                  <a:cubicBezTo>
                    <a:pt x="687" y="1842"/>
                    <a:pt x="683" y="1835"/>
                    <a:pt x="679" y="1826"/>
                  </a:cubicBezTo>
                  <a:cubicBezTo>
                    <a:pt x="677" y="1821"/>
                    <a:pt x="672" y="1817"/>
                    <a:pt x="665" y="1817"/>
                  </a:cubicBezTo>
                  <a:cubicBezTo>
                    <a:pt x="662" y="1817"/>
                    <a:pt x="659" y="1818"/>
                    <a:pt x="656" y="1819"/>
                  </a:cubicBezTo>
                  <a:cubicBezTo>
                    <a:pt x="490" y="1850"/>
                    <a:pt x="325" y="1870"/>
                    <a:pt x="155" y="1874"/>
                  </a:cubicBezTo>
                  <a:cubicBezTo>
                    <a:pt x="148" y="1874"/>
                    <a:pt x="139" y="1874"/>
                    <a:pt x="135" y="1870"/>
                  </a:cubicBezTo>
                  <a:cubicBezTo>
                    <a:pt x="124" y="1866"/>
                    <a:pt x="119" y="1862"/>
                    <a:pt x="115" y="1855"/>
                  </a:cubicBezTo>
                  <a:cubicBezTo>
                    <a:pt x="112" y="1846"/>
                    <a:pt x="108" y="1835"/>
                    <a:pt x="108" y="1826"/>
                  </a:cubicBezTo>
                  <a:cubicBezTo>
                    <a:pt x="108" y="1811"/>
                    <a:pt x="112" y="1799"/>
                    <a:pt x="119" y="1791"/>
                  </a:cubicBezTo>
                  <a:cubicBezTo>
                    <a:pt x="128" y="1779"/>
                    <a:pt x="139" y="1775"/>
                    <a:pt x="155" y="1775"/>
                  </a:cubicBezTo>
                  <a:cubicBezTo>
                    <a:pt x="308" y="1771"/>
                    <a:pt x="463" y="1755"/>
                    <a:pt x="612" y="1724"/>
                  </a:cubicBezTo>
                  <a:cubicBezTo>
                    <a:pt x="616" y="1724"/>
                    <a:pt x="625" y="1720"/>
                    <a:pt x="628" y="1717"/>
                  </a:cubicBezTo>
                  <a:cubicBezTo>
                    <a:pt x="628" y="1708"/>
                    <a:pt x="632" y="1704"/>
                    <a:pt x="628" y="1697"/>
                  </a:cubicBezTo>
                  <a:cubicBezTo>
                    <a:pt x="625" y="1684"/>
                    <a:pt x="621" y="1669"/>
                    <a:pt x="616" y="1653"/>
                  </a:cubicBezTo>
                  <a:cubicBezTo>
                    <a:pt x="616" y="1642"/>
                    <a:pt x="605" y="1637"/>
                    <a:pt x="592" y="1637"/>
                  </a:cubicBezTo>
                  <a:cubicBezTo>
                    <a:pt x="427" y="1669"/>
                    <a:pt x="257" y="1693"/>
                    <a:pt x="88" y="1713"/>
                  </a:cubicBezTo>
                  <a:lnTo>
                    <a:pt x="80" y="1713"/>
                  </a:lnTo>
                  <a:cubicBezTo>
                    <a:pt x="72" y="1713"/>
                    <a:pt x="68" y="1713"/>
                    <a:pt x="64" y="1708"/>
                  </a:cubicBezTo>
                  <a:cubicBezTo>
                    <a:pt x="57" y="1704"/>
                    <a:pt x="53" y="1700"/>
                    <a:pt x="48" y="1693"/>
                  </a:cubicBezTo>
                  <a:cubicBezTo>
                    <a:pt x="44" y="1689"/>
                    <a:pt x="44" y="1681"/>
                    <a:pt x="44" y="1669"/>
                  </a:cubicBezTo>
                  <a:cubicBezTo>
                    <a:pt x="44" y="1657"/>
                    <a:pt x="48" y="1642"/>
                    <a:pt x="57" y="1630"/>
                  </a:cubicBezTo>
                  <a:cubicBezTo>
                    <a:pt x="64" y="1622"/>
                    <a:pt x="77" y="1613"/>
                    <a:pt x="92" y="1610"/>
                  </a:cubicBezTo>
                  <a:cubicBezTo>
                    <a:pt x="254" y="1594"/>
                    <a:pt x="415" y="1571"/>
                    <a:pt x="573" y="1539"/>
                  </a:cubicBezTo>
                  <a:cubicBezTo>
                    <a:pt x="585" y="1539"/>
                    <a:pt x="592" y="1527"/>
                    <a:pt x="592" y="1515"/>
                  </a:cubicBezTo>
                  <a:cubicBezTo>
                    <a:pt x="592" y="1507"/>
                    <a:pt x="589" y="1495"/>
                    <a:pt x="589" y="1484"/>
                  </a:cubicBezTo>
                  <a:cubicBezTo>
                    <a:pt x="589" y="1480"/>
                    <a:pt x="585" y="1471"/>
                    <a:pt x="581" y="1468"/>
                  </a:cubicBezTo>
                  <a:cubicBezTo>
                    <a:pt x="577" y="1464"/>
                    <a:pt x="573" y="1464"/>
                    <a:pt x="565" y="1464"/>
                  </a:cubicBezTo>
                  <a:lnTo>
                    <a:pt x="135" y="1524"/>
                  </a:lnTo>
                  <a:lnTo>
                    <a:pt x="128" y="1524"/>
                  </a:lnTo>
                  <a:cubicBezTo>
                    <a:pt x="112" y="1524"/>
                    <a:pt x="100" y="1515"/>
                    <a:pt x="88" y="1504"/>
                  </a:cubicBezTo>
                  <a:cubicBezTo>
                    <a:pt x="77" y="1491"/>
                    <a:pt x="72" y="1476"/>
                    <a:pt x="72" y="1464"/>
                  </a:cubicBezTo>
                  <a:cubicBezTo>
                    <a:pt x="72" y="1456"/>
                    <a:pt x="77" y="1448"/>
                    <a:pt x="80" y="1440"/>
                  </a:cubicBezTo>
                  <a:cubicBezTo>
                    <a:pt x="84" y="1436"/>
                    <a:pt x="92" y="1429"/>
                    <a:pt x="104" y="1429"/>
                  </a:cubicBezTo>
                  <a:lnTo>
                    <a:pt x="668" y="1349"/>
                  </a:lnTo>
                  <a:lnTo>
                    <a:pt x="672" y="1349"/>
                  </a:lnTo>
                  <a:cubicBezTo>
                    <a:pt x="707" y="1338"/>
                    <a:pt x="747" y="1330"/>
                    <a:pt x="778" y="1326"/>
                  </a:cubicBezTo>
                  <a:cubicBezTo>
                    <a:pt x="825" y="1318"/>
                    <a:pt x="876" y="1306"/>
                    <a:pt x="928" y="1298"/>
                  </a:cubicBezTo>
                  <a:cubicBezTo>
                    <a:pt x="952" y="1294"/>
                    <a:pt x="976" y="1287"/>
                    <a:pt x="999" y="1282"/>
                  </a:cubicBezTo>
                  <a:cubicBezTo>
                    <a:pt x="1003" y="1282"/>
                    <a:pt x="1007" y="1278"/>
                    <a:pt x="1011" y="1275"/>
                  </a:cubicBezTo>
                  <a:lnTo>
                    <a:pt x="1027" y="1259"/>
                  </a:lnTo>
                  <a:cubicBezTo>
                    <a:pt x="1331" y="975"/>
                    <a:pt x="1673" y="707"/>
                    <a:pt x="1946" y="383"/>
                  </a:cubicBezTo>
                  <a:cubicBezTo>
                    <a:pt x="1953" y="372"/>
                    <a:pt x="1949" y="360"/>
                    <a:pt x="1941" y="352"/>
                  </a:cubicBezTo>
                  <a:cubicBezTo>
                    <a:pt x="1938" y="349"/>
                    <a:pt x="1932" y="347"/>
                    <a:pt x="1927" y="347"/>
                  </a:cubicBezTo>
                  <a:cubicBezTo>
                    <a:pt x="1921" y="347"/>
                    <a:pt x="1914" y="349"/>
                    <a:pt x="1910" y="356"/>
                  </a:cubicBezTo>
                  <a:cubicBezTo>
                    <a:pt x="1646" y="676"/>
                    <a:pt x="1302" y="943"/>
                    <a:pt x="995" y="1227"/>
                  </a:cubicBezTo>
                  <a:cubicBezTo>
                    <a:pt x="992" y="1232"/>
                    <a:pt x="988" y="1236"/>
                    <a:pt x="984" y="1241"/>
                  </a:cubicBezTo>
                  <a:lnTo>
                    <a:pt x="984" y="1241"/>
                  </a:lnTo>
                  <a:cubicBezTo>
                    <a:pt x="961" y="1247"/>
                    <a:pt x="939" y="1251"/>
                    <a:pt x="920" y="1255"/>
                  </a:cubicBezTo>
                  <a:cubicBezTo>
                    <a:pt x="869" y="1263"/>
                    <a:pt x="818" y="1275"/>
                    <a:pt x="770" y="1282"/>
                  </a:cubicBezTo>
                  <a:cubicBezTo>
                    <a:pt x="739" y="1287"/>
                    <a:pt x="696" y="1294"/>
                    <a:pt x="656" y="1306"/>
                  </a:cubicBezTo>
                  <a:lnTo>
                    <a:pt x="656" y="1307"/>
                  </a:lnTo>
                  <a:lnTo>
                    <a:pt x="656" y="1307"/>
                  </a:lnTo>
                  <a:lnTo>
                    <a:pt x="100" y="1385"/>
                  </a:lnTo>
                  <a:cubicBezTo>
                    <a:pt x="77" y="1389"/>
                    <a:pt x="57" y="1397"/>
                    <a:pt x="44" y="1413"/>
                  </a:cubicBezTo>
                  <a:cubicBezTo>
                    <a:pt x="33" y="1429"/>
                    <a:pt x="29" y="1444"/>
                    <a:pt x="29" y="1464"/>
                  </a:cubicBezTo>
                  <a:cubicBezTo>
                    <a:pt x="29" y="1488"/>
                    <a:pt x="37" y="1515"/>
                    <a:pt x="57" y="1535"/>
                  </a:cubicBezTo>
                  <a:cubicBezTo>
                    <a:pt x="68" y="1550"/>
                    <a:pt x="87" y="1560"/>
                    <a:pt x="108" y="1564"/>
                  </a:cubicBezTo>
                  <a:lnTo>
                    <a:pt x="108" y="1564"/>
                  </a:lnTo>
                  <a:cubicBezTo>
                    <a:pt x="101" y="1565"/>
                    <a:pt x="95" y="1565"/>
                    <a:pt x="88" y="1566"/>
                  </a:cubicBezTo>
                  <a:cubicBezTo>
                    <a:pt x="61" y="1571"/>
                    <a:pt x="37" y="1586"/>
                    <a:pt x="21" y="1606"/>
                  </a:cubicBezTo>
                  <a:cubicBezTo>
                    <a:pt x="6" y="1626"/>
                    <a:pt x="1" y="1646"/>
                    <a:pt x="1" y="1669"/>
                  </a:cubicBezTo>
                  <a:cubicBezTo>
                    <a:pt x="1" y="1689"/>
                    <a:pt x="6" y="1713"/>
                    <a:pt x="21" y="1728"/>
                  </a:cubicBezTo>
                  <a:cubicBezTo>
                    <a:pt x="25" y="1736"/>
                    <a:pt x="37" y="1744"/>
                    <a:pt x="44" y="1748"/>
                  </a:cubicBezTo>
                  <a:cubicBezTo>
                    <a:pt x="57" y="1752"/>
                    <a:pt x="68" y="1755"/>
                    <a:pt x="80" y="1755"/>
                  </a:cubicBezTo>
                  <a:lnTo>
                    <a:pt x="92" y="1755"/>
                  </a:lnTo>
                  <a:cubicBezTo>
                    <a:pt x="93" y="1755"/>
                    <a:pt x="95" y="1755"/>
                    <a:pt x="96" y="1755"/>
                  </a:cubicBezTo>
                  <a:lnTo>
                    <a:pt x="96" y="1755"/>
                  </a:lnTo>
                  <a:cubicBezTo>
                    <a:pt x="93" y="1758"/>
                    <a:pt x="91" y="1761"/>
                    <a:pt x="88" y="1764"/>
                  </a:cubicBezTo>
                  <a:cubicBezTo>
                    <a:pt x="72" y="1779"/>
                    <a:pt x="64" y="1803"/>
                    <a:pt x="64" y="1826"/>
                  </a:cubicBezTo>
                  <a:cubicBezTo>
                    <a:pt x="64" y="1846"/>
                    <a:pt x="72" y="1870"/>
                    <a:pt x="88" y="1890"/>
                  </a:cubicBezTo>
                  <a:cubicBezTo>
                    <a:pt x="96" y="1897"/>
                    <a:pt x="104" y="1906"/>
                    <a:pt x="115" y="1910"/>
                  </a:cubicBezTo>
                  <a:cubicBezTo>
                    <a:pt x="128" y="1913"/>
                    <a:pt x="139" y="1917"/>
                    <a:pt x="155" y="1917"/>
                  </a:cubicBezTo>
                  <a:cubicBezTo>
                    <a:pt x="323" y="1914"/>
                    <a:pt x="487" y="1895"/>
                    <a:pt x="652" y="1862"/>
                  </a:cubicBezTo>
                  <a:lnTo>
                    <a:pt x="652" y="1862"/>
                  </a:lnTo>
                  <a:cubicBezTo>
                    <a:pt x="653" y="1864"/>
                    <a:pt x="654" y="1867"/>
                    <a:pt x="656" y="1870"/>
                  </a:cubicBezTo>
                  <a:cubicBezTo>
                    <a:pt x="657" y="1873"/>
                    <a:pt x="659" y="1875"/>
                    <a:pt x="661" y="1878"/>
                  </a:cubicBezTo>
                  <a:lnTo>
                    <a:pt x="661" y="1878"/>
                  </a:lnTo>
                  <a:cubicBezTo>
                    <a:pt x="560" y="1900"/>
                    <a:pt x="462" y="1913"/>
                    <a:pt x="357" y="1917"/>
                  </a:cubicBezTo>
                  <a:lnTo>
                    <a:pt x="357" y="1917"/>
                  </a:lnTo>
                  <a:cubicBezTo>
                    <a:pt x="349" y="1916"/>
                    <a:pt x="340" y="1913"/>
                    <a:pt x="332" y="1913"/>
                  </a:cubicBezTo>
                  <a:cubicBezTo>
                    <a:pt x="325" y="1913"/>
                    <a:pt x="317" y="1913"/>
                    <a:pt x="308" y="1917"/>
                  </a:cubicBezTo>
                  <a:cubicBezTo>
                    <a:pt x="301" y="1917"/>
                    <a:pt x="290" y="1921"/>
                    <a:pt x="281" y="1921"/>
                  </a:cubicBezTo>
                  <a:cubicBezTo>
                    <a:pt x="257" y="1929"/>
                    <a:pt x="242" y="1941"/>
                    <a:pt x="230" y="1957"/>
                  </a:cubicBezTo>
                  <a:cubicBezTo>
                    <a:pt x="219" y="1973"/>
                    <a:pt x="214" y="1992"/>
                    <a:pt x="214" y="2012"/>
                  </a:cubicBezTo>
                  <a:cubicBezTo>
                    <a:pt x="214" y="2035"/>
                    <a:pt x="222" y="2059"/>
                    <a:pt x="237" y="2075"/>
                  </a:cubicBezTo>
                  <a:cubicBezTo>
                    <a:pt x="246" y="2087"/>
                    <a:pt x="254" y="2095"/>
                    <a:pt x="266" y="2099"/>
                  </a:cubicBezTo>
                  <a:cubicBezTo>
                    <a:pt x="277" y="2103"/>
                    <a:pt x="290" y="2106"/>
                    <a:pt x="305" y="2106"/>
                  </a:cubicBezTo>
                  <a:cubicBezTo>
                    <a:pt x="541" y="2106"/>
                    <a:pt x="766" y="2059"/>
                    <a:pt x="983" y="1973"/>
                  </a:cubicBezTo>
                  <a:cubicBezTo>
                    <a:pt x="991" y="1968"/>
                    <a:pt x="999" y="1965"/>
                    <a:pt x="1003" y="1961"/>
                  </a:cubicBezTo>
                  <a:cubicBezTo>
                    <a:pt x="1135" y="1898"/>
                    <a:pt x="1268" y="1833"/>
                    <a:pt x="1393" y="1751"/>
                  </a:cubicBezTo>
                  <a:lnTo>
                    <a:pt x="1393" y="1751"/>
                  </a:lnTo>
                  <a:lnTo>
                    <a:pt x="1393" y="1752"/>
                  </a:lnTo>
                  <a:cubicBezTo>
                    <a:pt x="1724" y="1642"/>
                    <a:pt x="2044" y="1424"/>
                    <a:pt x="2319" y="1235"/>
                  </a:cubicBezTo>
                  <a:cubicBezTo>
                    <a:pt x="2513" y="1101"/>
                    <a:pt x="2710" y="967"/>
                    <a:pt x="2872" y="794"/>
                  </a:cubicBezTo>
                  <a:cubicBezTo>
                    <a:pt x="2935" y="727"/>
                    <a:pt x="3002" y="640"/>
                    <a:pt x="3053" y="545"/>
                  </a:cubicBezTo>
                  <a:cubicBezTo>
                    <a:pt x="3105" y="450"/>
                    <a:pt x="3140" y="344"/>
                    <a:pt x="3140" y="241"/>
                  </a:cubicBezTo>
                  <a:cubicBezTo>
                    <a:pt x="3140" y="214"/>
                    <a:pt x="3136" y="186"/>
                    <a:pt x="3132" y="159"/>
                  </a:cubicBezTo>
                  <a:cubicBezTo>
                    <a:pt x="3120" y="99"/>
                    <a:pt x="3096" y="52"/>
                    <a:pt x="3065" y="9"/>
                  </a:cubicBezTo>
                  <a:cubicBezTo>
                    <a:pt x="3060" y="4"/>
                    <a:pt x="3052" y="1"/>
                    <a:pt x="304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9" name="Google Shape;2309;p50"/>
            <p:cNvSpPr/>
            <p:nvPr/>
          </p:nvSpPr>
          <p:spPr>
            <a:xfrm>
              <a:off x="5595117" y="4787921"/>
              <a:ext cx="191758" cy="536448"/>
            </a:xfrm>
            <a:custGeom>
              <a:rect b="b" l="l" r="r" t="t"/>
              <a:pathLst>
                <a:path extrusionOk="0" h="1368" w="489">
                  <a:moveTo>
                    <a:pt x="465" y="0"/>
                  </a:moveTo>
                  <a:cubicBezTo>
                    <a:pt x="456" y="0"/>
                    <a:pt x="449" y="4"/>
                    <a:pt x="445" y="14"/>
                  </a:cubicBezTo>
                  <a:cubicBezTo>
                    <a:pt x="323" y="440"/>
                    <a:pt x="161" y="928"/>
                    <a:pt x="4" y="1339"/>
                  </a:cubicBezTo>
                  <a:cubicBezTo>
                    <a:pt x="0" y="1350"/>
                    <a:pt x="8" y="1362"/>
                    <a:pt x="19" y="1366"/>
                  </a:cubicBezTo>
                  <a:cubicBezTo>
                    <a:pt x="22" y="1367"/>
                    <a:pt x="25" y="1367"/>
                    <a:pt x="28" y="1367"/>
                  </a:cubicBezTo>
                  <a:cubicBezTo>
                    <a:pt x="37" y="1367"/>
                    <a:pt x="44" y="1363"/>
                    <a:pt x="47" y="1354"/>
                  </a:cubicBezTo>
                  <a:cubicBezTo>
                    <a:pt x="201" y="940"/>
                    <a:pt x="366" y="451"/>
                    <a:pt x="485" y="25"/>
                  </a:cubicBezTo>
                  <a:cubicBezTo>
                    <a:pt x="488" y="14"/>
                    <a:pt x="481" y="1"/>
                    <a:pt x="473" y="1"/>
                  </a:cubicBezTo>
                  <a:cubicBezTo>
                    <a:pt x="470" y="0"/>
                    <a:pt x="467" y="0"/>
                    <a:pt x="46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0" name="Google Shape;2310;p50"/>
            <p:cNvSpPr/>
            <p:nvPr/>
          </p:nvSpPr>
          <p:spPr>
            <a:xfrm>
              <a:off x="4868098" y="5751007"/>
              <a:ext cx="216855" cy="64311"/>
            </a:xfrm>
            <a:custGeom>
              <a:rect b="b" l="l" r="r" t="t"/>
              <a:pathLst>
                <a:path extrusionOk="0" h="164" w="553">
                  <a:moveTo>
                    <a:pt x="23" y="1"/>
                  </a:moveTo>
                  <a:cubicBezTo>
                    <a:pt x="15" y="1"/>
                    <a:pt x="8" y="5"/>
                    <a:pt x="4" y="14"/>
                  </a:cubicBezTo>
                  <a:cubicBezTo>
                    <a:pt x="0" y="26"/>
                    <a:pt x="4" y="37"/>
                    <a:pt x="16" y="42"/>
                  </a:cubicBezTo>
                  <a:cubicBezTo>
                    <a:pt x="174" y="117"/>
                    <a:pt x="351" y="155"/>
                    <a:pt x="529" y="164"/>
                  </a:cubicBezTo>
                  <a:cubicBezTo>
                    <a:pt x="541" y="164"/>
                    <a:pt x="548" y="155"/>
                    <a:pt x="553" y="144"/>
                  </a:cubicBezTo>
                  <a:cubicBezTo>
                    <a:pt x="553" y="132"/>
                    <a:pt x="541" y="120"/>
                    <a:pt x="529" y="120"/>
                  </a:cubicBezTo>
                  <a:cubicBezTo>
                    <a:pt x="359" y="113"/>
                    <a:pt x="190" y="73"/>
                    <a:pt x="32" y="2"/>
                  </a:cubicBezTo>
                  <a:cubicBezTo>
                    <a:pt x="29" y="1"/>
                    <a:pt x="26" y="1"/>
                    <a:pt x="23"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1" name="Google Shape;2311;p50"/>
            <p:cNvSpPr/>
            <p:nvPr/>
          </p:nvSpPr>
          <p:spPr>
            <a:xfrm>
              <a:off x="6084894" y="5818847"/>
              <a:ext cx="187836" cy="44704"/>
            </a:xfrm>
            <a:custGeom>
              <a:rect b="b" l="l" r="r" t="t"/>
              <a:pathLst>
                <a:path extrusionOk="0" h="114" w="479">
                  <a:moveTo>
                    <a:pt x="455" y="1"/>
                  </a:moveTo>
                  <a:cubicBezTo>
                    <a:pt x="452" y="1"/>
                    <a:pt x="449" y="1"/>
                    <a:pt x="446" y="2"/>
                  </a:cubicBezTo>
                  <a:cubicBezTo>
                    <a:pt x="351" y="46"/>
                    <a:pt x="249" y="70"/>
                    <a:pt x="147" y="70"/>
                  </a:cubicBezTo>
                  <a:cubicBezTo>
                    <a:pt x="107" y="70"/>
                    <a:pt x="68" y="66"/>
                    <a:pt x="29" y="62"/>
                  </a:cubicBezTo>
                  <a:cubicBezTo>
                    <a:pt x="27" y="61"/>
                    <a:pt x="24" y="61"/>
                    <a:pt x="22" y="61"/>
                  </a:cubicBezTo>
                  <a:cubicBezTo>
                    <a:pt x="13" y="61"/>
                    <a:pt x="5" y="68"/>
                    <a:pt x="5" y="77"/>
                  </a:cubicBezTo>
                  <a:cubicBezTo>
                    <a:pt x="0" y="89"/>
                    <a:pt x="9" y="101"/>
                    <a:pt x="20" y="101"/>
                  </a:cubicBezTo>
                  <a:cubicBezTo>
                    <a:pt x="64" y="109"/>
                    <a:pt x="103" y="113"/>
                    <a:pt x="147" y="113"/>
                  </a:cubicBezTo>
                  <a:cubicBezTo>
                    <a:pt x="257" y="113"/>
                    <a:pt x="364" y="89"/>
                    <a:pt x="462" y="42"/>
                  </a:cubicBezTo>
                  <a:cubicBezTo>
                    <a:pt x="474" y="38"/>
                    <a:pt x="478" y="26"/>
                    <a:pt x="474" y="15"/>
                  </a:cubicBezTo>
                  <a:cubicBezTo>
                    <a:pt x="471" y="5"/>
                    <a:pt x="464" y="1"/>
                    <a:pt x="45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2" name="Google Shape;2312;p50"/>
            <p:cNvSpPr/>
            <p:nvPr/>
          </p:nvSpPr>
          <p:spPr>
            <a:xfrm>
              <a:off x="5513161" y="2142572"/>
              <a:ext cx="78821" cy="83134"/>
            </a:xfrm>
            <a:custGeom>
              <a:rect b="b" l="l" r="r" t="t"/>
              <a:pathLst>
                <a:path extrusionOk="0" h="212" w="201">
                  <a:moveTo>
                    <a:pt x="62" y="1"/>
                  </a:moveTo>
                  <a:cubicBezTo>
                    <a:pt x="47" y="1"/>
                    <a:pt x="31" y="1"/>
                    <a:pt x="15" y="8"/>
                  </a:cubicBezTo>
                  <a:cubicBezTo>
                    <a:pt x="4" y="12"/>
                    <a:pt x="0" y="25"/>
                    <a:pt x="4" y="36"/>
                  </a:cubicBezTo>
                  <a:cubicBezTo>
                    <a:pt x="7" y="45"/>
                    <a:pt x="14" y="50"/>
                    <a:pt x="23" y="50"/>
                  </a:cubicBezTo>
                  <a:cubicBezTo>
                    <a:pt x="26" y="50"/>
                    <a:pt x="28" y="49"/>
                    <a:pt x="31" y="48"/>
                  </a:cubicBezTo>
                  <a:cubicBezTo>
                    <a:pt x="44" y="44"/>
                    <a:pt x="51" y="44"/>
                    <a:pt x="62" y="44"/>
                  </a:cubicBezTo>
                  <a:cubicBezTo>
                    <a:pt x="91" y="44"/>
                    <a:pt x="118" y="56"/>
                    <a:pt x="133" y="76"/>
                  </a:cubicBezTo>
                  <a:cubicBezTo>
                    <a:pt x="150" y="92"/>
                    <a:pt x="157" y="112"/>
                    <a:pt x="157" y="135"/>
                  </a:cubicBezTo>
                  <a:cubicBezTo>
                    <a:pt x="157" y="150"/>
                    <a:pt x="153" y="167"/>
                    <a:pt x="146" y="178"/>
                  </a:cubicBezTo>
                  <a:cubicBezTo>
                    <a:pt x="138" y="190"/>
                    <a:pt x="142" y="202"/>
                    <a:pt x="153" y="210"/>
                  </a:cubicBezTo>
                  <a:cubicBezTo>
                    <a:pt x="156" y="211"/>
                    <a:pt x="159" y="211"/>
                    <a:pt x="162" y="211"/>
                  </a:cubicBezTo>
                  <a:cubicBezTo>
                    <a:pt x="171" y="211"/>
                    <a:pt x="179" y="207"/>
                    <a:pt x="186" y="198"/>
                  </a:cubicBezTo>
                  <a:cubicBezTo>
                    <a:pt x="193" y="178"/>
                    <a:pt x="201" y="159"/>
                    <a:pt x="201" y="135"/>
                  </a:cubicBezTo>
                  <a:cubicBezTo>
                    <a:pt x="201" y="103"/>
                    <a:pt x="189" y="72"/>
                    <a:pt x="166" y="44"/>
                  </a:cubicBezTo>
                  <a:cubicBezTo>
                    <a:pt x="142" y="17"/>
                    <a:pt x="102" y="1"/>
                    <a:pt x="6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3" name="Google Shape;2313;p50"/>
            <p:cNvSpPr/>
            <p:nvPr/>
          </p:nvSpPr>
          <p:spPr>
            <a:xfrm>
              <a:off x="5248470" y="2966842"/>
              <a:ext cx="62351" cy="373709"/>
            </a:xfrm>
            <a:custGeom>
              <a:rect b="b" l="l" r="r" t="t"/>
              <a:pathLst>
                <a:path extrusionOk="0" h="953" w="159">
                  <a:moveTo>
                    <a:pt x="28" y="0"/>
                  </a:moveTo>
                  <a:cubicBezTo>
                    <a:pt x="17" y="0"/>
                    <a:pt x="9" y="10"/>
                    <a:pt x="9" y="21"/>
                  </a:cubicBezTo>
                  <a:cubicBezTo>
                    <a:pt x="0" y="92"/>
                    <a:pt x="0" y="163"/>
                    <a:pt x="0" y="234"/>
                  </a:cubicBezTo>
                  <a:cubicBezTo>
                    <a:pt x="0" y="474"/>
                    <a:pt x="36" y="711"/>
                    <a:pt x="111" y="939"/>
                  </a:cubicBezTo>
                  <a:cubicBezTo>
                    <a:pt x="114" y="948"/>
                    <a:pt x="124" y="952"/>
                    <a:pt x="132" y="952"/>
                  </a:cubicBezTo>
                  <a:cubicBezTo>
                    <a:pt x="134" y="952"/>
                    <a:pt x="137" y="952"/>
                    <a:pt x="138" y="951"/>
                  </a:cubicBezTo>
                  <a:cubicBezTo>
                    <a:pt x="151" y="947"/>
                    <a:pt x="158" y="935"/>
                    <a:pt x="155" y="923"/>
                  </a:cubicBezTo>
                  <a:cubicBezTo>
                    <a:pt x="80" y="702"/>
                    <a:pt x="44" y="465"/>
                    <a:pt x="44" y="234"/>
                  </a:cubicBezTo>
                  <a:cubicBezTo>
                    <a:pt x="44" y="163"/>
                    <a:pt x="44" y="92"/>
                    <a:pt x="51" y="24"/>
                  </a:cubicBezTo>
                  <a:cubicBezTo>
                    <a:pt x="51" y="12"/>
                    <a:pt x="44" y="1"/>
                    <a:pt x="32" y="1"/>
                  </a:cubicBezTo>
                  <a:cubicBezTo>
                    <a:pt x="31" y="0"/>
                    <a:pt x="29" y="0"/>
                    <a:pt x="28"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4" name="Google Shape;2314;p50"/>
            <p:cNvSpPr/>
            <p:nvPr/>
          </p:nvSpPr>
          <p:spPr>
            <a:xfrm>
              <a:off x="5262587" y="3323686"/>
              <a:ext cx="46665" cy="19215"/>
            </a:xfrm>
            <a:custGeom>
              <a:rect b="b" l="l" r="r" t="t"/>
              <a:pathLst>
                <a:path extrusionOk="0" h="49" w="119">
                  <a:moveTo>
                    <a:pt x="99" y="0"/>
                  </a:moveTo>
                  <a:cubicBezTo>
                    <a:pt x="98" y="0"/>
                    <a:pt x="96" y="1"/>
                    <a:pt x="95" y="1"/>
                  </a:cubicBezTo>
                  <a:cubicBezTo>
                    <a:pt x="71" y="1"/>
                    <a:pt x="48" y="5"/>
                    <a:pt x="20" y="5"/>
                  </a:cubicBezTo>
                  <a:cubicBezTo>
                    <a:pt x="8" y="5"/>
                    <a:pt x="0" y="17"/>
                    <a:pt x="0" y="29"/>
                  </a:cubicBezTo>
                  <a:cubicBezTo>
                    <a:pt x="0" y="41"/>
                    <a:pt x="12" y="48"/>
                    <a:pt x="24" y="48"/>
                  </a:cubicBezTo>
                  <a:cubicBezTo>
                    <a:pt x="48" y="48"/>
                    <a:pt x="75" y="45"/>
                    <a:pt x="99" y="45"/>
                  </a:cubicBezTo>
                  <a:cubicBezTo>
                    <a:pt x="110" y="41"/>
                    <a:pt x="119" y="33"/>
                    <a:pt x="119" y="21"/>
                  </a:cubicBezTo>
                  <a:cubicBezTo>
                    <a:pt x="119" y="11"/>
                    <a:pt x="109" y="0"/>
                    <a:pt x="9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5" name="Google Shape;2315;p50"/>
            <p:cNvSpPr/>
            <p:nvPr/>
          </p:nvSpPr>
          <p:spPr>
            <a:xfrm>
              <a:off x="6557810" y="3325646"/>
              <a:ext cx="170974" cy="129406"/>
            </a:xfrm>
            <a:custGeom>
              <a:rect b="b" l="l" r="r" t="t"/>
              <a:pathLst>
                <a:path extrusionOk="0" h="330" w="436">
                  <a:moveTo>
                    <a:pt x="414" y="0"/>
                  </a:moveTo>
                  <a:cubicBezTo>
                    <a:pt x="410" y="0"/>
                    <a:pt x="406" y="2"/>
                    <a:pt x="403" y="5"/>
                  </a:cubicBezTo>
                  <a:cubicBezTo>
                    <a:pt x="257" y="79"/>
                    <a:pt x="124" y="174"/>
                    <a:pt x="9" y="292"/>
                  </a:cubicBezTo>
                  <a:cubicBezTo>
                    <a:pt x="1" y="300"/>
                    <a:pt x="1" y="316"/>
                    <a:pt x="9" y="324"/>
                  </a:cubicBezTo>
                  <a:cubicBezTo>
                    <a:pt x="13" y="327"/>
                    <a:pt x="19" y="329"/>
                    <a:pt x="25" y="329"/>
                  </a:cubicBezTo>
                  <a:cubicBezTo>
                    <a:pt x="31" y="329"/>
                    <a:pt x="37" y="327"/>
                    <a:pt x="41" y="324"/>
                  </a:cubicBezTo>
                  <a:cubicBezTo>
                    <a:pt x="151" y="209"/>
                    <a:pt x="281" y="114"/>
                    <a:pt x="423" y="43"/>
                  </a:cubicBezTo>
                  <a:cubicBezTo>
                    <a:pt x="432" y="36"/>
                    <a:pt x="435" y="24"/>
                    <a:pt x="432" y="12"/>
                  </a:cubicBezTo>
                  <a:cubicBezTo>
                    <a:pt x="429" y="4"/>
                    <a:pt x="421" y="0"/>
                    <a:pt x="41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6" name="Google Shape;2316;p50"/>
            <p:cNvSpPr/>
            <p:nvPr/>
          </p:nvSpPr>
          <p:spPr>
            <a:xfrm>
              <a:off x="5291997" y="3492304"/>
              <a:ext cx="66664" cy="189796"/>
            </a:xfrm>
            <a:custGeom>
              <a:rect b="b" l="l" r="r" t="t"/>
              <a:pathLst>
                <a:path extrusionOk="0" h="484" w="170">
                  <a:moveTo>
                    <a:pt x="150" y="1"/>
                  </a:moveTo>
                  <a:cubicBezTo>
                    <a:pt x="138" y="1"/>
                    <a:pt x="126" y="9"/>
                    <a:pt x="122" y="21"/>
                  </a:cubicBezTo>
                  <a:cubicBezTo>
                    <a:pt x="91" y="166"/>
                    <a:pt x="51" y="313"/>
                    <a:pt x="4" y="455"/>
                  </a:cubicBezTo>
                  <a:cubicBezTo>
                    <a:pt x="0" y="466"/>
                    <a:pt x="4" y="479"/>
                    <a:pt x="16" y="482"/>
                  </a:cubicBezTo>
                  <a:cubicBezTo>
                    <a:pt x="19" y="483"/>
                    <a:pt x="22" y="484"/>
                    <a:pt x="25" y="484"/>
                  </a:cubicBezTo>
                  <a:cubicBezTo>
                    <a:pt x="33" y="484"/>
                    <a:pt x="41" y="479"/>
                    <a:pt x="44" y="470"/>
                  </a:cubicBezTo>
                  <a:cubicBezTo>
                    <a:pt x="91" y="324"/>
                    <a:pt x="134" y="179"/>
                    <a:pt x="166" y="29"/>
                  </a:cubicBezTo>
                  <a:cubicBezTo>
                    <a:pt x="169" y="17"/>
                    <a:pt x="162" y="6"/>
                    <a:pt x="150"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7" name="Google Shape;2317;p50"/>
            <p:cNvSpPr/>
            <p:nvPr/>
          </p:nvSpPr>
          <p:spPr>
            <a:xfrm>
              <a:off x="5693543" y="2345306"/>
              <a:ext cx="215286" cy="52939"/>
            </a:xfrm>
            <a:custGeom>
              <a:rect b="b" l="l" r="r" t="t"/>
              <a:pathLst>
                <a:path extrusionOk="0" h="135" w="549">
                  <a:moveTo>
                    <a:pt x="524" y="0"/>
                  </a:moveTo>
                  <a:cubicBezTo>
                    <a:pt x="520" y="0"/>
                    <a:pt x="516" y="2"/>
                    <a:pt x="514" y="4"/>
                  </a:cubicBezTo>
                  <a:cubicBezTo>
                    <a:pt x="415" y="63"/>
                    <a:pt x="305" y="91"/>
                    <a:pt x="190" y="91"/>
                  </a:cubicBezTo>
                  <a:cubicBezTo>
                    <a:pt x="135" y="91"/>
                    <a:pt x="84" y="87"/>
                    <a:pt x="33" y="72"/>
                  </a:cubicBezTo>
                  <a:cubicBezTo>
                    <a:pt x="31" y="71"/>
                    <a:pt x="29" y="71"/>
                    <a:pt x="27" y="71"/>
                  </a:cubicBezTo>
                  <a:cubicBezTo>
                    <a:pt x="17" y="71"/>
                    <a:pt x="9" y="77"/>
                    <a:pt x="5" y="87"/>
                  </a:cubicBezTo>
                  <a:cubicBezTo>
                    <a:pt x="1" y="99"/>
                    <a:pt x="9" y="110"/>
                    <a:pt x="21" y="115"/>
                  </a:cubicBezTo>
                  <a:cubicBezTo>
                    <a:pt x="76" y="130"/>
                    <a:pt x="131" y="134"/>
                    <a:pt x="190" y="134"/>
                  </a:cubicBezTo>
                  <a:cubicBezTo>
                    <a:pt x="308" y="134"/>
                    <a:pt x="431" y="103"/>
                    <a:pt x="534" y="39"/>
                  </a:cubicBezTo>
                  <a:cubicBezTo>
                    <a:pt x="545" y="36"/>
                    <a:pt x="549" y="20"/>
                    <a:pt x="541" y="12"/>
                  </a:cubicBezTo>
                  <a:cubicBezTo>
                    <a:pt x="539" y="5"/>
                    <a:pt x="531" y="0"/>
                    <a:pt x="52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8" name="Google Shape;2318;p50"/>
            <p:cNvSpPr/>
            <p:nvPr/>
          </p:nvSpPr>
          <p:spPr>
            <a:xfrm>
              <a:off x="5888435" y="3105658"/>
              <a:ext cx="113329" cy="109407"/>
            </a:xfrm>
            <a:custGeom>
              <a:rect b="b" l="l" r="r" t="t"/>
              <a:pathLst>
                <a:path extrusionOk="0" h="279" w="289">
                  <a:moveTo>
                    <a:pt x="268" y="0"/>
                  </a:moveTo>
                  <a:cubicBezTo>
                    <a:pt x="258" y="0"/>
                    <a:pt x="249" y="4"/>
                    <a:pt x="246" y="13"/>
                  </a:cubicBezTo>
                  <a:cubicBezTo>
                    <a:pt x="199" y="111"/>
                    <a:pt x="115" y="195"/>
                    <a:pt x="17" y="238"/>
                  </a:cubicBezTo>
                  <a:cubicBezTo>
                    <a:pt x="5" y="242"/>
                    <a:pt x="1" y="258"/>
                    <a:pt x="5" y="266"/>
                  </a:cubicBezTo>
                  <a:cubicBezTo>
                    <a:pt x="8" y="274"/>
                    <a:pt x="17" y="279"/>
                    <a:pt x="27" y="279"/>
                  </a:cubicBezTo>
                  <a:cubicBezTo>
                    <a:pt x="30" y="279"/>
                    <a:pt x="33" y="278"/>
                    <a:pt x="37" y="277"/>
                  </a:cubicBezTo>
                  <a:cubicBezTo>
                    <a:pt x="143" y="226"/>
                    <a:pt x="234" y="140"/>
                    <a:pt x="285" y="33"/>
                  </a:cubicBezTo>
                  <a:cubicBezTo>
                    <a:pt x="288" y="21"/>
                    <a:pt x="285" y="9"/>
                    <a:pt x="277" y="2"/>
                  </a:cubicBezTo>
                  <a:cubicBezTo>
                    <a:pt x="274" y="1"/>
                    <a:pt x="271" y="0"/>
                    <a:pt x="268"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9" name="Google Shape;2319;p50"/>
            <p:cNvSpPr/>
            <p:nvPr/>
          </p:nvSpPr>
          <p:spPr>
            <a:xfrm>
              <a:off x="5662616" y="2239626"/>
              <a:ext cx="216849" cy="103972"/>
            </a:xfrm>
            <a:custGeom>
              <a:rect b="b" l="l" r="r" t="t"/>
              <a:pathLst>
                <a:path extrusionOk="0" h="314" w="655">
                  <a:moveTo>
                    <a:pt x="619" y="0"/>
                  </a:moveTo>
                  <a:lnTo>
                    <a:pt x="28" y="40"/>
                  </a:lnTo>
                  <a:cubicBezTo>
                    <a:pt x="0" y="177"/>
                    <a:pt x="146" y="313"/>
                    <a:pt x="311" y="313"/>
                  </a:cubicBezTo>
                  <a:cubicBezTo>
                    <a:pt x="318" y="313"/>
                    <a:pt x="324" y="313"/>
                    <a:pt x="331" y="312"/>
                  </a:cubicBezTo>
                  <a:cubicBezTo>
                    <a:pt x="509" y="300"/>
                    <a:pt x="654" y="142"/>
                    <a:pt x="619" y="0"/>
                  </a:cubicBezTo>
                  <a:close/>
                </a:path>
              </a:pathLst>
            </a:cu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20" name="Google Shape;2320;p50"/>
          <p:cNvGrpSpPr/>
          <p:nvPr/>
        </p:nvGrpSpPr>
        <p:grpSpPr>
          <a:xfrm>
            <a:off x="1645262" y="5602299"/>
            <a:ext cx="1354461" cy="1354455"/>
            <a:chOff x="4371737" y="2025362"/>
            <a:chExt cx="1354461" cy="1354455"/>
          </a:xfrm>
        </p:grpSpPr>
        <p:sp>
          <p:nvSpPr>
            <p:cNvPr id="2321" name="Google Shape;2321;p50"/>
            <p:cNvSpPr/>
            <p:nvPr/>
          </p:nvSpPr>
          <p:spPr>
            <a:xfrm>
              <a:off x="4371737" y="2025362"/>
              <a:ext cx="1354461" cy="1354455"/>
            </a:xfrm>
            <a:custGeom>
              <a:rect b="b" l="l" r="r" t="t"/>
              <a:pathLst>
                <a:path extrusionOk="0" h="2674" w="2674">
                  <a:moveTo>
                    <a:pt x="1054" y="0"/>
                  </a:moveTo>
                  <a:lnTo>
                    <a:pt x="1030" y="729"/>
                  </a:lnTo>
                  <a:lnTo>
                    <a:pt x="423" y="323"/>
                  </a:lnTo>
                  <a:lnTo>
                    <a:pt x="766" y="966"/>
                  </a:lnTo>
                  <a:lnTo>
                    <a:pt x="40" y="914"/>
                  </a:lnTo>
                  <a:lnTo>
                    <a:pt x="655" y="1301"/>
                  </a:lnTo>
                  <a:lnTo>
                    <a:pt x="1" y="1620"/>
                  </a:lnTo>
                  <a:lnTo>
                    <a:pt x="730" y="1648"/>
                  </a:lnTo>
                  <a:lnTo>
                    <a:pt x="324" y="2252"/>
                  </a:lnTo>
                  <a:lnTo>
                    <a:pt x="324" y="2252"/>
                  </a:lnTo>
                  <a:lnTo>
                    <a:pt x="967" y="1908"/>
                  </a:lnTo>
                  <a:lnTo>
                    <a:pt x="916" y="2634"/>
                  </a:lnTo>
                  <a:lnTo>
                    <a:pt x="1302" y="2019"/>
                  </a:lnTo>
                  <a:lnTo>
                    <a:pt x="1622" y="2674"/>
                  </a:lnTo>
                  <a:lnTo>
                    <a:pt x="1649" y="1944"/>
                  </a:lnTo>
                  <a:lnTo>
                    <a:pt x="2253" y="2350"/>
                  </a:lnTo>
                  <a:lnTo>
                    <a:pt x="1909" y="1707"/>
                  </a:lnTo>
                  <a:lnTo>
                    <a:pt x="2639" y="1759"/>
                  </a:lnTo>
                  <a:lnTo>
                    <a:pt x="2020" y="1372"/>
                  </a:lnTo>
                  <a:lnTo>
                    <a:pt x="2674" y="1053"/>
                  </a:lnTo>
                  <a:lnTo>
                    <a:pt x="1949" y="1025"/>
                  </a:lnTo>
                  <a:lnTo>
                    <a:pt x="2355" y="421"/>
                  </a:lnTo>
                  <a:lnTo>
                    <a:pt x="1712" y="765"/>
                  </a:lnTo>
                  <a:lnTo>
                    <a:pt x="1760" y="39"/>
                  </a:lnTo>
                  <a:lnTo>
                    <a:pt x="1373" y="654"/>
                  </a:lnTo>
                  <a:lnTo>
                    <a:pt x="1054" y="0"/>
                  </a:lnTo>
                  <a:close/>
                </a:path>
              </a:pathLst>
            </a:custGeom>
            <a:solidFill>
              <a:schemeClr val="accent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2" name="Google Shape;2322;p50"/>
            <p:cNvSpPr/>
            <p:nvPr/>
          </p:nvSpPr>
          <p:spPr>
            <a:xfrm>
              <a:off x="5015022" y="2534418"/>
              <a:ext cx="50146" cy="383948"/>
            </a:xfrm>
            <a:custGeom>
              <a:rect b="b" l="l" r="r" t="t"/>
              <a:pathLst>
                <a:path extrusionOk="0" h="758" w="99">
                  <a:moveTo>
                    <a:pt x="4" y="0"/>
                  </a:moveTo>
                  <a:lnTo>
                    <a:pt x="20" y="541"/>
                  </a:lnTo>
                  <a:lnTo>
                    <a:pt x="79" y="541"/>
                  </a:lnTo>
                  <a:lnTo>
                    <a:pt x="95" y="0"/>
                  </a:lnTo>
                  <a:close/>
                  <a:moveTo>
                    <a:pt x="1" y="655"/>
                  </a:moveTo>
                  <a:lnTo>
                    <a:pt x="1" y="757"/>
                  </a:lnTo>
                  <a:lnTo>
                    <a:pt x="99" y="757"/>
                  </a:lnTo>
                  <a:lnTo>
                    <a:pt x="99" y="655"/>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23" name="Google Shape;2323;p50"/>
          <p:cNvGrpSpPr/>
          <p:nvPr/>
        </p:nvGrpSpPr>
        <p:grpSpPr>
          <a:xfrm>
            <a:off x="6836096" y="6031416"/>
            <a:ext cx="889973" cy="663551"/>
            <a:chOff x="4814946" y="3766791"/>
            <a:chExt cx="889973" cy="663551"/>
          </a:xfrm>
        </p:grpSpPr>
        <p:sp>
          <p:nvSpPr>
            <p:cNvPr id="2324" name="Google Shape;2324;p50"/>
            <p:cNvSpPr/>
            <p:nvPr/>
          </p:nvSpPr>
          <p:spPr>
            <a:xfrm>
              <a:off x="4827102" y="3778441"/>
              <a:ext cx="865660" cy="640251"/>
            </a:xfrm>
            <a:custGeom>
              <a:rect b="b" l="l" r="r" t="t"/>
              <a:pathLst>
                <a:path extrusionOk="0" h="1264" w="1709">
                  <a:moveTo>
                    <a:pt x="395" y="1"/>
                  </a:moveTo>
                  <a:cubicBezTo>
                    <a:pt x="168" y="1"/>
                    <a:pt x="1" y="41"/>
                    <a:pt x="1" y="41"/>
                  </a:cubicBezTo>
                  <a:cubicBezTo>
                    <a:pt x="1" y="41"/>
                    <a:pt x="88" y="734"/>
                    <a:pt x="557" y="1058"/>
                  </a:cubicBezTo>
                  <a:cubicBezTo>
                    <a:pt x="795" y="1223"/>
                    <a:pt x="1086" y="1263"/>
                    <a:pt x="1315" y="1263"/>
                  </a:cubicBezTo>
                  <a:cubicBezTo>
                    <a:pt x="1542" y="1263"/>
                    <a:pt x="1709" y="1224"/>
                    <a:pt x="1709" y="1224"/>
                  </a:cubicBezTo>
                  <a:cubicBezTo>
                    <a:pt x="1709" y="1224"/>
                    <a:pt x="1622" y="533"/>
                    <a:pt x="1148" y="206"/>
                  </a:cubicBezTo>
                  <a:cubicBezTo>
                    <a:pt x="912" y="42"/>
                    <a:pt x="623" y="1"/>
                    <a:pt x="395" y="1"/>
                  </a:cubicBez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5" name="Google Shape;2325;p50"/>
            <p:cNvSpPr/>
            <p:nvPr/>
          </p:nvSpPr>
          <p:spPr>
            <a:xfrm>
              <a:off x="4814946" y="3766791"/>
              <a:ext cx="889973" cy="663551"/>
            </a:xfrm>
            <a:custGeom>
              <a:rect b="b" l="l" r="r" t="t"/>
              <a:pathLst>
                <a:path extrusionOk="0" h="1310" w="1757">
                  <a:moveTo>
                    <a:pt x="419" y="48"/>
                  </a:moveTo>
                  <a:cubicBezTo>
                    <a:pt x="644" y="48"/>
                    <a:pt x="928" y="87"/>
                    <a:pt x="1160" y="248"/>
                  </a:cubicBezTo>
                  <a:cubicBezTo>
                    <a:pt x="1393" y="406"/>
                    <a:pt x="1531" y="659"/>
                    <a:pt x="1610" y="868"/>
                  </a:cubicBezTo>
                  <a:cubicBezTo>
                    <a:pt x="1649" y="974"/>
                    <a:pt x="1673" y="1069"/>
                    <a:pt x="1689" y="1140"/>
                  </a:cubicBezTo>
                  <a:cubicBezTo>
                    <a:pt x="1697" y="1176"/>
                    <a:pt x="1704" y="1203"/>
                    <a:pt x="1704" y="1223"/>
                  </a:cubicBezTo>
                  <a:cubicBezTo>
                    <a:pt x="1706" y="1226"/>
                    <a:pt x="1707" y="1228"/>
                    <a:pt x="1708" y="1230"/>
                  </a:cubicBezTo>
                  <a:lnTo>
                    <a:pt x="1708" y="1230"/>
                  </a:lnTo>
                  <a:cubicBezTo>
                    <a:pt x="1659" y="1240"/>
                    <a:pt x="1516" y="1266"/>
                    <a:pt x="1338" y="1266"/>
                  </a:cubicBezTo>
                  <a:cubicBezTo>
                    <a:pt x="1113" y="1266"/>
                    <a:pt x="825" y="1227"/>
                    <a:pt x="597" y="1065"/>
                  </a:cubicBezTo>
                  <a:cubicBezTo>
                    <a:pt x="364" y="903"/>
                    <a:pt x="226" y="655"/>
                    <a:pt x="148" y="442"/>
                  </a:cubicBezTo>
                  <a:cubicBezTo>
                    <a:pt x="108" y="335"/>
                    <a:pt x="80" y="241"/>
                    <a:pt x="64" y="174"/>
                  </a:cubicBezTo>
                  <a:cubicBezTo>
                    <a:pt x="61" y="139"/>
                    <a:pt x="53" y="111"/>
                    <a:pt x="48" y="91"/>
                  </a:cubicBezTo>
                  <a:lnTo>
                    <a:pt x="48" y="79"/>
                  </a:lnTo>
                  <a:lnTo>
                    <a:pt x="48" y="79"/>
                  </a:lnTo>
                  <a:cubicBezTo>
                    <a:pt x="99" y="70"/>
                    <a:pt x="240" y="48"/>
                    <a:pt x="419" y="48"/>
                  </a:cubicBezTo>
                  <a:close/>
                  <a:moveTo>
                    <a:pt x="419" y="0"/>
                  </a:moveTo>
                  <a:cubicBezTo>
                    <a:pt x="190" y="0"/>
                    <a:pt x="21" y="44"/>
                    <a:pt x="17" y="44"/>
                  </a:cubicBezTo>
                  <a:cubicBezTo>
                    <a:pt x="9" y="44"/>
                    <a:pt x="1" y="55"/>
                    <a:pt x="1" y="68"/>
                  </a:cubicBezTo>
                  <a:cubicBezTo>
                    <a:pt x="1" y="68"/>
                    <a:pt x="25" y="241"/>
                    <a:pt x="108" y="457"/>
                  </a:cubicBezTo>
                  <a:cubicBezTo>
                    <a:pt x="186" y="674"/>
                    <a:pt x="328" y="934"/>
                    <a:pt x="569" y="1100"/>
                  </a:cubicBezTo>
                  <a:cubicBezTo>
                    <a:pt x="814" y="1270"/>
                    <a:pt x="1105" y="1309"/>
                    <a:pt x="1338" y="1309"/>
                  </a:cubicBezTo>
                  <a:cubicBezTo>
                    <a:pt x="1567" y="1309"/>
                    <a:pt x="1737" y="1270"/>
                    <a:pt x="1737" y="1270"/>
                  </a:cubicBezTo>
                  <a:cubicBezTo>
                    <a:pt x="1748" y="1266"/>
                    <a:pt x="1756" y="1254"/>
                    <a:pt x="1756" y="1247"/>
                  </a:cubicBezTo>
                  <a:cubicBezTo>
                    <a:pt x="1752" y="1242"/>
                    <a:pt x="1733" y="1069"/>
                    <a:pt x="1649" y="852"/>
                  </a:cubicBezTo>
                  <a:cubicBezTo>
                    <a:pt x="1571" y="639"/>
                    <a:pt x="1429" y="379"/>
                    <a:pt x="1184" y="213"/>
                  </a:cubicBezTo>
                  <a:cubicBezTo>
                    <a:pt x="943" y="44"/>
                    <a:pt x="648" y="4"/>
                    <a:pt x="41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6" name="Google Shape;2326;p50"/>
            <p:cNvSpPr/>
            <p:nvPr/>
          </p:nvSpPr>
          <p:spPr>
            <a:xfrm>
              <a:off x="4987164" y="3845302"/>
              <a:ext cx="541987" cy="505514"/>
            </a:xfrm>
            <a:custGeom>
              <a:rect b="b" l="l" r="r" t="t"/>
              <a:pathLst>
                <a:path extrusionOk="0" h="998" w="1070">
                  <a:moveTo>
                    <a:pt x="594" y="0"/>
                  </a:moveTo>
                  <a:cubicBezTo>
                    <a:pt x="434" y="0"/>
                    <a:pt x="268" y="87"/>
                    <a:pt x="162" y="240"/>
                  </a:cubicBezTo>
                  <a:cubicBezTo>
                    <a:pt x="1" y="477"/>
                    <a:pt x="32" y="784"/>
                    <a:pt x="237" y="926"/>
                  </a:cubicBezTo>
                  <a:cubicBezTo>
                    <a:pt x="309" y="975"/>
                    <a:pt x="390" y="998"/>
                    <a:pt x="474" y="998"/>
                  </a:cubicBezTo>
                  <a:cubicBezTo>
                    <a:pt x="635" y="998"/>
                    <a:pt x="801" y="912"/>
                    <a:pt x="907" y="756"/>
                  </a:cubicBezTo>
                  <a:cubicBezTo>
                    <a:pt x="1069" y="524"/>
                    <a:pt x="1038" y="216"/>
                    <a:pt x="832" y="74"/>
                  </a:cubicBezTo>
                  <a:cubicBezTo>
                    <a:pt x="761" y="24"/>
                    <a:pt x="678" y="0"/>
                    <a:pt x="594" y="0"/>
                  </a:cubicBez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7" name="Google Shape;2327;p50"/>
            <p:cNvSpPr/>
            <p:nvPr/>
          </p:nvSpPr>
          <p:spPr>
            <a:xfrm>
              <a:off x="5004892" y="3834665"/>
              <a:ext cx="506023" cy="527802"/>
            </a:xfrm>
            <a:custGeom>
              <a:rect b="b" l="l" r="r" t="t"/>
              <a:pathLst>
                <a:path extrusionOk="0" h="1042" w="999">
                  <a:moveTo>
                    <a:pt x="561" y="43"/>
                  </a:moveTo>
                  <a:cubicBezTo>
                    <a:pt x="639" y="43"/>
                    <a:pt x="719" y="63"/>
                    <a:pt x="781" y="110"/>
                  </a:cubicBezTo>
                  <a:cubicBezTo>
                    <a:pt x="841" y="150"/>
                    <a:pt x="880" y="201"/>
                    <a:pt x="912" y="261"/>
                  </a:cubicBezTo>
                  <a:cubicBezTo>
                    <a:pt x="939" y="320"/>
                    <a:pt x="956" y="387"/>
                    <a:pt x="956" y="458"/>
                  </a:cubicBezTo>
                  <a:cubicBezTo>
                    <a:pt x="956" y="560"/>
                    <a:pt x="920" y="671"/>
                    <a:pt x="852" y="765"/>
                  </a:cubicBezTo>
                  <a:cubicBezTo>
                    <a:pt x="750" y="915"/>
                    <a:pt x="592" y="998"/>
                    <a:pt x="439" y="998"/>
                  </a:cubicBezTo>
                  <a:cubicBezTo>
                    <a:pt x="359" y="998"/>
                    <a:pt x="285" y="975"/>
                    <a:pt x="217" y="931"/>
                  </a:cubicBezTo>
                  <a:cubicBezTo>
                    <a:pt x="159" y="891"/>
                    <a:pt x="119" y="840"/>
                    <a:pt x="88" y="781"/>
                  </a:cubicBezTo>
                  <a:cubicBezTo>
                    <a:pt x="60" y="722"/>
                    <a:pt x="44" y="655"/>
                    <a:pt x="44" y="584"/>
                  </a:cubicBezTo>
                  <a:cubicBezTo>
                    <a:pt x="44" y="481"/>
                    <a:pt x="80" y="371"/>
                    <a:pt x="146" y="276"/>
                  </a:cubicBezTo>
                  <a:cubicBezTo>
                    <a:pt x="250" y="127"/>
                    <a:pt x="407" y="43"/>
                    <a:pt x="561" y="43"/>
                  </a:cubicBezTo>
                  <a:close/>
                  <a:moveTo>
                    <a:pt x="561" y="1"/>
                  </a:moveTo>
                  <a:cubicBezTo>
                    <a:pt x="392" y="1"/>
                    <a:pt x="222" y="87"/>
                    <a:pt x="108" y="249"/>
                  </a:cubicBezTo>
                  <a:cubicBezTo>
                    <a:pt x="37" y="356"/>
                    <a:pt x="1" y="469"/>
                    <a:pt x="1" y="584"/>
                  </a:cubicBezTo>
                  <a:cubicBezTo>
                    <a:pt x="1" y="658"/>
                    <a:pt x="17" y="734"/>
                    <a:pt x="48" y="797"/>
                  </a:cubicBezTo>
                  <a:cubicBezTo>
                    <a:pt x="80" y="864"/>
                    <a:pt x="131" y="923"/>
                    <a:pt x="190" y="966"/>
                  </a:cubicBezTo>
                  <a:cubicBezTo>
                    <a:pt x="265" y="1018"/>
                    <a:pt x="352" y="1042"/>
                    <a:pt x="439" y="1042"/>
                  </a:cubicBezTo>
                  <a:cubicBezTo>
                    <a:pt x="608" y="1042"/>
                    <a:pt x="778" y="951"/>
                    <a:pt x="892" y="789"/>
                  </a:cubicBezTo>
                  <a:cubicBezTo>
                    <a:pt x="963" y="687"/>
                    <a:pt x="998" y="569"/>
                    <a:pt x="998" y="458"/>
                  </a:cubicBezTo>
                  <a:cubicBezTo>
                    <a:pt x="998" y="383"/>
                    <a:pt x="983" y="308"/>
                    <a:pt x="951" y="241"/>
                  </a:cubicBezTo>
                  <a:cubicBezTo>
                    <a:pt x="920" y="178"/>
                    <a:pt x="872" y="119"/>
                    <a:pt x="809" y="75"/>
                  </a:cubicBezTo>
                  <a:cubicBezTo>
                    <a:pt x="734" y="24"/>
                    <a:pt x="648" y="1"/>
                    <a:pt x="561"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328" name="Google Shape;2328;p50"/>
          <p:cNvSpPr/>
          <p:nvPr/>
        </p:nvSpPr>
        <p:spPr>
          <a:xfrm rot="-1274703">
            <a:off x="2086369" y="3708625"/>
            <a:ext cx="1521604" cy="1096223"/>
          </a:xfrm>
          <a:custGeom>
            <a:rect b="b" l="l" r="r" t="t"/>
            <a:pathLst>
              <a:path extrusionOk="0" h="2165" w="3005">
                <a:moveTo>
                  <a:pt x="2384" y="852"/>
                </a:moveTo>
                <a:cubicBezTo>
                  <a:pt x="2405" y="852"/>
                  <a:pt x="2427" y="854"/>
                  <a:pt x="2449" y="860"/>
                </a:cubicBezTo>
                <a:cubicBezTo>
                  <a:pt x="2591" y="892"/>
                  <a:pt x="2677" y="1034"/>
                  <a:pt x="2646" y="1171"/>
                </a:cubicBezTo>
                <a:cubicBezTo>
                  <a:pt x="2620" y="1288"/>
                  <a:pt x="2514" y="1369"/>
                  <a:pt x="2396" y="1369"/>
                </a:cubicBezTo>
                <a:cubicBezTo>
                  <a:pt x="2374" y="1369"/>
                  <a:pt x="2353" y="1366"/>
                  <a:pt x="2331" y="1360"/>
                </a:cubicBezTo>
                <a:cubicBezTo>
                  <a:pt x="2189" y="1325"/>
                  <a:pt x="2102" y="1187"/>
                  <a:pt x="2133" y="1049"/>
                </a:cubicBezTo>
                <a:cubicBezTo>
                  <a:pt x="2160" y="929"/>
                  <a:pt x="2266" y="852"/>
                  <a:pt x="2384" y="852"/>
                </a:cubicBezTo>
                <a:close/>
                <a:moveTo>
                  <a:pt x="1332" y="1"/>
                </a:moveTo>
                <a:cubicBezTo>
                  <a:pt x="1264" y="1"/>
                  <a:pt x="1196" y="6"/>
                  <a:pt x="1128" y="17"/>
                </a:cubicBezTo>
                <a:cubicBezTo>
                  <a:pt x="883" y="59"/>
                  <a:pt x="375" y="292"/>
                  <a:pt x="509" y="623"/>
                </a:cubicBezTo>
                <a:cubicBezTo>
                  <a:pt x="541" y="703"/>
                  <a:pt x="628" y="742"/>
                  <a:pt x="686" y="805"/>
                </a:cubicBezTo>
                <a:cubicBezTo>
                  <a:pt x="757" y="872"/>
                  <a:pt x="789" y="994"/>
                  <a:pt x="722" y="1061"/>
                </a:cubicBezTo>
                <a:cubicBezTo>
                  <a:pt x="693" y="1092"/>
                  <a:pt x="654" y="1105"/>
                  <a:pt x="612" y="1105"/>
                </a:cubicBezTo>
                <a:cubicBezTo>
                  <a:pt x="552" y="1105"/>
                  <a:pt x="487" y="1079"/>
                  <a:pt x="438" y="1042"/>
                </a:cubicBezTo>
                <a:cubicBezTo>
                  <a:pt x="371" y="990"/>
                  <a:pt x="308" y="919"/>
                  <a:pt x="221" y="919"/>
                </a:cubicBezTo>
                <a:cubicBezTo>
                  <a:pt x="162" y="923"/>
                  <a:pt x="107" y="967"/>
                  <a:pt x="71" y="1018"/>
                </a:cubicBezTo>
                <a:cubicBezTo>
                  <a:pt x="0" y="1124"/>
                  <a:pt x="4" y="1271"/>
                  <a:pt x="48" y="1393"/>
                </a:cubicBezTo>
                <a:cubicBezTo>
                  <a:pt x="250" y="1923"/>
                  <a:pt x="953" y="2165"/>
                  <a:pt x="1567" y="2165"/>
                </a:cubicBezTo>
                <a:cubicBezTo>
                  <a:pt x="1792" y="2165"/>
                  <a:pt x="2005" y="2133"/>
                  <a:pt x="2177" y="2070"/>
                </a:cubicBezTo>
                <a:cubicBezTo>
                  <a:pt x="2646" y="1897"/>
                  <a:pt x="3005" y="1389"/>
                  <a:pt x="2875" y="903"/>
                </a:cubicBezTo>
                <a:cubicBezTo>
                  <a:pt x="2752" y="478"/>
                  <a:pt x="2307" y="210"/>
                  <a:pt x="1873" y="88"/>
                </a:cubicBezTo>
                <a:cubicBezTo>
                  <a:pt x="1698" y="36"/>
                  <a:pt x="1515" y="1"/>
                  <a:pt x="1332" y="1"/>
                </a:cubicBezTo>
                <a:close/>
              </a:path>
            </a:pathLst>
          </a:custGeom>
          <a:solidFill>
            <a:schemeClr val="accent5"/>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9" name="Google Shape;2329;p50"/>
          <p:cNvSpPr/>
          <p:nvPr/>
        </p:nvSpPr>
        <p:spPr>
          <a:xfrm rot="-1274703">
            <a:off x="2084234" y="3706687"/>
            <a:ext cx="1484134" cy="1118502"/>
          </a:xfrm>
          <a:custGeom>
            <a:rect b="b" l="l" r="r" t="t"/>
            <a:pathLst>
              <a:path extrusionOk="0" h="2209" w="2931">
                <a:moveTo>
                  <a:pt x="2394" y="892"/>
                </a:moveTo>
                <a:cubicBezTo>
                  <a:pt x="2414" y="892"/>
                  <a:pt x="2434" y="896"/>
                  <a:pt x="2453" y="900"/>
                </a:cubicBezTo>
                <a:cubicBezTo>
                  <a:pt x="2563" y="927"/>
                  <a:pt x="2638" y="1026"/>
                  <a:pt x="2638" y="1133"/>
                </a:cubicBezTo>
                <a:cubicBezTo>
                  <a:pt x="2638" y="1152"/>
                  <a:pt x="2638" y="1168"/>
                  <a:pt x="2631" y="1187"/>
                </a:cubicBezTo>
                <a:cubicBezTo>
                  <a:pt x="2618" y="1239"/>
                  <a:pt x="2591" y="1286"/>
                  <a:pt x="2547" y="1318"/>
                </a:cubicBezTo>
                <a:cubicBezTo>
                  <a:pt x="2508" y="1349"/>
                  <a:pt x="2457" y="1365"/>
                  <a:pt x="2402" y="1365"/>
                </a:cubicBezTo>
                <a:cubicBezTo>
                  <a:pt x="2382" y="1365"/>
                  <a:pt x="2363" y="1365"/>
                  <a:pt x="2343" y="1362"/>
                </a:cubicBezTo>
                <a:cubicBezTo>
                  <a:pt x="2232" y="1333"/>
                  <a:pt x="2157" y="1235"/>
                  <a:pt x="2157" y="1125"/>
                </a:cubicBezTo>
                <a:cubicBezTo>
                  <a:pt x="2157" y="1109"/>
                  <a:pt x="2157" y="1089"/>
                  <a:pt x="2165" y="1073"/>
                </a:cubicBezTo>
                <a:cubicBezTo>
                  <a:pt x="2177" y="1018"/>
                  <a:pt x="2205" y="974"/>
                  <a:pt x="2248" y="943"/>
                </a:cubicBezTo>
                <a:cubicBezTo>
                  <a:pt x="2287" y="912"/>
                  <a:pt x="2339" y="892"/>
                  <a:pt x="2394" y="892"/>
                </a:cubicBezTo>
                <a:close/>
                <a:moveTo>
                  <a:pt x="2394" y="849"/>
                </a:moveTo>
                <a:cubicBezTo>
                  <a:pt x="2331" y="849"/>
                  <a:pt x="2268" y="872"/>
                  <a:pt x="2221" y="907"/>
                </a:cubicBezTo>
                <a:cubicBezTo>
                  <a:pt x="2173" y="947"/>
                  <a:pt x="2137" y="998"/>
                  <a:pt x="2121" y="1062"/>
                </a:cubicBezTo>
                <a:cubicBezTo>
                  <a:pt x="2118" y="1085"/>
                  <a:pt x="2114" y="1105"/>
                  <a:pt x="2114" y="1125"/>
                </a:cubicBezTo>
                <a:cubicBezTo>
                  <a:pt x="2114" y="1255"/>
                  <a:pt x="2205" y="1369"/>
                  <a:pt x="2334" y="1400"/>
                </a:cubicBezTo>
                <a:cubicBezTo>
                  <a:pt x="2358" y="1409"/>
                  <a:pt x="2378" y="1409"/>
                  <a:pt x="2402" y="1409"/>
                </a:cubicBezTo>
                <a:cubicBezTo>
                  <a:pt x="2465" y="1409"/>
                  <a:pt x="2528" y="1389"/>
                  <a:pt x="2576" y="1353"/>
                </a:cubicBezTo>
                <a:cubicBezTo>
                  <a:pt x="2623" y="1314"/>
                  <a:pt x="2658" y="1262"/>
                  <a:pt x="2674" y="1196"/>
                </a:cubicBezTo>
                <a:cubicBezTo>
                  <a:pt x="2678" y="1176"/>
                  <a:pt x="2682" y="1156"/>
                  <a:pt x="2682" y="1133"/>
                </a:cubicBezTo>
                <a:cubicBezTo>
                  <a:pt x="2682" y="1007"/>
                  <a:pt x="2591" y="888"/>
                  <a:pt x="2461" y="856"/>
                </a:cubicBezTo>
                <a:cubicBezTo>
                  <a:pt x="2437" y="852"/>
                  <a:pt x="2418" y="849"/>
                  <a:pt x="2394" y="849"/>
                </a:cubicBezTo>
                <a:close/>
                <a:moveTo>
                  <a:pt x="1345" y="44"/>
                </a:moveTo>
                <a:cubicBezTo>
                  <a:pt x="1522" y="44"/>
                  <a:pt x="1704" y="75"/>
                  <a:pt x="1877" y="127"/>
                </a:cubicBezTo>
                <a:cubicBezTo>
                  <a:pt x="2090" y="190"/>
                  <a:pt x="2311" y="285"/>
                  <a:pt x="2489" y="419"/>
                </a:cubicBezTo>
                <a:cubicBezTo>
                  <a:pt x="2666" y="552"/>
                  <a:pt x="2804" y="723"/>
                  <a:pt x="2860" y="931"/>
                </a:cubicBezTo>
                <a:cubicBezTo>
                  <a:pt x="2878" y="998"/>
                  <a:pt x="2887" y="1065"/>
                  <a:pt x="2887" y="1133"/>
                </a:cubicBezTo>
                <a:cubicBezTo>
                  <a:pt x="2887" y="1333"/>
                  <a:pt x="2807" y="1531"/>
                  <a:pt x="2682" y="1697"/>
                </a:cubicBezTo>
                <a:cubicBezTo>
                  <a:pt x="2552" y="1862"/>
                  <a:pt x="2374" y="1996"/>
                  <a:pt x="2177" y="2067"/>
                </a:cubicBezTo>
                <a:cubicBezTo>
                  <a:pt x="2008" y="2130"/>
                  <a:pt x="1795" y="2161"/>
                  <a:pt x="1573" y="2161"/>
                </a:cubicBezTo>
                <a:cubicBezTo>
                  <a:pt x="1266" y="2161"/>
                  <a:pt x="943" y="2103"/>
                  <a:pt x="667" y="1977"/>
                </a:cubicBezTo>
                <a:cubicBezTo>
                  <a:pt x="532" y="1913"/>
                  <a:pt x="407" y="1835"/>
                  <a:pt x="308" y="1740"/>
                </a:cubicBezTo>
                <a:cubicBezTo>
                  <a:pt x="205" y="1645"/>
                  <a:pt x="126" y="1531"/>
                  <a:pt x="75" y="1404"/>
                </a:cubicBezTo>
                <a:cubicBezTo>
                  <a:pt x="56" y="1349"/>
                  <a:pt x="44" y="1294"/>
                  <a:pt x="44" y="1239"/>
                </a:cubicBezTo>
                <a:cubicBezTo>
                  <a:pt x="44" y="1168"/>
                  <a:pt x="63" y="1105"/>
                  <a:pt x="99" y="1049"/>
                </a:cubicBezTo>
                <a:cubicBezTo>
                  <a:pt x="115" y="1026"/>
                  <a:pt x="134" y="1002"/>
                  <a:pt x="158" y="987"/>
                </a:cubicBezTo>
                <a:cubicBezTo>
                  <a:pt x="181" y="971"/>
                  <a:pt x="205" y="963"/>
                  <a:pt x="233" y="963"/>
                </a:cubicBezTo>
                <a:cubicBezTo>
                  <a:pt x="252" y="963"/>
                  <a:pt x="268" y="967"/>
                  <a:pt x="285" y="971"/>
                </a:cubicBezTo>
                <a:cubicBezTo>
                  <a:pt x="308" y="983"/>
                  <a:pt x="336" y="998"/>
                  <a:pt x="359" y="1018"/>
                </a:cubicBezTo>
                <a:cubicBezTo>
                  <a:pt x="383" y="1038"/>
                  <a:pt x="410" y="1058"/>
                  <a:pt x="434" y="1078"/>
                </a:cubicBezTo>
                <a:cubicBezTo>
                  <a:pt x="485" y="1116"/>
                  <a:pt x="556" y="1144"/>
                  <a:pt x="623" y="1149"/>
                </a:cubicBezTo>
                <a:cubicBezTo>
                  <a:pt x="647" y="1149"/>
                  <a:pt x="667" y="1144"/>
                  <a:pt x="691" y="1136"/>
                </a:cubicBezTo>
                <a:cubicBezTo>
                  <a:pt x="710" y="1129"/>
                  <a:pt x="730" y="1116"/>
                  <a:pt x="745" y="1097"/>
                </a:cubicBezTo>
                <a:cubicBezTo>
                  <a:pt x="778" y="1065"/>
                  <a:pt x="789" y="1026"/>
                  <a:pt x="789" y="987"/>
                </a:cubicBezTo>
                <a:cubicBezTo>
                  <a:pt x="789" y="955"/>
                  <a:pt x="781" y="920"/>
                  <a:pt x="765" y="892"/>
                </a:cubicBezTo>
                <a:cubicBezTo>
                  <a:pt x="754" y="860"/>
                  <a:pt x="734" y="833"/>
                  <a:pt x="710" y="809"/>
                </a:cubicBezTo>
                <a:cubicBezTo>
                  <a:pt x="678" y="778"/>
                  <a:pt x="643" y="750"/>
                  <a:pt x="612" y="723"/>
                </a:cubicBezTo>
                <a:cubicBezTo>
                  <a:pt x="576" y="699"/>
                  <a:pt x="552" y="671"/>
                  <a:pt x="536" y="636"/>
                </a:cubicBezTo>
                <a:cubicBezTo>
                  <a:pt x="525" y="600"/>
                  <a:pt x="517" y="565"/>
                  <a:pt x="517" y="533"/>
                </a:cubicBezTo>
                <a:cubicBezTo>
                  <a:pt x="517" y="470"/>
                  <a:pt x="541" y="415"/>
                  <a:pt x="580" y="359"/>
                </a:cubicBezTo>
                <a:cubicBezTo>
                  <a:pt x="643" y="277"/>
                  <a:pt x="742" y="210"/>
                  <a:pt x="849" y="159"/>
                </a:cubicBezTo>
                <a:cubicBezTo>
                  <a:pt x="951" y="108"/>
                  <a:pt x="1061" y="72"/>
                  <a:pt x="1140" y="60"/>
                </a:cubicBezTo>
                <a:cubicBezTo>
                  <a:pt x="1207" y="48"/>
                  <a:pt x="1274" y="44"/>
                  <a:pt x="1345" y="44"/>
                </a:cubicBezTo>
                <a:close/>
                <a:moveTo>
                  <a:pt x="1345" y="1"/>
                </a:moveTo>
                <a:cubicBezTo>
                  <a:pt x="1274" y="1"/>
                  <a:pt x="1203" y="4"/>
                  <a:pt x="1132" y="17"/>
                </a:cubicBezTo>
                <a:cubicBezTo>
                  <a:pt x="1022" y="37"/>
                  <a:pt x="860" y="92"/>
                  <a:pt x="722" y="179"/>
                </a:cubicBezTo>
                <a:cubicBezTo>
                  <a:pt x="655" y="221"/>
                  <a:pt x="592" y="273"/>
                  <a:pt x="549" y="332"/>
                </a:cubicBezTo>
                <a:cubicBezTo>
                  <a:pt x="501" y="392"/>
                  <a:pt x="474" y="458"/>
                  <a:pt x="474" y="533"/>
                </a:cubicBezTo>
                <a:cubicBezTo>
                  <a:pt x="474" y="572"/>
                  <a:pt x="481" y="612"/>
                  <a:pt x="497" y="652"/>
                </a:cubicBezTo>
                <a:cubicBezTo>
                  <a:pt x="517" y="694"/>
                  <a:pt x="549" y="730"/>
                  <a:pt x="580" y="758"/>
                </a:cubicBezTo>
                <a:cubicBezTo>
                  <a:pt x="616" y="785"/>
                  <a:pt x="651" y="809"/>
                  <a:pt x="678" y="841"/>
                </a:cubicBezTo>
                <a:cubicBezTo>
                  <a:pt x="698" y="860"/>
                  <a:pt x="714" y="884"/>
                  <a:pt x="726" y="907"/>
                </a:cubicBezTo>
                <a:cubicBezTo>
                  <a:pt x="738" y="936"/>
                  <a:pt x="745" y="963"/>
                  <a:pt x="745" y="987"/>
                </a:cubicBezTo>
                <a:cubicBezTo>
                  <a:pt x="745" y="1018"/>
                  <a:pt x="734" y="1045"/>
                  <a:pt x="714" y="1069"/>
                </a:cubicBezTo>
                <a:cubicBezTo>
                  <a:pt x="702" y="1081"/>
                  <a:pt x="691" y="1089"/>
                  <a:pt x="674" y="1093"/>
                </a:cubicBezTo>
                <a:cubicBezTo>
                  <a:pt x="659" y="1101"/>
                  <a:pt x="639" y="1101"/>
                  <a:pt x="623" y="1101"/>
                </a:cubicBezTo>
                <a:cubicBezTo>
                  <a:pt x="620" y="1102"/>
                  <a:pt x="616" y="1102"/>
                  <a:pt x="613" y="1102"/>
                </a:cubicBezTo>
                <a:cubicBezTo>
                  <a:pt x="561" y="1102"/>
                  <a:pt x="502" y="1075"/>
                  <a:pt x="462" y="1042"/>
                </a:cubicBezTo>
                <a:cubicBezTo>
                  <a:pt x="430" y="1018"/>
                  <a:pt x="394" y="987"/>
                  <a:pt x="359" y="963"/>
                </a:cubicBezTo>
                <a:cubicBezTo>
                  <a:pt x="339" y="951"/>
                  <a:pt x="320" y="939"/>
                  <a:pt x="300" y="931"/>
                </a:cubicBezTo>
                <a:cubicBezTo>
                  <a:pt x="281" y="923"/>
                  <a:pt x="257" y="920"/>
                  <a:pt x="233" y="920"/>
                </a:cubicBezTo>
                <a:lnTo>
                  <a:pt x="229" y="920"/>
                </a:lnTo>
                <a:cubicBezTo>
                  <a:pt x="194" y="920"/>
                  <a:pt x="162" y="931"/>
                  <a:pt x="130" y="951"/>
                </a:cubicBezTo>
                <a:cubicBezTo>
                  <a:pt x="103" y="971"/>
                  <a:pt x="79" y="998"/>
                  <a:pt x="63" y="1026"/>
                </a:cubicBezTo>
                <a:cubicBezTo>
                  <a:pt x="21" y="1089"/>
                  <a:pt x="1" y="1164"/>
                  <a:pt x="1" y="1239"/>
                </a:cubicBezTo>
                <a:cubicBezTo>
                  <a:pt x="1" y="1298"/>
                  <a:pt x="16" y="1362"/>
                  <a:pt x="36" y="1416"/>
                </a:cubicBezTo>
                <a:cubicBezTo>
                  <a:pt x="87" y="1555"/>
                  <a:pt x="170" y="1673"/>
                  <a:pt x="276" y="1771"/>
                </a:cubicBezTo>
                <a:cubicBezTo>
                  <a:pt x="434" y="1921"/>
                  <a:pt x="643" y="2032"/>
                  <a:pt x="867" y="2103"/>
                </a:cubicBezTo>
                <a:cubicBezTo>
                  <a:pt x="1096" y="2174"/>
                  <a:pt x="1341" y="2209"/>
                  <a:pt x="1573" y="2209"/>
                </a:cubicBezTo>
                <a:cubicBezTo>
                  <a:pt x="1799" y="2209"/>
                  <a:pt x="2015" y="2174"/>
                  <a:pt x="2189" y="2110"/>
                </a:cubicBezTo>
                <a:cubicBezTo>
                  <a:pt x="2398" y="2035"/>
                  <a:pt x="2579" y="1897"/>
                  <a:pt x="2713" y="1724"/>
                </a:cubicBezTo>
                <a:cubicBezTo>
                  <a:pt x="2847" y="1551"/>
                  <a:pt x="2931" y="1345"/>
                  <a:pt x="2931" y="1133"/>
                </a:cubicBezTo>
                <a:cubicBezTo>
                  <a:pt x="2931" y="1062"/>
                  <a:pt x="2922" y="991"/>
                  <a:pt x="2902" y="920"/>
                </a:cubicBezTo>
                <a:cubicBezTo>
                  <a:pt x="2840" y="699"/>
                  <a:pt x="2698" y="521"/>
                  <a:pt x="2512" y="383"/>
                </a:cubicBezTo>
                <a:cubicBezTo>
                  <a:pt x="2331" y="245"/>
                  <a:pt x="2106" y="146"/>
                  <a:pt x="1890" y="84"/>
                </a:cubicBezTo>
                <a:cubicBezTo>
                  <a:pt x="1712" y="32"/>
                  <a:pt x="1526" y="1"/>
                  <a:pt x="134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0" name="Google Shape;2330;p50"/>
          <p:cNvSpPr/>
          <p:nvPr/>
        </p:nvSpPr>
        <p:spPr>
          <a:xfrm rot="-1274703">
            <a:off x="2006600" y="3684918"/>
            <a:ext cx="1523630" cy="1096223"/>
          </a:xfrm>
          <a:custGeom>
            <a:rect b="b" l="l" r="r" t="t"/>
            <a:pathLst>
              <a:path extrusionOk="0" h="2165" w="3009">
                <a:moveTo>
                  <a:pt x="2389" y="851"/>
                </a:moveTo>
                <a:cubicBezTo>
                  <a:pt x="2408" y="851"/>
                  <a:pt x="2428" y="853"/>
                  <a:pt x="2449" y="858"/>
                </a:cubicBezTo>
                <a:cubicBezTo>
                  <a:pt x="2591" y="893"/>
                  <a:pt x="2678" y="1031"/>
                  <a:pt x="2646" y="1173"/>
                </a:cubicBezTo>
                <a:cubicBezTo>
                  <a:pt x="2619" y="1291"/>
                  <a:pt x="2511" y="1369"/>
                  <a:pt x="2392" y="1369"/>
                </a:cubicBezTo>
                <a:cubicBezTo>
                  <a:pt x="2372" y="1369"/>
                  <a:pt x="2351" y="1367"/>
                  <a:pt x="2330" y="1362"/>
                </a:cubicBezTo>
                <a:cubicBezTo>
                  <a:pt x="2189" y="1327"/>
                  <a:pt x="2101" y="1185"/>
                  <a:pt x="2134" y="1047"/>
                </a:cubicBezTo>
                <a:cubicBezTo>
                  <a:pt x="2164" y="928"/>
                  <a:pt x="2269" y="851"/>
                  <a:pt x="2389" y="851"/>
                </a:cubicBezTo>
                <a:close/>
                <a:moveTo>
                  <a:pt x="1336" y="0"/>
                </a:moveTo>
                <a:cubicBezTo>
                  <a:pt x="1266" y="0"/>
                  <a:pt x="1197" y="5"/>
                  <a:pt x="1128" y="17"/>
                </a:cubicBezTo>
                <a:cubicBezTo>
                  <a:pt x="883" y="57"/>
                  <a:pt x="374" y="290"/>
                  <a:pt x="509" y="625"/>
                </a:cubicBezTo>
                <a:cubicBezTo>
                  <a:pt x="540" y="700"/>
                  <a:pt x="627" y="743"/>
                  <a:pt x="690" y="803"/>
                </a:cubicBezTo>
                <a:cubicBezTo>
                  <a:pt x="758" y="874"/>
                  <a:pt x="789" y="992"/>
                  <a:pt x="722" y="1063"/>
                </a:cubicBezTo>
                <a:cubicBezTo>
                  <a:pt x="693" y="1093"/>
                  <a:pt x="657" y="1105"/>
                  <a:pt x="617" y="1105"/>
                </a:cubicBezTo>
                <a:cubicBezTo>
                  <a:pt x="557" y="1105"/>
                  <a:pt x="492" y="1077"/>
                  <a:pt x="442" y="1039"/>
                </a:cubicBezTo>
                <a:cubicBezTo>
                  <a:pt x="377" y="989"/>
                  <a:pt x="312" y="921"/>
                  <a:pt x="233" y="921"/>
                </a:cubicBezTo>
                <a:cubicBezTo>
                  <a:pt x="230" y="921"/>
                  <a:pt x="227" y="921"/>
                  <a:pt x="225" y="921"/>
                </a:cubicBezTo>
                <a:cubicBezTo>
                  <a:pt x="161" y="921"/>
                  <a:pt x="107" y="964"/>
                  <a:pt x="72" y="1016"/>
                </a:cubicBezTo>
                <a:cubicBezTo>
                  <a:pt x="1" y="1125"/>
                  <a:pt x="4" y="1267"/>
                  <a:pt x="48" y="1389"/>
                </a:cubicBezTo>
                <a:cubicBezTo>
                  <a:pt x="249" y="1921"/>
                  <a:pt x="951" y="2164"/>
                  <a:pt x="1565" y="2164"/>
                </a:cubicBezTo>
                <a:cubicBezTo>
                  <a:pt x="1791" y="2164"/>
                  <a:pt x="2004" y="2132"/>
                  <a:pt x="2177" y="2068"/>
                </a:cubicBezTo>
                <a:cubicBezTo>
                  <a:pt x="2646" y="1899"/>
                  <a:pt x="3009" y="1386"/>
                  <a:pt x="2875" y="905"/>
                </a:cubicBezTo>
                <a:cubicBezTo>
                  <a:pt x="2756" y="475"/>
                  <a:pt x="2311" y="211"/>
                  <a:pt x="1877" y="84"/>
                </a:cubicBezTo>
                <a:cubicBezTo>
                  <a:pt x="1701" y="36"/>
                  <a:pt x="1518" y="0"/>
                  <a:pt x="1336" y="0"/>
                </a:cubicBezTo>
                <a:close/>
              </a:path>
            </a:pathLst>
          </a:custGeom>
          <a:solidFill>
            <a:schemeClr val="accent5"/>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1" name="Google Shape;2331;p50"/>
          <p:cNvSpPr/>
          <p:nvPr/>
        </p:nvSpPr>
        <p:spPr>
          <a:xfrm rot="-1274703">
            <a:off x="2005651" y="3682219"/>
            <a:ext cx="1482108" cy="1118502"/>
          </a:xfrm>
          <a:custGeom>
            <a:rect b="b" l="l" r="r" t="t"/>
            <a:pathLst>
              <a:path extrusionOk="0" h="2209" w="2927">
                <a:moveTo>
                  <a:pt x="2390" y="896"/>
                </a:moveTo>
                <a:cubicBezTo>
                  <a:pt x="2410" y="896"/>
                  <a:pt x="2430" y="896"/>
                  <a:pt x="2450" y="903"/>
                </a:cubicBezTo>
                <a:cubicBezTo>
                  <a:pt x="2561" y="927"/>
                  <a:pt x="2635" y="1029"/>
                  <a:pt x="2635" y="1136"/>
                </a:cubicBezTo>
                <a:cubicBezTo>
                  <a:pt x="2635" y="1151"/>
                  <a:pt x="2635" y="1171"/>
                  <a:pt x="2632" y="1187"/>
                </a:cubicBezTo>
                <a:cubicBezTo>
                  <a:pt x="2616" y="1242"/>
                  <a:pt x="2588" y="1286"/>
                  <a:pt x="2545" y="1317"/>
                </a:cubicBezTo>
                <a:cubicBezTo>
                  <a:pt x="2505" y="1349"/>
                  <a:pt x="2454" y="1369"/>
                  <a:pt x="2399" y="1369"/>
                </a:cubicBezTo>
                <a:cubicBezTo>
                  <a:pt x="2379" y="1369"/>
                  <a:pt x="2363" y="1364"/>
                  <a:pt x="2343" y="1360"/>
                </a:cubicBezTo>
                <a:cubicBezTo>
                  <a:pt x="2229" y="1333"/>
                  <a:pt x="2154" y="1235"/>
                  <a:pt x="2154" y="1128"/>
                </a:cubicBezTo>
                <a:cubicBezTo>
                  <a:pt x="2154" y="1109"/>
                  <a:pt x="2158" y="1093"/>
                  <a:pt x="2162" y="1073"/>
                </a:cubicBezTo>
                <a:cubicBezTo>
                  <a:pt x="2174" y="1022"/>
                  <a:pt x="2206" y="974"/>
                  <a:pt x="2245" y="943"/>
                </a:cubicBezTo>
                <a:cubicBezTo>
                  <a:pt x="2284" y="911"/>
                  <a:pt x="2335" y="896"/>
                  <a:pt x="2390" y="896"/>
                </a:cubicBezTo>
                <a:close/>
                <a:moveTo>
                  <a:pt x="2390" y="852"/>
                </a:moveTo>
                <a:cubicBezTo>
                  <a:pt x="2328" y="852"/>
                  <a:pt x="2264" y="872"/>
                  <a:pt x="2217" y="911"/>
                </a:cubicBezTo>
                <a:cubicBezTo>
                  <a:pt x="2170" y="947"/>
                  <a:pt x="2135" y="1002"/>
                  <a:pt x="2119" y="1065"/>
                </a:cubicBezTo>
                <a:cubicBezTo>
                  <a:pt x="2115" y="1085"/>
                  <a:pt x="2111" y="1109"/>
                  <a:pt x="2111" y="1128"/>
                </a:cubicBezTo>
                <a:cubicBezTo>
                  <a:pt x="2111" y="1254"/>
                  <a:pt x="2201" y="1373"/>
                  <a:pt x="2332" y="1404"/>
                </a:cubicBezTo>
                <a:cubicBezTo>
                  <a:pt x="2355" y="1408"/>
                  <a:pt x="2379" y="1411"/>
                  <a:pt x="2399" y="1411"/>
                </a:cubicBezTo>
                <a:cubicBezTo>
                  <a:pt x="2461" y="1411"/>
                  <a:pt x="2525" y="1393"/>
                  <a:pt x="2572" y="1353"/>
                </a:cubicBezTo>
                <a:cubicBezTo>
                  <a:pt x="2619" y="1317"/>
                  <a:pt x="2659" y="1262"/>
                  <a:pt x="2670" y="1199"/>
                </a:cubicBezTo>
                <a:cubicBezTo>
                  <a:pt x="2679" y="1180"/>
                  <a:pt x="2679" y="1156"/>
                  <a:pt x="2679" y="1136"/>
                </a:cubicBezTo>
                <a:cubicBezTo>
                  <a:pt x="2679" y="1006"/>
                  <a:pt x="2592" y="891"/>
                  <a:pt x="2458" y="860"/>
                </a:cubicBezTo>
                <a:cubicBezTo>
                  <a:pt x="2438" y="852"/>
                  <a:pt x="2414" y="852"/>
                  <a:pt x="2390" y="852"/>
                </a:cubicBezTo>
                <a:close/>
                <a:moveTo>
                  <a:pt x="1342" y="44"/>
                </a:moveTo>
                <a:cubicBezTo>
                  <a:pt x="1520" y="44"/>
                  <a:pt x="1700" y="79"/>
                  <a:pt x="1875" y="126"/>
                </a:cubicBezTo>
                <a:cubicBezTo>
                  <a:pt x="2091" y="190"/>
                  <a:pt x="2308" y="288"/>
                  <a:pt x="2485" y="418"/>
                </a:cubicBezTo>
                <a:cubicBezTo>
                  <a:pt x="2663" y="552"/>
                  <a:pt x="2801" y="722"/>
                  <a:pt x="2856" y="931"/>
                </a:cubicBezTo>
                <a:cubicBezTo>
                  <a:pt x="2876" y="998"/>
                  <a:pt x="2883" y="1069"/>
                  <a:pt x="2883" y="1136"/>
                </a:cubicBezTo>
                <a:cubicBezTo>
                  <a:pt x="2883" y="1337"/>
                  <a:pt x="2805" y="1535"/>
                  <a:pt x="2679" y="1700"/>
                </a:cubicBezTo>
                <a:cubicBezTo>
                  <a:pt x="2548" y="1866"/>
                  <a:pt x="2371" y="1999"/>
                  <a:pt x="2174" y="2070"/>
                </a:cubicBezTo>
                <a:cubicBezTo>
                  <a:pt x="2004" y="2134"/>
                  <a:pt x="1791" y="2165"/>
                  <a:pt x="1571" y="2165"/>
                </a:cubicBezTo>
                <a:cubicBezTo>
                  <a:pt x="1267" y="2165"/>
                  <a:pt x="940" y="2106"/>
                  <a:pt x="668" y="1979"/>
                </a:cubicBezTo>
                <a:cubicBezTo>
                  <a:pt x="530" y="1917"/>
                  <a:pt x="403" y="1837"/>
                  <a:pt x="305" y="1743"/>
                </a:cubicBezTo>
                <a:cubicBezTo>
                  <a:pt x="202" y="1644"/>
                  <a:pt x="124" y="1535"/>
                  <a:pt x="77" y="1404"/>
                </a:cubicBezTo>
                <a:cubicBezTo>
                  <a:pt x="53" y="1353"/>
                  <a:pt x="44" y="1293"/>
                  <a:pt x="44" y="1238"/>
                </a:cubicBezTo>
                <a:cubicBezTo>
                  <a:pt x="44" y="1171"/>
                  <a:pt x="60" y="1104"/>
                  <a:pt x="95" y="1049"/>
                </a:cubicBezTo>
                <a:cubicBezTo>
                  <a:pt x="112" y="1025"/>
                  <a:pt x="131" y="1006"/>
                  <a:pt x="155" y="990"/>
                </a:cubicBezTo>
                <a:cubicBezTo>
                  <a:pt x="179" y="974"/>
                  <a:pt x="202" y="962"/>
                  <a:pt x="230" y="962"/>
                </a:cubicBezTo>
                <a:cubicBezTo>
                  <a:pt x="250" y="962"/>
                  <a:pt x="266" y="967"/>
                  <a:pt x="281" y="974"/>
                </a:cubicBezTo>
                <a:cubicBezTo>
                  <a:pt x="308" y="982"/>
                  <a:pt x="332" y="1002"/>
                  <a:pt x="356" y="1018"/>
                </a:cubicBezTo>
                <a:cubicBezTo>
                  <a:pt x="379" y="1038"/>
                  <a:pt x="408" y="1061"/>
                  <a:pt x="431" y="1080"/>
                </a:cubicBezTo>
                <a:cubicBezTo>
                  <a:pt x="486" y="1120"/>
                  <a:pt x="553" y="1147"/>
                  <a:pt x="621" y="1147"/>
                </a:cubicBezTo>
                <a:cubicBezTo>
                  <a:pt x="644" y="1147"/>
                  <a:pt x="663" y="1144"/>
                  <a:pt x="687" y="1136"/>
                </a:cubicBezTo>
                <a:cubicBezTo>
                  <a:pt x="707" y="1128"/>
                  <a:pt x="727" y="1116"/>
                  <a:pt x="743" y="1100"/>
                </a:cubicBezTo>
                <a:cubicBezTo>
                  <a:pt x="774" y="1069"/>
                  <a:pt x="786" y="1029"/>
                  <a:pt x="786" y="986"/>
                </a:cubicBezTo>
                <a:cubicBezTo>
                  <a:pt x="786" y="954"/>
                  <a:pt x="778" y="923"/>
                  <a:pt x="766" y="891"/>
                </a:cubicBezTo>
                <a:cubicBezTo>
                  <a:pt x="750" y="864"/>
                  <a:pt x="730" y="832"/>
                  <a:pt x="707" y="809"/>
                </a:cubicBezTo>
                <a:cubicBezTo>
                  <a:pt x="676" y="777"/>
                  <a:pt x="640" y="754"/>
                  <a:pt x="608" y="725"/>
                </a:cubicBezTo>
                <a:cubicBezTo>
                  <a:pt x="577" y="698"/>
                  <a:pt x="550" y="671"/>
                  <a:pt x="534" y="635"/>
                </a:cubicBezTo>
                <a:cubicBezTo>
                  <a:pt x="521" y="600"/>
                  <a:pt x="514" y="568"/>
                  <a:pt x="514" y="536"/>
                </a:cubicBezTo>
                <a:cubicBezTo>
                  <a:pt x="514" y="474"/>
                  <a:pt x="537" y="414"/>
                  <a:pt x="581" y="359"/>
                </a:cubicBezTo>
                <a:cubicBezTo>
                  <a:pt x="640" y="281"/>
                  <a:pt x="739" y="210"/>
                  <a:pt x="845" y="158"/>
                </a:cubicBezTo>
                <a:cubicBezTo>
                  <a:pt x="947" y="106"/>
                  <a:pt x="1058" y="75"/>
                  <a:pt x="1136" y="59"/>
                </a:cubicBezTo>
                <a:cubicBezTo>
                  <a:pt x="1204" y="48"/>
                  <a:pt x="1275" y="44"/>
                  <a:pt x="1342" y="44"/>
                </a:cubicBezTo>
                <a:close/>
                <a:moveTo>
                  <a:pt x="1342" y="0"/>
                </a:moveTo>
                <a:cubicBezTo>
                  <a:pt x="1271" y="0"/>
                  <a:pt x="1200" y="4"/>
                  <a:pt x="1129" y="16"/>
                </a:cubicBezTo>
                <a:cubicBezTo>
                  <a:pt x="1018" y="36"/>
                  <a:pt x="857" y="91"/>
                  <a:pt x="719" y="181"/>
                </a:cubicBezTo>
                <a:cubicBezTo>
                  <a:pt x="652" y="225"/>
                  <a:pt x="589" y="276"/>
                  <a:pt x="545" y="335"/>
                </a:cubicBezTo>
                <a:cubicBezTo>
                  <a:pt x="498" y="394"/>
                  <a:pt x="470" y="461"/>
                  <a:pt x="470" y="536"/>
                </a:cubicBezTo>
                <a:cubicBezTo>
                  <a:pt x="470" y="572"/>
                  <a:pt x="479" y="612"/>
                  <a:pt x="494" y="654"/>
                </a:cubicBezTo>
                <a:cubicBezTo>
                  <a:pt x="514" y="698"/>
                  <a:pt x="545" y="730"/>
                  <a:pt x="581" y="758"/>
                </a:cubicBezTo>
                <a:cubicBezTo>
                  <a:pt x="612" y="789"/>
                  <a:pt x="648" y="812"/>
                  <a:pt x="679" y="840"/>
                </a:cubicBezTo>
                <a:cubicBezTo>
                  <a:pt x="699" y="860"/>
                  <a:pt x="715" y="883"/>
                  <a:pt x="727" y="911"/>
                </a:cubicBezTo>
                <a:cubicBezTo>
                  <a:pt x="734" y="935"/>
                  <a:pt x="743" y="962"/>
                  <a:pt x="743" y="986"/>
                </a:cubicBezTo>
                <a:cubicBezTo>
                  <a:pt x="743" y="1018"/>
                  <a:pt x="734" y="1049"/>
                  <a:pt x="711" y="1069"/>
                </a:cubicBezTo>
                <a:cubicBezTo>
                  <a:pt x="699" y="1080"/>
                  <a:pt x="687" y="1089"/>
                  <a:pt x="672" y="1096"/>
                </a:cubicBezTo>
                <a:cubicBezTo>
                  <a:pt x="656" y="1100"/>
                  <a:pt x="640" y="1104"/>
                  <a:pt x="621" y="1104"/>
                </a:cubicBezTo>
                <a:cubicBezTo>
                  <a:pt x="565" y="1104"/>
                  <a:pt x="506" y="1080"/>
                  <a:pt x="459" y="1045"/>
                </a:cubicBezTo>
                <a:cubicBezTo>
                  <a:pt x="427" y="1022"/>
                  <a:pt x="392" y="990"/>
                  <a:pt x="356" y="967"/>
                </a:cubicBezTo>
                <a:cubicBezTo>
                  <a:pt x="337" y="951"/>
                  <a:pt x="321" y="943"/>
                  <a:pt x="297" y="935"/>
                </a:cubicBezTo>
                <a:cubicBezTo>
                  <a:pt x="277" y="927"/>
                  <a:pt x="253" y="919"/>
                  <a:pt x="230" y="919"/>
                </a:cubicBezTo>
                <a:lnTo>
                  <a:pt x="226" y="919"/>
                </a:lnTo>
                <a:lnTo>
                  <a:pt x="226" y="919"/>
                </a:lnTo>
                <a:lnTo>
                  <a:pt x="226" y="919"/>
                </a:lnTo>
                <a:cubicBezTo>
                  <a:pt x="188" y="920"/>
                  <a:pt x="158" y="935"/>
                  <a:pt x="131" y="954"/>
                </a:cubicBezTo>
                <a:cubicBezTo>
                  <a:pt x="100" y="974"/>
                  <a:pt x="77" y="998"/>
                  <a:pt x="60" y="1025"/>
                </a:cubicBezTo>
                <a:cubicBezTo>
                  <a:pt x="17" y="1089"/>
                  <a:pt x="1" y="1164"/>
                  <a:pt x="1" y="1238"/>
                </a:cubicBezTo>
                <a:cubicBezTo>
                  <a:pt x="1" y="1302"/>
                  <a:pt x="13" y="1360"/>
                  <a:pt x="33" y="1420"/>
                </a:cubicBezTo>
                <a:cubicBezTo>
                  <a:pt x="84" y="1558"/>
                  <a:pt x="166" y="1672"/>
                  <a:pt x="273" y="1775"/>
                </a:cubicBezTo>
                <a:cubicBezTo>
                  <a:pt x="431" y="1924"/>
                  <a:pt x="640" y="2031"/>
                  <a:pt x="865" y="2102"/>
                </a:cubicBezTo>
                <a:cubicBezTo>
                  <a:pt x="1094" y="2173"/>
                  <a:pt x="1338" y="2208"/>
                  <a:pt x="1571" y="2208"/>
                </a:cubicBezTo>
                <a:cubicBezTo>
                  <a:pt x="1795" y="2208"/>
                  <a:pt x="2012" y="2177"/>
                  <a:pt x="2190" y="2110"/>
                </a:cubicBezTo>
                <a:cubicBezTo>
                  <a:pt x="2395" y="2035"/>
                  <a:pt x="2580" y="1897"/>
                  <a:pt x="2714" y="1728"/>
                </a:cubicBezTo>
                <a:cubicBezTo>
                  <a:pt x="2845" y="1553"/>
                  <a:pt x="2927" y="1345"/>
                  <a:pt x="2927" y="1136"/>
                </a:cubicBezTo>
                <a:cubicBezTo>
                  <a:pt x="2927" y="1065"/>
                  <a:pt x="2919" y="990"/>
                  <a:pt x="2899" y="923"/>
                </a:cubicBezTo>
                <a:cubicBezTo>
                  <a:pt x="2840" y="702"/>
                  <a:pt x="2694" y="525"/>
                  <a:pt x="2509" y="387"/>
                </a:cubicBezTo>
                <a:cubicBezTo>
                  <a:pt x="2328" y="248"/>
                  <a:pt x="2106" y="150"/>
                  <a:pt x="1886" y="87"/>
                </a:cubicBezTo>
                <a:cubicBezTo>
                  <a:pt x="1709" y="36"/>
                  <a:pt x="1527" y="0"/>
                  <a:pt x="134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2" name="Google Shape;2332;p50"/>
          <p:cNvSpPr/>
          <p:nvPr/>
        </p:nvSpPr>
        <p:spPr>
          <a:xfrm rot="-1274703">
            <a:off x="2570688" y="4523276"/>
            <a:ext cx="234444" cy="195953"/>
          </a:xfrm>
          <a:custGeom>
            <a:rect b="b" l="l" r="r" t="t"/>
            <a:pathLst>
              <a:path extrusionOk="0" h="387" w="463">
                <a:moveTo>
                  <a:pt x="241" y="1"/>
                </a:moveTo>
                <a:cubicBezTo>
                  <a:pt x="207" y="1"/>
                  <a:pt x="172" y="9"/>
                  <a:pt x="139" y="25"/>
                </a:cubicBezTo>
                <a:cubicBezTo>
                  <a:pt x="40" y="76"/>
                  <a:pt x="1" y="195"/>
                  <a:pt x="53" y="289"/>
                </a:cubicBezTo>
                <a:cubicBezTo>
                  <a:pt x="87" y="351"/>
                  <a:pt x="154" y="387"/>
                  <a:pt x="224" y="387"/>
                </a:cubicBezTo>
                <a:cubicBezTo>
                  <a:pt x="258" y="387"/>
                  <a:pt x="292" y="378"/>
                  <a:pt x="324" y="360"/>
                </a:cubicBezTo>
                <a:cubicBezTo>
                  <a:pt x="426" y="309"/>
                  <a:pt x="462" y="191"/>
                  <a:pt x="411" y="100"/>
                </a:cubicBezTo>
                <a:cubicBezTo>
                  <a:pt x="379" y="36"/>
                  <a:pt x="313" y="1"/>
                  <a:pt x="241" y="1"/>
                </a:cubicBez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3" name="Google Shape;2333;p50"/>
          <p:cNvSpPr/>
          <p:nvPr/>
        </p:nvSpPr>
        <p:spPr>
          <a:xfrm rot="-1274703">
            <a:off x="2574975" y="4511206"/>
            <a:ext cx="227861" cy="218232"/>
          </a:xfrm>
          <a:custGeom>
            <a:rect b="b" l="l" r="r" t="t"/>
            <a:pathLst>
              <a:path extrusionOk="0" h="431" w="450">
                <a:moveTo>
                  <a:pt x="233" y="44"/>
                </a:moveTo>
                <a:cubicBezTo>
                  <a:pt x="264" y="44"/>
                  <a:pt x="292" y="52"/>
                  <a:pt x="319" y="68"/>
                </a:cubicBezTo>
                <a:cubicBezTo>
                  <a:pt x="346" y="84"/>
                  <a:pt x="370" y="103"/>
                  <a:pt x="386" y="131"/>
                </a:cubicBezTo>
                <a:cubicBezTo>
                  <a:pt x="398" y="159"/>
                  <a:pt x="406" y="183"/>
                  <a:pt x="406" y="210"/>
                </a:cubicBezTo>
                <a:cubicBezTo>
                  <a:pt x="406" y="273"/>
                  <a:pt x="370" y="332"/>
                  <a:pt x="308" y="363"/>
                </a:cubicBezTo>
                <a:cubicBezTo>
                  <a:pt x="275" y="379"/>
                  <a:pt x="248" y="387"/>
                  <a:pt x="217" y="387"/>
                </a:cubicBezTo>
                <a:cubicBezTo>
                  <a:pt x="186" y="387"/>
                  <a:pt x="153" y="379"/>
                  <a:pt x="126" y="363"/>
                </a:cubicBezTo>
                <a:cubicBezTo>
                  <a:pt x="102" y="348"/>
                  <a:pt x="79" y="328"/>
                  <a:pt x="63" y="301"/>
                </a:cubicBezTo>
                <a:cubicBezTo>
                  <a:pt x="51" y="277"/>
                  <a:pt x="44" y="250"/>
                  <a:pt x="44" y="221"/>
                </a:cubicBezTo>
                <a:cubicBezTo>
                  <a:pt x="44" y="163"/>
                  <a:pt x="79" y="99"/>
                  <a:pt x="142" y="68"/>
                </a:cubicBezTo>
                <a:cubicBezTo>
                  <a:pt x="169" y="52"/>
                  <a:pt x="201" y="44"/>
                  <a:pt x="233" y="44"/>
                </a:cubicBezTo>
                <a:close/>
                <a:moveTo>
                  <a:pt x="233" y="1"/>
                </a:moveTo>
                <a:cubicBezTo>
                  <a:pt x="193" y="1"/>
                  <a:pt x="157" y="8"/>
                  <a:pt x="122" y="28"/>
                </a:cubicBezTo>
                <a:cubicBezTo>
                  <a:pt x="44" y="68"/>
                  <a:pt x="0" y="147"/>
                  <a:pt x="0" y="221"/>
                </a:cubicBezTo>
                <a:cubicBezTo>
                  <a:pt x="0" y="257"/>
                  <a:pt x="8" y="289"/>
                  <a:pt x="24" y="321"/>
                </a:cubicBezTo>
                <a:cubicBezTo>
                  <a:pt x="44" y="356"/>
                  <a:pt x="75" y="383"/>
                  <a:pt x="106" y="403"/>
                </a:cubicBezTo>
                <a:cubicBezTo>
                  <a:pt x="138" y="423"/>
                  <a:pt x="177" y="431"/>
                  <a:pt x="217" y="431"/>
                </a:cubicBezTo>
                <a:cubicBezTo>
                  <a:pt x="252" y="431"/>
                  <a:pt x="292" y="423"/>
                  <a:pt x="327" y="403"/>
                </a:cubicBezTo>
                <a:cubicBezTo>
                  <a:pt x="402" y="363"/>
                  <a:pt x="450" y="289"/>
                  <a:pt x="450" y="210"/>
                </a:cubicBezTo>
                <a:cubicBezTo>
                  <a:pt x="450" y="179"/>
                  <a:pt x="441" y="143"/>
                  <a:pt x="422" y="112"/>
                </a:cubicBezTo>
                <a:cubicBezTo>
                  <a:pt x="402" y="76"/>
                  <a:pt x="375" y="48"/>
                  <a:pt x="343" y="28"/>
                </a:cubicBezTo>
                <a:cubicBezTo>
                  <a:pt x="308" y="13"/>
                  <a:pt x="268" y="1"/>
                  <a:pt x="233"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4" name="Google Shape;2334;p50"/>
          <p:cNvSpPr/>
          <p:nvPr/>
        </p:nvSpPr>
        <p:spPr>
          <a:xfrm rot="-1274703">
            <a:off x="2828167" y="4381517"/>
            <a:ext cx="250141" cy="224814"/>
          </a:xfrm>
          <a:custGeom>
            <a:rect b="b" l="l" r="r" t="t"/>
            <a:pathLst>
              <a:path extrusionOk="0" h="444" w="494">
                <a:moveTo>
                  <a:pt x="242" y="0"/>
                </a:moveTo>
                <a:cubicBezTo>
                  <a:pt x="143" y="0"/>
                  <a:pt x="52" y="69"/>
                  <a:pt x="28" y="169"/>
                </a:cubicBezTo>
                <a:cubicBezTo>
                  <a:pt x="1" y="287"/>
                  <a:pt x="75" y="406"/>
                  <a:pt x="198" y="437"/>
                </a:cubicBezTo>
                <a:cubicBezTo>
                  <a:pt x="216" y="441"/>
                  <a:pt x="235" y="443"/>
                  <a:pt x="252" y="443"/>
                </a:cubicBezTo>
                <a:cubicBezTo>
                  <a:pt x="354" y="443"/>
                  <a:pt x="443" y="377"/>
                  <a:pt x="466" y="276"/>
                </a:cubicBezTo>
                <a:cubicBezTo>
                  <a:pt x="494" y="158"/>
                  <a:pt x="419" y="35"/>
                  <a:pt x="297" y="7"/>
                </a:cubicBezTo>
                <a:cubicBezTo>
                  <a:pt x="279" y="3"/>
                  <a:pt x="260" y="0"/>
                  <a:pt x="242" y="0"/>
                </a:cubicBezTo>
                <a:close/>
              </a:path>
            </a:pathLst>
          </a:custGeom>
          <a:solidFill>
            <a:schemeClr val="accent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5" name="Google Shape;2335;p50"/>
          <p:cNvSpPr/>
          <p:nvPr/>
        </p:nvSpPr>
        <p:spPr>
          <a:xfrm rot="-1274703">
            <a:off x="2828259" y="4370867"/>
            <a:ext cx="250141" cy="246587"/>
          </a:xfrm>
          <a:custGeom>
            <a:rect b="b" l="l" r="r" t="t"/>
            <a:pathLst>
              <a:path extrusionOk="0" h="487" w="494">
                <a:moveTo>
                  <a:pt x="246" y="44"/>
                </a:moveTo>
                <a:cubicBezTo>
                  <a:pt x="261" y="44"/>
                  <a:pt x="277" y="44"/>
                  <a:pt x="293" y="48"/>
                </a:cubicBezTo>
                <a:cubicBezTo>
                  <a:pt x="388" y="72"/>
                  <a:pt x="450" y="155"/>
                  <a:pt x="450" y="245"/>
                </a:cubicBezTo>
                <a:cubicBezTo>
                  <a:pt x="450" y="261"/>
                  <a:pt x="450" y="277"/>
                  <a:pt x="446" y="292"/>
                </a:cubicBezTo>
                <a:cubicBezTo>
                  <a:pt x="435" y="336"/>
                  <a:pt x="411" y="376"/>
                  <a:pt x="375" y="399"/>
                </a:cubicBezTo>
                <a:cubicBezTo>
                  <a:pt x="340" y="427"/>
                  <a:pt x="297" y="443"/>
                  <a:pt x="253" y="443"/>
                </a:cubicBezTo>
                <a:cubicBezTo>
                  <a:pt x="237" y="443"/>
                  <a:pt x="217" y="443"/>
                  <a:pt x="202" y="439"/>
                </a:cubicBezTo>
                <a:cubicBezTo>
                  <a:pt x="107" y="415"/>
                  <a:pt x="44" y="328"/>
                  <a:pt x="44" y="237"/>
                </a:cubicBezTo>
                <a:cubicBezTo>
                  <a:pt x="44" y="226"/>
                  <a:pt x="48" y="210"/>
                  <a:pt x="48" y="194"/>
                </a:cubicBezTo>
                <a:cubicBezTo>
                  <a:pt x="60" y="150"/>
                  <a:pt x="88" y="112"/>
                  <a:pt x="119" y="84"/>
                </a:cubicBezTo>
                <a:cubicBezTo>
                  <a:pt x="155" y="56"/>
                  <a:pt x="198" y="44"/>
                  <a:pt x="246" y="44"/>
                </a:cubicBezTo>
                <a:close/>
                <a:moveTo>
                  <a:pt x="246" y="1"/>
                </a:moveTo>
                <a:cubicBezTo>
                  <a:pt x="190" y="1"/>
                  <a:pt x="135" y="17"/>
                  <a:pt x="95" y="48"/>
                </a:cubicBezTo>
                <a:cubicBezTo>
                  <a:pt x="52" y="84"/>
                  <a:pt x="20" y="127"/>
                  <a:pt x="9" y="186"/>
                </a:cubicBezTo>
                <a:cubicBezTo>
                  <a:pt x="4" y="202"/>
                  <a:pt x="1" y="221"/>
                  <a:pt x="1" y="237"/>
                </a:cubicBezTo>
                <a:cubicBezTo>
                  <a:pt x="1" y="352"/>
                  <a:pt x="80" y="450"/>
                  <a:pt x="194" y="478"/>
                </a:cubicBezTo>
                <a:cubicBezTo>
                  <a:pt x="213" y="486"/>
                  <a:pt x="233" y="486"/>
                  <a:pt x="253" y="486"/>
                </a:cubicBezTo>
                <a:cubicBezTo>
                  <a:pt x="308" y="486"/>
                  <a:pt x="359" y="467"/>
                  <a:pt x="403" y="434"/>
                </a:cubicBezTo>
                <a:cubicBezTo>
                  <a:pt x="442" y="403"/>
                  <a:pt x="474" y="356"/>
                  <a:pt x="490" y="301"/>
                </a:cubicBezTo>
                <a:cubicBezTo>
                  <a:pt x="494" y="281"/>
                  <a:pt x="494" y="265"/>
                  <a:pt x="494" y="245"/>
                </a:cubicBezTo>
                <a:cubicBezTo>
                  <a:pt x="494" y="135"/>
                  <a:pt x="419" y="32"/>
                  <a:pt x="304" y="5"/>
                </a:cubicBezTo>
                <a:cubicBezTo>
                  <a:pt x="284" y="1"/>
                  <a:pt x="265" y="1"/>
                  <a:pt x="246"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6" name="Google Shape;2336;p50"/>
          <p:cNvSpPr/>
          <p:nvPr/>
        </p:nvSpPr>
        <p:spPr>
          <a:xfrm rot="-1274693">
            <a:off x="2266808" y="2437732"/>
            <a:ext cx="228368" cy="187345"/>
          </a:xfrm>
          <a:custGeom>
            <a:rect b="b" l="l" r="r" t="t"/>
            <a:pathLst>
              <a:path extrusionOk="0" h="370" w="451">
                <a:moveTo>
                  <a:pt x="208" y="0"/>
                </a:moveTo>
                <a:cubicBezTo>
                  <a:pt x="119" y="0"/>
                  <a:pt x="40" y="53"/>
                  <a:pt x="21" y="137"/>
                </a:cubicBezTo>
                <a:cubicBezTo>
                  <a:pt x="1" y="237"/>
                  <a:pt x="72" y="335"/>
                  <a:pt x="182" y="362"/>
                </a:cubicBezTo>
                <a:cubicBezTo>
                  <a:pt x="201" y="367"/>
                  <a:pt x="220" y="369"/>
                  <a:pt x="238" y="369"/>
                </a:cubicBezTo>
                <a:cubicBezTo>
                  <a:pt x="329" y="369"/>
                  <a:pt x="407" y="315"/>
                  <a:pt x="427" y="232"/>
                </a:cubicBezTo>
                <a:cubicBezTo>
                  <a:pt x="450" y="133"/>
                  <a:pt x="379" y="31"/>
                  <a:pt x="265" y="8"/>
                </a:cubicBezTo>
                <a:cubicBezTo>
                  <a:pt x="246" y="3"/>
                  <a:pt x="227" y="0"/>
                  <a:pt x="208" y="0"/>
                </a:cubicBezTo>
                <a:close/>
              </a:path>
            </a:pathLst>
          </a:custGeom>
          <a:solidFill>
            <a:schemeClr val="accen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7" name="Google Shape;2337;p50"/>
          <p:cNvSpPr/>
          <p:nvPr/>
        </p:nvSpPr>
        <p:spPr>
          <a:xfrm rot="-1274693">
            <a:off x="2265272" y="2425488"/>
            <a:ext cx="231912" cy="211650"/>
          </a:xfrm>
          <a:custGeom>
            <a:rect b="b" l="l" r="r" t="t"/>
            <a:pathLst>
              <a:path extrusionOk="0" h="418" w="458">
                <a:moveTo>
                  <a:pt x="213" y="43"/>
                </a:moveTo>
                <a:cubicBezTo>
                  <a:pt x="232" y="43"/>
                  <a:pt x="248" y="48"/>
                  <a:pt x="264" y="51"/>
                </a:cubicBezTo>
                <a:cubicBezTo>
                  <a:pt x="308" y="63"/>
                  <a:pt x="346" y="86"/>
                  <a:pt x="370" y="114"/>
                </a:cubicBezTo>
                <a:cubicBezTo>
                  <a:pt x="398" y="146"/>
                  <a:pt x="414" y="181"/>
                  <a:pt x="414" y="221"/>
                </a:cubicBezTo>
                <a:cubicBezTo>
                  <a:pt x="414" y="232"/>
                  <a:pt x="410" y="241"/>
                  <a:pt x="410" y="252"/>
                </a:cubicBezTo>
                <a:cubicBezTo>
                  <a:pt x="402" y="288"/>
                  <a:pt x="379" y="319"/>
                  <a:pt x="350" y="339"/>
                </a:cubicBezTo>
                <a:cubicBezTo>
                  <a:pt x="319" y="359"/>
                  <a:pt x="284" y="370"/>
                  <a:pt x="240" y="370"/>
                </a:cubicBezTo>
                <a:cubicBezTo>
                  <a:pt x="224" y="370"/>
                  <a:pt x="208" y="370"/>
                  <a:pt x="193" y="367"/>
                </a:cubicBezTo>
                <a:cubicBezTo>
                  <a:pt x="146" y="355"/>
                  <a:pt x="110" y="331"/>
                  <a:pt x="82" y="299"/>
                </a:cubicBezTo>
                <a:cubicBezTo>
                  <a:pt x="59" y="272"/>
                  <a:pt x="43" y="232"/>
                  <a:pt x="43" y="197"/>
                </a:cubicBezTo>
                <a:cubicBezTo>
                  <a:pt x="43" y="185"/>
                  <a:pt x="43" y="177"/>
                  <a:pt x="47" y="166"/>
                </a:cubicBezTo>
                <a:cubicBezTo>
                  <a:pt x="55" y="130"/>
                  <a:pt x="75" y="99"/>
                  <a:pt x="106" y="79"/>
                </a:cubicBezTo>
                <a:cubicBezTo>
                  <a:pt x="134" y="59"/>
                  <a:pt x="173" y="43"/>
                  <a:pt x="213" y="43"/>
                </a:cubicBezTo>
                <a:close/>
                <a:moveTo>
                  <a:pt x="213" y="0"/>
                </a:moveTo>
                <a:cubicBezTo>
                  <a:pt x="166" y="0"/>
                  <a:pt x="118" y="15"/>
                  <a:pt x="79" y="43"/>
                </a:cubicBezTo>
                <a:cubicBezTo>
                  <a:pt x="43" y="71"/>
                  <a:pt x="15" y="106"/>
                  <a:pt x="4" y="154"/>
                </a:cubicBezTo>
                <a:cubicBezTo>
                  <a:pt x="0" y="170"/>
                  <a:pt x="0" y="181"/>
                  <a:pt x="0" y="197"/>
                </a:cubicBezTo>
                <a:cubicBezTo>
                  <a:pt x="0" y="244"/>
                  <a:pt x="19" y="292"/>
                  <a:pt x="51" y="331"/>
                </a:cubicBezTo>
                <a:cubicBezTo>
                  <a:pt x="82" y="367"/>
                  <a:pt x="126" y="394"/>
                  <a:pt x="181" y="410"/>
                </a:cubicBezTo>
                <a:cubicBezTo>
                  <a:pt x="201" y="414"/>
                  <a:pt x="221" y="418"/>
                  <a:pt x="240" y="418"/>
                </a:cubicBezTo>
                <a:cubicBezTo>
                  <a:pt x="292" y="418"/>
                  <a:pt x="339" y="402"/>
                  <a:pt x="374" y="374"/>
                </a:cubicBezTo>
                <a:cubicBezTo>
                  <a:pt x="414" y="347"/>
                  <a:pt x="441" y="312"/>
                  <a:pt x="453" y="264"/>
                </a:cubicBezTo>
                <a:cubicBezTo>
                  <a:pt x="453" y="248"/>
                  <a:pt x="457" y="232"/>
                  <a:pt x="457" y="221"/>
                </a:cubicBezTo>
                <a:cubicBezTo>
                  <a:pt x="457" y="173"/>
                  <a:pt x="437" y="126"/>
                  <a:pt x="406" y="86"/>
                </a:cubicBezTo>
                <a:cubicBezTo>
                  <a:pt x="374" y="51"/>
                  <a:pt x="327" y="24"/>
                  <a:pt x="276" y="8"/>
                </a:cubicBezTo>
                <a:cubicBezTo>
                  <a:pt x="256" y="4"/>
                  <a:pt x="232" y="0"/>
                  <a:pt x="21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8" name="Google Shape;2338;p50"/>
          <p:cNvSpPr/>
          <p:nvPr/>
        </p:nvSpPr>
        <p:spPr>
          <a:xfrm rot="-1274703">
            <a:off x="3038914" y="4240752"/>
            <a:ext cx="128615" cy="93673"/>
          </a:xfrm>
          <a:custGeom>
            <a:rect b="b" l="l" r="r" t="t"/>
            <a:pathLst>
              <a:path extrusionOk="0" h="185" w="254">
                <a:moveTo>
                  <a:pt x="27" y="1"/>
                </a:moveTo>
                <a:cubicBezTo>
                  <a:pt x="25" y="1"/>
                  <a:pt x="22" y="1"/>
                  <a:pt x="20" y="2"/>
                </a:cubicBezTo>
                <a:cubicBezTo>
                  <a:pt x="8" y="6"/>
                  <a:pt x="1" y="18"/>
                  <a:pt x="4" y="30"/>
                </a:cubicBezTo>
                <a:cubicBezTo>
                  <a:pt x="20" y="73"/>
                  <a:pt x="48" y="113"/>
                  <a:pt x="88" y="141"/>
                </a:cubicBezTo>
                <a:cubicBezTo>
                  <a:pt x="123" y="168"/>
                  <a:pt x="170" y="184"/>
                  <a:pt x="217" y="184"/>
                </a:cubicBezTo>
                <a:lnTo>
                  <a:pt x="233" y="184"/>
                </a:lnTo>
                <a:cubicBezTo>
                  <a:pt x="245" y="184"/>
                  <a:pt x="253" y="172"/>
                  <a:pt x="253" y="160"/>
                </a:cubicBezTo>
                <a:cubicBezTo>
                  <a:pt x="253" y="148"/>
                  <a:pt x="241" y="141"/>
                  <a:pt x="230" y="141"/>
                </a:cubicBezTo>
                <a:lnTo>
                  <a:pt x="217" y="141"/>
                </a:lnTo>
                <a:cubicBezTo>
                  <a:pt x="182" y="141"/>
                  <a:pt x="143" y="129"/>
                  <a:pt x="111" y="106"/>
                </a:cubicBezTo>
                <a:cubicBezTo>
                  <a:pt x="79" y="82"/>
                  <a:pt x="55" y="50"/>
                  <a:pt x="44" y="15"/>
                </a:cubicBezTo>
                <a:cubicBezTo>
                  <a:pt x="44" y="5"/>
                  <a:pt x="35" y="1"/>
                  <a:pt x="27"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9" name="Google Shape;2339;p50"/>
          <p:cNvSpPr/>
          <p:nvPr/>
        </p:nvSpPr>
        <p:spPr>
          <a:xfrm rot="-1274703">
            <a:off x="3260303" y="4272561"/>
            <a:ext cx="96208" cy="47089"/>
          </a:xfrm>
          <a:custGeom>
            <a:rect b="b" l="l" r="r" t="t"/>
            <a:pathLst>
              <a:path extrusionOk="0" h="93" w="190">
                <a:moveTo>
                  <a:pt x="166" y="0"/>
                </a:moveTo>
                <a:cubicBezTo>
                  <a:pt x="160" y="0"/>
                  <a:pt x="154" y="2"/>
                  <a:pt x="150" y="6"/>
                </a:cubicBezTo>
                <a:cubicBezTo>
                  <a:pt x="126" y="33"/>
                  <a:pt x="91" y="49"/>
                  <a:pt x="55" y="49"/>
                </a:cubicBezTo>
                <a:cubicBezTo>
                  <a:pt x="48" y="49"/>
                  <a:pt x="40" y="46"/>
                  <a:pt x="28" y="46"/>
                </a:cubicBezTo>
                <a:cubicBezTo>
                  <a:pt x="26" y="45"/>
                  <a:pt x="23" y="44"/>
                  <a:pt x="21" y="44"/>
                </a:cubicBezTo>
                <a:cubicBezTo>
                  <a:pt x="12" y="44"/>
                  <a:pt x="4" y="51"/>
                  <a:pt x="4" y="61"/>
                </a:cubicBezTo>
                <a:cubicBezTo>
                  <a:pt x="0" y="73"/>
                  <a:pt x="8" y="84"/>
                  <a:pt x="20" y="88"/>
                </a:cubicBezTo>
                <a:cubicBezTo>
                  <a:pt x="32" y="88"/>
                  <a:pt x="44" y="93"/>
                  <a:pt x="55" y="93"/>
                </a:cubicBezTo>
                <a:cubicBezTo>
                  <a:pt x="103" y="93"/>
                  <a:pt x="150" y="73"/>
                  <a:pt x="182" y="37"/>
                </a:cubicBezTo>
                <a:cubicBezTo>
                  <a:pt x="190" y="29"/>
                  <a:pt x="190" y="13"/>
                  <a:pt x="182" y="6"/>
                </a:cubicBezTo>
                <a:cubicBezTo>
                  <a:pt x="178" y="2"/>
                  <a:pt x="172" y="0"/>
                  <a:pt x="166"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0" name="Google Shape;2340;p50"/>
          <p:cNvSpPr/>
          <p:nvPr/>
        </p:nvSpPr>
        <p:spPr>
          <a:xfrm rot="-1274703">
            <a:off x="2991029" y="4435218"/>
            <a:ext cx="24812" cy="72406"/>
          </a:xfrm>
          <a:custGeom>
            <a:rect b="b" l="l" r="r" t="t"/>
            <a:pathLst>
              <a:path extrusionOk="0" h="143" w="49">
                <a:moveTo>
                  <a:pt x="1" y="1"/>
                </a:moveTo>
                <a:lnTo>
                  <a:pt x="28" y="142"/>
                </a:lnTo>
                <a:cubicBezTo>
                  <a:pt x="48" y="95"/>
                  <a:pt x="37" y="40"/>
                  <a:pt x="1" y="1"/>
                </a:cubicBezTo>
                <a:close/>
              </a:path>
            </a:pathLst>
          </a:custGeom>
          <a:solidFill>
            <a:srgbClr val="FFF2A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1" name="Google Shape;2341;p50"/>
          <p:cNvSpPr/>
          <p:nvPr/>
        </p:nvSpPr>
        <p:spPr>
          <a:xfrm rot="-1274703">
            <a:off x="2979480" y="4425105"/>
            <a:ext cx="42534" cy="94179"/>
          </a:xfrm>
          <a:custGeom>
            <a:rect b="b" l="l" r="r" t="t"/>
            <a:pathLst>
              <a:path extrusionOk="0" h="186" w="84">
                <a:moveTo>
                  <a:pt x="26" y="1"/>
                </a:moveTo>
                <a:cubicBezTo>
                  <a:pt x="21" y="1"/>
                  <a:pt x="16" y="3"/>
                  <a:pt x="12" y="6"/>
                </a:cubicBezTo>
                <a:cubicBezTo>
                  <a:pt x="0" y="15"/>
                  <a:pt x="0" y="26"/>
                  <a:pt x="9" y="39"/>
                </a:cubicBezTo>
                <a:cubicBezTo>
                  <a:pt x="28" y="58"/>
                  <a:pt x="40" y="90"/>
                  <a:pt x="40" y="117"/>
                </a:cubicBezTo>
                <a:cubicBezTo>
                  <a:pt x="40" y="133"/>
                  <a:pt x="36" y="145"/>
                  <a:pt x="32" y="157"/>
                </a:cubicBezTo>
                <a:cubicBezTo>
                  <a:pt x="28" y="168"/>
                  <a:pt x="32" y="181"/>
                  <a:pt x="44" y="184"/>
                </a:cubicBezTo>
                <a:cubicBezTo>
                  <a:pt x="47" y="185"/>
                  <a:pt x="50" y="186"/>
                  <a:pt x="52" y="186"/>
                </a:cubicBezTo>
                <a:cubicBezTo>
                  <a:pt x="61" y="186"/>
                  <a:pt x="68" y="181"/>
                  <a:pt x="71" y="172"/>
                </a:cubicBezTo>
                <a:cubicBezTo>
                  <a:pt x="80" y="157"/>
                  <a:pt x="83" y="137"/>
                  <a:pt x="83" y="117"/>
                </a:cubicBezTo>
                <a:cubicBezTo>
                  <a:pt x="83" y="77"/>
                  <a:pt x="67" y="39"/>
                  <a:pt x="40" y="6"/>
                </a:cubicBezTo>
                <a:cubicBezTo>
                  <a:pt x="36" y="3"/>
                  <a:pt x="31" y="1"/>
                  <a:pt x="26"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2" name="Google Shape;2342;p50"/>
          <p:cNvSpPr/>
          <p:nvPr/>
        </p:nvSpPr>
        <p:spPr>
          <a:xfrm rot="-1274703">
            <a:off x="2704457" y="4552306"/>
            <a:ext cx="22786" cy="38482"/>
          </a:xfrm>
          <a:custGeom>
            <a:rect b="b" l="l" r="r" t="t"/>
            <a:pathLst>
              <a:path extrusionOk="0" h="76" w="45">
                <a:moveTo>
                  <a:pt x="1" y="1"/>
                </a:moveTo>
                <a:lnTo>
                  <a:pt x="1" y="1"/>
                </a:lnTo>
                <a:cubicBezTo>
                  <a:pt x="12" y="28"/>
                  <a:pt x="28" y="52"/>
                  <a:pt x="44" y="76"/>
                </a:cubicBezTo>
                <a:lnTo>
                  <a:pt x="1" y="1"/>
                </a:lnTo>
                <a:close/>
              </a:path>
            </a:pathLst>
          </a:custGeom>
          <a:solidFill>
            <a:srgbClr val="FFF2A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3" name="Google Shape;2343;p50"/>
          <p:cNvSpPr/>
          <p:nvPr/>
        </p:nvSpPr>
        <p:spPr>
          <a:xfrm rot="-1274703">
            <a:off x="2691130" y="4541988"/>
            <a:ext cx="48104" cy="61267"/>
          </a:xfrm>
          <a:custGeom>
            <a:rect b="b" l="l" r="r" t="t"/>
            <a:pathLst>
              <a:path extrusionOk="0" h="121" w="95">
                <a:moveTo>
                  <a:pt x="25" y="0"/>
                </a:moveTo>
                <a:cubicBezTo>
                  <a:pt x="22" y="0"/>
                  <a:pt x="19" y="1"/>
                  <a:pt x="15" y="2"/>
                </a:cubicBezTo>
                <a:cubicBezTo>
                  <a:pt x="4" y="10"/>
                  <a:pt x="0" y="22"/>
                  <a:pt x="8" y="33"/>
                </a:cubicBezTo>
                <a:cubicBezTo>
                  <a:pt x="24" y="57"/>
                  <a:pt x="35" y="84"/>
                  <a:pt x="51" y="108"/>
                </a:cubicBezTo>
                <a:cubicBezTo>
                  <a:pt x="54" y="116"/>
                  <a:pt x="62" y="120"/>
                  <a:pt x="70" y="120"/>
                </a:cubicBezTo>
                <a:cubicBezTo>
                  <a:pt x="74" y="120"/>
                  <a:pt x="79" y="119"/>
                  <a:pt x="83" y="116"/>
                </a:cubicBezTo>
                <a:cubicBezTo>
                  <a:pt x="91" y="112"/>
                  <a:pt x="95" y="97"/>
                  <a:pt x="91" y="88"/>
                </a:cubicBezTo>
                <a:cubicBezTo>
                  <a:pt x="75" y="61"/>
                  <a:pt x="59" y="37"/>
                  <a:pt x="44" y="10"/>
                </a:cubicBezTo>
                <a:cubicBezTo>
                  <a:pt x="40" y="4"/>
                  <a:pt x="33" y="0"/>
                  <a:pt x="2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4" name="Google Shape;2344;p50"/>
          <p:cNvSpPr/>
          <p:nvPr/>
        </p:nvSpPr>
        <p:spPr>
          <a:xfrm rot="-1274693">
            <a:off x="2360007" y="2552475"/>
            <a:ext cx="78486" cy="12658"/>
          </a:xfrm>
          <a:custGeom>
            <a:rect b="b" l="l" r="r" t="t"/>
            <a:pathLst>
              <a:path extrusionOk="0" h="25" w="155">
                <a:moveTo>
                  <a:pt x="1" y="1"/>
                </a:moveTo>
                <a:lnTo>
                  <a:pt x="1" y="1"/>
                </a:lnTo>
                <a:cubicBezTo>
                  <a:pt x="28" y="16"/>
                  <a:pt x="59" y="24"/>
                  <a:pt x="90" y="24"/>
                </a:cubicBezTo>
                <a:cubicBezTo>
                  <a:pt x="112" y="24"/>
                  <a:pt x="134" y="20"/>
                  <a:pt x="154" y="12"/>
                </a:cubicBezTo>
                <a:lnTo>
                  <a:pt x="1" y="1"/>
                </a:lnTo>
                <a:close/>
              </a:path>
            </a:pathLst>
          </a:custGeom>
          <a:solidFill>
            <a:srgbClr val="FFF2A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5" name="Google Shape;2345;p50"/>
          <p:cNvSpPr/>
          <p:nvPr/>
        </p:nvSpPr>
        <p:spPr>
          <a:xfrm rot="-1274693">
            <a:off x="2348017" y="2541020"/>
            <a:ext cx="103803" cy="33418"/>
          </a:xfrm>
          <a:custGeom>
            <a:rect b="b" l="l" r="r" t="t"/>
            <a:pathLst>
              <a:path extrusionOk="0" h="66" w="205">
                <a:moveTo>
                  <a:pt x="24" y="0"/>
                </a:moveTo>
                <a:cubicBezTo>
                  <a:pt x="17" y="0"/>
                  <a:pt x="10" y="3"/>
                  <a:pt x="8" y="10"/>
                </a:cubicBezTo>
                <a:cubicBezTo>
                  <a:pt x="0" y="23"/>
                  <a:pt x="4" y="34"/>
                  <a:pt x="15" y="41"/>
                </a:cubicBezTo>
                <a:cubicBezTo>
                  <a:pt x="43" y="58"/>
                  <a:pt x="79" y="65"/>
                  <a:pt x="114" y="65"/>
                </a:cubicBezTo>
                <a:cubicBezTo>
                  <a:pt x="137" y="65"/>
                  <a:pt x="161" y="61"/>
                  <a:pt x="185" y="54"/>
                </a:cubicBezTo>
                <a:cubicBezTo>
                  <a:pt x="197" y="50"/>
                  <a:pt x="204" y="34"/>
                  <a:pt x="197" y="23"/>
                </a:cubicBezTo>
                <a:cubicBezTo>
                  <a:pt x="194" y="16"/>
                  <a:pt x="187" y="11"/>
                  <a:pt x="179" y="11"/>
                </a:cubicBezTo>
                <a:cubicBezTo>
                  <a:pt x="176" y="11"/>
                  <a:pt x="173" y="12"/>
                  <a:pt x="169" y="14"/>
                </a:cubicBezTo>
                <a:cubicBezTo>
                  <a:pt x="153" y="18"/>
                  <a:pt x="134" y="23"/>
                  <a:pt x="114" y="23"/>
                </a:cubicBezTo>
                <a:cubicBezTo>
                  <a:pt x="86" y="23"/>
                  <a:pt x="59" y="18"/>
                  <a:pt x="35" y="3"/>
                </a:cubicBezTo>
                <a:cubicBezTo>
                  <a:pt x="32" y="1"/>
                  <a:pt x="28" y="0"/>
                  <a:pt x="2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6" name="Google Shape;2346;p50"/>
          <p:cNvSpPr/>
          <p:nvPr/>
        </p:nvSpPr>
        <p:spPr>
          <a:xfrm rot="-1274703">
            <a:off x="2124482" y="3879634"/>
            <a:ext cx="1030437" cy="162028"/>
          </a:xfrm>
          <a:custGeom>
            <a:rect b="b" l="l" r="r" t="t"/>
            <a:pathLst>
              <a:path extrusionOk="0" h="320" w="2035">
                <a:moveTo>
                  <a:pt x="13" y="1"/>
                </a:moveTo>
                <a:lnTo>
                  <a:pt x="0" y="237"/>
                </a:lnTo>
                <a:lnTo>
                  <a:pt x="1976" y="320"/>
                </a:lnTo>
                <a:cubicBezTo>
                  <a:pt x="2004" y="320"/>
                  <a:pt x="2031" y="296"/>
                  <a:pt x="2031" y="268"/>
                </a:cubicBezTo>
                <a:lnTo>
                  <a:pt x="2035" y="214"/>
                </a:lnTo>
                <a:cubicBezTo>
                  <a:pt x="2035" y="181"/>
                  <a:pt x="2016" y="158"/>
                  <a:pt x="1984" y="154"/>
                </a:cubicBezTo>
                <a:lnTo>
                  <a:pt x="13"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7" name="Google Shape;2347;p50"/>
          <p:cNvSpPr/>
          <p:nvPr/>
        </p:nvSpPr>
        <p:spPr>
          <a:xfrm rot="-1274703">
            <a:off x="2114408" y="3867092"/>
            <a:ext cx="1052211" cy="184307"/>
          </a:xfrm>
          <a:custGeom>
            <a:rect b="b" l="l" r="r" t="t"/>
            <a:pathLst>
              <a:path extrusionOk="0" h="364" w="2078">
                <a:moveTo>
                  <a:pt x="52" y="48"/>
                </a:moveTo>
                <a:lnTo>
                  <a:pt x="1999" y="198"/>
                </a:lnTo>
                <a:cubicBezTo>
                  <a:pt x="2019" y="202"/>
                  <a:pt x="2030" y="218"/>
                  <a:pt x="2030" y="233"/>
                </a:cubicBezTo>
                <a:lnTo>
                  <a:pt x="2030" y="289"/>
                </a:lnTo>
                <a:cubicBezTo>
                  <a:pt x="2030" y="300"/>
                  <a:pt x="2027" y="304"/>
                  <a:pt x="2019" y="312"/>
                </a:cubicBezTo>
                <a:cubicBezTo>
                  <a:pt x="2015" y="316"/>
                  <a:pt x="2007" y="320"/>
                  <a:pt x="1995" y="320"/>
                </a:cubicBezTo>
                <a:lnTo>
                  <a:pt x="43" y="238"/>
                </a:lnTo>
                <a:lnTo>
                  <a:pt x="52" y="48"/>
                </a:lnTo>
                <a:close/>
                <a:moveTo>
                  <a:pt x="35" y="1"/>
                </a:moveTo>
                <a:cubicBezTo>
                  <a:pt x="28" y="1"/>
                  <a:pt x="24" y="5"/>
                  <a:pt x="19" y="8"/>
                </a:cubicBezTo>
                <a:cubicBezTo>
                  <a:pt x="12" y="12"/>
                  <a:pt x="12" y="16"/>
                  <a:pt x="12" y="25"/>
                </a:cubicBezTo>
                <a:lnTo>
                  <a:pt x="0" y="256"/>
                </a:lnTo>
                <a:cubicBezTo>
                  <a:pt x="0" y="265"/>
                  <a:pt x="0" y="269"/>
                  <a:pt x="4" y="273"/>
                </a:cubicBezTo>
                <a:cubicBezTo>
                  <a:pt x="8" y="276"/>
                  <a:pt x="16" y="280"/>
                  <a:pt x="19" y="280"/>
                </a:cubicBezTo>
                <a:lnTo>
                  <a:pt x="1992" y="363"/>
                </a:lnTo>
                <a:lnTo>
                  <a:pt x="1995" y="363"/>
                </a:lnTo>
                <a:cubicBezTo>
                  <a:pt x="2015" y="363"/>
                  <a:pt x="2035" y="356"/>
                  <a:pt x="2050" y="344"/>
                </a:cubicBezTo>
                <a:cubicBezTo>
                  <a:pt x="2062" y="332"/>
                  <a:pt x="2074" y="312"/>
                  <a:pt x="2074" y="292"/>
                </a:cubicBezTo>
                <a:lnTo>
                  <a:pt x="2074" y="238"/>
                </a:lnTo>
                <a:lnTo>
                  <a:pt x="2078" y="233"/>
                </a:lnTo>
                <a:cubicBezTo>
                  <a:pt x="2074" y="194"/>
                  <a:pt x="2046" y="158"/>
                  <a:pt x="2003" y="154"/>
                </a:cubicBezTo>
                <a:lnTo>
                  <a:pt x="35" y="1"/>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8" name="Google Shape;2348;p50"/>
          <p:cNvSpPr/>
          <p:nvPr/>
        </p:nvSpPr>
        <p:spPr>
          <a:xfrm rot="-1274693">
            <a:off x="1722703" y="1952746"/>
            <a:ext cx="529651" cy="361526"/>
          </a:xfrm>
          <a:custGeom>
            <a:rect b="b" l="l" r="r" t="t"/>
            <a:pathLst>
              <a:path extrusionOk="0" h="714" w="1046">
                <a:moveTo>
                  <a:pt x="584" y="0"/>
                </a:moveTo>
                <a:cubicBezTo>
                  <a:pt x="520" y="0"/>
                  <a:pt x="454" y="14"/>
                  <a:pt x="394" y="38"/>
                </a:cubicBezTo>
                <a:cubicBezTo>
                  <a:pt x="312" y="74"/>
                  <a:pt x="221" y="129"/>
                  <a:pt x="178" y="211"/>
                </a:cubicBezTo>
                <a:cubicBezTo>
                  <a:pt x="245" y="211"/>
                  <a:pt x="308" y="235"/>
                  <a:pt x="347" y="291"/>
                </a:cubicBezTo>
                <a:cubicBezTo>
                  <a:pt x="328" y="289"/>
                  <a:pt x="309" y="289"/>
                  <a:pt x="291" y="289"/>
                </a:cubicBezTo>
                <a:cubicBezTo>
                  <a:pt x="192" y="289"/>
                  <a:pt x="96" y="306"/>
                  <a:pt x="1" y="329"/>
                </a:cubicBezTo>
                <a:cubicBezTo>
                  <a:pt x="123" y="400"/>
                  <a:pt x="190" y="519"/>
                  <a:pt x="292" y="606"/>
                </a:cubicBezTo>
                <a:cubicBezTo>
                  <a:pt x="379" y="675"/>
                  <a:pt x="489" y="714"/>
                  <a:pt x="601" y="714"/>
                </a:cubicBezTo>
                <a:cubicBezTo>
                  <a:pt x="611" y="714"/>
                  <a:pt x="621" y="713"/>
                  <a:pt x="631" y="713"/>
                </a:cubicBezTo>
                <a:cubicBezTo>
                  <a:pt x="915" y="689"/>
                  <a:pt x="1045" y="476"/>
                  <a:pt x="931" y="231"/>
                </a:cubicBezTo>
                <a:cubicBezTo>
                  <a:pt x="891" y="136"/>
                  <a:pt x="809" y="54"/>
                  <a:pt x="706" y="18"/>
                </a:cubicBezTo>
                <a:cubicBezTo>
                  <a:pt x="667" y="6"/>
                  <a:pt x="626" y="0"/>
                  <a:pt x="584" y="0"/>
                </a:cubicBez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9" name="Google Shape;2349;p50"/>
          <p:cNvSpPr/>
          <p:nvPr/>
        </p:nvSpPr>
        <p:spPr>
          <a:xfrm rot="-1274693">
            <a:off x="1713981" y="1948592"/>
            <a:ext cx="513954" cy="383805"/>
          </a:xfrm>
          <a:custGeom>
            <a:rect b="b" l="l" r="r" t="t"/>
            <a:pathLst>
              <a:path extrusionOk="0" h="758" w="1015">
                <a:moveTo>
                  <a:pt x="604" y="43"/>
                </a:moveTo>
                <a:cubicBezTo>
                  <a:pt x="643" y="43"/>
                  <a:pt x="683" y="48"/>
                  <a:pt x="718" y="63"/>
                </a:cubicBezTo>
                <a:cubicBezTo>
                  <a:pt x="817" y="95"/>
                  <a:pt x="891" y="170"/>
                  <a:pt x="931" y="261"/>
                </a:cubicBezTo>
                <a:cubicBezTo>
                  <a:pt x="959" y="319"/>
                  <a:pt x="971" y="370"/>
                  <a:pt x="971" y="421"/>
                </a:cubicBezTo>
                <a:cubicBezTo>
                  <a:pt x="971" y="501"/>
                  <a:pt x="943" y="568"/>
                  <a:pt x="888" y="619"/>
                </a:cubicBezTo>
                <a:cubicBezTo>
                  <a:pt x="833" y="670"/>
                  <a:pt x="754" y="705"/>
                  <a:pt x="651" y="714"/>
                </a:cubicBezTo>
                <a:lnTo>
                  <a:pt x="616" y="714"/>
                </a:lnTo>
                <a:cubicBezTo>
                  <a:pt x="513" y="714"/>
                  <a:pt x="407" y="674"/>
                  <a:pt x="328" y="611"/>
                </a:cubicBezTo>
                <a:cubicBezTo>
                  <a:pt x="276" y="568"/>
                  <a:pt x="234" y="516"/>
                  <a:pt x="190" y="469"/>
                </a:cubicBezTo>
                <a:cubicBezTo>
                  <a:pt x="154" y="429"/>
                  <a:pt x="117" y="392"/>
                  <a:pt x="74" y="360"/>
                </a:cubicBezTo>
                <a:lnTo>
                  <a:pt x="74" y="360"/>
                </a:lnTo>
                <a:cubicBezTo>
                  <a:pt x="154" y="342"/>
                  <a:pt x="237" y="332"/>
                  <a:pt x="320" y="332"/>
                </a:cubicBezTo>
                <a:lnTo>
                  <a:pt x="367" y="332"/>
                </a:lnTo>
                <a:cubicBezTo>
                  <a:pt x="376" y="332"/>
                  <a:pt x="383" y="327"/>
                  <a:pt x="387" y="319"/>
                </a:cubicBezTo>
                <a:cubicBezTo>
                  <a:pt x="391" y="312"/>
                  <a:pt x="391" y="303"/>
                  <a:pt x="387" y="296"/>
                </a:cubicBezTo>
                <a:cubicBezTo>
                  <a:pt x="363" y="268"/>
                  <a:pt x="336" y="244"/>
                  <a:pt x="305" y="232"/>
                </a:cubicBezTo>
                <a:cubicBezTo>
                  <a:pt x="283" y="222"/>
                  <a:pt x="260" y="215"/>
                  <a:pt x="237" y="211"/>
                </a:cubicBezTo>
                <a:lnTo>
                  <a:pt x="237" y="211"/>
                </a:lnTo>
                <a:cubicBezTo>
                  <a:pt x="255" y="187"/>
                  <a:pt x="279" y="166"/>
                  <a:pt x="305" y="146"/>
                </a:cubicBezTo>
                <a:cubicBezTo>
                  <a:pt x="340" y="119"/>
                  <a:pt x="383" y="99"/>
                  <a:pt x="423" y="79"/>
                </a:cubicBezTo>
                <a:cubicBezTo>
                  <a:pt x="482" y="55"/>
                  <a:pt x="541" y="43"/>
                  <a:pt x="604" y="43"/>
                </a:cubicBezTo>
                <a:close/>
                <a:moveTo>
                  <a:pt x="604" y="0"/>
                </a:moveTo>
                <a:cubicBezTo>
                  <a:pt x="536" y="0"/>
                  <a:pt x="470" y="15"/>
                  <a:pt x="407" y="39"/>
                </a:cubicBezTo>
                <a:cubicBezTo>
                  <a:pt x="363" y="59"/>
                  <a:pt x="320" y="83"/>
                  <a:pt x="276" y="110"/>
                </a:cubicBezTo>
                <a:cubicBezTo>
                  <a:pt x="237" y="142"/>
                  <a:pt x="201" y="177"/>
                  <a:pt x="178" y="221"/>
                </a:cubicBezTo>
                <a:cubicBezTo>
                  <a:pt x="178" y="228"/>
                  <a:pt x="178" y="237"/>
                  <a:pt x="182" y="244"/>
                </a:cubicBezTo>
                <a:cubicBezTo>
                  <a:pt x="186" y="248"/>
                  <a:pt x="194" y="252"/>
                  <a:pt x="201" y="252"/>
                </a:cubicBezTo>
                <a:cubicBezTo>
                  <a:pt x="234" y="252"/>
                  <a:pt x="261" y="261"/>
                  <a:pt x="285" y="272"/>
                </a:cubicBezTo>
                <a:cubicBezTo>
                  <a:pt x="295" y="277"/>
                  <a:pt x="305" y="282"/>
                  <a:pt x="314" y="288"/>
                </a:cubicBezTo>
                <a:lnTo>
                  <a:pt x="314" y="288"/>
                </a:lnTo>
                <a:cubicBezTo>
                  <a:pt x="210" y="289"/>
                  <a:pt x="114" y="308"/>
                  <a:pt x="16" y="332"/>
                </a:cubicBezTo>
                <a:cubicBezTo>
                  <a:pt x="8" y="332"/>
                  <a:pt x="1" y="339"/>
                  <a:pt x="1" y="347"/>
                </a:cubicBezTo>
                <a:cubicBezTo>
                  <a:pt x="1" y="355"/>
                  <a:pt x="5" y="367"/>
                  <a:pt x="12" y="370"/>
                </a:cubicBezTo>
                <a:cubicBezTo>
                  <a:pt x="68" y="403"/>
                  <a:pt x="111" y="450"/>
                  <a:pt x="158" y="497"/>
                </a:cubicBezTo>
                <a:cubicBezTo>
                  <a:pt x="201" y="548"/>
                  <a:pt x="245" y="599"/>
                  <a:pt x="300" y="643"/>
                </a:cubicBezTo>
                <a:cubicBezTo>
                  <a:pt x="387" y="718"/>
                  <a:pt x="501" y="757"/>
                  <a:pt x="616" y="757"/>
                </a:cubicBezTo>
                <a:lnTo>
                  <a:pt x="655" y="757"/>
                </a:lnTo>
                <a:cubicBezTo>
                  <a:pt x="765" y="745"/>
                  <a:pt x="856" y="710"/>
                  <a:pt x="920" y="650"/>
                </a:cubicBezTo>
                <a:cubicBezTo>
                  <a:pt x="982" y="592"/>
                  <a:pt x="1014" y="512"/>
                  <a:pt x="1014" y="421"/>
                </a:cubicBezTo>
                <a:cubicBezTo>
                  <a:pt x="1014" y="367"/>
                  <a:pt x="1002" y="303"/>
                  <a:pt x="975" y="241"/>
                </a:cubicBezTo>
                <a:cubicBezTo>
                  <a:pt x="927" y="142"/>
                  <a:pt x="840" y="55"/>
                  <a:pt x="734" y="19"/>
                </a:cubicBezTo>
                <a:cubicBezTo>
                  <a:pt x="691" y="4"/>
                  <a:pt x="647" y="0"/>
                  <a:pt x="60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0" name="Google Shape;2350;p50"/>
          <p:cNvSpPr/>
          <p:nvPr/>
        </p:nvSpPr>
        <p:spPr>
          <a:xfrm rot="-1274693">
            <a:off x="1755515" y="2119101"/>
            <a:ext cx="431923" cy="148864"/>
          </a:xfrm>
          <a:custGeom>
            <a:rect b="b" l="l" r="r" t="t"/>
            <a:pathLst>
              <a:path extrusionOk="0" h="294" w="853">
                <a:moveTo>
                  <a:pt x="25" y="1"/>
                </a:moveTo>
                <a:cubicBezTo>
                  <a:pt x="19" y="1"/>
                  <a:pt x="13" y="4"/>
                  <a:pt x="8" y="9"/>
                </a:cubicBezTo>
                <a:cubicBezTo>
                  <a:pt x="0" y="20"/>
                  <a:pt x="4" y="33"/>
                  <a:pt x="12" y="40"/>
                </a:cubicBezTo>
                <a:cubicBezTo>
                  <a:pt x="119" y="115"/>
                  <a:pt x="228" y="179"/>
                  <a:pt x="347" y="226"/>
                </a:cubicBezTo>
                <a:cubicBezTo>
                  <a:pt x="426" y="262"/>
                  <a:pt x="509" y="289"/>
                  <a:pt x="599" y="293"/>
                </a:cubicBezTo>
                <a:lnTo>
                  <a:pt x="611" y="293"/>
                </a:lnTo>
                <a:cubicBezTo>
                  <a:pt x="650" y="293"/>
                  <a:pt x="698" y="285"/>
                  <a:pt x="738" y="269"/>
                </a:cubicBezTo>
                <a:cubicBezTo>
                  <a:pt x="776" y="253"/>
                  <a:pt x="816" y="233"/>
                  <a:pt x="844" y="198"/>
                </a:cubicBezTo>
                <a:cubicBezTo>
                  <a:pt x="852" y="191"/>
                  <a:pt x="852" y="179"/>
                  <a:pt x="844" y="171"/>
                </a:cubicBezTo>
                <a:cubicBezTo>
                  <a:pt x="838" y="167"/>
                  <a:pt x="832" y="165"/>
                  <a:pt x="827" y="165"/>
                </a:cubicBezTo>
                <a:cubicBezTo>
                  <a:pt x="821" y="165"/>
                  <a:pt x="816" y="167"/>
                  <a:pt x="812" y="171"/>
                </a:cubicBezTo>
                <a:cubicBezTo>
                  <a:pt x="789" y="198"/>
                  <a:pt x="757" y="218"/>
                  <a:pt x="721" y="230"/>
                </a:cubicBezTo>
                <a:cubicBezTo>
                  <a:pt x="686" y="242"/>
                  <a:pt x="647" y="250"/>
                  <a:pt x="611" y="250"/>
                </a:cubicBezTo>
                <a:lnTo>
                  <a:pt x="599" y="250"/>
                </a:lnTo>
                <a:cubicBezTo>
                  <a:pt x="521" y="246"/>
                  <a:pt x="441" y="218"/>
                  <a:pt x="367" y="186"/>
                </a:cubicBezTo>
                <a:cubicBezTo>
                  <a:pt x="248" y="139"/>
                  <a:pt x="138" y="76"/>
                  <a:pt x="35" y="5"/>
                </a:cubicBezTo>
                <a:cubicBezTo>
                  <a:pt x="33" y="2"/>
                  <a:pt x="29" y="1"/>
                  <a:pt x="2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1" name="Google Shape;2351;p50"/>
          <p:cNvSpPr/>
          <p:nvPr/>
        </p:nvSpPr>
        <p:spPr>
          <a:xfrm rot="-1274693">
            <a:off x="1944869" y="2078334"/>
            <a:ext cx="223810" cy="44558"/>
          </a:xfrm>
          <a:custGeom>
            <a:rect b="b" l="l" r="r" t="t"/>
            <a:pathLst>
              <a:path extrusionOk="0" h="88" w="442">
                <a:moveTo>
                  <a:pt x="24" y="1"/>
                </a:moveTo>
                <a:cubicBezTo>
                  <a:pt x="16" y="1"/>
                  <a:pt x="7" y="6"/>
                  <a:pt x="5" y="12"/>
                </a:cubicBezTo>
                <a:cubicBezTo>
                  <a:pt x="1" y="24"/>
                  <a:pt x="5" y="36"/>
                  <a:pt x="16" y="44"/>
                </a:cubicBezTo>
                <a:cubicBezTo>
                  <a:pt x="83" y="71"/>
                  <a:pt x="154" y="87"/>
                  <a:pt x="225" y="87"/>
                </a:cubicBezTo>
                <a:cubicBezTo>
                  <a:pt x="296" y="87"/>
                  <a:pt x="363" y="75"/>
                  <a:pt x="427" y="47"/>
                </a:cubicBezTo>
                <a:cubicBezTo>
                  <a:pt x="438" y="44"/>
                  <a:pt x="442" y="27"/>
                  <a:pt x="438" y="20"/>
                </a:cubicBezTo>
                <a:cubicBezTo>
                  <a:pt x="435" y="12"/>
                  <a:pt x="426" y="7"/>
                  <a:pt x="417" y="7"/>
                </a:cubicBezTo>
                <a:cubicBezTo>
                  <a:pt x="413" y="7"/>
                  <a:pt x="410" y="7"/>
                  <a:pt x="407" y="9"/>
                </a:cubicBezTo>
                <a:cubicBezTo>
                  <a:pt x="352" y="32"/>
                  <a:pt x="289" y="44"/>
                  <a:pt x="225" y="44"/>
                </a:cubicBezTo>
                <a:cubicBezTo>
                  <a:pt x="163" y="44"/>
                  <a:pt x="96" y="32"/>
                  <a:pt x="32" y="4"/>
                </a:cubicBezTo>
                <a:cubicBezTo>
                  <a:pt x="30" y="2"/>
                  <a:pt x="27" y="1"/>
                  <a:pt x="2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352" name="Google Shape;2352;p50"/>
          <p:cNvGrpSpPr/>
          <p:nvPr/>
        </p:nvGrpSpPr>
        <p:grpSpPr>
          <a:xfrm>
            <a:off x="6552941" y="3200852"/>
            <a:ext cx="1942824" cy="2171216"/>
            <a:chOff x="-888376" y="3893633"/>
            <a:chExt cx="3021499" cy="3376697"/>
          </a:xfrm>
        </p:grpSpPr>
        <p:sp>
          <p:nvSpPr>
            <p:cNvPr id="2353" name="Google Shape;2353;p50"/>
            <p:cNvSpPr/>
            <p:nvPr/>
          </p:nvSpPr>
          <p:spPr>
            <a:xfrm>
              <a:off x="-754375" y="4360219"/>
              <a:ext cx="2868931" cy="2591256"/>
            </a:xfrm>
            <a:custGeom>
              <a:rect b="b" l="l" r="r" t="t"/>
              <a:pathLst>
                <a:path extrusionOk="0" h="3210" w="3554">
                  <a:moveTo>
                    <a:pt x="639" y="0"/>
                  </a:moveTo>
                  <a:lnTo>
                    <a:pt x="1" y="2452"/>
                  </a:lnTo>
                  <a:lnTo>
                    <a:pt x="2914" y="3210"/>
                  </a:lnTo>
                  <a:lnTo>
                    <a:pt x="3553" y="761"/>
                  </a:lnTo>
                  <a:lnTo>
                    <a:pt x="639" y="0"/>
                  </a:lnTo>
                  <a:close/>
                </a:path>
              </a:pathLst>
            </a:cu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4" name="Google Shape;2354;p50"/>
            <p:cNvSpPr/>
            <p:nvPr/>
          </p:nvSpPr>
          <p:spPr>
            <a:xfrm>
              <a:off x="-773748" y="4343267"/>
              <a:ext cx="2906871" cy="2627582"/>
            </a:xfrm>
            <a:custGeom>
              <a:rect b="b" l="l" r="r" t="t"/>
              <a:pathLst>
                <a:path extrusionOk="0" h="3255" w="3601">
                  <a:moveTo>
                    <a:pt x="679" y="49"/>
                  </a:moveTo>
                  <a:lnTo>
                    <a:pt x="3550" y="798"/>
                  </a:lnTo>
                  <a:lnTo>
                    <a:pt x="2925" y="3206"/>
                  </a:lnTo>
                  <a:lnTo>
                    <a:pt x="2925" y="3206"/>
                  </a:lnTo>
                  <a:lnTo>
                    <a:pt x="52" y="2458"/>
                  </a:lnTo>
                  <a:lnTo>
                    <a:pt x="679" y="49"/>
                  </a:lnTo>
                  <a:close/>
                  <a:moveTo>
                    <a:pt x="661" y="1"/>
                  </a:moveTo>
                  <a:cubicBezTo>
                    <a:pt x="652" y="1"/>
                    <a:pt x="643" y="8"/>
                    <a:pt x="640" y="18"/>
                  </a:cubicBezTo>
                  <a:lnTo>
                    <a:pt x="5" y="2466"/>
                  </a:lnTo>
                  <a:cubicBezTo>
                    <a:pt x="1" y="2478"/>
                    <a:pt x="9" y="2490"/>
                    <a:pt x="17" y="2493"/>
                  </a:cubicBezTo>
                  <a:lnTo>
                    <a:pt x="2935" y="3254"/>
                  </a:lnTo>
                  <a:cubicBezTo>
                    <a:pt x="2938" y="3254"/>
                    <a:pt x="2947" y="3254"/>
                    <a:pt x="2951" y="3250"/>
                  </a:cubicBezTo>
                  <a:cubicBezTo>
                    <a:pt x="2954" y="3247"/>
                    <a:pt x="2958" y="3243"/>
                    <a:pt x="2958" y="3239"/>
                  </a:cubicBezTo>
                  <a:lnTo>
                    <a:pt x="3597" y="786"/>
                  </a:lnTo>
                  <a:cubicBezTo>
                    <a:pt x="3601" y="782"/>
                    <a:pt x="3601" y="775"/>
                    <a:pt x="3597" y="770"/>
                  </a:cubicBezTo>
                  <a:cubicBezTo>
                    <a:pt x="3593" y="766"/>
                    <a:pt x="3589" y="762"/>
                    <a:pt x="3582" y="762"/>
                  </a:cubicBezTo>
                  <a:lnTo>
                    <a:pt x="667" y="2"/>
                  </a:lnTo>
                  <a:cubicBezTo>
                    <a:pt x="665" y="1"/>
                    <a:pt x="663" y="1"/>
                    <a:pt x="661"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5" name="Google Shape;2355;p50"/>
            <p:cNvSpPr/>
            <p:nvPr/>
          </p:nvSpPr>
          <p:spPr>
            <a:xfrm>
              <a:off x="184444" y="5131135"/>
              <a:ext cx="1105919" cy="969501"/>
            </a:xfrm>
            <a:custGeom>
              <a:rect b="b" l="l" r="r" t="t"/>
              <a:pathLst>
                <a:path extrusionOk="0" h="1201" w="1370">
                  <a:moveTo>
                    <a:pt x="685" y="1"/>
                  </a:moveTo>
                  <a:cubicBezTo>
                    <a:pt x="487" y="1"/>
                    <a:pt x="292" y="99"/>
                    <a:pt x="179" y="280"/>
                  </a:cubicBezTo>
                  <a:cubicBezTo>
                    <a:pt x="1" y="560"/>
                    <a:pt x="84" y="930"/>
                    <a:pt x="364" y="1108"/>
                  </a:cubicBezTo>
                  <a:cubicBezTo>
                    <a:pt x="464" y="1171"/>
                    <a:pt x="575" y="1201"/>
                    <a:pt x="685" y="1201"/>
                  </a:cubicBezTo>
                  <a:cubicBezTo>
                    <a:pt x="883" y="1201"/>
                    <a:pt x="1078" y="1102"/>
                    <a:pt x="1192" y="922"/>
                  </a:cubicBezTo>
                  <a:cubicBezTo>
                    <a:pt x="1369" y="642"/>
                    <a:pt x="1287" y="272"/>
                    <a:pt x="1007" y="94"/>
                  </a:cubicBezTo>
                  <a:cubicBezTo>
                    <a:pt x="907" y="31"/>
                    <a:pt x="795" y="1"/>
                    <a:pt x="685" y="1"/>
                  </a:cubicBez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6" name="Google Shape;2356;p50"/>
            <p:cNvSpPr/>
            <p:nvPr/>
          </p:nvSpPr>
          <p:spPr>
            <a:xfrm>
              <a:off x="422580" y="5918196"/>
              <a:ext cx="188087" cy="129159"/>
            </a:xfrm>
            <a:custGeom>
              <a:rect b="b" l="l" r="r" t="t"/>
              <a:pathLst>
                <a:path extrusionOk="0" h="160" w="233">
                  <a:moveTo>
                    <a:pt x="104" y="1"/>
                  </a:moveTo>
                  <a:cubicBezTo>
                    <a:pt x="37" y="1"/>
                    <a:pt x="0" y="93"/>
                    <a:pt x="77" y="144"/>
                  </a:cubicBezTo>
                  <a:cubicBezTo>
                    <a:pt x="94" y="155"/>
                    <a:pt x="111" y="160"/>
                    <a:pt x="126" y="160"/>
                  </a:cubicBezTo>
                  <a:cubicBezTo>
                    <a:pt x="194" y="160"/>
                    <a:pt x="232" y="67"/>
                    <a:pt x="155" y="18"/>
                  </a:cubicBezTo>
                  <a:cubicBezTo>
                    <a:pt x="137" y="6"/>
                    <a:pt x="120" y="1"/>
                    <a:pt x="10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7" name="Google Shape;2357;p50"/>
            <p:cNvSpPr/>
            <p:nvPr/>
          </p:nvSpPr>
          <p:spPr>
            <a:xfrm>
              <a:off x="-120692" y="5102074"/>
              <a:ext cx="1633854" cy="1104311"/>
            </a:xfrm>
            <a:custGeom>
              <a:rect b="b" l="l" r="r" t="t"/>
              <a:pathLst>
                <a:path extrusionOk="0" h="1368" w="2024">
                  <a:moveTo>
                    <a:pt x="138" y="110"/>
                  </a:moveTo>
                  <a:cubicBezTo>
                    <a:pt x="154" y="110"/>
                    <a:pt x="178" y="110"/>
                    <a:pt x="198" y="114"/>
                  </a:cubicBezTo>
                  <a:cubicBezTo>
                    <a:pt x="241" y="119"/>
                    <a:pt x="289" y="130"/>
                    <a:pt x="331" y="142"/>
                  </a:cubicBezTo>
                  <a:cubicBezTo>
                    <a:pt x="426" y="166"/>
                    <a:pt x="517" y="201"/>
                    <a:pt x="604" y="237"/>
                  </a:cubicBezTo>
                  <a:cubicBezTo>
                    <a:pt x="786" y="312"/>
                    <a:pt x="955" y="406"/>
                    <a:pt x="1121" y="512"/>
                  </a:cubicBezTo>
                  <a:cubicBezTo>
                    <a:pt x="1199" y="563"/>
                    <a:pt x="1282" y="619"/>
                    <a:pt x="1357" y="678"/>
                  </a:cubicBezTo>
                  <a:cubicBezTo>
                    <a:pt x="1436" y="738"/>
                    <a:pt x="1510" y="796"/>
                    <a:pt x="1585" y="860"/>
                  </a:cubicBezTo>
                  <a:cubicBezTo>
                    <a:pt x="1656" y="923"/>
                    <a:pt x="1727" y="989"/>
                    <a:pt x="1791" y="1060"/>
                  </a:cubicBezTo>
                  <a:cubicBezTo>
                    <a:pt x="1822" y="1096"/>
                    <a:pt x="1850" y="1136"/>
                    <a:pt x="1874" y="1171"/>
                  </a:cubicBezTo>
                  <a:cubicBezTo>
                    <a:pt x="1885" y="1191"/>
                    <a:pt x="1898" y="1211"/>
                    <a:pt x="1901" y="1226"/>
                  </a:cubicBezTo>
                  <a:cubicBezTo>
                    <a:pt x="1904" y="1232"/>
                    <a:pt x="1905" y="1238"/>
                    <a:pt x="1905" y="1242"/>
                  </a:cubicBezTo>
                  <a:lnTo>
                    <a:pt x="1889" y="1242"/>
                  </a:lnTo>
                  <a:cubicBezTo>
                    <a:pt x="1869" y="1242"/>
                    <a:pt x="1850" y="1238"/>
                    <a:pt x="1830" y="1234"/>
                  </a:cubicBezTo>
                  <a:cubicBezTo>
                    <a:pt x="1787" y="1222"/>
                    <a:pt x="1743" y="1207"/>
                    <a:pt x="1700" y="1191"/>
                  </a:cubicBezTo>
                  <a:cubicBezTo>
                    <a:pt x="1614" y="1155"/>
                    <a:pt x="1527" y="1116"/>
                    <a:pt x="1443" y="1069"/>
                  </a:cubicBezTo>
                  <a:cubicBezTo>
                    <a:pt x="1361" y="1025"/>
                    <a:pt x="1278" y="978"/>
                    <a:pt x="1195" y="931"/>
                  </a:cubicBezTo>
                  <a:cubicBezTo>
                    <a:pt x="1112" y="883"/>
                    <a:pt x="1030" y="832"/>
                    <a:pt x="951" y="776"/>
                  </a:cubicBezTo>
                  <a:cubicBezTo>
                    <a:pt x="789" y="674"/>
                    <a:pt x="631" y="568"/>
                    <a:pt x="478" y="454"/>
                  </a:cubicBezTo>
                  <a:cubicBezTo>
                    <a:pt x="398" y="398"/>
                    <a:pt x="324" y="339"/>
                    <a:pt x="257" y="276"/>
                  </a:cubicBezTo>
                  <a:cubicBezTo>
                    <a:pt x="222" y="245"/>
                    <a:pt x="189" y="213"/>
                    <a:pt x="162" y="177"/>
                  </a:cubicBezTo>
                  <a:cubicBezTo>
                    <a:pt x="151" y="161"/>
                    <a:pt x="138" y="142"/>
                    <a:pt x="131" y="130"/>
                  </a:cubicBezTo>
                  <a:cubicBezTo>
                    <a:pt x="128" y="124"/>
                    <a:pt x="125" y="117"/>
                    <a:pt x="123" y="113"/>
                  </a:cubicBezTo>
                  <a:lnTo>
                    <a:pt x="123" y="113"/>
                  </a:lnTo>
                  <a:cubicBezTo>
                    <a:pt x="127" y="112"/>
                    <a:pt x="131" y="110"/>
                    <a:pt x="138" y="110"/>
                  </a:cubicBezTo>
                  <a:close/>
                  <a:moveTo>
                    <a:pt x="131" y="0"/>
                  </a:moveTo>
                  <a:cubicBezTo>
                    <a:pt x="115" y="0"/>
                    <a:pt x="99" y="0"/>
                    <a:pt x="80" y="8"/>
                  </a:cubicBezTo>
                  <a:cubicBezTo>
                    <a:pt x="60" y="12"/>
                    <a:pt x="36" y="24"/>
                    <a:pt x="20" y="51"/>
                  </a:cubicBezTo>
                  <a:cubicBezTo>
                    <a:pt x="5" y="75"/>
                    <a:pt x="0" y="103"/>
                    <a:pt x="5" y="122"/>
                  </a:cubicBezTo>
                  <a:cubicBezTo>
                    <a:pt x="5" y="142"/>
                    <a:pt x="9" y="161"/>
                    <a:pt x="16" y="177"/>
                  </a:cubicBezTo>
                  <a:cubicBezTo>
                    <a:pt x="28" y="205"/>
                    <a:pt x="40" y="228"/>
                    <a:pt x="56" y="252"/>
                  </a:cubicBezTo>
                  <a:cubicBezTo>
                    <a:pt x="87" y="299"/>
                    <a:pt x="118" y="339"/>
                    <a:pt x="151" y="379"/>
                  </a:cubicBezTo>
                  <a:cubicBezTo>
                    <a:pt x="218" y="454"/>
                    <a:pt x="292" y="525"/>
                    <a:pt x="363" y="592"/>
                  </a:cubicBezTo>
                  <a:cubicBezTo>
                    <a:pt x="513" y="725"/>
                    <a:pt x="675" y="844"/>
                    <a:pt x="844" y="947"/>
                  </a:cubicBezTo>
                  <a:cubicBezTo>
                    <a:pt x="927" y="998"/>
                    <a:pt x="1014" y="1049"/>
                    <a:pt x="1101" y="1096"/>
                  </a:cubicBezTo>
                  <a:cubicBezTo>
                    <a:pt x="1188" y="1144"/>
                    <a:pt x="1278" y="1183"/>
                    <a:pt x="1368" y="1226"/>
                  </a:cubicBezTo>
                  <a:cubicBezTo>
                    <a:pt x="1463" y="1266"/>
                    <a:pt x="1554" y="1302"/>
                    <a:pt x="1652" y="1329"/>
                  </a:cubicBezTo>
                  <a:cubicBezTo>
                    <a:pt x="1703" y="1344"/>
                    <a:pt x="1751" y="1356"/>
                    <a:pt x="1807" y="1364"/>
                  </a:cubicBezTo>
                  <a:cubicBezTo>
                    <a:pt x="1834" y="1368"/>
                    <a:pt x="1862" y="1368"/>
                    <a:pt x="1893" y="1368"/>
                  </a:cubicBezTo>
                  <a:cubicBezTo>
                    <a:pt x="1909" y="1364"/>
                    <a:pt x="1929" y="1360"/>
                    <a:pt x="1949" y="1356"/>
                  </a:cubicBezTo>
                  <a:cubicBezTo>
                    <a:pt x="1968" y="1349"/>
                    <a:pt x="1987" y="1333"/>
                    <a:pt x="2003" y="1309"/>
                  </a:cubicBezTo>
                  <a:cubicBezTo>
                    <a:pt x="2020" y="1282"/>
                    <a:pt x="2023" y="1254"/>
                    <a:pt x="2020" y="1234"/>
                  </a:cubicBezTo>
                  <a:cubicBezTo>
                    <a:pt x="2016" y="1215"/>
                    <a:pt x="2011" y="1198"/>
                    <a:pt x="2003" y="1187"/>
                  </a:cubicBezTo>
                  <a:cubicBezTo>
                    <a:pt x="1992" y="1155"/>
                    <a:pt x="1976" y="1136"/>
                    <a:pt x="1960" y="1112"/>
                  </a:cubicBezTo>
                  <a:cubicBezTo>
                    <a:pt x="1925" y="1073"/>
                    <a:pt x="1889" y="1037"/>
                    <a:pt x="1854" y="1002"/>
                  </a:cubicBezTo>
                  <a:cubicBezTo>
                    <a:pt x="1783" y="931"/>
                    <a:pt x="1703" y="871"/>
                    <a:pt x="1625" y="812"/>
                  </a:cubicBezTo>
                  <a:cubicBezTo>
                    <a:pt x="1546" y="749"/>
                    <a:pt x="1467" y="694"/>
                    <a:pt x="1385" y="639"/>
                  </a:cubicBezTo>
                  <a:cubicBezTo>
                    <a:pt x="1306" y="583"/>
                    <a:pt x="1223" y="532"/>
                    <a:pt x="1136" y="481"/>
                  </a:cubicBezTo>
                  <a:cubicBezTo>
                    <a:pt x="970" y="379"/>
                    <a:pt x="804" y="276"/>
                    <a:pt x="631" y="181"/>
                  </a:cubicBezTo>
                  <a:cubicBezTo>
                    <a:pt x="544" y="138"/>
                    <a:pt x="458" y="90"/>
                    <a:pt x="363" y="55"/>
                  </a:cubicBezTo>
                  <a:cubicBezTo>
                    <a:pt x="316" y="35"/>
                    <a:pt x="269" y="19"/>
                    <a:pt x="218" y="8"/>
                  </a:cubicBezTo>
                  <a:cubicBezTo>
                    <a:pt x="189" y="4"/>
                    <a:pt x="162" y="0"/>
                    <a:pt x="131"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8" name="Google Shape;2358;p50"/>
            <p:cNvSpPr/>
            <p:nvPr/>
          </p:nvSpPr>
          <p:spPr>
            <a:xfrm>
              <a:off x="331362" y="5142436"/>
              <a:ext cx="952543" cy="736207"/>
            </a:xfrm>
            <a:custGeom>
              <a:rect b="b" l="l" r="r" t="t"/>
              <a:pathLst>
                <a:path extrusionOk="0" h="912" w="1180">
                  <a:moveTo>
                    <a:pt x="503" y="0"/>
                  </a:moveTo>
                  <a:cubicBezTo>
                    <a:pt x="307" y="0"/>
                    <a:pt x="115" y="97"/>
                    <a:pt x="0" y="277"/>
                  </a:cubicBezTo>
                  <a:lnTo>
                    <a:pt x="1006" y="912"/>
                  </a:lnTo>
                  <a:cubicBezTo>
                    <a:pt x="1179" y="636"/>
                    <a:pt x="1096" y="269"/>
                    <a:pt x="821" y="92"/>
                  </a:cubicBezTo>
                  <a:cubicBezTo>
                    <a:pt x="722" y="30"/>
                    <a:pt x="612" y="0"/>
                    <a:pt x="50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9" name="Google Shape;2359;p50"/>
            <p:cNvSpPr/>
            <p:nvPr/>
          </p:nvSpPr>
          <p:spPr>
            <a:xfrm>
              <a:off x="927104" y="5627589"/>
              <a:ext cx="165484" cy="117051"/>
            </a:xfrm>
            <a:custGeom>
              <a:rect b="b" l="l" r="r" t="t"/>
              <a:pathLst>
                <a:path extrusionOk="0" h="145" w="205">
                  <a:moveTo>
                    <a:pt x="104" y="1"/>
                  </a:moveTo>
                  <a:cubicBezTo>
                    <a:pt x="43" y="1"/>
                    <a:pt x="1" y="91"/>
                    <a:pt x="67" y="134"/>
                  </a:cubicBezTo>
                  <a:cubicBezTo>
                    <a:pt x="79" y="142"/>
                    <a:pt x="91" y="145"/>
                    <a:pt x="102" y="145"/>
                  </a:cubicBezTo>
                  <a:cubicBezTo>
                    <a:pt x="162" y="145"/>
                    <a:pt x="204" y="55"/>
                    <a:pt x="141" y="12"/>
                  </a:cubicBezTo>
                  <a:cubicBezTo>
                    <a:pt x="129" y="4"/>
                    <a:pt x="116" y="1"/>
                    <a:pt x="10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0" name="Google Shape;2360;p50"/>
            <p:cNvSpPr/>
            <p:nvPr/>
          </p:nvSpPr>
          <p:spPr>
            <a:xfrm>
              <a:off x="792295" y="5196522"/>
              <a:ext cx="159834" cy="158220"/>
            </a:xfrm>
            <a:custGeom>
              <a:rect b="b" l="l" r="r" t="t"/>
              <a:pathLst>
                <a:path extrusionOk="0" h="196" w="198">
                  <a:moveTo>
                    <a:pt x="101" y="0"/>
                  </a:moveTo>
                  <a:cubicBezTo>
                    <a:pt x="53" y="0"/>
                    <a:pt x="4" y="31"/>
                    <a:pt x="1" y="92"/>
                  </a:cubicBezTo>
                  <a:cubicBezTo>
                    <a:pt x="1" y="128"/>
                    <a:pt x="17" y="163"/>
                    <a:pt x="48" y="182"/>
                  </a:cubicBezTo>
                  <a:cubicBezTo>
                    <a:pt x="63" y="191"/>
                    <a:pt x="79" y="195"/>
                    <a:pt x="94" y="195"/>
                  </a:cubicBezTo>
                  <a:cubicBezTo>
                    <a:pt x="148" y="195"/>
                    <a:pt x="198" y="146"/>
                    <a:pt x="194" y="88"/>
                  </a:cubicBezTo>
                  <a:cubicBezTo>
                    <a:pt x="194" y="53"/>
                    <a:pt x="179" y="25"/>
                    <a:pt x="151" y="13"/>
                  </a:cubicBezTo>
                  <a:cubicBezTo>
                    <a:pt x="136" y="5"/>
                    <a:pt x="119" y="0"/>
                    <a:pt x="101"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1" name="Google Shape;2361;p50"/>
            <p:cNvSpPr/>
            <p:nvPr/>
          </p:nvSpPr>
          <p:spPr>
            <a:xfrm>
              <a:off x="382218" y="5364428"/>
              <a:ext cx="208268" cy="143690"/>
            </a:xfrm>
            <a:custGeom>
              <a:rect b="b" l="l" r="r" t="t"/>
              <a:pathLst>
                <a:path extrusionOk="0" h="178" w="258">
                  <a:moveTo>
                    <a:pt x="131" y="0"/>
                  </a:moveTo>
                  <a:cubicBezTo>
                    <a:pt x="54" y="0"/>
                    <a:pt x="1" y="111"/>
                    <a:pt x="83" y="164"/>
                  </a:cubicBezTo>
                  <a:cubicBezTo>
                    <a:pt x="98" y="173"/>
                    <a:pt x="113" y="177"/>
                    <a:pt x="128" y="177"/>
                  </a:cubicBezTo>
                  <a:cubicBezTo>
                    <a:pt x="203" y="177"/>
                    <a:pt x="257" y="63"/>
                    <a:pt x="178" y="14"/>
                  </a:cubicBezTo>
                  <a:cubicBezTo>
                    <a:pt x="162" y="4"/>
                    <a:pt x="146" y="0"/>
                    <a:pt x="131"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2" name="Google Shape;2362;p50"/>
            <p:cNvSpPr/>
            <p:nvPr/>
          </p:nvSpPr>
          <p:spPr>
            <a:xfrm>
              <a:off x="626004" y="5540407"/>
              <a:ext cx="118664" cy="80725"/>
            </a:xfrm>
            <a:custGeom>
              <a:rect b="b" l="l" r="r" t="t"/>
              <a:pathLst>
                <a:path extrusionOk="0" h="100" w="147">
                  <a:moveTo>
                    <a:pt x="74" y="1"/>
                  </a:moveTo>
                  <a:cubicBezTo>
                    <a:pt x="30" y="1"/>
                    <a:pt x="0" y="65"/>
                    <a:pt x="50" y="91"/>
                  </a:cubicBezTo>
                  <a:cubicBezTo>
                    <a:pt x="59" y="97"/>
                    <a:pt x="68" y="100"/>
                    <a:pt x="76" y="100"/>
                  </a:cubicBezTo>
                  <a:cubicBezTo>
                    <a:pt x="119" y="100"/>
                    <a:pt x="147" y="35"/>
                    <a:pt x="101" y="9"/>
                  </a:cubicBezTo>
                  <a:cubicBezTo>
                    <a:pt x="92" y="3"/>
                    <a:pt x="82" y="1"/>
                    <a:pt x="7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3" name="Google Shape;2363;p50"/>
            <p:cNvSpPr/>
            <p:nvPr/>
          </p:nvSpPr>
          <p:spPr>
            <a:xfrm>
              <a:off x="236108" y="5114183"/>
              <a:ext cx="1003399" cy="1004213"/>
            </a:xfrm>
            <a:custGeom>
              <a:rect b="b" l="l" r="r" t="t"/>
              <a:pathLst>
                <a:path extrusionOk="0" h="1244" w="1243">
                  <a:moveTo>
                    <a:pt x="623" y="44"/>
                  </a:moveTo>
                  <a:cubicBezTo>
                    <a:pt x="726" y="44"/>
                    <a:pt x="836" y="71"/>
                    <a:pt x="930" y="135"/>
                  </a:cubicBezTo>
                  <a:cubicBezTo>
                    <a:pt x="1104" y="246"/>
                    <a:pt x="1199" y="430"/>
                    <a:pt x="1199" y="624"/>
                  </a:cubicBezTo>
                  <a:cubicBezTo>
                    <a:pt x="1199" y="730"/>
                    <a:pt x="1172" y="837"/>
                    <a:pt x="1108" y="932"/>
                  </a:cubicBezTo>
                  <a:cubicBezTo>
                    <a:pt x="997" y="1105"/>
                    <a:pt x="812" y="1200"/>
                    <a:pt x="619" y="1200"/>
                  </a:cubicBezTo>
                  <a:cubicBezTo>
                    <a:pt x="513" y="1200"/>
                    <a:pt x="406" y="1172"/>
                    <a:pt x="311" y="1112"/>
                  </a:cubicBezTo>
                  <a:cubicBezTo>
                    <a:pt x="138" y="1003"/>
                    <a:pt x="44" y="813"/>
                    <a:pt x="44" y="619"/>
                  </a:cubicBezTo>
                  <a:cubicBezTo>
                    <a:pt x="44" y="517"/>
                    <a:pt x="71" y="406"/>
                    <a:pt x="134" y="312"/>
                  </a:cubicBezTo>
                  <a:cubicBezTo>
                    <a:pt x="240" y="139"/>
                    <a:pt x="430" y="44"/>
                    <a:pt x="623" y="44"/>
                  </a:cubicBezTo>
                  <a:close/>
                  <a:moveTo>
                    <a:pt x="623" y="1"/>
                  </a:moveTo>
                  <a:cubicBezTo>
                    <a:pt x="415" y="1"/>
                    <a:pt x="213" y="104"/>
                    <a:pt x="95" y="288"/>
                  </a:cubicBezTo>
                  <a:cubicBezTo>
                    <a:pt x="31" y="391"/>
                    <a:pt x="0" y="510"/>
                    <a:pt x="0" y="619"/>
                  </a:cubicBezTo>
                  <a:cubicBezTo>
                    <a:pt x="0" y="829"/>
                    <a:pt x="102" y="1030"/>
                    <a:pt x="288" y="1148"/>
                  </a:cubicBezTo>
                  <a:cubicBezTo>
                    <a:pt x="391" y="1211"/>
                    <a:pt x="504" y="1243"/>
                    <a:pt x="619" y="1243"/>
                  </a:cubicBezTo>
                  <a:cubicBezTo>
                    <a:pt x="828" y="1243"/>
                    <a:pt x="1030" y="1140"/>
                    <a:pt x="1148" y="955"/>
                  </a:cubicBezTo>
                  <a:cubicBezTo>
                    <a:pt x="1210" y="852"/>
                    <a:pt x="1243" y="738"/>
                    <a:pt x="1243" y="624"/>
                  </a:cubicBezTo>
                  <a:cubicBezTo>
                    <a:pt x="1243" y="415"/>
                    <a:pt x="1139" y="213"/>
                    <a:pt x="954" y="95"/>
                  </a:cubicBezTo>
                  <a:cubicBezTo>
                    <a:pt x="852" y="33"/>
                    <a:pt x="733" y="1"/>
                    <a:pt x="623"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4" name="Google Shape;2364;p50"/>
            <p:cNvSpPr/>
            <p:nvPr/>
          </p:nvSpPr>
          <p:spPr>
            <a:xfrm>
              <a:off x="-872232" y="3911392"/>
              <a:ext cx="1602371" cy="1270604"/>
            </a:xfrm>
            <a:custGeom>
              <a:rect b="b" l="l" r="r" t="t"/>
              <a:pathLst>
                <a:path extrusionOk="0" h="1574" w="1985">
                  <a:moveTo>
                    <a:pt x="1693" y="0"/>
                  </a:moveTo>
                  <a:lnTo>
                    <a:pt x="1" y="1136"/>
                  </a:lnTo>
                  <a:cubicBezTo>
                    <a:pt x="17" y="1136"/>
                    <a:pt x="32" y="1139"/>
                    <a:pt x="44" y="1144"/>
                  </a:cubicBezTo>
                  <a:cubicBezTo>
                    <a:pt x="79" y="1148"/>
                    <a:pt x="95" y="1195"/>
                    <a:pt x="79" y="1223"/>
                  </a:cubicBezTo>
                  <a:cubicBezTo>
                    <a:pt x="76" y="1230"/>
                    <a:pt x="72" y="1239"/>
                    <a:pt x="68" y="1246"/>
                  </a:cubicBezTo>
                  <a:cubicBezTo>
                    <a:pt x="84" y="1250"/>
                    <a:pt x="99" y="1258"/>
                    <a:pt x="115" y="1262"/>
                  </a:cubicBezTo>
                  <a:cubicBezTo>
                    <a:pt x="150" y="1274"/>
                    <a:pt x="166" y="1310"/>
                    <a:pt x="150" y="1345"/>
                  </a:cubicBezTo>
                  <a:cubicBezTo>
                    <a:pt x="135" y="1372"/>
                    <a:pt x="127" y="1404"/>
                    <a:pt x="115" y="1436"/>
                  </a:cubicBezTo>
                  <a:cubicBezTo>
                    <a:pt x="159" y="1467"/>
                    <a:pt x="179" y="1518"/>
                    <a:pt x="186" y="1574"/>
                  </a:cubicBezTo>
                  <a:lnTo>
                    <a:pt x="1984" y="367"/>
                  </a:lnTo>
                  <a:cubicBezTo>
                    <a:pt x="1981" y="363"/>
                    <a:pt x="1977" y="359"/>
                    <a:pt x="1972" y="355"/>
                  </a:cubicBezTo>
                  <a:cubicBezTo>
                    <a:pt x="1948" y="331"/>
                    <a:pt x="1921" y="304"/>
                    <a:pt x="1897" y="276"/>
                  </a:cubicBezTo>
                  <a:cubicBezTo>
                    <a:pt x="1890" y="269"/>
                    <a:pt x="1886" y="256"/>
                    <a:pt x="1874" y="249"/>
                  </a:cubicBezTo>
                  <a:cubicBezTo>
                    <a:pt x="1854" y="233"/>
                    <a:pt x="1823" y="233"/>
                    <a:pt x="1799" y="221"/>
                  </a:cubicBezTo>
                  <a:cubicBezTo>
                    <a:pt x="1755" y="202"/>
                    <a:pt x="1735" y="158"/>
                    <a:pt x="1728" y="107"/>
                  </a:cubicBezTo>
                  <a:cubicBezTo>
                    <a:pt x="1724" y="80"/>
                    <a:pt x="1728" y="40"/>
                    <a:pt x="1712" y="24"/>
                  </a:cubicBezTo>
                  <a:cubicBezTo>
                    <a:pt x="1704" y="16"/>
                    <a:pt x="1700" y="9"/>
                    <a:pt x="1693" y="0"/>
                  </a:cubicBezTo>
                  <a:close/>
                </a:path>
              </a:pathLst>
            </a:custGeom>
            <a:solidFill>
              <a:schemeClr val="accent5"/>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5" name="Google Shape;2365;p50"/>
            <p:cNvSpPr/>
            <p:nvPr/>
          </p:nvSpPr>
          <p:spPr>
            <a:xfrm>
              <a:off x="-888376" y="3893633"/>
              <a:ext cx="1637890" cy="1304508"/>
            </a:xfrm>
            <a:custGeom>
              <a:rect b="b" l="l" r="r" t="t"/>
              <a:pathLst>
                <a:path extrusionOk="0" h="1616" w="2029">
                  <a:moveTo>
                    <a:pt x="1708" y="53"/>
                  </a:moveTo>
                  <a:cubicBezTo>
                    <a:pt x="1711" y="56"/>
                    <a:pt x="1713" y="59"/>
                    <a:pt x="1717" y="62"/>
                  </a:cubicBezTo>
                  <a:cubicBezTo>
                    <a:pt x="1717" y="62"/>
                    <a:pt x="1720" y="66"/>
                    <a:pt x="1720" y="69"/>
                  </a:cubicBezTo>
                  <a:cubicBezTo>
                    <a:pt x="1724" y="73"/>
                    <a:pt x="1724" y="85"/>
                    <a:pt x="1724" y="97"/>
                  </a:cubicBezTo>
                  <a:cubicBezTo>
                    <a:pt x="1724" y="109"/>
                    <a:pt x="1724" y="120"/>
                    <a:pt x="1728" y="133"/>
                  </a:cubicBezTo>
                  <a:cubicBezTo>
                    <a:pt x="1732" y="160"/>
                    <a:pt x="1737" y="184"/>
                    <a:pt x="1752" y="207"/>
                  </a:cubicBezTo>
                  <a:cubicBezTo>
                    <a:pt x="1764" y="231"/>
                    <a:pt x="1784" y="251"/>
                    <a:pt x="1811" y="262"/>
                  </a:cubicBezTo>
                  <a:cubicBezTo>
                    <a:pt x="1826" y="271"/>
                    <a:pt x="1843" y="275"/>
                    <a:pt x="1855" y="275"/>
                  </a:cubicBezTo>
                  <a:cubicBezTo>
                    <a:pt x="1866" y="278"/>
                    <a:pt x="1878" y="282"/>
                    <a:pt x="1882" y="286"/>
                  </a:cubicBezTo>
                  <a:cubicBezTo>
                    <a:pt x="1882" y="291"/>
                    <a:pt x="1886" y="291"/>
                    <a:pt x="1890" y="298"/>
                  </a:cubicBezTo>
                  <a:cubicBezTo>
                    <a:pt x="1894" y="302"/>
                    <a:pt x="1897" y="306"/>
                    <a:pt x="1902" y="310"/>
                  </a:cubicBezTo>
                  <a:cubicBezTo>
                    <a:pt x="1923" y="339"/>
                    <a:pt x="1948" y="361"/>
                    <a:pt x="1969" y="385"/>
                  </a:cubicBezTo>
                  <a:lnTo>
                    <a:pt x="1969" y="385"/>
                  </a:lnTo>
                  <a:lnTo>
                    <a:pt x="223" y="1556"/>
                  </a:lnTo>
                  <a:lnTo>
                    <a:pt x="223" y="1556"/>
                  </a:lnTo>
                  <a:cubicBezTo>
                    <a:pt x="218" y="1539"/>
                    <a:pt x="212" y="1523"/>
                    <a:pt x="203" y="1509"/>
                  </a:cubicBezTo>
                  <a:cubicBezTo>
                    <a:pt x="192" y="1486"/>
                    <a:pt x="180" y="1465"/>
                    <a:pt x="162" y="1448"/>
                  </a:cubicBezTo>
                  <a:lnTo>
                    <a:pt x="162" y="1448"/>
                  </a:lnTo>
                  <a:cubicBezTo>
                    <a:pt x="169" y="1422"/>
                    <a:pt x="177" y="1399"/>
                    <a:pt x="190" y="1374"/>
                  </a:cubicBezTo>
                  <a:cubicBezTo>
                    <a:pt x="194" y="1363"/>
                    <a:pt x="199" y="1351"/>
                    <a:pt x="199" y="1339"/>
                  </a:cubicBezTo>
                  <a:cubicBezTo>
                    <a:pt x="199" y="1319"/>
                    <a:pt x="194" y="1303"/>
                    <a:pt x="183" y="1292"/>
                  </a:cubicBezTo>
                  <a:cubicBezTo>
                    <a:pt x="175" y="1280"/>
                    <a:pt x="159" y="1268"/>
                    <a:pt x="143" y="1265"/>
                  </a:cubicBezTo>
                  <a:cubicBezTo>
                    <a:pt x="135" y="1263"/>
                    <a:pt x="127" y="1259"/>
                    <a:pt x="119" y="1256"/>
                  </a:cubicBezTo>
                  <a:lnTo>
                    <a:pt x="119" y="1256"/>
                  </a:lnTo>
                  <a:cubicBezTo>
                    <a:pt x="119" y="1256"/>
                    <a:pt x="119" y="1256"/>
                    <a:pt x="119" y="1256"/>
                  </a:cubicBezTo>
                  <a:cubicBezTo>
                    <a:pt x="123" y="1245"/>
                    <a:pt x="128" y="1232"/>
                    <a:pt x="128" y="1217"/>
                  </a:cubicBezTo>
                  <a:cubicBezTo>
                    <a:pt x="128" y="1201"/>
                    <a:pt x="123" y="1185"/>
                    <a:pt x="115" y="1170"/>
                  </a:cubicBezTo>
                  <a:cubicBezTo>
                    <a:pt x="106" y="1160"/>
                    <a:pt x="94" y="1151"/>
                    <a:pt x="79" y="1145"/>
                  </a:cubicBezTo>
                  <a:lnTo>
                    <a:pt x="79" y="1145"/>
                  </a:lnTo>
                  <a:lnTo>
                    <a:pt x="1708" y="53"/>
                  </a:lnTo>
                  <a:close/>
                  <a:moveTo>
                    <a:pt x="1714" y="0"/>
                  </a:moveTo>
                  <a:cubicBezTo>
                    <a:pt x="1709" y="0"/>
                    <a:pt x="1704" y="3"/>
                    <a:pt x="1701" y="7"/>
                  </a:cubicBezTo>
                  <a:lnTo>
                    <a:pt x="9" y="1138"/>
                  </a:lnTo>
                  <a:cubicBezTo>
                    <a:pt x="5" y="1142"/>
                    <a:pt x="1" y="1150"/>
                    <a:pt x="1" y="1158"/>
                  </a:cubicBezTo>
                  <a:cubicBezTo>
                    <a:pt x="1" y="1170"/>
                    <a:pt x="9" y="1174"/>
                    <a:pt x="17" y="1178"/>
                  </a:cubicBezTo>
                  <a:cubicBezTo>
                    <a:pt x="33" y="1181"/>
                    <a:pt x="48" y="1185"/>
                    <a:pt x="64" y="1185"/>
                  </a:cubicBezTo>
                  <a:cubicBezTo>
                    <a:pt x="68" y="1185"/>
                    <a:pt x="72" y="1190"/>
                    <a:pt x="76" y="1197"/>
                  </a:cubicBezTo>
                  <a:cubicBezTo>
                    <a:pt x="84" y="1201"/>
                    <a:pt x="84" y="1209"/>
                    <a:pt x="84" y="1217"/>
                  </a:cubicBezTo>
                  <a:cubicBezTo>
                    <a:pt x="84" y="1225"/>
                    <a:pt x="84" y="1229"/>
                    <a:pt x="80" y="1232"/>
                  </a:cubicBezTo>
                  <a:cubicBezTo>
                    <a:pt x="76" y="1245"/>
                    <a:pt x="72" y="1252"/>
                    <a:pt x="68" y="1261"/>
                  </a:cubicBezTo>
                  <a:cubicBezTo>
                    <a:pt x="64" y="1265"/>
                    <a:pt x="64" y="1272"/>
                    <a:pt x="68" y="1276"/>
                  </a:cubicBezTo>
                  <a:cubicBezTo>
                    <a:pt x="68" y="1284"/>
                    <a:pt x="76" y="1288"/>
                    <a:pt x="80" y="1288"/>
                  </a:cubicBezTo>
                  <a:cubicBezTo>
                    <a:pt x="96" y="1296"/>
                    <a:pt x="112" y="1300"/>
                    <a:pt x="132" y="1303"/>
                  </a:cubicBezTo>
                  <a:cubicBezTo>
                    <a:pt x="139" y="1308"/>
                    <a:pt x="143" y="1312"/>
                    <a:pt x="147" y="1319"/>
                  </a:cubicBezTo>
                  <a:cubicBezTo>
                    <a:pt x="151" y="1323"/>
                    <a:pt x="155" y="1332"/>
                    <a:pt x="155" y="1339"/>
                  </a:cubicBezTo>
                  <a:cubicBezTo>
                    <a:pt x="155" y="1343"/>
                    <a:pt x="155" y="1351"/>
                    <a:pt x="151" y="1355"/>
                  </a:cubicBezTo>
                  <a:cubicBezTo>
                    <a:pt x="135" y="1387"/>
                    <a:pt x="123" y="1418"/>
                    <a:pt x="115" y="1450"/>
                  </a:cubicBezTo>
                  <a:cubicBezTo>
                    <a:pt x="115" y="1458"/>
                    <a:pt x="115" y="1469"/>
                    <a:pt x="123" y="1474"/>
                  </a:cubicBezTo>
                  <a:cubicBezTo>
                    <a:pt x="143" y="1485"/>
                    <a:pt x="155" y="1505"/>
                    <a:pt x="163" y="1525"/>
                  </a:cubicBezTo>
                  <a:cubicBezTo>
                    <a:pt x="175" y="1548"/>
                    <a:pt x="183" y="1572"/>
                    <a:pt x="186" y="1596"/>
                  </a:cubicBezTo>
                  <a:cubicBezTo>
                    <a:pt x="186" y="1603"/>
                    <a:pt x="190" y="1611"/>
                    <a:pt x="199" y="1616"/>
                  </a:cubicBezTo>
                  <a:cubicBezTo>
                    <a:pt x="206" y="1616"/>
                    <a:pt x="214" y="1616"/>
                    <a:pt x="218" y="1611"/>
                  </a:cubicBezTo>
                  <a:lnTo>
                    <a:pt x="2016" y="404"/>
                  </a:lnTo>
                  <a:cubicBezTo>
                    <a:pt x="2020" y="401"/>
                    <a:pt x="2024" y="397"/>
                    <a:pt x="2028" y="389"/>
                  </a:cubicBezTo>
                  <a:cubicBezTo>
                    <a:pt x="2028" y="385"/>
                    <a:pt x="2024" y="377"/>
                    <a:pt x="2020" y="373"/>
                  </a:cubicBezTo>
                  <a:lnTo>
                    <a:pt x="2008" y="362"/>
                  </a:lnTo>
                  <a:cubicBezTo>
                    <a:pt x="1984" y="338"/>
                    <a:pt x="1957" y="310"/>
                    <a:pt x="1933" y="282"/>
                  </a:cubicBezTo>
                  <a:cubicBezTo>
                    <a:pt x="1933" y="278"/>
                    <a:pt x="1930" y="275"/>
                    <a:pt x="1926" y="271"/>
                  </a:cubicBezTo>
                  <a:cubicBezTo>
                    <a:pt x="1921" y="267"/>
                    <a:pt x="1917" y="259"/>
                    <a:pt x="1910" y="255"/>
                  </a:cubicBezTo>
                  <a:cubicBezTo>
                    <a:pt x="1894" y="243"/>
                    <a:pt x="1878" y="239"/>
                    <a:pt x="1866" y="235"/>
                  </a:cubicBezTo>
                  <a:cubicBezTo>
                    <a:pt x="1850" y="231"/>
                    <a:pt x="1839" y="227"/>
                    <a:pt x="1831" y="224"/>
                  </a:cubicBezTo>
                  <a:cubicBezTo>
                    <a:pt x="1811" y="215"/>
                    <a:pt x="1799" y="204"/>
                    <a:pt x="1788" y="188"/>
                  </a:cubicBezTo>
                  <a:cubicBezTo>
                    <a:pt x="1779" y="168"/>
                    <a:pt x="1772" y="149"/>
                    <a:pt x="1772" y="129"/>
                  </a:cubicBezTo>
                  <a:cubicBezTo>
                    <a:pt x="1768" y="113"/>
                    <a:pt x="1768" y="97"/>
                    <a:pt x="1768" y="82"/>
                  </a:cubicBezTo>
                  <a:cubicBezTo>
                    <a:pt x="1768" y="73"/>
                    <a:pt x="1764" y="66"/>
                    <a:pt x="1764" y="58"/>
                  </a:cubicBezTo>
                  <a:cubicBezTo>
                    <a:pt x="1760" y="46"/>
                    <a:pt x="1755" y="38"/>
                    <a:pt x="1748" y="31"/>
                  </a:cubicBezTo>
                  <a:cubicBezTo>
                    <a:pt x="1740" y="22"/>
                    <a:pt x="1737" y="14"/>
                    <a:pt x="1728" y="7"/>
                  </a:cubicBezTo>
                  <a:cubicBezTo>
                    <a:pt x="1724" y="3"/>
                    <a:pt x="1719" y="0"/>
                    <a:pt x="171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6" name="Google Shape;2366;p50"/>
            <p:cNvSpPr/>
            <p:nvPr/>
          </p:nvSpPr>
          <p:spPr>
            <a:xfrm>
              <a:off x="-560637" y="4863131"/>
              <a:ext cx="58121" cy="48435"/>
            </a:xfrm>
            <a:custGeom>
              <a:rect b="b" l="l" r="r" t="t"/>
              <a:pathLst>
                <a:path extrusionOk="0" h="60" w="72">
                  <a:moveTo>
                    <a:pt x="1" y="60"/>
                  </a:moveTo>
                  <a:cubicBezTo>
                    <a:pt x="25" y="40"/>
                    <a:pt x="48" y="20"/>
                    <a:pt x="72" y="0"/>
                  </a:cubicBezTo>
                  <a:close/>
                </a:path>
              </a:pathLst>
            </a:custGeom>
            <a:solidFill>
              <a:srgbClr val="FFF2A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7" name="Google Shape;2367;p50"/>
            <p:cNvSpPr/>
            <p:nvPr/>
          </p:nvSpPr>
          <p:spPr>
            <a:xfrm>
              <a:off x="-579204" y="4845371"/>
              <a:ext cx="96062" cy="83953"/>
            </a:xfrm>
            <a:custGeom>
              <a:rect b="b" l="l" r="r" t="t"/>
              <a:pathLst>
                <a:path extrusionOk="0" h="104" w="119">
                  <a:moveTo>
                    <a:pt x="95" y="1"/>
                  </a:moveTo>
                  <a:cubicBezTo>
                    <a:pt x="91" y="1"/>
                    <a:pt x="87" y="3"/>
                    <a:pt x="84" y="6"/>
                  </a:cubicBezTo>
                  <a:cubicBezTo>
                    <a:pt x="60" y="26"/>
                    <a:pt x="36" y="46"/>
                    <a:pt x="13" y="66"/>
                  </a:cubicBezTo>
                  <a:cubicBezTo>
                    <a:pt x="0" y="73"/>
                    <a:pt x="0" y="86"/>
                    <a:pt x="9" y="97"/>
                  </a:cubicBezTo>
                  <a:cubicBezTo>
                    <a:pt x="13" y="101"/>
                    <a:pt x="18" y="103"/>
                    <a:pt x="23" y="103"/>
                  </a:cubicBezTo>
                  <a:cubicBezTo>
                    <a:pt x="28" y="103"/>
                    <a:pt x="34" y="101"/>
                    <a:pt x="40" y="97"/>
                  </a:cubicBezTo>
                  <a:cubicBezTo>
                    <a:pt x="64" y="77"/>
                    <a:pt x="87" y="58"/>
                    <a:pt x="111" y="38"/>
                  </a:cubicBezTo>
                  <a:cubicBezTo>
                    <a:pt x="119" y="30"/>
                    <a:pt x="119" y="18"/>
                    <a:pt x="111" y="11"/>
                  </a:cubicBezTo>
                  <a:cubicBezTo>
                    <a:pt x="107" y="4"/>
                    <a:pt x="101" y="1"/>
                    <a:pt x="9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8" name="Google Shape;2368;p50"/>
            <p:cNvSpPr/>
            <p:nvPr/>
          </p:nvSpPr>
          <p:spPr>
            <a:xfrm>
              <a:off x="876248" y="6508290"/>
              <a:ext cx="1092196" cy="745894"/>
            </a:xfrm>
            <a:custGeom>
              <a:rect b="b" l="l" r="r" t="t"/>
              <a:pathLst>
                <a:path extrusionOk="0" h="924" w="1353">
                  <a:moveTo>
                    <a:pt x="1210" y="1"/>
                  </a:moveTo>
                  <a:lnTo>
                    <a:pt x="0" y="514"/>
                  </a:lnTo>
                  <a:cubicBezTo>
                    <a:pt x="15" y="530"/>
                    <a:pt x="31" y="549"/>
                    <a:pt x="39" y="568"/>
                  </a:cubicBezTo>
                  <a:cubicBezTo>
                    <a:pt x="66" y="624"/>
                    <a:pt x="75" y="695"/>
                    <a:pt x="114" y="738"/>
                  </a:cubicBezTo>
                  <a:cubicBezTo>
                    <a:pt x="122" y="743"/>
                    <a:pt x="126" y="750"/>
                    <a:pt x="130" y="754"/>
                  </a:cubicBezTo>
                  <a:lnTo>
                    <a:pt x="133" y="758"/>
                  </a:lnTo>
                  <a:cubicBezTo>
                    <a:pt x="142" y="761"/>
                    <a:pt x="150" y="766"/>
                    <a:pt x="157" y="770"/>
                  </a:cubicBezTo>
                  <a:cubicBezTo>
                    <a:pt x="177" y="781"/>
                    <a:pt x="193" y="797"/>
                    <a:pt x="204" y="817"/>
                  </a:cubicBezTo>
                  <a:cubicBezTo>
                    <a:pt x="221" y="849"/>
                    <a:pt x="228" y="884"/>
                    <a:pt x="228" y="923"/>
                  </a:cubicBezTo>
                  <a:lnTo>
                    <a:pt x="1352" y="450"/>
                  </a:lnTo>
                  <a:cubicBezTo>
                    <a:pt x="1329" y="426"/>
                    <a:pt x="1305" y="403"/>
                    <a:pt x="1293" y="372"/>
                  </a:cubicBezTo>
                  <a:cubicBezTo>
                    <a:pt x="1285" y="348"/>
                    <a:pt x="1278" y="324"/>
                    <a:pt x="1285" y="301"/>
                  </a:cubicBezTo>
                  <a:cubicBezTo>
                    <a:pt x="1293" y="273"/>
                    <a:pt x="1316" y="257"/>
                    <a:pt x="1325" y="233"/>
                  </a:cubicBezTo>
                  <a:cubicBezTo>
                    <a:pt x="1336" y="206"/>
                    <a:pt x="1301" y="159"/>
                    <a:pt x="1281" y="131"/>
                  </a:cubicBezTo>
                  <a:cubicBezTo>
                    <a:pt x="1262" y="95"/>
                    <a:pt x="1238" y="64"/>
                    <a:pt x="1218" y="24"/>
                  </a:cubicBezTo>
                  <a:cubicBezTo>
                    <a:pt x="1214" y="17"/>
                    <a:pt x="1214" y="9"/>
                    <a:pt x="1210" y="1"/>
                  </a:cubicBezTo>
                  <a:close/>
                </a:path>
              </a:pathLst>
            </a:custGeom>
            <a:solidFill>
              <a:schemeClr val="accent5"/>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9" name="Google Shape;2369;p50"/>
            <p:cNvSpPr/>
            <p:nvPr/>
          </p:nvSpPr>
          <p:spPr>
            <a:xfrm>
              <a:off x="856874" y="6491338"/>
              <a:ext cx="1127714" cy="778991"/>
            </a:xfrm>
            <a:custGeom>
              <a:rect b="b" l="l" r="r" t="t"/>
              <a:pathLst>
                <a:path extrusionOk="0" h="965" w="1397">
                  <a:moveTo>
                    <a:pt x="1221" y="50"/>
                  </a:moveTo>
                  <a:cubicBezTo>
                    <a:pt x="1221" y="52"/>
                    <a:pt x="1222" y="53"/>
                    <a:pt x="1222" y="54"/>
                  </a:cubicBezTo>
                  <a:cubicBezTo>
                    <a:pt x="1242" y="96"/>
                    <a:pt x="1266" y="129"/>
                    <a:pt x="1289" y="164"/>
                  </a:cubicBezTo>
                  <a:cubicBezTo>
                    <a:pt x="1297" y="176"/>
                    <a:pt x="1305" y="191"/>
                    <a:pt x="1317" y="207"/>
                  </a:cubicBezTo>
                  <a:cubicBezTo>
                    <a:pt x="1321" y="215"/>
                    <a:pt x="1325" y="223"/>
                    <a:pt x="1325" y="231"/>
                  </a:cubicBezTo>
                  <a:cubicBezTo>
                    <a:pt x="1329" y="235"/>
                    <a:pt x="1329" y="243"/>
                    <a:pt x="1329" y="243"/>
                  </a:cubicBezTo>
                  <a:lnTo>
                    <a:pt x="1329" y="247"/>
                  </a:lnTo>
                  <a:cubicBezTo>
                    <a:pt x="1325" y="254"/>
                    <a:pt x="1321" y="262"/>
                    <a:pt x="1313" y="274"/>
                  </a:cubicBezTo>
                  <a:cubicBezTo>
                    <a:pt x="1302" y="286"/>
                    <a:pt x="1293" y="298"/>
                    <a:pt x="1289" y="318"/>
                  </a:cubicBezTo>
                  <a:cubicBezTo>
                    <a:pt x="1286" y="325"/>
                    <a:pt x="1286" y="333"/>
                    <a:pt x="1286" y="345"/>
                  </a:cubicBezTo>
                  <a:cubicBezTo>
                    <a:pt x="1286" y="365"/>
                    <a:pt x="1289" y="385"/>
                    <a:pt x="1297" y="400"/>
                  </a:cubicBezTo>
                  <a:cubicBezTo>
                    <a:pt x="1305" y="420"/>
                    <a:pt x="1317" y="436"/>
                    <a:pt x="1325" y="447"/>
                  </a:cubicBezTo>
                  <a:cubicBezTo>
                    <a:pt x="1330" y="452"/>
                    <a:pt x="1334" y="457"/>
                    <a:pt x="1339" y="462"/>
                  </a:cubicBezTo>
                  <a:lnTo>
                    <a:pt x="1339" y="462"/>
                  </a:lnTo>
                  <a:lnTo>
                    <a:pt x="272" y="913"/>
                  </a:lnTo>
                  <a:lnTo>
                    <a:pt x="272" y="913"/>
                  </a:lnTo>
                  <a:cubicBezTo>
                    <a:pt x="268" y="883"/>
                    <a:pt x="260" y="854"/>
                    <a:pt x="245" y="830"/>
                  </a:cubicBezTo>
                  <a:cubicBezTo>
                    <a:pt x="232" y="802"/>
                    <a:pt x="213" y="787"/>
                    <a:pt x="193" y="775"/>
                  </a:cubicBezTo>
                  <a:cubicBezTo>
                    <a:pt x="185" y="767"/>
                    <a:pt x="177" y="764"/>
                    <a:pt x="174" y="759"/>
                  </a:cubicBezTo>
                  <a:lnTo>
                    <a:pt x="173" y="760"/>
                  </a:lnTo>
                  <a:lnTo>
                    <a:pt x="173" y="760"/>
                  </a:lnTo>
                  <a:cubicBezTo>
                    <a:pt x="171" y="759"/>
                    <a:pt x="170" y="759"/>
                    <a:pt x="170" y="759"/>
                  </a:cubicBezTo>
                  <a:cubicBezTo>
                    <a:pt x="166" y="755"/>
                    <a:pt x="157" y="751"/>
                    <a:pt x="154" y="744"/>
                  </a:cubicBezTo>
                  <a:cubicBezTo>
                    <a:pt x="138" y="728"/>
                    <a:pt x="126" y="700"/>
                    <a:pt x="119" y="673"/>
                  </a:cubicBezTo>
                  <a:cubicBezTo>
                    <a:pt x="106" y="641"/>
                    <a:pt x="99" y="609"/>
                    <a:pt x="83" y="582"/>
                  </a:cubicBezTo>
                  <a:cubicBezTo>
                    <a:pt x="76" y="568"/>
                    <a:pt x="68" y="555"/>
                    <a:pt x="59" y="543"/>
                  </a:cubicBezTo>
                  <a:lnTo>
                    <a:pt x="59" y="543"/>
                  </a:lnTo>
                  <a:lnTo>
                    <a:pt x="1221" y="50"/>
                  </a:lnTo>
                  <a:close/>
                  <a:moveTo>
                    <a:pt x="1231" y="0"/>
                  </a:moveTo>
                  <a:cubicBezTo>
                    <a:pt x="1229" y="0"/>
                    <a:pt x="1227" y="0"/>
                    <a:pt x="1226" y="2"/>
                  </a:cubicBezTo>
                  <a:lnTo>
                    <a:pt x="16" y="515"/>
                  </a:lnTo>
                  <a:cubicBezTo>
                    <a:pt x="8" y="518"/>
                    <a:pt x="4" y="522"/>
                    <a:pt x="0" y="531"/>
                  </a:cubicBezTo>
                  <a:cubicBezTo>
                    <a:pt x="0" y="538"/>
                    <a:pt x="4" y="546"/>
                    <a:pt x="8" y="551"/>
                  </a:cubicBezTo>
                  <a:cubicBezTo>
                    <a:pt x="24" y="566"/>
                    <a:pt x="35" y="582"/>
                    <a:pt x="48" y="602"/>
                  </a:cubicBezTo>
                  <a:cubicBezTo>
                    <a:pt x="59" y="625"/>
                    <a:pt x="67" y="653"/>
                    <a:pt x="75" y="684"/>
                  </a:cubicBezTo>
                  <a:cubicBezTo>
                    <a:pt x="87" y="716"/>
                    <a:pt x="99" y="747"/>
                    <a:pt x="122" y="775"/>
                  </a:cubicBezTo>
                  <a:cubicBezTo>
                    <a:pt x="130" y="779"/>
                    <a:pt x="134" y="787"/>
                    <a:pt x="142" y="791"/>
                  </a:cubicBezTo>
                  <a:lnTo>
                    <a:pt x="142" y="795"/>
                  </a:lnTo>
                  <a:lnTo>
                    <a:pt x="143" y="794"/>
                  </a:lnTo>
                  <a:lnTo>
                    <a:pt x="143" y="794"/>
                  </a:lnTo>
                  <a:cubicBezTo>
                    <a:pt x="143" y="795"/>
                    <a:pt x="144" y="795"/>
                    <a:pt x="146" y="795"/>
                  </a:cubicBezTo>
                  <a:lnTo>
                    <a:pt x="146" y="799"/>
                  </a:lnTo>
                  <a:cubicBezTo>
                    <a:pt x="154" y="802"/>
                    <a:pt x="161" y="806"/>
                    <a:pt x="170" y="811"/>
                  </a:cubicBezTo>
                  <a:cubicBezTo>
                    <a:pt x="185" y="822"/>
                    <a:pt x="197" y="835"/>
                    <a:pt x="209" y="850"/>
                  </a:cubicBezTo>
                  <a:cubicBezTo>
                    <a:pt x="221" y="877"/>
                    <a:pt x="228" y="909"/>
                    <a:pt x="232" y="944"/>
                  </a:cubicBezTo>
                  <a:cubicBezTo>
                    <a:pt x="232" y="953"/>
                    <a:pt x="237" y="957"/>
                    <a:pt x="245" y="960"/>
                  </a:cubicBezTo>
                  <a:cubicBezTo>
                    <a:pt x="248" y="964"/>
                    <a:pt x="256" y="964"/>
                    <a:pt x="264" y="964"/>
                  </a:cubicBezTo>
                  <a:lnTo>
                    <a:pt x="1384" y="491"/>
                  </a:lnTo>
                  <a:cubicBezTo>
                    <a:pt x="1388" y="487"/>
                    <a:pt x="1396" y="483"/>
                    <a:pt x="1396" y="475"/>
                  </a:cubicBezTo>
                  <a:cubicBezTo>
                    <a:pt x="1396" y="467"/>
                    <a:pt x="1396" y="460"/>
                    <a:pt x="1392" y="456"/>
                  </a:cubicBezTo>
                  <a:cubicBezTo>
                    <a:pt x="1380" y="444"/>
                    <a:pt x="1368" y="432"/>
                    <a:pt x="1360" y="420"/>
                  </a:cubicBezTo>
                  <a:cubicBezTo>
                    <a:pt x="1349" y="409"/>
                    <a:pt x="1344" y="396"/>
                    <a:pt x="1337" y="385"/>
                  </a:cubicBezTo>
                  <a:cubicBezTo>
                    <a:pt x="1333" y="369"/>
                    <a:pt x="1329" y="357"/>
                    <a:pt x="1329" y="345"/>
                  </a:cubicBezTo>
                  <a:lnTo>
                    <a:pt x="1329" y="329"/>
                  </a:lnTo>
                  <a:cubicBezTo>
                    <a:pt x="1333" y="318"/>
                    <a:pt x="1337" y="309"/>
                    <a:pt x="1344" y="302"/>
                  </a:cubicBezTo>
                  <a:cubicBezTo>
                    <a:pt x="1353" y="290"/>
                    <a:pt x="1364" y="278"/>
                    <a:pt x="1373" y="262"/>
                  </a:cubicBezTo>
                  <a:lnTo>
                    <a:pt x="1373" y="243"/>
                  </a:lnTo>
                  <a:cubicBezTo>
                    <a:pt x="1373" y="235"/>
                    <a:pt x="1373" y="223"/>
                    <a:pt x="1368" y="215"/>
                  </a:cubicBezTo>
                  <a:cubicBezTo>
                    <a:pt x="1360" y="200"/>
                    <a:pt x="1353" y="187"/>
                    <a:pt x="1344" y="172"/>
                  </a:cubicBezTo>
                  <a:cubicBezTo>
                    <a:pt x="1337" y="160"/>
                    <a:pt x="1329" y="148"/>
                    <a:pt x="1325" y="140"/>
                  </a:cubicBezTo>
                  <a:cubicBezTo>
                    <a:pt x="1302" y="105"/>
                    <a:pt x="1278" y="73"/>
                    <a:pt x="1262" y="38"/>
                  </a:cubicBezTo>
                  <a:cubicBezTo>
                    <a:pt x="1262" y="30"/>
                    <a:pt x="1258" y="22"/>
                    <a:pt x="1254" y="14"/>
                  </a:cubicBezTo>
                  <a:cubicBezTo>
                    <a:pt x="1254" y="10"/>
                    <a:pt x="1250" y="6"/>
                    <a:pt x="1242" y="2"/>
                  </a:cubicBezTo>
                  <a:cubicBezTo>
                    <a:pt x="1239" y="2"/>
                    <a:pt x="1235" y="0"/>
                    <a:pt x="1231"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0" name="Google Shape;2370;p50"/>
            <p:cNvSpPr/>
            <p:nvPr/>
          </p:nvSpPr>
          <p:spPr>
            <a:xfrm>
              <a:off x="1060299" y="6909490"/>
              <a:ext cx="96062" cy="46013"/>
            </a:xfrm>
            <a:custGeom>
              <a:rect b="b" l="l" r="r" t="t"/>
              <a:pathLst>
                <a:path extrusionOk="0" h="57" w="119">
                  <a:moveTo>
                    <a:pt x="118" y="0"/>
                  </a:moveTo>
                  <a:lnTo>
                    <a:pt x="0" y="56"/>
                  </a:lnTo>
                  <a:cubicBezTo>
                    <a:pt x="40" y="40"/>
                    <a:pt x="80" y="20"/>
                    <a:pt x="118" y="0"/>
                  </a:cubicBezTo>
                  <a:close/>
                </a:path>
              </a:pathLst>
            </a:custGeom>
            <a:solidFill>
              <a:srgbClr val="FFF2A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1" name="Google Shape;2371;p50"/>
            <p:cNvSpPr/>
            <p:nvPr/>
          </p:nvSpPr>
          <p:spPr>
            <a:xfrm>
              <a:off x="1040925" y="6890116"/>
              <a:ext cx="134809" cy="83953"/>
            </a:xfrm>
            <a:custGeom>
              <a:rect b="b" l="l" r="r" t="t"/>
              <a:pathLst>
                <a:path extrusionOk="0" h="104" w="167">
                  <a:moveTo>
                    <a:pt x="143" y="1"/>
                  </a:moveTo>
                  <a:cubicBezTo>
                    <a:pt x="139" y="1"/>
                    <a:pt x="135" y="2"/>
                    <a:pt x="131" y="5"/>
                  </a:cubicBezTo>
                  <a:cubicBezTo>
                    <a:pt x="91" y="24"/>
                    <a:pt x="52" y="44"/>
                    <a:pt x="13" y="64"/>
                  </a:cubicBezTo>
                  <a:cubicBezTo>
                    <a:pt x="4" y="68"/>
                    <a:pt x="0" y="80"/>
                    <a:pt x="4" y="92"/>
                  </a:cubicBezTo>
                  <a:cubicBezTo>
                    <a:pt x="7" y="99"/>
                    <a:pt x="14" y="104"/>
                    <a:pt x="21" y="104"/>
                  </a:cubicBezTo>
                  <a:cubicBezTo>
                    <a:pt x="26" y="104"/>
                    <a:pt x="30" y="102"/>
                    <a:pt x="33" y="99"/>
                  </a:cubicBezTo>
                  <a:cubicBezTo>
                    <a:pt x="71" y="80"/>
                    <a:pt x="111" y="64"/>
                    <a:pt x="151" y="44"/>
                  </a:cubicBezTo>
                  <a:cubicBezTo>
                    <a:pt x="162" y="37"/>
                    <a:pt x="166" y="24"/>
                    <a:pt x="162" y="13"/>
                  </a:cubicBezTo>
                  <a:cubicBezTo>
                    <a:pt x="157" y="5"/>
                    <a:pt x="150" y="1"/>
                    <a:pt x="143"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2" name="Google Shape;2372;p50"/>
            <p:cNvSpPr/>
            <p:nvPr/>
          </p:nvSpPr>
          <p:spPr>
            <a:xfrm>
              <a:off x="1754524" y="6699607"/>
              <a:ext cx="12916" cy="115436"/>
            </a:xfrm>
            <a:custGeom>
              <a:rect b="b" l="l" r="r" t="t"/>
              <a:pathLst>
                <a:path extrusionOk="0" h="143" w="16">
                  <a:moveTo>
                    <a:pt x="8" y="0"/>
                  </a:moveTo>
                  <a:lnTo>
                    <a:pt x="0" y="142"/>
                  </a:lnTo>
                  <a:cubicBezTo>
                    <a:pt x="12" y="99"/>
                    <a:pt x="15" y="48"/>
                    <a:pt x="8" y="0"/>
                  </a:cubicBezTo>
                  <a:close/>
                </a:path>
              </a:pathLst>
            </a:custGeom>
            <a:solidFill>
              <a:srgbClr val="FFF2A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3" name="Google Shape;2373;p50"/>
            <p:cNvSpPr/>
            <p:nvPr/>
          </p:nvSpPr>
          <p:spPr>
            <a:xfrm>
              <a:off x="1731114" y="6682655"/>
              <a:ext cx="49242" cy="149340"/>
            </a:xfrm>
            <a:custGeom>
              <a:rect b="b" l="l" r="r" t="t"/>
              <a:pathLst>
                <a:path extrusionOk="0" h="185" w="61">
                  <a:moveTo>
                    <a:pt x="37" y="1"/>
                  </a:moveTo>
                  <a:cubicBezTo>
                    <a:pt x="36" y="1"/>
                    <a:pt x="35" y="1"/>
                    <a:pt x="33" y="1"/>
                  </a:cubicBezTo>
                  <a:cubicBezTo>
                    <a:pt x="21" y="1"/>
                    <a:pt x="13" y="14"/>
                    <a:pt x="13" y="25"/>
                  </a:cubicBezTo>
                  <a:cubicBezTo>
                    <a:pt x="17" y="41"/>
                    <a:pt x="17" y="53"/>
                    <a:pt x="17" y="69"/>
                  </a:cubicBezTo>
                  <a:cubicBezTo>
                    <a:pt x="17" y="101"/>
                    <a:pt x="13" y="128"/>
                    <a:pt x="6" y="159"/>
                  </a:cubicBezTo>
                  <a:cubicBezTo>
                    <a:pt x="1" y="172"/>
                    <a:pt x="9" y="183"/>
                    <a:pt x="21" y="183"/>
                  </a:cubicBezTo>
                  <a:cubicBezTo>
                    <a:pt x="24" y="184"/>
                    <a:pt x="27" y="184"/>
                    <a:pt x="30" y="184"/>
                  </a:cubicBezTo>
                  <a:cubicBezTo>
                    <a:pt x="38" y="184"/>
                    <a:pt x="45" y="180"/>
                    <a:pt x="48" y="172"/>
                  </a:cubicBezTo>
                  <a:cubicBezTo>
                    <a:pt x="57" y="136"/>
                    <a:pt x="61" y="104"/>
                    <a:pt x="61" y="69"/>
                  </a:cubicBezTo>
                  <a:cubicBezTo>
                    <a:pt x="61" y="53"/>
                    <a:pt x="61" y="37"/>
                    <a:pt x="57" y="21"/>
                  </a:cubicBezTo>
                  <a:cubicBezTo>
                    <a:pt x="57" y="11"/>
                    <a:pt x="47" y="1"/>
                    <a:pt x="37"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4" name="Google Shape;2374;p50"/>
            <p:cNvSpPr/>
            <p:nvPr/>
          </p:nvSpPr>
          <p:spPr>
            <a:xfrm>
              <a:off x="1655234" y="6747234"/>
              <a:ext cx="19374" cy="48435"/>
            </a:xfrm>
            <a:custGeom>
              <a:rect b="b" l="l" r="r" t="t"/>
              <a:pathLst>
                <a:path extrusionOk="0" h="60" w="24">
                  <a:moveTo>
                    <a:pt x="0" y="1"/>
                  </a:moveTo>
                  <a:lnTo>
                    <a:pt x="24" y="59"/>
                  </a:lnTo>
                  <a:cubicBezTo>
                    <a:pt x="16" y="40"/>
                    <a:pt x="9" y="21"/>
                    <a:pt x="0" y="1"/>
                  </a:cubicBezTo>
                  <a:close/>
                </a:path>
              </a:pathLst>
            </a:custGeom>
            <a:solidFill>
              <a:srgbClr val="FFF2A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5" name="Google Shape;2375;p50"/>
            <p:cNvSpPr/>
            <p:nvPr/>
          </p:nvSpPr>
          <p:spPr>
            <a:xfrm>
              <a:off x="1635860" y="6730282"/>
              <a:ext cx="62157" cy="82339"/>
            </a:xfrm>
            <a:custGeom>
              <a:rect b="b" l="l" r="r" t="t"/>
              <a:pathLst>
                <a:path extrusionOk="0" h="102" w="77">
                  <a:moveTo>
                    <a:pt x="26" y="1"/>
                  </a:moveTo>
                  <a:cubicBezTo>
                    <a:pt x="23" y="1"/>
                    <a:pt x="20" y="1"/>
                    <a:pt x="17" y="2"/>
                  </a:cubicBezTo>
                  <a:cubicBezTo>
                    <a:pt x="9" y="6"/>
                    <a:pt x="1" y="18"/>
                    <a:pt x="5" y="29"/>
                  </a:cubicBezTo>
                  <a:cubicBezTo>
                    <a:pt x="13" y="49"/>
                    <a:pt x="21" y="69"/>
                    <a:pt x="29" y="89"/>
                  </a:cubicBezTo>
                  <a:cubicBezTo>
                    <a:pt x="32" y="98"/>
                    <a:pt x="41" y="102"/>
                    <a:pt x="49" y="102"/>
                  </a:cubicBezTo>
                  <a:cubicBezTo>
                    <a:pt x="52" y="102"/>
                    <a:pt x="54" y="101"/>
                    <a:pt x="57" y="100"/>
                  </a:cubicBezTo>
                  <a:cubicBezTo>
                    <a:pt x="68" y="97"/>
                    <a:pt x="76" y="84"/>
                    <a:pt x="68" y="73"/>
                  </a:cubicBezTo>
                  <a:cubicBezTo>
                    <a:pt x="60" y="53"/>
                    <a:pt x="57" y="33"/>
                    <a:pt x="48" y="13"/>
                  </a:cubicBezTo>
                  <a:cubicBezTo>
                    <a:pt x="42" y="5"/>
                    <a:pt x="35" y="1"/>
                    <a:pt x="26"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6" name="Google Shape;2376;p50"/>
            <p:cNvSpPr/>
            <p:nvPr/>
          </p:nvSpPr>
          <p:spPr>
            <a:xfrm>
              <a:off x="1659270" y="5253836"/>
              <a:ext cx="101712" cy="228450"/>
            </a:xfrm>
            <a:custGeom>
              <a:rect b="b" l="l" r="r" t="t"/>
              <a:pathLst>
                <a:path extrusionOk="0" h="283" w="126">
                  <a:moveTo>
                    <a:pt x="99" y="0"/>
                  </a:moveTo>
                  <a:cubicBezTo>
                    <a:pt x="90" y="0"/>
                    <a:pt x="82" y="8"/>
                    <a:pt x="79" y="17"/>
                  </a:cubicBezTo>
                  <a:cubicBezTo>
                    <a:pt x="55" y="96"/>
                    <a:pt x="28" y="175"/>
                    <a:pt x="4" y="257"/>
                  </a:cubicBezTo>
                  <a:cubicBezTo>
                    <a:pt x="0" y="266"/>
                    <a:pt x="4" y="281"/>
                    <a:pt x="15" y="281"/>
                  </a:cubicBezTo>
                  <a:cubicBezTo>
                    <a:pt x="18" y="282"/>
                    <a:pt x="22" y="283"/>
                    <a:pt x="24" y="283"/>
                  </a:cubicBezTo>
                  <a:cubicBezTo>
                    <a:pt x="33" y="283"/>
                    <a:pt x="40" y="278"/>
                    <a:pt x="43" y="269"/>
                  </a:cubicBezTo>
                  <a:cubicBezTo>
                    <a:pt x="71" y="191"/>
                    <a:pt x="95" y="108"/>
                    <a:pt x="122" y="29"/>
                  </a:cubicBezTo>
                  <a:cubicBezTo>
                    <a:pt x="126" y="17"/>
                    <a:pt x="118" y="5"/>
                    <a:pt x="106" y="2"/>
                  </a:cubicBezTo>
                  <a:cubicBezTo>
                    <a:pt x="104" y="1"/>
                    <a:pt x="102" y="0"/>
                    <a:pt x="9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7" name="Google Shape;2377;p50"/>
            <p:cNvSpPr/>
            <p:nvPr/>
          </p:nvSpPr>
          <p:spPr>
            <a:xfrm>
              <a:off x="1773898" y="5342633"/>
              <a:ext cx="83146" cy="150148"/>
            </a:xfrm>
            <a:custGeom>
              <a:rect b="b" l="l" r="r" t="t"/>
              <a:pathLst>
                <a:path extrusionOk="0" h="186" w="103">
                  <a:moveTo>
                    <a:pt x="76" y="0"/>
                  </a:moveTo>
                  <a:cubicBezTo>
                    <a:pt x="67" y="0"/>
                    <a:pt x="58" y="7"/>
                    <a:pt x="55" y="18"/>
                  </a:cubicBezTo>
                  <a:cubicBezTo>
                    <a:pt x="47" y="65"/>
                    <a:pt x="31" y="112"/>
                    <a:pt x="4" y="152"/>
                  </a:cubicBezTo>
                  <a:cubicBezTo>
                    <a:pt x="0" y="159"/>
                    <a:pt x="0" y="176"/>
                    <a:pt x="11" y="183"/>
                  </a:cubicBezTo>
                  <a:cubicBezTo>
                    <a:pt x="14" y="184"/>
                    <a:pt x="18" y="185"/>
                    <a:pt x="22" y="185"/>
                  </a:cubicBezTo>
                  <a:cubicBezTo>
                    <a:pt x="30" y="185"/>
                    <a:pt x="38" y="183"/>
                    <a:pt x="43" y="176"/>
                  </a:cubicBezTo>
                  <a:cubicBezTo>
                    <a:pt x="71" y="132"/>
                    <a:pt x="90" y="76"/>
                    <a:pt x="98" y="25"/>
                  </a:cubicBezTo>
                  <a:cubicBezTo>
                    <a:pt x="102" y="14"/>
                    <a:pt x="95" y="1"/>
                    <a:pt x="82" y="1"/>
                  </a:cubicBezTo>
                  <a:cubicBezTo>
                    <a:pt x="80" y="1"/>
                    <a:pt x="78" y="0"/>
                    <a:pt x="76"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8" name="Google Shape;2378;p50"/>
            <p:cNvSpPr/>
            <p:nvPr/>
          </p:nvSpPr>
          <p:spPr>
            <a:xfrm>
              <a:off x="-492829" y="5989234"/>
              <a:ext cx="102519" cy="205040"/>
            </a:xfrm>
            <a:custGeom>
              <a:rect b="b" l="l" r="r" t="t"/>
              <a:pathLst>
                <a:path extrusionOk="0" h="254" w="127">
                  <a:moveTo>
                    <a:pt x="100" y="1"/>
                  </a:moveTo>
                  <a:cubicBezTo>
                    <a:pt x="96" y="1"/>
                    <a:pt x="92" y="2"/>
                    <a:pt x="87" y="5"/>
                  </a:cubicBezTo>
                  <a:cubicBezTo>
                    <a:pt x="67" y="17"/>
                    <a:pt x="48" y="32"/>
                    <a:pt x="31" y="52"/>
                  </a:cubicBezTo>
                  <a:cubicBezTo>
                    <a:pt x="16" y="76"/>
                    <a:pt x="4" y="99"/>
                    <a:pt x="0" y="127"/>
                  </a:cubicBezTo>
                  <a:lnTo>
                    <a:pt x="0" y="139"/>
                  </a:lnTo>
                  <a:cubicBezTo>
                    <a:pt x="0" y="167"/>
                    <a:pt x="8" y="190"/>
                    <a:pt x="24" y="214"/>
                  </a:cubicBezTo>
                  <a:cubicBezTo>
                    <a:pt x="40" y="234"/>
                    <a:pt x="64" y="250"/>
                    <a:pt x="91" y="254"/>
                  </a:cubicBezTo>
                  <a:cubicBezTo>
                    <a:pt x="102" y="254"/>
                    <a:pt x="111" y="245"/>
                    <a:pt x="115" y="234"/>
                  </a:cubicBezTo>
                  <a:cubicBezTo>
                    <a:pt x="115" y="222"/>
                    <a:pt x="106" y="210"/>
                    <a:pt x="95" y="210"/>
                  </a:cubicBezTo>
                  <a:cubicBezTo>
                    <a:pt x="79" y="206"/>
                    <a:pt x="67" y="198"/>
                    <a:pt x="59" y="187"/>
                  </a:cubicBezTo>
                  <a:cubicBezTo>
                    <a:pt x="51" y="174"/>
                    <a:pt x="44" y="155"/>
                    <a:pt x="44" y="139"/>
                  </a:cubicBezTo>
                  <a:lnTo>
                    <a:pt x="44" y="132"/>
                  </a:lnTo>
                  <a:cubicBezTo>
                    <a:pt x="48" y="116"/>
                    <a:pt x="55" y="96"/>
                    <a:pt x="67" y="80"/>
                  </a:cubicBezTo>
                  <a:cubicBezTo>
                    <a:pt x="79" y="64"/>
                    <a:pt x="95" y="52"/>
                    <a:pt x="111" y="41"/>
                  </a:cubicBezTo>
                  <a:cubicBezTo>
                    <a:pt x="122" y="32"/>
                    <a:pt x="126" y="21"/>
                    <a:pt x="119" y="9"/>
                  </a:cubicBezTo>
                  <a:cubicBezTo>
                    <a:pt x="114" y="4"/>
                    <a:pt x="107" y="1"/>
                    <a:pt x="100"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9" name="Google Shape;2379;p50"/>
            <p:cNvSpPr/>
            <p:nvPr/>
          </p:nvSpPr>
          <p:spPr>
            <a:xfrm>
              <a:off x="-85981" y="6268539"/>
              <a:ext cx="83953" cy="94448"/>
            </a:xfrm>
            <a:custGeom>
              <a:rect b="b" l="l" r="r" t="t"/>
              <a:pathLst>
                <a:path extrusionOk="0" h="117" w="104">
                  <a:moveTo>
                    <a:pt x="29" y="1"/>
                  </a:moveTo>
                  <a:cubicBezTo>
                    <a:pt x="21" y="1"/>
                    <a:pt x="12" y="4"/>
                    <a:pt x="9" y="10"/>
                  </a:cubicBezTo>
                  <a:cubicBezTo>
                    <a:pt x="1" y="22"/>
                    <a:pt x="1" y="34"/>
                    <a:pt x="1" y="41"/>
                  </a:cubicBezTo>
                  <a:cubicBezTo>
                    <a:pt x="1" y="61"/>
                    <a:pt x="9" y="81"/>
                    <a:pt x="20" y="93"/>
                  </a:cubicBezTo>
                  <a:cubicBezTo>
                    <a:pt x="24" y="101"/>
                    <a:pt x="33" y="105"/>
                    <a:pt x="44" y="112"/>
                  </a:cubicBezTo>
                  <a:cubicBezTo>
                    <a:pt x="52" y="117"/>
                    <a:pt x="60" y="117"/>
                    <a:pt x="72" y="117"/>
                  </a:cubicBezTo>
                  <a:lnTo>
                    <a:pt x="84" y="117"/>
                  </a:lnTo>
                  <a:cubicBezTo>
                    <a:pt x="95" y="117"/>
                    <a:pt x="104" y="105"/>
                    <a:pt x="99" y="93"/>
                  </a:cubicBezTo>
                  <a:cubicBezTo>
                    <a:pt x="99" y="81"/>
                    <a:pt x="88" y="73"/>
                    <a:pt x="75" y="73"/>
                  </a:cubicBezTo>
                  <a:lnTo>
                    <a:pt x="60" y="73"/>
                  </a:lnTo>
                  <a:cubicBezTo>
                    <a:pt x="56" y="70"/>
                    <a:pt x="52" y="65"/>
                    <a:pt x="48" y="57"/>
                  </a:cubicBezTo>
                  <a:cubicBezTo>
                    <a:pt x="44" y="53"/>
                    <a:pt x="44" y="50"/>
                    <a:pt x="44" y="41"/>
                  </a:cubicBezTo>
                  <a:lnTo>
                    <a:pt x="44" y="34"/>
                  </a:lnTo>
                  <a:cubicBezTo>
                    <a:pt x="52" y="22"/>
                    <a:pt x="48" y="10"/>
                    <a:pt x="37" y="2"/>
                  </a:cubicBezTo>
                  <a:cubicBezTo>
                    <a:pt x="34" y="1"/>
                    <a:pt x="32" y="1"/>
                    <a:pt x="2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0" name="Google Shape;2380;p50"/>
            <p:cNvSpPr/>
            <p:nvPr/>
          </p:nvSpPr>
          <p:spPr>
            <a:xfrm>
              <a:off x="955358" y="6495374"/>
              <a:ext cx="108170" cy="127545"/>
            </a:xfrm>
            <a:custGeom>
              <a:rect b="b" l="l" r="r" t="t"/>
              <a:pathLst>
                <a:path extrusionOk="0" h="158" w="134">
                  <a:moveTo>
                    <a:pt x="108" y="0"/>
                  </a:moveTo>
                  <a:cubicBezTo>
                    <a:pt x="99" y="0"/>
                    <a:pt x="90" y="7"/>
                    <a:pt x="87" y="17"/>
                  </a:cubicBezTo>
                  <a:cubicBezTo>
                    <a:pt x="75" y="60"/>
                    <a:pt x="48" y="96"/>
                    <a:pt x="12" y="115"/>
                  </a:cubicBezTo>
                  <a:cubicBezTo>
                    <a:pt x="4" y="124"/>
                    <a:pt x="0" y="135"/>
                    <a:pt x="4" y="147"/>
                  </a:cubicBezTo>
                  <a:cubicBezTo>
                    <a:pt x="9" y="154"/>
                    <a:pt x="16" y="157"/>
                    <a:pt x="23" y="157"/>
                  </a:cubicBezTo>
                  <a:cubicBezTo>
                    <a:pt x="27" y="157"/>
                    <a:pt x="31" y="156"/>
                    <a:pt x="35" y="155"/>
                  </a:cubicBezTo>
                  <a:cubicBezTo>
                    <a:pt x="83" y="127"/>
                    <a:pt x="115" y="80"/>
                    <a:pt x="130" y="29"/>
                  </a:cubicBezTo>
                  <a:cubicBezTo>
                    <a:pt x="134" y="17"/>
                    <a:pt x="126" y="5"/>
                    <a:pt x="115" y="1"/>
                  </a:cubicBezTo>
                  <a:cubicBezTo>
                    <a:pt x="113" y="1"/>
                    <a:pt x="110" y="0"/>
                    <a:pt x="108"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1" name="Google Shape;2381;p50"/>
            <p:cNvSpPr/>
            <p:nvPr/>
          </p:nvSpPr>
          <p:spPr>
            <a:xfrm>
              <a:off x="528328" y="4795322"/>
              <a:ext cx="207461" cy="131581"/>
            </a:xfrm>
            <a:custGeom>
              <a:rect b="b" l="l" r="r" t="t"/>
              <a:pathLst>
                <a:path extrusionOk="0" h="163" w="257">
                  <a:moveTo>
                    <a:pt x="22" y="0"/>
                  </a:moveTo>
                  <a:cubicBezTo>
                    <a:pt x="13" y="0"/>
                    <a:pt x="5" y="8"/>
                    <a:pt x="5" y="17"/>
                  </a:cubicBezTo>
                  <a:cubicBezTo>
                    <a:pt x="0" y="21"/>
                    <a:pt x="0" y="29"/>
                    <a:pt x="0" y="33"/>
                  </a:cubicBezTo>
                  <a:cubicBezTo>
                    <a:pt x="0" y="61"/>
                    <a:pt x="13" y="84"/>
                    <a:pt x="29" y="104"/>
                  </a:cubicBezTo>
                  <a:cubicBezTo>
                    <a:pt x="44" y="124"/>
                    <a:pt x="64" y="139"/>
                    <a:pt x="88" y="148"/>
                  </a:cubicBezTo>
                  <a:cubicBezTo>
                    <a:pt x="123" y="163"/>
                    <a:pt x="155" y="163"/>
                    <a:pt x="186" y="163"/>
                  </a:cubicBezTo>
                  <a:lnTo>
                    <a:pt x="237" y="163"/>
                  </a:lnTo>
                  <a:cubicBezTo>
                    <a:pt x="249" y="163"/>
                    <a:pt x="257" y="151"/>
                    <a:pt x="257" y="139"/>
                  </a:cubicBezTo>
                  <a:cubicBezTo>
                    <a:pt x="257" y="128"/>
                    <a:pt x="246" y="120"/>
                    <a:pt x="233" y="120"/>
                  </a:cubicBezTo>
                  <a:lnTo>
                    <a:pt x="186" y="120"/>
                  </a:lnTo>
                  <a:cubicBezTo>
                    <a:pt x="159" y="120"/>
                    <a:pt x="131" y="120"/>
                    <a:pt x="107" y="108"/>
                  </a:cubicBezTo>
                  <a:cubicBezTo>
                    <a:pt x="88" y="100"/>
                    <a:pt x="71" y="88"/>
                    <a:pt x="64" y="77"/>
                  </a:cubicBezTo>
                  <a:cubicBezTo>
                    <a:pt x="53" y="61"/>
                    <a:pt x="44" y="49"/>
                    <a:pt x="44" y="33"/>
                  </a:cubicBezTo>
                  <a:lnTo>
                    <a:pt x="44" y="25"/>
                  </a:lnTo>
                  <a:cubicBezTo>
                    <a:pt x="48" y="13"/>
                    <a:pt x="40" y="2"/>
                    <a:pt x="29" y="2"/>
                  </a:cubicBezTo>
                  <a:cubicBezTo>
                    <a:pt x="26" y="1"/>
                    <a:pt x="24" y="0"/>
                    <a:pt x="2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2" name="Google Shape;2382;p50"/>
            <p:cNvSpPr/>
            <p:nvPr/>
          </p:nvSpPr>
          <p:spPr>
            <a:xfrm>
              <a:off x="-228862" y="5246571"/>
              <a:ext cx="306751" cy="350344"/>
            </a:xfrm>
            <a:custGeom>
              <a:rect b="b" l="l" r="r" t="t"/>
              <a:pathLst>
                <a:path extrusionOk="0" h="434" w="380">
                  <a:moveTo>
                    <a:pt x="25" y="1"/>
                  </a:moveTo>
                  <a:cubicBezTo>
                    <a:pt x="22" y="1"/>
                    <a:pt x="19" y="1"/>
                    <a:pt x="16" y="2"/>
                  </a:cubicBezTo>
                  <a:cubicBezTo>
                    <a:pt x="4" y="6"/>
                    <a:pt x="1" y="18"/>
                    <a:pt x="4" y="30"/>
                  </a:cubicBezTo>
                  <a:cubicBezTo>
                    <a:pt x="72" y="195"/>
                    <a:pt x="194" y="337"/>
                    <a:pt x="343" y="432"/>
                  </a:cubicBezTo>
                  <a:cubicBezTo>
                    <a:pt x="347" y="433"/>
                    <a:pt x="350" y="434"/>
                    <a:pt x="353" y="434"/>
                  </a:cubicBezTo>
                  <a:cubicBezTo>
                    <a:pt x="362" y="434"/>
                    <a:pt x="369" y="430"/>
                    <a:pt x="375" y="424"/>
                  </a:cubicBezTo>
                  <a:cubicBezTo>
                    <a:pt x="379" y="413"/>
                    <a:pt x="375" y="401"/>
                    <a:pt x="367" y="393"/>
                  </a:cubicBezTo>
                  <a:cubicBezTo>
                    <a:pt x="225" y="302"/>
                    <a:pt x="107" y="168"/>
                    <a:pt x="44" y="14"/>
                  </a:cubicBezTo>
                  <a:cubicBezTo>
                    <a:pt x="41" y="5"/>
                    <a:pt x="33" y="1"/>
                    <a:pt x="2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3" name="Google Shape;2383;p50"/>
            <p:cNvSpPr/>
            <p:nvPr/>
          </p:nvSpPr>
          <p:spPr>
            <a:xfrm>
              <a:off x="786645" y="6266118"/>
              <a:ext cx="143689" cy="46013"/>
            </a:xfrm>
            <a:custGeom>
              <a:rect b="b" l="l" r="r" t="t"/>
              <a:pathLst>
                <a:path extrusionOk="0" h="57" w="178">
                  <a:moveTo>
                    <a:pt x="157" y="0"/>
                  </a:moveTo>
                  <a:cubicBezTo>
                    <a:pt x="155" y="0"/>
                    <a:pt x="152" y="1"/>
                    <a:pt x="150" y="2"/>
                  </a:cubicBezTo>
                  <a:cubicBezTo>
                    <a:pt x="115" y="9"/>
                    <a:pt x="83" y="13"/>
                    <a:pt x="48" y="13"/>
                  </a:cubicBezTo>
                  <a:lnTo>
                    <a:pt x="24" y="13"/>
                  </a:lnTo>
                  <a:cubicBezTo>
                    <a:pt x="12" y="13"/>
                    <a:pt x="4" y="20"/>
                    <a:pt x="0" y="33"/>
                  </a:cubicBezTo>
                  <a:cubicBezTo>
                    <a:pt x="0" y="44"/>
                    <a:pt x="12" y="56"/>
                    <a:pt x="24" y="56"/>
                  </a:cubicBezTo>
                  <a:lnTo>
                    <a:pt x="48" y="56"/>
                  </a:lnTo>
                  <a:cubicBezTo>
                    <a:pt x="87" y="56"/>
                    <a:pt x="122" y="53"/>
                    <a:pt x="158" y="44"/>
                  </a:cubicBezTo>
                  <a:cubicBezTo>
                    <a:pt x="170" y="40"/>
                    <a:pt x="177" y="29"/>
                    <a:pt x="174" y="17"/>
                  </a:cubicBezTo>
                  <a:cubicBezTo>
                    <a:pt x="174" y="8"/>
                    <a:pt x="166" y="0"/>
                    <a:pt x="157"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4" name="Google Shape;2384;p50"/>
            <p:cNvSpPr/>
            <p:nvPr/>
          </p:nvSpPr>
          <p:spPr>
            <a:xfrm>
              <a:off x="-245007" y="5906895"/>
              <a:ext cx="143689" cy="102520"/>
            </a:xfrm>
            <a:custGeom>
              <a:rect b="b" l="l" r="r" t="t"/>
              <a:pathLst>
                <a:path extrusionOk="0" h="127" w="178">
                  <a:moveTo>
                    <a:pt x="83" y="1"/>
                  </a:moveTo>
                  <a:cubicBezTo>
                    <a:pt x="1" y="1"/>
                    <a:pt x="17" y="127"/>
                    <a:pt x="95" y="127"/>
                  </a:cubicBezTo>
                  <a:cubicBezTo>
                    <a:pt x="178" y="127"/>
                    <a:pt x="163" y="1"/>
                    <a:pt x="83" y="1"/>
                  </a:cubicBezTo>
                  <a:close/>
                </a:path>
              </a:pathLst>
            </a:custGeom>
            <a:solidFill>
              <a:schemeClr val="accent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5" name="Google Shape;2385;p50"/>
            <p:cNvSpPr/>
            <p:nvPr/>
          </p:nvSpPr>
          <p:spPr>
            <a:xfrm>
              <a:off x="955358" y="4939011"/>
              <a:ext cx="140460" cy="102520"/>
            </a:xfrm>
            <a:custGeom>
              <a:rect b="b" l="l" r="r" t="t"/>
              <a:pathLst>
                <a:path extrusionOk="0" h="127" w="174">
                  <a:moveTo>
                    <a:pt x="79" y="1"/>
                  </a:moveTo>
                  <a:cubicBezTo>
                    <a:pt x="0" y="1"/>
                    <a:pt x="12" y="127"/>
                    <a:pt x="95" y="127"/>
                  </a:cubicBezTo>
                  <a:cubicBezTo>
                    <a:pt x="174" y="127"/>
                    <a:pt x="162" y="1"/>
                    <a:pt x="79" y="1"/>
                  </a:cubicBezTo>
                  <a:close/>
                </a:path>
              </a:pathLst>
            </a:custGeom>
            <a:solidFill>
              <a:schemeClr val="accent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6" name="Google Shape;2386;p50"/>
            <p:cNvSpPr/>
            <p:nvPr/>
          </p:nvSpPr>
          <p:spPr>
            <a:xfrm>
              <a:off x="1349290" y="5009242"/>
              <a:ext cx="144496" cy="102520"/>
            </a:xfrm>
            <a:custGeom>
              <a:rect b="b" l="l" r="r" t="t"/>
              <a:pathLst>
                <a:path extrusionOk="0" h="127" w="179">
                  <a:moveTo>
                    <a:pt x="84" y="1"/>
                  </a:moveTo>
                  <a:cubicBezTo>
                    <a:pt x="1" y="1"/>
                    <a:pt x="17" y="127"/>
                    <a:pt x="95" y="127"/>
                  </a:cubicBezTo>
                  <a:cubicBezTo>
                    <a:pt x="179" y="127"/>
                    <a:pt x="163" y="1"/>
                    <a:pt x="84" y="1"/>
                  </a:cubicBezTo>
                  <a:close/>
                </a:path>
              </a:pathLst>
            </a:custGeom>
            <a:solidFill>
              <a:schemeClr val="accent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7" name="Google Shape;2387;p50"/>
            <p:cNvSpPr/>
            <p:nvPr/>
          </p:nvSpPr>
          <p:spPr>
            <a:xfrm>
              <a:off x="1368664" y="5598528"/>
              <a:ext cx="144496" cy="102520"/>
            </a:xfrm>
            <a:custGeom>
              <a:rect b="b" l="l" r="r" t="t"/>
              <a:pathLst>
                <a:path extrusionOk="0" h="127" w="179">
                  <a:moveTo>
                    <a:pt x="80" y="0"/>
                  </a:moveTo>
                  <a:cubicBezTo>
                    <a:pt x="0" y="0"/>
                    <a:pt x="13" y="126"/>
                    <a:pt x="95" y="126"/>
                  </a:cubicBezTo>
                  <a:cubicBezTo>
                    <a:pt x="178" y="126"/>
                    <a:pt x="162" y="0"/>
                    <a:pt x="80" y="0"/>
                  </a:cubicBezTo>
                  <a:close/>
                </a:path>
              </a:pathLst>
            </a:custGeom>
            <a:solidFill>
              <a:schemeClr val="accent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8" name="Google Shape;2388;p50"/>
            <p:cNvSpPr/>
            <p:nvPr/>
          </p:nvSpPr>
          <p:spPr>
            <a:xfrm>
              <a:off x="1289555" y="6384782"/>
              <a:ext cx="143689" cy="102520"/>
            </a:xfrm>
            <a:custGeom>
              <a:rect b="b" l="l" r="r" t="t"/>
              <a:pathLst>
                <a:path extrusionOk="0" h="127" w="178">
                  <a:moveTo>
                    <a:pt x="83" y="0"/>
                  </a:moveTo>
                  <a:cubicBezTo>
                    <a:pt x="0" y="0"/>
                    <a:pt x="16" y="126"/>
                    <a:pt x="95" y="126"/>
                  </a:cubicBezTo>
                  <a:cubicBezTo>
                    <a:pt x="178" y="126"/>
                    <a:pt x="162" y="0"/>
                    <a:pt x="83" y="0"/>
                  </a:cubicBezTo>
                  <a:close/>
                </a:path>
              </a:pathLst>
            </a:custGeom>
            <a:solidFill>
              <a:schemeClr val="accent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9" name="Google Shape;2389;p50"/>
            <p:cNvSpPr/>
            <p:nvPr/>
          </p:nvSpPr>
          <p:spPr>
            <a:xfrm>
              <a:off x="407242" y="6374288"/>
              <a:ext cx="144496" cy="103327"/>
            </a:xfrm>
            <a:custGeom>
              <a:rect b="b" l="l" r="r" t="t"/>
              <a:pathLst>
                <a:path extrusionOk="0" h="128" w="179">
                  <a:moveTo>
                    <a:pt x="84" y="1"/>
                  </a:moveTo>
                  <a:cubicBezTo>
                    <a:pt x="1" y="1"/>
                    <a:pt x="17" y="128"/>
                    <a:pt x="96" y="128"/>
                  </a:cubicBezTo>
                  <a:cubicBezTo>
                    <a:pt x="179" y="128"/>
                    <a:pt x="163" y="1"/>
                    <a:pt x="84" y="1"/>
                  </a:cubicBezTo>
                  <a:close/>
                </a:path>
              </a:pathLst>
            </a:custGeom>
            <a:solidFill>
              <a:schemeClr val="accent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390" name="Google Shape;2390;p50"/>
          <p:cNvSpPr txBox="1"/>
          <p:nvPr/>
        </p:nvSpPr>
        <p:spPr>
          <a:xfrm>
            <a:off x="2524425" y="9677250"/>
            <a:ext cx="5238300" cy="332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sz="1700">
                <a:solidFill>
                  <a:schemeClr val="dk1"/>
                </a:solidFill>
                <a:latin typeface="Grandstander"/>
                <a:ea typeface="Grandstander"/>
                <a:cs typeface="Grandstander"/>
                <a:sym typeface="Grandstander"/>
              </a:rPr>
              <a:t>This template has been created by </a:t>
            </a:r>
            <a:r>
              <a:rPr b="1" lang="en" sz="1700">
                <a:solidFill>
                  <a:schemeClr val="dk1"/>
                </a:solidFill>
                <a:uFill>
                  <a:noFill/>
                </a:uFill>
                <a:latin typeface="Grandstander"/>
                <a:ea typeface="Grandstander"/>
                <a:cs typeface="Grandstander"/>
                <a:sym typeface="Grandstander"/>
                <a:hlinkClick r:id="rId3">
                  <a:extLst>
                    <a:ext uri="{A12FA001-AC4F-418D-AE19-62706E023703}">
                      <ahyp:hlinkClr val="tx"/>
                    </a:ext>
                  </a:extLst>
                </a:hlinkClick>
              </a:rPr>
              <a:t>Slidesgo</a:t>
            </a:r>
            <a:endParaRPr sz="1700">
              <a:solidFill>
                <a:schemeClr val="dk1"/>
              </a:solidFill>
              <a:latin typeface="Grandstander"/>
              <a:ea typeface="Grandstander"/>
              <a:cs typeface="Grandstander"/>
              <a:sym typeface="Grandstander"/>
            </a:endParaRPr>
          </a:p>
        </p:txBody>
      </p:sp>
      <p:grpSp>
        <p:nvGrpSpPr>
          <p:cNvPr id="2391" name="Google Shape;2391;p50"/>
          <p:cNvGrpSpPr/>
          <p:nvPr/>
        </p:nvGrpSpPr>
        <p:grpSpPr>
          <a:xfrm>
            <a:off x="5778870" y="751804"/>
            <a:ext cx="1447508" cy="1469704"/>
            <a:chOff x="-2027593" y="5947929"/>
            <a:chExt cx="1447508" cy="1469704"/>
          </a:xfrm>
        </p:grpSpPr>
        <p:sp>
          <p:nvSpPr>
            <p:cNvPr id="2392" name="Google Shape;2392;p50"/>
            <p:cNvSpPr/>
            <p:nvPr/>
          </p:nvSpPr>
          <p:spPr>
            <a:xfrm>
              <a:off x="-2027593" y="5947929"/>
              <a:ext cx="1447508" cy="1469704"/>
            </a:xfrm>
            <a:custGeom>
              <a:rect b="b" l="l" r="r" t="t"/>
              <a:pathLst>
                <a:path extrusionOk="0" h="3112" w="3065">
                  <a:moveTo>
                    <a:pt x="1653" y="2965"/>
                  </a:moveTo>
                  <a:cubicBezTo>
                    <a:pt x="1620" y="2979"/>
                    <a:pt x="1585" y="2986"/>
                    <a:pt x="1551" y="2986"/>
                  </a:cubicBezTo>
                  <a:cubicBezTo>
                    <a:pt x="1527" y="2986"/>
                    <a:pt x="1503" y="2983"/>
                    <a:pt x="1479" y="2976"/>
                  </a:cubicBezTo>
                  <a:lnTo>
                    <a:pt x="1479" y="2976"/>
                  </a:lnTo>
                  <a:cubicBezTo>
                    <a:pt x="1492" y="2977"/>
                    <a:pt x="1505" y="2977"/>
                    <a:pt x="1518" y="2977"/>
                  </a:cubicBezTo>
                  <a:cubicBezTo>
                    <a:pt x="1556" y="2977"/>
                    <a:pt x="1594" y="2973"/>
                    <a:pt x="1633" y="2965"/>
                  </a:cubicBezTo>
                  <a:close/>
                  <a:moveTo>
                    <a:pt x="1062" y="0"/>
                  </a:moveTo>
                  <a:cubicBezTo>
                    <a:pt x="1004" y="0"/>
                    <a:pt x="947" y="16"/>
                    <a:pt x="892" y="50"/>
                  </a:cubicBezTo>
                  <a:cubicBezTo>
                    <a:pt x="766" y="126"/>
                    <a:pt x="706" y="244"/>
                    <a:pt x="671" y="386"/>
                  </a:cubicBezTo>
                  <a:cubicBezTo>
                    <a:pt x="647" y="472"/>
                    <a:pt x="628" y="559"/>
                    <a:pt x="631" y="650"/>
                  </a:cubicBezTo>
                  <a:cubicBezTo>
                    <a:pt x="635" y="732"/>
                    <a:pt x="639" y="819"/>
                    <a:pt x="644" y="902"/>
                  </a:cubicBezTo>
                  <a:cubicBezTo>
                    <a:pt x="644" y="985"/>
                    <a:pt x="671" y="1052"/>
                    <a:pt x="691" y="1127"/>
                  </a:cubicBezTo>
                  <a:cubicBezTo>
                    <a:pt x="715" y="1198"/>
                    <a:pt x="738" y="1265"/>
                    <a:pt x="766" y="1336"/>
                  </a:cubicBezTo>
                  <a:cubicBezTo>
                    <a:pt x="786" y="1380"/>
                    <a:pt x="809" y="1415"/>
                    <a:pt x="833" y="1458"/>
                  </a:cubicBezTo>
                  <a:cubicBezTo>
                    <a:pt x="839" y="1465"/>
                    <a:pt x="843" y="1474"/>
                    <a:pt x="852" y="1482"/>
                  </a:cubicBezTo>
                  <a:lnTo>
                    <a:pt x="852" y="1482"/>
                  </a:lnTo>
                  <a:cubicBezTo>
                    <a:pt x="831" y="1468"/>
                    <a:pt x="804" y="1464"/>
                    <a:pt x="776" y="1464"/>
                  </a:cubicBezTo>
                  <a:cubicBezTo>
                    <a:pt x="743" y="1464"/>
                    <a:pt x="709" y="1469"/>
                    <a:pt x="683" y="1469"/>
                  </a:cubicBezTo>
                  <a:cubicBezTo>
                    <a:pt x="667" y="1468"/>
                    <a:pt x="652" y="1468"/>
                    <a:pt x="637" y="1468"/>
                  </a:cubicBezTo>
                  <a:cubicBezTo>
                    <a:pt x="594" y="1468"/>
                    <a:pt x="553" y="1472"/>
                    <a:pt x="509" y="1478"/>
                  </a:cubicBezTo>
                  <a:cubicBezTo>
                    <a:pt x="462" y="1486"/>
                    <a:pt x="411" y="1486"/>
                    <a:pt x="364" y="1502"/>
                  </a:cubicBezTo>
                  <a:cubicBezTo>
                    <a:pt x="312" y="1517"/>
                    <a:pt x="253" y="1533"/>
                    <a:pt x="209" y="1564"/>
                  </a:cubicBezTo>
                  <a:cubicBezTo>
                    <a:pt x="162" y="1604"/>
                    <a:pt x="142" y="1659"/>
                    <a:pt x="107" y="1711"/>
                  </a:cubicBezTo>
                  <a:cubicBezTo>
                    <a:pt x="80" y="1753"/>
                    <a:pt x="60" y="1789"/>
                    <a:pt x="52" y="1840"/>
                  </a:cubicBezTo>
                  <a:cubicBezTo>
                    <a:pt x="40" y="1895"/>
                    <a:pt x="20" y="1951"/>
                    <a:pt x="12" y="2006"/>
                  </a:cubicBezTo>
                  <a:cubicBezTo>
                    <a:pt x="0" y="2117"/>
                    <a:pt x="95" y="2203"/>
                    <a:pt x="162" y="2274"/>
                  </a:cubicBezTo>
                  <a:cubicBezTo>
                    <a:pt x="202" y="2314"/>
                    <a:pt x="253" y="2350"/>
                    <a:pt x="300" y="2377"/>
                  </a:cubicBezTo>
                  <a:cubicBezTo>
                    <a:pt x="351" y="2401"/>
                    <a:pt x="426" y="2408"/>
                    <a:pt x="482" y="2408"/>
                  </a:cubicBezTo>
                  <a:cubicBezTo>
                    <a:pt x="537" y="2408"/>
                    <a:pt x="608" y="2388"/>
                    <a:pt x="663" y="2369"/>
                  </a:cubicBezTo>
                  <a:cubicBezTo>
                    <a:pt x="722" y="2350"/>
                    <a:pt x="793" y="2321"/>
                    <a:pt x="844" y="2282"/>
                  </a:cubicBezTo>
                  <a:cubicBezTo>
                    <a:pt x="888" y="2250"/>
                    <a:pt x="928" y="2211"/>
                    <a:pt x="975" y="2179"/>
                  </a:cubicBezTo>
                  <a:cubicBezTo>
                    <a:pt x="1002" y="2156"/>
                    <a:pt x="1030" y="2128"/>
                    <a:pt x="1046" y="2097"/>
                  </a:cubicBezTo>
                  <a:lnTo>
                    <a:pt x="1046" y="2097"/>
                  </a:lnTo>
                  <a:cubicBezTo>
                    <a:pt x="1014" y="2160"/>
                    <a:pt x="1018" y="2235"/>
                    <a:pt x="1022" y="2306"/>
                  </a:cubicBezTo>
                  <a:cubicBezTo>
                    <a:pt x="1022" y="2334"/>
                    <a:pt x="1022" y="2361"/>
                    <a:pt x="1014" y="2388"/>
                  </a:cubicBezTo>
                  <a:cubicBezTo>
                    <a:pt x="1006" y="2436"/>
                    <a:pt x="1014" y="2475"/>
                    <a:pt x="1026" y="2523"/>
                  </a:cubicBezTo>
                  <a:cubicBezTo>
                    <a:pt x="1057" y="2716"/>
                    <a:pt x="1132" y="2913"/>
                    <a:pt x="1301" y="3027"/>
                  </a:cubicBezTo>
                  <a:cubicBezTo>
                    <a:pt x="1378" y="3082"/>
                    <a:pt x="1467" y="3111"/>
                    <a:pt x="1556" y="3111"/>
                  </a:cubicBezTo>
                  <a:cubicBezTo>
                    <a:pt x="1642" y="3111"/>
                    <a:pt x="1727" y="3083"/>
                    <a:pt x="1798" y="3023"/>
                  </a:cubicBezTo>
                  <a:cubicBezTo>
                    <a:pt x="1953" y="2894"/>
                    <a:pt x="2004" y="2688"/>
                    <a:pt x="1992" y="2492"/>
                  </a:cubicBezTo>
                  <a:cubicBezTo>
                    <a:pt x="1984" y="2302"/>
                    <a:pt x="1933" y="2117"/>
                    <a:pt x="1858" y="1943"/>
                  </a:cubicBezTo>
                  <a:lnTo>
                    <a:pt x="1858" y="1943"/>
                  </a:lnTo>
                  <a:cubicBezTo>
                    <a:pt x="2015" y="2051"/>
                    <a:pt x="2203" y="2126"/>
                    <a:pt x="2395" y="2126"/>
                  </a:cubicBezTo>
                  <a:cubicBezTo>
                    <a:pt x="2434" y="2126"/>
                    <a:pt x="2473" y="2123"/>
                    <a:pt x="2513" y="2117"/>
                  </a:cubicBezTo>
                  <a:cubicBezTo>
                    <a:pt x="2662" y="2093"/>
                    <a:pt x="2753" y="1998"/>
                    <a:pt x="2852" y="1892"/>
                  </a:cubicBezTo>
                  <a:cubicBezTo>
                    <a:pt x="2930" y="1809"/>
                    <a:pt x="3013" y="1726"/>
                    <a:pt x="3041" y="1616"/>
                  </a:cubicBezTo>
                  <a:cubicBezTo>
                    <a:pt x="3064" y="1509"/>
                    <a:pt x="3029" y="1399"/>
                    <a:pt x="2974" y="1312"/>
                  </a:cubicBezTo>
                  <a:cubicBezTo>
                    <a:pt x="2901" y="1206"/>
                    <a:pt x="2807" y="1174"/>
                    <a:pt x="2700" y="1174"/>
                  </a:cubicBezTo>
                  <a:cubicBezTo>
                    <a:pt x="2667" y="1174"/>
                    <a:pt x="2634" y="1177"/>
                    <a:pt x="2599" y="1182"/>
                  </a:cubicBezTo>
                  <a:cubicBezTo>
                    <a:pt x="2457" y="1198"/>
                    <a:pt x="2323" y="1225"/>
                    <a:pt x="2205" y="1304"/>
                  </a:cubicBezTo>
                  <a:cubicBezTo>
                    <a:pt x="2224" y="1280"/>
                    <a:pt x="2244" y="1253"/>
                    <a:pt x="2264" y="1229"/>
                  </a:cubicBezTo>
                  <a:cubicBezTo>
                    <a:pt x="2315" y="1170"/>
                    <a:pt x="2355" y="1103"/>
                    <a:pt x="2386" y="1032"/>
                  </a:cubicBezTo>
                  <a:cubicBezTo>
                    <a:pt x="2429" y="934"/>
                    <a:pt x="2473" y="843"/>
                    <a:pt x="2497" y="741"/>
                  </a:cubicBezTo>
                  <a:cubicBezTo>
                    <a:pt x="2517" y="638"/>
                    <a:pt x="2508" y="547"/>
                    <a:pt x="2489" y="448"/>
                  </a:cubicBezTo>
                  <a:cubicBezTo>
                    <a:pt x="2477" y="362"/>
                    <a:pt x="2457" y="259"/>
                    <a:pt x="2375" y="216"/>
                  </a:cubicBezTo>
                  <a:cubicBezTo>
                    <a:pt x="2341" y="200"/>
                    <a:pt x="2305" y="193"/>
                    <a:pt x="2268" y="193"/>
                  </a:cubicBezTo>
                  <a:cubicBezTo>
                    <a:pt x="2166" y="193"/>
                    <a:pt x="2059" y="244"/>
                    <a:pt x="1984" y="299"/>
                  </a:cubicBezTo>
                  <a:cubicBezTo>
                    <a:pt x="1953" y="319"/>
                    <a:pt x="1921" y="346"/>
                    <a:pt x="1893" y="374"/>
                  </a:cubicBezTo>
                  <a:cubicBezTo>
                    <a:pt x="1865" y="397"/>
                    <a:pt x="1834" y="425"/>
                    <a:pt x="1803" y="452"/>
                  </a:cubicBezTo>
                  <a:cubicBezTo>
                    <a:pt x="1696" y="559"/>
                    <a:pt x="1653" y="717"/>
                    <a:pt x="1598" y="854"/>
                  </a:cubicBezTo>
                  <a:cubicBezTo>
                    <a:pt x="1566" y="945"/>
                    <a:pt x="1530" y="1036"/>
                    <a:pt x="1491" y="1127"/>
                  </a:cubicBezTo>
                  <a:cubicBezTo>
                    <a:pt x="1503" y="1020"/>
                    <a:pt x="1507" y="906"/>
                    <a:pt x="1503" y="799"/>
                  </a:cubicBezTo>
                  <a:cubicBezTo>
                    <a:pt x="1503" y="634"/>
                    <a:pt x="1463" y="476"/>
                    <a:pt x="1416" y="319"/>
                  </a:cubicBezTo>
                  <a:cubicBezTo>
                    <a:pt x="1381" y="197"/>
                    <a:pt x="1325" y="82"/>
                    <a:pt x="1207" y="31"/>
                  </a:cubicBezTo>
                  <a:cubicBezTo>
                    <a:pt x="1159" y="11"/>
                    <a:pt x="1110" y="0"/>
                    <a:pt x="1062" y="0"/>
                  </a:cubicBezTo>
                  <a:close/>
                </a:path>
              </a:pathLst>
            </a:custGeom>
            <a:solidFill>
              <a:schemeClr val="accent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3" name="Google Shape;2393;p50"/>
            <p:cNvSpPr/>
            <p:nvPr/>
          </p:nvSpPr>
          <p:spPr>
            <a:xfrm>
              <a:off x="-1599244" y="6509458"/>
              <a:ext cx="538860" cy="427877"/>
            </a:xfrm>
            <a:custGeom>
              <a:rect b="b" l="l" r="r" t="t"/>
              <a:pathLst>
                <a:path extrusionOk="0" h="906" w="1141">
                  <a:moveTo>
                    <a:pt x="550" y="1"/>
                  </a:moveTo>
                  <a:cubicBezTo>
                    <a:pt x="484" y="1"/>
                    <a:pt x="418" y="8"/>
                    <a:pt x="356" y="25"/>
                  </a:cubicBezTo>
                  <a:cubicBezTo>
                    <a:pt x="237" y="56"/>
                    <a:pt x="119" y="127"/>
                    <a:pt x="63" y="245"/>
                  </a:cubicBezTo>
                  <a:cubicBezTo>
                    <a:pt x="1" y="380"/>
                    <a:pt x="83" y="513"/>
                    <a:pt x="130" y="635"/>
                  </a:cubicBezTo>
                  <a:cubicBezTo>
                    <a:pt x="154" y="687"/>
                    <a:pt x="170" y="754"/>
                    <a:pt x="210" y="793"/>
                  </a:cubicBezTo>
                  <a:cubicBezTo>
                    <a:pt x="252" y="837"/>
                    <a:pt x="305" y="864"/>
                    <a:pt x="359" y="880"/>
                  </a:cubicBezTo>
                  <a:cubicBezTo>
                    <a:pt x="418" y="900"/>
                    <a:pt x="474" y="904"/>
                    <a:pt x="533" y="904"/>
                  </a:cubicBezTo>
                  <a:cubicBezTo>
                    <a:pt x="550" y="905"/>
                    <a:pt x="568" y="905"/>
                    <a:pt x="586" y="905"/>
                  </a:cubicBezTo>
                  <a:cubicBezTo>
                    <a:pt x="648" y="905"/>
                    <a:pt x="711" y="900"/>
                    <a:pt x="769" y="884"/>
                  </a:cubicBezTo>
                  <a:cubicBezTo>
                    <a:pt x="896" y="848"/>
                    <a:pt x="1006" y="797"/>
                    <a:pt x="1077" y="675"/>
                  </a:cubicBezTo>
                  <a:cubicBezTo>
                    <a:pt x="1097" y="640"/>
                    <a:pt x="1120" y="593"/>
                    <a:pt x="1124" y="549"/>
                  </a:cubicBezTo>
                  <a:lnTo>
                    <a:pt x="1124" y="510"/>
                  </a:lnTo>
                  <a:cubicBezTo>
                    <a:pt x="1133" y="466"/>
                    <a:pt x="1140" y="422"/>
                    <a:pt x="1140" y="380"/>
                  </a:cubicBezTo>
                  <a:cubicBezTo>
                    <a:pt x="1136" y="320"/>
                    <a:pt x="1116" y="265"/>
                    <a:pt x="1081" y="218"/>
                  </a:cubicBezTo>
                  <a:cubicBezTo>
                    <a:pt x="1069" y="202"/>
                    <a:pt x="1057" y="182"/>
                    <a:pt x="1042" y="171"/>
                  </a:cubicBezTo>
                  <a:cubicBezTo>
                    <a:pt x="1018" y="143"/>
                    <a:pt x="994" y="120"/>
                    <a:pt x="971" y="96"/>
                  </a:cubicBezTo>
                  <a:cubicBezTo>
                    <a:pt x="939" y="68"/>
                    <a:pt x="896" y="60"/>
                    <a:pt x="860" y="49"/>
                  </a:cubicBezTo>
                  <a:cubicBezTo>
                    <a:pt x="763" y="20"/>
                    <a:pt x="656" y="1"/>
                    <a:pt x="550" y="1"/>
                  </a:cubicBezTo>
                  <a:close/>
                </a:path>
              </a:pathLst>
            </a:cu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4" name="Google Shape;2394;p50"/>
            <p:cNvSpPr/>
            <p:nvPr/>
          </p:nvSpPr>
          <p:spPr>
            <a:xfrm>
              <a:off x="-1156254" y="6353049"/>
              <a:ext cx="95871" cy="136486"/>
            </a:xfrm>
            <a:custGeom>
              <a:rect b="b" l="l" r="r" t="t"/>
              <a:pathLst>
                <a:path extrusionOk="0" h="289" w="203">
                  <a:moveTo>
                    <a:pt x="166" y="0"/>
                  </a:moveTo>
                  <a:cubicBezTo>
                    <a:pt x="127" y="55"/>
                    <a:pt x="91" y="110"/>
                    <a:pt x="56" y="166"/>
                  </a:cubicBezTo>
                  <a:cubicBezTo>
                    <a:pt x="44" y="185"/>
                    <a:pt x="33" y="201"/>
                    <a:pt x="20" y="221"/>
                  </a:cubicBezTo>
                  <a:lnTo>
                    <a:pt x="20" y="225"/>
                  </a:lnTo>
                  <a:cubicBezTo>
                    <a:pt x="17" y="232"/>
                    <a:pt x="13" y="241"/>
                    <a:pt x="13" y="245"/>
                  </a:cubicBezTo>
                  <a:cubicBezTo>
                    <a:pt x="9" y="252"/>
                    <a:pt x="5" y="256"/>
                    <a:pt x="1" y="264"/>
                  </a:cubicBezTo>
                  <a:lnTo>
                    <a:pt x="40" y="288"/>
                  </a:lnTo>
                  <a:cubicBezTo>
                    <a:pt x="44" y="276"/>
                    <a:pt x="48" y="268"/>
                    <a:pt x="53" y="264"/>
                  </a:cubicBezTo>
                  <a:cubicBezTo>
                    <a:pt x="53" y="256"/>
                    <a:pt x="56" y="248"/>
                    <a:pt x="60" y="245"/>
                  </a:cubicBezTo>
                  <a:cubicBezTo>
                    <a:pt x="72" y="225"/>
                    <a:pt x="84" y="205"/>
                    <a:pt x="95" y="190"/>
                  </a:cubicBezTo>
                  <a:cubicBezTo>
                    <a:pt x="127" y="134"/>
                    <a:pt x="166" y="79"/>
                    <a:pt x="202" y="24"/>
                  </a:cubicBezTo>
                  <a:lnTo>
                    <a:pt x="16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5" name="Google Shape;2395;p50"/>
            <p:cNvSpPr/>
            <p:nvPr/>
          </p:nvSpPr>
          <p:spPr>
            <a:xfrm>
              <a:off x="-958845" y="6701112"/>
              <a:ext cx="116178" cy="34003"/>
            </a:xfrm>
            <a:custGeom>
              <a:rect b="b" l="l" r="r" t="t"/>
              <a:pathLst>
                <a:path extrusionOk="0" h="72" w="246">
                  <a:moveTo>
                    <a:pt x="190" y="1"/>
                  </a:moveTo>
                  <a:cubicBezTo>
                    <a:pt x="163" y="1"/>
                    <a:pt x="135" y="4"/>
                    <a:pt x="108" y="12"/>
                  </a:cubicBezTo>
                  <a:cubicBezTo>
                    <a:pt x="92" y="12"/>
                    <a:pt x="79" y="16"/>
                    <a:pt x="68" y="21"/>
                  </a:cubicBezTo>
                  <a:cubicBezTo>
                    <a:pt x="56" y="21"/>
                    <a:pt x="48" y="21"/>
                    <a:pt x="37" y="24"/>
                  </a:cubicBezTo>
                  <a:cubicBezTo>
                    <a:pt x="25" y="24"/>
                    <a:pt x="13" y="24"/>
                    <a:pt x="1" y="28"/>
                  </a:cubicBezTo>
                  <a:lnTo>
                    <a:pt x="13" y="72"/>
                  </a:lnTo>
                  <a:cubicBezTo>
                    <a:pt x="21" y="68"/>
                    <a:pt x="32" y="68"/>
                    <a:pt x="41" y="68"/>
                  </a:cubicBezTo>
                  <a:cubicBezTo>
                    <a:pt x="52" y="63"/>
                    <a:pt x="60" y="63"/>
                    <a:pt x="72" y="63"/>
                  </a:cubicBezTo>
                  <a:lnTo>
                    <a:pt x="76" y="63"/>
                  </a:lnTo>
                  <a:cubicBezTo>
                    <a:pt x="88" y="59"/>
                    <a:pt x="103" y="56"/>
                    <a:pt x="115" y="56"/>
                  </a:cubicBezTo>
                  <a:cubicBezTo>
                    <a:pt x="139" y="48"/>
                    <a:pt x="166" y="48"/>
                    <a:pt x="190" y="48"/>
                  </a:cubicBezTo>
                  <a:lnTo>
                    <a:pt x="237" y="48"/>
                  </a:lnTo>
                  <a:lnTo>
                    <a:pt x="245" y="4"/>
                  </a:lnTo>
                  <a:cubicBezTo>
                    <a:pt x="226" y="4"/>
                    <a:pt x="210" y="1"/>
                    <a:pt x="19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6" name="Google Shape;2396;p50"/>
            <p:cNvSpPr/>
            <p:nvPr/>
          </p:nvSpPr>
          <p:spPr>
            <a:xfrm>
              <a:off x="-1308798" y="7038313"/>
              <a:ext cx="28336" cy="117595"/>
            </a:xfrm>
            <a:custGeom>
              <a:rect b="b" l="l" r="r" t="t"/>
              <a:pathLst>
                <a:path extrusionOk="0" h="249" w="60">
                  <a:moveTo>
                    <a:pt x="16" y="0"/>
                  </a:moveTo>
                  <a:cubicBezTo>
                    <a:pt x="12" y="79"/>
                    <a:pt x="5" y="162"/>
                    <a:pt x="1" y="248"/>
                  </a:cubicBezTo>
                  <a:lnTo>
                    <a:pt x="48" y="248"/>
                  </a:lnTo>
                  <a:cubicBezTo>
                    <a:pt x="48" y="166"/>
                    <a:pt x="56" y="83"/>
                    <a:pt x="6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7" name="Google Shape;2397;p50"/>
            <p:cNvSpPr/>
            <p:nvPr/>
          </p:nvSpPr>
          <p:spPr>
            <a:xfrm>
              <a:off x="-1790985" y="6844682"/>
              <a:ext cx="128930" cy="34003"/>
            </a:xfrm>
            <a:custGeom>
              <a:rect b="b" l="l" r="r" t="t"/>
              <a:pathLst>
                <a:path extrusionOk="0" h="72" w="273">
                  <a:moveTo>
                    <a:pt x="269" y="0"/>
                  </a:moveTo>
                  <a:cubicBezTo>
                    <a:pt x="205" y="8"/>
                    <a:pt x="143" y="12"/>
                    <a:pt x="76" y="12"/>
                  </a:cubicBezTo>
                  <a:cubicBezTo>
                    <a:pt x="59" y="16"/>
                    <a:pt x="48" y="16"/>
                    <a:pt x="36" y="19"/>
                  </a:cubicBezTo>
                  <a:cubicBezTo>
                    <a:pt x="24" y="19"/>
                    <a:pt x="12" y="24"/>
                    <a:pt x="1" y="32"/>
                  </a:cubicBezTo>
                  <a:lnTo>
                    <a:pt x="20" y="71"/>
                  </a:lnTo>
                  <a:cubicBezTo>
                    <a:pt x="32" y="63"/>
                    <a:pt x="40" y="63"/>
                    <a:pt x="48" y="59"/>
                  </a:cubicBezTo>
                  <a:lnTo>
                    <a:pt x="79" y="59"/>
                  </a:lnTo>
                  <a:cubicBezTo>
                    <a:pt x="143" y="55"/>
                    <a:pt x="209" y="52"/>
                    <a:pt x="272" y="43"/>
                  </a:cubicBezTo>
                  <a:lnTo>
                    <a:pt x="269"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8" name="Google Shape;2398;p50"/>
            <p:cNvSpPr/>
            <p:nvPr/>
          </p:nvSpPr>
          <p:spPr>
            <a:xfrm>
              <a:off x="-1522736" y="6341715"/>
              <a:ext cx="45338" cy="112400"/>
            </a:xfrm>
            <a:custGeom>
              <a:rect b="b" l="l" r="r" t="t"/>
              <a:pathLst>
                <a:path extrusionOk="0" h="238" w="96">
                  <a:moveTo>
                    <a:pt x="1" y="1"/>
                  </a:moveTo>
                  <a:lnTo>
                    <a:pt x="1" y="12"/>
                  </a:lnTo>
                  <a:cubicBezTo>
                    <a:pt x="1" y="32"/>
                    <a:pt x="4" y="48"/>
                    <a:pt x="8" y="72"/>
                  </a:cubicBezTo>
                  <a:cubicBezTo>
                    <a:pt x="24" y="127"/>
                    <a:pt x="39" y="182"/>
                    <a:pt x="52" y="237"/>
                  </a:cubicBezTo>
                  <a:lnTo>
                    <a:pt x="95" y="229"/>
                  </a:lnTo>
                  <a:cubicBezTo>
                    <a:pt x="83" y="170"/>
                    <a:pt x="67" y="114"/>
                    <a:pt x="52" y="59"/>
                  </a:cubicBezTo>
                  <a:cubicBezTo>
                    <a:pt x="48" y="40"/>
                    <a:pt x="43" y="32"/>
                    <a:pt x="43" y="12"/>
                  </a:cubicBezTo>
                  <a:lnTo>
                    <a:pt x="4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99" name="Google Shape;2399;p50"/>
          <p:cNvGrpSpPr/>
          <p:nvPr/>
        </p:nvGrpSpPr>
        <p:grpSpPr>
          <a:xfrm>
            <a:off x="4817936" y="538043"/>
            <a:ext cx="2563220" cy="2386649"/>
            <a:chOff x="-1538849" y="5276824"/>
            <a:chExt cx="1138501" cy="1060073"/>
          </a:xfrm>
        </p:grpSpPr>
        <p:sp>
          <p:nvSpPr>
            <p:cNvPr id="2400" name="Google Shape;2400;p50"/>
            <p:cNvSpPr/>
            <p:nvPr/>
          </p:nvSpPr>
          <p:spPr>
            <a:xfrm>
              <a:off x="-1453388" y="5309018"/>
              <a:ext cx="1053040" cy="1027879"/>
            </a:xfrm>
            <a:custGeom>
              <a:rect b="b" l="l" r="r" t="t"/>
              <a:pathLst>
                <a:path extrusionOk="0" h="1756" w="1799">
                  <a:moveTo>
                    <a:pt x="899" y="1"/>
                  </a:moveTo>
                  <a:cubicBezTo>
                    <a:pt x="403" y="1"/>
                    <a:pt x="0" y="395"/>
                    <a:pt x="0" y="880"/>
                  </a:cubicBezTo>
                  <a:cubicBezTo>
                    <a:pt x="0" y="1365"/>
                    <a:pt x="403" y="1755"/>
                    <a:pt x="899" y="1755"/>
                  </a:cubicBezTo>
                  <a:cubicBezTo>
                    <a:pt x="1396" y="1755"/>
                    <a:pt x="1799" y="1365"/>
                    <a:pt x="1799" y="880"/>
                  </a:cubicBezTo>
                  <a:cubicBezTo>
                    <a:pt x="1799" y="395"/>
                    <a:pt x="1396" y="1"/>
                    <a:pt x="899" y="1"/>
                  </a:cubicBezTo>
                  <a:close/>
                </a:path>
              </a:pathLst>
            </a:custGeom>
            <a:solidFill>
              <a:schemeClr val="accen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1" name="Google Shape;2401;p50"/>
            <p:cNvSpPr/>
            <p:nvPr/>
          </p:nvSpPr>
          <p:spPr>
            <a:xfrm>
              <a:off x="-1538849" y="5276824"/>
              <a:ext cx="1053040" cy="1027879"/>
            </a:xfrm>
            <a:custGeom>
              <a:rect b="b" l="l" r="r" t="t"/>
              <a:pathLst>
                <a:path extrusionOk="0" h="1756" w="1799">
                  <a:moveTo>
                    <a:pt x="900" y="1"/>
                  </a:moveTo>
                  <a:cubicBezTo>
                    <a:pt x="403" y="1"/>
                    <a:pt x="1" y="391"/>
                    <a:pt x="1" y="876"/>
                  </a:cubicBezTo>
                  <a:cubicBezTo>
                    <a:pt x="1" y="1361"/>
                    <a:pt x="403" y="1755"/>
                    <a:pt x="900" y="1755"/>
                  </a:cubicBezTo>
                  <a:cubicBezTo>
                    <a:pt x="1397" y="1755"/>
                    <a:pt x="1799" y="1361"/>
                    <a:pt x="1799" y="876"/>
                  </a:cubicBezTo>
                  <a:cubicBezTo>
                    <a:pt x="1799" y="391"/>
                    <a:pt x="1397" y="1"/>
                    <a:pt x="900" y="1"/>
                  </a:cubicBezTo>
                  <a:close/>
                </a:path>
              </a:pathLst>
            </a:cu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402" name="Google Shape;2402;p50"/>
          <p:cNvSpPr txBox="1"/>
          <p:nvPr>
            <p:ph idx="4294967295" type="title"/>
          </p:nvPr>
        </p:nvSpPr>
        <p:spPr>
          <a:xfrm>
            <a:off x="4750347" y="628508"/>
            <a:ext cx="2563200" cy="1832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3300"/>
              <a:t>08</a:t>
            </a:r>
            <a:endParaRPr sz="13300"/>
          </a:p>
        </p:txBody>
      </p:sp>
      <p:sp>
        <p:nvSpPr>
          <p:cNvPr id="2403" name="Google Shape;2403;p50"/>
          <p:cNvSpPr txBox="1"/>
          <p:nvPr/>
        </p:nvSpPr>
        <p:spPr>
          <a:xfrm>
            <a:off x="10397625" y="82950"/>
            <a:ext cx="3484200" cy="3166200"/>
          </a:xfrm>
          <a:prstGeom prst="rect">
            <a:avLst/>
          </a:prstGeom>
          <a:solidFill>
            <a:srgbClr val="00C5FF">
              <a:alpha val="51270"/>
            </a:srgbClr>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Grandstander"/>
                <a:ea typeface="Grandstander"/>
                <a:cs typeface="Grandstander"/>
                <a:sym typeface="Grandstander"/>
              </a:rPr>
              <a:t>Instructions</a:t>
            </a:r>
            <a:endParaRPr>
              <a:latin typeface="Grandstander"/>
              <a:ea typeface="Grandstander"/>
              <a:cs typeface="Grandstander"/>
              <a:sym typeface="Grandstander"/>
            </a:endParaRPr>
          </a:p>
          <a:p>
            <a:pPr indent="0" lvl="0" marL="0" rtl="0" algn="l">
              <a:spcBef>
                <a:spcPts val="0"/>
              </a:spcBef>
              <a:spcAft>
                <a:spcPts val="0"/>
              </a:spcAft>
              <a:buNone/>
            </a:pPr>
            <a:r>
              <a:t/>
            </a:r>
            <a:endParaRPr>
              <a:latin typeface="Grandstander"/>
              <a:ea typeface="Grandstander"/>
              <a:cs typeface="Grandstander"/>
              <a:sym typeface="Grandstander"/>
            </a:endParaRPr>
          </a:p>
          <a:p>
            <a:pPr indent="-317500" lvl="0" marL="457200" rtl="0" algn="l">
              <a:spcBef>
                <a:spcPts val="0"/>
              </a:spcBef>
              <a:spcAft>
                <a:spcPts val="0"/>
              </a:spcAft>
              <a:buSzPts val="1400"/>
              <a:buFont typeface="Grandstander"/>
              <a:buChar char="●"/>
            </a:pPr>
            <a:r>
              <a:rPr lang="en">
                <a:latin typeface="Grandstander"/>
                <a:ea typeface="Grandstander"/>
                <a:cs typeface="Grandstander"/>
                <a:sym typeface="Grandstander"/>
              </a:rPr>
              <a:t>Replace the central image with a picture representative of yourself</a:t>
            </a:r>
            <a:endParaRPr>
              <a:latin typeface="Grandstander"/>
              <a:ea typeface="Grandstander"/>
              <a:cs typeface="Grandstander"/>
              <a:sym typeface="Grandstander"/>
            </a:endParaRPr>
          </a:p>
          <a:p>
            <a:pPr indent="-317500" lvl="0" marL="457200" rtl="0" algn="l">
              <a:spcBef>
                <a:spcPts val="0"/>
              </a:spcBef>
              <a:spcAft>
                <a:spcPts val="0"/>
              </a:spcAft>
              <a:buSzPts val="1400"/>
              <a:buFont typeface="Grandstander"/>
              <a:buChar char="●"/>
            </a:pPr>
            <a:r>
              <a:rPr lang="en">
                <a:latin typeface="Grandstander"/>
                <a:ea typeface="Grandstander"/>
                <a:cs typeface="Grandstander"/>
                <a:sym typeface="Grandstander"/>
              </a:rPr>
              <a:t>Optionally, replace the other images as well</a:t>
            </a:r>
            <a:endParaRPr>
              <a:latin typeface="Grandstander"/>
              <a:ea typeface="Grandstander"/>
              <a:cs typeface="Grandstander"/>
              <a:sym typeface="Grandstande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7" name="Shape 2407"/>
        <p:cNvGrpSpPr/>
        <p:nvPr/>
      </p:nvGrpSpPr>
      <p:grpSpPr>
        <a:xfrm>
          <a:off x="0" y="0"/>
          <a:ext cx="0" cy="0"/>
          <a:chOff x="0" y="0"/>
          <a:chExt cx="0" cy="0"/>
        </a:xfrm>
      </p:grpSpPr>
      <p:pic>
        <p:nvPicPr>
          <p:cNvPr id="2408" name="Google Shape;2408;p51"/>
          <p:cNvPicPr preferRelativeResize="0"/>
          <p:nvPr>
            <p:ph idx="2" type="pic"/>
          </p:nvPr>
        </p:nvPicPr>
        <p:blipFill rotWithShape="1">
          <a:blip r:embed="rId3">
            <a:alphaModFix/>
          </a:blip>
          <a:srcRect b="42642" l="7634" r="7634" t="20557"/>
          <a:stretch/>
        </p:blipFill>
        <p:spPr>
          <a:xfrm>
            <a:off x="1386975" y="3791750"/>
            <a:ext cx="7696800" cy="5014500"/>
          </a:xfrm>
          <a:prstGeom prst="rect">
            <a:avLst/>
          </a:prstGeom>
        </p:spPr>
      </p:pic>
      <p:sp>
        <p:nvSpPr>
          <p:cNvPr id="2409" name="Google Shape;2409;p51"/>
          <p:cNvSpPr txBox="1"/>
          <p:nvPr>
            <p:ph idx="1" type="subTitle"/>
          </p:nvPr>
        </p:nvSpPr>
        <p:spPr>
          <a:xfrm>
            <a:off x="1714500" y="636025"/>
            <a:ext cx="7369200" cy="2284800"/>
          </a:xfrm>
          <a:prstGeom prst="rect">
            <a:avLst/>
          </a:prstGeom>
          <a:solidFill>
            <a:srgbClr val="00C5FF">
              <a:alpha val="51270"/>
            </a:srgbClr>
          </a:solidFill>
        </p:spPr>
        <p:txBody>
          <a:bodyPr anchorCtr="0" anchor="t" bIns="91425" lIns="91425" spcFirstLastPara="1" rIns="91425" wrap="square" tIns="91425">
            <a:noAutofit/>
          </a:bodyPr>
          <a:lstStyle/>
          <a:p>
            <a:pPr indent="0" lvl="0" marL="0" rtl="0" algn="l">
              <a:spcBef>
                <a:spcPts val="0"/>
              </a:spcBef>
              <a:spcAft>
                <a:spcPts val="0"/>
              </a:spcAft>
              <a:buNone/>
            </a:pPr>
            <a:r>
              <a:rPr lang="en"/>
              <a:t>Insert text</a:t>
            </a:r>
            <a:endParaRPr/>
          </a:p>
        </p:txBody>
      </p:sp>
      <p:grpSp>
        <p:nvGrpSpPr>
          <p:cNvPr id="2410" name="Google Shape;2410;p51"/>
          <p:cNvGrpSpPr/>
          <p:nvPr/>
        </p:nvGrpSpPr>
        <p:grpSpPr>
          <a:xfrm rot="-5400000">
            <a:off x="2309738" y="1957501"/>
            <a:ext cx="5667519" cy="8415842"/>
            <a:chOff x="1956426" y="1292026"/>
            <a:chExt cx="5667519" cy="8415842"/>
          </a:xfrm>
        </p:grpSpPr>
        <p:sp>
          <p:nvSpPr>
            <p:cNvPr id="2411" name="Google Shape;2411;p51"/>
            <p:cNvSpPr/>
            <p:nvPr/>
          </p:nvSpPr>
          <p:spPr>
            <a:xfrm>
              <a:off x="2221499" y="1292026"/>
              <a:ext cx="5402446" cy="8415842"/>
            </a:xfrm>
            <a:custGeom>
              <a:rect b="b" l="l" r="r" t="t"/>
              <a:pathLst>
                <a:path extrusionOk="0" h="10001" w="6420">
                  <a:moveTo>
                    <a:pt x="5731" y="0"/>
                  </a:moveTo>
                  <a:cubicBezTo>
                    <a:pt x="5594" y="0"/>
                    <a:pt x="5462" y="57"/>
                    <a:pt x="5327" y="67"/>
                  </a:cubicBezTo>
                  <a:cubicBezTo>
                    <a:pt x="5178" y="79"/>
                    <a:pt x="5043" y="75"/>
                    <a:pt x="4894" y="103"/>
                  </a:cubicBezTo>
                  <a:cubicBezTo>
                    <a:pt x="4728" y="134"/>
                    <a:pt x="4550" y="161"/>
                    <a:pt x="4381" y="161"/>
                  </a:cubicBezTo>
                  <a:cubicBezTo>
                    <a:pt x="4302" y="161"/>
                    <a:pt x="4228" y="142"/>
                    <a:pt x="4148" y="138"/>
                  </a:cubicBezTo>
                  <a:cubicBezTo>
                    <a:pt x="4139" y="137"/>
                    <a:pt x="4130" y="137"/>
                    <a:pt x="4121" y="137"/>
                  </a:cubicBezTo>
                  <a:cubicBezTo>
                    <a:pt x="4061" y="137"/>
                    <a:pt x="4006" y="147"/>
                    <a:pt x="3944" y="154"/>
                  </a:cubicBezTo>
                  <a:cubicBezTo>
                    <a:pt x="3920" y="157"/>
                    <a:pt x="3896" y="159"/>
                    <a:pt x="3872" y="159"/>
                  </a:cubicBezTo>
                  <a:cubicBezTo>
                    <a:pt x="3788" y="159"/>
                    <a:pt x="3707" y="141"/>
                    <a:pt x="3620" y="138"/>
                  </a:cubicBezTo>
                  <a:cubicBezTo>
                    <a:pt x="3509" y="134"/>
                    <a:pt x="3403" y="114"/>
                    <a:pt x="3296" y="99"/>
                  </a:cubicBezTo>
                  <a:cubicBezTo>
                    <a:pt x="3201" y="83"/>
                    <a:pt x="3113" y="78"/>
                    <a:pt x="3024" y="78"/>
                  </a:cubicBezTo>
                  <a:cubicBezTo>
                    <a:pt x="2952" y="78"/>
                    <a:pt x="2878" y="81"/>
                    <a:pt x="2800" y="87"/>
                  </a:cubicBezTo>
                  <a:cubicBezTo>
                    <a:pt x="2729" y="92"/>
                    <a:pt x="2657" y="93"/>
                    <a:pt x="2585" y="93"/>
                  </a:cubicBezTo>
                  <a:cubicBezTo>
                    <a:pt x="2486" y="93"/>
                    <a:pt x="2386" y="90"/>
                    <a:pt x="2288" y="90"/>
                  </a:cubicBezTo>
                  <a:cubicBezTo>
                    <a:pt x="2161" y="90"/>
                    <a:pt x="2051" y="83"/>
                    <a:pt x="1933" y="71"/>
                  </a:cubicBezTo>
                  <a:cubicBezTo>
                    <a:pt x="1914" y="69"/>
                    <a:pt x="1896" y="68"/>
                    <a:pt x="1878" y="68"/>
                  </a:cubicBezTo>
                  <a:cubicBezTo>
                    <a:pt x="1783" y="68"/>
                    <a:pt x="1698" y="91"/>
                    <a:pt x="1605" y="114"/>
                  </a:cubicBezTo>
                  <a:cubicBezTo>
                    <a:pt x="1443" y="158"/>
                    <a:pt x="1282" y="174"/>
                    <a:pt x="1116" y="181"/>
                  </a:cubicBezTo>
                  <a:cubicBezTo>
                    <a:pt x="1037" y="187"/>
                    <a:pt x="961" y="204"/>
                    <a:pt x="885" y="204"/>
                  </a:cubicBezTo>
                  <a:cubicBezTo>
                    <a:pt x="854" y="204"/>
                    <a:pt x="823" y="201"/>
                    <a:pt x="792" y="194"/>
                  </a:cubicBezTo>
                  <a:cubicBezTo>
                    <a:pt x="776" y="190"/>
                    <a:pt x="762" y="188"/>
                    <a:pt x="750" y="188"/>
                  </a:cubicBezTo>
                  <a:cubicBezTo>
                    <a:pt x="710" y="188"/>
                    <a:pt x="683" y="205"/>
                    <a:pt x="639" y="229"/>
                  </a:cubicBezTo>
                  <a:cubicBezTo>
                    <a:pt x="585" y="264"/>
                    <a:pt x="485" y="363"/>
                    <a:pt x="410" y="363"/>
                  </a:cubicBezTo>
                  <a:cubicBezTo>
                    <a:pt x="409" y="363"/>
                    <a:pt x="408" y="363"/>
                    <a:pt x="406" y="363"/>
                  </a:cubicBezTo>
                  <a:lnTo>
                    <a:pt x="383" y="339"/>
                  </a:lnTo>
                  <a:cubicBezTo>
                    <a:pt x="379" y="363"/>
                    <a:pt x="371" y="390"/>
                    <a:pt x="367" y="414"/>
                  </a:cubicBezTo>
                  <a:cubicBezTo>
                    <a:pt x="359" y="458"/>
                    <a:pt x="359" y="501"/>
                    <a:pt x="359" y="544"/>
                  </a:cubicBezTo>
                  <a:lnTo>
                    <a:pt x="5855" y="544"/>
                  </a:lnTo>
                  <a:lnTo>
                    <a:pt x="5855" y="1912"/>
                  </a:lnTo>
                  <a:lnTo>
                    <a:pt x="5852" y="1912"/>
                  </a:lnTo>
                  <a:lnTo>
                    <a:pt x="5852" y="6068"/>
                  </a:lnTo>
                  <a:lnTo>
                    <a:pt x="5950" y="6068"/>
                  </a:lnTo>
                  <a:lnTo>
                    <a:pt x="5950" y="9526"/>
                  </a:lnTo>
                  <a:lnTo>
                    <a:pt x="87" y="9526"/>
                  </a:lnTo>
                  <a:cubicBezTo>
                    <a:pt x="67" y="9581"/>
                    <a:pt x="51" y="9641"/>
                    <a:pt x="32" y="9700"/>
                  </a:cubicBezTo>
                  <a:cubicBezTo>
                    <a:pt x="28" y="9704"/>
                    <a:pt x="0" y="9767"/>
                    <a:pt x="4" y="9775"/>
                  </a:cubicBezTo>
                  <a:cubicBezTo>
                    <a:pt x="12" y="9799"/>
                    <a:pt x="51" y="9794"/>
                    <a:pt x="71" y="9799"/>
                  </a:cubicBezTo>
                  <a:cubicBezTo>
                    <a:pt x="130" y="9818"/>
                    <a:pt x="177" y="9858"/>
                    <a:pt x="233" y="9885"/>
                  </a:cubicBezTo>
                  <a:cubicBezTo>
                    <a:pt x="300" y="9921"/>
                    <a:pt x="371" y="9925"/>
                    <a:pt x="442" y="9949"/>
                  </a:cubicBezTo>
                  <a:cubicBezTo>
                    <a:pt x="505" y="9972"/>
                    <a:pt x="572" y="9988"/>
                    <a:pt x="639" y="9996"/>
                  </a:cubicBezTo>
                  <a:cubicBezTo>
                    <a:pt x="662" y="9999"/>
                    <a:pt x="685" y="10001"/>
                    <a:pt x="708" y="10001"/>
                  </a:cubicBezTo>
                  <a:cubicBezTo>
                    <a:pt x="797" y="10001"/>
                    <a:pt x="882" y="9979"/>
                    <a:pt x="970" y="9960"/>
                  </a:cubicBezTo>
                  <a:cubicBezTo>
                    <a:pt x="1105" y="9925"/>
                    <a:pt x="1234" y="9932"/>
                    <a:pt x="1372" y="9929"/>
                  </a:cubicBezTo>
                  <a:cubicBezTo>
                    <a:pt x="1514" y="9929"/>
                    <a:pt x="1664" y="9941"/>
                    <a:pt x="1802" y="9965"/>
                  </a:cubicBezTo>
                  <a:cubicBezTo>
                    <a:pt x="1832" y="9970"/>
                    <a:pt x="1860" y="9972"/>
                    <a:pt x="1888" y="9972"/>
                  </a:cubicBezTo>
                  <a:cubicBezTo>
                    <a:pt x="2009" y="9972"/>
                    <a:pt x="2119" y="9932"/>
                    <a:pt x="2248" y="9929"/>
                  </a:cubicBezTo>
                  <a:cubicBezTo>
                    <a:pt x="2255" y="9929"/>
                    <a:pt x="2263" y="9928"/>
                    <a:pt x="2270" y="9928"/>
                  </a:cubicBezTo>
                  <a:cubicBezTo>
                    <a:pt x="2479" y="9928"/>
                    <a:pt x="2683" y="9976"/>
                    <a:pt x="2892" y="9976"/>
                  </a:cubicBezTo>
                  <a:cubicBezTo>
                    <a:pt x="2899" y="9976"/>
                    <a:pt x="2907" y="9976"/>
                    <a:pt x="2914" y="9976"/>
                  </a:cubicBezTo>
                  <a:cubicBezTo>
                    <a:pt x="3052" y="9976"/>
                    <a:pt x="3187" y="9956"/>
                    <a:pt x="3324" y="9941"/>
                  </a:cubicBezTo>
                  <a:cubicBezTo>
                    <a:pt x="3424" y="9930"/>
                    <a:pt x="3525" y="9928"/>
                    <a:pt x="3626" y="9928"/>
                  </a:cubicBezTo>
                  <a:cubicBezTo>
                    <a:pt x="3674" y="9928"/>
                    <a:pt x="3722" y="9929"/>
                    <a:pt x="3770" y="9929"/>
                  </a:cubicBezTo>
                  <a:cubicBezTo>
                    <a:pt x="3883" y="9931"/>
                    <a:pt x="4000" y="9935"/>
                    <a:pt x="4115" y="9935"/>
                  </a:cubicBezTo>
                  <a:cubicBezTo>
                    <a:pt x="4189" y="9935"/>
                    <a:pt x="4262" y="9933"/>
                    <a:pt x="4334" y="9929"/>
                  </a:cubicBezTo>
                  <a:cubicBezTo>
                    <a:pt x="4417" y="9921"/>
                    <a:pt x="4495" y="9894"/>
                    <a:pt x="4578" y="9889"/>
                  </a:cubicBezTo>
                  <a:cubicBezTo>
                    <a:pt x="4596" y="9887"/>
                    <a:pt x="4615" y="9887"/>
                    <a:pt x="4633" y="9887"/>
                  </a:cubicBezTo>
                  <a:cubicBezTo>
                    <a:pt x="4714" y="9887"/>
                    <a:pt x="4794" y="9898"/>
                    <a:pt x="4874" y="9901"/>
                  </a:cubicBezTo>
                  <a:cubicBezTo>
                    <a:pt x="4942" y="9906"/>
                    <a:pt x="5010" y="9909"/>
                    <a:pt x="5079" y="9909"/>
                  </a:cubicBezTo>
                  <a:cubicBezTo>
                    <a:pt x="5121" y="9909"/>
                    <a:pt x="5163" y="9908"/>
                    <a:pt x="5205" y="9905"/>
                  </a:cubicBezTo>
                  <a:cubicBezTo>
                    <a:pt x="5363" y="9889"/>
                    <a:pt x="5524" y="9870"/>
                    <a:pt x="5682" y="9846"/>
                  </a:cubicBezTo>
                  <a:cubicBezTo>
                    <a:pt x="5726" y="9838"/>
                    <a:pt x="5761" y="9830"/>
                    <a:pt x="5800" y="9810"/>
                  </a:cubicBezTo>
                  <a:cubicBezTo>
                    <a:pt x="5915" y="9752"/>
                    <a:pt x="5986" y="9657"/>
                    <a:pt x="6128" y="9657"/>
                  </a:cubicBezTo>
                  <a:cubicBezTo>
                    <a:pt x="6145" y="9657"/>
                    <a:pt x="6161" y="9660"/>
                    <a:pt x="6176" y="9660"/>
                  </a:cubicBezTo>
                  <a:cubicBezTo>
                    <a:pt x="6191" y="9660"/>
                    <a:pt x="6207" y="9657"/>
                    <a:pt x="6223" y="9645"/>
                  </a:cubicBezTo>
                  <a:cubicBezTo>
                    <a:pt x="6262" y="9610"/>
                    <a:pt x="6239" y="9534"/>
                    <a:pt x="6239" y="9491"/>
                  </a:cubicBezTo>
                  <a:cubicBezTo>
                    <a:pt x="6239" y="9388"/>
                    <a:pt x="6262" y="9297"/>
                    <a:pt x="6281" y="9199"/>
                  </a:cubicBezTo>
                  <a:cubicBezTo>
                    <a:pt x="6325" y="8990"/>
                    <a:pt x="6337" y="8758"/>
                    <a:pt x="6341" y="8549"/>
                  </a:cubicBezTo>
                  <a:cubicBezTo>
                    <a:pt x="6341" y="8407"/>
                    <a:pt x="6388" y="8273"/>
                    <a:pt x="6404" y="8134"/>
                  </a:cubicBezTo>
                  <a:cubicBezTo>
                    <a:pt x="6416" y="8020"/>
                    <a:pt x="6408" y="7906"/>
                    <a:pt x="6408" y="7792"/>
                  </a:cubicBezTo>
                  <a:cubicBezTo>
                    <a:pt x="6408" y="7515"/>
                    <a:pt x="6419" y="7235"/>
                    <a:pt x="6412" y="6955"/>
                  </a:cubicBezTo>
                  <a:cubicBezTo>
                    <a:pt x="6404" y="6723"/>
                    <a:pt x="6313" y="6502"/>
                    <a:pt x="6305" y="6265"/>
                  </a:cubicBezTo>
                  <a:cubicBezTo>
                    <a:pt x="6297" y="6052"/>
                    <a:pt x="6341" y="5839"/>
                    <a:pt x="6341" y="5627"/>
                  </a:cubicBezTo>
                  <a:cubicBezTo>
                    <a:pt x="6341" y="5323"/>
                    <a:pt x="6352" y="5024"/>
                    <a:pt x="6345" y="4724"/>
                  </a:cubicBezTo>
                  <a:cubicBezTo>
                    <a:pt x="6341" y="4586"/>
                    <a:pt x="6310" y="4452"/>
                    <a:pt x="6305" y="4318"/>
                  </a:cubicBezTo>
                  <a:cubicBezTo>
                    <a:pt x="6301" y="4203"/>
                    <a:pt x="6313" y="4089"/>
                    <a:pt x="6301" y="3974"/>
                  </a:cubicBezTo>
                  <a:cubicBezTo>
                    <a:pt x="6290" y="3852"/>
                    <a:pt x="6266" y="3734"/>
                    <a:pt x="6270" y="3608"/>
                  </a:cubicBezTo>
                  <a:cubicBezTo>
                    <a:pt x="6277" y="3482"/>
                    <a:pt x="6305" y="3355"/>
                    <a:pt x="6310" y="3226"/>
                  </a:cubicBezTo>
                  <a:cubicBezTo>
                    <a:pt x="6317" y="3013"/>
                    <a:pt x="6310" y="2800"/>
                    <a:pt x="6310" y="2587"/>
                  </a:cubicBezTo>
                  <a:cubicBezTo>
                    <a:pt x="6310" y="2469"/>
                    <a:pt x="6301" y="2346"/>
                    <a:pt x="6305" y="2228"/>
                  </a:cubicBezTo>
                  <a:cubicBezTo>
                    <a:pt x="6310" y="2129"/>
                    <a:pt x="6341" y="2027"/>
                    <a:pt x="6337" y="1928"/>
                  </a:cubicBezTo>
                  <a:cubicBezTo>
                    <a:pt x="6333" y="1841"/>
                    <a:pt x="6301" y="1766"/>
                    <a:pt x="6290" y="1684"/>
                  </a:cubicBezTo>
                  <a:cubicBezTo>
                    <a:pt x="6266" y="1553"/>
                    <a:pt x="6293" y="1431"/>
                    <a:pt x="6305" y="1297"/>
                  </a:cubicBezTo>
                  <a:cubicBezTo>
                    <a:pt x="6325" y="1037"/>
                    <a:pt x="6310" y="765"/>
                    <a:pt x="6310" y="501"/>
                  </a:cubicBezTo>
                  <a:cubicBezTo>
                    <a:pt x="6310" y="374"/>
                    <a:pt x="6368" y="161"/>
                    <a:pt x="6239" y="87"/>
                  </a:cubicBezTo>
                  <a:cubicBezTo>
                    <a:pt x="6168" y="47"/>
                    <a:pt x="6064" y="59"/>
                    <a:pt x="5990" y="47"/>
                  </a:cubicBezTo>
                  <a:cubicBezTo>
                    <a:pt x="5931" y="36"/>
                    <a:pt x="5871" y="19"/>
                    <a:pt x="5813" y="8"/>
                  </a:cubicBezTo>
                  <a:cubicBezTo>
                    <a:pt x="5785" y="3"/>
                    <a:pt x="5758" y="0"/>
                    <a:pt x="5731" y="0"/>
                  </a:cubicBezTo>
                  <a:close/>
                </a:path>
              </a:pathLst>
            </a:cu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2" name="Google Shape;2412;p51"/>
            <p:cNvSpPr/>
            <p:nvPr/>
          </p:nvSpPr>
          <p:spPr>
            <a:xfrm>
              <a:off x="1956426" y="1408153"/>
              <a:ext cx="5495853" cy="8170123"/>
            </a:xfrm>
            <a:custGeom>
              <a:rect b="b" l="l" r="r" t="t"/>
              <a:pathLst>
                <a:path extrusionOk="0" h="9709" w="6531">
                  <a:moveTo>
                    <a:pt x="6057" y="406"/>
                  </a:moveTo>
                  <a:cubicBezTo>
                    <a:pt x="5839" y="1830"/>
                    <a:pt x="5903" y="3273"/>
                    <a:pt x="5970" y="4708"/>
                  </a:cubicBezTo>
                  <a:cubicBezTo>
                    <a:pt x="6041" y="6191"/>
                    <a:pt x="6052" y="7669"/>
                    <a:pt x="6033" y="9156"/>
                  </a:cubicBezTo>
                  <a:cubicBezTo>
                    <a:pt x="5074" y="9164"/>
                    <a:pt x="4117" y="9176"/>
                    <a:pt x="3158" y="9183"/>
                  </a:cubicBezTo>
                  <a:cubicBezTo>
                    <a:pt x="2271" y="9192"/>
                    <a:pt x="1384" y="9179"/>
                    <a:pt x="508" y="9321"/>
                  </a:cubicBezTo>
                  <a:cubicBezTo>
                    <a:pt x="457" y="7811"/>
                    <a:pt x="394" y="6297"/>
                    <a:pt x="363" y="4783"/>
                  </a:cubicBezTo>
                  <a:cubicBezTo>
                    <a:pt x="347" y="4002"/>
                    <a:pt x="386" y="3221"/>
                    <a:pt x="441" y="2440"/>
                  </a:cubicBezTo>
                  <a:cubicBezTo>
                    <a:pt x="469" y="2058"/>
                    <a:pt x="492" y="1679"/>
                    <a:pt x="512" y="1297"/>
                  </a:cubicBezTo>
                  <a:cubicBezTo>
                    <a:pt x="524" y="1029"/>
                    <a:pt x="540" y="761"/>
                    <a:pt x="492" y="497"/>
                  </a:cubicBezTo>
                  <a:lnTo>
                    <a:pt x="492" y="497"/>
                  </a:lnTo>
                  <a:cubicBezTo>
                    <a:pt x="1248" y="515"/>
                    <a:pt x="2001" y="527"/>
                    <a:pt x="2755" y="527"/>
                  </a:cubicBezTo>
                  <a:cubicBezTo>
                    <a:pt x="2961" y="527"/>
                    <a:pt x="3168" y="526"/>
                    <a:pt x="3375" y="524"/>
                  </a:cubicBezTo>
                  <a:cubicBezTo>
                    <a:pt x="3895" y="520"/>
                    <a:pt x="4416" y="513"/>
                    <a:pt x="4940" y="500"/>
                  </a:cubicBezTo>
                  <a:cubicBezTo>
                    <a:pt x="5315" y="493"/>
                    <a:pt x="5690" y="477"/>
                    <a:pt x="6057" y="406"/>
                  </a:cubicBezTo>
                  <a:close/>
                  <a:moveTo>
                    <a:pt x="6285" y="1"/>
                  </a:moveTo>
                  <a:cubicBezTo>
                    <a:pt x="6269" y="1"/>
                    <a:pt x="6251" y="3"/>
                    <a:pt x="6234" y="8"/>
                  </a:cubicBezTo>
                  <a:cubicBezTo>
                    <a:pt x="5788" y="138"/>
                    <a:pt x="5319" y="145"/>
                    <a:pt x="4858" y="158"/>
                  </a:cubicBezTo>
                  <a:cubicBezTo>
                    <a:pt x="4349" y="169"/>
                    <a:pt x="3844" y="178"/>
                    <a:pt x="3336" y="178"/>
                  </a:cubicBezTo>
                  <a:cubicBezTo>
                    <a:pt x="3126" y="179"/>
                    <a:pt x="2915" y="180"/>
                    <a:pt x="2705" y="180"/>
                  </a:cubicBezTo>
                  <a:cubicBezTo>
                    <a:pt x="1903" y="180"/>
                    <a:pt x="1102" y="169"/>
                    <a:pt x="299" y="150"/>
                  </a:cubicBezTo>
                  <a:cubicBezTo>
                    <a:pt x="297" y="150"/>
                    <a:pt x="295" y="150"/>
                    <a:pt x="292" y="150"/>
                  </a:cubicBezTo>
                  <a:cubicBezTo>
                    <a:pt x="151" y="150"/>
                    <a:pt x="79" y="294"/>
                    <a:pt x="110" y="398"/>
                  </a:cubicBezTo>
                  <a:cubicBezTo>
                    <a:pt x="110" y="410"/>
                    <a:pt x="114" y="422"/>
                    <a:pt x="118" y="438"/>
                  </a:cubicBezTo>
                  <a:cubicBezTo>
                    <a:pt x="237" y="793"/>
                    <a:pt x="170" y="1215"/>
                    <a:pt x="150" y="1585"/>
                  </a:cubicBezTo>
                  <a:cubicBezTo>
                    <a:pt x="126" y="1952"/>
                    <a:pt x="102" y="2318"/>
                    <a:pt x="75" y="2685"/>
                  </a:cubicBezTo>
                  <a:cubicBezTo>
                    <a:pt x="28" y="3426"/>
                    <a:pt x="0" y="4167"/>
                    <a:pt x="19" y="4909"/>
                  </a:cubicBezTo>
                  <a:cubicBezTo>
                    <a:pt x="55" y="6459"/>
                    <a:pt x="118" y="8009"/>
                    <a:pt x="170" y="9558"/>
                  </a:cubicBezTo>
                  <a:cubicBezTo>
                    <a:pt x="172" y="9661"/>
                    <a:pt x="245" y="9709"/>
                    <a:pt x="324" y="9709"/>
                  </a:cubicBezTo>
                  <a:cubicBezTo>
                    <a:pt x="347" y="9709"/>
                    <a:pt x="371" y="9704"/>
                    <a:pt x="394" y="9696"/>
                  </a:cubicBezTo>
                  <a:lnTo>
                    <a:pt x="398" y="9696"/>
                  </a:lnTo>
                  <a:cubicBezTo>
                    <a:pt x="1320" y="9527"/>
                    <a:pt x="2263" y="9538"/>
                    <a:pt x="3194" y="9530"/>
                  </a:cubicBezTo>
                  <a:cubicBezTo>
                    <a:pt x="4159" y="9519"/>
                    <a:pt x="5126" y="9511"/>
                    <a:pt x="6092" y="9503"/>
                  </a:cubicBezTo>
                  <a:cubicBezTo>
                    <a:pt x="6119" y="9499"/>
                    <a:pt x="6147" y="9495"/>
                    <a:pt x="6167" y="9483"/>
                  </a:cubicBezTo>
                  <a:cubicBezTo>
                    <a:pt x="6169" y="9483"/>
                    <a:pt x="6172" y="9483"/>
                    <a:pt x="6174" y="9483"/>
                  </a:cubicBezTo>
                  <a:cubicBezTo>
                    <a:pt x="6267" y="9483"/>
                    <a:pt x="6376" y="9416"/>
                    <a:pt x="6376" y="9294"/>
                  </a:cubicBezTo>
                  <a:cubicBezTo>
                    <a:pt x="6399" y="7780"/>
                    <a:pt x="6392" y="6269"/>
                    <a:pt x="6321" y="4751"/>
                  </a:cubicBezTo>
                  <a:cubicBezTo>
                    <a:pt x="6250" y="3268"/>
                    <a:pt x="6183" y="1774"/>
                    <a:pt x="6427" y="300"/>
                  </a:cubicBezTo>
                  <a:cubicBezTo>
                    <a:pt x="6530" y="207"/>
                    <a:pt x="6440" y="1"/>
                    <a:pt x="6285" y="1"/>
                  </a:cubicBezTo>
                  <a:close/>
                </a:path>
              </a:pathLst>
            </a:custGeom>
            <a:solidFill>
              <a:schemeClr val="dk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413" name="Google Shape;2413;p51"/>
          <p:cNvSpPr/>
          <p:nvPr/>
        </p:nvSpPr>
        <p:spPr>
          <a:xfrm flipH="1">
            <a:off x="605136" y="6490398"/>
            <a:ext cx="88350" cy="1476775"/>
          </a:xfrm>
          <a:custGeom>
            <a:rect b="b" l="l" r="r" t="t"/>
            <a:pathLst>
              <a:path extrusionOk="0" h="59071" w="3534">
                <a:moveTo>
                  <a:pt x="0" y="0"/>
                </a:moveTo>
                <a:cubicBezTo>
                  <a:pt x="1037" y="19698"/>
                  <a:pt x="3534" y="39345"/>
                  <a:pt x="3534" y="59071"/>
                </a:cubicBezTo>
              </a:path>
            </a:pathLst>
          </a:custGeom>
          <a:noFill/>
          <a:ln cap="flat" cmpd="sng" w="28575">
            <a:solidFill>
              <a:schemeClr val="dk1"/>
            </a:solidFill>
            <a:prstDash val="solid"/>
            <a:round/>
            <a:headEnd len="med" w="med" type="none"/>
            <a:tailEnd len="med" w="med" type="none"/>
          </a:ln>
        </p:spPr>
      </p:sp>
      <p:sp>
        <p:nvSpPr>
          <p:cNvPr id="2414" name="Google Shape;2414;p51"/>
          <p:cNvSpPr/>
          <p:nvPr/>
        </p:nvSpPr>
        <p:spPr>
          <a:xfrm rot="10800000">
            <a:off x="7128661" y="5610473"/>
            <a:ext cx="233400" cy="233400"/>
          </a:xfrm>
          <a:prstGeom prst="ellipse">
            <a:avLst/>
          </a:pr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5" name="Google Shape;2415;p51"/>
          <p:cNvSpPr/>
          <p:nvPr/>
        </p:nvSpPr>
        <p:spPr>
          <a:xfrm rot="10800000">
            <a:off x="2063961" y="6604698"/>
            <a:ext cx="233400" cy="233400"/>
          </a:xfrm>
          <a:prstGeom prst="ellipse">
            <a:avLst/>
          </a:pr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6" name="Google Shape;2416;p51"/>
          <p:cNvSpPr/>
          <p:nvPr/>
        </p:nvSpPr>
        <p:spPr>
          <a:xfrm rot="-3351709">
            <a:off x="1983348" y="4849591"/>
            <a:ext cx="517533" cy="1590401"/>
          </a:xfrm>
          <a:custGeom>
            <a:rect b="b" l="l" r="r" t="t"/>
            <a:pathLst>
              <a:path extrusionOk="0" h="63615" w="20701">
                <a:moveTo>
                  <a:pt x="20701" y="0"/>
                </a:moveTo>
                <a:cubicBezTo>
                  <a:pt x="12419" y="20704"/>
                  <a:pt x="5408" y="41981"/>
                  <a:pt x="0" y="63615"/>
                </a:cubicBezTo>
              </a:path>
            </a:pathLst>
          </a:custGeom>
          <a:noFill/>
          <a:ln cap="flat" cmpd="sng" w="28575">
            <a:solidFill>
              <a:schemeClr val="dk1"/>
            </a:solidFill>
            <a:prstDash val="solid"/>
            <a:round/>
            <a:headEnd len="med" w="med" type="none"/>
            <a:tailEnd len="med" w="med" type="none"/>
          </a:ln>
        </p:spPr>
      </p:sp>
      <p:sp>
        <p:nvSpPr>
          <p:cNvPr id="2417" name="Google Shape;2417;p51"/>
          <p:cNvSpPr/>
          <p:nvPr/>
        </p:nvSpPr>
        <p:spPr>
          <a:xfrm rot="-3351709">
            <a:off x="2356103" y="5310640"/>
            <a:ext cx="239804" cy="833064"/>
          </a:xfrm>
          <a:custGeom>
            <a:rect b="b" l="l" r="r" t="t"/>
            <a:pathLst>
              <a:path extrusionOk="0" h="33322" w="9592">
                <a:moveTo>
                  <a:pt x="9592" y="0"/>
                </a:moveTo>
                <a:cubicBezTo>
                  <a:pt x="6193" y="11047"/>
                  <a:pt x="1897" y="21920"/>
                  <a:pt x="0" y="33322"/>
                </a:cubicBezTo>
              </a:path>
            </a:pathLst>
          </a:custGeom>
          <a:noFill/>
          <a:ln cap="flat" cmpd="sng" w="28575">
            <a:solidFill>
              <a:schemeClr val="dk1"/>
            </a:solidFill>
            <a:prstDash val="solid"/>
            <a:round/>
            <a:headEnd len="med" w="med" type="none"/>
            <a:tailEnd len="med" w="med" type="none"/>
          </a:ln>
        </p:spPr>
      </p:sp>
      <p:grpSp>
        <p:nvGrpSpPr>
          <p:cNvPr id="2418" name="Google Shape;2418;p51"/>
          <p:cNvGrpSpPr/>
          <p:nvPr/>
        </p:nvGrpSpPr>
        <p:grpSpPr>
          <a:xfrm rot="-4519218">
            <a:off x="622147" y="3286872"/>
            <a:ext cx="1762543" cy="1133323"/>
            <a:chOff x="8941420" y="6616146"/>
            <a:chExt cx="1762648" cy="1133391"/>
          </a:xfrm>
        </p:grpSpPr>
        <p:grpSp>
          <p:nvGrpSpPr>
            <p:cNvPr id="2419" name="Google Shape;2419;p51"/>
            <p:cNvGrpSpPr/>
            <p:nvPr/>
          </p:nvGrpSpPr>
          <p:grpSpPr>
            <a:xfrm>
              <a:off x="8941420" y="6616146"/>
              <a:ext cx="1762648" cy="1133391"/>
              <a:chOff x="3119970" y="7697146"/>
              <a:chExt cx="1762648" cy="1133391"/>
            </a:xfrm>
          </p:grpSpPr>
          <p:sp>
            <p:nvSpPr>
              <p:cNvPr id="2420" name="Google Shape;2420;p51"/>
              <p:cNvSpPr/>
              <p:nvPr/>
            </p:nvSpPr>
            <p:spPr>
              <a:xfrm>
                <a:off x="3119970" y="7697146"/>
                <a:ext cx="1762648" cy="1133391"/>
              </a:xfrm>
              <a:custGeom>
                <a:rect b="b" l="l" r="r" t="t"/>
                <a:pathLst>
                  <a:path extrusionOk="0" h="1124" w="1748">
                    <a:moveTo>
                      <a:pt x="549" y="0"/>
                    </a:moveTo>
                    <a:cubicBezTo>
                      <a:pt x="513" y="24"/>
                      <a:pt x="478" y="43"/>
                      <a:pt x="434" y="59"/>
                    </a:cubicBezTo>
                    <a:cubicBezTo>
                      <a:pt x="347" y="90"/>
                      <a:pt x="252" y="90"/>
                      <a:pt x="163" y="106"/>
                    </a:cubicBezTo>
                    <a:cubicBezTo>
                      <a:pt x="87" y="119"/>
                      <a:pt x="40" y="150"/>
                      <a:pt x="1" y="209"/>
                    </a:cubicBezTo>
                    <a:cubicBezTo>
                      <a:pt x="1" y="208"/>
                      <a:pt x="2" y="208"/>
                      <a:pt x="2" y="208"/>
                    </a:cubicBezTo>
                    <a:cubicBezTo>
                      <a:pt x="43" y="208"/>
                      <a:pt x="746" y="683"/>
                      <a:pt x="1164" y="951"/>
                    </a:cubicBezTo>
                    <a:cubicBezTo>
                      <a:pt x="1310" y="1041"/>
                      <a:pt x="1420" y="1108"/>
                      <a:pt x="1455" y="1124"/>
                    </a:cubicBezTo>
                    <a:cubicBezTo>
                      <a:pt x="1464" y="1025"/>
                      <a:pt x="1479" y="918"/>
                      <a:pt x="1601" y="918"/>
                    </a:cubicBezTo>
                    <a:cubicBezTo>
                      <a:pt x="1605" y="918"/>
                      <a:pt x="1609" y="919"/>
                      <a:pt x="1613" y="919"/>
                    </a:cubicBezTo>
                    <a:cubicBezTo>
                      <a:pt x="1619" y="919"/>
                      <a:pt x="1625" y="918"/>
                      <a:pt x="1629" y="911"/>
                    </a:cubicBezTo>
                    <a:cubicBezTo>
                      <a:pt x="1645" y="895"/>
                      <a:pt x="1610" y="871"/>
                      <a:pt x="1617" y="847"/>
                    </a:cubicBezTo>
                    <a:cubicBezTo>
                      <a:pt x="1617" y="840"/>
                      <a:pt x="1633" y="832"/>
                      <a:pt x="1641" y="829"/>
                    </a:cubicBezTo>
                    <a:lnTo>
                      <a:pt x="1748" y="793"/>
                    </a:lnTo>
                    <a:cubicBezTo>
                      <a:pt x="1601" y="702"/>
                      <a:pt x="1444" y="607"/>
                      <a:pt x="1317" y="489"/>
                    </a:cubicBezTo>
                    <a:cubicBezTo>
                      <a:pt x="1207" y="387"/>
                      <a:pt x="1073" y="327"/>
                      <a:pt x="947" y="248"/>
                    </a:cubicBezTo>
                    <a:cubicBezTo>
                      <a:pt x="813" y="166"/>
                      <a:pt x="683" y="83"/>
                      <a:pt x="549" y="0"/>
                    </a:cubicBezTo>
                    <a:close/>
                  </a:path>
                </a:pathLst>
              </a:custGeom>
              <a:solidFill>
                <a:schemeClr val="accent5"/>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1" name="Google Shape;2421;p51"/>
              <p:cNvSpPr/>
              <p:nvPr/>
            </p:nvSpPr>
            <p:spPr>
              <a:xfrm>
                <a:off x="4003312" y="8280982"/>
                <a:ext cx="263187" cy="168395"/>
              </a:xfrm>
              <a:custGeom>
                <a:rect b="b" l="l" r="r" t="t"/>
                <a:pathLst>
                  <a:path extrusionOk="0" h="167" w="261">
                    <a:moveTo>
                      <a:pt x="0" y="1"/>
                    </a:moveTo>
                    <a:cubicBezTo>
                      <a:pt x="86" y="56"/>
                      <a:pt x="173" y="111"/>
                      <a:pt x="260" y="166"/>
                    </a:cubicBezTo>
                    <a:lnTo>
                      <a:pt x="0" y="1"/>
                    </a:lnTo>
                    <a:close/>
                  </a:path>
                </a:pathLst>
              </a:custGeom>
              <a:solidFill>
                <a:srgbClr val="FFF2A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2" name="Google Shape;2422;p51"/>
              <p:cNvSpPr/>
              <p:nvPr/>
            </p:nvSpPr>
            <p:spPr>
              <a:xfrm>
                <a:off x="4237256" y="8321316"/>
                <a:ext cx="84704" cy="48401"/>
              </a:xfrm>
              <a:custGeom>
                <a:rect b="b" l="l" r="r" t="t"/>
                <a:pathLst>
                  <a:path extrusionOk="0" h="48" w="84">
                    <a:moveTo>
                      <a:pt x="1" y="0"/>
                    </a:moveTo>
                    <a:lnTo>
                      <a:pt x="83" y="48"/>
                    </a:lnTo>
                    <a:cubicBezTo>
                      <a:pt x="56" y="32"/>
                      <a:pt x="28" y="16"/>
                      <a:pt x="1" y="0"/>
                    </a:cubicBezTo>
                    <a:close/>
                  </a:path>
                </a:pathLst>
              </a:custGeom>
              <a:solidFill>
                <a:srgbClr val="FFF2A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423" name="Google Shape;2423;p51"/>
            <p:cNvSpPr/>
            <p:nvPr/>
          </p:nvSpPr>
          <p:spPr>
            <a:xfrm>
              <a:off x="9668425" y="7152675"/>
              <a:ext cx="624825" cy="320625"/>
            </a:xfrm>
            <a:custGeom>
              <a:rect b="b" l="l" r="r" t="t"/>
              <a:pathLst>
                <a:path extrusionOk="0" h="12825" w="24993">
                  <a:moveTo>
                    <a:pt x="0" y="0"/>
                  </a:moveTo>
                  <a:cubicBezTo>
                    <a:pt x="9183" y="1832"/>
                    <a:pt x="16619" y="8635"/>
                    <a:pt x="24993" y="12825"/>
                  </a:cubicBezTo>
                </a:path>
              </a:pathLst>
            </a:custGeom>
            <a:noFill/>
            <a:ln cap="flat" cmpd="sng" w="28575">
              <a:solidFill>
                <a:schemeClr val="dk1"/>
              </a:solidFill>
              <a:prstDash val="solid"/>
              <a:round/>
              <a:headEnd len="med" w="med" type="none"/>
              <a:tailEnd len="med" w="med" type="none"/>
            </a:ln>
          </p:spPr>
        </p:sp>
        <p:sp>
          <p:nvSpPr>
            <p:cNvPr id="2424" name="Google Shape;2424;p51"/>
            <p:cNvSpPr/>
            <p:nvPr/>
          </p:nvSpPr>
          <p:spPr>
            <a:xfrm>
              <a:off x="10112375" y="7251325"/>
              <a:ext cx="164450" cy="82200"/>
            </a:xfrm>
            <a:custGeom>
              <a:rect b="b" l="l" r="r" t="t"/>
              <a:pathLst>
                <a:path extrusionOk="0" h="3288" w="6578">
                  <a:moveTo>
                    <a:pt x="0" y="0"/>
                  </a:moveTo>
                  <a:cubicBezTo>
                    <a:pt x="2103" y="1260"/>
                    <a:pt x="4843" y="1556"/>
                    <a:pt x="6578" y="3288"/>
                  </a:cubicBezTo>
                </a:path>
              </a:pathLst>
            </a:custGeom>
            <a:noFill/>
            <a:ln cap="flat" cmpd="sng" w="28575">
              <a:solidFill>
                <a:schemeClr val="dk1"/>
              </a:solidFill>
              <a:prstDash val="solid"/>
              <a:round/>
              <a:headEnd len="med" w="med" type="none"/>
              <a:tailEnd len="med" w="med" type="none"/>
            </a:ln>
          </p:spPr>
        </p:sp>
      </p:grpSp>
      <p:sp>
        <p:nvSpPr>
          <p:cNvPr id="2425" name="Google Shape;2425;p51"/>
          <p:cNvSpPr txBox="1"/>
          <p:nvPr/>
        </p:nvSpPr>
        <p:spPr>
          <a:xfrm>
            <a:off x="2524425" y="9677250"/>
            <a:ext cx="5238300" cy="332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sz="1700">
                <a:solidFill>
                  <a:schemeClr val="dk1"/>
                </a:solidFill>
                <a:latin typeface="Grandstander"/>
                <a:ea typeface="Grandstander"/>
                <a:cs typeface="Grandstander"/>
                <a:sym typeface="Grandstander"/>
              </a:rPr>
              <a:t>This template has been created by </a:t>
            </a:r>
            <a:r>
              <a:rPr b="1" lang="en" sz="1700">
                <a:solidFill>
                  <a:schemeClr val="dk1"/>
                </a:solidFill>
                <a:uFill>
                  <a:noFill/>
                </a:uFill>
                <a:latin typeface="Grandstander"/>
                <a:ea typeface="Grandstander"/>
                <a:cs typeface="Grandstander"/>
                <a:sym typeface="Grandstander"/>
                <a:hlinkClick r:id="rId4">
                  <a:extLst>
                    <a:ext uri="{A12FA001-AC4F-418D-AE19-62706E023703}">
                      <ahyp:hlinkClr val="tx"/>
                    </a:ext>
                  </a:extLst>
                </a:hlinkClick>
              </a:rPr>
              <a:t>Slidesgo</a:t>
            </a:r>
            <a:endParaRPr sz="1700">
              <a:solidFill>
                <a:schemeClr val="dk1"/>
              </a:solidFill>
              <a:latin typeface="Grandstander"/>
              <a:ea typeface="Grandstander"/>
              <a:cs typeface="Grandstander"/>
              <a:sym typeface="Grandstander"/>
            </a:endParaRPr>
          </a:p>
        </p:txBody>
      </p:sp>
      <p:grpSp>
        <p:nvGrpSpPr>
          <p:cNvPr id="2426" name="Google Shape;2426;p51"/>
          <p:cNvGrpSpPr/>
          <p:nvPr/>
        </p:nvGrpSpPr>
        <p:grpSpPr>
          <a:xfrm rot="-10458049">
            <a:off x="7881823" y="7468529"/>
            <a:ext cx="1896654" cy="1928873"/>
            <a:chOff x="8016283" y="3354199"/>
            <a:chExt cx="1896763" cy="1928983"/>
          </a:xfrm>
        </p:grpSpPr>
        <p:grpSp>
          <p:nvGrpSpPr>
            <p:cNvPr id="2427" name="Google Shape;2427;p51"/>
            <p:cNvGrpSpPr/>
            <p:nvPr/>
          </p:nvGrpSpPr>
          <p:grpSpPr>
            <a:xfrm>
              <a:off x="8016283" y="3354199"/>
              <a:ext cx="1896763" cy="1928983"/>
              <a:chOff x="3025183" y="3101074"/>
              <a:chExt cx="1896763" cy="1928983"/>
            </a:xfrm>
          </p:grpSpPr>
          <p:sp>
            <p:nvSpPr>
              <p:cNvPr id="2428" name="Google Shape;2428;p51"/>
              <p:cNvSpPr/>
              <p:nvPr/>
            </p:nvSpPr>
            <p:spPr>
              <a:xfrm>
                <a:off x="3025183" y="3101074"/>
                <a:ext cx="1896763" cy="1928983"/>
              </a:xfrm>
              <a:custGeom>
                <a:rect b="b" l="l" r="r" t="t"/>
                <a:pathLst>
                  <a:path extrusionOk="0" h="1913" w="1881">
                    <a:moveTo>
                      <a:pt x="1496" y="1"/>
                    </a:moveTo>
                    <a:cubicBezTo>
                      <a:pt x="1477" y="1"/>
                      <a:pt x="1459" y="7"/>
                      <a:pt x="1440" y="16"/>
                    </a:cubicBezTo>
                    <a:cubicBezTo>
                      <a:pt x="1416" y="24"/>
                      <a:pt x="1392" y="31"/>
                      <a:pt x="1364" y="31"/>
                    </a:cubicBezTo>
                    <a:lnTo>
                      <a:pt x="0" y="1573"/>
                    </a:lnTo>
                    <a:cubicBezTo>
                      <a:pt x="24" y="1596"/>
                      <a:pt x="35" y="1629"/>
                      <a:pt x="35" y="1664"/>
                    </a:cubicBezTo>
                    <a:cubicBezTo>
                      <a:pt x="63" y="1667"/>
                      <a:pt x="91" y="1680"/>
                      <a:pt x="115" y="1700"/>
                    </a:cubicBezTo>
                    <a:cubicBezTo>
                      <a:pt x="138" y="1719"/>
                      <a:pt x="153" y="1747"/>
                      <a:pt x="162" y="1774"/>
                    </a:cubicBezTo>
                    <a:cubicBezTo>
                      <a:pt x="201" y="1778"/>
                      <a:pt x="237" y="1782"/>
                      <a:pt x="268" y="1806"/>
                    </a:cubicBezTo>
                    <a:cubicBezTo>
                      <a:pt x="304" y="1833"/>
                      <a:pt x="319" y="1869"/>
                      <a:pt x="323" y="1912"/>
                    </a:cubicBezTo>
                    <a:lnTo>
                      <a:pt x="1880" y="153"/>
                    </a:lnTo>
                    <a:lnTo>
                      <a:pt x="1865" y="138"/>
                    </a:lnTo>
                    <a:cubicBezTo>
                      <a:pt x="1860" y="137"/>
                      <a:pt x="1854" y="136"/>
                      <a:pt x="1849" y="136"/>
                    </a:cubicBezTo>
                    <a:cubicBezTo>
                      <a:pt x="1821" y="136"/>
                      <a:pt x="1793" y="151"/>
                      <a:pt x="1766" y="158"/>
                    </a:cubicBezTo>
                    <a:cubicBezTo>
                      <a:pt x="1753" y="160"/>
                      <a:pt x="1741" y="161"/>
                      <a:pt x="1729" y="161"/>
                    </a:cubicBezTo>
                    <a:cubicBezTo>
                      <a:pt x="1682" y="161"/>
                      <a:pt x="1640" y="143"/>
                      <a:pt x="1609" y="102"/>
                    </a:cubicBezTo>
                    <a:cubicBezTo>
                      <a:pt x="1577" y="71"/>
                      <a:pt x="1558" y="16"/>
                      <a:pt x="1518" y="4"/>
                    </a:cubicBezTo>
                    <a:cubicBezTo>
                      <a:pt x="1510" y="2"/>
                      <a:pt x="1503" y="1"/>
                      <a:pt x="1496" y="1"/>
                    </a:cubicBezTo>
                    <a:close/>
                  </a:path>
                </a:pathLst>
              </a:custGeom>
              <a:solidFill>
                <a:schemeClr val="accent5"/>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9" name="Google Shape;2429;p51"/>
              <p:cNvSpPr/>
              <p:nvPr/>
            </p:nvSpPr>
            <p:spPr>
              <a:xfrm>
                <a:off x="3398283" y="4396808"/>
                <a:ext cx="132098" cy="147220"/>
              </a:xfrm>
              <a:custGeom>
                <a:rect b="b" l="l" r="r" t="t"/>
                <a:pathLst>
                  <a:path extrusionOk="0" h="146" w="131">
                    <a:moveTo>
                      <a:pt x="131" y="0"/>
                    </a:moveTo>
                    <a:lnTo>
                      <a:pt x="131" y="0"/>
                    </a:lnTo>
                    <a:cubicBezTo>
                      <a:pt x="109" y="24"/>
                      <a:pt x="87" y="48"/>
                      <a:pt x="65" y="73"/>
                    </a:cubicBezTo>
                    <a:lnTo>
                      <a:pt x="131" y="0"/>
                    </a:lnTo>
                    <a:close/>
                    <a:moveTo>
                      <a:pt x="65" y="73"/>
                    </a:moveTo>
                    <a:lnTo>
                      <a:pt x="0" y="146"/>
                    </a:lnTo>
                    <a:cubicBezTo>
                      <a:pt x="22" y="122"/>
                      <a:pt x="44" y="98"/>
                      <a:pt x="65" y="73"/>
                    </a:cubicBezTo>
                    <a:close/>
                  </a:path>
                </a:pathLst>
              </a:custGeom>
              <a:solidFill>
                <a:srgbClr val="FFF2A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0" name="Google Shape;2430;p51"/>
              <p:cNvSpPr/>
              <p:nvPr/>
            </p:nvSpPr>
            <p:spPr>
              <a:xfrm>
                <a:off x="3560633" y="4511760"/>
                <a:ext cx="72603" cy="61510"/>
              </a:xfrm>
              <a:custGeom>
                <a:rect b="b" l="l" r="r" t="t"/>
                <a:pathLst>
                  <a:path extrusionOk="0" h="61" w="72">
                    <a:moveTo>
                      <a:pt x="1" y="60"/>
                    </a:moveTo>
                    <a:cubicBezTo>
                      <a:pt x="25" y="40"/>
                      <a:pt x="48" y="20"/>
                      <a:pt x="72" y="1"/>
                    </a:cubicBezTo>
                    <a:close/>
                  </a:path>
                </a:pathLst>
              </a:custGeom>
              <a:solidFill>
                <a:srgbClr val="FFF2A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1" name="Google Shape;2431;p51"/>
              <p:cNvSpPr/>
              <p:nvPr/>
            </p:nvSpPr>
            <p:spPr>
              <a:xfrm>
                <a:off x="4396580" y="3513491"/>
                <a:ext cx="44369" cy="76635"/>
              </a:xfrm>
              <a:custGeom>
                <a:rect b="b" l="l" r="r" t="t"/>
                <a:pathLst>
                  <a:path extrusionOk="0" h="76" w="44">
                    <a:moveTo>
                      <a:pt x="44" y="1"/>
                    </a:moveTo>
                    <a:cubicBezTo>
                      <a:pt x="43" y="2"/>
                      <a:pt x="42" y="3"/>
                      <a:pt x="41" y="4"/>
                    </a:cubicBezTo>
                    <a:lnTo>
                      <a:pt x="41" y="4"/>
                    </a:lnTo>
                    <a:lnTo>
                      <a:pt x="44" y="1"/>
                    </a:lnTo>
                    <a:close/>
                    <a:moveTo>
                      <a:pt x="41" y="4"/>
                    </a:moveTo>
                    <a:lnTo>
                      <a:pt x="0" y="75"/>
                    </a:lnTo>
                    <a:cubicBezTo>
                      <a:pt x="15" y="53"/>
                      <a:pt x="26" y="30"/>
                      <a:pt x="41" y="4"/>
                    </a:cubicBezTo>
                    <a:close/>
                  </a:path>
                </a:pathLst>
              </a:custGeom>
              <a:solidFill>
                <a:srgbClr val="FFF2A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432" name="Google Shape;2432;p51"/>
            <p:cNvSpPr/>
            <p:nvPr/>
          </p:nvSpPr>
          <p:spPr>
            <a:xfrm>
              <a:off x="8418775" y="4784875"/>
              <a:ext cx="180875" cy="205550"/>
            </a:xfrm>
            <a:custGeom>
              <a:rect b="b" l="l" r="r" t="t"/>
              <a:pathLst>
                <a:path extrusionOk="0" h="8222" w="7235">
                  <a:moveTo>
                    <a:pt x="7235" y="0"/>
                  </a:moveTo>
                  <a:cubicBezTo>
                    <a:pt x="5044" y="2920"/>
                    <a:pt x="2579" y="5639"/>
                    <a:pt x="0" y="8222"/>
                  </a:cubicBezTo>
                </a:path>
              </a:pathLst>
            </a:custGeom>
            <a:noFill/>
            <a:ln cap="flat" cmpd="sng" w="28575">
              <a:solidFill>
                <a:schemeClr val="dk1"/>
              </a:solidFill>
              <a:prstDash val="solid"/>
              <a:round/>
              <a:headEnd len="med" w="med" type="none"/>
              <a:tailEnd len="med" w="med" type="none"/>
            </a:ln>
          </p:spPr>
        </p:sp>
        <p:sp>
          <p:nvSpPr>
            <p:cNvPr id="2433" name="Google Shape;2433;p51"/>
            <p:cNvSpPr/>
            <p:nvPr/>
          </p:nvSpPr>
          <p:spPr>
            <a:xfrm>
              <a:off x="8336550" y="4834225"/>
              <a:ext cx="74000" cy="106875"/>
            </a:xfrm>
            <a:custGeom>
              <a:rect b="b" l="l" r="r" t="t"/>
              <a:pathLst>
                <a:path extrusionOk="0" h="4275" w="2960">
                  <a:moveTo>
                    <a:pt x="2960" y="0"/>
                  </a:moveTo>
                  <a:cubicBezTo>
                    <a:pt x="2068" y="1486"/>
                    <a:pt x="961" y="2833"/>
                    <a:pt x="0" y="4275"/>
                  </a:cubicBezTo>
                </a:path>
              </a:pathLst>
            </a:custGeom>
            <a:noFill/>
            <a:ln cap="flat" cmpd="sng" w="28575">
              <a:solidFill>
                <a:schemeClr val="dk1"/>
              </a:solidFill>
              <a:prstDash val="solid"/>
              <a:round/>
              <a:headEnd len="med" w="med" type="none"/>
              <a:tailEnd len="med" w="med" type="none"/>
            </a:ln>
          </p:spPr>
        </p:sp>
        <p:sp>
          <p:nvSpPr>
            <p:cNvPr id="2434" name="Google Shape;2434;p51"/>
            <p:cNvSpPr/>
            <p:nvPr/>
          </p:nvSpPr>
          <p:spPr>
            <a:xfrm>
              <a:off x="9232700" y="3658550"/>
              <a:ext cx="353525" cy="452175"/>
            </a:xfrm>
            <a:custGeom>
              <a:rect b="b" l="l" r="r" t="t"/>
              <a:pathLst>
                <a:path extrusionOk="0" h="18087" w="14141">
                  <a:moveTo>
                    <a:pt x="14141" y="0"/>
                  </a:moveTo>
                  <a:cubicBezTo>
                    <a:pt x="9241" y="5879"/>
                    <a:pt x="4241" y="11716"/>
                    <a:pt x="0" y="18087"/>
                  </a:cubicBezTo>
                </a:path>
              </a:pathLst>
            </a:custGeom>
            <a:noFill/>
            <a:ln cap="flat" cmpd="sng" w="28575">
              <a:solidFill>
                <a:schemeClr val="dk1"/>
              </a:solidFill>
              <a:prstDash val="solid"/>
              <a:round/>
              <a:headEnd len="med" w="med" type="none"/>
              <a:tailEnd len="med" w="med" type="none"/>
            </a:ln>
          </p:spPr>
        </p:sp>
      </p:grpSp>
      <p:sp>
        <p:nvSpPr>
          <p:cNvPr id="2435" name="Google Shape;2435;p51"/>
          <p:cNvSpPr txBox="1"/>
          <p:nvPr/>
        </p:nvSpPr>
        <p:spPr>
          <a:xfrm>
            <a:off x="10342325" y="2060150"/>
            <a:ext cx="3484200" cy="4120500"/>
          </a:xfrm>
          <a:prstGeom prst="rect">
            <a:avLst/>
          </a:prstGeom>
          <a:solidFill>
            <a:srgbClr val="00C5FF">
              <a:alpha val="51270"/>
            </a:srgbClr>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Grandstander"/>
                <a:ea typeface="Grandstander"/>
                <a:cs typeface="Grandstander"/>
                <a:sym typeface="Grandstander"/>
              </a:rPr>
              <a:t>Instructions</a:t>
            </a:r>
            <a:endParaRPr>
              <a:latin typeface="Grandstander"/>
              <a:ea typeface="Grandstander"/>
              <a:cs typeface="Grandstander"/>
              <a:sym typeface="Grandstander"/>
            </a:endParaRPr>
          </a:p>
          <a:p>
            <a:pPr indent="0" lvl="0" marL="0" rtl="0" algn="l">
              <a:spcBef>
                <a:spcPts val="0"/>
              </a:spcBef>
              <a:spcAft>
                <a:spcPts val="0"/>
              </a:spcAft>
              <a:buNone/>
            </a:pPr>
            <a:r>
              <a:t/>
            </a:r>
            <a:endParaRPr>
              <a:latin typeface="Grandstander"/>
              <a:ea typeface="Grandstander"/>
              <a:cs typeface="Grandstander"/>
              <a:sym typeface="Grandstander"/>
            </a:endParaRPr>
          </a:p>
          <a:p>
            <a:pPr indent="-317500" lvl="0" marL="457200" rtl="0" algn="l">
              <a:spcBef>
                <a:spcPts val="0"/>
              </a:spcBef>
              <a:spcAft>
                <a:spcPts val="0"/>
              </a:spcAft>
              <a:buSzPts val="1400"/>
              <a:buFont typeface="Grandstander"/>
              <a:buChar char="●"/>
            </a:pPr>
            <a:r>
              <a:rPr lang="en">
                <a:latin typeface="Grandstander"/>
                <a:ea typeface="Grandstander"/>
                <a:cs typeface="Grandstander"/>
                <a:sym typeface="Grandstander"/>
              </a:rPr>
              <a:t>Describe who you are now (as a result of what happened) </a:t>
            </a:r>
            <a:endParaRPr>
              <a:latin typeface="Grandstander"/>
              <a:ea typeface="Grandstander"/>
              <a:cs typeface="Grandstander"/>
              <a:sym typeface="Grandstander"/>
            </a:endParaRPr>
          </a:p>
          <a:p>
            <a:pPr indent="-317500" lvl="0" marL="457200" rtl="0" algn="l">
              <a:spcBef>
                <a:spcPts val="0"/>
              </a:spcBef>
              <a:spcAft>
                <a:spcPts val="0"/>
              </a:spcAft>
              <a:buSzPts val="1400"/>
              <a:buFont typeface="Grandstander"/>
              <a:buChar char="●"/>
            </a:pPr>
            <a:r>
              <a:rPr lang="en">
                <a:latin typeface="Grandstander"/>
                <a:ea typeface="Grandstander"/>
                <a:cs typeface="Grandstander"/>
                <a:sym typeface="Grandstander"/>
              </a:rPr>
              <a:t>Replace the central image with a picture representative of yourself</a:t>
            </a:r>
            <a:endParaRPr>
              <a:latin typeface="Grandstander"/>
              <a:ea typeface="Grandstander"/>
              <a:cs typeface="Grandstander"/>
              <a:sym typeface="Grandstander"/>
            </a:endParaRPr>
          </a:p>
          <a:p>
            <a:pPr indent="-317500" lvl="0" marL="457200" rtl="0" algn="l">
              <a:spcBef>
                <a:spcPts val="0"/>
              </a:spcBef>
              <a:spcAft>
                <a:spcPts val="0"/>
              </a:spcAft>
              <a:buSzPts val="1400"/>
              <a:buFont typeface="Grandstander"/>
              <a:buChar char="●"/>
            </a:pPr>
            <a:r>
              <a:rPr lang="en">
                <a:latin typeface="Grandstander"/>
                <a:ea typeface="Grandstander"/>
                <a:cs typeface="Grandstander"/>
                <a:sym typeface="Grandstander"/>
              </a:rPr>
              <a:t>Optionally, replace the other images</a:t>
            </a:r>
            <a:endParaRPr>
              <a:latin typeface="Grandstander"/>
              <a:ea typeface="Grandstander"/>
              <a:cs typeface="Grandstander"/>
              <a:sym typeface="Grandstande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9" name="Shape 2439"/>
        <p:cNvGrpSpPr/>
        <p:nvPr/>
      </p:nvGrpSpPr>
      <p:grpSpPr>
        <a:xfrm>
          <a:off x="0" y="0"/>
          <a:ext cx="0" cy="0"/>
          <a:chOff x="0" y="0"/>
          <a:chExt cx="0" cy="0"/>
        </a:xfrm>
      </p:grpSpPr>
      <p:sp>
        <p:nvSpPr>
          <p:cNvPr id="2440" name="Google Shape;2440;p52"/>
          <p:cNvSpPr txBox="1"/>
          <p:nvPr>
            <p:ph type="title"/>
          </p:nvPr>
        </p:nvSpPr>
        <p:spPr>
          <a:xfrm>
            <a:off x="907528" y="7520478"/>
            <a:ext cx="8472000" cy="76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—Elie Wiesel</a:t>
            </a:r>
            <a:endParaRPr/>
          </a:p>
        </p:txBody>
      </p:sp>
      <p:sp>
        <p:nvSpPr>
          <p:cNvPr id="2441" name="Google Shape;2441;p52"/>
          <p:cNvSpPr txBox="1"/>
          <p:nvPr>
            <p:ph idx="1" type="subTitle"/>
          </p:nvPr>
        </p:nvSpPr>
        <p:spPr>
          <a:xfrm>
            <a:off x="907525" y="2608093"/>
            <a:ext cx="8472000" cy="4607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3700"/>
              <a:t>“I owe them my roots and memory. I am duty-bound to serve as their emissary, transmitting the history of their disappearance, even if it disturbs, even if it brings pain. Not to do so would be to betray them, and thus myself.”</a:t>
            </a:r>
            <a:endParaRPr sz="3700"/>
          </a:p>
        </p:txBody>
      </p:sp>
      <p:sp>
        <p:nvSpPr>
          <p:cNvPr id="2442" name="Google Shape;2442;p52"/>
          <p:cNvSpPr txBox="1"/>
          <p:nvPr/>
        </p:nvSpPr>
        <p:spPr>
          <a:xfrm>
            <a:off x="2524425" y="9677250"/>
            <a:ext cx="5238300" cy="332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sz="1700">
                <a:solidFill>
                  <a:schemeClr val="dk1"/>
                </a:solidFill>
                <a:latin typeface="Grandstander"/>
                <a:ea typeface="Grandstander"/>
                <a:cs typeface="Grandstander"/>
                <a:sym typeface="Grandstander"/>
              </a:rPr>
              <a:t>This template has been created by </a:t>
            </a:r>
            <a:r>
              <a:rPr b="1" lang="en" sz="1700">
                <a:solidFill>
                  <a:schemeClr val="dk1"/>
                </a:solidFill>
                <a:uFill>
                  <a:noFill/>
                </a:uFill>
                <a:latin typeface="Grandstander"/>
                <a:ea typeface="Grandstander"/>
                <a:cs typeface="Grandstander"/>
                <a:sym typeface="Grandstander"/>
                <a:hlinkClick r:id="rId3">
                  <a:extLst>
                    <a:ext uri="{A12FA001-AC4F-418D-AE19-62706E023703}">
                      <ahyp:hlinkClr val="tx"/>
                    </a:ext>
                  </a:extLst>
                </a:hlinkClick>
              </a:rPr>
              <a:t>Slidesgo</a:t>
            </a:r>
            <a:endParaRPr sz="1700">
              <a:solidFill>
                <a:schemeClr val="dk1"/>
              </a:solidFill>
              <a:latin typeface="Grandstander"/>
              <a:ea typeface="Grandstander"/>
              <a:cs typeface="Grandstander"/>
              <a:sym typeface="Grandstander"/>
            </a:endParaRPr>
          </a:p>
        </p:txBody>
      </p:sp>
      <p:sp>
        <p:nvSpPr>
          <p:cNvPr id="2443" name="Google Shape;2443;p52"/>
          <p:cNvSpPr txBox="1"/>
          <p:nvPr/>
        </p:nvSpPr>
        <p:spPr>
          <a:xfrm>
            <a:off x="10397625" y="1880400"/>
            <a:ext cx="3484200" cy="3166200"/>
          </a:xfrm>
          <a:prstGeom prst="rect">
            <a:avLst/>
          </a:prstGeom>
          <a:solidFill>
            <a:srgbClr val="00C5FF">
              <a:alpha val="51270"/>
            </a:srgbClr>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Grandstander"/>
                <a:ea typeface="Grandstander"/>
                <a:cs typeface="Grandstander"/>
                <a:sym typeface="Grandstander"/>
              </a:rPr>
              <a:t>Instructions</a:t>
            </a:r>
            <a:endParaRPr>
              <a:latin typeface="Grandstander"/>
              <a:ea typeface="Grandstander"/>
              <a:cs typeface="Grandstander"/>
              <a:sym typeface="Grandstander"/>
            </a:endParaRPr>
          </a:p>
          <a:p>
            <a:pPr indent="0" lvl="0" marL="0" rtl="0" algn="l">
              <a:spcBef>
                <a:spcPts val="0"/>
              </a:spcBef>
              <a:spcAft>
                <a:spcPts val="0"/>
              </a:spcAft>
              <a:buNone/>
            </a:pPr>
            <a:r>
              <a:t/>
            </a:r>
            <a:endParaRPr>
              <a:latin typeface="Grandstander"/>
              <a:ea typeface="Grandstander"/>
              <a:cs typeface="Grandstander"/>
              <a:sym typeface="Grandstander"/>
            </a:endParaRPr>
          </a:p>
          <a:p>
            <a:pPr indent="-317500" lvl="0" marL="457200" rtl="0" algn="l">
              <a:spcBef>
                <a:spcPts val="0"/>
              </a:spcBef>
              <a:spcAft>
                <a:spcPts val="0"/>
              </a:spcAft>
              <a:buSzPts val="1400"/>
              <a:buFont typeface="Grandstander"/>
              <a:buChar char="●"/>
            </a:pPr>
            <a:r>
              <a:rPr lang="en">
                <a:latin typeface="Grandstander"/>
                <a:ea typeface="Grandstander"/>
                <a:cs typeface="Grandstander"/>
                <a:sym typeface="Grandstander"/>
              </a:rPr>
              <a:t>There is no need to modify this slide</a:t>
            </a:r>
            <a:endParaRPr>
              <a:latin typeface="Grandstander"/>
              <a:ea typeface="Grandstander"/>
              <a:cs typeface="Grandstander"/>
              <a:sym typeface="Grandstande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7" name="Shape 2447"/>
        <p:cNvGrpSpPr/>
        <p:nvPr/>
      </p:nvGrpSpPr>
      <p:grpSpPr>
        <a:xfrm>
          <a:off x="0" y="0"/>
          <a:ext cx="0" cy="0"/>
          <a:chOff x="0" y="0"/>
          <a:chExt cx="0" cy="0"/>
        </a:xfrm>
      </p:grpSpPr>
      <p:grpSp>
        <p:nvGrpSpPr>
          <p:cNvPr id="2448" name="Google Shape;2448;p53"/>
          <p:cNvGrpSpPr/>
          <p:nvPr/>
        </p:nvGrpSpPr>
        <p:grpSpPr>
          <a:xfrm>
            <a:off x="-462069" y="5210579"/>
            <a:ext cx="10478754" cy="6159728"/>
            <a:chOff x="-462069" y="5210579"/>
            <a:chExt cx="10478754" cy="6159728"/>
          </a:xfrm>
        </p:grpSpPr>
        <p:grpSp>
          <p:nvGrpSpPr>
            <p:cNvPr id="2449" name="Google Shape;2449;p53"/>
            <p:cNvGrpSpPr/>
            <p:nvPr/>
          </p:nvGrpSpPr>
          <p:grpSpPr>
            <a:xfrm>
              <a:off x="2278271" y="5210579"/>
              <a:ext cx="5270446" cy="5750647"/>
              <a:chOff x="397171" y="1362479"/>
              <a:chExt cx="5270446" cy="5750647"/>
            </a:xfrm>
          </p:grpSpPr>
          <p:sp>
            <p:nvSpPr>
              <p:cNvPr id="2450" name="Google Shape;2450;p53"/>
              <p:cNvSpPr/>
              <p:nvPr/>
            </p:nvSpPr>
            <p:spPr>
              <a:xfrm>
                <a:off x="2722886" y="1370112"/>
                <a:ext cx="929186" cy="1021480"/>
              </a:xfrm>
              <a:custGeom>
                <a:rect b="b" l="l" r="r" t="t"/>
                <a:pathLst>
                  <a:path extrusionOk="0" h="2944" w="2678">
                    <a:moveTo>
                      <a:pt x="1737" y="1"/>
                    </a:moveTo>
                    <a:cubicBezTo>
                      <a:pt x="1721" y="1"/>
                      <a:pt x="1704" y="1"/>
                      <a:pt x="1688" y="2"/>
                    </a:cubicBezTo>
                    <a:cubicBezTo>
                      <a:pt x="1484" y="14"/>
                      <a:pt x="1267" y="89"/>
                      <a:pt x="1156" y="262"/>
                    </a:cubicBezTo>
                    <a:cubicBezTo>
                      <a:pt x="1030" y="464"/>
                      <a:pt x="1105" y="768"/>
                      <a:pt x="1318" y="881"/>
                    </a:cubicBezTo>
                    <a:cubicBezTo>
                      <a:pt x="1205" y="873"/>
                      <a:pt x="1090" y="865"/>
                      <a:pt x="975" y="865"/>
                    </a:cubicBezTo>
                    <a:cubicBezTo>
                      <a:pt x="812" y="865"/>
                      <a:pt x="650" y="881"/>
                      <a:pt x="497" y="937"/>
                    </a:cubicBezTo>
                    <a:cubicBezTo>
                      <a:pt x="226" y="1032"/>
                      <a:pt x="68" y="1288"/>
                      <a:pt x="24" y="1567"/>
                    </a:cubicBezTo>
                    <a:cubicBezTo>
                      <a:pt x="1" y="1756"/>
                      <a:pt x="44" y="1946"/>
                      <a:pt x="95" y="2127"/>
                    </a:cubicBezTo>
                    <a:cubicBezTo>
                      <a:pt x="135" y="2262"/>
                      <a:pt x="174" y="2395"/>
                      <a:pt x="245" y="2518"/>
                    </a:cubicBezTo>
                    <a:cubicBezTo>
                      <a:pt x="404" y="2786"/>
                      <a:pt x="720" y="2943"/>
                      <a:pt x="1032" y="2943"/>
                    </a:cubicBezTo>
                    <a:cubicBezTo>
                      <a:pt x="1100" y="2943"/>
                      <a:pt x="1168" y="2936"/>
                      <a:pt x="1235" y="2920"/>
                    </a:cubicBezTo>
                    <a:cubicBezTo>
                      <a:pt x="1424" y="2877"/>
                      <a:pt x="1598" y="2770"/>
                      <a:pt x="1732" y="2632"/>
                    </a:cubicBezTo>
                    <a:cubicBezTo>
                      <a:pt x="1862" y="2498"/>
                      <a:pt x="1957" y="2333"/>
                      <a:pt x="2004" y="2151"/>
                    </a:cubicBezTo>
                    <a:cubicBezTo>
                      <a:pt x="2083" y="1867"/>
                      <a:pt x="2055" y="1434"/>
                      <a:pt x="1854" y="1201"/>
                    </a:cubicBezTo>
                    <a:lnTo>
                      <a:pt x="1854" y="1201"/>
                    </a:lnTo>
                    <a:cubicBezTo>
                      <a:pt x="1926" y="1233"/>
                      <a:pt x="2005" y="1249"/>
                      <a:pt x="2085" y="1249"/>
                    </a:cubicBezTo>
                    <a:cubicBezTo>
                      <a:pt x="2180" y="1249"/>
                      <a:pt x="2277" y="1226"/>
                      <a:pt x="2363" y="1181"/>
                    </a:cubicBezTo>
                    <a:cubicBezTo>
                      <a:pt x="2516" y="1099"/>
                      <a:pt x="2631" y="941"/>
                      <a:pt x="2663" y="768"/>
                    </a:cubicBezTo>
                    <a:cubicBezTo>
                      <a:pt x="2678" y="673"/>
                      <a:pt x="2670" y="570"/>
                      <a:pt x="2631" y="479"/>
                    </a:cubicBezTo>
                    <a:cubicBezTo>
                      <a:pt x="2587" y="373"/>
                      <a:pt x="2508" y="290"/>
                      <a:pt x="2418" y="223"/>
                    </a:cubicBezTo>
                    <a:cubicBezTo>
                      <a:pt x="2222" y="79"/>
                      <a:pt x="1978" y="1"/>
                      <a:pt x="1737" y="1"/>
                    </a:cubicBezTo>
                    <a:close/>
                  </a:path>
                </a:pathLst>
              </a:custGeom>
              <a:solidFill>
                <a:schemeClr val="accent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1" name="Google Shape;2451;p53"/>
              <p:cNvSpPr/>
              <p:nvPr/>
            </p:nvSpPr>
            <p:spPr>
              <a:xfrm>
                <a:off x="2721499" y="1362479"/>
                <a:ext cx="936125" cy="1036052"/>
              </a:xfrm>
              <a:custGeom>
                <a:rect b="b" l="l" r="r" t="t"/>
                <a:pathLst>
                  <a:path extrusionOk="0" h="2986" w="2698">
                    <a:moveTo>
                      <a:pt x="1744" y="44"/>
                    </a:moveTo>
                    <a:cubicBezTo>
                      <a:pt x="1981" y="44"/>
                      <a:pt x="2217" y="119"/>
                      <a:pt x="2406" y="260"/>
                    </a:cubicBezTo>
                    <a:cubicBezTo>
                      <a:pt x="2496" y="328"/>
                      <a:pt x="2576" y="411"/>
                      <a:pt x="2615" y="509"/>
                    </a:cubicBezTo>
                    <a:cubicBezTo>
                      <a:pt x="2643" y="564"/>
                      <a:pt x="2651" y="628"/>
                      <a:pt x="2651" y="690"/>
                    </a:cubicBezTo>
                    <a:cubicBezTo>
                      <a:pt x="2651" y="722"/>
                      <a:pt x="2651" y="754"/>
                      <a:pt x="2643" y="785"/>
                    </a:cubicBezTo>
                    <a:cubicBezTo>
                      <a:pt x="2615" y="950"/>
                      <a:pt x="2505" y="1105"/>
                      <a:pt x="2354" y="1183"/>
                    </a:cubicBezTo>
                    <a:cubicBezTo>
                      <a:pt x="2272" y="1227"/>
                      <a:pt x="2181" y="1250"/>
                      <a:pt x="2087" y="1250"/>
                    </a:cubicBezTo>
                    <a:cubicBezTo>
                      <a:pt x="2012" y="1250"/>
                      <a:pt x="1937" y="1234"/>
                      <a:pt x="1866" y="1203"/>
                    </a:cubicBezTo>
                    <a:cubicBezTo>
                      <a:pt x="1863" y="1202"/>
                      <a:pt x="1860" y="1202"/>
                      <a:pt x="1857" y="1202"/>
                    </a:cubicBezTo>
                    <a:cubicBezTo>
                      <a:pt x="1850" y="1202"/>
                      <a:pt x="1844" y="1205"/>
                      <a:pt x="1839" y="1211"/>
                    </a:cubicBezTo>
                    <a:cubicBezTo>
                      <a:pt x="1834" y="1219"/>
                      <a:pt x="1834" y="1231"/>
                      <a:pt x="1839" y="1239"/>
                    </a:cubicBezTo>
                    <a:cubicBezTo>
                      <a:pt x="1905" y="1310"/>
                      <a:pt x="1952" y="1408"/>
                      <a:pt x="1984" y="1514"/>
                    </a:cubicBezTo>
                    <a:cubicBezTo>
                      <a:pt x="2012" y="1621"/>
                      <a:pt x="2028" y="1740"/>
                      <a:pt x="2028" y="1849"/>
                    </a:cubicBezTo>
                    <a:cubicBezTo>
                      <a:pt x="2028" y="1964"/>
                      <a:pt x="2012" y="2075"/>
                      <a:pt x="1988" y="2165"/>
                    </a:cubicBezTo>
                    <a:cubicBezTo>
                      <a:pt x="1941" y="2342"/>
                      <a:pt x="1846" y="2508"/>
                      <a:pt x="1720" y="2639"/>
                    </a:cubicBezTo>
                    <a:cubicBezTo>
                      <a:pt x="1586" y="2777"/>
                      <a:pt x="1420" y="2879"/>
                      <a:pt x="1235" y="2923"/>
                    </a:cubicBezTo>
                    <a:cubicBezTo>
                      <a:pt x="1168" y="2934"/>
                      <a:pt x="1101" y="2942"/>
                      <a:pt x="1038" y="2942"/>
                    </a:cubicBezTo>
                    <a:cubicBezTo>
                      <a:pt x="884" y="2942"/>
                      <a:pt x="730" y="2906"/>
                      <a:pt x="596" y="2832"/>
                    </a:cubicBezTo>
                    <a:cubicBezTo>
                      <a:pt x="462" y="2761"/>
                      <a:pt x="343" y="2659"/>
                      <a:pt x="269" y="2528"/>
                    </a:cubicBezTo>
                    <a:cubicBezTo>
                      <a:pt x="198" y="2410"/>
                      <a:pt x="159" y="2280"/>
                      <a:pt x="123" y="2146"/>
                    </a:cubicBezTo>
                    <a:cubicBezTo>
                      <a:pt x="79" y="2000"/>
                      <a:pt x="44" y="1849"/>
                      <a:pt x="44" y="1704"/>
                    </a:cubicBezTo>
                    <a:cubicBezTo>
                      <a:pt x="44" y="1669"/>
                      <a:pt x="48" y="1629"/>
                      <a:pt x="52" y="1594"/>
                    </a:cubicBezTo>
                    <a:cubicBezTo>
                      <a:pt x="72" y="1456"/>
                      <a:pt x="119" y="1325"/>
                      <a:pt x="198" y="1219"/>
                    </a:cubicBezTo>
                    <a:cubicBezTo>
                      <a:pt x="272" y="1108"/>
                      <a:pt x="376" y="1026"/>
                      <a:pt x="509" y="979"/>
                    </a:cubicBezTo>
                    <a:cubicBezTo>
                      <a:pt x="660" y="927"/>
                      <a:pt x="817" y="912"/>
                      <a:pt x="978" y="912"/>
                    </a:cubicBezTo>
                    <a:cubicBezTo>
                      <a:pt x="1093" y="912"/>
                      <a:pt x="1207" y="919"/>
                      <a:pt x="1318" y="927"/>
                    </a:cubicBezTo>
                    <a:cubicBezTo>
                      <a:pt x="1330" y="927"/>
                      <a:pt x="1337" y="919"/>
                      <a:pt x="1342" y="912"/>
                    </a:cubicBezTo>
                    <a:cubicBezTo>
                      <a:pt x="1346" y="899"/>
                      <a:pt x="1342" y="892"/>
                      <a:pt x="1330" y="884"/>
                    </a:cubicBezTo>
                    <a:cubicBezTo>
                      <a:pt x="1266" y="848"/>
                      <a:pt x="1211" y="793"/>
                      <a:pt x="1176" y="726"/>
                    </a:cubicBezTo>
                    <a:cubicBezTo>
                      <a:pt x="1140" y="659"/>
                      <a:pt x="1120" y="580"/>
                      <a:pt x="1120" y="506"/>
                    </a:cubicBezTo>
                    <a:cubicBezTo>
                      <a:pt x="1120" y="430"/>
                      <a:pt x="1140" y="359"/>
                      <a:pt x="1180" y="296"/>
                    </a:cubicBezTo>
                    <a:cubicBezTo>
                      <a:pt x="1231" y="213"/>
                      <a:pt x="1310" y="155"/>
                      <a:pt x="1400" y="115"/>
                    </a:cubicBezTo>
                    <a:cubicBezTo>
                      <a:pt x="1491" y="71"/>
                      <a:pt x="1594" y="51"/>
                      <a:pt x="1692" y="48"/>
                    </a:cubicBezTo>
                    <a:cubicBezTo>
                      <a:pt x="1708" y="48"/>
                      <a:pt x="1728" y="44"/>
                      <a:pt x="1744" y="44"/>
                    </a:cubicBezTo>
                    <a:close/>
                    <a:moveTo>
                      <a:pt x="1744" y="0"/>
                    </a:moveTo>
                    <a:cubicBezTo>
                      <a:pt x="1728" y="0"/>
                      <a:pt x="1708" y="0"/>
                      <a:pt x="1692" y="4"/>
                    </a:cubicBezTo>
                    <a:cubicBezTo>
                      <a:pt x="1586" y="9"/>
                      <a:pt x="1479" y="28"/>
                      <a:pt x="1381" y="71"/>
                    </a:cubicBezTo>
                    <a:cubicBezTo>
                      <a:pt x="1286" y="115"/>
                      <a:pt x="1200" y="182"/>
                      <a:pt x="1140" y="273"/>
                    </a:cubicBezTo>
                    <a:cubicBezTo>
                      <a:pt x="1097" y="344"/>
                      <a:pt x="1077" y="426"/>
                      <a:pt x="1077" y="506"/>
                    </a:cubicBezTo>
                    <a:cubicBezTo>
                      <a:pt x="1077" y="588"/>
                      <a:pt x="1097" y="675"/>
                      <a:pt x="1136" y="746"/>
                    </a:cubicBezTo>
                    <a:cubicBezTo>
                      <a:pt x="1163" y="797"/>
                      <a:pt x="1199" y="842"/>
                      <a:pt x="1243" y="878"/>
                    </a:cubicBezTo>
                    <a:lnTo>
                      <a:pt x="1243" y="878"/>
                    </a:lnTo>
                    <a:cubicBezTo>
                      <a:pt x="1155" y="873"/>
                      <a:pt x="1067" y="868"/>
                      <a:pt x="978" y="868"/>
                    </a:cubicBezTo>
                    <a:cubicBezTo>
                      <a:pt x="813" y="868"/>
                      <a:pt x="651" y="884"/>
                      <a:pt x="494" y="939"/>
                    </a:cubicBezTo>
                    <a:cubicBezTo>
                      <a:pt x="356" y="986"/>
                      <a:pt x="241" y="1077"/>
                      <a:pt x="163" y="1192"/>
                    </a:cubicBezTo>
                    <a:cubicBezTo>
                      <a:pt x="79" y="1305"/>
                      <a:pt x="28" y="1443"/>
                      <a:pt x="8" y="1585"/>
                    </a:cubicBezTo>
                    <a:cubicBezTo>
                      <a:pt x="5" y="1625"/>
                      <a:pt x="1" y="1665"/>
                      <a:pt x="1" y="1704"/>
                    </a:cubicBezTo>
                    <a:cubicBezTo>
                      <a:pt x="1" y="1858"/>
                      <a:pt x="41" y="2011"/>
                      <a:pt x="79" y="2157"/>
                    </a:cubicBezTo>
                    <a:cubicBezTo>
                      <a:pt x="115" y="2291"/>
                      <a:pt x="159" y="2426"/>
                      <a:pt x="230" y="2548"/>
                    </a:cubicBezTo>
                    <a:cubicBezTo>
                      <a:pt x="312" y="2690"/>
                      <a:pt x="434" y="2796"/>
                      <a:pt x="576" y="2871"/>
                    </a:cubicBezTo>
                    <a:cubicBezTo>
                      <a:pt x="714" y="2946"/>
                      <a:pt x="876" y="2985"/>
                      <a:pt x="1038" y="2985"/>
                    </a:cubicBezTo>
                    <a:cubicBezTo>
                      <a:pt x="1105" y="2985"/>
                      <a:pt x="1176" y="2977"/>
                      <a:pt x="1242" y="2961"/>
                    </a:cubicBezTo>
                    <a:cubicBezTo>
                      <a:pt x="1440" y="2919"/>
                      <a:pt x="1613" y="2812"/>
                      <a:pt x="1752" y="2670"/>
                    </a:cubicBezTo>
                    <a:cubicBezTo>
                      <a:pt x="1881" y="2532"/>
                      <a:pt x="1981" y="2362"/>
                      <a:pt x="2032" y="2177"/>
                    </a:cubicBezTo>
                    <a:cubicBezTo>
                      <a:pt x="2055" y="2082"/>
                      <a:pt x="2071" y="1968"/>
                      <a:pt x="2071" y="1849"/>
                    </a:cubicBezTo>
                    <a:cubicBezTo>
                      <a:pt x="2071" y="1736"/>
                      <a:pt x="2055" y="1613"/>
                      <a:pt x="2023" y="1503"/>
                    </a:cubicBezTo>
                    <a:cubicBezTo>
                      <a:pt x="1999" y="1419"/>
                      <a:pt x="1967" y="1340"/>
                      <a:pt x="1921" y="1270"/>
                    </a:cubicBezTo>
                    <a:lnTo>
                      <a:pt x="1921" y="1270"/>
                    </a:lnTo>
                    <a:cubicBezTo>
                      <a:pt x="1976" y="1286"/>
                      <a:pt x="2033" y="1294"/>
                      <a:pt x="2087" y="1294"/>
                    </a:cubicBezTo>
                    <a:cubicBezTo>
                      <a:pt x="2189" y="1294"/>
                      <a:pt x="2288" y="1270"/>
                      <a:pt x="2374" y="1223"/>
                    </a:cubicBezTo>
                    <a:cubicBezTo>
                      <a:pt x="2536" y="1136"/>
                      <a:pt x="2654" y="974"/>
                      <a:pt x="2686" y="793"/>
                    </a:cubicBezTo>
                    <a:cubicBezTo>
                      <a:pt x="2694" y="761"/>
                      <a:pt x="2698" y="726"/>
                      <a:pt x="2698" y="690"/>
                    </a:cubicBezTo>
                    <a:cubicBezTo>
                      <a:pt x="2698" y="624"/>
                      <a:pt x="2682" y="557"/>
                      <a:pt x="2654" y="490"/>
                    </a:cubicBezTo>
                    <a:cubicBezTo>
                      <a:pt x="2611" y="383"/>
                      <a:pt x="2525" y="296"/>
                      <a:pt x="2434" y="225"/>
                    </a:cubicBezTo>
                    <a:cubicBezTo>
                      <a:pt x="2236" y="80"/>
                      <a:pt x="1992" y="0"/>
                      <a:pt x="174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2" name="Google Shape;2452;p53"/>
              <p:cNvSpPr/>
              <p:nvPr/>
            </p:nvSpPr>
            <p:spPr>
              <a:xfrm>
                <a:off x="2379390" y="2903355"/>
                <a:ext cx="1415291" cy="1885088"/>
              </a:xfrm>
              <a:custGeom>
                <a:rect b="b" l="l" r="r" t="t"/>
                <a:pathLst>
                  <a:path extrusionOk="0" h="5433" w="4079">
                    <a:moveTo>
                      <a:pt x="1781" y="1"/>
                    </a:moveTo>
                    <a:cubicBezTo>
                      <a:pt x="1701" y="1"/>
                      <a:pt x="1620" y="8"/>
                      <a:pt x="1542" y="31"/>
                    </a:cubicBezTo>
                    <a:cubicBezTo>
                      <a:pt x="1358" y="82"/>
                      <a:pt x="1204" y="216"/>
                      <a:pt x="1081" y="366"/>
                    </a:cubicBezTo>
                    <a:cubicBezTo>
                      <a:pt x="730" y="792"/>
                      <a:pt x="707" y="1285"/>
                      <a:pt x="494" y="1766"/>
                    </a:cubicBezTo>
                    <a:cubicBezTo>
                      <a:pt x="293" y="2231"/>
                      <a:pt x="270" y="2764"/>
                      <a:pt x="202" y="3268"/>
                    </a:cubicBezTo>
                    <a:cubicBezTo>
                      <a:pt x="146" y="3710"/>
                      <a:pt x="226" y="4132"/>
                      <a:pt x="84" y="4569"/>
                    </a:cubicBezTo>
                    <a:cubicBezTo>
                      <a:pt x="48" y="4684"/>
                      <a:pt x="1" y="4802"/>
                      <a:pt x="21" y="4921"/>
                    </a:cubicBezTo>
                    <a:cubicBezTo>
                      <a:pt x="44" y="5050"/>
                      <a:pt x="143" y="5153"/>
                      <a:pt x="261" y="5212"/>
                    </a:cubicBezTo>
                    <a:cubicBezTo>
                      <a:pt x="376" y="5272"/>
                      <a:pt x="506" y="5292"/>
                      <a:pt x="636" y="5310"/>
                    </a:cubicBezTo>
                    <a:cubicBezTo>
                      <a:pt x="1146" y="5383"/>
                      <a:pt x="1663" y="5433"/>
                      <a:pt x="2179" y="5433"/>
                    </a:cubicBezTo>
                    <a:cubicBezTo>
                      <a:pt x="2588" y="5433"/>
                      <a:pt x="2997" y="5401"/>
                      <a:pt x="3400" y="5327"/>
                    </a:cubicBezTo>
                    <a:cubicBezTo>
                      <a:pt x="3573" y="5295"/>
                      <a:pt x="3747" y="5252"/>
                      <a:pt x="3897" y="5168"/>
                    </a:cubicBezTo>
                    <a:cubicBezTo>
                      <a:pt x="3956" y="5133"/>
                      <a:pt x="4015" y="5090"/>
                      <a:pt x="4046" y="5031"/>
                    </a:cubicBezTo>
                    <a:cubicBezTo>
                      <a:pt x="4079" y="4968"/>
                      <a:pt x="4079" y="4893"/>
                      <a:pt x="4074" y="4818"/>
                    </a:cubicBezTo>
                    <a:cubicBezTo>
                      <a:pt x="4055" y="4085"/>
                      <a:pt x="4035" y="3351"/>
                      <a:pt x="4011" y="2618"/>
                    </a:cubicBezTo>
                    <a:cubicBezTo>
                      <a:pt x="3999" y="2192"/>
                      <a:pt x="3822" y="1837"/>
                      <a:pt x="3731" y="1430"/>
                    </a:cubicBezTo>
                    <a:cubicBezTo>
                      <a:pt x="3727" y="1423"/>
                      <a:pt x="3724" y="1411"/>
                      <a:pt x="3724" y="1399"/>
                    </a:cubicBezTo>
                    <a:cubicBezTo>
                      <a:pt x="3637" y="1037"/>
                      <a:pt x="3515" y="666"/>
                      <a:pt x="3231" y="409"/>
                    </a:cubicBezTo>
                    <a:cubicBezTo>
                      <a:pt x="2891" y="102"/>
                      <a:pt x="2403" y="35"/>
                      <a:pt x="1945" y="7"/>
                    </a:cubicBezTo>
                    <a:cubicBezTo>
                      <a:pt x="1891" y="4"/>
                      <a:pt x="1836" y="1"/>
                      <a:pt x="1781" y="1"/>
                    </a:cubicBez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3" name="Google Shape;2453;p53"/>
              <p:cNvSpPr/>
              <p:nvPr/>
            </p:nvSpPr>
            <p:spPr>
              <a:xfrm>
                <a:off x="2376961" y="2896069"/>
                <a:ext cx="1424312" cy="1899314"/>
              </a:xfrm>
              <a:custGeom>
                <a:rect b="b" l="l" r="r" t="t"/>
                <a:pathLst>
                  <a:path extrusionOk="0" h="5474" w="4105">
                    <a:moveTo>
                      <a:pt x="1791" y="44"/>
                    </a:moveTo>
                    <a:cubicBezTo>
                      <a:pt x="1842" y="44"/>
                      <a:pt x="1897" y="48"/>
                      <a:pt x="1952" y="52"/>
                    </a:cubicBezTo>
                    <a:cubicBezTo>
                      <a:pt x="2181" y="64"/>
                      <a:pt x="2413" y="88"/>
                      <a:pt x="2634" y="146"/>
                    </a:cubicBezTo>
                    <a:cubicBezTo>
                      <a:pt x="2851" y="202"/>
                      <a:pt x="3056" y="297"/>
                      <a:pt x="3222" y="446"/>
                    </a:cubicBezTo>
                    <a:cubicBezTo>
                      <a:pt x="3360" y="572"/>
                      <a:pt x="3462" y="726"/>
                      <a:pt x="3537" y="896"/>
                    </a:cubicBezTo>
                    <a:cubicBezTo>
                      <a:pt x="3612" y="1062"/>
                      <a:pt x="3663" y="1247"/>
                      <a:pt x="3707" y="1424"/>
                    </a:cubicBezTo>
                    <a:cubicBezTo>
                      <a:pt x="3711" y="1436"/>
                      <a:pt x="3715" y="1448"/>
                      <a:pt x="3715" y="1460"/>
                    </a:cubicBezTo>
                    <a:cubicBezTo>
                      <a:pt x="3762" y="1661"/>
                      <a:pt x="3829" y="1850"/>
                      <a:pt x="3888" y="2043"/>
                    </a:cubicBezTo>
                    <a:cubicBezTo>
                      <a:pt x="3944" y="2237"/>
                      <a:pt x="3991" y="2430"/>
                      <a:pt x="3998" y="2639"/>
                    </a:cubicBezTo>
                    <a:cubicBezTo>
                      <a:pt x="4018" y="3372"/>
                      <a:pt x="4038" y="4106"/>
                      <a:pt x="4062" y="4843"/>
                    </a:cubicBezTo>
                    <a:lnTo>
                      <a:pt x="4062" y="4890"/>
                    </a:lnTo>
                    <a:cubicBezTo>
                      <a:pt x="4062" y="4945"/>
                      <a:pt x="4057" y="4996"/>
                      <a:pt x="4034" y="5044"/>
                    </a:cubicBezTo>
                    <a:cubicBezTo>
                      <a:pt x="4018" y="5067"/>
                      <a:pt x="3998" y="5091"/>
                      <a:pt x="3975" y="5115"/>
                    </a:cubicBezTo>
                    <a:cubicBezTo>
                      <a:pt x="3951" y="5135"/>
                      <a:pt x="3924" y="5154"/>
                      <a:pt x="3892" y="5171"/>
                    </a:cubicBezTo>
                    <a:cubicBezTo>
                      <a:pt x="3746" y="5253"/>
                      <a:pt x="3576" y="5293"/>
                      <a:pt x="3403" y="5324"/>
                    </a:cubicBezTo>
                    <a:cubicBezTo>
                      <a:pt x="3001" y="5399"/>
                      <a:pt x="2590" y="5431"/>
                      <a:pt x="2181" y="5431"/>
                    </a:cubicBezTo>
                    <a:cubicBezTo>
                      <a:pt x="1668" y="5431"/>
                      <a:pt x="1156" y="5383"/>
                      <a:pt x="647" y="5308"/>
                    </a:cubicBezTo>
                    <a:cubicBezTo>
                      <a:pt x="517" y="5293"/>
                      <a:pt x="386" y="5269"/>
                      <a:pt x="277" y="5213"/>
                    </a:cubicBezTo>
                    <a:cubicBezTo>
                      <a:pt x="221" y="5186"/>
                      <a:pt x="170" y="5147"/>
                      <a:pt x="126" y="5100"/>
                    </a:cubicBezTo>
                    <a:cubicBezTo>
                      <a:pt x="87" y="5052"/>
                      <a:pt x="59" y="4996"/>
                      <a:pt x="48" y="4938"/>
                    </a:cubicBezTo>
                    <a:cubicBezTo>
                      <a:pt x="48" y="4922"/>
                      <a:pt x="44" y="4902"/>
                      <a:pt x="44" y="4882"/>
                    </a:cubicBezTo>
                    <a:cubicBezTo>
                      <a:pt x="44" y="4787"/>
                      <a:pt x="83" y="4693"/>
                      <a:pt x="115" y="4594"/>
                    </a:cubicBezTo>
                    <a:cubicBezTo>
                      <a:pt x="186" y="4374"/>
                      <a:pt x="197" y="4157"/>
                      <a:pt x="206" y="3940"/>
                    </a:cubicBezTo>
                    <a:cubicBezTo>
                      <a:pt x="209" y="3727"/>
                      <a:pt x="206" y="3510"/>
                      <a:pt x="233" y="3293"/>
                    </a:cubicBezTo>
                    <a:cubicBezTo>
                      <a:pt x="295" y="2789"/>
                      <a:pt x="324" y="2256"/>
                      <a:pt x="521" y="1795"/>
                    </a:cubicBezTo>
                    <a:cubicBezTo>
                      <a:pt x="627" y="1555"/>
                      <a:pt x="686" y="1309"/>
                      <a:pt x="761" y="1073"/>
                    </a:cubicBezTo>
                    <a:cubicBezTo>
                      <a:pt x="840" y="836"/>
                      <a:pt x="930" y="608"/>
                      <a:pt x="1105" y="399"/>
                    </a:cubicBezTo>
                    <a:cubicBezTo>
                      <a:pt x="1223" y="253"/>
                      <a:pt x="1376" y="123"/>
                      <a:pt x="1554" y="72"/>
                    </a:cubicBezTo>
                    <a:cubicBezTo>
                      <a:pt x="1629" y="52"/>
                      <a:pt x="1707" y="44"/>
                      <a:pt x="1791" y="44"/>
                    </a:cubicBezTo>
                    <a:close/>
                    <a:moveTo>
                      <a:pt x="1791" y="1"/>
                    </a:moveTo>
                    <a:cubicBezTo>
                      <a:pt x="1707" y="1"/>
                      <a:pt x="1625" y="8"/>
                      <a:pt x="1542" y="28"/>
                    </a:cubicBezTo>
                    <a:cubicBezTo>
                      <a:pt x="1353" y="84"/>
                      <a:pt x="1194" y="221"/>
                      <a:pt x="1069" y="372"/>
                    </a:cubicBezTo>
                    <a:cubicBezTo>
                      <a:pt x="892" y="588"/>
                      <a:pt x="797" y="821"/>
                      <a:pt x="721" y="1062"/>
                    </a:cubicBezTo>
                    <a:cubicBezTo>
                      <a:pt x="643" y="1298"/>
                      <a:pt x="588" y="1538"/>
                      <a:pt x="481" y="1779"/>
                    </a:cubicBezTo>
                    <a:cubicBezTo>
                      <a:pt x="280" y="2248"/>
                      <a:pt x="253" y="2785"/>
                      <a:pt x="189" y="3289"/>
                    </a:cubicBezTo>
                    <a:cubicBezTo>
                      <a:pt x="158" y="3510"/>
                      <a:pt x="166" y="3727"/>
                      <a:pt x="162" y="3940"/>
                    </a:cubicBezTo>
                    <a:cubicBezTo>
                      <a:pt x="153" y="4157"/>
                      <a:pt x="142" y="4366"/>
                      <a:pt x="71" y="4583"/>
                    </a:cubicBezTo>
                    <a:cubicBezTo>
                      <a:pt x="40" y="4678"/>
                      <a:pt x="0" y="4776"/>
                      <a:pt x="0" y="4882"/>
                    </a:cubicBezTo>
                    <a:cubicBezTo>
                      <a:pt x="0" y="4902"/>
                      <a:pt x="4" y="4925"/>
                      <a:pt x="8" y="4945"/>
                    </a:cubicBezTo>
                    <a:cubicBezTo>
                      <a:pt x="20" y="5016"/>
                      <a:pt x="51" y="5076"/>
                      <a:pt x="95" y="5127"/>
                    </a:cubicBezTo>
                    <a:cubicBezTo>
                      <a:pt x="138" y="5178"/>
                      <a:pt x="197" y="5222"/>
                      <a:pt x="257" y="5253"/>
                    </a:cubicBezTo>
                    <a:cubicBezTo>
                      <a:pt x="375" y="5313"/>
                      <a:pt x="508" y="5331"/>
                      <a:pt x="639" y="5351"/>
                    </a:cubicBezTo>
                    <a:cubicBezTo>
                      <a:pt x="1147" y="5426"/>
                      <a:pt x="1668" y="5473"/>
                      <a:pt x="2181" y="5473"/>
                    </a:cubicBezTo>
                    <a:cubicBezTo>
                      <a:pt x="2595" y="5473"/>
                      <a:pt x="3005" y="5442"/>
                      <a:pt x="3411" y="5367"/>
                    </a:cubicBezTo>
                    <a:cubicBezTo>
                      <a:pt x="3584" y="5336"/>
                      <a:pt x="3758" y="5296"/>
                      <a:pt x="3915" y="5206"/>
                    </a:cubicBezTo>
                    <a:cubicBezTo>
                      <a:pt x="3947" y="5189"/>
                      <a:pt x="3975" y="5171"/>
                      <a:pt x="4002" y="5147"/>
                    </a:cubicBezTo>
                    <a:cubicBezTo>
                      <a:pt x="4030" y="5123"/>
                      <a:pt x="4053" y="5095"/>
                      <a:pt x="4073" y="5064"/>
                    </a:cubicBezTo>
                    <a:cubicBezTo>
                      <a:pt x="4101" y="5009"/>
                      <a:pt x="4104" y="4945"/>
                      <a:pt x="4104" y="4890"/>
                    </a:cubicBezTo>
                    <a:lnTo>
                      <a:pt x="4104" y="4839"/>
                    </a:lnTo>
                    <a:cubicBezTo>
                      <a:pt x="4081" y="4106"/>
                      <a:pt x="4062" y="3372"/>
                      <a:pt x="4042" y="2639"/>
                    </a:cubicBezTo>
                    <a:cubicBezTo>
                      <a:pt x="4034" y="2421"/>
                      <a:pt x="3986" y="2225"/>
                      <a:pt x="3928" y="2032"/>
                    </a:cubicBezTo>
                    <a:cubicBezTo>
                      <a:pt x="3873" y="1838"/>
                      <a:pt x="3805" y="1649"/>
                      <a:pt x="3758" y="1448"/>
                    </a:cubicBezTo>
                    <a:cubicBezTo>
                      <a:pt x="3754" y="1436"/>
                      <a:pt x="3754" y="1424"/>
                      <a:pt x="3750" y="1416"/>
                    </a:cubicBezTo>
                    <a:cubicBezTo>
                      <a:pt x="3707" y="1235"/>
                      <a:pt x="3655" y="1049"/>
                      <a:pt x="3576" y="876"/>
                    </a:cubicBezTo>
                    <a:cubicBezTo>
                      <a:pt x="3498" y="703"/>
                      <a:pt x="3395" y="545"/>
                      <a:pt x="3253" y="415"/>
                    </a:cubicBezTo>
                    <a:cubicBezTo>
                      <a:pt x="3080" y="257"/>
                      <a:pt x="2867" y="162"/>
                      <a:pt x="2646" y="103"/>
                    </a:cubicBezTo>
                    <a:cubicBezTo>
                      <a:pt x="2421" y="44"/>
                      <a:pt x="2184" y="21"/>
                      <a:pt x="1956" y="8"/>
                    </a:cubicBezTo>
                    <a:cubicBezTo>
                      <a:pt x="1900" y="4"/>
                      <a:pt x="1846" y="1"/>
                      <a:pt x="1791" y="1"/>
                    </a:cubicBezTo>
                    <a:close/>
                  </a:path>
                </a:pathLst>
              </a:custGeom>
              <a:solidFill>
                <a:srgbClr val="000000"/>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4" name="Google Shape;2454;p53"/>
              <p:cNvSpPr/>
              <p:nvPr/>
            </p:nvSpPr>
            <p:spPr>
              <a:xfrm>
                <a:off x="2740582" y="1879459"/>
                <a:ext cx="802195" cy="1101630"/>
              </a:xfrm>
              <a:custGeom>
                <a:rect b="b" l="l" r="r" t="t"/>
                <a:pathLst>
                  <a:path extrusionOk="0" h="3175" w="2312">
                    <a:moveTo>
                      <a:pt x="825" y="1"/>
                    </a:moveTo>
                    <a:cubicBezTo>
                      <a:pt x="805" y="1"/>
                      <a:pt x="790" y="13"/>
                      <a:pt x="778" y="21"/>
                    </a:cubicBezTo>
                    <a:cubicBezTo>
                      <a:pt x="525" y="199"/>
                      <a:pt x="111" y="206"/>
                      <a:pt x="37" y="557"/>
                    </a:cubicBezTo>
                    <a:cubicBezTo>
                      <a:pt x="17" y="636"/>
                      <a:pt x="24" y="719"/>
                      <a:pt x="33" y="801"/>
                    </a:cubicBezTo>
                    <a:cubicBezTo>
                      <a:pt x="44" y="885"/>
                      <a:pt x="60" y="967"/>
                      <a:pt x="72" y="1050"/>
                    </a:cubicBezTo>
                    <a:cubicBezTo>
                      <a:pt x="88" y="1149"/>
                      <a:pt x="104" y="1247"/>
                      <a:pt x="143" y="1338"/>
                    </a:cubicBezTo>
                    <a:cubicBezTo>
                      <a:pt x="179" y="1429"/>
                      <a:pt x="241" y="1515"/>
                      <a:pt x="324" y="1566"/>
                    </a:cubicBezTo>
                    <a:cubicBezTo>
                      <a:pt x="392" y="1606"/>
                      <a:pt x="482" y="1622"/>
                      <a:pt x="537" y="1681"/>
                    </a:cubicBezTo>
                    <a:cubicBezTo>
                      <a:pt x="596" y="1740"/>
                      <a:pt x="592" y="1839"/>
                      <a:pt x="592" y="1917"/>
                    </a:cubicBezTo>
                    <a:cubicBezTo>
                      <a:pt x="596" y="2071"/>
                      <a:pt x="601" y="2210"/>
                      <a:pt x="427" y="2261"/>
                    </a:cubicBezTo>
                    <a:cubicBezTo>
                      <a:pt x="328" y="2288"/>
                      <a:pt x="222" y="2288"/>
                      <a:pt x="139" y="2343"/>
                    </a:cubicBezTo>
                    <a:cubicBezTo>
                      <a:pt x="28" y="2422"/>
                      <a:pt x="1" y="2583"/>
                      <a:pt x="52" y="2710"/>
                    </a:cubicBezTo>
                    <a:cubicBezTo>
                      <a:pt x="99" y="2836"/>
                      <a:pt x="210" y="2931"/>
                      <a:pt x="328" y="2998"/>
                    </a:cubicBezTo>
                    <a:cubicBezTo>
                      <a:pt x="539" y="3121"/>
                      <a:pt x="777" y="3174"/>
                      <a:pt x="1019" y="3174"/>
                    </a:cubicBezTo>
                    <a:cubicBezTo>
                      <a:pt x="1351" y="3174"/>
                      <a:pt x="1692" y="3073"/>
                      <a:pt x="1984" y="2911"/>
                    </a:cubicBezTo>
                    <a:cubicBezTo>
                      <a:pt x="2086" y="2852"/>
                      <a:pt x="2190" y="2785"/>
                      <a:pt x="2248" y="2683"/>
                    </a:cubicBezTo>
                    <a:cubicBezTo>
                      <a:pt x="2308" y="2583"/>
                      <a:pt x="2312" y="2441"/>
                      <a:pt x="2233" y="2359"/>
                    </a:cubicBezTo>
                    <a:cubicBezTo>
                      <a:pt x="2181" y="2308"/>
                      <a:pt x="2110" y="2284"/>
                      <a:pt x="2044" y="2264"/>
                    </a:cubicBezTo>
                    <a:cubicBezTo>
                      <a:pt x="1973" y="2245"/>
                      <a:pt x="1890" y="2241"/>
                      <a:pt x="1819" y="2221"/>
                    </a:cubicBezTo>
                    <a:cubicBezTo>
                      <a:pt x="1736" y="2201"/>
                      <a:pt x="1606" y="2181"/>
                      <a:pt x="1539" y="2126"/>
                    </a:cubicBezTo>
                    <a:cubicBezTo>
                      <a:pt x="1468" y="2068"/>
                      <a:pt x="1476" y="1878"/>
                      <a:pt x="1471" y="1787"/>
                    </a:cubicBezTo>
                    <a:cubicBezTo>
                      <a:pt x="1460" y="1649"/>
                      <a:pt x="1460" y="1515"/>
                      <a:pt x="1468" y="1377"/>
                    </a:cubicBezTo>
                    <a:cubicBezTo>
                      <a:pt x="1484" y="1133"/>
                      <a:pt x="1527" y="888"/>
                      <a:pt x="1507" y="640"/>
                    </a:cubicBezTo>
                    <a:cubicBezTo>
                      <a:pt x="1507" y="628"/>
                      <a:pt x="1507" y="616"/>
                      <a:pt x="1500" y="605"/>
                    </a:cubicBezTo>
                    <a:cubicBezTo>
                      <a:pt x="1491" y="588"/>
                      <a:pt x="1480" y="581"/>
                      <a:pt x="1464" y="572"/>
                    </a:cubicBezTo>
                    <a:cubicBezTo>
                      <a:pt x="1389" y="517"/>
                      <a:pt x="1405" y="427"/>
                      <a:pt x="1342" y="368"/>
                    </a:cubicBezTo>
                    <a:cubicBezTo>
                      <a:pt x="1329" y="356"/>
                      <a:pt x="1318" y="348"/>
                      <a:pt x="1306" y="340"/>
                    </a:cubicBezTo>
                    <a:cubicBezTo>
                      <a:pt x="1275" y="321"/>
                      <a:pt x="1243" y="305"/>
                      <a:pt x="1211" y="288"/>
                    </a:cubicBezTo>
                    <a:cubicBezTo>
                      <a:pt x="1081" y="230"/>
                      <a:pt x="967" y="143"/>
                      <a:pt x="872" y="37"/>
                    </a:cubicBezTo>
                    <a:cubicBezTo>
                      <a:pt x="861" y="21"/>
                      <a:pt x="845" y="5"/>
                      <a:pt x="825" y="1"/>
                    </a:cubicBezTo>
                    <a:close/>
                  </a:path>
                </a:pathLst>
              </a:custGeom>
              <a:solidFill>
                <a:srgbClr val="FC9079"/>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5" name="Google Shape;2455;p53"/>
              <p:cNvSpPr/>
              <p:nvPr/>
            </p:nvSpPr>
            <p:spPr>
              <a:xfrm>
                <a:off x="2740582" y="1872519"/>
                <a:ext cx="803583" cy="1115509"/>
              </a:xfrm>
              <a:custGeom>
                <a:rect b="b" l="l" r="r" t="t"/>
                <a:pathLst>
                  <a:path extrusionOk="0" h="3215" w="2316">
                    <a:moveTo>
                      <a:pt x="821" y="44"/>
                    </a:moveTo>
                    <a:cubicBezTo>
                      <a:pt x="825" y="44"/>
                      <a:pt x="833" y="48"/>
                      <a:pt x="837" y="53"/>
                    </a:cubicBezTo>
                    <a:cubicBezTo>
                      <a:pt x="841" y="57"/>
                      <a:pt x="849" y="64"/>
                      <a:pt x="856" y="68"/>
                    </a:cubicBezTo>
                    <a:cubicBezTo>
                      <a:pt x="951" y="179"/>
                      <a:pt x="1069" y="266"/>
                      <a:pt x="1204" y="328"/>
                    </a:cubicBezTo>
                    <a:cubicBezTo>
                      <a:pt x="1235" y="344"/>
                      <a:pt x="1267" y="360"/>
                      <a:pt x="1294" y="376"/>
                    </a:cubicBezTo>
                    <a:cubicBezTo>
                      <a:pt x="1306" y="384"/>
                      <a:pt x="1318" y="392"/>
                      <a:pt x="1326" y="403"/>
                    </a:cubicBezTo>
                    <a:cubicBezTo>
                      <a:pt x="1342" y="415"/>
                      <a:pt x="1349" y="431"/>
                      <a:pt x="1358" y="447"/>
                    </a:cubicBezTo>
                    <a:cubicBezTo>
                      <a:pt x="1369" y="470"/>
                      <a:pt x="1377" y="498"/>
                      <a:pt x="1389" y="526"/>
                    </a:cubicBezTo>
                    <a:cubicBezTo>
                      <a:pt x="1400" y="557"/>
                      <a:pt x="1420" y="589"/>
                      <a:pt x="1452" y="612"/>
                    </a:cubicBezTo>
                    <a:cubicBezTo>
                      <a:pt x="1460" y="616"/>
                      <a:pt x="1468" y="621"/>
                      <a:pt x="1471" y="625"/>
                    </a:cubicBezTo>
                    <a:cubicBezTo>
                      <a:pt x="1476" y="628"/>
                      <a:pt x="1480" y="632"/>
                      <a:pt x="1480" y="636"/>
                    </a:cubicBezTo>
                    <a:cubicBezTo>
                      <a:pt x="1484" y="636"/>
                      <a:pt x="1484" y="640"/>
                      <a:pt x="1484" y="644"/>
                    </a:cubicBezTo>
                    <a:cubicBezTo>
                      <a:pt x="1487" y="652"/>
                      <a:pt x="1487" y="656"/>
                      <a:pt x="1487" y="663"/>
                    </a:cubicBezTo>
                    <a:cubicBezTo>
                      <a:pt x="1491" y="703"/>
                      <a:pt x="1491" y="739"/>
                      <a:pt x="1491" y="778"/>
                    </a:cubicBezTo>
                    <a:cubicBezTo>
                      <a:pt x="1491" y="983"/>
                      <a:pt x="1456" y="1189"/>
                      <a:pt x="1444" y="1397"/>
                    </a:cubicBezTo>
                    <a:cubicBezTo>
                      <a:pt x="1440" y="1456"/>
                      <a:pt x="1440" y="1515"/>
                      <a:pt x="1440" y="1578"/>
                    </a:cubicBezTo>
                    <a:cubicBezTo>
                      <a:pt x="1440" y="1653"/>
                      <a:pt x="1444" y="1733"/>
                      <a:pt x="1448" y="1807"/>
                    </a:cubicBezTo>
                    <a:cubicBezTo>
                      <a:pt x="1452" y="1831"/>
                      <a:pt x="1452" y="1859"/>
                      <a:pt x="1452" y="1890"/>
                    </a:cubicBezTo>
                    <a:cubicBezTo>
                      <a:pt x="1452" y="1937"/>
                      <a:pt x="1456" y="1993"/>
                      <a:pt x="1468" y="2040"/>
                    </a:cubicBezTo>
                    <a:cubicBezTo>
                      <a:pt x="1471" y="2068"/>
                      <a:pt x="1476" y="2091"/>
                      <a:pt x="1487" y="2111"/>
                    </a:cubicBezTo>
                    <a:cubicBezTo>
                      <a:pt x="1495" y="2130"/>
                      <a:pt x="1507" y="2150"/>
                      <a:pt x="1527" y="2166"/>
                    </a:cubicBezTo>
                    <a:cubicBezTo>
                      <a:pt x="1562" y="2194"/>
                      <a:pt x="1613" y="2213"/>
                      <a:pt x="1669" y="2230"/>
                    </a:cubicBezTo>
                    <a:cubicBezTo>
                      <a:pt x="1720" y="2241"/>
                      <a:pt x="1771" y="2253"/>
                      <a:pt x="1811" y="2261"/>
                    </a:cubicBezTo>
                    <a:cubicBezTo>
                      <a:pt x="1890" y="2281"/>
                      <a:pt x="1968" y="2284"/>
                      <a:pt x="2039" y="2304"/>
                    </a:cubicBezTo>
                    <a:cubicBezTo>
                      <a:pt x="2071" y="2316"/>
                      <a:pt x="2106" y="2328"/>
                      <a:pt x="2134" y="2339"/>
                    </a:cubicBezTo>
                    <a:cubicBezTo>
                      <a:pt x="2166" y="2352"/>
                      <a:pt x="2193" y="2371"/>
                      <a:pt x="2217" y="2390"/>
                    </a:cubicBezTo>
                    <a:cubicBezTo>
                      <a:pt x="2252" y="2430"/>
                      <a:pt x="2272" y="2485"/>
                      <a:pt x="2272" y="2541"/>
                    </a:cubicBezTo>
                    <a:cubicBezTo>
                      <a:pt x="2272" y="2592"/>
                      <a:pt x="2257" y="2647"/>
                      <a:pt x="2228" y="2690"/>
                    </a:cubicBezTo>
                    <a:cubicBezTo>
                      <a:pt x="2174" y="2789"/>
                      <a:pt x="2075" y="2852"/>
                      <a:pt x="1977" y="2911"/>
                    </a:cubicBezTo>
                    <a:cubicBezTo>
                      <a:pt x="1684" y="3073"/>
                      <a:pt x="1349" y="3171"/>
                      <a:pt x="1022" y="3171"/>
                    </a:cubicBezTo>
                    <a:cubicBezTo>
                      <a:pt x="781" y="3171"/>
                      <a:pt x="545" y="3120"/>
                      <a:pt x="340" y="2998"/>
                    </a:cubicBezTo>
                    <a:cubicBezTo>
                      <a:pt x="281" y="2967"/>
                      <a:pt x="226" y="2927"/>
                      <a:pt x="179" y="2880"/>
                    </a:cubicBezTo>
                    <a:cubicBezTo>
                      <a:pt x="131" y="2832"/>
                      <a:pt x="95" y="2781"/>
                      <a:pt x="72" y="2722"/>
                    </a:cubicBezTo>
                    <a:cubicBezTo>
                      <a:pt x="57" y="2687"/>
                      <a:pt x="48" y="2643"/>
                      <a:pt x="48" y="2603"/>
                    </a:cubicBezTo>
                    <a:cubicBezTo>
                      <a:pt x="48" y="2561"/>
                      <a:pt x="57" y="2517"/>
                      <a:pt x="76" y="2477"/>
                    </a:cubicBezTo>
                    <a:cubicBezTo>
                      <a:pt x="92" y="2438"/>
                      <a:pt x="119" y="2406"/>
                      <a:pt x="151" y="2383"/>
                    </a:cubicBezTo>
                    <a:cubicBezTo>
                      <a:pt x="190" y="2359"/>
                      <a:pt x="234" y="2343"/>
                      <a:pt x="281" y="2336"/>
                    </a:cubicBezTo>
                    <a:cubicBezTo>
                      <a:pt x="332" y="2324"/>
                      <a:pt x="383" y="2316"/>
                      <a:pt x="430" y="2301"/>
                    </a:cubicBezTo>
                    <a:cubicBezTo>
                      <a:pt x="474" y="2288"/>
                      <a:pt x="506" y="2272"/>
                      <a:pt x="530" y="2253"/>
                    </a:cubicBezTo>
                    <a:cubicBezTo>
                      <a:pt x="569" y="2221"/>
                      <a:pt x="588" y="2177"/>
                      <a:pt x="601" y="2135"/>
                    </a:cubicBezTo>
                    <a:cubicBezTo>
                      <a:pt x="612" y="2091"/>
                      <a:pt x="616" y="2040"/>
                      <a:pt x="616" y="1993"/>
                    </a:cubicBezTo>
                    <a:lnTo>
                      <a:pt x="616" y="1937"/>
                    </a:lnTo>
                    <a:cubicBezTo>
                      <a:pt x="616" y="1898"/>
                      <a:pt x="616" y="1855"/>
                      <a:pt x="608" y="1807"/>
                    </a:cubicBezTo>
                    <a:cubicBezTo>
                      <a:pt x="605" y="1788"/>
                      <a:pt x="601" y="1764"/>
                      <a:pt x="592" y="1744"/>
                    </a:cubicBezTo>
                    <a:cubicBezTo>
                      <a:pt x="585" y="1720"/>
                      <a:pt x="572" y="1701"/>
                      <a:pt x="553" y="1685"/>
                    </a:cubicBezTo>
                    <a:cubicBezTo>
                      <a:pt x="521" y="1649"/>
                      <a:pt x="482" y="1630"/>
                      <a:pt x="446" y="1614"/>
                    </a:cubicBezTo>
                    <a:cubicBezTo>
                      <a:pt x="407" y="1598"/>
                      <a:pt x="368" y="1582"/>
                      <a:pt x="336" y="1567"/>
                    </a:cubicBezTo>
                    <a:cubicBezTo>
                      <a:pt x="257" y="1520"/>
                      <a:pt x="199" y="1436"/>
                      <a:pt x="163" y="1349"/>
                    </a:cubicBezTo>
                    <a:cubicBezTo>
                      <a:pt x="128" y="1263"/>
                      <a:pt x="111" y="1165"/>
                      <a:pt x="95" y="1066"/>
                    </a:cubicBezTo>
                    <a:cubicBezTo>
                      <a:pt x="80" y="983"/>
                      <a:pt x="64" y="900"/>
                      <a:pt x="57" y="818"/>
                    </a:cubicBezTo>
                    <a:cubicBezTo>
                      <a:pt x="48" y="774"/>
                      <a:pt x="44" y="731"/>
                      <a:pt x="44" y="687"/>
                    </a:cubicBezTo>
                    <a:cubicBezTo>
                      <a:pt x="44" y="652"/>
                      <a:pt x="48" y="616"/>
                      <a:pt x="57" y="581"/>
                    </a:cubicBezTo>
                    <a:cubicBezTo>
                      <a:pt x="76" y="498"/>
                      <a:pt x="111" y="435"/>
                      <a:pt x="163" y="388"/>
                    </a:cubicBezTo>
                    <a:cubicBezTo>
                      <a:pt x="237" y="308"/>
                      <a:pt x="348" y="261"/>
                      <a:pt x="459" y="219"/>
                    </a:cubicBezTo>
                    <a:cubicBezTo>
                      <a:pt x="572" y="171"/>
                      <a:pt x="691" y="128"/>
                      <a:pt x="790" y="60"/>
                    </a:cubicBezTo>
                    <a:cubicBezTo>
                      <a:pt x="798" y="57"/>
                      <a:pt x="801" y="53"/>
                      <a:pt x="809" y="48"/>
                    </a:cubicBezTo>
                    <a:cubicBezTo>
                      <a:pt x="814" y="44"/>
                      <a:pt x="817" y="44"/>
                      <a:pt x="821" y="44"/>
                    </a:cubicBezTo>
                    <a:close/>
                    <a:moveTo>
                      <a:pt x="821" y="1"/>
                    </a:moveTo>
                    <a:cubicBezTo>
                      <a:pt x="809" y="1"/>
                      <a:pt x="798" y="6"/>
                      <a:pt x="790" y="9"/>
                    </a:cubicBezTo>
                    <a:cubicBezTo>
                      <a:pt x="778" y="13"/>
                      <a:pt x="770" y="21"/>
                      <a:pt x="766" y="25"/>
                    </a:cubicBezTo>
                    <a:cubicBezTo>
                      <a:pt x="703" y="68"/>
                      <a:pt x="632" y="100"/>
                      <a:pt x="557" y="131"/>
                    </a:cubicBezTo>
                    <a:cubicBezTo>
                      <a:pt x="446" y="175"/>
                      <a:pt x="324" y="219"/>
                      <a:pt x="226" y="281"/>
                    </a:cubicBezTo>
                    <a:cubicBezTo>
                      <a:pt x="175" y="313"/>
                      <a:pt x="131" y="352"/>
                      <a:pt x="92" y="399"/>
                    </a:cubicBezTo>
                    <a:cubicBezTo>
                      <a:pt x="57" y="447"/>
                      <a:pt x="28" y="506"/>
                      <a:pt x="13" y="573"/>
                    </a:cubicBezTo>
                    <a:cubicBezTo>
                      <a:pt x="5" y="612"/>
                      <a:pt x="1" y="648"/>
                      <a:pt x="1" y="687"/>
                    </a:cubicBezTo>
                    <a:cubicBezTo>
                      <a:pt x="1" y="731"/>
                      <a:pt x="9" y="778"/>
                      <a:pt x="13" y="821"/>
                    </a:cubicBezTo>
                    <a:cubicBezTo>
                      <a:pt x="24" y="908"/>
                      <a:pt x="37" y="991"/>
                      <a:pt x="52" y="1074"/>
                    </a:cubicBezTo>
                    <a:cubicBezTo>
                      <a:pt x="68" y="1172"/>
                      <a:pt x="84" y="1271"/>
                      <a:pt x="123" y="1366"/>
                    </a:cubicBezTo>
                    <a:cubicBezTo>
                      <a:pt x="163" y="1460"/>
                      <a:pt x="222" y="1551"/>
                      <a:pt x="312" y="1602"/>
                    </a:cubicBezTo>
                    <a:cubicBezTo>
                      <a:pt x="352" y="1626"/>
                      <a:pt x="392" y="1638"/>
                      <a:pt x="427" y="1653"/>
                    </a:cubicBezTo>
                    <a:cubicBezTo>
                      <a:pt x="466" y="1669"/>
                      <a:pt x="498" y="1689"/>
                      <a:pt x="521" y="1713"/>
                    </a:cubicBezTo>
                    <a:cubicBezTo>
                      <a:pt x="534" y="1728"/>
                      <a:pt x="545" y="1744"/>
                      <a:pt x="553" y="1760"/>
                    </a:cubicBezTo>
                    <a:cubicBezTo>
                      <a:pt x="561" y="1784"/>
                      <a:pt x="565" y="1815"/>
                      <a:pt x="569" y="1846"/>
                    </a:cubicBezTo>
                    <a:cubicBezTo>
                      <a:pt x="572" y="1875"/>
                      <a:pt x="572" y="1910"/>
                      <a:pt x="572" y="1937"/>
                    </a:cubicBezTo>
                    <a:lnTo>
                      <a:pt x="572" y="1993"/>
                    </a:lnTo>
                    <a:cubicBezTo>
                      <a:pt x="572" y="2055"/>
                      <a:pt x="569" y="2115"/>
                      <a:pt x="545" y="2159"/>
                    </a:cubicBezTo>
                    <a:cubicBezTo>
                      <a:pt x="537" y="2182"/>
                      <a:pt x="521" y="2201"/>
                      <a:pt x="501" y="2217"/>
                    </a:cubicBezTo>
                    <a:cubicBezTo>
                      <a:pt x="482" y="2233"/>
                      <a:pt x="454" y="2248"/>
                      <a:pt x="419" y="2261"/>
                    </a:cubicBezTo>
                    <a:cubicBezTo>
                      <a:pt x="375" y="2272"/>
                      <a:pt x="324" y="2281"/>
                      <a:pt x="273" y="2292"/>
                    </a:cubicBezTo>
                    <a:cubicBezTo>
                      <a:pt x="222" y="2304"/>
                      <a:pt x="175" y="2316"/>
                      <a:pt x="128" y="2348"/>
                    </a:cubicBezTo>
                    <a:cubicBezTo>
                      <a:pt x="88" y="2375"/>
                      <a:pt x="57" y="2414"/>
                      <a:pt x="37" y="2458"/>
                    </a:cubicBezTo>
                    <a:cubicBezTo>
                      <a:pt x="13" y="2505"/>
                      <a:pt x="5" y="2552"/>
                      <a:pt x="5" y="2603"/>
                    </a:cubicBezTo>
                    <a:cubicBezTo>
                      <a:pt x="5" y="2651"/>
                      <a:pt x="13" y="2694"/>
                      <a:pt x="28" y="2738"/>
                    </a:cubicBezTo>
                    <a:cubicBezTo>
                      <a:pt x="57" y="2805"/>
                      <a:pt x="99" y="2864"/>
                      <a:pt x="146" y="2911"/>
                    </a:cubicBezTo>
                    <a:cubicBezTo>
                      <a:pt x="199" y="2958"/>
                      <a:pt x="257" y="3002"/>
                      <a:pt x="317" y="3038"/>
                    </a:cubicBezTo>
                    <a:cubicBezTo>
                      <a:pt x="534" y="3160"/>
                      <a:pt x="774" y="3215"/>
                      <a:pt x="1022" y="3215"/>
                    </a:cubicBezTo>
                    <a:cubicBezTo>
                      <a:pt x="1358" y="3215"/>
                      <a:pt x="1700" y="3112"/>
                      <a:pt x="1997" y="2947"/>
                    </a:cubicBezTo>
                    <a:cubicBezTo>
                      <a:pt x="2099" y="2892"/>
                      <a:pt x="2205" y="2821"/>
                      <a:pt x="2268" y="2714"/>
                    </a:cubicBezTo>
                    <a:cubicBezTo>
                      <a:pt x="2299" y="2663"/>
                      <a:pt x="2316" y="2603"/>
                      <a:pt x="2316" y="2541"/>
                    </a:cubicBezTo>
                    <a:cubicBezTo>
                      <a:pt x="2316" y="2477"/>
                      <a:pt x="2296" y="2410"/>
                      <a:pt x="2248" y="2363"/>
                    </a:cubicBezTo>
                    <a:cubicBezTo>
                      <a:pt x="2221" y="2336"/>
                      <a:pt x="2186" y="2316"/>
                      <a:pt x="2154" y="2301"/>
                    </a:cubicBezTo>
                    <a:cubicBezTo>
                      <a:pt x="2119" y="2284"/>
                      <a:pt x="2083" y="2272"/>
                      <a:pt x="2051" y="2265"/>
                    </a:cubicBezTo>
                    <a:cubicBezTo>
                      <a:pt x="1977" y="2241"/>
                      <a:pt x="1893" y="2237"/>
                      <a:pt x="1822" y="2221"/>
                    </a:cubicBezTo>
                    <a:cubicBezTo>
                      <a:pt x="1784" y="2210"/>
                      <a:pt x="1728" y="2197"/>
                      <a:pt x="1681" y="2186"/>
                    </a:cubicBezTo>
                    <a:cubicBezTo>
                      <a:pt x="1629" y="2170"/>
                      <a:pt x="1582" y="2154"/>
                      <a:pt x="1555" y="2130"/>
                    </a:cubicBezTo>
                    <a:cubicBezTo>
                      <a:pt x="1539" y="2119"/>
                      <a:pt x="1527" y="2099"/>
                      <a:pt x="1519" y="2075"/>
                    </a:cubicBezTo>
                    <a:cubicBezTo>
                      <a:pt x="1507" y="2036"/>
                      <a:pt x="1500" y="1984"/>
                      <a:pt x="1500" y="1937"/>
                    </a:cubicBezTo>
                    <a:cubicBezTo>
                      <a:pt x="1495" y="1886"/>
                      <a:pt x="1495" y="1839"/>
                      <a:pt x="1491" y="1804"/>
                    </a:cubicBezTo>
                    <a:cubicBezTo>
                      <a:pt x="1487" y="1728"/>
                      <a:pt x="1484" y="1653"/>
                      <a:pt x="1484" y="1578"/>
                    </a:cubicBezTo>
                    <a:cubicBezTo>
                      <a:pt x="1484" y="1520"/>
                      <a:pt x="1484" y="1460"/>
                      <a:pt x="1487" y="1401"/>
                    </a:cubicBezTo>
                    <a:cubicBezTo>
                      <a:pt x="1500" y="1192"/>
                      <a:pt x="1535" y="987"/>
                      <a:pt x="1535" y="778"/>
                    </a:cubicBezTo>
                    <a:cubicBezTo>
                      <a:pt x="1535" y="739"/>
                      <a:pt x="1535" y="699"/>
                      <a:pt x="1531" y="660"/>
                    </a:cubicBezTo>
                    <a:cubicBezTo>
                      <a:pt x="1531" y="652"/>
                      <a:pt x="1531" y="644"/>
                      <a:pt x="1527" y="636"/>
                    </a:cubicBezTo>
                    <a:cubicBezTo>
                      <a:pt x="1527" y="628"/>
                      <a:pt x="1523" y="621"/>
                      <a:pt x="1519" y="612"/>
                    </a:cubicBezTo>
                    <a:cubicBezTo>
                      <a:pt x="1511" y="601"/>
                      <a:pt x="1507" y="597"/>
                      <a:pt x="1500" y="589"/>
                    </a:cubicBezTo>
                    <a:cubicBezTo>
                      <a:pt x="1491" y="585"/>
                      <a:pt x="1484" y="581"/>
                      <a:pt x="1480" y="573"/>
                    </a:cubicBezTo>
                    <a:cubicBezTo>
                      <a:pt x="1460" y="561"/>
                      <a:pt x="1448" y="550"/>
                      <a:pt x="1440" y="534"/>
                    </a:cubicBezTo>
                    <a:cubicBezTo>
                      <a:pt x="1429" y="510"/>
                      <a:pt x="1416" y="486"/>
                      <a:pt x="1409" y="455"/>
                    </a:cubicBezTo>
                    <a:cubicBezTo>
                      <a:pt x="1397" y="427"/>
                      <a:pt x="1385" y="396"/>
                      <a:pt x="1358" y="372"/>
                    </a:cubicBezTo>
                    <a:cubicBezTo>
                      <a:pt x="1345" y="360"/>
                      <a:pt x="1329" y="348"/>
                      <a:pt x="1318" y="341"/>
                    </a:cubicBezTo>
                    <a:cubicBezTo>
                      <a:pt x="1287" y="321"/>
                      <a:pt x="1251" y="305"/>
                      <a:pt x="1220" y="290"/>
                    </a:cubicBezTo>
                    <a:cubicBezTo>
                      <a:pt x="1093" y="230"/>
                      <a:pt x="983" y="143"/>
                      <a:pt x="888" y="41"/>
                    </a:cubicBezTo>
                    <a:cubicBezTo>
                      <a:pt x="880" y="33"/>
                      <a:pt x="872" y="25"/>
                      <a:pt x="865" y="17"/>
                    </a:cubicBezTo>
                    <a:cubicBezTo>
                      <a:pt x="852" y="9"/>
                      <a:pt x="841" y="1"/>
                      <a:pt x="82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6" name="Google Shape;2456;p53"/>
              <p:cNvSpPr/>
              <p:nvPr/>
            </p:nvSpPr>
            <p:spPr>
              <a:xfrm>
                <a:off x="1829448" y="4383166"/>
                <a:ext cx="1375389" cy="2722327"/>
              </a:xfrm>
              <a:custGeom>
                <a:rect b="b" l="l" r="r" t="t"/>
                <a:pathLst>
                  <a:path extrusionOk="0" h="7846" w="3964">
                    <a:moveTo>
                      <a:pt x="1746" y="0"/>
                    </a:moveTo>
                    <a:cubicBezTo>
                      <a:pt x="1236" y="0"/>
                      <a:pt x="580" y="689"/>
                      <a:pt x="514" y="1078"/>
                    </a:cubicBezTo>
                    <a:cubicBezTo>
                      <a:pt x="170" y="3073"/>
                      <a:pt x="372" y="4973"/>
                      <a:pt x="28" y="6969"/>
                    </a:cubicBezTo>
                    <a:cubicBezTo>
                      <a:pt x="13" y="7051"/>
                      <a:pt x="1" y="7134"/>
                      <a:pt x="37" y="7209"/>
                    </a:cubicBezTo>
                    <a:cubicBezTo>
                      <a:pt x="80" y="7300"/>
                      <a:pt x="182" y="7343"/>
                      <a:pt x="277" y="7378"/>
                    </a:cubicBezTo>
                    <a:cubicBezTo>
                      <a:pt x="1136" y="7688"/>
                      <a:pt x="2049" y="7846"/>
                      <a:pt x="2961" y="7846"/>
                    </a:cubicBezTo>
                    <a:cubicBezTo>
                      <a:pt x="3015" y="7846"/>
                      <a:pt x="3070" y="7845"/>
                      <a:pt x="3124" y="7844"/>
                    </a:cubicBezTo>
                    <a:cubicBezTo>
                      <a:pt x="3325" y="6534"/>
                      <a:pt x="3538" y="5147"/>
                      <a:pt x="3782" y="3849"/>
                    </a:cubicBezTo>
                    <a:cubicBezTo>
                      <a:pt x="3964" y="2938"/>
                      <a:pt x="3881" y="2205"/>
                      <a:pt x="3771" y="1287"/>
                    </a:cubicBezTo>
                    <a:cubicBezTo>
                      <a:pt x="3739" y="1022"/>
                      <a:pt x="3735" y="754"/>
                      <a:pt x="3715" y="490"/>
                    </a:cubicBezTo>
                    <a:cubicBezTo>
                      <a:pt x="3707" y="364"/>
                      <a:pt x="3684" y="261"/>
                      <a:pt x="3633" y="182"/>
                    </a:cubicBezTo>
                    <a:cubicBezTo>
                      <a:pt x="3577" y="108"/>
                      <a:pt x="3495" y="52"/>
                      <a:pt x="3360" y="24"/>
                    </a:cubicBezTo>
                    <a:cubicBezTo>
                      <a:pt x="3297" y="10"/>
                      <a:pt x="3232" y="5"/>
                      <a:pt x="3167" y="5"/>
                    </a:cubicBezTo>
                    <a:cubicBezTo>
                      <a:pt x="3085" y="5"/>
                      <a:pt x="3004" y="13"/>
                      <a:pt x="2923" y="24"/>
                    </a:cubicBezTo>
                    <a:cubicBezTo>
                      <a:pt x="2737" y="50"/>
                      <a:pt x="2550" y="88"/>
                      <a:pt x="2364" y="88"/>
                    </a:cubicBezTo>
                    <a:cubicBezTo>
                      <a:pt x="2317" y="88"/>
                      <a:pt x="2271" y="86"/>
                      <a:pt x="2225" y="80"/>
                    </a:cubicBezTo>
                    <a:cubicBezTo>
                      <a:pt x="2071" y="60"/>
                      <a:pt x="1925" y="9"/>
                      <a:pt x="1771" y="1"/>
                    </a:cubicBezTo>
                    <a:cubicBezTo>
                      <a:pt x="1763" y="0"/>
                      <a:pt x="1754" y="0"/>
                      <a:pt x="1746" y="0"/>
                    </a:cubicBezTo>
                    <a:close/>
                  </a:path>
                </a:pathLst>
              </a:custGeom>
              <a:solidFill>
                <a:schemeClr val="accent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7" name="Google Shape;2457;p53"/>
              <p:cNvSpPr/>
              <p:nvPr/>
            </p:nvSpPr>
            <p:spPr>
              <a:xfrm>
                <a:off x="1827019" y="4376227"/>
                <a:ext cx="1360122" cy="2736899"/>
              </a:xfrm>
              <a:custGeom>
                <a:rect b="b" l="l" r="r" t="t"/>
                <a:pathLst>
                  <a:path extrusionOk="0" h="7888" w="3920">
                    <a:moveTo>
                      <a:pt x="1740" y="44"/>
                    </a:moveTo>
                    <a:cubicBezTo>
                      <a:pt x="1744" y="44"/>
                      <a:pt x="1747" y="44"/>
                      <a:pt x="1751" y="44"/>
                    </a:cubicBezTo>
                    <a:lnTo>
                      <a:pt x="1778" y="44"/>
                    </a:lnTo>
                    <a:cubicBezTo>
                      <a:pt x="1928" y="53"/>
                      <a:pt x="2074" y="100"/>
                      <a:pt x="2228" y="119"/>
                    </a:cubicBezTo>
                    <a:cubicBezTo>
                      <a:pt x="2279" y="128"/>
                      <a:pt x="2326" y="128"/>
                      <a:pt x="2377" y="128"/>
                    </a:cubicBezTo>
                    <a:cubicBezTo>
                      <a:pt x="2563" y="128"/>
                      <a:pt x="2752" y="92"/>
                      <a:pt x="2934" y="68"/>
                    </a:cubicBezTo>
                    <a:cubicBezTo>
                      <a:pt x="3016" y="57"/>
                      <a:pt x="3099" y="44"/>
                      <a:pt x="3182" y="44"/>
                    </a:cubicBezTo>
                    <a:cubicBezTo>
                      <a:pt x="3241" y="44"/>
                      <a:pt x="3305" y="53"/>
                      <a:pt x="3363" y="64"/>
                    </a:cubicBezTo>
                    <a:cubicBezTo>
                      <a:pt x="3427" y="80"/>
                      <a:pt x="3482" y="100"/>
                      <a:pt x="3521" y="124"/>
                    </a:cubicBezTo>
                    <a:cubicBezTo>
                      <a:pt x="3565" y="151"/>
                      <a:pt x="3596" y="179"/>
                      <a:pt x="3620" y="214"/>
                    </a:cubicBezTo>
                    <a:cubicBezTo>
                      <a:pt x="3671" y="285"/>
                      <a:pt x="3691" y="384"/>
                      <a:pt x="3698" y="510"/>
                    </a:cubicBezTo>
                    <a:cubicBezTo>
                      <a:pt x="3718" y="774"/>
                      <a:pt x="3722" y="1042"/>
                      <a:pt x="3754" y="1311"/>
                    </a:cubicBezTo>
                    <a:cubicBezTo>
                      <a:pt x="3820" y="1839"/>
                      <a:pt x="3876" y="2308"/>
                      <a:pt x="3876" y="2781"/>
                    </a:cubicBezTo>
                    <a:cubicBezTo>
                      <a:pt x="3876" y="3128"/>
                      <a:pt x="3844" y="3479"/>
                      <a:pt x="3769" y="3866"/>
                    </a:cubicBezTo>
                    <a:cubicBezTo>
                      <a:pt x="3526" y="5157"/>
                      <a:pt x="3314" y="6541"/>
                      <a:pt x="3114" y="7841"/>
                    </a:cubicBezTo>
                    <a:lnTo>
                      <a:pt x="3114" y="7841"/>
                    </a:lnTo>
                    <a:cubicBezTo>
                      <a:pt x="3064" y="7844"/>
                      <a:pt x="3010" y="7844"/>
                      <a:pt x="2957" y="7844"/>
                    </a:cubicBezTo>
                    <a:cubicBezTo>
                      <a:pt x="2051" y="7844"/>
                      <a:pt x="1143" y="7686"/>
                      <a:pt x="292" y="7379"/>
                    </a:cubicBezTo>
                    <a:cubicBezTo>
                      <a:pt x="244" y="7359"/>
                      <a:pt x="197" y="7344"/>
                      <a:pt x="153" y="7316"/>
                    </a:cubicBezTo>
                    <a:cubicBezTo>
                      <a:pt x="115" y="7292"/>
                      <a:pt x="82" y="7260"/>
                      <a:pt x="63" y="7221"/>
                    </a:cubicBezTo>
                    <a:cubicBezTo>
                      <a:pt x="47" y="7189"/>
                      <a:pt x="44" y="7154"/>
                      <a:pt x="44" y="7118"/>
                    </a:cubicBezTo>
                    <a:cubicBezTo>
                      <a:pt x="44" y="7079"/>
                      <a:pt x="47" y="7036"/>
                      <a:pt x="55" y="6992"/>
                    </a:cubicBezTo>
                    <a:cubicBezTo>
                      <a:pt x="398" y="4993"/>
                      <a:pt x="201" y="3093"/>
                      <a:pt x="544" y="1098"/>
                    </a:cubicBezTo>
                    <a:cubicBezTo>
                      <a:pt x="560" y="1007"/>
                      <a:pt x="611" y="892"/>
                      <a:pt x="686" y="778"/>
                    </a:cubicBezTo>
                    <a:cubicBezTo>
                      <a:pt x="804" y="601"/>
                      <a:pt x="978" y="415"/>
                      <a:pt x="1167" y="277"/>
                    </a:cubicBezTo>
                    <a:cubicBezTo>
                      <a:pt x="1356" y="138"/>
                      <a:pt x="1561" y="44"/>
                      <a:pt x="1740" y="44"/>
                    </a:cubicBezTo>
                    <a:close/>
                    <a:moveTo>
                      <a:pt x="1751" y="1"/>
                    </a:moveTo>
                    <a:cubicBezTo>
                      <a:pt x="1620" y="1"/>
                      <a:pt x="1478" y="44"/>
                      <a:pt x="1345" y="115"/>
                    </a:cubicBezTo>
                    <a:cubicBezTo>
                      <a:pt x="1139" y="222"/>
                      <a:pt x="943" y="392"/>
                      <a:pt x="788" y="573"/>
                    </a:cubicBezTo>
                    <a:cubicBezTo>
                      <a:pt x="714" y="659"/>
                      <a:pt x="646" y="754"/>
                      <a:pt x="595" y="841"/>
                    </a:cubicBezTo>
                    <a:cubicBezTo>
                      <a:pt x="548" y="932"/>
                      <a:pt x="513" y="1014"/>
                      <a:pt x="501" y="1094"/>
                    </a:cubicBezTo>
                    <a:cubicBezTo>
                      <a:pt x="158" y="3093"/>
                      <a:pt x="355" y="4993"/>
                      <a:pt x="11" y="6985"/>
                    </a:cubicBezTo>
                    <a:cubicBezTo>
                      <a:pt x="4" y="7027"/>
                      <a:pt x="0" y="7075"/>
                      <a:pt x="0" y="7118"/>
                    </a:cubicBezTo>
                    <a:cubicBezTo>
                      <a:pt x="0" y="7158"/>
                      <a:pt x="4" y="7202"/>
                      <a:pt x="24" y="7237"/>
                    </a:cubicBezTo>
                    <a:cubicBezTo>
                      <a:pt x="47" y="7288"/>
                      <a:pt x="87" y="7327"/>
                      <a:pt x="130" y="7355"/>
                    </a:cubicBezTo>
                    <a:cubicBezTo>
                      <a:pt x="177" y="7382"/>
                      <a:pt x="229" y="7402"/>
                      <a:pt x="276" y="7418"/>
                    </a:cubicBezTo>
                    <a:cubicBezTo>
                      <a:pt x="1136" y="7730"/>
                      <a:pt x="2046" y="7888"/>
                      <a:pt x="2957" y="7888"/>
                    </a:cubicBezTo>
                    <a:cubicBezTo>
                      <a:pt x="3016" y="7888"/>
                      <a:pt x="3076" y="7888"/>
                      <a:pt x="3131" y="7884"/>
                    </a:cubicBezTo>
                    <a:cubicBezTo>
                      <a:pt x="3143" y="7884"/>
                      <a:pt x="3150" y="7875"/>
                      <a:pt x="3154" y="7868"/>
                    </a:cubicBezTo>
                    <a:cubicBezTo>
                      <a:pt x="3356" y="6559"/>
                      <a:pt x="3569" y="5171"/>
                      <a:pt x="3813" y="3873"/>
                    </a:cubicBezTo>
                    <a:cubicBezTo>
                      <a:pt x="3888" y="3487"/>
                      <a:pt x="3920" y="3132"/>
                      <a:pt x="3920" y="2781"/>
                    </a:cubicBezTo>
                    <a:cubicBezTo>
                      <a:pt x="3920" y="2304"/>
                      <a:pt x="3864" y="1835"/>
                      <a:pt x="3797" y="1302"/>
                    </a:cubicBezTo>
                    <a:cubicBezTo>
                      <a:pt x="3766" y="1038"/>
                      <a:pt x="3762" y="774"/>
                      <a:pt x="3742" y="506"/>
                    </a:cubicBezTo>
                    <a:cubicBezTo>
                      <a:pt x="3734" y="379"/>
                      <a:pt x="3714" y="273"/>
                      <a:pt x="3655" y="190"/>
                    </a:cubicBezTo>
                    <a:cubicBezTo>
                      <a:pt x="3627" y="151"/>
                      <a:pt x="3592" y="115"/>
                      <a:pt x="3545" y="88"/>
                    </a:cubicBezTo>
                    <a:cubicBezTo>
                      <a:pt x="3498" y="60"/>
                      <a:pt x="3442" y="37"/>
                      <a:pt x="3371" y="21"/>
                    </a:cubicBezTo>
                    <a:cubicBezTo>
                      <a:pt x="3308" y="9"/>
                      <a:pt x="3245" y="1"/>
                      <a:pt x="3182" y="1"/>
                    </a:cubicBezTo>
                    <a:cubicBezTo>
                      <a:pt x="3096" y="1"/>
                      <a:pt x="3012" y="13"/>
                      <a:pt x="2930" y="24"/>
                    </a:cubicBezTo>
                    <a:cubicBezTo>
                      <a:pt x="2744" y="48"/>
                      <a:pt x="2559" y="84"/>
                      <a:pt x="2377" y="84"/>
                    </a:cubicBezTo>
                    <a:cubicBezTo>
                      <a:pt x="2330" y="84"/>
                      <a:pt x="2283" y="80"/>
                      <a:pt x="2232" y="76"/>
                    </a:cubicBezTo>
                    <a:cubicBezTo>
                      <a:pt x="2086" y="60"/>
                      <a:pt x="1936" y="9"/>
                      <a:pt x="1778"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8" name="Google Shape;2458;p53"/>
              <p:cNvSpPr/>
              <p:nvPr/>
            </p:nvSpPr>
            <p:spPr>
              <a:xfrm>
                <a:off x="2729826" y="4361307"/>
                <a:ext cx="1802162" cy="2696651"/>
              </a:xfrm>
              <a:custGeom>
                <a:rect b="b" l="l" r="r" t="t"/>
                <a:pathLst>
                  <a:path extrusionOk="0" h="7772" w="5194">
                    <a:moveTo>
                      <a:pt x="3047" y="1"/>
                    </a:moveTo>
                    <a:cubicBezTo>
                      <a:pt x="3027" y="1"/>
                      <a:pt x="3005" y="5"/>
                      <a:pt x="2985" y="9"/>
                    </a:cubicBezTo>
                    <a:cubicBezTo>
                      <a:pt x="2772" y="67"/>
                      <a:pt x="2563" y="138"/>
                      <a:pt x="2347" y="162"/>
                    </a:cubicBezTo>
                    <a:cubicBezTo>
                      <a:pt x="2276" y="170"/>
                      <a:pt x="2205" y="174"/>
                      <a:pt x="2134" y="174"/>
                    </a:cubicBezTo>
                    <a:cubicBezTo>
                      <a:pt x="1730" y="174"/>
                      <a:pt x="1329" y="56"/>
                      <a:pt x="923" y="36"/>
                    </a:cubicBezTo>
                    <a:cubicBezTo>
                      <a:pt x="879" y="34"/>
                      <a:pt x="834" y="33"/>
                      <a:pt x="789" y="33"/>
                    </a:cubicBezTo>
                    <a:cubicBezTo>
                      <a:pt x="522" y="33"/>
                      <a:pt x="253" y="74"/>
                      <a:pt x="1" y="158"/>
                    </a:cubicBezTo>
                    <a:cubicBezTo>
                      <a:pt x="4" y="157"/>
                      <a:pt x="7" y="157"/>
                      <a:pt x="10" y="157"/>
                    </a:cubicBezTo>
                    <a:cubicBezTo>
                      <a:pt x="76" y="157"/>
                      <a:pt x="187" y="334"/>
                      <a:pt x="206" y="375"/>
                    </a:cubicBezTo>
                    <a:cubicBezTo>
                      <a:pt x="261" y="482"/>
                      <a:pt x="281" y="604"/>
                      <a:pt x="308" y="719"/>
                    </a:cubicBezTo>
                    <a:cubicBezTo>
                      <a:pt x="375" y="1019"/>
                      <a:pt x="410" y="1326"/>
                      <a:pt x="466" y="1629"/>
                    </a:cubicBezTo>
                    <a:cubicBezTo>
                      <a:pt x="537" y="2027"/>
                      <a:pt x="623" y="2422"/>
                      <a:pt x="706" y="2817"/>
                    </a:cubicBezTo>
                    <a:cubicBezTo>
                      <a:pt x="1053" y="4453"/>
                      <a:pt x="1479" y="6100"/>
                      <a:pt x="1744" y="7738"/>
                    </a:cubicBezTo>
                    <a:cubicBezTo>
                      <a:pt x="2115" y="7760"/>
                      <a:pt x="2488" y="7772"/>
                      <a:pt x="2861" y="7772"/>
                    </a:cubicBezTo>
                    <a:cubicBezTo>
                      <a:pt x="3517" y="7772"/>
                      <a:pt x="4174" y="7737"/>
                      <a:pt x="4827" y="7667"/>
                    </a:cubicBezTo>
                    <a:cubicBezTo>
                      <a:pt x="5193" y="7619"/>
                      <a:pt x="4512" y="4638"/>
                      <a:pt x="4448" y="4331"/>
                    </a:cubicBezTo>
                    <a:cubicBezTo>
                      <a:pt x="4181" y="3037"/>
                      <a:pt x="3817" y="1756"/>
                      <a:pt x="3273" y="549"/>
                    </a:cubicBezTo>
                    <a:cubicBezTo>
                      <a:pt x="3206" y="407"/>
                      <a:pt x="3178" y="238"/>
                      <a:pt x="3135" y="84"/>
                    </a:cubicBezTo>
                    <a:cubicBezTo>
                      <a:pt x="3127" y="60"/>
                      <a:pt x="3120" y="32"/>
                      <a:pt x="3100" y="16"/>
                    </a:cubicBezTo>
                    <a:cubicBezTo>
                      <a:pt x="3084" y="5"/>
                      <a:pt x="3066" y="1"/>
                      <a:pt x="3047" y="1"/>
                    </a:cubicBezTo>
                    <a:close/>
                  </a:path>
                </a:pathLst>
              </a:custGeom>
              <a:solidFill>
                <a:schemeClr val="accent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9" name="Google Shape;2459;p53"/>
              <p:cNvSpPr/>
              <p:nvPr/>
            </p:nvSpPr>
            <p:spPr>
              <a:xfrm>
                <a:off x="2721499" y="4353327"/>
                <a:ext cx="1728258" cy="2711918"/>
              </a:xfrm>
              <a:custGeom>
                <a:rect b="b" l="l" r="r" t="t"/>
                <a:pathLst>
                  <a:path extrusionOk="0" h="7816" w="4981">
                    <a:moveTo>
                      <a:pt x="3073" y="43"/>
                    </a:moveTo>
                    <a:cubicBezTo>
                      <a:pt x="3080" y="43"/>
                      <a:pt x="3088" y="43"/>
                      <a:pt x="3093" y="48"/>
                    </a:cubicBezTo>
                    <a:cubicBezTo>
                      <a:pt x="3100" y="48"/>
                      <a:pt x="3104" y="52"/>
                      <a:pt x="3108" y="55"/>
                    </a:cubicBezTo>
                    <a:cubicBezTo>
                      <a:pt x="3116" y="59"/>
                      <a:pt x="3120" y="67"/>
                      <a:pt x="3128" y="79"/>
                    </a:cubicBezTo>
                    <a:cubicBezTo>
                      <a:pt x="3131" y="87"/>
                      <a:pt x="3135" y="99"/>
                      <a:pt x="3140" y="110"/>
                    </a:cubicBezTo>
                    <a:cubicBezTo>
                      <a:pt x="3182" y="265"/>
                      <a:pt x="3211" y="434"/>
                      <a:pt x="3277" y="583"/>
                    </a:cubicBezTo>
                    <a:cubicBezTo>
                      <a:pt x="3817" y="1786"/>
                      <a:pt x="4181" y="3068"/>
                      <a:pt x="4452" y="4358"/>
                    </a:cubicBezTo>
                    <a:cubicBezTo>
                      <a:pt x="4476" y="4480"/>
                      <a:pt x="4598" y="5020"/>
                      <a:pt x="4713" y="5627"/>
                    </a:cubicBezTo>
                    <a:cubicBezTo>
                      <a:pt x="4772" y="5930"/>
                      <a:pt x="4827" y="6254"/>
                      <a:pt x="4867" y="6549"/>
                    </a:cubicBezTo>
                    <a:cubicBezTo>
                      <a:pt x="4910" y="6849"/>
                      <a:pt x="4938" y="7117"/>
                      <a:pt x="4938" y="7322"/>
                    </a:cubicBezTo>
                    <a:cubicBezTo>
                      <a:pt x="4938" y="7429"/>
                      <a:pt x="4929" y="7515"/>
                      <a:pt x="4914" y="7575"/>
                    </a:cubicBezTo>
                    <a:cubicBezTo>
                      <a:pt x="4902" y="7606"/>
                      <a:pt x="4894" y="7630"/>
                      <a:pt x="4882" y="7646"/>
                    </a:cubicBezTo>
                    <a:cubicBezTo>
                      <a:pt x="4878" y="7650"/>
                      <a:pt x="4871" y="7657"/>
                      <a:pt x="4867" y="7661"/>
                    </a:cubicBezTo>
                    <a:cubicBezTo>
                      <a:pt x="4858" y="7661"/>
                      <a:pt x="4855" y="7666"/>
                      <a:pt x="4847" y="7666"/>
                    </a:cubicBezTo>
                    <a:cubicBezTo>
                      <a:pt x="4192" y="7737"/>
                      <a:pt x="3534" y="7772"/>
                      <a:pt x="2875" y="7772"/>
                    </a:cubicBezTo>
                    <a:cubicBezTo>
                      <a:pt x="2510" y="7772"/>
                      <a:pt x="2149" y="7761"/>
                      <a:pt x="1784" y="7742"/>
                    </a:cubicBezTo>
                    <a:lnTo>
                      <a:pt x="1784" y="7742"/>
                    </a:lnTo>
                    <a:cubicBezTo>
                      <a:pt x="1520" y="6110"/>
                      <a:pt x="1096" y="4463"/>
                      <a:pt x="754" y="2835"/>
                    </a:cubicBezTo>
                    <a:cubicBezTo>
                      <a:pt x="671" y="2441"/>
                      <a:pt x="585" y="2047"/>
                      <a:pt x="509" y="1648"/>
                    </a:cubicBezTo>
                    <a:cubicBezTo>
                      <a:pt x="454" y="1349"/>
                      <a:pt x="423" y="1037"/>
                      <a:pt x="352" y="738"/>
                    </a:cubicBezTo>
                    <a:cubicBezTo>
                      <a:pt x="328" y="623"/>
                      <a:pt x="308" y="501"/>
                      <a:pt x="249" y="387"/>
                    </a:cubicBezTo>
                    <a:cubicBezTo>
                      <a:pt x="245" y="374"/>
                      <a:pt x="234" y="359"/>
                      <a:pt x="218" y="336"/>
                    </a:cubicBezTo>
                    <a:cubicBezTo>
                      <a:pt x="198" y="300"/>
                      <a:pt x="166" y="261"/>
                      <a:pt x="135" y="225"/>
                    </a:cubicBezTo>
                    <a:cubicBezTo>
                      <a:pt x="121" y="207"/>
                      <a:pt x="107" y="193"/>
                      <a:pt x="93" y="182"/>
                    </a:cubicBezTo>
                    <a:lnTo>
                      <a:pt x="93" y="182"/>
                    </a:lnTo>
                    <a:cubicBezTo>
                      <a:pt x="328" y="112"/>
                      <a:pt x="574" y="75"/>
                      <a:pt x="817" y="75"/>
                    </a:cubicBezTo>
                    <a:cubicBezTo>
                      <a:pt x="860" y="75"/>
                      <a:pt x="904" y="79"/>
                      <a:pt x="947" y="79"/>
                    </a:cubicBezTo>
                    <a:cubicBezTo>
                      <a:pt x="1349" y="99"/>
                      <a:pt x="1755" y="221"/>
                      <a:pt x="2161" y="221"/>
                    </a:cubicBezTo>
                    <a:cubicBezTo>
                      <a:pt x="2232" y="221"/>
                      <a:pt x="2303" y="217"/>
                      <a:pt x="2371" y="209"/>
                    </a:cubicBezTo>
                    <a:cubicBezTo>
                      <a:pt x="2591" y="181"/>
                      <a:pt x="2804" y="110"/>
                      <a:pt x="3017" y="55"/>
                    </a:cubicBezTo>
                    <a:cubicBezTo>
                      <a:pt x="3037" y="48"/>
                      <a:pt x="3057" y="43"/>
                      <a:pt x="3073" y="43"/>
                    </a:cubicBezTo>
                    <a:close/>
                    <a:moveTo>
                      <a:pt x="3073" y="1"/>
                    </a:moveTo>
                    <a:cubicBezTo>
                      <a:pt x="3049" y="1"/>
                      <a:pt x="3025" y="8"/>
                      <a:pt x="3005" y="12"/>
                    </a:cubicBezTo>
                    <a:cubicBezTo>
                      <a:pt x="2793" y="72"/>
                      <a:pt x="2583" y="142"/>
                      <a:pt x="2367" y="166"/>
                    </a:cubicBezTo>
                    <a:cubicBezTo>
                      <a:pt x="2300" y="174"/>
                      <a:pt x="2232" y="178"/>
                      <a:pt x="2161" y="178"/>
                    </a:cubicBezTo>
                    <a:cubicBezTo>
                      <a:pt x="1763" y="178"/>
                      <a:pt x="1361" y="59"/>
                      <a:pt x="947" y="36"/>
                    </a:cubicBezTo>
                    <a:cubicBezTo>
                      <a:pt x="904" y="36"/>
                      <a:pt x="860" y="32"/>
                      <a:pt x="817" y="32"/>
                    </a:cubicBezTo>
                    <a:cubicBezTo>
                      <a:pt x="552" y="32"/>
                      <a:pt x="285" y="74"/>
                      <a:pt x="28" y="158"/>
                    </a:cubicBezTo>
                    <a:lnTo>
                      <a:pt x="28" y="158"/>
                    </a:lnTo>
                    <a:cubicBezTo>
                      <a:pt x="24" y="158"/>
                      <a:pt x="21" y="159"/>
                      <a:pt x="17" y="161"/>
                    </a:cubicBezTo>
                    <a:cubicBezTo>
                      <a:pt x="17" y="161"/>
                      <a:pt x="17" y="161"/>
                      <a:pt x="17" y="161"/>
                    </a:cubicBezTo>
                    <a:lnTo>
                      <a:pt x="17" y="161"/>
                    </a:lnTo>
                    <a:cubicBezTo>
                      <a:pt x="14" y="161"/>
                      <a:pt x="11" y="163"/>
                      <a:pt x="9" y="166"/>
                    </a:cubicBezTo>
                    <a:lnTo>
                      <a:pt x="9" y="166"/>
                    </a:lnTo>
                    <a:cubicBezTo>
                      <a:pt x="7" y="169"/>
                      <a:pt x="5" y="171"/>
                      <a:pt x="4" y="174"/>
                    </a:cubicBezTo>
                    <a:lnTo>
                      <a:pt x="4" y="174"/>
                    </a:lnTo>
                    <a:cubicBezTo>
                      <a:pt x="1" y="178"/>
                      <a:pt x="1" y="185"/>
                      <a:pt x="5" y="190"/>
                    </a:cubicBezTo>
                    <a:cubicBezTo>
                      <a:pt x="5" y="190"/>
                      <a:pt x="5" y="190"/>
                      <a:pt x="5" y="190"/>
                    </a:cubicBezTo>
                    <a:lnTo>
                      <a:pt x="5" y="190"/>
                    </a:lnTo>
                    <a:cubicBezTo>
                      <a:pt x="5" y="194"/>
                      <a:pt x="8" y="197"/>
                      <a:pt x="12" y="201"/>
                    </a:cubicBezTo>
                    <a:cubicBezTo>
                      <a:pt x="16" y="203"/>
                      <a:pt x="20" y="204"/>
                      <a:pt x="22" y="204"/>
                    </a:cubicBezTo>
                    <a:cubicBezTo>
                      <a:pt x="25" y="204"/>
                      <a:pt x="28" y="203"/>
                      <a:pt x="32" y="201"/>
                    </a:cubicBezTo>
                    <a:lnTo>
                      <a:pt x="36" y="201"/>
                    </a:lnTo>
                    <a:cubicBezTo>
                      <a:pt x="36" y="201"/>
                      <a:pt x="44" y="205"/>
                      <a:pt x="52" y="209"/>
                    </a:cubicBezTo>
                    <a:cubicBezTo>
                      <a:pt x="64" y="213"/>
                      <a:pt x="79" y="229"/>
                      <a:pt x="95" y="245"/>
                    </a:cubicBezTo>
                    <a:cubicBezTo>
                      <a:pt x="123" y="272"/>
                      <a:pt x="147" y="308"/>
                      <a:pt x="166" y="336"/>
                    </a:cubicBezTo>
                    <a:cubicBezTo>
                      <a:pt x="190" y="367"/>
                      <a:pt x="206" y="394"/>
                      <a:pt x="210" y="407"/>
                    </a:cubicBezTo>
                    <a:cubicBezTo>
                      <a:pt x="265" y="513"/>
                      <a:pt x="285" y="627"/>
                      <a:pt x="312" y="749"/>
                    </a:cubicBezTo>
                    <a:cubicBezTo>
                      <a:pt x="379" y="1045"/>
                      <a:pt x="411" y="1353"/>
                      <a:pt x="466" y="1657"/>
                    </a:cubicBezTo>
                    <a:cubicBezTo>
                      <a:pt x="541" y="2054"/>
                      <a:pt x="627" y="2449"/>
                      <a:pt x="711" y="2843"/>
                    </a:cubicBezTo>
                    <a:cubicBezTo>
                      <a:pt x="1053" y="4480"/>
                      <a:pt x="1479" y="6128"/>
                      <a:pt x="1744" y="7764"/>
                    </a:cubicBezTo>
                    <a:cubicBezTo>
                      <a:pt x="1748" y="7776"/>
                      <a:pt x="1755" y="7784"/>
                      <a:pt x="1768" y="7784"/>
                    </a:cubicBezTo>
                    <a:cubicBezTo>
                      <a:pt x="2134" y="7808"/>
                      <a:pt x="2505" y="7815"/>
                      <a:pt x="2875" y="7815"/>
                    </a:cubicBezTo>
                    <a:cubicBezTo>
                      <a:pt x="3534" y="7815"/>
                      <a:pt x="4196" y="7780"/>
                      <a:pt x="4851" y="7709"/>
                    </a:cubicBezTo>
                    <a:cubicBezTo>
                      <a:pt x="4867" y="7709"/>
                      <a:pt x="4878" y="7705"/>
                      <a:pt x="4886" y="7697"/>
                    </a:cubicBezTo>
                    <a:cubicBezTo>
                      <a:pt x="4906" y="7685"/>
                      <a:pt x="4922" y="7666"/>
                      <a:pt x="4933" y="7646"/>
                    </a:cubicBezTo>
                    <a:cubicBezTo>
                      <a:pt x="4949" y="7610"/>
                      <a:pt x="4962" y="7567"/>
                      <a:pt x="4969" y="7512"/>
                    </a:cubicBezTo>
                    <a:cubicBezTo>
                      <a:pt x="4977" y="7457"/>
                      <a:pt x="4981" y="7393"/>
                      <a:pt x="4981" y="7322"/>
                    </a:cubicBezTo>
                    <a:cubicBezTo>
                      <a:pt x="4981" y="7113"/>
                      <a:pt x="4953" y="6842"/>
                      <a:pt x="4910" y="6545"/>
                    </a:cubicBezTo>
                    <a:cubicBezTo>
                      <a:pt x="4847" y="6096"/>
                      <a:pt x="4752" y="5595"/>
                      <a:pt x="4669" y="5182"/>
                    </a:cubicBezTo>
                    <a:cubicBezTo>
                      <a:pt x="4587" y="4767"/>
                      <a:pt x="4512" y="4440"/>
                      <a:pt x="4496" y="4349"/>
                    </a:cubicBezTo>
                    <a:cubicBezTo>
                      <a:pt x="4223" y="3056"/>
                      <a:pt x="3861" y="1775"/>
                      <a:pt x="3317" y="564"/>
                    </a:cubicBezTo>
                    <a:cubicBezTo>
                      <a:pt x="3253" y="422"/>
                      <a:pt x="3222" y="256"/>
                      <a:pt x="3179" y="99"/>
                    </a:cubicBezTo>
                    <a:cubicBezTo>
                      <a:pt x="3175" y="87"/>
                      <a:pt x="3171" y="75"/>
                      <a:pt x="3167" y="59"/>
                    </a:cubicBezTo>
                    <a:cubicBezTo>
                      <a:pt x="3159" y="48"/>
                      <a:pt x="3151" y="32"/>
                      <a:pt x="3135" y="19"/>
                    </a:cubicBezTo>
                    <a:cubicBezTo>
                      <a:pt x="3128" y="12"/>
                      <a:pt x="3116" y="8"/>
                      <a:pt x="3104" y="4"/>
                    </a:cubicBezTo>
                    <a:cubicBezTo>
                      <a:pt x="3093" y="4"/>
                      <a:pt x="3084" y="1"/>
                      <a:pt x="3073"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0" name="Google Shape;2460;p53"/>
              <p:cNvSpPr/>
              <p:nvPr/>
            </p:nvSpPr>
            <p:spPr>
              <a:xfrm>
                <a:off x="405499" y="2662561"/>
                <a:ext cx="2658484" cy="1623126"/>
              </a:xfrm>
              <a:custGeom>
                <a:rect b="b" l="l" r="r" t="t"/>
                <a:pathLst>
                  <a:path extrusionOk="0" h="4678" w="7662">
                    <a:moveTo>
                      <a:pt x="7060" y="0"/>
                    </a:moveTo>
                    <a:cubicBezTo>
                      <a:pt x="7014" y="0"/>
                      <a:pt x="6956" y="20"/>
                      <a:pt x="6876" y="51"/>
                    </a:cubicBezTo>
                    <a:cubicBezTo>
                      <a:pt x="6692" y="122"/>
                      <a:pt x="6541" y="193"/>
                      <a:pt x="6341" y="240"/>
                    </a:cubicBezTo>
                    <a:cubicBezTo>
                      <a:pt x="5840" y="346"/>
                      <a:pt x="5335" y="465"/>
                      <a:pt x="4838" y="591"/>
                    </a:cubicBezTo>
                    <a:cubicBezTo>
                      <a:pt x="4093" y="781"/>
                      <a:pt x="3344" y="985"/>
                      <a:pt x="2575" y="1052"/>
                    </a:cubicBezTo>
                    <a:cubicBezTo>
                      <a:pt x="2463" y="1062"/>
                      <a:pt x="2353" y="1066"/>
                      <a:pt x="2245" y="1066"/>
                    </a:cubicBezTo>
                    <a:cubicBezTo>
                      <a:pt x="1587" y="1066"/>
                      <a:pt x="988" y="904"/>
                      <a:pt x="332" y="748"/>
                    </a:cubicBezTo>
                    <a:cubicBezTo>
                      <a:pt x="197" y="1202"/>
                      <a:pt x="86" y="1664"/>
                      <a:pt x="0" y="2129"/>
                    </a:cubicBezTo>
                    <a:cubicBezTo>
                      <a:pt x="32" y="2125"/>
                      <a:pt x="64" y="2123"/>
                      <a:pt x="95" y="2123"/>
                    </a:cubicBezTo>
                    <a:cubicBezTo>
                      <a:pt x="312" y="2123"/>
                      <a:pt x="507" y="2215"/>
                      <a:pt x="714" y="2290"/>
                    </a:cubicBezTo>
                    <a:cubicBezTo>
                      <a:pt x="1160" y="2452"/>
                      <a:pt x="1629" y="2563"/>
                      <a:pt x="2097" y="2617"/>
                    </a:cubicBezTo>
                    <a:cubicBezTo>
                      <a:pt x="3036" y="2724"/>
                      <a:pt x="3966" y="2653"/>
                      <a:pt x="4905" y="2748"/>
                    </a:cubicBezTo>
                    <a:cubicBezTo>
                      <a:pt x="5068" y="2766"/>
                      <a:pt x="5232" y="2786"/>
                      <a:pt x="5394" y="2786"/>
                    </a:cubicBezTo>
                    <a:cubicBezTo>
                      <a:pt x="5484" y="2786"/>
                      <a:pt x="5574" y="2780"/>
                      <a:pt x="5662" y="2763"/>
                    </a:cubicBezTo>
                    <a:lnTo>
                      <a:pt x="5662" y="2763"/>
                    </a:lnTo>
                    <a:cubicBezTo>
                      <a:pt x="5655" y="3107"/>
                      <a:pt x="5722" y="3438"/>
                      <a:pt x="5737" y="3769"/>
                    </a:cubicBezTo>
                    <a:cubicBezTo>
                      <a:pt x="5749" y="4057"/>
                      <a:pt x="5619" y="4337"/>
                      <a:pt x="5631" y="4628"/>
                    </a:cubicBezTo>
                    <a:cubicBezTo>
                      <a:pt x="5635" y="4661"/>
                      <a:pt x="6372" y="4661"/>
                      <a:pt x="6423" y="4661"/>
                    </a:cubicBezTo>
                    <a:cubicBezTo>
                      <a:pt x="6517" y="4662"/>
                      <a:pt x="6666" y="4677"/>
                      <a:pt x="6817" y="4677"/>
                    </a:cubicBezTo>
                    <a:cubicBezTo>
                      <a:pt x="7056" y="4677"/>
                      <a:pt x="7301" y="4640"/>
                      <a:pt x="7342" y="4451"/>
                    </a:cubicBezTo>
                    <a:cubicBezTo>
                      <a:pt x="7362" y="4368"/>
                      <a:pt x="7358" y="4286"/>
                      <a:pt x="7373" y="4203"/>
                    </a:cubicBezTo>
                    <a:cubicBezTo>
                      <a:pt x="7402" y="4093"/>
                      <a:pt x="7460" y="3993"/>
                      <a:pt x="7484" y="3884"/>
                    </a:cubicBezTo>
                    <a:cubicBezTo>
                      <a:pt x="7531" y="3620"/>
                      <a:pt x="7326" y="3351"/>
                      <a:pt x="7386" y="3091"/>
                    </a:cubicBezTo>
                    <a:cubicBezTo>
                      <a:pt x="7405" y="2996"/>
                      <a:pt x="7460" y="2914"/>
                      <a:pt x="7496" y="2823"/>
                    </a:cubicBezTo>
                    <a:cubicBezTo>
                      <a:pt x="7662" y="2405"/>
                      <a:pt x="7370" y="2066"/>
                      <a:pt x="7322" y="1667"/>
                    </a:cubicBezTo>
                    <a:cubicBezTo>
                      <a:pt x="7302" y="1486"/>
                      <a:pt x="7366" y="1309"/>
                      <a:pt x="7389" y="1127"/>
                    </a:cubicBezTo>
                    <a:cubicBezTo>
                      <a:pt x="7425" y="903"/>
                      <a:pt x="7402" y="670"/>
                      <a:pt x="7331" y="457"/>
                    </a:cubicBezTo>
                    <a:cubicBezTo>
                      <a:pt x="7295" y="355"/>
                      <a:pt x="7228" y="260"/>
                      <a:pt x="7200" y="157"/>
                    </a:cubicBezTo>
                    <a:cubicBezTo>
                      <a:pt x="7165" y="43"/>
                      <a:pt x="7126" y="0"/>
                      <a:pt x="7060" y="0"/>
                    </a:cubicBez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1" name="Google Shape;2461;p53"/>
              <p:cNvSpPr/>
              <p:nvPr/>
            </p:nvSpPr>
            <p:spPr>
              <a:xfrm>
                <a:off x="397171" y="2654234"/>
                <a:ext cx="2634196" cy="1639086"/>
              </a:xfrm>
              <a:custGeom>
                <a:rect b="b" l="l" r="r" t="t"/>
                <a:pathLst>
                  <a:path extrusionOk="0" h="4724" w="7592">
                    <a:moveTo>
                      <a:pt x="7082" y="48"/>
                    </a:moveTo>
                    <a:cubicBezTo>
                      <a:pt x="7098" y="48"/>
                      <a:pt x="7110" y="48"/>
                      <a:pt x="7122" y="51"/>
                    </a:cubicBezTo>
                    <a:cubicBezTo>
                      <a:pt x="7137" y="59"/>
                      <a:pt x="7149" y="71"/>
                      <a:pt x="7165" y="95"/>
                    </a:cubicBezTo>
                    <a:cubicBezTo>
                      <a:pt x="7177" y="114"/>
                      <a:pt x="7189" y="146"/>
                      <a:pt x="7204" y="189"/>
                    </a:cubicBezTo>
                    <a:cubicBezTo>
                      <a:pt x="7220" y="241"/>
                      <a:pt x="7244" y="292"/>
                      <a:pt x="7268" y="339"/>
                    </a:cubicBezTo>
                    <a:cubicBezTo>
                      <a:pt x="7291" y="390"/>
                      <a:pt x="7315" y="437"/>
                      <a:pt x="7331" y="485"/>
                    </a:cubicBezTo>
                    <a:cubicBezTo>
                      <a:pt x="7382" y="634"/>
                      <a:pt x="7410" y="788"/>
                      <a:pt x="7410" y="947"/>
                    </a:cubicBezTo>
                    <a:cubicBezTo>
                      <a:pt x="7410" y="1013"/>
                      <a:pt x="7402" y="1080"/>
                      <a:pt x="7394" y="1151"/>
                    </a:cubicBezTo>
                    <a:cubicBezTo>
                      <a:pt x="7370" y="1301"/>
                      <a:pt x="7323" y="1455"/>
                      <a:pt x="7323" y="1613"/>
                    </a:cubicBezTo>
                    <a:cubicBezTo>
                      <a:pt x="7323" y="1640"/>
                      <a:pt x="7323" y="1668"/>
                      <a:pt x="7326" y="1691"/>
                    </a:cubicBezTo>
                    <a:cubicBezTo>
                      <a:pt x="7346" y="1853"/>
                      <a:pt x="7402" y="1999"/>
                      <a:pt x="7453" y="2145"/>
                    </a:cubicBezTo>
                    <a:cubicBezTo>
                      <a:pt x="7504" y="2290"/>
                      <a:pt x="7548" y="2432"/>
                      <a:pt x="7548" y="2583"/>
                    </a:cubicBezTo>
                    <a:cubicBezTo>
                      <a:pt x="7548" y="2665"/>
                      <a:pt x="7532" y="2752"/>
                      <a:pt x="7497" y="2839"/>
                    </a:cubicBezTo>
                    <a:cubicBezTo>
                      <a:pt x="7481" y="2882"/>
                      <a:pt x="7461" y="2925"/>
                      <a:pt x="7437" y="2969"/>
                    </a:cubicBezTo>
                    <a:cubicBezTo>
                      <a:pt x="7417" y="3012"/>
                      <a:pt x="7397" y="3060"/>
                      <a:pt x="7390" y="3107"/>
                    </a:cubicBezTo>
                    <a:cubicBezTo>
                      <a:pt x="7382" y="3142"/>
                      <a:pt x="7378" y="3178"/>
                      <a:pt x="7378" y="3213"/>
                    </a:cubicBezTo>
                    <a:cubicBezTo>
                      <a:pt x="7378" y="3320"/>
                      <a:pt x="7406" y="3422"/>
                      <a:pt x="7437" y="3525"/>
                    </a:cubicBezTo>
                    <a:cubicBezTo>
                      <a:pt x="7464" y="3628"/>
                      <a:pt x="7492" y="3726"/>
                      <a:pt x="7492" y="3824"/>
                    </a:cubicBezTo>
                    <a:cubicBezTo>
                      <a:pt x="7492" y="3848"/>
                      <a:pt x="7488" y="3875"/>
                      <a:pt x="7484" y="3904"/>
                    </a:cubicBezTo>
                    <a:cubicBezTo>
                      <a:pt x="7477" y="3955"/>
                      <a:pt x="7457" y="4006"/>
                      <a:pt x="7433" y="4061"/>
                    </a:cubicBezTo>
                    <a:cubicBezTo>
                      <a:pt x="7413" y="4112"/>
                      <a:pt x="7390" y="4164"/>
                      <a:pt x="7378" y="4223"/>
                    </a:cubicBezTo>
                    <a:cubicBezTo>
                      <a:pt x="7359" y="4306"/>
                      <a:pt x="7362" y="4392"/>
                      <a:pt x="7346" y="4472"/>
                    </a:cubicBezTo>
                    <a:cubicBezTo>
                      <a:pt x="7335" y="4510"/>
                      <a:pt x="7315" y="4546"/>
                      <a:pt x="7284" y="4574"/>
                    </a:cubicBezTo>
                    <a:cubicBezTo>
                      <a:pt x="7240" y="4614"/>
                      <a:pt x="7173" y="4641"/>
                      <a:pt x="7098" y="4656"/>
                    </a:cubicBezTo>
                    <a:cubicBezTo>
                      <a:pt x="7019" y="4672"/>
                      <a:pt x="6929" y="4680"/>
                      <a:pt x="6842" y="4680"/>
                    </a:cubicBezTo>
                    <a:cubicBezTo>
                      <a:pt x="6692" y="4680"/>
                      <a:pt x="6542" y="4665"/>
                      <a:pt x="6447" y="4665"/>
                    </a:cubicBezTo>
                    <a:cubicBezTo>
                      <a:pt x="6424" y="4665"/>
                      <a:pt x="6227" y="4665"/>
                      <a:pt x="6034" y="4661"/>
                    </a:cubicBezTo>
                    <a:cubicBezTo>
                      <a:pt x="5939" y="4656"/>
                      <a:pt x="5844" y="4652"/>
                      <a:pt x="5773" y="4649"/>
                    </a:cubicBezTo>
                    <a:cubicBezTo>
                      <a:pt x="5741" y="4649"/>
                      <a:pt x="5710" y="4645"/>
                      <a:pt x="5690" y="4641"/>
                    </a:cubicBezTo>
                    <a:cubicBezTo>
                      <a:pt x="5686" y="4641"/>
                      <a:pt x="5682" y="4641"/>
                      <a:pt x="5679" y="4641"/>
                    </a:cubicBezTo>
                    <a:lnTo>
                      <a:pt x="5679" y="4641"/>
                    </a:lnTo>
                    <a:lnTo>
                      <a:pt x="5679" y="4614"/>
                    </a:lnTo>
                    <a:cubicBezTo>
                      <a:pt x="5679" y="4483"/>
                      <a:pt x="5702" y="4357"/>
                      <a:pt x="5730" y="4227"/>
                    </a:cubicBezTo>
                    <a:cubicBezTo>
                      <a:pt x="5757" y="4097"/>
                      <a:pt x="5785" y="3966"/>
                      <a:pt x="5785" y="3833"/>
                    </a:cubicBezTo>
                    <a:lnTo>
                      <a:pt x="5785" y="3793"/>
                    </a:lnTo>
                    <a:cubicBezTo>
                      <a:pt x="5770" y="3478"/>
                      <a:pt x="5710" y="3170"/>
                      <a:pt x="5710" y="2854"/>
                    </a:cubicBezTo>
                    <a:lnTo>
                      <a:pt x="5710" y="2792"/>
                    </a:lnTo>
                    <a:cubicBezTo>
                      <a:pt x="5710" y="2783"/>
                      <a:pt x="5706" y="2776"/>
                      <a:pt x="5702" y="2772"/>
                    </a:cubicBezTo>
                    <a:cubicBezTo>
                      <a:pt x="5699" y="2768"/>
                      <a:pt x="5690" y="2768"/>
                      <a:pt x="5683" y="2768"/>
                    </a:cubicBezTo>
                    <a:cubicBezTo>
                      <a:pt x="5599" y="2783"/>
                      <a:pt x="5513" y="2787"/>
                      <a:pt x="5422" y="2787"/>
                    </a:cubicBezTo>
                    <a:cubicBezTo>
                      <a:pt x="5260" y="2787"/>
                      <a:pt x="5095" y="2768"/>
                      <a:pt x="4933" y="2752"/>
                    </a:cubicBezTo>
                    <a:cubicBezTo>
                      <a:pt x="3987" y="2654"/>
                      <a:pt x="3060" y="2725"/>
                      <a:pt x="2126" y="2618"/>
                    </a:cubicBezTo>
                    <a:cubicBezTo>
                      <a:pt x="1657" y="2567"/>
                      <a:pt x="1191" y="2456"/>
                      <a:pt x="745" y="2295"/>
                    </a:cubicBezTo>
                    <a:cubicBezTo>
                      <a:pt x="643" y="2255"/>
                      <a:pt x="541" y="2212"/>
                      <a:pt x="438" y="2181"/>
                    </a:cubicBezTo>
                    <a:cubicBezTo>
                      <a:pt x="336" y="2148"/>
                      <a:pt x="229" y="2125"/>
                      <a:pt x="119" y="2125"/>
                    </a:cubicBezTo>
                    <a:cubicBezTo>
                      <a:pt x="96" y="2125"/>
                      <a:pt x="72" y="2127"/>
                      <a:pt x="49" y="2130"/>
                    </a:cubicBezTo>
                    <a:lnTo>
                      <a:pt x="49" y="2130"/>
                    </a:lnTo>
                    <a:cubicBezTo>
                      <a:pt x="134" y="1679"/>
                      <a:pt x="245" y="1236"/>
                      <a:pt x="371" y="797"/>
                    </a:cubicBezTo>
                    <a:lnTo>
                      <a:pt x="371" y="797"/>
                    </a:lnTo>
                    <a:cubicBezTo>
                      <a:pt x="1017" y="953"/>
                      <a:pt x="1612" y="1112"/>
                      <a:pt x="2263" y="1112"/>
                    </a:cubicBezTo>
                    <a:cubicBezTo>
                      <a:pt x="2374" y="1112"/>
                      <a:pt x="2489" y="1107"/>
                      <a:pt x="2599" y="1096"/>
                    </a:cubicBezTo>
                    <a:cubicBezTo>
                      <a:pt x="3372" y="1033"/>
                      <a:pt x="4121" y="824"/>
                      <a:pt x="4866" y="639"/>
                    </a:cubicBezTo>
                    <a:cubicBezTo>
                      <a:pt x="5367" y="512"/>
                      <a:pt x="5868" y="394"/>
                      <a:pt x="6369" y="284"/>
                    </a:cubicBezTo>
                    <a:cubicBezTo>
                      <a:pt x="6574" y="241"/>
                      <a:pt x="6724" y="166"/>
                      <a:pt x="6909" y="95"/>
                    </a:cubicBezTo>
                    <a:cubicBezTo>
                      <a:pt x="6948" y="79"/>
                      <a:pt x="6980" y="66"/>
                      <a:pt x="7011" y="59"/>
                    </a:cubicBezTo>
                    <a:cubicBezTo>
                      <a:pt x="7039" y="51"/>
                      <a:pt x="7062" y="48"/>
                      <a:pt x="7082" y="48"/>
                    </a:cubicBezTo>
                    <a:close/>
                    <a:moveTo>
                      <a:pt x="7082" y="0"/>
                    </a:moveTo>
                    <a:cubicBezTo>
                      <a:pt x="7059" y="0"/>
                      <a:pt x="7031" y="8"/>
                      <a:pt x="7000" y="15"/>
                    </a:cubicBezTo>
                    <a:cubicBezTo>
                      <a:pt x="6968" y="28"/>
                      <a:pt x="6933" y="39"/>
                      <a:pt x="6893" y="55"/>
                    </a:cubicBezTo>
                    <a:cubicBezTo>
                      <a:pt x="6707" y="126"/>
                      <a:pt x="6562" y="197"/>
                      <a:pt x="6361" y="241"/>
                    </a:cubicBezTo>
                    <a:cubicBezTo>
                      <a:pt x="5856" y="350"/>
                      <a:pt x="5355" y="469"/>
                      <a:pt x="4854" y="595"/>
                    </a:cubicBezTo>
                    <a:cubicBezTo>
                      <a:pt x="4109" y="785"/>
                      <a:pt x="3364" y="989"/>
                      <a:pt x="2599" y="1053"/>
                    </a:cubicBezTo>
                    <a:cubicBezTo>
                      <a:pt x="2485" y="1065"/>
                      <a:pt x="2374" y="1069"/>
                      <a:pt x="2263" y="1069"/>
                    </a:cubicBezTo>
                    <a:cubicBezTo>
                      <a:pt x="1609" y="1069"/>
                      <a:pt x="1014" y="907"/>
                      <a:pt x="359" y="753"/>
                    </a:cubicBezTo>
                    <a:cubicBezTo>
                      <a:pt x="358" y="752"/>
                      <a:pt x="357" y="752"/>
                      <a:pt x="355" y="752"/>
                    </a:cubicBezTo>
                    <a:cubicBezTo>
                      <a:pt x="348" y="752"/>
                      <a:pt x="339" y="759"/>
                      <a:pt x="336" y="769"/>
                    </a:cubicBezTo>
                    <a:cubicBezTo>
                      <a:pt x="201" y="1222"/>
                      <a:pt x="92" y="1684"/>
                      <a:pt x="1" y="2148"/>
                    </a:cubicBezTo>
                    <a:cubicBezTo>
                      <a:pt x="1" y="2157"/>
                      <a:pt x="4" y="2164"/>
                      <a:pt x="8" y="2168"/>
                    </a:cubicBezTo>
                    <a:cubicBezTo>
                      <a:pt x="12" y="2172"/>
                      <a:pt x="21" y="2177"/>
                      <a:pt x="24" y="2177"/>
                    </a:cubicBezTo>
                    <a:cubicBezTo>
                      <a:pt x="56" y="2172"/>
                      <a:pt x="87" y="2168"/>
                      <a:pt x="119" y="2168"/>
                    </a:cubicBezTo>
                    <a:cubicBezTo>
                      <a:pt x="225" y="2168"/>
                      <a:pt x="323" y="2192"/>
                      <a:pt x="427" y="2224"/>
                    </a:cubicBezTo>
                    <a:cubicBezTo>
                      <a:pt x="525" y="2255"/>
                      <a:pt x="627" y="2295"/>
                      <a:pt x="730" y="2334"/>
                    </a:cubicBezTo>
                    <a:cubicBezTo>
                      <a:pt x="1180" y="2496"/>
                      <a:pt x="1644" y="2606"/>
                      <a:pt x="2121" y="2661"/>
                    </a:cubicBezTo>
                    <a:cubicBezTo>
                      <a:pt x="3060" y="2768"/>
                      <a:pt x="3990" y="2701"/>
                      <a:pt x="4925" y="2796"/>
                    </a:cubicBezTo>
                    <a:cubicBezTo>
                      <a:pt x="5091" y="2811"/>
                      <a:pt x="5257" y="2831"/>
                      <a:pt x="5422" y="2831"/>
                    </a:cubicBezTo>
                    <a:cubicBezTo>
                      <a:pt x="5505" y="2831"/>
                      <a:pt x="5587" y="2828"/>
                      <a:pt x="5666" y="2815"/>
                    </a:cubicBezTo>
                    <a:lnTo>
                      <a:pt x="5666" y="2815"/>
                    </a:lnTo>
                    <a:lnTo>
                      <a:pt x="5666" y="2854"/>
                    </a:lnTo>
                    <a:cubicBezTo>
                      <a:pt x="5666" y="3174"/>
                      <a:pt x="5726" y="3486"/>
                      <a:pt x="5741" y="3793"/>
                    </a:cubicBezTo>
                    <a:lnTo>
                      <a:pt x="5741" y="3833"/>
                    </a:lnTo>
                    <a:cubicBezTo>
                      <a:pt x="5741" y="3959"/>
                      <a:pt x="5714" y="4088"/>
                      <a:pt x="5686" y="4219"/>
                    </a:cubicBezTo>
                    <a:cubicBezTo>
                      <a:pt x="5663" y="4345"/>
                      <a:pt x="5635" y="4479"/>
                      <a:pt x="5635" y="4614"/>
                    </a:cubicBezTo>
                    <a:lnTo>
                      <a:pt x="5635" y="4656"/>
                    </a:lnTo>
                    <a:cubicBezTo>
                      <a:pt x="5635" y="4661"/>
                      <a:pt x="5639" y="4665"/>
                      <a:pt x="5639" y="4669"/>
                    </a:cubicBezTo>
                    <a:cubicBezTo>
                      <a:pt x="5643" y="4672"/>
                      <a:pt x="5643" y="4672"/>
                      <a:pt x="5647" y="4676"/>
                    </a:cubicBezTo>
                    <a:cubicBezTo>
                      <a:pt x="5651" y="4676"/>
                      <a:pt x="5655" y="4680"/>
                      <a:pt x="5659" y="4680"/>
                    </a:cubicBezTo>
                    <a:cubicBezTo>
                      <a:pt x="5666" y="4680"/>
                      <a:pt x="5675" y="4685"/>
                      <a:pt x="5683" y="4685"/>
                    </a:cubicBezTo>
                    <a:cubicBezTo>
                      <a:pt x="5718" y="4692"/>
                      <a:pt x="5781" y="4696"/>
                      <a:pt x="5856" y="4696"/>
                    </a:cubicBezTo>
                    <a:cubicBezTo>
                      <a:pt x="6081" y="4708"/>
                      <a:pt x="6412" y="4708"/>
                      <a:pt x="6447" y="4708"/>
                    </a:cubicBezTo>
                    <a:cubicBezTo>
                      <a:pt x="6538" y="4708"/>
                      <a:pt x="6688" y="4723"/>
                      <a:pt x="6842" y="4723"/>
                    </a:cubicBezTo>
                    <a:cubicBezTo>
                      <a:pt x="6960" y="4723"/>
                      <a:pt x="7086" y="4712"/>
                      <a:pt x="7184" y="4680"/>
                    </a:cubicBezTo>
                    <a:cubicBezTo>
                      <a:pt x="7236" y="4661"/>
                      <a:pt x="7279" y="4637"/>
                      <a:pt x="7315" y="4605"/>
                    </a:cubicBezTo>
                    <a:cubicBezTo>
                      <a:pt x="7350" y="4574"/>
                      <a:pt x="7378" y="4530"/>
                      <a:pt x="7386" y="4479"/>
                    </a:cubicBezTo>
                    <a:cubicBezTo>
                      <a:pt x="7406" y="4392"/>
                      <a:pt x="7402" y="4310"/>
                      <a:pt x="7421" y="4230"/>
                    </a:cubicBezTo>
                    <a:cubicBezTo>
                      <a:pt x="7433" y="4179"/>
                      <a:pt x="7453" y="4128"/>
                      <a:pt x="7477" y="4077"/>
                    </a:cubicBezTo>
                    <a:cubicBezTo>
                      <a:pt x="7497" y="4026"/>
                      <a:pt x="7516" y="3970"/>
                      <a:pt x="7528" y="3911"/>
                    </a:cubicBezTo>
                    <a:cubicBezTo>
                      <a:pt x="7532" y="3884"/>
                      <a:pt x="7535" y="3852"/>
                      <a:pt x="7535" y="3824"/>
                    </a:cubicBezTo>
                    <a:cubicBezTo>
                      <a:pt x="7535" y="3718"/>
                      <a:pt x="7504" y="3615"/>
                      <a:pt x="7477" y="3513"/>
                    </a:cubicBezTo>
                    <a:cubicBezTo>
                      <a:pt x="7449" y="3411"/>
                      <a:pt x="7421" y="3312"/>
                      <a:pt x="7421" y="3213"/>
                    </a:cubicBezTo>
                    <a:cubicBezTo>
                      <a:pt x="7421" y="3182"/>
                      <a:pt x="7426" y="3151"/>
                      <a:pt x="7429" y="3118"/>
                    </a:cubicBezTo>
                    <a:cubicBezTo>
                      <a:pt x="7441" y="3076"/>
                      <a:pt x="7457" y="3032"/>
                      <a:pt x="7477" y="2989"/>
                    </a:cubicBezTo>
                    <a:cubicBezTo>
                      <a:pt x="7497" y="2945"/>
                      <a:pt x="7520" y="2902"/>
                      <a:pt x="7539" y="2858"/>
                    </a:cubicBezTo>
                    <a:cubicBezTo>
                      <a:pt x="7575" y="2764"/>
                      <a:pt x="7591" y="2669"/>
                      <a:pt x="7591" y="2583"/>
                    </a:cubicBezTo>
                    <a:cubicBezTo>
                      <a:pt x="7591" y="2425"/>
                      <a:pt x="7544" y="2279"/>
                      <a:pt x="7492" y="2133"/>
                    </a:cubicBezTo>
                    <a:cubicBezTo>
                      <a:pt x="7441" y="1988"/>
                      <a:pt x="7386" y="1841"/>
                      <a:pt x="7370" y="1688"/>
                    </a:cubicBezTo>
                    <a:cubicBezTo>
                      <a:pt x="7366" y="1664"/>
                      <a:pt x="7366" y="1640"/>
                      <a:pt x="7366" y="1613"/>
                    </a:cubicBezTo>
                    <a:cubicBezTo>
                      <a:pt x="7366" y="1462"/>
                      <a:pt x="7413" y="1313"/>
                      <a:pt x="7437" y="1155"/>
                    </a:cubicBezTo>
                    <a:cubicBezTo>
                      <a:pt x="7445" y="1088"/>
                      <a:pt x="7453" y="1018"/>
                      <a:pt x="7453" y="947"/>
                    </a:cubicBezTo>
                    <a:cubicBezTo>
                      <a:pt x="7453" y="785"/>
                      <a:pt x="7426" y="623"/>
                      <a:pt x="7374" y="473"/>
                    </a:cubicBezTo>
                    <a:cubicBezTo>
                      <a:pt x="7355" y="418"/>
                      <a:pt x="7331" y="370"/>
                      <a:pt x="7307" y="323"/>
                    </a:cubicBezTo>
                    <a:cubicBezTo>
                      <a:pt x="7284" y="272"/>
                      <a:pt x="7260" y="224"/>
                      <a:pt x="7244" y="177"/>
                    </a:cubicBezTo>
                    <a:cubicBezTo>
                      <a:pt x="7228" y="118"/>
                      <a:pt x="7208" y="75"/>
                      <a:pt x="7181" y="43"/>
                    </a:cubicBezTo>
                    <a:cubicBezTo>
                      <a:pt x="7169" y="31"/>
                      <a:pt x="7153" y="19"/>
                      <a:pt x="7137" y="12"/>
                    </a:cubicBezTo>
                    <a:cubicBezTo>
                      <a:pt x="7122" y="4"/>
                      <a:pt x="7102" y="0"/>
                      <a:pt x="708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2" name="Google Shape;2462;p53"/>
              <p:cNvSpPr/>
              <p:nvPr/>
            </p:nvSpPr>
            <p:spPr>
              <a:xfrm>
                <a:off x="3080262" y="2596290"/>
                <a:ext cx="2587355" cy="1720971"/>
              </a:xfrm>
              <a:custGeom>
                <a:rect b="b" l="l" r="r" t="t"/>
                <a:pathLst>
                  <a:path extrusionOk="0" h="4960" w="7457">
                    <a:moveTo>
                      <a:pt x="1707" y="1"/>
                    </a:moveTo>
                    <a:cubicBezTo>
                      <a:pt x="1327" y="1"/>
                      <a:pt x="947" y="18"/>
                      <a:pt x="568" y="49"/>
                    </a:cubicBezTo>
                    <a:cubicBezTo>
                      <a:pt x="402" y="60"/>
                      <a:pt x="201" y="1314"/>
                      <a:pt x="157" y="1476"/>
                    </a:cubicBezTo>
                    <a:cubicBezTo>
                      <a:pt x="31" y="1953"/>
                      <a:pt x="256" y="2379"/>
                      <a:pt x="201" y="2856"/>
                    </a:cubicBezTo>
                    <a:cubicBezTo>
                      <a:pt x="170" y="3163"/>
                      <a:pt x="0" y="3456"/>
                      <a:pt x="55" y="3759"/>
                    </a:cubicBezTo>
                    <a:cubicBezTo>
                      <a:pt x="90" y="3964"/>
                      <a:pt x="237" y="4149"/>
                      <a:pt x="237" y="4359"/>
                    </a:cubicBezTo>
                    <a:cubicBezTo>
                      <a:pt x="237" y="4508"/>
                      <a:pt x="177" y="4690"/>
                      <a:pt x="292" y="4784"/>
                    </a:cubicBezTo>
                    <a:cubicBezTo>
                      <a:pt x="343" y="4828"/>
                      <a:pt x="414" y="4836"/>
                      <a:pt x="481" y="4843"/>
                    </a:cubicBezTo>
                    <a:cubicBezTo>
                      <a:pt x="796" y="4871"/>
                      <a:pt x="1256" y="4960"/>
                      <a:pt x="1648" y="4960"/>
                    </a:cubicBezTo>
                    <a:cubicBezTo>
                      <a:pt x="1807" y="4960"/>
                      <a:pt x="1955" y="4945"/>
                      <a:pt x="2077" y="4907"/>
                    </a:cubicBezTo>
                    <a:cubicBezTo>
                      <a:pt x="2547" y="4761"/>
                      <a:pt x="2796" y="4011"/>
                      <a:pt x="3029" y="3625"/>
                    </a:cubicBezTo>
                    <a:cubicBezTo>
                      <a:pt x="3237" y="3266"/>
                      <a:pt x="3533" y="2844"/>
                      <a:pt x="3928" y="2670"/>
                    </a:cubicBezTo>
                    <a:cubicBezTo>
                      <a:pt x="4074" y="2607"/>
                      <a:pt x="4234" y="2586"/>
                      <a:pt x="4400" y="2586"/>
                    </a:cubicBezTo>
                    <a:cubicBezTo>
                      <a:pt x="4721" y="2586"/>
                      <a:pt x="5065" y="2664"/>
                      <a:pt x="5376" y="2664"/>
                    </a:cubicBezTo>
                    <a:cubicBezTo>
                      <a:pt x="5395" y="2664"/>
                      <a:pt x="5414" y="2663"/>
                      <a:pt x="5433" y="2663"/>
                    </a:cubicBezTo>
                    <a:cubicBezTo>
                      <a:pt x="5930" y="2643"/>
                      <a:pt x="6435" y="2541"/>
                      <a:pt x="6873" y="2300"/>
                    </a:cubicBezTo>
                    <a:cubicBezTo>
                      <a:pt x="7031" y="2213"/>
                      <a:pt x="7180" y="2111"/>
                      <a:pt x="7291" y="1969"/>
                    </a:cubicBezTo>
                    <a:cubicBezTo>
                      <a:pt x="7397" y="1827"/>
                      <a:pt x="7457" y="1638"/>
                      <a:pt x="7421" y="1464"/>
                    </a:cubicBezTo>
                    <a:cubicBezTo>
                      <a:pt x="7373" y="1255"/>
                      <a:pt x="7200" y="1094"/>
                      <a:pt x="7003" y="1007"/>
                    </a:cubicBezTo>
                    <a:cubicBezTo>
                      <a:pt x="6916" y="967"/>
                      <a:pt x="6822" y="939"/>
                      <a:pt x="6727" y="920"/>
                    </a:cubicBezTo>
                    <a:cubicBezTo>
                      <a:pt x="6612" y="896"/>
                      <a:pt x="6498" y="881"/>
                      <a:pt x="6380" y="861"/>
                    </a:cubicBezTo>
                    <a:cubicBezTo>
                      <a:pt x="5410" y="715"/>
                      <a:pt x="4550" y="301"/>
                      <a:pt x="3584" y="147"/>
                    </a:cubicBezTo>
                    <a:cubicBezTo>
                      <a:pt x="2963" y="46"/>
                      <a:pt x="2335" y="1"/>
                      <a:pt x="1707" y="1"/>
                    </a:cubicBez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3" name="Google Shape;2463;p53"/>
              <p:cNvSpPr/>
              <p:nvPr/>
            </p:nvSpPr>
            <p:spPr>
              <a:xfrm>
                <a:off x="3086854" y="2588310"/>
                <a:ext cx="2579375" cy="1736585"/>
              </a:xfrm>
              <a:custGeom>
                <a:rect b="b" l="l" r="r" t="t"/>
                <a:pathLst>
                  <a:path extrusionOk="0" h="5005" w="7434">
                    <a:moveTo>
                      <a:pt x="1696" y="44"/>
                    </a:moveTo>
                    <a:cubicBezTo>
                      <a:pt x="2319" y="44"/>
                      <a:pt x="2946" y="91"/>
                      <a:pt x="3561" y="190"/>
                    </a:cubicBezTo>
                    <a:cubicBezTo>
                      <a:pt x="4524" y="343"/>
                      <a:pt x="5383" y="758"/>
                      <a:pt x="6357" y="908"/>
                    </a:cubicBezTo>
                    <a:cubicBezTo>
                      <a:pt x="6475" y="924"/>
                      <a:pt x="6590" y="939"/>
                      <a:pt x="6704" y="966"/>
                    </a:cubicBezTo>
                    <a:cubicBezTo>
                      <a:pt x="6799" y="986"/>
                      <a:pt x="6890" y="1010"/>
                      <a:pt x="6976" y="1049"/>
                    </a:cubicBezTo>
                    <a:cubicBezTo>
                      <a:pt x="7070" y="1093"/>
                      <a:pt x="7161" y="1152"/>
                      <a:pt x="7232" y="1226"/>
                    </a:cubicBezTo>
                    <a:cubicBezTo>
                      <a:pt x="7307" y="1302"/>
                      <a:pt x="7358" y="1392"/>
                      <a:pt x="7378" y="1491"/>
                    </a:cubicBezTo>
                    <a:cubicBezTo>
                      <a:pt x="7386" y="1526"/>
                      <a:pt x="7390" y="1558"/>
                      <a:pt x="7390" y="1594"/>
                    </a:cubicBezTo>
                    <a:cubicBezTo>
                      <a:pt x="7390" y="1728"/>
                      <a:pt x="7334" y="1865"/>
                      <a:pt x="7252" y="1976"/>
                    </a:cubicBezTo>
                    <a:cubicBezTo>
                      <a:pt x="7150" y="2118"/>
                      <a:pt x="6999" y="2220"/>
                      <a:pt x="6846" y="2303"/>
                    </a:cubicBezTo>
                    <a:cubicBezTo>
                      <a:pt x="6408" y="2540"/>
                      <a:pt x="5911" y="2642"/>
                      <a:pt x="5410" y="2662"/>
                    </a:cubicBezTo>
                    <a:lnTo>
                      <a:pt x="5352" y="2662"/>
                    </a:lnTo>
                    <a:cubicBezTo>
                      <a:pt x="5198" y="2662"/>
                      <a:pt x="5036" y="2646"/>
                      <a:pt x="4870" y="2627"/>
                    </a:cubicBezTo>
                    <a:cubicBezTo>
                      <a:pt x="4708" y="2607"/>
                      <a:pt x="4543" y="2587"/>
                      <a:pt x="4382" y="2587"/>
                    </a:cubicBezTo>
                    <a:cubicBezTo>
                      <a:pt x="4211" y="2587"/>
                      <a:pt x="4051" y="2607"/>
                      <a:pt x="3900" y="2674"/>
                    </a:cubicBezTo>
                    <a:cubicBezTo>
                      <a:pt x="3699" y="2760"/>
                      <a:pt x="3522" y="2915"/>
                      <a:pt x="3372" y="3088"/>
                    </a:cubicBezTo>
                    <a:cubicBezTo>
                      <a:pt x="3222" y="3261"/>
                      <a:pt x="3096" y="3455"/>
                      <a:pt x="2990" y="3636"/>
                    </a:cubicBezTo>
                    <a:cubicBezTo>
                      <a:pt x="2930" y="3734"/>
                      <a:pt x="2871" y="3853"/>
                      <a:pt x="2808" y="3983"/>
                    </a:cubicBezTo>
                    <a:cubicBezTo>
                      <a:pt x="2713" y="4172"/>
                      <a:pt x="2611" y="4378"/>
                      <a:pt x="2489" y="4551"/>
                    </a:cubicBezTo>
                    <a:cubicBezTo>
                      <a:pt x="2426" y="4638"/>
                      <a:pt x="2358" y="4713"/>
                      <a:pt x="2288" y="4775"/>
                    </a:cubicBezTo>
                    <a:cubicBezTo>
                      <a:pt x="2217" y="4839"/>
                      <a:pt x="2138" y="4886"/>
                      <a:pt x="2055" y="4910"/>
                    </a:cubicBezTo>
                    <a:cubicBezTo>
                      <a:pt x="1936" y="4949"/>
                      <a:pt x="1791" y="4961"/>
                      <a:pt x="1637" y="4961"/>
                    </a:cubicBezTo>
                    <a:cubicBezTo>
                      <a:pt x="1440" y="4961"/>
                      <a:pt x="1227" y="4937"/>
                      <a:pt x="1022" y="4913"/>
                    </a:cubicBezTo>
                    <a:cubicBezTo>
                      <a:pt x="817" y="4886"/>
                      <a:pt x="624" y="4859"/>
                      <a:pt x="466" y="4842"/>
                    </a:cubicBezTo>
                    <a:cubicBezTo>
                      <a:pt x="431" y="4842"/>
                      <a:pt x="399" y="4839"/>
                      <a:pt x="367" y="4831"/>
                    </a:cubicBezTo>
                    <a:cubicBezTo>
                      <a:pt x="336" y="4823"/>
                      <a:pt x="308" y="4811"/>
                      <a:pt x="284" y="4791"/>
                    </a:cubicBezTo>
                    <a:cubicBezTo>
                      <a:pt x="260" y="4771"/>
                      <a:pt x="245" y="4748"/>
                      <a:pt x="237" y="4717"/>
                    </a:cubicBezTo>
                    <a:cubicBezTo>
                      <a:pt x="229" y="4689"/>
                      <a:pt x="225" y="4657"/>
                      <a:pt x="225" y="4622"/>
                    </a:cubicBezTo>
                    <a:cubicBezTo>
                      <a:pt x="225" y="4547"/>
                      <a:pt x="237" y="4464"/>
                      <a:pt x="237" y="4385"/>
                    </a:cubicBezTo>
                    <a:lnTo>
                      <a:pt x="237" y="4382"/>
                    </a:lnTo>
                    <a:cubicBezTo>
                      <a:pt x="237" y="4271"/>
                      <a:pt x="202" y="4172"/>
                      <a:pt x="158" y="4074"/>
                    </a:cubicBezTo>
                    <a:cubicBezTo>
                      <a:pt x="118" y="3976"/>
                      <a:pt x="76" y="3876"/>
                      <a:pt x="56" y="3778"/>
                    </a:cubicBezTo>
                    <a:cubicBezTo>
                      <a:pt x="48" y="3739"/>
                      <a:pt x="44" y="3695"/>
                      <a:pt x="44" y="3656"/>
                    </a:cubicBezTo>
                    <a:cubicBezTo>
                      <a:pt x="44" y="3530"/>
                      <a:pt x="76" y="3403"/>
                      <a:pt x="115" y="3277"/>
                    </a:cubicBezTo>
                    <a:cubicBezTo>
                      <a:pt x="151" y="3148"/>
                      <a:pt x="189" y="3017"/>
                      <a:pt x="206" y="2883"/>
                    </a:cubicBezTo>
                    <a:cubicBezTo>
                      <a:pt x="209" y="2831"/>
                      <a:pt x="213" y="2777"/>
                      <a:pt x="213" y="2725"/>
                    </a:cubicBezTo>
                    <a:cubicBezTo>
                      <a:pt x="213" y="2567"/>
                      <a:pt x="189" y="2414"/>
                      <a:pt x="166" y="2264"/>
                    </a:cubicBezTo>
                    <a:cubicBezTo>
                      <a:pt x="142" y="2114"/>
                      <a:pt x="123" y="1965"/>
                      <a:pt x="123" y="1814"/>
                    </a:cubicBezTo>
                    <a:cubicBezTo>
                      <a:pt x="123" y="1712"/>
                      <a:pt x="131" y="1610"/>
                      <a:pt x="158" y="1507"/>
                    </a:cubicBezTo>
                    <a:cubicBezTo>
                      <a:pt x="166" y="1483"/>
                      <a:pt x="174" y="1448"/>
                      <a:pt x="182" y="1397"/>
                    </a:cubicBezTo>
                    <a:cubicBezTo>
                      <a:pt x="218" y="1223"/>
                      <a:pt x="277" y="895"/>
                      <a:pt x="347" y="611"/>
                    </a:cubicBezTo>
                    <a:cubicBezTo>
                      <a:pt x="383" y="469"/>
                      <a:pt x="422" y="336"/>
                      <a:pt x="458" y="241"/>
                    </a:cubicBezTo>
                    <a:cubicBezTo>
                      <a:pt x="478" y="194"/>
                      <a:pt x="493" y="154"/>
                      <a:pt x="513" y="131"/>
                    </a:cubicBezTo>
                    <a:cubicBezTo>
                      <a:pt x="521" y="114"/>
                      <a:pt x="529" y="107"/>
                      <a:pt x="537" y="103"/>
                    </a:cubicBezTo>
                    <a:cubicBezTo>
                      <a:pt x="544" y="96"/>
                      <a:pt x="549" y="96"/>
                      <a:pt x="553" y="96"/>
                    </a:cubicBezTo>
                    <a:cubicBezTo>
                      <a:pt x="931" y="63"/>
                      <a:pt x="1314" y="44"/>
                      <a:pt x="1696" y="44"/>
                    </a:cubicBezTo>
                    <a:close/>
                    <a:moveTo>
                      <a:pt x="1696" y="1"/>
                    </a:moveTo>
                    <a:cubicBezTo>
                      <a:pt x="1314" y="1"/>
                      <a:pt x="931" y="20"/>
                      <a:pt x="549" y="48"/>
                    </a:cubicBezTo>
                    <a:cubicBezTo>
                      <a:pt x="541" y="52"/>
                      <a:pt x="529" y="52"/>
                      <a:pt x="525" y="56"/>
                    </a:cubicBezTo>
                    <a:cubicBezTo>
                      <a:pt x="509" y="63"/>
                      <a:pt x="497" y="76"/>
                      <a:pt x="486" y="91"/>
                    </a:cubicBezTo>
                    <a:cubicBezTo>
                      <a:pt x="466" y="119"/>
                      <a:pt x="446" y="158"/>
                      <a:pt x="422" y="209"/>
                    </a:cubicBezTo>
                    <a:cubicBezTo>
                      <a:pt x="391" y="292"/>
                      <a:pt x="355" y="411"/>
                      <a:pt x="324" y="537"/>
                    </a:cubicBezTo>
                    <a:cubicBezTo>
                      <a:pt x="273" y="726"/>
                      <a:pt x="229" y="943"/>
                      <a:pt x="194" y="1120"/>
                    </a:cubicBezTo>
                    <a:cubicBezTo>
                      <a:pt x="174" y="1211"/>
                      <a:pt x="158" y="1294"/>
                      <a:pt x="147" y="1357"/>
                    </a:cubicBezTo>
                    <a:cubicBezTo>
                      <a:pt x="131" y="1424"/>
                      <a:pt x="123" y="1472"/>
                      <a:pt x="115" y="1495"/>
                    </a:cubicBezTo>
                    <a:cubicBezTo>
                      <a:pt x="87" y="1601"/>
                      <a:pt x="76" y="1708"/>
                      <a:pt x="76" y="1814"/>
                    </a:cubicBezTo>
                    <a:cubicBezTo>
                      <a:pt x="80" y="1968"/>
                      <a:pt x="100" y="2118"/>
                      <a:pt x="123" y="2272"/>
                    </a:cubicBezTo>
                    <a:cubicBezTo>
                      <a:pt x="147" y="2422"/>
                      <a:pt x="171" y="2571"/>
                      <a:pt x="171" y="2725"/>
                    </a:cubicBezTo>
                    <a:cubicBezTo>
                      <a:pt x="171" y="2777"/>
                      <a:pt x="166" y="2828"/>
                      <a:pt x="162" y="2879"/>
                    </a:cubicBezTo>
                    <a:cubicBezTo>
                      <a:pt x="147" y="3006"/>
                      <a:pt x="107" y="3135"/>
                      <a:pt x="71" y="3266"/>
                    </a:cubicBezTo>
                    <a:cubicBezTo>
                      <a:pt x="36" y="3395"/>
                      <a:pt x="0" y="3526"/>
                      <a:pt x="0" y="3656"/>
                    </a:cubicBezTo>
                    <a:cubicBezTo>
                      <a:pt x="0" y="3699"/>
                      <a:pt x="5" y="3743"/>
                      <a:pt x="12" y="3786"/>
                    </a:cubicBezTo>
                    <a:cubicBezTo>
                      <a:pt x="32" y="3892"/>
                      <a:pt x="80" y="3991"/>
                      <a:pt x="118" y="4089"/>
                    </a:cubicBezTo>
                    <a:cubicBezTo>
                      <a:pt x="158" y="4189"/>
                      <a:pt x="194" y="4283"/>
                      <a:pt x="194" y="4382"/>
                    </a:cubicBezTo>
                    <a:lnTo>
                      <a:pt x="194" y="4385"/>
                    </a:lnTo>
                    <a:cubicBezTo>
                      <a:pt x="194" y="4460"/>
                      <a:pt x="182" y="4543"/>
                      <a:pt x="182" y="4622"/>
                    </a:cubicBezTo>
                    <a:cubicBezTo>
                      <a:pt x="182" y="4657"/>
                      <a:pt x="182" y="4697"/>
                      <a:pt x="194" y="4733"/>
                    </a:cubicBezTo>
                    <a:cubicBezTo>
                      <a:pt x="206" y="4768"/>
                      <a:pt x="225" y="4799"/>
                      <a:pt x="257" y="4827"/>
                    </a:cubicBezTo>
                    <a:cubicBezTo>
                      <a:pt x="289" y="4851"/>
                      <a:pt x="320" y="4862"/>
                      <a:pt x="355" y="4875"/>
                    </a:cubicBezTo>
                    <a:cubicBezTo>
                      <a:pt x="391" y="4882"/>
                      <a:pt x="426" y="4886"/>
                      <a:pt x="462" y="4886"/>
                    </a:cubicBezTo>
                    <a:cubicBezTo>
                      <a:pt x="620" y="4902"/>
                      <a:pt x="813" y="4930"/>
                      <a:pt x="1018" y="4957"/>
                    </a:cubicBezTo>
                    <a:cubicBezTo>
                      <a:pt x="1223" y="4981"/>
                      <a:pt x="1440" y="5004"/>
                      <a:pt x="1637" y="5004"/>
                    </a:cubicBezTo>
                    <a:cubicBezTo>
                      <a:pt x="1794" y="5004"/>
                      <a:pt x="1945" y="4993"/>
                      <a:pt x="2067" y="4953"/>
                    </a:cubicBezTo>
                    <a:cubicBezTo>
                      <a:pt x="2189" y="4913"/>
                      <a:pt x="2295" y="4839"/>
                      <a:pt x="2390" y="4740"/>
                    </a:cubicBezTo>
                    <a:cubicBezTo>
                      <a:pt x="2532" y="4591"/>
                      <a:pt x="2646" y="4393"/>
                      <a:pt x="2749" y="4196"/>
                    </a:cubicBezTo>
                    <a:cubicBezTo>
                      <a:pt x="2852" y="3999"/>
                      <a:pt x="2942" y="3801"/>
                      <a:pt x="3025" y="3660"/>
                    </a:cubicBezTo>
                    <a:cubicBezTo>
                      <a:pt x="3132" y="3479"/>
                      <a:pt x="3258" y="3285"/>
                      <a:pt x="3407" y="3115"/>
                    </a:cubicBezTo>
                    <a:cubicBezTo>
                      <a:pt x="3554" y="2946"/>
                      <a:pt x="3723" y="2796"/>
                      <a:pt x="3916" y="2713"/>
                    </a:cubicBezTo>
                    <a:cubicBezTo>
                      <a:pt x="4058" y="2651"/>
                      <a:pt x="4216" y="2631"/>
                      <a:pt x="4382" y="2631"/>
                    </a:cubicBezTo>
                    <a:cubicBezTo>
                      <a:pt x="4539" y="2631"/>
                      <a:pt x="4704" y="2651"/>
                      <a:pt x="4866" y="2670"/>
                    </a:cubicBezTo>
                    <a:cubicBezTo>
                      <a:pt x="5032" y="2689"/>
                      <a:pt x="5194" y="2706"/>
                      <a:pt x="5352" y="2706"/>
                    </a:cubicBezTo>
                    <a:lnTo>
                      <a:pt x="5414" y="2706"/>
                    </a:lnTo>
                    <a:cubicBezTo>
                      <a:pt x="5915" y="2686"/>
                      <a:pt x="6424" y="2584"/>
                      <a:pt x="6866" y="2343"/>
                    </a:cubicBezTo>
                    <a:cubicBezTo>
                      <a:pt x="7023" y="2256"/>
                      <a:pt x="7177" y="2149"/>
                      <a:pt x="7287" y="2003"/>
                    </a:cubicBezTo>
                    <a:cubicBezTo>
                      <a:pt x="7374" y="1885"/>
                      <a:pt x="7434" y="1739"/>
                      <a:pt x="7434" y="1594"/>
                    </a:cubicBezTo>
                    <a:cubicBezTo>
                      <a:pt x="7434" y="1558"/>
                      <a:pt x="7429" y="1519"/>
                      <a:pt x="7421" y="1483"/>
                    </a:cubicBezTo>
                    <a:cubicBezTo>
                      <a:pt x="7398" y="1373"/>
                      <a:pt x="7343" y="1278"/>
                      <a:pt x="7263" y="1199"/>
                    </a:cubicBezTo>
                    <a:cubicBezTo>
                      <a:pt x="7189" y="1117"/>
                      <a:pt x="7094" y="1053"/>
                      <a:pt x="6992" y="1010"/>
                    </a:cubicBezTo>
                    <a:cubicBezTo>
                      <a:pt x="6905" y="971"/>
                      <a:pt x="6810" y="943"/>
                      <a:pt x="6715" y="924"/>
                    </a:cubicBezTo>
                    <a:cubicBezTo>
                      <a:pt x="6597" y="895"/>
                      <a:pt x="6479" y="880"/>
                      <a:pt x="6364" y="864"/>
                    </a:cubicBezTo>
                    <a:cubicBezTo>
                      <a:pt x="5399" y="714"/>
                      <a:pt x="4539" y="304"/>
                      <a:pt x="3569" y="147"/>
                    </a:cubicBezTo>
                    <a:cubicBezTo>
                      <a:pt x="2950" y="48"/>
                      <a:pt x="2323" y="1"/>
                      <a:pt x="1696"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4" name="Google Shape;2464;p53"/>
              <p:cNvSpPr/>
              <p:nvPr/>
            </p:nvSpPr>
            <p:spPr>
              <a:xfrm>
                <a:off x="2675005" y="1697301"/>
                <a:ext cx="622811" cy="386178"/>
              </a:xfrm>
              <a:custGeom>
                <a:rect b="b" l="l" r="r" t="t"/>
                <a:pathLst>
                  <a:path extrusionOk="0" h="1113" w="1795">
                    <a:moveTo>
                      <a:pt x="867" y="1"/>
                    </a:moveTo>
                    <a:cubicBezTo>
                      <a:pt x="812" y="1"/>
                      <a:pt x="751" y="20"/>
                      <a:pt x="683" y="65"/>
                    </a:cubicBezTo>
                    <a:cubicBezTo>
                      <a:pt x="525" y="167"/>
                      <a:pt x="474" y="353"/>
                      <a:pt x="340" y="475"/>
                    </a:cubicBezTo>
                    <a:cubicBezTo>
                      <a:pt x="281" y="530"/>
                      <a:pt x="213" y="573"/>
                      <a:pt x="159" y="633"/>
                    </a:cubicBezTo>
                    <a:cubicBezTo>
                      <a:pt x="107" y="684"/>
                      <a:pt x="68" y="742"/>
                      <a:pt x="44" y="806"/>
                    </a:cubicBezTo>
                    <a:cubicBezTo>
                      <a:pt x="4" y="897"/>
                      <a:pt x="0" y="1015"/>
                      <a:pt x="75" y="1074"/>
                    </a:cubicBezTo>
                    <a:cubicBezTo>
                      <a:pt x="110" y="1103"/>
                      <a:pt x="156" y="1113"/>
                      <a:pt x="202" y="1113"/>
                    </a:cubicBezTo>
                    <a:cubicBezTo>
                      <a:pt x="218" y="1113"/>
                      <a:pt x="234" y="1112"/>
                      <a:pt x="249" y="1110"/>
                    </a:cubicBezTo>
                    <a:cubicBezTo>
                      <a:pt x="581" y="1078"/>
                      <a:pt x="939" y="818"/>
                      <a:pt x="1077" y="518"/>
                    </a:cubicBezTo>
                    <a:cubicBezTo>
                      <a:pt x="1101" y="613"/>
                      <a:pt x="1160" y="700"/>
                      <a:pt x="1239" y="755"/>
                    </a:cubicBezTo>
                    <a:cubicBezTo>
                      <a:pt x="1305" y="795"/>
                      <a:pt x="1389" y="822"/>
                      <a:pt x="1429" y="893"/>
                    </a:cubicBezTo>
                    <a:cubicBezTo>
                      <a:pt x="1444" y="928"/>
                      <a:pt x="1447" y="968"/>
                      <a:pt x="1464" y="999"/>
                    </a:cubicBezTo>
                    <a:cubicBezTo>
                      <a:pt x="1470" y="1017"/>
                      <a:pt x="1481" y="1032"/>
                      <a:pt x="1498" y="1032"/>
                    </a:cubicBezTo>
                    <a:cubicBezTo>
                      <a:pt x="1499" y="1032"/>
                      <a:pt x="1501" y="1031"/>
                      <a:pt x="1503" y="1031"/>
                    </a:cubicBezTo>
                    <a:cubicBezTo>
                      <a:pt x="1511" y="1031"/>
                      <a:pt x="1515" y="1026"/>
                      <a:pt x="1523" y="1023"/>
                    </a:cubicBezTo>
                    <a:cubicBezTo>
                      <a:pt x="1566" y="984"/>
                      <a:pt x="1609" y="948"/>
                      <a:pt x="1653" y="913"/>
                    </a:cubicBezTo>
                    <a:cubicBezTo>
                      <a:pt x="1716" y="857"/>
                      <a:pt x="1783" y="795"/>
                      <a:pt x="1791" y="711"/>
                    </a:cubicBezTo>
                    <a:cubicBezTo>
                      <a:pt x="1795" y="633"/>
                      <a:pt x="1740" y="562"/>
                      <a:pt x="1673" y="518"/>
                    </a:cubicBezTo>
                    <a:cubicBezTo>
                      <a:pt x="1605" y="475"/>
                      <a:pt x="1527" y="455"/>
                      <a:pt x="1456" y="420"/>
                    </a:cubicBezTo>
                    <a:cubicBezTo>
                      <a:pt x="1314" y="353"/>
                      <a:pt x="1203" y="187"/>
                      <a:pt x="1074" y="89"/>
                    </a:cubicBezTo>
                    <a:cubicBezTo>
                      <a:pt x="1010" y="36"/>
                      <a:pt x="943" y="1"/>
                      <a:pt x="867" y="1"/>
                    </a:cubicBezTo>
                    <a:close/>
                  </a:path>
                </a:pathLst>
              </a:custGeom>
              <a:solidFill>
                <a:schemeClr val="accent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5" name="Google Shape;2465;p53"/>
              <p:cNvSpPr/>
              <p:nvPr/>
            </p:nvSpPr>
            <p:spPr>
              <a:xfrm>
                <a:off x="2672229" y="1689321"/>
                <a:ext cx="631138" cy="401444"/>
              </a:xfrm>
              <a:custGeom>
                <a:rect b="b" l="l" r="r" t="t"/>
                <a:pathLst>
                  <a:path extrusionOk="0" h="1157" w="1819">
                    <a:moveTo>
                      <a:pt x="876" y="44"/>
                    </a:moveTo>
                    <a:cubicBezTo>
                      <a:pt x="907" y="44"/>
                      <a:pt x="943" y="52"/>
                      <a:pt x="975" y="68"/>
                    </a:cubicBezTo>
                    <a:cubicBezTo>
                      <a:pt x="1006" y="79"/>
                      <a:pt x="1038" y="103"/>
                      <a:pt x="1069" y="127"/>
                    </a:cubicBezTo>
                    <a:cubicBezTo>
                      <a:pt x="1133" y="174"/>
                      <a:pt x="1191" y="241"/>
                      <a:pt x="1255" y="305"/>
                    </a:cubicBezTo>
                    <a:cubicBezTo>
                      <a:pt x="1313" y="368"/>
                      <a:pt x="1381" y="427"/>
                      <a:pt x="1455" y="463"/>
                    </a:cubicBezTo>
                    <a:cubicBezTo>
                      <a:pt x="1531" y="498"/>
                      <a:pt x="1606" y="521"/>
                      <a:pt x="1668" y="561"/>
                    </a:cubicBezTo>
                    <a:cubicBezTo>
                      <a:pt x="1697" y="581"/>
                      <a:pt x="1724" y="605"/>
                      <a:pt x="1744" y="632"/>
                    </a:cubicBezTo>
                    <a:cubicBezTo>
                      <a:pt x="1763" y="663"/>
                      <a:pt x="1775" y="691"/>
                      <a:pt x="1775" y="727"/>
                    </a:cubicBezTo>
                    <a:lnTo>
                      <a:pt x="1775" y="734"/>
                    </a:lnTo>
                    <a:cubicBezTo>
                      <a:pt x="1775" y="770"/>
                      <a:pt x="1759" y="801"/>
                      <a:pt x="1732" y="833"/>
                    </a:cubicBezTo>
                    <a:cubicBezTo>
                      <a:pt x="1708" y="865"/>
                      <a:pt x="1677" y="892"/>
                      <a:pt x="1645" y="920"/>
                    </a:cubicBezTo>
                    <a:cubicBezTo>
                      <a:pt x="1602" y="955"/>
                      <a:pt x="1559" y="991"/>
                      <a:pt x="1515" y="1026"/>
                    </a:cubicBezTo>
                    <a:cubicBezTo>
                      <a:pt x="1511" y="1030"/>
                      <a:pt x="1511" y="1030"/>
                      <a:pt x="1507" y="1034"/>
                    </a:cubicBezTo>
                    <a:lnTo>
                      <a:pt x="1503" y="1034"/>
                    </a:lnTo>
                    <a:cubicBezTo>
                      <a:pt x="1503" y="1034"/>
                      <a:pt x="1499" y="1030"/>
                      <a:pt x="1495" y="1026"/>
                    </a:cubicBezTo>
                    <a:cubicBezTo>
                      <a:pt x="1495" y="1022"/>
                      <a:pt x="1491" y="1018"/>
                      <a:pt x="1491" y="1014"/>
                    </a:cubicBezTo>
                    <a:cubicBezTo>
                      <a:pt x="1484" y="998"/>
                      <a:pt x="1479" y="983"/>
                      <a:pt x="1475" y="963"/>
                    </a:cubicBezTo>
                    <a:cubicBezTo>
                      <a:pt x="1468" y="947"/>
                      <a:pt x="1464" y="927"/>
                      <a:pt x="1452" y="907"/>
                    </a:cubicBezTo>
                    <a:cubicBezTo>
                      <a:pt x="1444" y="888"/>
                      <a:pt x="1428" y="869"/>
                      <a:pt x="1413" y="856"/>
                    </a:cubicBezTo>
                    <a:cubicBezTo>
                      <a:pt x="1393" y="833"/>
                      <a:pt x="1366" y="818"/>
                      <a:pt x="1337" y="801"/>
                    </a:cubicBezTo>
                    <a:cubicBezTo>
                      <a:pt x="1310" y="785"/>
                      <a:pt x="1282" y="774"/>
                      <a:pt x="1262" y="758"/>
                    </a:cubicBezTo>
                    <a:cubicBezTo>
                      <a:pt x="1184" y="707"/>
                      <a:pt x="1129" y="624"/>
                      <a:pt x="1109" y="534"/>
                    </a:cubicBezTo>
                    <a:cubicBezTo>
                      <a:pt x="1105" y="525"/>
                      <a:pt x="1097" y="518"/>
                      <a:pt x="1089" y="518"/>
                    </a:cubicBezTo>
                    <a:cubicBezTo>
                      <a:pt x="1082" y="518"/>
                      <a:pt x="1069" y="521"/>
                      <a:pt x="1066" y="529"/>
                    </a:cubicBezTo>
                    <a:cubicBezTo>
                      <a:pt x="998" y="679"/>
                      <a:pt x="876" y="818"/>
                      <a:pt x="731" y="920"/>
                    </a:cubicBezTo>
                    <a:cubicBezTo>
                      <a:pt x="585" y="1026"/>
                      <a:pt x="414" y="1097"/>
                      <a:pt x="257" y="1113"/>
                    </a:cubicBezTo>
                    <a:lnTo>
                      <a:pt x="214" y="1113"/>
                    </a:lnTo>
                    <a:cubicBezTo>
                      <a:pt x="190" y="1113"/>
                      <a:pt x="170" y="1113"/>
                      <a:pt x="150" y="1105"/>
                    </a:cubicBezTo>
                    <a:cubicBezTo>
                      <a:pt x="131" y="1101"/>
                      <a:pt x="112" y="1093"/>
                      <a:pt x="96" y="1082"/>
                    </a:cubicBezTo>
                    <a:cubicBezTo>
                      <a:pt x="79" y="1065"/>
                      <a:pt x="68" y="1049"/>
                      <a:pt x="56" y="1030"/>
                    </a:cubicBezTo>
                    <a:cubicBezTo>
                      <a:pt x="48" y="1007"/>
                      <a:pt x="44" y="983"/>
                      <a:pt x="44" y="959"/>
                    </a:cubicBezTo>
                    <a:cubicBezTo>
                      <a:pt x="44" y="920"/>
                      <a:pt x="56" y="876"/>
                      <a:pt x="72" y="841"/>
                    </a:cubicBezTo>
                    <a:cubicBezTo>
                      <a:pt x="96" y="778"/>
                      <a:pt x="135" y="718"/>
                      <a:pt x="183" y="671"/>
                    </a:cubicBezTo>
                    <a:cubicBezTo>
                      <a:pt x="234" y="616"/>
                      <a:pt x="301" y="569"/>
                      <a:pt x="363" y="514"/>
                    </a:cubicBezTo>
                    <a:cubicBezTo>
                      <a:pt x="431" y="450"/>
                      <a:pt x="478" y="372"/>
                      <a:pt x="529" y="297"/>
                    </a:cubicBezTo>
                    <a:cubicBezTo>
                      <a:pt x="576" y="221"/>
                      <a:pt x="627" y="155"/>
                      <a:pt x="703" y="103"/>
                    </a:cubicBezTo>
                    <a:cubicBezTo>
                      <a:pt x="766" y="60"/>
                      <a:pt x="825" y="44"/>
                      <a:pt x="876" y="44"/>
                    </a:cubicBezTo>
                    <a:close/>
                    <a:moveTo>
                      <a:pt x="876" y="1"/>
                    </a:moveTo>
                    <a:cubicBezTo>
                      <a:pt x="813" y="1"/>
                      <a:pt x="750" y="21"/>
                      <a:pt x="679" y="68"/>
                    </a:cubicBezTo>
                    <a:cubicBezTo>
                      <a:pt x="596" y="123"/>
                      <a:pt x="541" y="198"/>
                      <a:pt x="490" y="273"/>
                    </a:cubicBezTo>
                    <a:cubicBezTo>
                      <a:pt x="443" y="348"/>
                      <a:pt x="396" y="423"/>
                      <a:pt x="332" y="482"/>
                    </a:cubicBezTo>
                    <a:cubicBezTo>
                      <a:pt x="277" y="534"/>
                      <a:pt x="210" y="581"/>
                      <a:pt x="150" y="640"/>
                    </a:cubicBezTo>
                    <a:cubicBezTo>
                      <a:pt x="99" y="694"/>
                      <a:pt x="60" y="754"/>
                      <a:pt x="32" y="821"/>
                    </a:cubicBezTo>
                    <a:cubicBezTo>
                      <a:pt x="12" y="865"/>
                      <a:pt x="1" y="912"/>
                      <a:pt x="1" y="959"/>
                    </a:cubicBezTo>
                    <a:cubicBezTo>
                      <a:pt x="1" y="987"/>
                      <a:pt x="5" y="1018"/>
                      <a:pt x="17" y="1046"/>
                    </a:cubicBezTo>
                    <a:cubicBezTo>
                      <a:pt x="28" y="1069"/>
                      <a:pt x="44" y="1097"/>
                      <a:pt x="68" y="1117"/>
                    </a:cubicBezTo>
                    <a:cubicBezTo>
                      <a:pt x="92" y="1133"/>
                      <a:pt x="115" y="1144"/>
                      <a:pt x="139" y="1149"/>
                    </a:cubicBezTo>
                    <a:cubicBezTo>
                      <a:pt x="163" y="1156"/>
                      <a:pt x="190" y="1156"/>
                      <a:pt x="214" y="1156"/>
                    </a:cubicBezTo>
                    <a:lnTo>
                      <a:pt x="261" y="1156"/>
                    </a:lnTo>
                    <a:cubicBezTo>
                      <a:pt x="431" y="1140"/>
                      <a:pt x="604" y="1065"/>
                      <a:pt x="758" y="955"/>
                    </a:cubicBezTo>
                    <a:cubicBezTo>
                      <a:pt x="892" y="860"/>
                      <a:pt x="1008" y="733"/>
                      <a:pt x="1081" y="597"/>
                    </a:cubicBezTo>
                    <a:lnTo>
                      <a:pt x="1081" y="597"/>
                    </a:lnTo>
                    <a:cubicBezTo>
                      <a:pt x="1111" y="676"/>
                      <a:pt x="1163" y="748"/>
                      <a:pt x="1235" y="794"/>
                    </a:cubicBezTo>
                    <a:cubicBezTo>
                      <a:pt x="1271" y="818"/>
                      <a:pt x="1310" y="833"/>
                      <a:pt x="1342" y="853"/>
                    </a:cubicBezTo>
                    <a:cubicBezTo>
                      <a:pt x="1357" y="865"/>
                      <a:pt x="1373" y="876"/>
                      <a:pt x="1384" y="888"/>
                    </a:cubicBezTo>
                    <a:cubicBezTo>
                      <a:pt x="1397" y="900"/>
                      <a:pt x="1408" y="912"/>
                      <a:pt x="1417" y="927"/>
                    </a:cubicBezTo>
                    <a:cubicBezTo>
                      <a:pt x="1424" y="940"/>
                      <a:pt x="1428" y="955"/>
                      <a:pt x="1432" y="975"/>
                    </a:cubicBezTo>
                    <a:cubicBezTo>
                      <a:pt x="1437" y="994"/>
                      <a:pt x="1440" y="1014"/>
                      <a:pt x="1452" y="1034"/>
                    </a:cubicBezTo>
                    <a:cubicBezTo>
                      <a:pt x="1455" y="1042"/>
                      <a:pt x="1460" y="1054"/>
                      <a:pt x="1468" y="1062"/>
                    </a:cubicBezTo>
                    <a:cubicBezTo>
                      <a:pt x="1475" y="1065"/>
                      <a:pt x="1479" y="1069"/>
                      <a:pt x="1484" y="1073"/>
                    </a:cubicBezTo>
                    <a:cubicBezTo>
                      <a:pt x="1491" y="1078"/>
                      <a:pt x="1499" y="1078"/>
                      <a:pt x="1507" y="1078"/>
                    </a:cubicBezTo>
                    <a:lnTo>
                      <a:pt x="1515" y="1078"/>
                    </a:lnTo>
                    <a:cubicBezTo>
                      <a:pt x="1523" y="1073"/>
                      <a:pt x="1526" y="1073"/>
                      <a:pt x="1531" y="1069"/>
                    </a:cubicBezTo>
                    <a:cubicBezTo>
                      <a:pt x="1539" y="1065"/>
                      <a:pt x="1539" y="1062"/>
                      <a:pt x="1542" y="1062"/>
                    </a:cubicBezTo>
                    <a:cubicBezTo>
                      <a:pt x="1586" y="1026"/>
                      <a:pt x="1630" y="987"/>
                      <a:pt x="1673" y="951"/>
                    </a:cubicBezTo>
                    <a:cubicBezTo>
                      <a:pt x="1704" y="924"/>
                      <a:pt x="1739" y="896"/>
                      <a:pt x="1768" y="860"/>
                    </a:cubicBezTo>
                    <a:cubicBezTo>
                      <a:pt x="1795" y="825"/>
                      <a:pt x="1819" y="785"/>
                      <a:pt x="1819" y="734"/>
                    </a:cubicBezTo>
                    <a:lnTo>
                      <a:pt x="1819" y="727"/>
                    </a:lnTo>
                    <a:cubicBezTo>
                      <a:pt x="1819" y="683"/>
                      <a:pt x="1803" y="643"/>
                      <a:pt x="1783" y="608"/>
                    </a:cubicBezTo>
                    <a:cubicBezTo>
                      <a:pt x="1759" y="572"/>
                      <a:pt x="1728" y="545"/>
                      <a:pt x="1692" y="525"/>
                    </a:cubicBezTo>
                    <a:cubicBezTo>
                      <a:pt x="1621" y="478"/>
                      <a:pt x="1542" y="458"/>
                      <a:pt x="1475" y="423"/>
                    </a:cubicBezTo>
                    <a:cubicBezTo>
                      <a:pt x="1408" y="392"/>
                      <a:pt x="1346" y="336"/>
                      <a:pt x="1282" y="273"/>
                    </a:cubicBezTo>
                    <a:cubicBezTo>
                      <a:pt x="1224" y="210"/>
                      <a:pt x="1160" y="143"/>
                      <a:pt x="1097" y="92"/>
                    </a:cubicBezTo>
                    <a:cubicBezTo>
                      <a:pt x="1066" y="68"/>
                      <a:pt x="1030" y="44"/>
                      <a:pt x="991" y="28"/>
                    </a:cubicBezTo>
                    <a:cubicBezTo>
                      <a:pt x="955" y="13"/>
                      <a:pt x="916" y="1"/>
                      <a:pt x="876"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6" name="Google Shape;2466;p53"/>
              <p:cNvSpPr/>
              <p:nvPr/>
            </p:nvSpPr>
            <p:spPr>
              <a:xfrm>
                <a:off x="3269011" y="1705976"/>
                <a:ext cx="116582" cy="95417"/>
              </a:xfrm>
              <a:custGeom>
                <a:rect b="b" l="l" r="r" t="t"/>
                <a:pathLst>
                  <a:path extrusionOk="0" h="275" w="336">
                    <a:moveTo>
                      <a:pt x="23" y="1"/>
                    </a:moveTo>
                    <a:cubicBezTo>
                      <a:pt x="16" y="1"/>
                      <a:pt x="7" y="6"/>
                      <a:pt x="4" y="12"/>
                    </a:cubicBezTo>
                    <a:cubicBezTo>
                      <a:pt x="0" y="24"/>
                      <a:pt x="4" y="36"/>
                      <a:pt x="12" y="44"/>
                    </a:cubicBezTo>
                    <a:cubicBezTo>
                      <a:pt x="122" y="95"/>
                      <a:pt x="221" y="173"/>
                      <a:pt x="296" y="268"/>
                    </a:cubicBezTo>
                    <a:cubicBezTo>
                      <a:pt x="299" y="272"/>
                      <a:pt x="304" y="274"/>
                      <a:pt x="310" y="274"/>
                    </a:cubicBezTo>
                    <a:cubicBezTo>
                      <a:pt x="315" y="274"/>
                      <a:pt x="321" y="272"/>
                      <a:pt x="327" y="268"/>
                    </a:cubicBezTo>
                    <a:cubicBezTo>
                      <a:pt x="335" y="264"/>
                      <a:pt x="335" y="249"/>
                      <a:pt x="327" y="241"/>
                    </a:cubicBezTo>
                    <a:cubicBezTo>
                      <a:pt x="248" y="138"/>
                      <a:pt x="146" y="60"/>
                      <a:pt x="32" y="4"/>
                    </a:cubicBezTo>
                    <a:cubicBezTo>
                      <a:pt x="29" y="2"/>
                      <a:pt x="27" y="1"/>
                      <a:pt x="23"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7" name="Google Shape;2467;p53"/>
              <p:cNvSpPr/>
              <p:nvPr/>
            </p:nvSpPr>
            <p:spPr>
              <a:xfrm>
                <a:off x="3278379" y="1368031"/>
                <a:ext cx="257452" cy="420181"/>
              </a:xfrm>
              <a:custGeom>
                <a:rect b="b" l="l" r="r" t="t"/>
                <a:pathLst>
                  <a:path extrusionOk="0" h="1211" w="742">
                    <a:moveTo>
                      <a:pt x="56" y="0"/>
                    </a:moveTo>
                    <a:cubicBezTo>
                      <a:pt x="44" y="0"/>
                      <a:pt x="32" y="8"/>
                      <a:pt x="28" y="20"/>
                    </a:cubicBezTo>
                    <a:cubicBezTo>
                      <a:pt x="12" y="106"/>
                      <a:pt x="1" y="197"/>
                      <a:pt x="1" y="288"/>
                    </a:cubicBezTo>
                    <a:cubicBezTo>
                      <a:pt x="1" y="454"/>
                      <a:pt x="36" y="623"/>
                      <a:pt x="111" y="769"/>
                    </a:cubicBezTo>
                    <a:cubicBezTo>
                      <a:pt x="170" y="887"/>
                      <a:pt x="257" y="990"/>
                      <a:pt x="360" y="1065"/>
                    </a:cubicBezTo>
                    <a:cubicBezTo>
                      <a:pt x="466" y="1144"/>
                      <a:pt x="584" y="1195"/>
                      <a:pt x="714" y="1211"/>
                    </a:cubicBezTo>
                    <a:cubicBezTo>
                      <a:pt x="726" y="1211"/>
                      <a:pt x="738" y="1203"/>
                      <a:pt x="738" y="1191"/>
                    </a:cubicBezTo>
                    <a:cubicBezTo>
                      <a:pt x="742" y="1179"/>
                      <a:pt x="734" y="1167"/>
                      <a:pt x="722" y="1167"/>
                    </a:cubicBezTo>
                    <a:cubicBezTo>
                      <a:pt x="600" y="1156"/>
                      <a:pt x="485" y="1105"/>
                      <a:pt x="387" y="1034"/>
                    </a:cubicBezTo>
                    <a:cubicBezTo>
                      <a:pt x="289" y="958"/>
                      <a:pt x="205" y="860"/>
                      <a:pt x="150" y="750"/>
                    </a:cubicBezTo>
                    <a:cubicBezTo>
                      <a:pt x="79" y="608"/>
                      <a:pt x="44" y="450"/>
                      <a:pt x="44" y="288"/>
                    </a:cubicBezTo>
                    <a:cubicBezTo>
                      <a:pt x="44" y="201"/>
                      <a:pt x="56" y="111"/>
                      <a:pt x="72" y="28"/>
                    </a:cubicBezTo>
                    <a:cubicBezTo>
                      <a:pt x="76" y="16"/>
                      <a:pt x="68" y="4"/>
                      <a:pt x="56"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8" name="Google Shape;2468;p53"/>
              <p:cNvSpPr/>
              <p:nvPr/>
            </p:nvSpPr>
            <p:spPr>
              <a:xfrm>
                <a:off x="3345344" y="1364908"/>
                <a:ext cx="249471" cy="387565"/>
              </a:xfrm>
              <a:custGeom>
                <a:rect b="b" l="l" r="r" t="t"/>
                <a:pathLst>
                  <a:path extrusionOk="0" h="1117" w="719">
                    <a:moveTo>
                      <a:pt x="59" y="0"/>
                    </a:moveTo>
                    <a:cubicBezTo>
                      <a:pt x="51" y="0"/>
                      <a:pt x="41" y="8"/>
                      <a:pt x="41" y="17"/>
                    </a:cubicBezTo>
                    <a:cubicBezTo>
                      <a:pt x="12" y="100"/>
                      <a:pt x="1" y="191"/>
                      <a:pt x="1" y="277"/>
                    </a:cubicBezTo>
                    <a:cubicBezTo>
                      <a:pt x="1" y="435"/>
                      <a:pt x="41" y="593"/>
                      <a:pt x="135" y="719"/>
                    </a:cubicBezTo>
                    <a:cubicBezTo>
                      <a:pt x="210" y="814"/>
                      <a:pt x="292" y="888"/>
                      <a:pt x="387" y="952"/>
                    </a:cubicBezTo>
                    <a:cubicBezTo>
                      <a:pt x="478" y="1011"/>
                      <a:pt x="580" y="1066"/>
                      <a:pt x="683" y="1114"/>
                    </a:cubicBezTo>
                    <a:cubicBezTo>
                      <a:pt x="687" y="1116"/>
                      <a:pt x="690" y="1117"/>
                      <a:pt x="693" y="1117"/>
                    </a:cubicBezTo>
                    <a:cubicBezTo>
                      <a:pt x="701" y="1117"/>
                      <a:pt x="709" y="1111"/>
                      <a:pt x="714" y="1105"/>
                    </a:cubicBezTo>
                    <a:cubicBezTo>
                      <a:pt x="718" y="1094"/>
                      <a:pt x="714" y="1082"/>
                      <a:pt x="703" y="1074"/>
                    </a:cubicBezTo>
                    <a:cubicBezTo>
                      <a:pt x="596" y="1027"/>
                      <a:pt x="498" y="976"/>
                      <a:pt x="411" y="912"/>
                    </a:cubicBezTo>
                    <a:cubicBezTo>
                      <a:pt x="320" y="853"/>
                      <a:pt x="241" y="783"/>
                      <a:pt x="170" y="692"/>
                    </a:cubicBezTo>
                    <a:cubicBezTo>
                      <a:pt x="83" y="577"/>
                      <a:pt x="44" y="428"/>
                      <a:pt x="44" y="277"/>
                    </a:cubicBezTo>
                    <a:cubicBezTo>
                      <a:pt x="44" y="195"/>
                      <a:pt x="56" y="108"/>
                      <a:pt x="79" y="29"/>
                    </a:cubicBezTo>
                    <a:cubicBezTo>
                      <a:pt x="83" y="17"/>
                      <a:pt x="76" y="6"/>
                      <a:pt x="64" y="2"/>
                    </a:cubicBezTo>
                    <a:cubicBezTo>
                      <a:pt x="63" y="1"/>
                      <a:pt x="61" y="0"/>
                      <a:pt x="5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9" name="Google Shape;2469;p53"/>
              <p:cNvSpPr/>
              <p:nvPr/>
            </p:nvSpPr>
            <p:spPr>
              <a:xfrm>
                <a:off x="3100386" y="1488428"/>
                <a:ext cx="220673" cy="130461"/>
              </a:xfrm>
              <a:custGeom>
                <a:rect b="b" l="l" r="r" t="t"/>
                <a:pathLst>
                  <a:path extrusionOk="0" h="376" w="636">
                    <a:moveTo>
                      <a:pt x="27" y="0"/>
                    </a:moveTo>
                    <a:cubicBezTo>
                      <a:pt x="23" y="0"/>
                      <a:pt x="20" y="1"/>
                      <a:pt x="17" y="4"/>
                    </a:cubicBezTo>
                    <a:cubicBezTo>
                      <a:pt x="5" y="8"/>
                      <a:pt x="1" y="24"/>
                      <a:pt x="9" y="32"/>
                    </a:cubicBezTo>
                    <a:cubicBezTo>
                      <a:pt x="41" y="91"/>
                      <a:pt x="68" y="134"/>
                      <a:pt x="108" y="170"/>
                    </a:cubicBezTo>
                    <a:cubicBezTo>
                      <a:pt x="143" y="205"/>
                      <a:pt x="183" y="233"/>
                      <a:pt x="238" y="265"/>
                    </a:cubicBezTo>
                    <a:cubicBezTo>
                      <a:pt x="348" y="327"/>
                      <a:pt x="478" y="371"/>
                      <a:pt x="612" y="374"/>
                    </a:cubicBezTo>
                    <a:cubicBezTo>
                      <a:pt x="614" y="375"/>
                      <a:pt x="616" y="375"/>
                      <a:pt x="617" y="375"/>
                    </a:cubicBezTo>
                    <a:cubicBezTo>
                      <a:pt x="627" y="375"/>
                      <a:pt x="636" y="365"/>
                      <a:pt x="636" y="356"/>
                    </a:cubicBezTo>
                    <a:cubicBezTo>
                      <a:pt x="636" y="343"/>
                      <a:pt x="624" y="336"/>
                      <a:pt x="612" y="332"/>
                    </a:cubicBezTo>
                    <a:cubicBezTo>
                      <a:pt x="490" y="327"/>
                      <a:pt x="368" y="288"/>
                      <a:pt x="261" y="225"/>
                    </a:cubicBezTo>
                    <a:cubicBezTo>
                      <a:pt x="206" y="194"/>
                      <a:pt x="167" y="170"/>
                      <a:pt x="135" y="138"/>
                    </a:cubicBezTo>
                    <a:cubicBezTo>
                      <a:pt x="103" y="107"/>
                      <a:pt x="76" y="67"/>
                      <a:pt x="44" y="12"/>
                    </a:cubicBezTo>
                    <a:cubicBezTo>
                      <a:pt x="42" y="5"/>
                      <a:pt x="34" y="0"/>
                      <a:pt x="27"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0" name="Google Shape;2470;p53"/>
              <p:cNvSpPr/>
              <p:nvPr/>
            </p:nvSpPr>
            <p:spPr>
              <a:xfrm>
                <a:off x="3115652" y="1608478"/>
                <a:ext cx="235593" cy="73211"/>
              </a:xfrm>
              <a:custGeom>
                <a:rect b="b" l="l" r="r" t="t"/>
                <a:pathLst>
                  <a:path extrusionOk="0" h="211" w="679">
                    <a:moveTo>
                      <a:pt x="27" y="1"/>
                    </a:moveTo>
                    <a:cubicBezTo>
                      <a:pt x="20" y="1"/>
                      <a:pt x="13" y="4"/>
                      <a:pt x="8" y="10"/>
                    </a:cubicBezTo>
                    <a:cubicBezTo>
                      <a:pt x="0" y="17"/>
                      <a:pt x="0" y="33"/>
                      <a:pt x="8" y="41"/>
                    </a:cubicBezTo>
                    <a:cubicBezTo>
                      <a:pt x="83" y="104"/>
                      <a:pt x="162" y="147"/>
                      <a:pt x="245" y="170"/>
                    </a:cubicBezTo>
                    <a:cubicBezTo>
                      <a:pt x="332" y="199"/>
                      <a:pt x="419" y="210"/>
                      <a:pt x="505" y="210"/>
                    </a:cubicBezTo>
                    <a:cubicBezTo>
                      <a:pt x="556" y="210"/>
                      <a:pt x="608" y="206"/>
                      <a:pt x="659" y="199"/>
                    </a:cubicBezTo>
                    <a:cubicBezTo>
                      <a:pt x="670" y="199"/>
                      <a:pt x="679" y="186"/>
                      <a:pt x="679" y="175"/>
                    </a:cubicBezTo>
                    <a:cubicBezTo>
                      <a:pt x="674" y="163"/>
                      <a:pt x="667" y="155"/>
                      <a:pt x="655" y="155"/>
                    </a:cubicBezTo>
                    <a:cubicBezTo>
                      <a:pt x="603" y="163"/>
                      <a:pt x="552" y="167"/>
                      <a:pt x="505" y="167"/>
                    </a:cubicBezTo>
                    <a:cubicBezTo>
                      <a:pt x="419" y="167"/>
                      <a:pt x="339" y="155"/>
                      <a:pt x="261" y="132"/>
                    </a:cubicBezTo>
                    <a:cubicBezTo>
                      <a:pt x="182" y="108"/>
                      <a:pt x="106" y="68"/>
                      <a:pt x="40" y="5"/>
                    </a:cubicBezTo>
                    <a:cubicBezTo>
                      <a:pt x="36" y="2"/>
                      <a:pt x="31" y="1"/>
                      <a:pt x="27"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1" name="Google Shape;2471;p53"/>
              <p:cNvSpPr/>
              <p:nvPr/>
            </p:nvSpPr>
            <p:spPr>
              <a:xfrm>
                <a:off x="3381081" y="1453384"/>
                <a:ext cx="204018" cy="148850"/>
              </a:xfrm>
              <a:custGeom>
                <a:rect b="b" l="l" r="r" t="t"/>
                <a:pathLst>
                  <a:path extrusionOk="0" h="429" w="588">
                    <a:moveTo>
                      <a:pt x="563" y="1"/>
                    </a:moveTo>
                    <a:cubicBezTo>
                      <a:pt x="555" y="1"/>
                      <a:pt x="547" y="5"/>
                      <a:pt x="544" y="15"/>
                    </a:cubicBezTo>
                    <a:cubicBezTo>
                      <a:pt x="501" y="113"/>
                      <a:pt x="426" y="208"/>
                      <a:pt x="331" y="275"/>
                    </a:cubicBezTo>
                    <a:cubicBezTo>
                      <a:pt x="240" y="342"/>
                      <a:pt x="134" y="386"/>
                      <a:pt x="24" y="386"/>
                    </a:cubicBezTo>
                    <a:cubicBezTo>
                      <a:pt x="12" y="386"/>
                      <a:pt x="0" y="397"/>
                      <a:pt x="0" y="409"/>
                    </a:cubicBezTo>
                    <a:cubicBezTo>
                      <a:pt x="4" y="421"/>
                      <a:pt x="12" y="428"/>
                      <a:pt x="24" y="428"/>
                    </a:cubicBezTo>
                    <a:cubicBezTo>
                      <a:pt x="146" y="428"/>
                      <a:pt x="260" y="381"/>
                      <a:pt x="359" y="310"/>
                    </a:cubicBezTo>
                    <a:cubicBezTo>
                      <a:pt x="458" y="239"/>
                      <a:pt x="537" y="140"/>
                      <a:pt x="584" y="31"/>
                    </a:cubicBezTo>
                    <a:cubicBezTo>
                      <a:pt x="588" y="18"/>
                      <a:pt x="584" y="7"/>
                      <a:pt x="572" y="2"/>
                    </a:cubicBezTo>
                    <a:cubicBezTo>
                      <a:pt x="569" y="1"/>
                      <a:pt x="566" y="1"/>
                      <a:pt x="563"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2" name="Google Shape;2472;p53"/>
              <p:cNvSpPr/>
              <p:nvPr/>
            </p:nvSpPr>
            <p:spPr>
              <a:xfrm>
                <a:off x="3164921" y="1666074"/>
                <a:ext cx="78068" cy="36779"/>
              </a:xfrm>
              <a:custGeom>
                <a:rect b="b" l="l" r="r" t="t"/>
                <a:pathLst>
                  <a:path extrusionOk="0" h="106" w="225">
                    <a:moveTo>
                      <a:pt x="28" y="1"/>
                    </a:moveTo>
                    <a:cubicBezTo>
                      <a:pt x="17" y="1"/>
                      <a:pt x="4" y="9"/>
                      <a:pt x="0" y="20"/>
                    </a:cubicBezTo>
                    <a:cubicBezTo>
                      <a:pt x="0" y="33"/>
                      <a:pt x="8" y="44"/>
                      <a:pt x="20" y="44"/>
                    </a:cubicBezTo>
                    <a:cubicBezTo>
                      <a:pt x="79" y="60"/>
                      <a:pt x="139" y="80"/>
                      <a:pt x="193" y="104"/>
                    </a:cubicBezTo>
                    <a:cubicBezTo>
                      <a:pt x="197" y="105"/>
                      <a:pt x="199" y="105"/>
                      <a:pt x="202" y="105"/>
                    </a:cubicBezTo>
                    <a:cubicBezTo>
                      <a:pt x="211" y="105"/>
                      <a:pt x="218" y="101"/>
                      <a:pt x="221" y="91"/>
                    </a:cubicBezTo>
                    <a:cubicBezTo>
                      <a:pt x="225" y="80"/>
                      <a:pt x="221" y="68"/>
                      <a:pt x="210" y="64"/>
                    </a:cubicBezTo>
                    <a:cubicBezTo>
                      <a:pt x="150" y="37"/>
                      <a:pt x="91" y="17"/>
                      <a:pt x="28"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3" name="Google Shape;2473;p53"/>
              <p:cNvSpPr/>
              <p:nvPr/>
            </p:nvSpPr>
            <p:spPr>
              <a:xfrm>
                <a:off x="2929331" y="1876336"/>
                <a:ext cx="97499" cy="98539"/>
              </a:xfrm>
              <a:custGeom>
                <a:rect b="b" l="l" r="r" t="t"/>
                <a:pathLst>
                  <a:path extrusionOk="0" h="284" w="281">
                    <a:moveTo>
                      <a:pt x="256" y="1"/>
                    </a:moveTo>
                    <a:cubicBezTo>
                      <a:pt x="248" y="1"/>
                      <a:pt x="239" y="5"/>
                      <a:pt x="234" y="14"/>
                    </a:cubicBezTo>
                    <a:cubicBezTo>
                      <a:pt x="214" y="61"/>
                      <a:pt x="183" y="101"/>
                      <a:pt x="143" y="140"/>
                    </a:cubicBezTo>
                    <a:cubicBezTo>
                      <a:pt x="104" y="175"/>
                      <a:pt x="61" y="211"/>
                      <a:pt x="13" y="243"/>
                    </a:cubicBezTo>
                    <a:cubicBezTo>
                      <a:pt x="5" y="250"/>
                      <a:pt x="1" y="266"/>
                      <a:pt x="9" y="274"/>
                    </a:cubicBezTo>
                    <a:cubicBezTo>
                      <a:pt x="14" y="281"/>
                      <a:pt x="19" y="284"/>
                      <a:pt x="25" y="284"/>
                    </a:cubicBezTo>
                    <a:cubicBezTo>
                      <a:pt x="30" y="284"/>
                      <a:pt x="35" y="282"/>
                      <a:pt x="41" y="279"/>
                    </a:cubicBezTo>
                    <a:cubicBezTo>
                      <a:pt x="84" y="246"/>
                      <a:pt x="131" y="211"/>
                      <a:pt x="175" y="172"/>
                    </a:cubicBezTo>
                    <a:cubicBezTo>
                      <a:pt x="214" y="132"/>
                      <a:pt x="250" y="85"/>
                      <a:pt x="277" y="30"/>
                    </a:cubicBezTo>
                    <a:cubicBezTo>
                      <a:pt x="281" y="18"/>
                      <a:pt x="273" y="6"/>
                      <a:pt x="265" y="2"/>
                    </a:cubicBezTo>
                    <a:cubicBezTo>
                      <a:pt x="262" y="1"/>
                      <a:pt x="259" y="1"/>
                      <a:pt x="256"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4" name="Google Shape;2474;p53"/>
              <p:cNvSpPr/>
              <p:nvPr/>
            </p:nvSpPr>
            <p:spPr>
              <a:xfrm>
                <a:off x="2789851" y="1981814"/>
                <a:ext cx="109989" cy="40595"/>
              </a:xfrm>
              <a:custGeom>
                <a:rect b="b" l="l" r="r" t="t"/>
                <a:pathLst>
                  <a:path extrusionOk="0" h="117" w="317">
                    <a:moveTo>
                      <a:pt x="290" y="1"/>
                    </a:moveTo>
                    <a:cubicBezTo>
                      <a:pt x="287" y="1"/>
                      <a:pt x="284" y="1"/>
                      <a:pt x="281" y="2"/>
                    </a:cubicBezTo>
                    <a:cubicBezTo>
                      <a:pt x="202" y="45"/>
                      <a:pt x="111" y="69"/>
                      <a:pt x="21" y="73"/>
                    </a:cubicBezTo>
                    <a:cubicBezTo>
                      <a:pt x="9" y="73"/>
                      <a:pt x="1" y="84"/>
                      <a:pt x="1" y="97"/>
                    </a:cubicBezTo>
                    <a:cubicBezTo>
                      <a:pt x="1" y="108"/>
                      <a:pt x="13" y="116"/>
                      <a:pt x="24" y="116"/>
                    </a:cubicBezTo>
                    <a:cubicBezTo>
                      <a:pt x="119" y="112"/>
                      <a:pt x="214" y="84"/>
                      <a:pt x="301" y="41"/>
                    </a:cubicBezTo>
                    <a:cubicBezTo>
                      <a:pt x="312" y="37"/>
                      <a:pt x="317" y="22"/>
                      <a:pt x="308" y="13"/>
                    </a:cubicBezTo>
                    <a:cubicBezTo>
                      <a:pt x="305" y="5"/>
                      <a:pt x="298" y="1"/>
                      <a:pt x="290"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5" name="Google Shape;2475;p53"/>
              <p:cNvSpPr/>
              <p:nvPr/>
            </p:nvSpPr>
            <p:spPr>
              <a:xfrm>
                <a:off x="2690272" y="2031430"/>
                <a:ext cx="199855" cy="191874"/>
              </a:xfrm>
              <a:custGeom>
                <a:rect b="b" l="l" r="r" t="t"/>
                <a:pathLst>
                  <a:path extrusionOk="0" h="553" w="576">
                    <a:moveTo>
                      <a:pt x="528" y="44"/>
                    </a:moveTo>
                    <a:cubicBezTo>
                      <a:pt x="525" y="176"/>
                      <a:pt x="494" y="290"/>
                      <a:pt x="453" y="376"/>
                    </a:cubicBezTo>
                    <a:cubicBezTo>
                      <a:pt x="430" y="418"/>
                      <a:pt x="402" y="454"/>
                      <a:pt x="375" y="478"/>
                    </a:cubicBezTo>
                    <a:cubicBezTo>
                      <a:pt x="347" y="498"/>
                      <a:pt x="315" y="509"/>
                      <a:pt x="288" y="509"/>
                    </a:cubicBezTo>
                    <a:cubicBezTo>
                      <a:pt x="256" y="509"/>
                      <a:pt x="225" y="498"/>
                      <a:pt x="197" y="478"/>
                    </a:cubicBezTo>
                    <a:cubicBezTo>
                      <a:pt x="154" y="442"/>
                      <a:pt x="118" y="379"/>
                      <a:pt x="87" y="300"/>
                    </a:cubicBezTo>
                    <a:cubicBezTo>
                      <a:pt x="62" y="227"/>
                      <a:pt x="46" y="141"/>
                      <a:pt x="44" y="44"/>
                    </a:cubicBezTo>
                    <a:close/>
                    <a:moveTo>
                      <a:pt x="20" y="1"/>
                    </a:moveTo>
                    <a:cubicBezTo>
                      <a:pt x="16" y="1"/>
                      <a:pt x="8" y="5"/>
                      <a:pt x="4" y="8"/>
                    </a:cubicBezTo>
                    <a:cubicBezTo>
                      <a:pt x="0" y="12"/>
                      <a:pt x="0" y="16"/>
                      <a:pt x="0" y="25"/>
                    </a:cubicBezTo>
                    <a:cubicBezTo>
                      <a:pt x="0" y="167"/>
                      <a:pt x="31" y="296"/>
                      <a:pt x="83" y="395"/>
                    </a:cubicBezTo>
                    <a:cubicBezTo>
                      <a:pt x="107" y="442"/>
                      <a:pt x="138" y="482"/>
                      <a:pt x="169" y="509"/>
                    </a:cubicBezTo>
                    <a:cubicBezTo>
                      <a:pt x="205" y="537"/>
                      <a:pt x="244" y="553"/>
                      <a:pt x="288" y="553"/>
                    </a:cubicBezTo>
                    <a:cubicBezTo>
                      <a:pt x="327" y="553"/>
                      <a:pt x="367" y="537"/>
                      <a:pt x="402" y="509"/>
                    </a:cubicBezTo>
                    <a:cubicBezTo>
                      <a:pt x="453" y="466"/>
                      <a:pt x="493" y="399"/>
                      <a:pt x="524" y="316"/>
                    </a:cubicBezTo>
                    <a:cubicBezTo>
                      <a:pt x="556" y="234"/>
                      <a:pt x="572" y="131"/>
                      <a:pt x="575" y="25"/>
                    </a:cubicBezTo>
                    <a:cubicBezTo>
                      <a:pt x="575" y="16"/>
                      <a:pt x="572" y="12"/>
                      <a:pt x="568" y="8"/>
                    </a:cubicBezTo>
                    <a:cubicBezTo>
                      <a:pt x="564" y="5"/>
                      <a:pt x="556" y="1"/>
                      <a:pt x="55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6" name="Google Shape;2476;p53"/>
              <p:cNvSpPr/>
              <p:nvPr/>
            </p:nvSpPr>
            <p:spPr>
              <a:xfrm>
                <a:off x="2941822" y="2032818"/>
                <a:ext cx="200202" cy="193262"/>
              </a:xfrm>
              <a:custGeom>
                <a:rect b="b" l="l" r="r" t="t"/>
                <a:pathLst>
                  <a:path extrusionOk="0" h="557" w="577">
                    <a:moveTo>
                      <a:pt x="532" y="44"/>
                    </a:moveTo>
                    <a:cubicBezTo>
                      <a:pt x="526" y="175"/>
                      <a:pt x="499" y="293"/>
                      <a:pt x="454" y="375"/>
                    </a:cubicBezTo>
                    <a:cubicBezTo>
                      <a:pt x="430" y="419"/>
                      <a:pt x="407" y="454"/>
                      <a:pt x="376" y="478"/>
                    </a:cubicBezTo>
                    <a:cubicBezTo>
                      <a:pt x="347" y="501"/>
                      <a:pt x="320" y="514"/>
                      <a:pt x="289" y="514"/>
                    </a:cubicBezTo>
                    <a:cubicBezTo>
                      <a:pt x="257" y="514"/>
                      <a:pt x="229" y="501"/>
                      <a:pt x="201" y="478"/>
                    </a:cubicBezTo>
                    <a:cubicBezTo>
                      <a:pt x="158" y="443"/>
                      <a:pt x="119" y="383"/>
                      <a:pt x="92" y="304"/>
                    </a:cubicBezTo>
                    <a:cubicBezTo>
                      <a:pt x="65" y="230"/>
                      <a:pt x="50" y="139"/>
                      <a:pt x="45" y="44"/>
                    </a:cubicBezTo>
                    <a:close/>
                    <a:moveTo>
                      <a:pt x="25" y="1"/>
                    </a:moveTo>
                    <a:cubicBezTo>
                      <a:pt x="16" y="1"/>
                      <a:pt x="12" y="4"/>
                      <a:pt x="8" y="8"/>
                    </a:cubicBezTo>
                    <a:cubicBezTo>
                      <a:pt x="5" y="12"/>
                      <a:pt x="1" y="17"/>
                      <a:pt x="1" y="24"/>
                    </a:cubicBezTo>
                    <a:cubicBezTo>
                      <a:pt x="5" y="170"/>
                      <a:pt x="32" y="301"/>
                      <a:pt x="83" y="395"/>
                    </a:cubicBezTo>
                    <a:cubicBezTo>
                      <a:pt x="107" y="443"/>
                      <a:pt x="139" y="481"/>
                      <a:pt x="174" y="509"/>
                    </a:cubicBezTo>
                    <a:cubicBezTo>
                      <a:pt x="205" y="541"/>
                      <a:pt x="245" y="556"/>
                      <a:pt x="289" y="556"/>
                    </a:cubicBezTo>
                    <a:cubicBezTo>
                      <a:pt x="332" y="556"/>
                      <a:pt x="371" y="541"/>
                      <a:pt x="403" y="509"/>
                    </a:cubicBezTo>
                    <a:cubicBezTo>
                      <a:pt x="454" y="470"/>
                      <a:pt x="498" y="403"/>
                      <a:pt x="529" y="316"/>
                    </a:cubicBezTo>
                    <a:cubicBezTo>
                      <a:pt x="556" y="233"/>
                      <a:pt x="576" y="130"/>
                      <a:pt x="576" y="24"/>
                    </a:cubicBezTo>
                    <a:cubicBezTo>
                      <a:pt x="576" y="17"/>
                      <a:pt x="572" y="12"/>
                      <a:pt x="569" y="8"/>
                    </a:cubicBezTo>
                    <a:cubicBezTo>
                      <a:pt x="565" y="4"/>
                      <a:pt x="560" y="1"/>
                      <a:pt x="556"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7" name="Google Shape;2477;p53"/>
              <p:cNvSpPr/>
              <p:nvPr/>
            </p:nvSpPr>
            <p:spPr>
              <a:xfrm>
                <a:off x="2865143" y="2098394"/>
                <a:ext cx="100621" cy="15614"/>
              </a:xfrm>
              <a:custGeom>
                <a:rect b="b" l="l" r="r" t="t"/>
                <a:pathLst>
                  <a:path extrusionOk="0" h="45" w="290">
                    <a:moveTo>
                      <a:pt x="24" y="1"/>
                    </a:moveTo>
                    <a:cubicBezTo>
                      <a:pt x="9" y="1"/>
                      <a:pt x="0" y="9"/>
                      <a:pt x="0" y="21"/>
                    </a:cubicBezTo>
                    <a:cubicBezTo>
                      <a:pt x="0" y="32"/>
                      <a:pt x="9" y="44"/>
                      <a:pt x="20" y="44"/>
                    </a:cubicBezTo>
                    <a:lnTo>
                      <a:pt x="265" y="44"/>
                    </a:lnTo>
                    <a:cubicBezTo>
                      <a:pt x="277" y="44"/>
                      <a:pt x="289" y="36"/>
                      <a:pt x="289" y="25"/>
                    </a:cubicBezTo>
                    <a:cubicBezTo>
                      <a:pt x="289" y="12"/>
                      <a:pt x="277" y="1"/>
                      <a:pt x="26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8" name="Google Shape;2478;p53"/>
              <p:cNvSpPr/>
              <p:nvPr/>
            </p:nvSpPr>
            <p:spPr>
              <a:xfrm>
                <a:off x="3129531" y="2029695"/>
                <a:ext cx="136706" cy="40942"/>
              </a:xfrm>
              <a:custGeom>
                <a:rect b="b" l="l" r="r" t="t"/>
                <a:pathLst>
                  <a:path extrusionOk="0" h="118" w="394">
                    <a:moveTo>
                      <a:pt x="373" y="1"/>
                    </a:moveTo>
                    <a:cubicBezTo>
                      <a:pt x="371" y="1"/>
                      <a:pt x="369" y="1"/>
                      <a:pt x="366" y="2"/>
                    </a:cubicBezTo>
                    <a:lnTo>
                      <a:pt x="19" y="73"/>
                    </a:lnTo>
                    <a:cubicBezTo>
                      <a:pt x="8" y="77"/>
                      <a:pt x="0" y="88"/>
                      <a:pt x="0" y="101"/>
                    </a:cubicBezTo>
                    <a:cubicBezTo>
                      <a:pt x="3" y="110"/>
                      <a:pt x="11" y="117"/>
                      <a:pt x="21" y="117"/>
                    </a:cubicBezTo>
                    <a:cubicBezTo>
                      <a:pt x="23" y="117"/>
                      <a:pt x="25" y="117"/>
                      <a:pt x="28" y="116"/>
                    </a:cubicBezTo>
                    <a:lnTo>
                      <a:pt x="374" y="45"/>
                    </a:lnTo>
                    <a:cubicBezTo>
                      <a:pt x="386" y="41"/>
                      <a:pt x="394" y="30"/>
                      <a:pt x="394" y="17"/>
                    </a:cubicBezTo>
                    <a:cubicBezTo>
                      <a:pt x="391" y="8"/>
                      <a:pt x="383" y="1"/>
                      <a:pt x="373"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9" name="Google Shape;2479;p53"/>
              <p:cNvSpPr/>
              <p:nvPr/>
            </p:nvSpPr>
            <p:spPr>
              <a:xfrm>
                <a:off x="3229110" y="3240953"/>
                <a:ext cx="101662" cy="101315"/>
              </a:xfrm>
              <a:custGeom>
                <a:rect b="b" l="l" r="r" t="t"/>
                <a:pathLst>
                  <a:path extrusionOk="0" h="292" w="293">
                    <a:moveTo>
                      <a:pt x="147" y="0"/>
                    </a:moveTo>
                    <a:cubicBezTo>
                      <a:pt x="68" y="0"/>
                      <a:pt x="1" y="68"/>
                      <a:pt x="1" y="146"/>
                    </a:cubicBezTo>
                    <a:cubicBezTo>
                      <a:pt x="1" y="229"/>
                      <a:pt x="68" y="292"/>
                      <a:pt x="147" y="292"/>
                    </a:cubicBezTo>
                    <a:cubicBezTo>
                      <a:pt x="229" y="292"/>
                      <a:pt x="292" y="229"/>
                      <a:pt x="292" y="146"/>
                    </a:cubicBezTo>
                    <a:cubicBezTo>
                      <a:pt x="292" y="68"/>
                      <a:pt x="229" y="0"/>
                      <a:pt x="147" y="0"/>
                    </a:cubicBezTo>
                    <a:close/>
                  </a:path>
                </a:pathLst>
              </a:custGeom>
              <a:solidFill>
                <a:schemeClr val="dk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0" name="Google Shape;2480;p53"/>
              <p:cNvSpPr/>
              <p:nvPr/>
            </p:nvSpPr>
            <p:spPr>
              <a:xfrm>
                <a:off x="3237437" y="3636148"/>
                <a:ext cx="113806" cy="114153"/>
              </a:xfrm>
              <a:custGeom>
                <a:rect b="b" l="l" r="r" t="t"/>
                <a:pathLst>
                  <a:path extrusionOk="0" h="329" w="328">
                    <a:moveTo>
                      <a:pt x="162" y="1"/>
                    </a:moveTo>
                    <a:cubicBezTo>
                      <a:pt x="72" y="1"/>
                      <a:pt x="1" y="75"/>
                      <a:pt x="1" y="166"/>
                    </a:cubicBezTo>
                    <a:cubicBezTo>
                      <a:pt x="1" y="257"/>
                      <a:pt x="72" y="328"/>
                      <a:pt x="162" y="328"/>
                    </a:cubicBezTo>
                    <a:cubicBezTo>
                      <a:pt x="252" y="328"/>
                      <a:pt x="328" y="257"/>
                      <a:pt x="328" y="166"/>
                    </a:cubicBezTo>
                    <a:cubicBezTo>
                      <a:pt x="328" y="75"/>
                      <a:pt x="252" y="1"/>
                      <a:pt x="162" y="1"/>
                    </a:cubicBezTo>
                    <a:close/>
                  </a:path>
                </a:pathLst>
              </a:custGeom>
              <a:solidFill>
                <a:schemeClr val="dk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1" name="Google Shape;2481;p53"/>
              <p:cNvSpPr/>
              <p:nvPr/>
            </p:nvSpPr>
            <p:spPr>
              <a:xfrm>
                <a:off x="3240213" y="3995952"/>
                <a:ext cx="106867" cy="107214"/>
              </a:xfrm>
              <a:custGeom>
                <a:rect b="b" l="l" r="r" t="t"/>
                <a:pathLst>
                  <a:path extrusionOk="0" h="309" w="308">
                    <a:moveTo>
                      <a:pt x="154" y="1"/>
                    </a:moveTo>
                    <a:cubicBezTo>
                      <a:pt x="71" y="1"/>
                      <a:pt x="0" y="72"/>
                      <a:pt x="0" y="155"/>
                    </a:cubicBezTo>
                    <a:cubicBezTo>
                      <a:pt x="0" y="238"/>
                      <a:pt x="71" y="308"/>
                      <a:pt x="154" y="308"/>
                    </a:cubicBezTo>
                    <a:cubicBezTo>
                      <a:pt x="237" y="308"/>
                      <a:pt x="308" y="238"/>
                      <a:pt x="308" y="155"/>
                    </a:cubicBezTo>
                    <a:cubicBezTo>
                      <a:pt x="308" y="72"/>
                      <a:pt x="237" y="1"/>
                      <a:pt x="154" y="1"/>
                    </a:cubicBezTo>
                    <a:close/>
                  </a:path>
                </a:pathLst>
              </a:custGeom>
              <a:solidFill>
                <a:schemeClr val="dk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2" name="Google Shape;2482;p53"/>
              <p:cNvSpPr/>
              <p:nvPr/>
            </p:nvSpPr>
            <p:spPr>
              <a:xfrm>
                <a:off x="2828711" y="2277776"/>
                <a:ext cx="227265" cy="108602"/>
              </a:xfrm>
              <a:custGeom>
                <a:rect b="b" l="l" r="r" t="t"/>
                <a:pathLst>
                  <a:path extrusionOk="0" h="313" w="655">
                    <a:moveTo>
                      <a:pt x="622" y="1"/>
                    </a:moveTo>
                    <a:lnTo>
                      <a:pt x="27" y="39"/>
                    </a:lnTo>
                    <a:cubicBezTo>
                      <a:pt x="0" y="180"/>
                      <a:pt x="145" y="313"/>
                      <a:pt x="314" y="313"/>
                    </a:cubicBezTo>
                    <a:cubicBezTo>
                      <a:pt x="321" y="313"/>
                      <a:pt x="328" y="312"/>
                      <a:pt x="334" y="312"/>
                    </a:cubicBezTo>
                    <a:cubicBezTo>
                      <a:pt x="508" y="304"/>
                      <a:pt x="654" y="143"/>
                      <a:pt x="622" y="1"/>
                    </a:cubicBez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3" name="Google Shape;2483;p53"/>
              <p:cNvSpPr/>
              <p:nvPr/>
            </p:nvSpPr>
            <p:spPr>
              <a:xfrm>
                <a:off x="2829752" y="2270836"/>
                <a:ext cx="223102" cy="123521"/>
              </a:xfrm>
              <a:custGeom>
                <a:rect b="b" l="l" r="r" t="t"/>
                <a:pathLst>
                  <a:path extrusionOk="0" h="356" w="643">
                    <a:moveTo>
                      <a:pt x="599" y="46"/>
                    </a:moveTo>
                    <a:cubicBezTo>
                      <a:pt x="599" y="52"/>
                      <a:pt x="599" y="58"/>
                      <a:pt x="599" y="64"/>
                    </a:cubicBezTo>
                    <a:cubicBezTo>
                      <a:pt x="599" y="92"/>
                      <a:pt x="592" y="123"/>
                      <a:pt x="580" y="150"/>
                    </a:cubicBezTo>
                    <a:cubicBezTo>
                      <a:pt x="560" y="190"/>
                      <a:pt x="524" y="230"/>
                      <a:pt x="481" y="261"/>
                    </a:cubicBezTo>
                    <a:cubicBezTo>
                      <a:pt x="434" y="288"/>
                      <a:pt x="383" y="308"/>
                      <a:pt x="328" y="312"/>
                    </a:cubicBezTo>
                    <a:lnTo>
                      <a:pt x="312" y="312"/>
                    </a:lnTo>
                    <a:cubicBezTo>
                      <a:pt x="237" y="312"/>
                      <a:pt x="170" y="285"/>
                      <a:pt x="122" y="245"/>
                    </a:cubicBezTo>
                    <a:cubicBezTo>
                      <a:pt x="95" y="221"/>
                      <a:pt x="75" y="198"/>
                      <a:pt x="64" y="174"/>
                    </a:cubicBezTo>
                    <a:cubicBezTo>
                      <a:pt x="51" y="147"/>
                      <a:pt x="44" y="119"/>
                      <a:pt x="44" y="92"/>
                    </a:cubicBezTo>
                    <a:lnTo>
                      <a:pt x="44" y="78"/>
                    </a:lnTo>
                    <a:lnTo>
                      <a:pt x="44" y="78"/>
                    </a:lnTo>
                    <a:lnTo>
                      <a:pt x="599" y="46"/>
                    </a:lnTo>
                    <a:close/>
                    <a:moveTo>
                      <a:pt x="615" y="1"/>
                    </a:moveTo>
                    <a:lnTo>
                      <a:pt x="24" y="36"/>
                    </a:lnTo>
                    <a:cubicBezTo>
                      <a:pt x="13" y="41"/>
                      <a:pt x="4" y="44"/>
                      <a:pt x="0" y="56"/>
                    </a:cubicBezTo>
                    <a:lnTo>
                      <a:pt x="0" y="92"/>
                    </a:lnTo>
                    <a:cubicBezTo>
                      <a:pt x="0" y="127"/>
                      <a:pt x="8" y="163"/>
                      <a:pt x="24" y="194"/>
                    </a:cubicBezTo>
                    <a:cubicBezTo>
                      <a:pt x="51" y="241"/>
                      <a:pt x="91" y="281"/>
                      <a:pt x="138" y="308"/>
                    </a:cubicBezTo>
                    <a:cubicBezTo>
                      <a:pt x="189" y="340"/>
                      <a:pt x="249" y="356"/>
                      <a:pt x="312" y="356"/>
                    </a:cubicBezTo>
                    <a:lnTo>
                      <a:pt x="331" y="356"/>
                    </a:lnTo>
                    <a:cubicBezTo>
                      <a:pt x="415" y="352"/>
                      <a:pt x="493" y="312"/>
                      <a:pt x="548" y="261"/>
                    </a:cubicBezTo>
                    <a:cubicBezTo>
                      <a:pt x="580" y="234"/>
                      <a:pt x="604" y="201"/>
                      <a:pt x="619" y="170"/>
                    </a:cubicBezTo>
                    <a:cubicBezTo>
                      <a:pt x="635" y="135"/>
                      <a:pt x="643" y="99"/>
                      <a:pt x="643" y="64"/>
                    </a:cubicBezTo>
                    <a:cubicBezTo>
                      <a:pt x="643" y="48"/>
                      <a:pt x="643" y="32"/>
                      <a:pt x="639" y="17"/>
                    </a:cubicBezTo>
                    <a:cubicBezTo>
                      <a:pt x="635" y="5"/>
                      <a:pt x="628" y="1"/>
                      <a:pt x="61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84" name="Google Shape;2484;p53"/>
            <p:cNvGrpSpPr/>
            <p:nvPr/>
          </p:nvGrpSpPr>
          <p:grpSpPr>
            <a:xfrm>
              <a:off x="-462069" y="5544360"/>
              <a:ext cx="4635866" cy="5453645"/>
              <a:chOff x="-2343169" y="1696260"/>
              <a:chExt cx="4635866" cy="5453645"/>
            </a:xfrm>
          </p:grpSpPr>
          <p:sp>
            <p:nvSpPr>
              <p:cNvPr id="2485" name="Google Shape;2485;p53"/>
              <p:cNvSpPr/>
              <p:nvPr/>
            </p:nvSpPr>
            <p:spPr>
              <a:xfrm>
                <a:off x="-2310207" y="2664643"/>
                <a:ext cx="480206" cy="251206"/>
              </a:xfrm>
              <a:custGeom>
                <a:rect b="b" l="l" r="r" t="t"/>
                <a:pathLst>
                  <a:path extrusionOk="0" h="724" w="1384">
                    <a:moveTo>
                      <a:pt x="1027" y="1"/>
                    </a:moveTo>
                    <a:cubicBezTo>
                      <a:pt x="906" y="1"/>
                      <a:pt x="785" y="49"/>
                      <a:pt x="679" y="104"/>
                    </a:cubicBezTo>
                    <a:cubicBezTo>
                      <a:pt x="603" y="143"/>
                      <a:pt x="532" y="178"/>
                      <a:pt x="461" y="218"/>
                    </a:cubicBezTo>
                    <a:cubicBezTo>
                      <a:pt x="331" y="289"/>
                      <a:pt x="201" y="360"/>
                      <a:pt x="67" y="427"/>
                    </a:cubicBezTo>
                    <a:cubicBezTo>
                      <a:pt x="51" y="435"/>
                      <a:pt x="35" y="443"/>
                      <a:pt x="28" y="459"/>
                    </a:cubicBezTo>
                    <a:cubicBezTo>
                      <a:pt x="0" y="502"/>
                      <a:pt x="28" y="609"/>
                      <a:pt x="55" y="648"/>
                    </a:cubicBezTo>
                    <a:cubicBezTo>
                      <a:pt x="91" y="699"/>
                      <a:pt x="151" y="723"/>
                      <a:pt x="212" y="723"/>
                    </a:cubicBezTo>
                    <a:cubicBezTo>
                      <a:pt x="218" y="723"/>
                      <a:pt x="224" y="723"/>
                      <a:pt x="229" y="723"/>
                    </a:cubicBezTo>
                    <a:cubicBezTo>
                      <a:pt x="315" y="715"/>
                      <a:pt x="390" y="671"/>
                      <a:pt x="469" y="628"/>
                    </a:cubicBezTo>
                    <a:cubicBezTo>
                      <a:pt x="619" y="549"/>
                      <a:pt x="777" y="482"/>
                      <a:pt x="927" y="396"/>
                    </a:cubicBezTo>
                    <a:cubicBezTo>
                      <a:pt x="1052" y="320"/>
                      <a:pt x="1187" y="269"/>
                      <a:pt x="1309" y="183"/>
                    </a:cubicBezTo>
                    <a:cubicBezTo>
                      <a:pt x="1345" y="155"/>
                      <a:pt x="1376" y="116"/>
                      <a:pt x="1380" y="69"/>
                    </a:cubicBezTo>
                    <a:cubicBezTo>
                      <a:pt x="1384" y="45"/>
                      <a:pt x="1376" y="21"/>
                      <a:pt x="1356" y="13"/>
                    </a:cubicBezTo>
                    <a:cubicBezTo>
                      <a:pt x="1345" y="6"/>
                      <a:pt x="1328" y="3"/>
                      <a:pt x="1309" y="3"/>
                    </a:cubicBezTo>
                    <a:cubicBezTo>
                      <a:pt x="1277" y="3"/>
                      <a:pt x="1241" y="10"/>
                      <a:pt x="1218" y="13"/>
                    </a:cubicBezTo>
                    <a:cubicBezTo>
                      <a:pt x="1209" y="14"/>
                      <a:pt x="1201" y="14"/>
                      <a:pt x="1192" y="14"/>
                    </a:cubicBezTo>
                    <a:cubicBezTo>
                      <a:pt x="1146" y="14"/>
                      <a:pt x="1099" y="5"/>
                      <a:pt x="1052" y="1"/>
                    </a:cubicBezTo>
                    <a:cubicBezTo>
                      <a:pt x="1044" y="1"/>
                      <a:pt x="1035" y="1"/>
                      <a:pt x="1027"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6" name="Google Shape;2486;p53"/>
              <p:cNvSpPr/>
              <p:nvPr/>
            </p:nvSpPr>
            <p:spPr>
              <a:xfrm>
                <a:off x="-2311595" y="2658050"/>
                <a:ext cx="488534" cy="265779"/>
              </a:xfrm>
              <a:custGeom>
                <a:rect b="b" l="l" r="r" t="t"/>
                <a:pathLst>
                  <a:path extrusionOk="0" h="766" w="1408">
                    <a:moveTo>
                      <a:pt x="1313" y="44"/>
                    </a:moveTo>
                    <a:cubicBezTo>
                      <a:pt x="1329" y="44"/>
                      <a:pt x="1345" y="48"/>
                      <a:pt x="1349" y="48"/>
                    </a:cubicBezTo>
                    <a:cubicBezTo>
                      <a:pt x="1353" y="52"/>
                      <a:pt x="1356" y="55"/>
                      <a:pt x="1360" y="60"/>
                    </a:cubicBezTo>
                    <a:cubicBezTo>
                      <a:pt x="1360" y="68"/>
                      <a:pt x="1364" y="75"/>
                      <a:pt x="1364" y="79"/>
                    </a:cubicBezTo>
                    <a:lnTo>
                      <a:pt x="1364" y="84"/>
                    </a:lnTo>
                    <a:cubicBezTo>
                      <a:pt x="1360" y="107"/>
                      <a:pt x="1353" y="123"/>
                      <a:pt x="1345" y="139"/>
                    </a:cubicBezTo>
                    <a:cubicBezTo>
                      <a:pt x="1333" y="155"/>
                      <a:pt x="1317" y="170"/>
                      <a:pt x="1298" y="182"/>
                    </a:cubicBezTo>
                    <a:cubicBezTo>
                      <a:pt x="1179" y="268"/>
                      <a:pt x="1045" y="320"/>
                      <a:pt x="919" y="395"/>
                    </a:cubicBezTo>
                    <a:cubicBezTo>
                      <a:pt x="773" y="481"/>
                      <a:pt x="615" y="548"/>
                      <a:pt x="461" y="628"/>
                    </a:cubicBezTo>
                    <a:cubicBezTo>
                      <a:pt x="422" y="647"/>
                      <a:pt x="386" y="671"/>
                      <a:pt x="347" y="687"/>
                    </a:cubicBezTo>
                    <a:cubicBezTo>
                      <a:pt x="308" y="703"/>
                      <a:pt x="272" y="718"/>
                      <a:pt x="228" y="718"/>
                    </a:cubicBezTo>
                    <a:cubicBezTo>
                      <a:pt x="225" y="723"/>
                      <a:pt x="221" y="723"/>
                      <a:pt x="213" y="723"/>
                    </a:cubicBezTo>
                    <a:cubicBezTo>
                      <a:pt x="186" y="723"/>
                      <a:pt x="157" y="714"/>
                      <a:pt x="134" y="703"/>
                    </a:cubicBezTo>
                    <a:cubicBezTo>
                      <a:pt x="110" y="694"/>
                      <a:pt x="91" y="679"/>
                      <a:pt x="75" y="655"/>
                    </a:cubicBezTo>
                    <a:cubicBezTo>
                      <a:pt x="68" y="643"/>
                      <a:pt x="59" y="623"/>
                      <a:pt x="51" y="600"/>
                    </a:cubicBezTo>
                    <a:cubicBezTo>
                      <a:pt x="48" y="576"/>
                      <a:pt x="44" y="548"/>
                      <a:pt x="44" y="529"/>
                    </a:cubicBezTo>
                    <a:cubicBezTo>
                      <a:pt x="44" y="510"/>
                      <a:pt x="48" y="494"/>
                      <a:pt x="51" y="486"/>
                    </a:cubicBezTo>
                    <a:cubicBezTo>
                      <a:pt x="51" y="481"/>
                      <a:pt x="55" y="478"/>
                      <a:pt x="63" y="474"/>
                    </a:cubicBezTo>
                    <a:cubicBezTo>
                      <a:pt x="68" y="470"/>
                      <a:pt x="75" y="466"/>
                      <a:pt x="83" y="462"/>
                    </a:cubicBezTo>
                    <a:cubicBezTo>
                      <a:pt x="217" y="395"/>
                      <a:pt x="347" y="328"/>
                      <a:pt x="477" y="257"/>
                    </a:cubicBezTo>
                    <a:cubicBezTo>
                      <a:pt x="548" y="217"/>
                      <a:pt x="619" y="178"/>
                      <a:pt x="690" y="142"/>
                    </a:cubicBezTo>
                    <a:cubicBezTo>
                      <a:pt x="796" y="88"/>
                      <a:pt x="914" y="44"/>
                      <a:pt x="1029" y="44"/>
                    </a:cubicBezTo>
                    <a:lnTo>
                      <a:pt x="1056" y="44"/>
                    </a:lnTo>
                    <a:cubicBezTo>
                      <a:pt x="1100" y="44"/>
                      <a:pt x="1144" y="55"/>
                      <a:pt x="1191" y="55"/>
                    </a:cubicBezTo>
                    <a:cubicBezTo>
                      <a:pt x="1203" y="55"/>
                      <a:pt x="1214" y="55"/>
                      <a:pt x="1222" y="52"/>
                    </a:cubicBezTo>
                    <a:cubicBezTo>
                      <a:pt x="1234" y="52"/>
                      <a:pt x="1250" y="48"/>
                      <a:pt x="1266" y="48"/>
                    </a:cubicBezTo>
                    <a:cubicBezTo>
                      <a:pt x="1282" y="44"/>
                      <a:pt x="1302" y="44"/>
                      <a:pt x="1313" y="44"/>
                    </a:cubicBezTo>
                    <a:close/>
                    <a:moveTo>
                      <a:pt x="1029" y="1"/>
                    </a:moveTo>
                    <a:cubicBezTo>
                      <a:pt x="903" y="1"/>
                      <a:pt x="781" y="48"/>
                      <a:pt x="670" y="103"/>
                    </a:cubicBezTo>
                    <a:cubicBezTo>
                      <a:pt x="599" y="142"/>
                      <a:pt x="528" y="178"/>
                      <a:pt x="454" y="217"/>
                    </a:cubicBezTo>
                    <a:cubicBezTo>
                      <a:pt x="323" y="288"/>
                      <a:pt x="193" y="359"/>
                      <a:pt x="63" y="426"/>
                    </a:cubicBezTo>
                    <a:cubicBezTo>
                      <a:pt x="55" y="430"/>
                      <a:pt x="48" y="434"/>
                      <a:pt x="35" y="439"/>
                    </a:cubicBezTo>
                    <a:cubicBezTo>
                      <a:pt x="28" y="446"/>
                      <a:pt x="20" y="454"/>
                      <a:pt x="12" y="466"/>
                    </a:cubicBezTo>
                    <a:cubicBezTo>
                      <a:pt x="0" y="486"/>
                      <a:pt x="0" y="505"/>
                      <a:pt x="0" y="529"/>
                    </a:cubicBezTo>
                    <a:cubicBezTo>
                      <a:pt x="0" y="557"/>
                      <a:pt x="4" y="584"/>
                      <a:pt x="12" y="612"/>
                    </a:cubicBezTo>
                    <a:cubicBezTo>
                      <a:pt x="20" y="639"/>
                      <a:pt x="28" y="663"/>
                      <a:pt x="39" y="679"/>
                    </a:cubicBezTo>
                    <a:cubicBezTo>
                      <a:pt x="59" y="710"/>
                      <a:pt x="86" y="730"/>
                      <a:pt x="119" y="742"/>
                    </a:cubicBezTo>
                    <a:cubicBezTo>
                      <a:pt x="146" y="758"/>
                      <a:pt x="181" y="765"/>
                      <a:pt x="213" y="765"/>
                    </a:cubicBezTo>
                    <a:cubicBezTo>
                      <a:pt x="221" y="765"/>
                      <a:pt x="228" y="765"/>
                      <a:pt x="233" y="761"/>
                    </a:cubicBezTo>
                    <a:cubicBezTo>
                      <a:pt x="280" y="758"/>
                      <a:pt x="323" y="746"/>
                      <a:pt x="367" y="726"/>
                    </a:cubicBezTo>
                    <a:cubicBezTo>
                      <a:pt x="406" y="710"/>
                      <a:pt x="446" y="687"/>
                      <a:pt x="481" y="667"/>
                    </a:cubicBezTo>
                    <a:cubicBezTo>
                      <a:pt x="631" y="588"/>
                      <a:pt x="792" y="521"/>
                      <a:pt x="938" y="434"/>
                    </a:cubicBezTo>
                    <a:cubicBezTo>
                      <a:pt x="1065" y="359"/>
                      <a:pt x="1198" y="308"/>
                      <a:pt x="1325" y="217"/>
                    </a:cubicBezTo>
                    <a:cubicBezTo>
                      <a:pt x="1345" y="202"/>
                      <a:pt x="1364" y="186"/>
                      <a:pt x="1380" y="162"/>
                    </a:cubicBezTo>
                    <a:cubicBezTo>
                      <a:pt x="1392" y="142"/>
                      <a:pt x="1404" y="119"/>
                      <a:pt x="1408" y="88"/>
                    </a:cubicBezTo>
                    <a:lnTo>
                      <a:pt x="1408" y="79"/>
                    </a:lnTo>
                    <a:cubicBezTo>
                      <a:pt x="1408" y="68"/>
                      <a:pt x="1404" y="55"/>
                      <a:pt x="1400" y="44"/>
                    </a:cubicBezTo>
                    <a:cubicBezTo>
                      <a:pt x="1392" y="28"/>
                      <a:pt x="1384" y="20"/>
                      <a:pt x="1369" y="13"/>
                    </a:cubicBezTo>
                    <a:cubicBezTo>
                      <a:pt x="1353" y="1"/>
                      <a:pt x="1333" y="1"/>
                      <a:pt x="1313" y="1"/>
                    </a:cubicBezTo>
                    <a:cubicBezTo>
                      <a:pt x="1298" y="1"/>
                      <a:pt x="1278" y="1"/>
                      <a:pt x="1262" y="4"/>
                    </a:cubicBezTo>
                    <a:cubicBezTo>
                      <a:pt x="1246" y="8"/>
                      <a:pt x="1231" y="8"/>
                      <a:pt x="1218" y="8"/>
                    </a:cubicBezTo>
                    <a:cubicBezTo>
                      <a:pt x="1211" y="13"/>
                      <a:pt x="1203" y="13"/>
                      <a:pt x="1191" y="13"/>
                    </a:cubicBezTo>
                    <a:cubicBezTo>
                      <a:pt x="1151" y="13"/>
                      <a:pt x="1104" y="4"/>
                      <a:pt x="1061" y="1"/>
                    </a:cubicBezTo>
                    <a:close/>
                  </a:path>
                </a:pathLst>
              </a:custGeom>
              <a:solidFill>
                <a:srgbClr val="000000"/>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7" name="Google Shape;2487;p53"/>
              <p:cNvSpPr/>
              <p:nvPr/>
            </p:nvSpPr>
            <p:spPr>
              <a:xfrm>
                <a:off x="-2336229" y="1857947"/>
                <a:ext cx="520108" cy="1284830"/>
              </a:xfrm>
              <a:custGeom>
                <a:rect b="b" l="l" r="r" t="t"/>
                <a:pathLst>
                  <a:path extrusionOk="0" h="3703" w="1499">
                    <a:moveTo>
                      <a:pt x="519" y="1"/>
                    </a:moveTo>
                    <a:cubicBezTo>
                      <a:pt x="491" y="1"/>
                      <a:pt x="466" y="27"/>
                      <a:pt x="454" y="67"/>
                    </a:cubicBezTo>
                    <a:cubicBezTo>
                      <a:pt x="450" y="86"/>
                      <a:pt x="450" y="114"/>
                      <a:pt x="454" y="138"/>
                    </a:cubicBezTo>
                    <a:cubicBezTo>
                      <a:pt x="470" y="315"/>
                      <a:pt x="485" y="497"/>
                      <a:pt x="501" y="678"/>
                    </a:cubicBezTo>
                    <a:cubicBezTo>
                      <a:pt x="501" y="695"/>
                      <a:pt x="522" y="829"/>
                      <a:pt x="480" y="829"/>
                    </a:cubicBezTo>
                    <a:cubicBezTo>
                      <a:pt x="474" y="829"/>
                      <a:pt x="466" y="826"/>
                      <a:pt x="457" y="820"/>
                    </a:cubicBezTo>
                    <a:cubicBezTo>
                      <a:pt x="438" y="805"/>
                      <a:pt x="434" y="781"/>
                      <a:pt x="430" y="761"/>
                    </a:cubicBezTo>
                    <a:cubicBezTo>
                      <a:pt x="414" y="650"/>
                      <a:pt x="394" y="544"/>
                      <a:pt x="379" y="434"/>
                    </a:cubicBezTo>
                    <a:cubicBezTo>
                      <a:pt x="363" y="347"/>
                      <a:pt x="347" y="261"/>
                      <a:pt x="323" y="177"/>
                    </a:cubicBezTo>
                    <a:cubicBezTo>
                      <a:pt x="319" y="166"/>
                      <a:pt x="312" y="150"/>
                      <a:pt x="304" y="142"/>
                    </a:cubicBezTo>
                    <a:cubicBezTo>
                      <a:pt x="296" y="134"/>
                      <a:pt x="285" y="131"/>
                      <a:pt x="274" y="131"/>
                    </a:cubicBezTo>
                    <a:cubicBezTo>
                      <a:pt x="258" y="131"/>
                      <a:pt x="242" y="138"/>
                      <a:pt x="233" y="150"/>
                    </a:cubicBezTo>
                    <a:cubicBezTo>
                      <a:pt x="213" y="170"/>
                      <a:pt x="205" y="197"/>
                      <a:pt x="205" y="225"/>
                    </a:cubicBezTo>
                    <a:cubicBezTo>
                      <a:pt x="177" y="430"/>
                      <a:pt x="276" y="639"/>
                      <a:pt x="284" y="847"/>
                    </a:cubicBezTo>
                    <a:cubicBezTo>
                      <a:pt x="284" y="860"/>
                      <a:pt x="284" y="879"/>
                      <a:pt x="272" y="887"/>
                    </a:cubicBezTo>
                    <a:cubicBezTo>
                      <a:pt x="269" y="890"/>
                      <a:pt x="266" y="892"/>
                      <a:pt x="263" y="892"/>
                    </a:cubicBezTo>
                    <a:cubicBezTo>
                      <a:pt x="231" y="892"/>
                      <a:pt x="185" y="743"/>
                      <a:pt x="181" y="718"/>
                    </a:cubicBezTo>
                    <a:cubicBezTo>
                      <a:pt x="157" y="607"/>
                      <a:pt x="154" y="497"/>
                      <a:pt x="122" y="394"/>
                    </a:cubicBezTo>
                    <a:cubicBezTo>
                      <a:pt x="119" y="374"/>
                      <a:pt x="110" y="355"/>
                      <a:pt x="95" y="347"/>
                    </a:cubicBezTo>
                    <a:cubicBezTo>
                      <a:pt x="89" y="343"/>
                      <a:pt x="83" y="342"/>
                      <a:pt x="77" y="342"/>
                    </a:cubicBezTo>
                    <a:cubicBezTo>
                      <a:pt x="48" y="342"/>
                      <a:pt x="22" y="377"/>
                      <a:pt x="12" y="410"/>
                    </a:cubicBezTo>
                    <a:cubicBezTo>
                      <a:pt x="8" y="430"/>
                      <a:pt x="4" y="450"/>
                      <a:pt x="4" y="473"/>
                    </a:cubicBezTo>
                    <a:cubicBezTo>
                      <a:pt x="0" y="540"/>
                      <a:pt x="12" y="607"/>
                      <a:pt x="24" y="674"/>
                    </a:cubicBezTo>
                    <a:cubicBezTo>
                      <a:pt x="130" y="1214"/>
                      <a:pt x="257" y="1743"/>
                      <a:pt x="304" y="2290"/>
                    </a:cubicBezTo>
                    <a:cubicBezTo>
                      <a:pt x="339" y="2685"/>
                      <a:pt x="375" y="3080"/>
                      <a:pt x="410" y="3473"/>
                    </a:cubicBezTo>
                    <a:cubicBezTo>
                      <a:pt x="418" y="3553"/>
                      <a:pt x="422" y="3628"/>
                      <a:pt x="430" y="3702"/>
                    </a:cubicBezTo>
                    <a:lnTo>
                      <a:pt x="1498" y="3604"/>
                    </a:lnTo>
                    <a:lnTo>
                      <a:pt x="1455" y="3127"/>
                    </a:lnTo>
                    <a:lnTo>
                      <a:pt x="1487" y="3123"/>
                    </a:lnTo>
                    <a:cubicBezTo>
                      <a:pt x="1482" y="3119"/>
                      <a:pt x="1482" y="3115"/>
                      <a:pt x="1479" y="3107"/>
                    </a:cubicBezTo>
                    <a:cubicBezTo>
                      <a:pt x="1329" y="2721"/>
                      <a:pt x="1163" y="2343"/>
                      <a:pt x="1061" y="1936"/>
                    </a:cubicBezTo>
                    <a:cubicBezTo>
                      <a:pt x="1049" y="1884"/>
                      <a:pt x="1038" y="1833"/>
                      <a:pt x="1045" y="1778"/>
                    </a:cubicBezTo>
                    <a:cubicBezTo>
                      <a:pt x="1056" y="1664"/>
                      <a:pt x="1151" y="1589"/>
                      <a:pt x="1203" y="1491"/>
                    </a:cubicBezTo>
                    <a:cubicBezTo>
                      <a:pt x="1254" y="1396"/>
                      <a:pt x="1266" y="1262"/>
                      <a:pt x="1285" y="1155"/>
                    </a:cubicBezTo>
                    <a:cubicBezTo>
                      <a:pt x="1302" y="1084"/>
                      <a:pt x="1309" y="1013"/>
                      <a:pt x="1321" y="938"/>
                    </a:cubicBezTo>
                    <a:cubicBezTo>
                      <a:pt x="1325" y="891"/>
                      <a:pt x="1353" y="828"/>
                      <a:pt x="1337" y="776"/>
                    </a:cubicBezTo>
                    <a:cubicBezTo>
                      <a:pt x="1329" y="753"/>
                      <a:pt x="1305" y="734"/>
                      <a:pt x="1282" y="729"/>
                    </a:cubicBezTo>
                    <a:cubicBezTo>
                      <a:pt x="1262" y="729"/>
                      <a:pt x="1242" y="741"/>
                      <a:pt x="1231" y="757"/>
                    </a:cubicBezTo>
                    <a:cubicBezTo>
                      <a:pt x="1175" y="824"/>
                      <a:pt x="1171" y="970"/>
                      <a:pt x="1151" y="1053"/>
                    </a:cubicBezTo>
                    <a:cubicBezTo>
                      <a:pt x="1147" y="1076"/>
                      <a:pt x="1140" y="1100"/>
                      <a:pt x="1124" y="1116"/>
                    </a:cubicBezTo>
                    <a:cubicBezTo>
                      <a:pt x="1110" y="1131"/>
                      <a:pt x="1092" y="1137"/>
                      <a:pt x="1073" y="1137"/>
                    </a:cubicBezTo>
                    <a:cubicBezTo>
                      <a:pt x="1041" y="1137"/>
                      <a:pt x="1006" y="1120"/>
                      <a:pt x="985" y="1092"/>
                    </a:cubicBezTo>
                    <a:cubicBezTo>
                      <a:pt x="943" y="1025"/>
                      <a:pt x="962" y="911"/>
                      <a:pt x="954" y="832"/>
                    </a:cubicBezTo>
                    <a:cubicBezTo>
                      <a:pt x="938" y="705"/>
                      <a:pt x="927" y="579"/>
                      <a:pt x="911" y="457"/>
                    </a:cubicBezTo>
                    <a:cubicBezTo>
                      <a:pt x="896" y="335"/>
                      <a:pt x="880" y="213"/>
                      <a:pt x="825" y="102"/>
                    </a:cubicBezTo>
                    <a:cubicBezTo>
                      <a:pt x="816" y="86"/>
                      <a:pt x="801" y="63"/>
                      <a:pt x="781" y="63"/>
                    </a:cubicBezTo>
                    <a:cubicBezTo>
                      <a:pt x="754" y="63"/>
                      <a:pt x="738" y="95"/>
                      <a:pt x="734" y="119"/>
                    </a:cubicBezTo>
                    <a:cubicBezTo>
                      <a:pt x="714" y="197"/>
                      <a:pt x="718" y="279"/>
                      <a:pt x="725" y="363"/>
                    </a:cubicBezTo>
                    <a:cubicBezTo>
                      <a:pt x="730" y="445"/>
                      <a:pt x="738" y="528"/>
                      <a:pt x="741" y="615"/>
                    </a:cubicBezTo>
                    <a:cubicBezTo>
                      <a:pt x="745" y="650"/>
                      <a:pt x="769" y="773"/>
                      <a:pt x="721" y="781"/>
                    </a:cubicBezTo>
                    <a:cubicBezTo>
                      <a:pt x="674" y="650"/>
                      <a:pt x="654" y="512"/>
                      <a:pt x="635" y="374"/>
                    </a:cubicBezTo>
                    <a:cubicBezTo>
                      <a:pt x="619" y="264"/>
                      <a:pt x="631" y="138"/>
                      <a:pt x="572" y="39"/>
                    </a:cubicBezTo>
                    <a:cubicBezTo>
                      <a:pt x="556" y="12"/>
                      <a:pt x="537" y="1"/>
                      <a:pt x="519" y="1"/>
                    </a:cubicBezTo>
                    <a:close/>
                  </a:path>
                </a:pathLst>
              </a:custGeom>
              <a:solidFill>
                <a:srgbClr val="C76A5B"/>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8" name="Google Shape;2488;p53"/>
              <p:cNvSpPr/>
              <p:nvPr/>
            </p:nvSpPr>
            <p:spPr>
              <a:xfrm>
                <a:off x="-2343169" y="1851007"/>
                <a:ext cx="535375" cy="1300097"/>
              </a:xfrm>
              <a:custGeom>
                <a:rect b="b" l="l" r="r" t="t"/>
                <a:pathLst>
                  <a:path extrusionOk="0" h="3747" w="1543">
                    <a:moveTo>
                      <a:pt x="541" y="44"/>
                    </a:moveTo>
                    <a:cubicBezTo>
                      <a:pt x="545" y="44"/>
                      <a:pt x="548" y="44"/>
                      <a:pt x="552" y="48"/>
                    </a:cubicBezTo>
                    <a:cubicBezTo>
                      <a:pt x="561" y="52"/>
                      <a:pt x="564" y="59"/>
                      <a:pt x="572" y="68"/>
                    </a:cubicBezTo>
                    <a:cubicBezTo>
                      <a:pt x="600" y="115"/>
                      <a:pt x="612" y="170"/>
                      <a:pt x="619" y="225"/>
                    </a:cubicBezTo>
                    <a:cubicBezTo>
                      <a:pt x="623" y="281"/>
                      <a:pt x="627" y="339"/>
                      <a:pt x="635" y="399"/>
                    </a:cubicBezTo>
                    <a:cubicBezTo>
                      <a:pt x="655" y="532"/>
                      <a:pt x="674" y="678"/>
                      <a:pt x="722" y="809"/>
                    </a:cubicBezTo>
                    <a:cubicBezTo>
                      <a:pt x="722" y="816"/>
                      <a:pt x="734" y="825"/>
                      <a:pt x="745" y="825"/>
                    </a:cubicBezTo>
                    <a:cubicBezTo>
                      <a:pt x="754" y="820"/>
                      <a:pt x="765" y="816"/>
                      <a:pt x="769" y="809"/>
                    </a:cubicBezTo>
                    <a:cubicBezTo>
                      <a:pt x="781" y="801"/>
                      <a:pt x="785" y="789"/>
                      <a:pt x="789" y="773"/>
                    </a:cubicBezTo>
                    <a:cubicBezTo>
                      <a:pt x="793" y="761"/>
                      <a:pt x="793" y="749"/>
                      <a:pt x="793" y="734"/>
                    </a:cubicBezTo>
                    <a:cubicBezTo>
                      <a:pt x="793" y="714"/>
                      <a:pt x="789" y="694"/>
                      <a:pt x="789" y="674"/>
                    </a:cubicBezTo>
                    <a:cubicBezTo>
                      <a:pt x="785" y="654"/>
                      <a:pt x="785" y="639"/>
                      <a:pt x="781" y="631"/>
                    </a:cubicBezTo>
                    <a:cubicBezTo>
                      <a:pt x="777" y="548"/>
                      <a:pt x="774" y="465"/>
                      <a:pt x="765" y="379"/>
                    </a:cubicBezTo>
                    <a:cubicBezTo>
                      <a:pt x="765" y="343"/>
                      <a:pt x="761" y="304"/>
                      <a:pt x="761" y="264"/>
                    </a:cubicBezTo>
                    <a:cubicBezTo>
                      <a:pt x="761" y="225"/>
                      <a:pt x="765" y="181"/>
                      <a:pt x="774" y="142"/>
                    </a:cubicBezTo>
                    <a:cubicBezTo>
                      <a:pt x="777" y="134"/>
                      <a:pt x="781" y="122"/>
                      <a:pt x="785" y="115"/>
                    </a:cubicBezTo>
                    <a:cubicBezTo>
                      <a:pt x="789" y="110"/>
                      <a:pt x="793" y="106"/>
                      <a:pt x="793" y="106"/>
                    </a:cubicBezTo>
                    <a:lnTo>
                      <a:pt x="805" y="106"/>
                    </a:lnTo>
                    <a:cubicBezTo>
                      <a:pt x="809" y="106"/>
                      <a:pt x="812" y="110"/>
                      <a:pt x="812" y="115"/>
                    </a:cubicBezTo>
                    <a:cubicBezTo>
                      <a:pt x="816" y="122"/>
                      <a:pt x="821" y="126"/>
                      <a:pt x="825" y="134"/>
                    </a:cubicBezTo>
                    <a:cubicBezTo>
                      <a:pt x="876" y="237"/>
                      <a:pt x="896" y="359"/>
                      <a:pt x="911" y="477"/>
                    </a:cubicBezTo>
                    <a:cubicBezTo>
                      <a:pt x="927" y="603"/>
                      <a:pt x="939" y="730"/>
                      <a:pt x="951" y="852"/>
                    </a:cubicBezTo>
                    <a:cubicBezTo>
                      <a:pt x="954" y="891"/>
                      <a:pt x="954" y="938"/>
                      <a:pt x="954" y="986"/>
                    </a:cubicBezTo>
                    <a:cubicBezTo>
                      <a:pt x="954" y="1014"/>
                      <a:pt x="958" y="1038"/>
                      <a:pt x="963" y="1061"/>
                    </a:cubicBezTo>
                    <a:cubicBezTo>
                      <a:pt x="970" y="1085"/>
                      <a:pt x="978" y="1104"/>
                      <a:pt x="990" y="1124"/>
                    </a:cubicBezTo>
                    <a:cubicBezTo>
                      <a:pt x="1002" y="1140"/>
                      <a:pt x="1018" y="1156"/>
                      <a:pt x="1038" y="1163"/>
                    </a:cubicBezTo>
                    <a:cubicBezTo>
                      <a:pt x="1053" y="1175"/>
                      <a:pt x="1073" y="1180"/>
                      <a:pt x="1093" y="1180"/>
                    </a:cubicBezTo>
                    <a:cubicBezTo>
                      <a:pt x="1105" y="1180"/>
                      <a:pt x="1116" y="1180"/>
                      <a:pt x="1129" y="1175"/>
                    </a:cubicBezTo>
                    <a:cubicBezTo>
                      <a:pt x="1140" y="1167"/>
                      <a:pt x="1152" y="1163"/>
                      <a:pt x="1160" y="1151"/>
                    </a:cubicBezTo>
                    <a:cubicBezTo>
                      <a:pt x="1171" y="1140"/>
                      <a:pt x="1180" y="1128"/>
                      <a:pt x="1183" y="1116"/>
                    </a:cubicBezTo>
                    <a:cubicBezTo>
                      <a:pt x="1187" y="1104"/>
                      <a:pt x="1191" y="1089"/>
                      <a:pt x="1191" y="1076"/>
                    </a:cubicBezTo>
                    <a:cubicBezTo>
                      <a:pt x="1203" y="1038"/>
                      <a:pt x="1207" y="978"/>
                      <a:pt x="1218" y="923"/>
                    </a:cubicBezTo>
                    <a:cubicBezTo>
                      <a:pt x="1223" y="896"/>
                      <a:pt x="1231" y="872"/>
                      <a:pt x="1238" y="848"/>
                    </a:cubicBezTo>
                    <a:cubicBezTo>
                      <a:pt x="1247" y="825"/>
                      <a:pt x="1258" y="805"/>
                      <a:pt x="1266" y="793"/>
                    </a:cubicBezTo>
                    <a:cubicBezTo>
                      <a:pt x="1274" y="785"/>
                      <a:pt x="1278" y="781"/>
                      <a:pt x="1286" y="777"/>
                    </a:cubicBezTo>
                    <a:cubicBezTo>
                      <a:pt x="1289" y="773"/>
                      <a:pt x="1294" y="773"/>
                      <a:pt x="1302" y="773"/>
                    </a:cubicBezTo>
                    <a:cubicBezTo>
                      <a:pt x="1305" y="773"/>
                      <a:pt x="1313" y="777"/>
                      <a:pt x="1322" y="781"/>
                    </a:cubicBezTo>
                    <a:cubicBezTo>
                      <a:pt x="1325" y="789"/>
                      <a:pt x="1333" y="796"/>
                      <a:pt x="1333" y="805"/>
                    </a:cubicBezTo>
                    <a:cubicBezTo>
                      <a:pt x="1337" y="812"/>
                      <a:pt x="1341" y="825"/>
                      <a:pt x="1341" y="832"/>
                    </a:cubicBezTo>
                    <a:cubicBezTo>
                      <a:pt x="1341" y="852"/>
                      <a:pt x="1337" y="872"/>
                      <a:pt x="1329" y="896"/>
                    </a:cubicBezTo>
                    <a:cubicBezTo>
                      <a:pt x="1325" y="915"/>
                      <a:pt x="1322" y="934"/>
                      <a:pt x="1318" y="958"/>
                    </a:cubicBezTo>
                    <a:cubicBezTo>
                      <a:pt x="1309" y="1029"/>
                      <a:pt x="1298" y="1100"/>
                      <a:pt x="1286" y="1171"/>
                    </a:cubicBezTo>
                    <a:cubicBezTo>
                      <a:pt x="1274" y="1227"/>
                      <a:pt x="1266" y="1286"/>
                      <a:pt x="1254" y="1345"/>
                    </a:cubicBezTo>
                    <a:cubicBezTo>
                      <a:pt x="1247" y="1400"/>
                      <a:pt x="1231" y="1455"/>
                      <a:pt x="1203" y="1502"/>
                    </a:cubicBezTo>
                    <a:cubicBezTo>
                      <a:pt x="1180" y="1546"/>
                      <a:pt x="1144" y="1589"/>
                      <a:pt x="1112" y="1637"/>
                    </a:cubicBezTo>
                    <a:cubicBezTo>
                      <a:pt x="1081" y="1684"/>
                      <a:pt x="1049" y="1735"/>
                      <a:pt x="1041" y="1798"/>
                    </a:cubicBezTo>
                    <a:lnTo>
                      <a:pt x="1041" y="1830"/>
                    </a:lnTo>
                    <a:cubicBezTo>
                      <a:pt x="1041" y="1877"/>
                      <a:pt x="1049" y="1921"/>
                      <a:pt x="1061" y="1960"/>
                    </a:cubicBezTo>
                    <a:cubicBezTo>
                      <a:pt x="1163" y="2367"/>
                      <a:pt x="1323" y="2743"/>
                      <a:pt x="1475" y="3127"/>
                    </a:cubicBezTo>
                    <a:lnTo>
                      <a:pt x="1475" y="3127"/>
                    </a:lnTo>
                    <a:lnTo>
                      <a:pt x="1471" y="3127"/>
                    </a:lnTo>
                    <a:cubicBezTo>
                      <a:pt x="1460" y="3127"/>
                      <a:pt x="1451" y="3139"/>
                      <a:pt x="1451" y="3151"/>
                    </a:cubicBezTo>
                    <a:lnTo>
                      <a:pt x="1495" y="3604"/>
                    </a:lnTo>
                    <a:lnTo>
                      <a:pt x="471" y="3701"/>
                    </a:lnTo>
                    <a:lnTo>
                      <a:pt x="471" y="3701"/>
                    </a:lnTo>
                    <a:cubicBezTo>
                      <a:pt x="464" y="3632"/>
                      <a:pt x="457" y="3562"/>
                      <a:pt x="450" y="3493"/>
                    </a:cubicBezTo>
                    <a:cubicBezTo>
                      <a:pt x="419" y="3100"/>
                      <a:pt x="383" y="2705"/>
                      <a:pt x="348" y="2307"/>
                    </a:cubicBezTo>
                    <a:cubicBezTo>
                      <a:pt x="300" y="1759"/>
                      <a:pt x="170" y="1227"/>
                      <a:pt x="68" y="690"/>
                    </a:cubicBezTo>
                    <a:cubicBezTo>
                      <a:pt x="55" y="631"/>
                      <a:pt x="44" y="576"/>
                      <a:pt x="44" y="521"/>
                    </a:cubicBezTo>
                    <a:lnTo>
                      <a:pt x="44" y="493"/>
                    </a:lnTo>
                    <a:cubicBezTo>
                      <a:pt x="48" y="474"/>
                      <a:pt x="48" y="454"/>
                      <a:pt x="55" y="434"/>
                    </a:cubicBezTo>
                    <a:cubicBezTo>
                      <a:pt x="55" y="422"/>
                      <a:pt x="64" y="406"/>
                      <a:pt x="71" y="399"/>
                    </a:cubicBezTo>
                    <a:cubicBezTo>
                      <a:pt x="79" y="394"/>
                      <a:pt x="83" y="390"/>
                      <a:pt x="88" y="387"/>
                    </a:cubicBezTo>
                    <a:cubicBezTo>
                      <a:pt x="91" y="387"/>
                      <a:pt x="95" y="383"/>
                      <a:pt x="95" y="383"/>
                    </a:cubicBezTo>
                    <a:cubicBezTo>
                      <a:pt x="99" y="383"/>
                      <a:pt x="99" y="383"/>
                      <a:pt x="103" y="387"/>
                    </a:cubicBezTo>
                    <a:cubicBezTo>
                      <a:pt x="106" y="387"/>
                      <a:pt x="111" y="390"/>
                      <a:pt x="111" y="399"/>
                    </a:cubicBezTo>
                    <a:cubicBezTo>
                      <a:pt x="115" y="403"/>
                      <a:pt x="119" y="410"/>
                      <a:pt x="123" y="418"/>
                    </a:cubicBezTo>
                    <a:cubicBezTo>
                      <a:pt x="150" y="521"/>
                      <a:pt x="159" y="631"/>
                      <a:pt x="177" y="741"/>
                    </a:cubicBezTo>
                    <a:cubicBezTo>
                      <a:pt x="182" y="749"/>
                      <a:pt x="186" y="761"/>
                      <a:pt x="190" y="781"/>
                    </a:cubicBezTo>
                    <a:cubicBezTo>
                      <a:pt x="197" y="809"/>
                      <a:pt x="210" y="844"/>
                      <a:pt x="225" y="872"/>
                    </a:cubicBezTo>
                    <a:cubicBezTo>
                      <a:pt x="233" y="887"/>
                      <a:pt x="237" y="899"/>
                      <a:pt x="248" y="911"/>
                    </a:cubicBezTo>
                    <a:cubicBezTo>
                      <a:pt x="253" y="919"/>
                      <a:pt x="257" y="923"/>
                      <a:pt x="261" y="927"/>
                    </a:cubicBezTo>
                    <a:cubicBezTo>
                      <a:pt x="268" y="931"/>
                      <a:pt x="277" y="934"/>
                      <a:pt x="284" y="934"/>
                    </a:cubicBezTo>
                    <a:cubicBezTo>
                      <a:pt x="288" y="934"/>
                      <a:pt x="292" y="934"/>
                      <a:pt x="300" y="931"/>
                    </a:cubicBezTo>
                    <a:cubicBezTo>
                      <a:pt x="304" y="931"/>
                      <a:pt x="308" y="927"/>
                      <a:pt x="308" y="923"/>
                    </a:cubicBezTo>
                    <a:cubicBezTo>
                      <a:pt x="316" y="915"/>
                      <a:pt x="319" y="907"/>
                      <a:pt x="324" y="899"/>
                    </a:cubicBezTo>
                    <a:cubicBezTo>
                      <a:pt x="328" y="887"/>
                      <a:pt x="328" y="880"/>
                      <a:pt x="328" y="872"/>
                    </a:cubicBezTo>
                    <a:lnTo>
                      <a:pt x="328" y="863"/>
                    </a:lnTo>
                    <a:cubicBezTo>
                      <a:pt x="324" y="769"/>
                      <a:pt x="300" y="678"/>
                      <a:pt x="281" y="583"/>
                    </a:cubicBezTo>
                    <a:cubicBezTo>
                      <a:pt x="261" y="493"/>
                      <a:pt x="241" y="403"/>
                      <a:pt x="241" y="316"/>
                    </a:cubicBezTo>
                    <a:cubicBezTo>
                      <a:pt x="241" y="292"/>
                      <a:pt x="241" y="268"/>
                      <a:pt x="245" y="248"/>
                    </a:cubicBezTo>
                    <a:cubicBezTo>
                      <a:pt x="245" y="233"/>
                      <a:pt x="248" y="221"/>
                      <a:pt x="253" y="213"/>
                    </a:cubicBezTo>
                    <a:cubicBezTo>
                      <a:pt x="257" y="201"/>
                      <a:pt x="261" y="193"/>
                      <a:pt x="268" y="186"/>
                    </a:cubicBezTo>
                    <a:cubicBezTo>
                      <a:pt x="272" y="177"/>
                      <a:pt x="284" y="174"/>
                      <a:pt x="296" y="174"/>
                    </a:cubicBezTo>
                    <a:cubicBezTo>
                      <a:pt x="300" y="174"/>
                      <a:pt x="304" y="174"/>
                      <a:pt x="308" y="177"/>
                    </a:cubicBezTo>
                    <a:cubicBezTo>
                      <a:pt x="312" y="181"/>
                      <a:pt x="312" y="181"/>
                      <a:pt x="316" y="186"/>
                    </a:cubicBezTo>
                    <a:cubicBezTo>
                      <a:pt x="316" y="193"/>
                      <a:pt x="319" y="197"/>
                      <a:pt x="319" y="201"/>
                    </a:cubicBezTo>
                    <a:cubicBezTo>
                      <a:pt x="348" y="284"/>
                      <a:pt x="363" y="370"/>
                      <a:pt x="375" y="458"/>
                    </a:cubicBezTo>
                    <a:cubicBezTo>
                      <a:pt x="395" y="568"/>
                      <a:pt x="410" y="674"/>
                      <a:pt x="430" y="785"/>
                    </a:cubicBezTo>
                    <a:cubicBezTo>
                      <a:pt x="430" y="796"/>
                      <a:pt x="434" y="809"/>
                      <a:pt x="438" y="820"/>
                    </a:cubicBezTo>
                    <a:cubicBezTo>
                      <a:pt x="442" y="832"/>
                      <a:pt x="450" y="848"/>
                      <a:pt x="461" y="856"/>
                    </a:cubicBezTo>
                    <a:cubicBezTo>
                      <a:pt x="470" y="860"/>
                      <a:pt x="474" y="863"/>
                      <a:pt x="481" y="867"/>
                    </a:cubicBezTo>
                    <a:cubicBezTo>
                      <a:pt x="485" y="867"/>
                      <a:pt x="494" y="872"/>
                      <a:pt x="501" y="872"/>
                    </a:cubicBezTo>
                    <a:cubicBezTo>
                      <a:pt x="505" y="872"/>
                      <a:pt x="513" y="867"/>
                      <a:pt x="517" y="867"/>
                    </a:cubicBezTo>
                    <a:cubicBezTo>
                      <a:pt x="525" y="863"/>
                      <a:pt x="532" y="856"/>
                      <a:pt x="537" y="848"/>
                    </a:cubicBezTo>
                    <a:cubicBezTo>
                      <a:pt x="541" y="840"/>
                      <a:pt x="545" y="828"/>
                      <a:pt x="545" y="816"/>
                    </a:cubicBezTo>
                    <a:cubicBezTo>
                      <a:pt x="548" y="805"/>
                      <a:pt x="548" y="793"/>
                      <a:pt x="548" y="777"/>
                    </a:cubicBezTo>
                    <a:cubicBezTo>
                      <a:pt x="548" y="761"/>
                      <a:pt x="548" y="741"/>
                      <a:pt x="545" y="725"/>
                    </a:cubicBezTo>
                    <a:lnTo>
                      <a:pt x="545" y="706"/>
                    </a:lnTo>
                    <a:cubicBezTo>
                      <a:pt x="545" y="702"/>
                      <a:pt x="541" y="694"/>
                      <a:pt x="541" y="694"/>
                    </a:cubicBezTo>
                    <a:cubicBezTo>
                      <a:pt x="525" y="512"/>
                      <a:pt x="509" y="335"/>
                      <a:pt x="494" y="154"/>
                    </a:cubicBezTo>
                    <a:lnTo>
                      <a:pt x="494" y="122"/>
                    </a:lnTo>
                    <a:cubicBezTo>
                      <a:pt x="494" y="110"/>
                      <a:pt x="494" y="99"/>
                      <a:pt x="497" y="91"/>
                    </a:cubicBezTo>
                    <a:cubicBezTo>
                      <a:pt x="501" y="75"/>
                      <a:pt x="509" y="63"/>
                      <a:pt x="517" y="55"/>
                    </a:cubicBezTo>
                    <a:cubicBezTo>
                      <a:pt x="525" y="48"/>
                      <a:pt x="532" y="44"/>
                      <a:pt x="541" y="44"/>
                    </a:cubicBezTo>
                    <a:close/>
                    <a:moveTo>
                      <a:pt x="541" y="0"/>
                    </a:moveTo>
                    <a:cubicBezTo>
                      <a:pt x="517" y="0"/>
                      <a:pt x="501" y="8"/>
                      <a:pt x="485" y="24"/>
                    </a:cubicBezTo>
                    <a:cubicBezTo>
                      <a:pt x="470" y="39"/>
                      <a:pt x="461" y="59"/>
                      <a:pt x="454" y="79"/>
                    </a:cubicBezTo>
                    <a:cubicBezTo>
                      <a:pt x="450" y="95"/>
                      <a:pt x="450" y="106"/>
                      <a:pt x="450" y="122"/>
                    </a:cubicBezTo>
                    <a:lnTo>
                      <a:pt x="450" y="158"/>
                    </a:lnTo>
                    <a:cubicBezTo>
                      <a:pt x="466" y="339"/>
                      <a:pt x="481" y="517"/>
                      <a:pt x="497" y="698"/>
                    </a:cubicBezTo>
                    <a:cubicBezTo>
                      <a:pt x="497" y="702"/>
                      <a:pt x="501" y="706"/>
                      <a:pt x="501" y="710"/>
                    </a:cubicBezTo>
                    <a:cubicBezTo>
                      <a:pt x="501" y="725"/>
                      <a:pt x="505" y="754"/>
                      <a:pt x="505" y="777"/>
                    </a:cubicBezTo>
                    <a:cubicBezTo>
                      <a:pt x="505" y="796"/>
                      <a:pt x="505" y="812"/>
                      <a:pt x="501" y="820"/>
                    </a:cubicBezTo>
                    <a:cubicBezTo>
                      <a:pt x="499" y="822"/>
                      <a:pt x="498" y="824"/>
                      <a:pt x="498" y="826"/>
                    </a:cubicBezTo>
                    <a:lnTo>
                      <a:pt x="498" y="826"/>
                    </a:lnTo>
                    <a:cubicBezTo>
                      <a:pt x="496" y="824"/>
                      <a:pt x="493" y="822"/>
                      <a:pt x="490" y="820"/>
                    </a:cubicBezTo>
                    <a:cubicBezTo>
                      <a:pt x="485" y="816"/>
                      <a:pt x="481" y="812"/>
                      <a:pt x="477" y="805"/>
                    </a:cubicBezTo>
                    <a:cubicBezTo>
                      <a:pt x="477" y="796"/>
                      <a:pt x="474" y="789"/>
                      <a:pt x="474" y="777"/>
                    </a:cubicBezTo>
                    <a:cubicBezTo>
                      <a:pt x="454" y="667"/>
                      <a:pt x="438" y="560"/>
                      <a:pt x="419" y="450"/>
                    </a:cubicBezTo>
                    <a:cubicBezTo>
                      <a:pt x="406" y="363"/>
                      <a:pt x="390" y="276"/>
                      <a:pt x="363" y="190"/>
                    </a:cubicBezTo>
                    <a:cubicBezTo>
                      <a:pt x="359" y="181"/>
                      <a:pt x="359" y="174"/>
                      <a:pt x="355" y="170"/>
                    </a:cubicBezTo>
                    <a:cubicBezTo>
                      <a:pt x="352" y="162"/>
                      <a:pt x="343" y="154"/>
                      <a:pt x="339" y="146"/>
                    </a:cubicBezTo>
                    <a:cubicBezTo>
                      <a:pt x="324" y="134"/>
                      <a:pt x="308" y="130"/>
                      <a:pt x="296" y="130"/>
                    </a:cubicBezTo>
                    <a:cubicBezTo>
                      <a:pt x="272" y="130"/>
                      <a:pt x="253" y="139"/>
                      <a:pt x="237" y="154"/>
                    </a:cubicBezTo>
                    <a:cubicBezTo>
                      <a:pt x="225" y="170"/>
                      <a:pt x="217" y="181"/>
                      <a:pt x="210" y="197"/>
                    </a:cubicBezTo>
                    <a:cubicBezTo>
                      <a:pt x="206" y="213"/>
                      <a:pt x="206" y="228"/>
                      <a:pt x="201" y="241"/>
                    </a:cubicBezTo>
                    <a:cubicBezTo>
                      <a:pt x="197" y="264"/>
                      <a:pt x="197" y="292"/>
                      <a:pt x="197" y="316"/>
                    </a:cubicBezTo>
                    <a:cubicBezTo>
                      <a:pt x="197" y="410"/>
                      <a:pt x="217" y="501"/>
                      <a:pt x="237" y="596"/>
                    </a:cubicBezTo>
                    <a:cubicBezTo>
                      <a:pt x="261" y="687"/>
                      <a:pt x="281" y="777"/>
                      <a:pt x="284" y="867"/>
                    </a:cubicBezTo>
                    <a:lnTo>
                      <a:pt x="284" y="872"/>
                    </a:lnTo>
                    <a:cubicBezTo>
                      <a:pt x="284" y="878"/>
                      <a:pt x="284" y="882"/>
                      <a:pt x="282" y="885"/>
                    </a:cubicBezTo>
                    <a:lnTo>
                      <a:pt x="282" y="885"/>
                    </a:lnTo>
                    <a:cubicBezTo>
                      <a:pt x="282" y="885"/>
                      <a:pt x="281" y="884"/>
                      <a:pt x="281" y="883"/>
                    </a:cubicBezTo>
                    <a:cubicBezTo>
                      <a:pt x="277" y="876"/>
                      <a:pt x="268" y="863"/>
                      <a:pt x="261" y="852"/>
                    </a:cubicBezTo>
                    <a:cubicBezTo>
                      <a:pt x="253" y="828"/>
                      <a:pt x="241" y="801"/>
                      <a:pt x="237" y="781"/>
                    </a:cubicBezTo>
                    <a:cubicBezTo>
                      <a:pt x="233" y="769"/>
                      <a:pt x="229" y="757"/>
                      <a:pt x="225" y="749"/>
                    </a:cubicBezTo>
                    <a:cubicBezTo>
                      <a:pt x="225" y="741"/>
                      <a:pt x="221" y="734"/>
                      <a:pt x="221" y="734"/>
                    </a:cubicBezTo>
                    <a:cubicBezTo>
                      <a:pt x="201" y="627"/>
                      <a:pt x="194" y="517"/>
                      <a:pt x="162" y="406"/>
                    </a:cubicBezTo>
                    <a:cubicBezTo>
                      <a:pt x="159" y="399"/>
                      <a:pt x="159" y="387"/>
                      <a:pt x="150" y="375"/>
                    </a:cubicBezTo>
                    <a:cubicBezTo>
                      <a:pt x="146" y="367"/>
                      <a:pt x="135" y="355"/>
                      <a:pt x="123" y="347"/>
                    </a:cubicBezTo>
                    <a:cubicBezTo>
                      <a:pt x="115" y="343"/>
                      <a:pt x="106" y="339"/>
                      <a:pt x="95" y="339"/>
                    </a:cubicBezTo>
                    <a:cubicBezTo>
                      <a:pt x="83" y="339"/>
                      <a:pt x="75" y="343"/>
                      <a:pt x="64" y="352"/>
                    </a:cubicBezTo>
                    <a:cubicBezTo>
                      <a:pt x="52" y="359"/>
                      <a:pt x="40" y="370"/>
                      <a:pt x="32" y="383"/>
                    </a:cubicBezTo>
                    <a:cubicBezTo>
                      <a:pt x="24" y="394"/>
                      <a:pt x="17" y="410"/>
                      <a:pt x="12" y="422"/>
                    </a:cubicBezTo>
                    <a:cubicBezTo>
                      <a:pt x="4" y="446"/>
                      <a:pt x="4" y="470"/>
                      <a:pt x="0" y="493"/>
                    </a:cubicBezTo>
                    <a:lnTo>
                      <a:pt x="0" y="521"/>
                    </a:lnTo>
                    <a:cubicBezTo>
                      <a:pt x="0" y="580"/>
                      <a:pt x="12" y="643"/>
                      <a:pt x="24" y="698"/>
                    </a:cubicBezTo>
                    <a:cubicBezTo>
                      <a:pt x="126" y="1238"/>
                      <a:pt x="257" y="1766"/>
                      <a:pt x="304" y="2310"/>
                    </a:cubicBezTo>
                    <a:cubicBezTo>
                      <a:pt x="339" y="2709"/>
                      <a:pt x="375" y="3103"/>
                      <a:pt x="406" y="3498"/>
                    </a:cubicBezTo>
                    <a:cubicBezTo>
                      <a:pt x="414" y="3573"/>
                      <a:pt x="423" y="3651"/>
                      <a:pt x="430" y="3726"/>
                    </a:cubicBezTo>
                    <a:cubicBezTo>
                      <a:pt x="430" y="3730"/>
                      <a:pt x="430" y="3738"/>
                      <a:pt x="438" y="3742"/>
                    </a:cubicBezTo>
                    <a:cubicBezTo>
                      <a:pt x="442" y="3746"/>
                      <a:pt x="446" y="3746"/>
                      <a:pt x="454" y="3746"/>
                    </a:cubicBezTo>
                    <a:lnTo>
                      <a:pt x="1522" y="3644"/>
                    </a:lnTo>
                    <a:cubicBezTo>
                      <a:pt x="1526" y="3644"/>
                      <a:pt x="1534" y="3640"/>
                      <a:pt x="1538" y="3635"/>
                    </a:cubicBezTo>
                    <a:cubicBezTo>
                      <a:pt x="1542" y="3632"/>
                      <a:pt x="1542" y="3628"/>
                      <a:pt x="1542" y="3620"/>
                    </a:cubicBezTo>
                    <a:lnTo>
                      <a:pt x="1499" y="3167"/>
                    </a:lnTo>
                    <a:lnTo>
                      <a:pt x="1507" y="3167"/>
                    </a:lnTo>
                    <a:cubicBezTo>
                      <a:pt x="1515" y="3167"/>
                      <a:pt x="1522" y="3162"/>
                      <a:pt x="1526" y="3155"/>
                    </a:cubicBezTo>
                    <a:cubicBezTo>
                      <a:pt x="1531" y="3151"/>
                      <a:pt x="1531" y="3143"/>
                      <a:pt x="1526" y="3135"/>
                    </a:cubicBezTo>
                    <a:cubicBezTo>
                      <a:pt x="1522" y="3131"/>
                      <a:pt x="1522" y="3127"/>
                      <a:pt x="1518" y="3120"/>
                    </a:cubicBezTo>
                    <a:cubicBezTo>
                      <a:pt x="1369" y="2733"/>
                      <a:pt x="1203" y="2354"/>
                      <a:pt x="1105" y="1948"/>
                    </a:cubicBezTo>
                    <a:cubicBezTo>
                      <a:pt x="1093" y="1908"/>
                      <a:pt x="1085" y="1869"/>
                      <a:pt x="1085" y="1830"/>
                    </a:cubicBezTo>
                    <a:lnTo>
                      <a:pt x="1085" y="1802"/>
                    </a:lnTo>
                    <a:cubicBezTo>
                      <a:pt x="1093" y="1751"/>
                      <a:pt x="1116" y="1708"/>
                      <a:pt x="1147" y="1660"/>
                    </a:cubicBezTo>
                    <a:cubicBezTo>
                      <a:pt x="1180" y="1617"/>
                      <a:pt x="1215" y="1573"/>
                      <a:pt x="1242" y="1522"/>
                    </a:cubicBezTo>
                    <a:cubicBezTo>
                      <a:pt x="1270" y="1471"/>
                      <a:pt x="1286" y="1411"/>
                      <a:pt x="1298" y="1353"/>
                    </a:cubicBezTo>
                    <a:cubicBezTo>
                      <a:pt x="1309" y="1293"/>
                      <a:pt x="1318" y="1231"/>
                      <a:pt x="1329" y="1180"/>
                    </a:cubicBezTo>
                    <a:cubicBezTo>
                      <a:pt x="1341" y="1109"/>
                      <a:pt x="1353" y="1033"/>
                      <a:pt x="1360" y="962"/>
                    </a:cubicBezTo>
                    <a:cubicBezTo>
                      <a:pt x="1365" y="947"/>
                      <a:pt x="1369" y="923"/>
                      <a:pt x="1373" y="903"/>
                    </a:cubicBezTo>
                    <a:cubicBezTo>
                      <a:pt x="1376" y="880"/>
                      <a:pt x="1384" y="856"/>
                      <a:pt x="1384" y="832"/>
                    </a:cubicBezTo>
                    <a:cubicBezTo>
                      <a:pt x="1384" y="820"/>
                      <a:pt x="1380" y="805"/>
                      <a:pt x="1376" y="793"/>
                    </a:cubicBezTo>
                    <a:cubicBezTo>
                      <a:pt x="1373" y="777"/>
                      <a:pt x="1360" y="761"/>
                      <a:pt x="1349" y="749"/>
                    </a:cubicBezTo>
                    <a:cubicBezTo>
                      <a:pt x="1337" y="738"/>
                      <a:pt x="1322" y="730"/>
                      <a:pt x="1302" y="730"/>
                    </a:cubicBezTo>
                    <a:cubicBezTo>
                      <a:pt x="1286" y="730"/>
                      <a:pt x="1274" y="734"/>
                      <a:pt x="1262" y="741"/>
                    </a:cubicBezTo>
                    <a:cubicBezTo>
                      <a:pt x="1251" y="745"/>
                      <a:pt x="1242" y="754"/>
                      <a:pt x="1235" y="765"/>
                    </a:cubicBezTo>
                    <a:cubicBezTo>
                      <a:pt x="1218" y="785"/>
                      <a:pt x="1207" y="809"/>
                      <a:pt x="1199" y="832"/>
                    </a:cubicBezTo>
                    <a:cubicBezTo>
                      <a:pt x="1183" y="872"/>
                      <a:pt x="1176" y="915"/>
                      <a:pt x="1167" y="958"/>
                    </a:cubicBezTo>
                    <a:cubicBezTo>
                      <a:pt x="1164" y="1002"/>
                      <a:pt x="1156" y="1041"/>
                      <a:pt x="1152" y="1069"/>
                    </a:cubicBezTo>
                    <a:cubicBezTo>
                      <a:pt x="1147" y="1080"/>
                      <a:pt x="1144" y="1093"/>
                      <a:pt x="1140" y="1100"/>
                    </a:cubicBezTo>
                    <a:cubicBezTo>
                      <a:pt x="1140" y="1109"/>
                      <a:pt x="1136" y="1116"/>
                      <a:pt x="1129" y="1124"/>
                    </a:cubicBezTo>
                    <a:cubicBezTo>
                      <a:pt x="1124" y="1128"/>
                      <a:pt x="1120" y="1132"/>
                      <a:pt x="1112" y="1132"/>
                    </a:cubicBezTo>
                    <a:cubicBezTo>
                      <a:pt x="1109" y="1136"/>
                      <a:pt x="1100" y="1136"/>
                      <a:pt x="1093" y="1136"/>
                    </a:cubicBezTo>
                    <a:cubicBezTo>
                      <a:pt x="1081" y="1136"/>
                      <a:pt x="1069" y="1132"/>
                      <a:pt x="1058" y="1128"/>
                    </a:cubicBezTo>
                    <a:cubicBezTo>
                      <a:pt x="1045" y="1120"/>
                      <a:pt x="1034" y="1112"/>
                      <a:pt x="1025" y="1100"/>
                    </a:cubicBezTo>
                    <a:cubicBezTo>
                      <a:pt x="1018" y="1089"/>
                      <a:pt x="1010" y="1069"/>
                      <a:pt x="1005" y="1049"/>
                    </a:cubicBezTo>
                    <a:cubicBezTo>
                      <a:pt x="998" y="1022"/>
                      <a:pt x="998" y="986"/>
                      <a:pt x="998" y="951"/>
                    </a:cubicBezTo>
                    <a:cubicBezTo>
                      <a:pt x="998" y="915"/>
                      <a:pt x="998" y="880"/>
                      <a:pt x="994" y="848"/>
                    </a:cubicBezTo>
                    <a:cubicBezTo>
                      <a:pt x="982" y="722"/>
                      <a:pt x="970" y="599"/>
                      <a:pt x="954" y="474"/>
                    </a:cubicBezTo>
                    <a:cubicBezTo>
                      <a:pt x="939" y="352"/>
                      <a:pt x="919" y="228"/>
                      <a:pt x="864" y="115"/>
                    </a:cubicBezTo>
                    <a:cubicBezTo>
                      <a:pt x="860" y="103"/>
                      <a:pt x="852" y="91"/>
                      <a:pt x="845" y="83"/>
                    </a:cubicBezTo>
                    <a:cubicBezTo>
                      <a:pt x="836" y="75"/>
                      <a:pt x="832" y="71"/>
                      <a:pt x="825" y="68"/>
                    </a:cubicBezTo>
                    <a:cubicBezTo>
                      <a:pt x="816" y="63"/>
                      <a:pt x="809" y="63"/>
                      <a:pt x="801" y="63"/>
                    </a:cubicBezTo>
                    <a:cubicBezTo>
                      <a:pt x="789" y="63"/>
                      <a:pt x="777" y="63"/>
                      <a:pt x="769" y="71"/>
                    </a:cubicBezTo>
                    <a:cubicBezTo>
                      <a:pt x="758" y="79"/>
                      <a:pt x="750" y="87"/>
                      <a:pt x="745" y="99"/>
                    </a:cubicBezTo>
                    <a:cubicBezTo>
                      <a:pt x="738" y="110"/>
                      <a:pt x="734" y="122"/>
                      <a:pt x="730" y="134"/>
                    </a:cubicBezTo>
                    <a:cubicBezTo>
                      <a:pt x="722" y="177"/>
                      <a:pt x="718" y="221"/>
                      <a:pt x="718" y="264"/>
                    </a:cubicBezTo>
                    <a:cubicBezTo>
                      <a:pt x="718" y="304"/>
                      <a:pt x="722" y="343"/>
                      <a:pt x="722" y="383"/>
                    </a:cubicBezTo>
                    <a:cubicBezTo>
                      <a:pt x="730" y="465"/>
                      <a:pt x="734" y="552"/>
                      <a:pt x="738" y="635"/>
                    </a:cubicBezTo>
                    <a:cubicBezTo>
                      <a:pt x="741" y="647"/>
                      <a:pt x="741" y="663"/>
                      <a:pt x="745" y="678"/>
                    </a:cubicBezTo>
                    <a:cubicBezTo>
                      <a:pt x="745" y="698"/>
                      <a:pt x="750" y="718"/>
                      <a:pt x="750" y="734"/>
                    </a:cubicBezTo>
                    <a:cubicBezTo>
                      <a:pt x="750" y="740"/>
                      <a:pt x="749" y="746"/>
                      <a:pt x="748" y="752"/>
                    </a:cubicBezTo>
                    <a:lnTo>
                      <a:pt x="748" y="752"/>
                    </a:lnTo>
                    <a:cubicBezTo>
                      <a:pt x="714" y="637"/>
                      <a:pt x="696" y="514"/>
                      <a:pt x="679" y="394"/>
                    </a:cubicBezTo>
                    <a:cubicBezTo>
                      <a:pt x="670" y="339"/>
                      <a:pt x="667" y="281"/>
                      <a:pt x="663" y="221"/>
                    </a:cubicBezTo>
                    <a:cubicBezTo>
                      <a:pt x="655" y="162"/>
                      <a:pt x="643" y="99"/>
                      <a:pt x="612" y="48"/>
                    </a:cubicBezTo>
                    <a:cubicBezTo>
                      <a:pt x="600" y="32"/>
                      <a:pt x="592" y="20"/>
                      <a:pt x="580" y="12"/>
                    </a:cubicBezTo>
                    <a:cubicBezTo>
                      <a:pt x="568" y="4"/>
                      <a:pt x="552" y="0"/>
                      <a:pt x="541"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9" name="Google Shape;2489;p53"/>
              <p:cNvSpPr/>
              <p:nvPr/>
            </p:nvSpPr>
            <p:spPr>
              <a:xfrm>
                <a:off x="-719019" y="1703894"/>
                <a:ext cx="851117" cy="1314322"/>
              </a:xfrm>
              <a:custGeom>
                <a:rect b="b" l="l" r="r" t="t"/>
                <a:pathLst>
                  <a:path extrusionOk="0" h="3788" w="2453">
                    <a:moveTo>
                      <a:pt x="1261" y="1"/>
                    </a:moveTo>
                    <a:cubicBezTo>
                      <a:pt x="904" y="1"/>
                      <a:pt x="590" y="231"/>
                      <a:pt x="359" y="530"/>
                    </a:cubicBezTo>
                    <a:cubicBezTo>
                      <a:pt x="0" y="996"/>
                      <a:pt x="0" y="1429"/>
                      <a:pt x="99" y="1986"/>
                    </a:cubicBezTo>
                    <a:cubicBezTo>
                      <a:pt x="146" y="2246"/>
                      <a:pt x="166" y="2514"/>
                      <a:pt x="162" y="2778"/>
                    </a:cubicBezTo>
                    <a:cubicBezTo>
                      <a:pt x="157" y="2940"/>
                      <a:pt x="150" y="3102"/>
                      <a:pt x="197" y="3255"/>
                    </a:cubicBezTo>
                    <a:cubicBezTo>
                      <a:pt x="280" y="3535"/>
                      <a:pt x="559" y="3728"/>
                      <a:pt x="852" y="3775"/>
                    </a:cubicBezTo>
                    <a:cubicBezTo>
                      <a:pt x="906" y="3783"/>
                      <a:pt x="965" y="3787"/>
                      <a:pt x="1026" y="3787"/>
                    </a:cubicBezTo>
                    <a:cubicBezTo>
                      <a:pt x="1242" y="3787"/>
                      <a:pt x="1490" y="3737"/>
                      <a:pt x="1684" y="3630"/>
                    </a:cubicBezTo>
                    <a:cubicBezTo>
                      <a:pt x="1790" y="3571"/>
                      <a:pt x="1880" y="3496"/>
                      <a:pt x="1940" y="3402"/>
                    </a:cubicBezTo>
                    <a:cubicBezTo>
                      <a:pt x="2164" y="3042"/>
                      <a:pt x="2286" y="2640"/>
                      <a:pt x="2357" y="2226"/>
                    </a:cubicBezTo>
                    <a:cubicBezTo>
                      <a:pt x="2417" y="1887"/>
                      <a:pt x="2452" y="1540"/>
                      <a:pt x="2405" y="1201"/>
                    </a:cubicBezTo>
                    <a:cubicBezTo>
                      <a:pt x="2330" y="700"/>
                      <a:pt x="2078" y="266"/>
                      <a:pt x="1609" y="73"/>
                    </a:cubicBezTo>
                    <a:cubicBezTo>
                      <a:pt x="1490" y="23"/>
                      <a:pt x="1373" y="1"/>
                      <a:pt x="1261" y="1"/>
                    </a:cubicBezTo>
                    <a:close/>
                  </a:path>
                </a:pathLst>
              </a:custGeom>
              <a:solidFill>
                <a:schemeClr val="accen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0" name="Google Shape;2490;p53"/>
              <p:cNvSpPr/>
              <p:nvPr/>
            </p:nvSpPr>
            <p:spPr>
              <a:xfrm>
                <a:off x="-712427" y="1696260"/>
                <a:ext cx="843137" cy="1328895"/>
              </a:xfrm>
              <a:custGeom>
                <a:rect b="b" l="l" r="r" t="t"/>
                <a:pathLst>
                  <a:path extrusionOk="0" h="3830" w="2430">
                    <a:moveTo>
                      <a:pt x="1243" y="44"/>
                    </a:moveTo>
                    <a:cubicBezTo>
                      <a:pt x="1353" y="44"/>
                      <a:pt x="1463" y="68"/>
                      <a:pt x="1581" y="115"/>
                    </a:cubicBezTo>
                    <a:cubicBezTo>
                      <a:pt x="1814" y="210"/>
                      <a:pt x="1988" y="363"/>
                      <a:pt x="2118" y="556"/>
                    </a:cubicBezTo>
                    <a:cubicBezTo>
                      <a:pt x="2249" y="750"/>
                      <a:pt x="2327" y="978"/>
                      <a:pt x="2362" y="1227"/>
                    </a:cubicBezTo>
                    <a:cubicBezTo>
                      <a:pt x="2382" y="1337"/>
                      <a:pt x="2386" y="1448"/>
                      <a:pt x="2386" y="1562"/>
                    </a:cubicBezTo>
                    <a:cubicBezTo>
                      <a:pt x="2386" y="1791"/>
                      <a:pt x="2358" y="2019"/>
                      <a:pt x="2320" y="2244"/>
                    </a:cubicBezTo>
                    <a:cubicBezTo>
                      <a:pt x="2244" y="2654"/>
                      <a:pt x="2122" y="3056"/>
                      <a:pt x="1901" y="3411"/>
                    </a:cubicBezTo>
                    <a:cubicBezTo>
                      <a:pt x="1846" y="3502"/>
                      <a:pt x="1759" y="3573"/>
                      <a:pt x="1652" y="3632"/>
                    </a:cubicBezTo>
                    <a:cubicBezTo>
                      <a:pt x="1468" y="3739"/>
                      <a:pt x="1223" y="3786"/>
                      <a:pt x="1010" y="3786"/>
                    </a:cubicBezTo>
                    <a:cubicBezTo>
                      <a:pt x="947" y="3786"/>
                      <a:pt x="888" y="3782"/>
                      <a:pt x="837" y="3774"/>
                    </a:cubicBezTo>
                    <a:cubicBezTo>
                      <a:pt x="695" y="3755"/>
                      <a:pt x="556" y="3695"/>
                      <a:pt x="442" y="3608"/>
                    </a:cubicBezTo>
                    <a:cubicBezTo>
                      <a:pt x="327" y="3522"/>
                      <a:pt x="238" y="3408"/>
                      <a:pt x="198" y="3273"/>
                    </a:cubicBezTo>
                    <a:cubicBezTo>
                      <a:pt x="170" y="3179"/>
                      <a:pt x="162" y="3080"/>
                      <a:pt x="162" y="2982"/>
                    </a:cubicBezTo>
                    <a:cubicBezTo>
                      <a:pt x="162" y="2922"/>
                      <a:pt x="162" y="2860"/>
                      <a:pt x="167" y="2800"/>
                    </a:cubicBezTo>
                    <a:lnTo>
                      <a:pt x="167" y="2733"/>
                    </a:lnTo>
                    <a:cubicBezTo>
                      <a:pt x="167" y="2489"/>
                      <a:pt x="143" y="2244"/>
                      <a:pt x="99" y="2004"/>
                    </a:cubicBezTo>
                    <a:cubicBezTo>
                      <a:pt x="67" y="1815"/>
                      <a:pt x="44" y="1641"/>
                      <a:pt x="44" y="1471"/>
                    </a:cubicBezTo>
                    <a:cubicBezTo>
                      <a:pt x="44" y="1313"/>
                      <a:pt x="63" y="1164"/>
                      <a:pt x="115" y="1014"/>
                    </a:cubicBezTo>
                    <a:cubicBezTo>
                      <a:pt x="162" y="864"/>
                      <a:pt x="241" y="718"/>
                      <a:pt x="356" y="568"/>
                    </a:cubicBezTo>
                    <a:cubicBezTo>
                      <a:pt x="469" y="419"/>
                      <a:pt x="604" y="288"/>
                      <a:pt x="753" y="194"/>
                    </a:cubicBezTo>
                    <a:cubicBezTo>
                      <a:pt x="904" y="99"/>
                      <a:pt x="1069" y="44"/>
                      <a:pt x="1243" y="44"/>
                    </a:cubicBezTo>
                    <a:close/>
                    <a:moveTo>
                      <a:pt x="1243" y="1"/>
                    </a:moveTo>
                    <a:cubicBezTo>
                      <a:pt x="1057" y="1"/>
                      <a:pt x="888" y="59"/>
                      <a:pt x="730" y="159"/>
                    </a:cubicBezTo>
                    <a:cubicBezTo>
                      <a:pt x="576" y="253"/>
                      <a:pt x="438" y="387"/>
                      <a:pt x="320" y="541"/>
                    </a:cubicBezTo>
                    <a:cubicBezTo>
                      <a:pt x="202" y="694"/>
                      <a:pt x="123" y="845"/>
                      <a:pt x="72" y="998"/>
                    </a:cubicBezTo>
                    <a:cubicBezTo>
                      <a:pt x="20" y="1152"/>
                      <a:pt x="1" y="1309"/>
                      <a:pt x="1" y="1471"/>
                    </a:cubicBezTo>
                    <a:cubicBezTo>
                      <a:pt x="1" y="1644"/>
                      <a:pt x="25" y="1822"/>
                      <a:pt x="60" y="2012"/>
                    </a:cubicBezTo>
                    <a:cubicBezTo>
                      <a:pt x="99" y="2248"/>
                      <a:pt x="123" y="2492"/>
                      <a:pt x="123" y="2733"/>
                    </a:cubicBezTo>
                    <a:lnTo>
                      <a:pt x="123" y="2800"/>
                    </a:lnTo>
                    <a:cubicBezTo>
                      <a:pt x="119" y="2860"/>
                      <a:pt x="119" y="2918"/>
                      <a:pt x="119" y="2982"/>
                    </a:cubicBezTo>
                    <a:cubicBezTo>
                      <a:pt x="119" y="3080"/>
                      <a:pt x="123" y="3187"/>
                      <a:pt x="154" y="3285"/>
                    </a:cubicBezTo>
                    <a:cubicBezTo>
                      <a:pt x="202" y="3431"/>
                      <a:pt x="296" y="3553"/>
                      <a:pt x="415" y="3644"/>
                    </a:cubicBezTo>
                    <a:cubicBezTo>
                      <a:pt x="533" y="3735"/>
                      <a:pt x="679" y="3794"/>
                      <a:pt x="829" y="3817"/>
                    </a:cubicBezTo>
                    <a:cubicBezTo>
                      <a:pt x="884" y="3826"/>
                      <a:pt x="947" y="3830"/>
                      <a:pt x="1010" y="3830"/>
                    </a:cubicBezTo>
                    <a:cubicBezTo>
                      <a:pt x="1226" y="3830"/>
                      <a:pt x="1479" y="3779"/>
                      <a:pt x="1676" y="3672"/>
                    </a:cubicBezTo>
                    <a:cubicBezTo>
                      <a:pt x="1783" y="3608"/>
                      <a:pt x="1878" y="3530"/>
                      <a:pt x="1936" y="3435"/>
                    </a:cubicBezTo>
                    <a:cubicBezTo>
                      <a:pt x="2165" y="3073"/>
                      <a:pt x="2287" y="2667"/>
                      <a:pt x="2362" y="2252"/>
                    </a:cubicBezTo>
                    <a:cubicBezTo>
                      <a:pt x="2402" y="2023"/>
                      <a:pt x="2429" y="1791"/>
                      <a:pt x="2429" y="1562"/>
                    </a:cubicBezTo>
                    <a:cubicBezTo>
                      <a:pt x="2429" y="1448"/>
                      <a:pt x="2426" y="1333"/>
                      <a:pt x="2406" y="1219"/>
                    </a:cubicBezTo>
                    <a:cubicBezTo>
                      <a:pt x="2371" y="967"/>
                      <a:pt x="2287" y="730"/>
                      <a:pt x="2154" y="533"/>
                    </a:cubicBezTo>
                    <a:cubicBezTo>
                      <a:pt x="2023" y="332"/>
                      <a:pt x="1838" y="174"/>
                      <a:pt x="1597" y="75"/>
                    </a:cubicBezTo>
                    <a:cubicBezTo>
                      <a:pt x="1475" y="24"/>
                      <a:pt x="1357" y="1"/>
                      <a:pt x="1243"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1" name="Google Shape;2491;p53"/>
              <p:cNvSpPr/>
              <p:nvPr/>
            </p:nvSpPr>
            <p:spPr>
              <a:xfrm>
                <a:off x="-568783" y="1852395"/>
                <a:ext cx="602340" cy="779989"/>
              </a:xfrm>
              <a:custGeom>
                <a:rect b="b" l="l" r="r" t="t"/>
                <a:pathLst>
                  <a:path extrusionOk="0" h="2248" w="1736">
                    <a:moveTo>
                      <a:pt x="1035" y="0"/>
                    </a:moveTo>
                    <a:cubicBezTo>
                      <a:pt x="972" y="0"/>
                      <a:pt x="908" y="13"/>
                      <a:pt x="845" y="31"/>
                    </a:cubicBezTo>
                    <a:cubicBezTo>
                      <a:pt x="548" y="111"/>
                      <a:pt x="28" y="343"/>
                      <a:pt x="13" y="706"/>
                    </a:cubicBezTo>
                    <a:cubicBezTo>
                      <a:pt x="1" y="1034"/>
                      <a:pt x="68" y="1356"/>
                      <a:pt x="159" y="1672"/>
                    </a:cubicBezTo>
                    <a:cubicBezTo>
                      <a:pt x="182" y="1755"/>
                      <a:pt x="210" y="1842"/>
                      <a:pt x="257" y="1920"/>
                    </a:cubicBezTo>
                    <a:cubicBezTo>
                      <a:pt x="320" y="2019"/>
                      <a:pt x="415" y="2094"/>
                      <a:pt x="521" y="2149"/>
                    </a:cubicBezTo>
                    <a:cubicBezTo>
                      <a:pt x="650" y="2214"/>
                      <a:pt x="795" y="2247"/>
                      <a:pt x="939" y="2247"/>
                    </a:cubicBezTo>
                    <a:cubicBezTo>
                      <a:pt x="1040" y="2247"/>
                      <a:pt x="1140" y="2231"/>
                      <a:pt x="1235" y="2197"/>
                    </a:cubicBezTo>
                    <a:cubicBezTo>
                      <a:pt x="1318" y="2169"/>
                      <a:pt x="1393" y="2129"/>
                      <a:pt x="1451" y="2070"/>
                    </a:cubicBezTo>
                    <a:cubicBezTo>
                      <a:pt x="1499" y="2019"/>
                      <a:pt x="1535" y="1960"/>
                      <a:pt x="1562" y="1897"/>
                    </a:cubicBezTo>
                    <a:cubicBezTo>
                      <a:pt x="1653" y="1704"/>
                      <a:pt x="1735" y="1455"/>
                      <a:pt x="1720" y="1242"/>
                    </a:cubicBezTo>
                    <a:cubicBezTo>
                      <a:pt x="1704" y="1049"/>
                      <a:pt x="1684" y="863"/>
                      <a:pt x="1637" y="686"/>
                    </a:cubicBezTo>
                    <a:cubicBezTo>
                      <a:pt x="1606" y="572"/>
                      <a:pt x="1558" y="454"/>
                      <a:pt x="1491" y="343"/>
                    </a:cubicBezTo>
                    <a:cubicBezTo>
                      <a:pt x="1400" y="186"/>
                      <a:pt x="1271" y="35"/>
                      <a:pt x="1093" y="4"/>
                    </a:cubicBezTo>
                    <a:cubicBezTo>
                      <a:pt x="1073" y="1"/>
                      <a:pt x="1054" y="0"/>
                      <a:pt x="1035" y="0"/>
                    </a:cubicBezTo>
                    <a:close/>
                  </a:path>
                </a:pathLst>
              </a:custGeom>
              <a:solidFill>
                <a:srgbClr val="C76A5B"/>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2" name="Google Shape;2492;p53"/>
              <p:cNvSpPr/>
              <p:nvPr/>
            </p:nvSpPr>
            <p:spPr>
              <a:xfrm>
                <a:off x="-572599" y="1845456"/>
                <a:ext cx="608932" cy="795255"/>
              </a:xfrm>
              <a:custGeom>
                <a:rect b="b" l="l" r="r" t="t"/>
                <a:pathLst>
                  <a:path extrusionOk="0" h="2292" w="1755">
                    <a:moveTo>
                      <a:pt x="1041" y="44"/>
                    </a:moveTo>
                    <a:cubicBezTo>
                      <a:pt x="1060" y="44"/>
                      <a:pt x="1080" y="44"/>
                      <a:pt x="1104" y="48"/>
                    </a:cubicBezTo>
                    <a:cubicBezTo>
                      <a:pt x="1187" y="60"/>
                      <a:pt x="1258" y="103"/>
                      <a:pt x="1320" y="162"/>
                    </a:cubicBezTo>
                    <a:cubicBezTo>
                      <a:pt x="1388" y="221"/>
                      <a:pt x="1439" y="297"/>
                      <a:pt x="1486" y="375"/>
                    </a:cubicBezTo>
                    <a:cubicBezTo>
                      <a:pt x="1549" y="486"/>
                      <a:pt x="1593" y="596"/>
                      <a:pt x="1624" y="714"/>
                    </a:cubicBezTo>
                    <a:cubicBezTo>
                      <a:pt x="1671" y="888"/>
                      <a:pt x="1691" y="1073"/>
                      <a:pt x="1707" y="1267"/>
                    </a:cubicBezTo>
                    <a:cubicBezTo>
                      <a:pt x="1707" y="1282"/>
                      <a:pt x="1711" y="1302"/>
                      <a:pt x="1711" y="1321"/>
                    </a:cubicBezTo>
                    <a:cubicBezTo>
                      <a:pt x="1711" y="1514"/>
                      <a:pt x="1636" y="1735"/>
                      <a:pt x="1553" y="1905"/>
                    </a:cubicBezTo>
                    <a:cubicBezTo>
                      <a:pt x="1526" y="1968"/>
                      <a:pt x="1491" y="2027"/>
                      <a:pt x="1447" y="2075"/>
                    </a:cubicBezTo>
                    <a:cubicBezTo>
                      <a:pt x="1391" y="2130"/>
                      <a:pt x="1317" y="2169"/>
                      <a:pt x="1238" y="2197"/>
                    </a:cubicBezTo>
                    <a:cubicBezTo>
                      <a:pt x="1147" y="2228"/>
                      <a:pt x="1049" y="2244"/>
                      <a:pt x="950" y="2244"/>
                    </a:cubicBezTo>
                    <a:cubicBezTo>
                      <a:pt x="808" y="2244"/>
                      <a:pt x="666" y="2213"/>
                      <a:pt x="544" y="2149"/>
                    </a:cubicBezTo>
                    <a:cubicBezTo>
                      <a:pt x="441" y="2098"/>
                      <a:pt x="347" y="2024"/>
                      <a:pt x="288" y="1929"/>
                    </a:cubicBezTo>
                    <a:cubicBezTo>
                      <a:pt x="241" y="1853"/>
                      <a:pt x="213" y="1771"/>
                      <a:pt x="189" y="1684"/>
                    </a:cubicBezTo>
                    <a:cubicBezTo>
                      <a:pt x="106" y="1400"/>
                      <a:pt x="43" y="1105"/>
                      <a:pt x="43" y="809"/>
                    </a:cubicBezTo>
                    <a:cubicBezTo>
                      <a:pt x="43" y="781"/>
                      <a:pt x="47" y="754"/>
                      <a:pt x="47" y="726"/>
                    </a:cubicBezTo>
                    <a:cubicBezTo>
                      <a:pt x="51" y="643"/>
                      <a:pt x="82" y="564"/>
                      <a:pt x="137" y="493"/>
                    </a:cubicBezTo>
                    <a:cubicBezTo>
                      <a:pt x="217" y="386"/>
                      <a:pt x="343" y="297"/>
                      <a:pt x="477" y="226"/>
                    </a:cubicBezTo>
                    <a:cubicBezTo>
                      <a:pt x="611" y="155"/>
                      <a:pt x="753" y="103"/>
                      <a:pt x="859" y="71"/>
                    </a:cubicBezTo>
                    <a:cubicBezTo>
                      <a:pt x="918" y="55"/>
                      <a:pt x="982" y="44"/>
                      <a:pt x="1041" y="44"/>
                    </a:cubicBezTo>
                    <a:close/>
                    <a:moveTo>
                      <a:pt x="1041" y="0"/>
                    </a:moveTo>
                    <a:cubicBezTo>
                      <a:pt x="974" y="0"/>
                      <a:pt x="911" y="13"/>
                      <a:pt x="847" y="28"/>
                    </a:cubicBezTo>
                    <a:cubicBezTo>
                      <a:pt x="698" y="71"/>
                      <a:pt x="492" y="150"/>
                      <a:pt x="323" y="264"/>
                    </a:cubicBezTo>
                    <a:cubicBezTo>
                      <a:pt x="237" y="324"/>
                      <a:pt x="157" y="391"/>
                      <a:pt x="102" y="466"/>
                    </a:cubicBezTo>
                    <a:cubicBezTo>
                      <a:pt x="43" y="541"/>
                      <a:pt x="8" y="628"/>
                      <a:pt x="4" y="726"/>
                    </a:cubicBezTo>
                    <a:cubicBezTo>
                      <a:pt x="4" y="754"/>
                      <a:pt x="0" y="781"/>
                      <a:pt x="0" y="809"/>
                    </a:cubicBezTo>
                    <a:cubicBezTo>
                      <a:pt x="0" y="1112"/>
                      <a:pt x="63" y="1408"/>
                      <a:pt x="146" y="1696"/>
                    </a:cubicBezTo>
                    <a:cubicBezTo>
                      <a:pt x="173" y="1782"/>
                      <a:pt x="201" y="1873"/>
                      <a:pt x="248" y="1953"/>
                    </a:cubicBezTo>
                    <a:cubicBezTo>
                      <a:pt x="315" y="2055"/>
                      <a:pt x="414" y="2133"/>
                      <a:pt x="524" y="2189"/>
                    </a:cubicBezTo>
                    <a:cubicBezTo>
                      <a:pt x="654" y="2255"/>
                      <a:pt x="800" y="2291"/>
                      <a:pt x="950" y="2291"/>
                    </a:cubicBezTo>
                    <a:cubicBezTo>
                      <a:pt x="1053" y="2291"/>
                      <a:pt x="1155" y="2272"/>
                      <a:pt x="1254" y="2240"/>
                    </a:cubicBezTo>
                    <a:cubicBezTo>
                      <a:pt x="1336" y="2208"/>
                      <a:pt x="1415" y="2169"/>
                      <a:pt x="1478" y="2106"/>
                    </a:cubicBezTo>
                    <a:cubicBezTo>
                      <a:pt x="1529" y="2051"/>
                      <a:pt x="1565" y="1988"/>
                      <a:pt x="1593" y="1924"/>
                    </a:cubicBezTo>
                    <a:cubicBezTo>
                      <a:pt x="1675" y="1751"/>
                      <a:pt x="1755" y="1527"/>
                      <a:pt x="1755" y="1321"/>
                    </a:cubicBezTo>
                    <a:cubicBezTo>
                      <a:pt x="1755" y="1302"/>
                      <a:pt x="1755" y="1282"/>
                      <a:pt x="1751" y="1262"/>
                    </a:cubicBezTo>
                    <a:cubicBezTo>
                      <a:pt x="1735" y="1069"/>
                      <a:pt x="1715" y="883"/>
                      <a:pt x="1668" y="703"/>
                    </a:cubicBezTo>
                    <a:cubicBezTo>
                      <a:pt x="1636" y="584"/>
                      <a:pt x="1589" y="466"/>
                      <a:pt x="1522" y="351"/>
                    </a:cubicBezTo>
                    <a:cubicBezTo>
                      <a:pt x="1475" y="273"/>
                      <a:pt x="1420" y="193"/>
                      <a:pt x="1352" y="131"/>
                    </a:cubicBezTo>
                    <a:cubicBezTo>
                      <a:pt x="1285" y="68"/>
                      <a:pt x="1202" y="20"/>
                      <a:pt x="1107" y="4"/>
                    </a:cubicBezTo>
                    <a:cubicBezTo>
                      <a:pt x="1088" y="0"/>
                      <a:pt x="1065" y="0"/>
                      <a:pt x="1041" y="0"/>
                    </a:cubicBezTo>
                    <a:close/>
                  </a:path>
                </a:pathLst>
              </a:custGeom>
              <a:solidFill>
                <a:srgbClr val="000000"/>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3" name="Google Shape;2493;p53"/>
              <p:cNvSpPr/>
              <p:nvPr/>
            </p:nvSpPr>
            <p:spPr>
              <a:xfrm>
                <a:off x="-587866" y="1853436"/>
                <a:ext cx="637731" cy="428161"/>
              </a:xfrm>
              <a:custGeom>
                <a:rect b="b" l="l" r="r" t="t"/>
                <a:pathLst>
                  <a:path extrusionOk="0" h="1234" w="1838">
                    <a:moveTo>
                      <a:pt x="1126" y="0"/>
                    </a:moveTo>
                    <a:cubicBezTo>
                      <a:pt x="1114" y="0"/>
                      <a:pt x="1101" y="1"/>
                      <a:pt x="1089" y="1"/>
                    </a:cubicBezTo>
                    <a:cubicBezTo>
                      <a:pt x="900" y="1"/>
                      <a:pt x="714" y="45"/>
                      <a:pt x="541" y="123"/>
                    </a:cubicBezTo>
                    <a:cubicBezTo>
                      <a:pt x="363" y="210"/>
                      <a:pt x="281" y="316"/>
                      <a:pt x="181" y="494"/>
                    </a:cubicBezTo>
                    <a:cubicBezTo>
                      <a:pt x="130" y="585"/>
                      <a:pt x="146" y="671"/>
                      <a:pt x="123" y="774"/>
                    </a:cubicBezTo>
                    <a:cubicBezTo>
                      <a:pt x="87" y="908"/>
                      <a:pt x="1" y="1042"/>
                      <a:pt x="48" y="1168"/>
                    </a:cubicBezTo>
                    <a:cubicBezTo>
                      <a:pt x="61" y="1202"/>
                      <a:pt x="90" y="1234"/>
                      <a:pt x="123" y="1234"/>
                    </a:cubicBezTo>
                    <a:cubicBezTo>
                      <a:pt x="128" y="1234"/>
                      <a:pt x="133" y="1233"/>
                      <a:pt x="139" y="1231"/>
                    </a:cubicBezTo>
                    <a:cubicBezTo>
                      <a:pt x="154" y="1224"/>
                      <a:pt x="166" y="1208"/>
                      <a:pt x="178" y="1191"/>
                    </a:cubicBezTo>
                    <a:cubicBezTo>
                      <a:pt x="257" y="1078"/>
                      <a:pt x="300" y="940"/>
                      <a:pt x="292" y="798"/>
                    </a:cubicBezTo>
                    <a:cubicBezTo>
                      <a:pt x="292" y="754"/>
                      <a:pt x="285" y="707"/>
                      <a:pt x="308" y="671"/>
                    </a:cubicBezTo>
                    <a:cubicBezTo>
                      <a:pt x="352" y="592"/>
                      <a:pt x="458" y="605"/>
                      <a:pt x="545" y="592"/>
                    </a:cubicBezTo>
                    <a:cubicBezTo>
                      <a:pt x="738" y="557"/>
                      <a:pt x="856" y="368"/>
                      <a:pt x="1022" y="269"/>
                    </a:cubicBezTo>
                    <a:cubicBezTo>
                      <a:pt x="1033" y="261"/>
                      <a:pt x="1045" y="254"/>
                      <a:pt x="1061" y="254"/>
                    </a:cubicBezTo>
                    <a:cubicBezTo>
                      <a:pt x="1089" y="254"/>
                      <a:pt x="1113" y="274"/>
                      <a:pt x="1132" y="292"/>
                    </a:cubicBezTo>
                    <a:cubicBezTo>
                      <a:pt x="1313" y="498"/>
                      <a:pt x="1432" y="758"/>
                      <a:pt x="1641" y="936"/>
                    </a:cubicBezTo>
                    <a:cubicBezTo>
                      <a:pt x="1664" y="955"/>
                      <a:pt x="1688" y="975"/>
                      <a:pt x="1719" y="975"/>
                    </a:cubicBezTo>
                    <a:cubicBezTo>
                      <a:pt x="1721" y="975"/>
                      <a:pt x="1722" y="975"/>
                      <a:pt x="1724" y="975"/>
                    </a:cubicBezTo>
                    <a:cubicBezTo>
                      <a:pt x="1781" y="975"/>
                      <a:pt x="1814" y="911"/>
                      <a:pt x="1822" y="853"/>
                    </a:cubicBezTo>
                    <a:cubicBezTo>
                      <a:pt x="1837" y="758"/>
                      <a:pt x="1799" y="663"/>
                      <a:pt x="1763" y="576"/>
                    </a:cubicBezTo>
                    <a:cubicBezTo>
                      <a:pt x="1735" y="498"/>
                      <a:pt x="1700" y="419"/>
                      <a:pt x="1668" y="345"/>
                    </a:cubicBezTo>
                    <a:cubicBezTo>
                      <a:pt x="1593" y="170"/>
                      <a:pt x="1487" y="76"/>
                      <a:pt x="1345" y="32"/>
                    </a:cubicBezTo>
                    <a:cubicBezTo>
                      <a:pt x="1279" y="12"/>
                      <a:pt x="1208" y="0"/>
                      <a:pt x="1126"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4" name="Google Shape;2494;p53"/>
              <p:cNvSpPr/>
              <p:nvPr/>
            </p:nvSpPr>
            <p:spPr>
              <a:xfrm>
                <a:off x="-584049" y="1845456"/>
                <a:ext cx="638078" cy="443428"/>
              </a:xfrm>
              <a:custGeom>
                <a:rect b="b" l="l" r="r" t="t"/>
                <a:pathLst>
                  <a:path extrusionOk="0" h="1278" w="1839">
                    <a:moveTo>
                      <a:pt x="1093" y="44"/>
                    </a:moveTo>
                    <a:cubicBezTo>
                      <a:pt x="1184" y="44"/>
                      <a:pt x="1259" y="51"/>
                      <a:pt x="1330" y="75"/>
                    </a:cubicBezTo>
                    <a:cubicBezTo>
                      <a:pt x="1397" y="99"/>
                      <a:pt x="1456" y="131"/>
                      <a:pt x="1504" y="178"/>
                    </a:cubicBezTo>
                    <a:cubicBezTo>
                      <a:pt x="1555" y="229"/>
                      <a:pt x="1598" y="292"/>
                      <a:pt x="1637" y="375"/>
                    </a:cubicBezTo>
                    <a:cubicBezTo>
                      <a:pt x="1669" y="450"/>
                      <a:pt x="1701" y="528"/>
                      <a:pt x="1732" y="608"/>
                    </a:cubicBezTo>
                    <a:cubicBezTo>
                      <a:pt x="1764" y="683"/>
                      <a:pt x="1795" y="761"/>
                      <a:pt x="1791" y="836"/>
                    </a:cubicBezTo>
                    <a:lnTo>
                      <a:pt x="1791" y="876"/>
                    </a:lnTo>
                    <a:cubicBezTo>
                      <a:pt x="1788" y="899"/>
                      <a:pt x="1775" y="927"/>
                      <a:pt x="1764" y="947"/>
                    </a:cubicBezTo>
                    <a:cubicBezTo>
                      <a:pt x="1756" y="959"/>
                      <a:pt x="1748" y="967"/>
                      <a:pt x="1740" y="970"/>
                    </a:cubicBezTo>
                    <a:cubicBezTo>
                      <a:pt x="1728" y="974"/>
                      <a:pt x="1721" y="978"/>
                      <a:pt x="1713" y="978"/>
                    </a:cubicBezTo>
                    <a:lnTo>
                      <a:pt x="1708" y="978"/>
                    </a:lnTo>
                    <a:cubicBezTo>
                      <a:pt x="1697" y="978"/>
                      <a:pt x="1689" y="974"/>
                      <a:pt x="1677" y="967"/>
                    </a:cubicBezTo>
                    <a:cubicBezTo>
                      <a:pt x="1666" y="963"/>
                      <a:pt x="1653" y="950"/>
                      <a:pt x="1646" y="943"/>
                    </a:cubicBezTo>
                    <a:cubicBezTo>
                      <a:pt x="1543" y="856"/>
                      <a:pt x="1460" y="750"/>
                      <a:pt x="1382" y="635"/>
                    </a:cubicBezTo>
                    <a:cubicBezTo>
                      <a:pt x="1302" y="525"/>
                      <a:pt x="1227" y="406"/>
                      <a:pt x="1137" y="304"/>
                    </a:cubicBezTo>
                    <a:cubicBezTo>
                      <a:pt x="1125" y="292"/>
                      <a:pt x="1117" y="280"/>
                      <a:pt x="1102" y="273"/>
                    </a:cubicBezTo>
                    <a:cubicBezTo>
                      <a:pt x="1089" y="261"/>
                      <a:pt x="1074" y="257"/>
                      <a:pt x="1054" y="257"/>
                    </a:cubicBezTo>
                    <a:lnTo>
                      <a:pt x="1050" y="257"/>
                    </a:lnTo>
                    <a:cubicBezTo>
                      <a:pt x="1038" y="257"/>
                      <a:pt x="1031" y="257"/>
                      <a:pt x="1022" y="261"/>
                    </a:cubicBezTo>
                    <a:cubicBezTo>
                      <a:pt x="1015" y="264"/>
                      <a:pt x="1007" y="268"/>
                      <a:pt x="1003" y="273"/>
                    </a:cubicBezTo>
                    <a:cubicBezTo>
                      <a:pt x="912" y="324"/>
                      <a:pt x="841" y="399"/>
                      <a:pt x="767" y="462"/>
                    </a:cubicBezTo>
                    <a:cubicBezTo>
                      <a:pt x="731" y="493"/>
                      <a:pt x="696" y="521"/>
                      <a:pt x="656" y="544"/>
                    </a:cubicBezTo>
                    <a:cubicBezTo>
                      <a:pt x="616" y="568"/>
                      <a:pt x="573" y="584"/>
                      <a:pt x="530" y="592"/>
                    </a:cubicBezTo>
                    <a:cubicBezTo>
                      <a:pt x="490" y="599"/>
                      <a:pt x="439" y="599"/>
                      <a:pt x="396" y="608"/>
                    </a:cubicBezTo>
                    <a:cubicBezTo>
                      <a:pt x="372" y="612"/>
                      <a:pt x="348" y="619"/>
                      <a:pt x="328" y="632"/>
                    </a:cubicBezTo>
                    <a:cubicBezTo>
                      <a:pt x="309" y="643"/>
                      <a:pt x="289" y="659"/>
                      <a:pt x="277" y="683"/>
                    </a:cubicBezTo>
                    <a:cubicBezTo>
                      <a:pt x="261" y="710"/>
                      <a:pt x="257" y="741"/>
                      <a:pt x="257" y="770"/>
                    </a:cubicBezTo>
                    <a:cubicBezTo>
                      <a:pt x="257" y="789"/>
                      <a:pt x="261" y="805"/>
                      <a:pt x="261" y="825"/>
                    </a:cubicBezTo>
                    <a:lnTo>
                      <a:pt x="261" y="848"/>
                    </a:lnTo>
                    <a:cubicBezTo>
                      <a:pt x="261" y="974"/>
                      <a:pt x="222" y="1101"/>
                      <a:pt x="147" y="1203"/>
                    </a:cubicBezTo>
                    <a:cubicBezTo>
                      <a:pt x="143" y="1211"/>
                      <a:pt x="139" y="1219"/>
                      <a:pt x="135" y="1223"/>
                    </a:cubicBezTo>
                    <a:cubicBezTo>
                      <a:pt x="128" y="1227"/>
                      <a:pt x="123" y="1231"/>
                      <a:pt x="119" y="1231"/>
                    </a:cubicBezTo>
                    <a:cubicBezTo>
                      <a:pt x="115" y="1234"/>
                      <a:pt x="115" y="1234"/>
                      <a:pt x="112" y="1234"/>
                    </a:cubicBezTo>
                    <a:cubicBezTo>
                      <a:pt x="108" y="1234"/>
                      <a:pt x="104" y="1234"/>
                      <a:pt x="96" y="1231"/>
                    </a:cubicBezTo>
                    <a:cubicBezTo>
                      <a:pt x="88" y="1227"/>
                      <a:pt x="80" y="1219"/>
                      <a:pt x="76" y="1211"/>
                    </a:cubicBezTo>
                    <a:cubicBezTo>
                      <a:pt x="68" y="1203"/>
                      <a:pt x="61" y="1196"/>
                      <a:pt x="57" y="1183"/>
                    </a:cubicBezTo>
                    <a:cubicBezTo>
                      <a:pt x="48" y="1160"/>
                      <a:pt x="45" y="1136"/>
                      <a:pt x="45" y="1112"/>
                    </a:cubicBezTo>
                    <a:cubicBezTo>
                      <a:pt x="45" y="1065"/>
                      <a:pt x="61" y="1014"/>
                      <a:pt x="76" y="963"/>
                    </a:cubicBezTo>
                    <a:cubicBezTo>
                      <a:pt x="96" y="912"/>
                      <a:pt x="119" y="856"/>
                      <a:pt x="132" y="805"/>
                    </a:cubicBezTo>
                    <a:cubicBezTo>
                      <a:pt x="143" y="750"/>
                      <a:pt x="147" y="703"/>
                      <a:pt x="155" y="655"/>
                    </a:cubicBezTo>
                    <a:cubicBezTo>
                      <a:pt x="159" y="612"/>
                      <a:pt x="167" y="568"/>
                      <a:pt x="190" y="525"/>
                    </a:cubicBezTo>
                    <a:cubicBezTo>
                      <a:pt x="238" y="438"/>
                      <a:pt x="281" y="368"/>
                      <a:pt x="336" y="312"/>
                    </a:cubicBezTo>
                    <a:cubicBezTo>
                      <a:pt x="388" y="253"/>
                      <a:pt x="451" y="209"/>
                      <a:pt x="541" y="166"/>
                    </a:cubicBezTo>
                    <a:cubicBezTo>
                      <a:pt x="707" y="87"/>
                      <a:pt x="892" y="48"/>
                      <a:pt x="1078" y="44"/>
                    </a:cubicBezTo>
                    <a:close/>
                    <a:moveTo>
                      <a:pt x="1078" y="0"/>
                    </a:moveTo>
                    <a:cubicBezTo>
                      <a:pt x="885" y="4"/>
                      <a:pt x="696" y="48"/>
                      <a:pt x="521" y="126"/>
                    </a:cubicBezTo>
                    <a:cubicBezTo>
                      <a:pt x="431" y="170"/>
                      <a:pt x="360" y="221"/>
                      <a:pt x="305" y="280"/>
                    </a:cubicBezTo>
                    <a:cubicBezTo>
                      <a:pt x="246" y="344"/>
                      <a:pt x="203" y="415"/>
                      <a:pt x="151" y="505"/>
                    </a:cubicBezTo>
                    <a:cubicBezTo>
                      <a:pt x="128" y="557"/>
                      <a:pt x="115" y="604"/>
                      <a:pt x="112" y="651"/>
                    </a:cubicBezTo>
                    <a:cubicBezTo>
                      <a:pt x="104" y="699"/>
                      <a:pt x="99" y="746"/>
                      <a:pt x="88" y="793"/>
                    </a:cubicBezTo>
                    <a:cubicBezTo>
                      <a:pt x="76" y="844"/>
                      <a:pt x="57" y="896"/>
                      <a:pt x="37" y="947"/>
                    </a:cubicBezTo>
                    <a:cubicBezTo>
                      <a:pt x="17" y="1002"/>
                      <a:pt x="1" y="1057"/>
                      <a:pt x="1" y="1112"/>
                    </a:cubicBezTo>
                    <a:cubicBezTo>
                      <a:pt x="1" y="1140"/>
                      <a:pt x="5" y="1172"/>
                      <a:pt x="17" y="1199"/>
                    </a:cubicBezTo>
                    <a:cubicBezTo>
                      <a:pt x="25" y="1219"/>
                      <a:pt x="37" y="1238"/>
                      <a:pt x="52" y="1250"/>
                    </a:cubicBezTo>
                    <a:cubicBezTo>
                      <a:pt x="61" y="1258"/>
                      <a:pt x="68" y="1267"/>
                      <a:pt x="80" y="1270"/>
                    </a:cubicBezTo>
                    <a:cubicBezTo>
                      <a:pt x="88" y="1274"/>
                      <a:pt x="99" y="1278"/>
                      <a:pt x="112" y="1278"/>
                    </a:cubicBezTo>
                    <a:cubicBezTo>
                      <a:pt x="119" y="1278"/>
                      <a:pt x="128" y="1278"/>
                      <a:pt x="135" y="1274"/>
                    </a:cubicBezTo>
                    <a:cubicBezTo>
                      <a:pt x="147" y="1270"/>
                      <a:pt x="155" y="1262"/>
                      <a:pt x="167" y="1254"/>
                    </a:cubicBezTo>
                    <a:cubicBezTo>
                      <a:pt x="175" y="1247"/>
                      <a:pt x="179" y="1238"/>
                      <a:pt x="183" y="1231"/>
                    </a:cubicBezTo>
                    <a:cubicBezTo>
                      <a:pt x="261" y="1116"/>
                      <a:pt x="305" y="983"/>
                      <a:pt x="305" y="848"/>
                    </a:cubicBezTo>
                    <a:lnTo>
                      <a:pt x="305" y="821"/>
                    </a:lnTo>
                    <a:cubicBezTo>
                      <a:pt x="305" y="805"/>
                      <a:pt x="301" y="785"/>
                      <a:pt x="301" y="770"/>
                    </a:cubicBezTo>
                    <a:cubicBezTo>
                      <a:pt x="301" y="746"/>
                      <a:pt x="305" y="722"/>
                      <a:pt x="317" y="703"/>
                    </a:cubicBezTo>
                    <a:cubicBezTo>
                      <a:pt x="325" y="686"/>
                      <a:pt x="336" y="679"/>
                      <a:pt x="348" y="670"/>
                    </a:cubicBezTo>
                    <a:cubicBezTo>
                      <a:pt x="372" y="659"/>
                      <a:pt x="403" y="651"/>
                      <a:pt x="435" y="647"/>
                    </a:cubicBezTo>
                    <a:cubicBezTo>
                      <a:pt x="467" y="643"/>
                      <a:pt x="502" y="639"/>
                      <a:pt x="538" y="635"/>
                    </a:cubicBezTo>
                    <a:cubicBezTo>
                      <a:pt x="589" y="628"/>
                      <a:pt x="632" y="608"/>
                      <a:pt x="676" y="584"/>
                    </a:cubicBezTo>
                    <a:cubicBezTo>
                      <a:pt x="738" y="544"/>
                      <a:pt x="798" y="493"/>
                      <a:pt x="853" y="446"/>
                    </a:cubicBezTo>
                    <a:cubicBezTo>
                      <a:pt x="909" y="395"/>
                      <a:pt x="963" y="348"/>
                      <a:pt x="1022" y="312"/>
                    </a:cubicBezTo>
                    <a:cubicBezTo>
                      <a:pt x="1031" y="308"/>
                      <a:pt x="1034" y="304"/>
                      <a:pt x="1038" y="300"/>
                    </a:cubicBezTo>
                    <a:lnTo>
                      <a:pt x="1054" y="300"/>
                    </a:lnTo>
                    <a:cubicBezTo>
                      <a:pt x="1062" y="300"/>
                      <a:pt x="1069" y="300"/>
                      <a:pt x="1078" y="308"/>
                    </a:cubicBezTo>
                    <a:cubicBezTo>
                      <a:pt x="1086" y="312"/>
                      <a:pt x="1093" y="324"/>
                      <a:pt x="1102" y="332"/>
                    </a:cubicBezTo>
                    <a:cubicBezTo>
                      <a:pt x="1192" y="434"/>
                      <a:pt x="1267" y="548"/>
                      <a:pt x="1346" y="659"/>
                    </a:cubicBezTo>
                    <a:cubicBezTo>
                      <a:pt x="1424" y="773"/>
                      <a:pt x="1508" y="883"/>
                      <a:pt x="1614" y="974"/>
                    </a:cubicBezTo>
                    <a:cubicBezTo>
                      <a:pt x="1626" y="986"/>
                      <a:pt x="1642" y="998"/>
                      <a:pt x="1653" y="1006"/>
                    </a:cubicBezTo>
                    <a:cubicBezTo>
                      <a:pt x="1669" y="1014"/>
                      <a:pt x="1685" y="1021"/>
                      <a:pt x="1704" y="1021"/>
                    </a:cubicBezTo>
                    <a:lnTo>
                      <a:pt x="1713" y="1021"/>
                    </a:lnTo>
                    <a:cubicBezTo>
                      <a:pt x="1728" y="1021"/>
                      <a:pt x="1748" y="1018"/>
                      <a:pt x="1760" y="1006"/>
                    </a:cubicBezTo>
                    <a:cubicBezTo>
                      <a:pt x="1784" y="994"/>
                      <a:pt x="1799" y="974"/>
                      <a:pt x="1811" y="950"/>
                    </a:cubicBezTo>
                    <a:cubicBezTo>
                      <a:pt x="1823" y="931"/>
                      <a:pt x="1831" y="903"/>
                      <a:pt x="1835" y="879"/>
                    </a:cubicBezTo>
                    <a:cubicBezTo>
                      <a:pt x="1835" y="864"/>
                      <a:pt x="1839" y="852"/>
                      <a:pt x="1839" y="836"/>
                    </a:cubicBezTo>
                    <a:cubicBezTo>
                      <a:pt x="1835" y="750"/>
                      <a:pt x="1803" y="667"/>
                      <a:pt x="1772" y="592"/>
                    </a:cubicBezTo>
                    <a:cubicBezTo>
                      <a:pt x="1744" y="513"/>
                      <a:pt x="1708" y="434"/>
                      <a:pt x="1677" y="359"/>
                    </a:cubicBezTo>
                    <a:cubicBezTo>
                      <a:pt x="1637" y="268"/>
                      <a:pt x="1590" y="202"/>
                      <a:pt x="1535" y="146"/>
                    </a:cubicBezTo>
                    <a:cubicBezTo>
                      <a:pt x="1480" y="95"/>
                      <a:pt x="1417" y="55"/>
                      <a:pt x="1342" y="36"/>
                    </a:cubicBezTo>
                    <a:cubicBezTo>
                      <a:pt x="1267" y="13"/>
                      <a:pt x="1184" y="0"/>
                      <a:pt x="109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5" name="Google Shape;2495;p53"/>
              <p:cNvSpPr/>
              <p:nvPr/>
            </p:nvSpPr>
            <p:spPr>
              <a:xfrm>
                <a:off x="-653443" y="1824985"/>
                <a:ext cx="751190" cy="1198781"/>
              </a:xfrm>
              <a:custGeom>
                <a:rect b="b" l="l" r="r" t="t"/>
                <a:pathLst>
                  <a:path extrusionOk="0" h="3455" w="2165">
                    <a:moveTo>
                      <a:pt x="1190" y="213"/>
                    </a:moveTo>
                    <a:cubicBezTo>
                      <a:pt x="1798" y="213"/>
                      <a:pt x="1866" y="887"/>
                      <a:pt x="1861" y="1373"/>
                    </a:cubicBezTo>
                    <a:cubicBezTo>
                      <a:pt x="1861" y="1637"/>
                      <a:pt x="1798" y="1941"/>
                      <a:pt x="1569" y="2074"/>
                    </a:cubicBezTo>
                    <a:cubicBezTo>
                      <a:pt x="1511" y="2110"/>
                      <a:pt x="1447" y="2130"/>
                      <a:pt x="1380" y="2145"/>
                    </a:cubicBezTo>
                    <a:cubicBezTo>
                      <a:pt x="1301" y="2165"/>
                      <a:pt x="1226" y="2174"/>
                      <a:pt x="1154" y="2174"/>
                    </a:cubicBezTo>
                    <a:cubicBezTo>
                      <a:pt x="821" y="2174"/>
                      <a:pt x="567" y="1970"/>
                      <a:pt x="454" y="1617"/>
                    </a:cubicBezTo>
                    <a:cubicBezTo>
                      <a:pt x="386" y="1415"/>
                      <a:pt x="367" y="1199"/>
                      <a:pt x="399" y="986"/>
                    </a:cubicBezTo>
                    <a:cubicBezTo>
                      <a:pt x="410" y="907"/>
                      <a:pt x="430" y="829"/>
                      <a:pt x="454" y="749"/>
                    </a:cubicBezTo>
                    <a:cubicBezTo>
                      <a:pt x="545" y="501"/>
                      <a:pt x="765" y="288"/>
                      <a:pt x="1029" y="229"/>
                    </a:cubicBezTo>
                    <a:cubicBezTo>
                      <a:pt x="1069" y="221"/>
                      <a:pt x="1109" y="217"/>
                      <a:pt x="1147" y="214"/>
                    </a:cubicBezTo>
                    <a:cubicBezTo>
                      <a:pt x="1162" y="213"/>
                      <a:pt x="1176" y="213"/>
                      <a:pt x="1190" y="213"/>
                    </a:cubicBezTo>
                    <a:close/>
                    <a:moveTo>
                      <a:pt x="1175" y="1"/>
                    </a:moveTo>
                    <a:cubicBezTo>
                      <a:pt x="1125" y="1"/>
                      <a:pt x="1074" y="2"/>
                      <a:pt x="1021" y="4"/>
                    </a:cubicBezTo>
                    <a:cubicBezTo>
                      <a:pt x="596" y="20"/>
                      <a:pt x="205" y="347"/>
                      <a:pt x="115" y="769"/>
                    </a:cubicBezTo>
                    <a:cubicBezTo>
                      <a:pt x="55" y="1049"/>
                      <a:pt x="122" y="1337"/>
                      <a:pt x="142" y="1625"/>
                    </a:cubicBezTo>
                    <a:cubicBezTo>
                      <a:pt x="162" y="1925"/>
                      <a:pt x="119" y="2228"/>
                      <a:pt x="24" y="2516"/>
                    </a:cubicBezTo>
                    <a:cubicBezTo>
                      <a:pt x="12" y="2551"/>
                      <a:pt x="0" y="2591"/>
                      <a:pt x="20" y="2622"/>
                    </a:cubicBezTo>
                    <a:cubicBezTo>
                      <a:pt x="32" y="2642"/>
                      <a:pt x="51" y="2654"/>
                      <a:pt x="71" y="2666"/>
                    </a:cubicBezTo>
                    <a:cubicBezTo>
                      <a:pt x="139" y="2717"/>
                      <a:pt x="174" y="2800"/>
                      <a:pt x="213" y="2875"/>
                    </a:cubicBezTo>
                    <a:cubicBezTo>
                      <a:pt x="363" y="3147"/>
                      <a:pt x="627" y="3352"/>
                      <a:pt x="931" y="3423"/>
                    </a:cubicBezTo>
                    <a:cubicBezTo>
                      <a:pt x="1016" y="3444"/>
                      <a:pt x="1105" y="3454"/>
                      <a:pt x="1193" y="3454"/>
                    </a:cubicBezTo>
                    <a:cubicBezTo>
                      <a:pt x="1414" y="3454"/>
                      <a:pt x="1635" y="3389"/>
                      <a:pt x="1818" y="3266"/>
                    </a:cubicBezTo>
                    <a:cubicBezTo>
                      <a:pt x="1937" y="3182"/>
                      <a:pt x="2046" y="3072"/>
                      <a:pt x="2079" y="2930"/>
                    </a:cubicBezTo>
                    <a:cubicBezTo>
                      <a:pt x="2117" y="2745"/>
                      <a:pt x="2019" y="2560"/>
                      <a:pt x="1979" y="2374"/>
                    </a:cubicBezTo>
                    <a:cubicBezTo>
                      <a:pt x="1889" y="1976"/>
                      <a:pt x="2157" y="1672"/>
                      <a:pt x="2161" y="1278"/>
                    </a:cubicBezTo>
                    <a:cubicBezTo>
                      <a:pt x="2165" y="942"/>
                      <a:pt x="2026" y="694"/>
                      <a:pt x="1917" y="394"/>
                    </a:cubicBezTo>
                    <a:cubicBezTo>
                      <a:pt x="1866" y="249"/>
                      <a:pt x="1779" y="154"/>
                      <a:pt x="1629" y="83"/>
                    </a:cubicBezTo>
                    <a:cubicBezTo>
                      <a:pt x="1485" y="17"/>
                      <a:pt x="1336" y="1"/>
                      <a:pt x="1175" y="1"/>
                    </a:cubicBezTo>
                    <a:close/>
                  </a:path>
                </a:pathLst>
              </a:custGeom>
              <a:solidFill>
                <a:schemeClr val="accen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6" name="Google Shape;2496;p53"/>
              <p:cNvSpPr/>
              <p:nvPr/>
            </p:nvSpPr>
            <p:spPr>
              <a:xfrm>
                <a:off x="-657606" y="1816658"/>
                <a:ext cx="760905" cy="1215436"/>
              </a:xfrm>
              <a:custGeom>
                <a:rect b="b" l="l" r="r" t="t"/>
                <a:pathLst>
                  <a:path extrusionOk="0" h="3503" w="2193">
                    <a:moveTo>
                      <a:pt x="1203" y="257"/>
                    </a:moveTo>
                    <a:cubicBezTo>
                      <a:pt x="1345" y="257"/>
                      <a:pt x="1459" y="296"/>
                      <a:pt x="1546" y="363"/>
                    </a:cubicBezTo>
                    <a:cubicBezTo>
                      <a:pt x="1609" y="411"/>
                      <a:pt x="1660" y="474"/>
                      <a:pt x="1703" y="553"/>
                    </a:cubicBezTo>
                    <a:cubicBezTo>
                      <a:pt x="1767" y="663"/>
                      <a:pt x="1802" y="801"/>
                      <a:pt x="1826" y="943"/>
                    </a:cubicBezTo>
                    <a:cubicBezTo>
                      <a:pt x="1845" y="1085"/>
                      <a:pt x="1854" y="1231"/>
                      <a:pt x="1854" y="1368"/>
                    </a:cubicBezTo>
                    <a:lnTo>
                      <a:pt x="1854" y="1397"/>
                    </a:lnTo>
                    <a:cubicBezTo>
                      <a:pt x="1854" y="1527"/>
                      <a:pt x="1838" y="1668"/>
                      <a:pt x="1794" y="1791"/>
                    </a:cubicBezTo>
                    <a:cubicBezTo>
                      <a:pt x="1771" y="1850"/>
                      <a:pt x="1743" y="1905"/>
                      <a:pt x="1707" y="1956"/>
                    </a:cubicBezTo>
                    <a:cubicBezTo>
                      <a:pt x="1672" y="2003"/>
                      <a:pt x="1625" y="2047"/>
                      <a:pt x="1570" y="2078"/>
                    </a:cubicBezTo>
                    <a:cubicBezTo>
                      <a:pt x="1514" y="2110"/>
                      <a:pt x="1452" y="2130"/>
                      <a:pt x="1388" y="2149"/>
                    </a:cubicBezTo>
                    <a:cubicBezTo>
                      <a:pt x="1310" y="2165"/>
                      <a:pt x="1239" y="2178"/>
                      <a:pt x="1168" y="2178"/>
                    </a:cubicBezTo>
                    <a:cubicBezTo>
                      <a:pt x="1006" y="2178"/>
                      <a:pt x="864" y="2126"/>
                      <a:pt x="750" y="2036"/>
                    </a:cubicBezTo>
                    <a:cubicBezTo>
                      <a:pt x="631" y="1945"/>
                      <a:pt x="540" y="1810"/>
                      <a:pt x="486" y="1637"/>
                    </a:cubicBezTo>
                    <a:cubicBezTo>
                      <a:pt x="442" y="1499"/>
                      <a:pt x="418" y="1353"/>
                      <a:pt x="418" y="1211"/>
                    </a:cubicBezTo>
                    <a:cubicBezTo>
                      <a:pt x="418" y="1144"/>
                      <a:pt x="422" y="1077"/>
                      <a:pt x="434" y="1014"/>
                    </a:cubicBezTo>
                    <a:cubicBezTo>
                      <a:pt x="446" y="935"/>
                      <a:pt x="462" y="856"/>
                      <a:pt x="486" y="782"/>
                    </a:cubicBezTo>
                    <a:cubicBezTo>
                      <a:pt x="529" y="663"/>
                      <a:pt x="604" y="549"/>
                      <a:pt x="702" y="458"/>
                    </a:cubicBezTo>
                    <a:cubicBezTo>
                      <a:pt x="801" y="371"/>
                      <a:pt x="919" y="304"/>
                      <a:pt x="1045" y="276"/>
                    </a:cubicBezTo>
                    <a:cubicBezTo>
                      <a:pt x="1085" y="265"/>
                      <a:pt x="1121" y="261"/>
                      <a:pt x="1159" y="261"/>
                    </a:cubicBezTo>
                    <a:cubicBezTo>
                      <a:pt x="1175" y="257"/>
                      <a:pt x="1187" y="257"/>
                      <a:pt x="1203" y="257"/>
                    </a:cubicBezTo>
                    <a:close/>
                    <a:moveTo>
                      <a:pt x="1156" y="214"/>
                    </a:moveTo>
                    <a:cubicBezTo>
                      <a:pt x="1116" y="218"/>
                      <a:pt x="1077" y="221"/>
                      <a:pt x="1037" y="233"/>
                    </a:cubicBezTo>
                    <a:cubicBezTo>
                      <a:pt x="899" y="265"/>
                      <a:pt x="773" y="332"/>
                      <a:pt x="675" y="427"/>
                    </a:cubicBezTo>
                    <a:cubicBezTo>
                      <a:pt x="572" y="521"/>
                      <a:pt x="489" y="640"/>
                      <a:pt x="446" y="769"/>
                    </a:cubicBezTo>
                    <a:cubicBezTo>
                      <a:pt x="422" y="844"/>
                      <a:pt x="402" y="927"/>
                      <a:pt x="391" y="1006"/>
                    </a:cubicBezTo>
                    <a:cubicBezTo>
                      <a:pt x="379" y="1073"/>
                      <a:pt x="375" y="1140"/>
                      <a:pt x="375" y="1211"/>
                    </a:cubicBezTo>
                    <a:cubicBezTo>
                      <a:pt x="375" y="1357"/>
                      <a:pt x="398" y="1507"/>
                      <a:pt x="446" y="1649"/>
                    </a:cubicBezTo>
                    <a:cubicBezTo>
                      <a:pt x="501" y="1830"/>
                      <a:pt x="595" y="1972"/>
                      <a:pt x="722" y="2071"/>
                    </a:cubicBezTo>
                    <a:cubicBezTo>
                      <a:pt x="844" y="2169"/>
                      <a:pt x="994" y="2220"/>
                      <a:pt x="1168" y="2220"/>
                    </a:cubicBezTo>
                    <a:cubicBezTo>
                      <a:pt x="1239" y="2220"/>
                      <a:pt x="1317" y="2209"/>
                      <a:pt x="1396" y="2189"/>
                    </a:cubicBezTo>
                    <a:cubicBezTo>
                      <a:pt x="1463" y="2173"/>
                      <a:pt x="1530" y="2154"/>
                      <a:pt x="1594" y="2118"/>
                    </a:cubicBezTo>
                    <a:cubicBezTo>
                      <a:pt x="1652" y="2083"/>
                      <a:pt x="1703" y="2036"/>
                      <a:pt x="1743" y="1980"/>
                    </a:cubicBezTo>
                    <a:cubicBezTo>
                      <a:pt x="1802" y="1901"/>
                      <a:pt x="1838" y="1807"/>
                      <a:pt x="1862" y="1704"/>
                    </a:cubicBezTo>
                    <a:cubicBezTo>
                      <a:pt x="1885" y="1601"/>
                      <a:pt x="1897" y="1495"/>
                      <a:pt x="1897" y="1397"/>
                    </a:cubicBezTo>
                    <a:lnTo>
                      <a:pt x="1897" y="1368"/>
                    </a:lnTo>
                    <a:cubicBezTo>
                      <a:pt x="1897" y="1124"/>
                      <a:pt x="1878" y="840"/>
                      <a:pt x="1783" y="611"/>
                    </a:cubicBezTo>
                    <a:cubicBezTo>
                      <a:pt x="1736" y="498"/>
                      <a:pt x="1665" y="398"/>
                      <a:pt x="1570" y="327"/>
                    </a:cubicBezTo>
                    <a:cubicBezTo>
                      <a:pt x="1475" y="257"/>
                      <a:pt x="1352" y="214"/>
                      <a:pt x="1203" y="214"/>
                    </a:cubicBezTo>
                    <a:close/>
                    <a:moveTo>
                      <a:pt x="1183" y="44"/>
                    </a:moveTo>
                    <a:cubicBezTo>
                      <a:pt x="1341" y="44"/>
                      <a:pt x="1491" y="60"/>
                      <a:pt x="1633" y="127"/>
                    </a:cubicBezTo>
                    <a:cubicBezTo>
                      <a:pt x="1703" y="162"/>
                      <a:pt x="1759" y="202"/>
                      <a:pt x="1807" y="249"/>
                    </a:cubicBezTo>
                    <a:cubicBezTo>
                      <a:pt x="1849" y="296"/>
                      <a:pt x="1885" y="356"/>
                      <a:pt x="1909" y="427"/>
                    </a:cubicBezTo>
                    <a:cubicBezTo>
                      <a:pt x="1964" y="576"/>
                      <a:pt x="2023" y="711"/>
                      <a:pt x="2071" y="848"/>
                    </a:cubicBezTo>
                    <a:cubicBezTo>
                      <a:pt x="2118" y="986"/>
                      <a:pt x="2149" y="1128"/>
                      <a:pt x="2149" y="1290"/>
                    </a:cubicBezTo>
                    <a:lnTo>
                      <a:pt x="2149" y="1302"/>
                    </a:lnTo>
                    <a:cubicBezTo>
                      <a:pt x="2149" y="1468"/>
                      <a:pt x="2098" y="1617"/>
                      <a:pt x="2051" y="1767"/>
                    </a:cubicBezTo>
                    <a:cubicBezTo>
                      <a:pt x="2000" y="1917"/>
                      <a:pt x="1952" y="2067"/>
                      <a:pt x="1949" y="2232"/>
                    </a:cubicBezTo>
                    <a:cubicBezTo>
                      <a:pt x="1949" y="2287"/>
                      <a:pt x="1956" y="2343"/>
                      <a:pt x="1968" y="2402"/>
                    </a:cubicBezTo>
                    <a:cubicBezTo>
                      <a:pt x="1987" y="2480"/>
                      <a:pt x="2015" y="2560"/>
                      <a:pt x="2038" y="2635"/>
                    </a:cubicBezTo>
                    <a:cubicBezTo>
                      <a:pt x="2058" y="2713"/>
                      <a:pt x="2078" y="2788"/>
                      <a:pt x="2078" y="2859"/>
                    </a:cubicBezTo>
                    <a:cubicBezTo>
                      <a:pt x="2078" y="2891"/>
                      <a:pt x="2074" y="2919"/>
                      <a:pt x="2067" y="2950"/>
                    </a:cubicBezTo>
                    <a:cubicBezTo>
                      <a:pt x="2055" y="3017"/>
                      <a:pt x="2020" y="3077"/>
                      <a:pt x="1976" y="3132"/>
                    </a:cubicBezTo>
                    <a:cubicBezTo>
                      <a:pt x="1933" y="3183"/>
                      <a:pt x="1878" y="3230"/>
                      <a:pt x="1818" y="3270"/>
                    </a:cubicBezTo>
                    <a:cubicBezTo>
                      <a:pt x="1636" y="3392"/>
                      <a:pt x="1420" y="3459"/>
                      <a:pt x="1199" y="3459"/>
                    </a:cubicBezTo>
                    <a:cubicBezTo>
                      <a:pt x="1116" y="3459"/>
                      <a:pt x="1030" y="3447"/>
                      <a:pt x="946" y="3427"/>
                    </a:cubicBezTo>
                    <a:cubicBezTo>
                      <a:pt x="651" y="3356"/>
                      <a:pt x="391" y="3155"/>
                      <a:pt x="245" y="2887"/>
                    </a:cubicBezTo>
                    <a:cubicBezTo>
                      <a:pt x="225" y="2851"/>
                      <a:pt x="205" y="2812"/>
                      <a:pt x="182" y="2773"/>
                    </a:cubicBezTo>
                    <a:cubicBezTo>
                      <a:pt x="158" y="2737"/>
                      <a:pt x="131" y="2702"/>
                      <a:pt x="95" y="2674"/>
                    </a:cubicBezTo>
                    <a:cubicBezTo>
                      <a:pt x="83" y="2666"/>
                      <a:pt x="75" y="2658"/>
                      <a:pt x="67" y="2655"/>
                    </a:cubicBezTo>
                    <a:cubicBezTo>
                      <a:pt x="60" y="2646"/>
                      <a:pt x="56" y="2642"/>
                      <a:pt x="51" y="2635"/>
                    </a:cubicBezTo>
                    <a:cubicBezTo>
                      <a:pt x="44" y="2627"/>
                      <a:pt x="44" y="2619"/>
                      <a:pt x="44" y="2607"/>
                    </a:cubicBezTo>
                    <a:cubicBezTo>
                      <a:pt x="44" y="2591"/>
                      <a:pt x="47" y="2567"/>
                      <a:pt x="56" y="2544"/>
                    </a:cubicBezTo>
                    <a:cubicBezTo>
                      <a:pt x="138" y="2303"/>
                      <a:pt x="178" y="2047"/>
                      <a:pt x="178" y="1794"/>
                    </a:cubicBezTo>
                    <a:cubicBezTo>
                      <a:pt x="178" y="1743"/>
                      <a:pt x="178" y="1696"/>
                      <a:pt x="174" y="1645"/>
                    </a:cubicBezTo>
                    <a:cubicBezTo>
                      <a:pt x="162" y="1439"/>
                      <a:pt x="122" y="1239"/>
                      <a:pt x="122" y="1042"/>
                    </a:cubicBezTo>
                    <a:cubicBezTo>
                      <a:pt x="122" y="959"/>
                      <a:pt x="131" y="880"/>
                      <a:pt x="146" y="797"/>
                    </a:cubicBezTo>
                    <a:cubicBezTo>
                      <a:pt x="189" y="592"/>
                      <a:pt x="308" y="411"/>
                      <a:pt x="469" y="276"/>
                    </a:cubicBezTo>
                    <a:cubicBezTo>
                      <a:pt x="627" y="143"/>
                      <a:pt x="828" y="56"/>
                      <a:pt x="1037" y="48"/>
                    </a:cubicBezTo>
                    <a:cubicBezTo>
                      <a:pt x="1085" y="48"/>
                      <a:pt x="1136" y="44"/>
                      <a:pt x="1183" y="44"/>
                    </a:cubicBezTo>
                    <a:close/>
                    <a:moveTo>
                      <a:pt x="1183" y="1"/>
                    </a:moveTo>
                    <a:cubicBezTo>
                      <a:pt x="1136" y="1"/>
                      <a:pt x="1085" y="5"/>
                      <a:pt x="1033" y="5"/>
                    </a:cubicBezTo>
                    <a:cubicBezTo>
                      <a:pt x="817" y="12"/>
                      <a:pt x="608" y="103"/>
                      <a:pt x="438" y="241"/>
                    </a:cubicBezTo>
                    <a:cubicBezTo>
                      <a:pt x="273" y="383"/>
                      <a:pt x="151" y="573"/>
                      <a:pt x="103" y="789"/>
                    </a:cubicBezTo>
                    <a:cubicBezTo>
                      <a:pt x="87" y="872"/>
                      <a:pt x="80" y="955"/>
                      <a:pt x="80" y="1042"/>
                    </a:cubicBezTo>
                    <a:cubicBezTo>
                      <a:pt x="80" y="1243"/>
                      <a:pt x="118" y="1448"/>
                      <a:pt x="131" y="1649"/>
                    </a:cubicBezTo>
                    <a:cubicBezTo>
                      <a:pt x="134" y="1696"/>
                      <a:pt x="134" y="1743"/>
                      <a:pt x="134" y="1794"/>
                    </a:cubicBezTo>
                    <a:cubicBezTo>
                      <a:pt x="134" y="2043"/>
                      <a:pt x="95" y="2296"/>
                      <a:pt x="16" y="2532"/>
                    </a:cubicBezTo>
                    <a:cubicBezTo>
                      <a:pt x="9" y="2556"/>
                      <a:pt x="0" y="2580"/>
                      <a:pt x="0" y="2607"/>
                    </a:cubicBezTo>
                    <a:cubicBezTo>
                      <a:pt x="0" y="2622"/>
                      <a:pt x="4" y="2642"/>
                      <a:pt x="12" y="2658"/>
                    </a:cubicBezTo>
                    <a:cubicBezTo>
                      <a:pt x="20" y="2670"/>
                      <a:pt x="32" y="2682"/>
                      <a:pt x="40" y="2690"/>
                    </a:cubicBezTo>
                    <a:cubicBezTo>
                      <a:pt x="51" y="2698"/>
                      <a:pt x="60" y="2702"/>
                      <a:pt x="67" y="2709"/>
                    </a:cubicBezTo>
                    <a:cubicBezTo>
                      <a:pt x="98" y="2729"/>
                      <a:pt x="122" y="2761"/>
                      <a:pt x="146" y="2797"/>
                    </a:cubicBezTo>
                    <a:cubicBezTo>
                      <a:pt x="166" y="2832"/>
                      <a:pt x="186" y="2871"/>
                      <a:pt x="205" y="2906"/>
                    </a:cubicBezTo>
                    <a:cubicBezTo>
                      <a:pt x="359" y="3186"/>
                      <a:pt x="627" y="3396"/>
                      <a:pt x="935" y="3470"/>
                    </a:cubicBezTo>
                    <a:cubicBezTo>
                      <a:pt x="1021" y="3490"/>
                      <a:pt x="1112" y="3502"/>
                      <a:pt x="1199" y="3502"/>
                    </a:cubicBezTo>
                    <a:cubicBezTo>
                      <a:pt x="1428" y="3502"/>
                      <a:pt x="1652" y="3435"/>
                      <a:pt x="1842" y="3305"/>
                    </a:cubicBezTo>
                    <a:cubicBezTo>
                      <a:pt x="1905" y="3266"/>
                      <a:pt x="1964" y="3214"/>
                      <a:pt x="2011" y="3159"/>
                    </a:cubicBezTo>
                    <a:cubicBezTo>
                      <a:pt x="2058" y="3100"/>
                      <a:pt x="2094" y="3033"/>
                      <a:pt x="2109" y="2958"/>
                    </a:cubicBezTo>
                    <a:cubicBezTo>
                      <a:pt x="2118" y="2926"/>
                      <a:pt x="2122" y="2895"/>
                      <a:pt x="2122" y="2859"/>
                    </a:cubicBezTo>
                    <a:cubicBezTo>
                      <a:pt x="2122" y="2780"/>
                      <a:pt x="2102" y="2702"/>
                      <a:pt x="2078" y="2622"/>
                    </a:cubicBezTo>
                    <a:cubicBezTo>
                      <a:pt x="2055" y="2548"/>
                      <a:pt x="2027" y="2469"/>
                      <a:pt x="2011" y="2394"/>
                    </a:cubicBezTo>
                    <a:cubicBezTo>
                      <a:pt x="2000" y="2338"/>
                      <a:pt x="1996" y="2284"/>
                      <a:pt x="1996" y="2232"/>
                    </a:cubicBezTo>
                    <a:cubicBezTo>
                      <a:pt x="1996" y="2074"/>
                      <a:pt x="2043" y="1929"/>
                      <a:pt x="2091" y="1779"/>
                    </a:cubicBezTo>
                    <a:cubicBezTo>
                      <a:pt x="2142" y="1629"/>
                      <a:pt x="2193" y="1475"/>
                      <a:pt x="2193" y="1302"/>
                    </a:cubicBezTo>
                    <a:lnTo>
                      <a:pt x="2193" y="1290"/>
                    </a:lnTo>
                    <a:cubicBezTo>
                      <a:pt x="2193" y="1121"/>
                      <a:pt x="2162" y="975"/>
                      <a:pt x="2114" y="837"/>
                    </a:cubicBezTo>
                    <a:cubicBezTo>
                      <a:pt x="2067" y="695"/>
                      <a:pt x="2003" y="560"/>
                      <a:pt x="1952" y="411"/>
                    </a:cubicBezTo>
                    <a:cubicBezTo>
                      <a:pt x="1925" y="336"/>
                      <a:pt x="1885" y="273"/>
                      <a:pt x="1838" y="218"/>
                    </a:cubicBezTo>
                    <a:cubicBezTo>
                      <a:pt x="1787" y="167"/>
                      <a:pt x="1727" y="123"/>
                      <a:pt x="1652" y="87"/>
                    </a:cubicBezTo>
                    <a:cubicBezTo>
                      <a:pt x="1499" y="16"/>
                      <a:pt x="1345" y="1"/>
                      <a:pt x="1183"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7" name="Google Shape;2497;p53"/>
              <p:cNvSpPr/>
              <p:nvPr/>
            </p:nvSpPr>
            <p:spPr>
              <a:xfrm>
                <a:off x="157765" y="2781223"/>
                <a:ext cx="769232" cy="3074848"/>
              </a:xfrm>
              <a:custGeom>
                <a:rect b="b" l="l" r="r" t="t"/>
                <a:pathLst>
                  <a:path extrusionOk="0" h="8862" w="2217">
                    <a:moveTo>
                      <a:pt x="1" y="0"/>
                    </a:moveTo>
                    <a:lnTo>
                      <a:pt x="1" y="0"/>
                    </a:lnTo>
                    <a:cubicBezTo>
                      <a:pt x="28" y="533"/>
                      <a:pt x="56" y="1069"/>
                      <a:pt x="194" y="1586"/>
                    </a:cubicBezTo>
                    <a:cubicBezTo>
                      <a:pt x="272" y="1882"/>
                      <a:pt x="265" y="2181"/>
                      <a:pt x="280" y="2485"/>
                    </a:cubicBezTo>
                    <a:cubicBezTo>
                      <a:pt x="300" y="2847"/>
                      <a:pt x="343" y="3207"/>
                      <a:pt x="363" y="3569"/>
                    </a:cubicBezTo>
                    <a:cubicBezTo>
                      <a:pt x="394" y="4137"/>
                      <a:pt x="411" y="4705"/>
                      <a:pt x="407" y="5276"/>
                    </a:cubicBezTo>
                    <a:cubicBezTo>
                      <a:pt x="407" y="5698"/>
                      <a:pt x="498" y="6117"/>
                      <a:pt x="580" y="6530"/>
                    </a:cubicBezTo>
                    <a:cubicBezTo>
                      <a:pt x="687" y="7043"/>
                      <a:pt x="840" y="7602"/>
                      <a:pt x="833" y="8123"/>
                    </a:cubicBezTo>
                    <a:cubicBezTo>
                      <a:pt x="833" y="8417"/>
                      <a:pt x="897" y="8862"/>
                      <a:pt x="1292" y="8862"/>
                    </a:cubicBezTo>
                    <a:cubicBezTo>
                      <a:pt x="1300" y="8862"/>
                      <a:pt x="1309" y="8861"/>
                      <a:pt x="1317" y="8861"/>
                    </a:cubicBezTo>
                    <a:cubicBezTo>
                      <a:pt x="1570" y="8849"/>
                      <a:pt x="1719" y="8577"/>
                      <a:pt x="1803" y="8341"/>
                    </a:cubicBezTo>
                    <a:cubicBezTo>
                      <a:pt x="2189" y="7244"/>
                      <a:pt x="2212" y="6057"/>
                      <a:pt x="2216" y="4894"/>
                    </a:cubicBezTo>
                    <a:cubicBezTo>
                      <a:pt x="2216" y="4654"/>
                      <a:pt x="2212" y="4409"/>
                      <a:pt x="2209" y="4168"/>
                    </a:cubicBezTo>
                    <a:cubicBezTo>
                      <a:pt x="2196" y="3668"/>
                      <a:pt x="2161" y="3167"/>
                      <a:pt x="2070" y="2678"/>
                    </a:cubicBezTo>
                    <a:cubicBezTo>
                      <a:pt x="1956" y="2039"/>
                      <a:pt x="1747" y="1274"/>
                      <a:pt x="1388" y="730"/>
                    </a:cubicBezTo>
                    <a:cubicBezTo>
                      <a:pt x="1077" y="257"/>
                      <a:pt x="529" y="126"/>
                      <a:pt x="1" y="0"/>
                    </a:cubicBezTo>
                    <a:close/>
                  </a:path>
                </a:pathLst>
              </a:custGeom>
              <a:solidFill>
                <a:schemeClr val="accen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8" name="Google Shape;2498;p53"/>
              <p:cNvSpPr/>
              <p:nvPr/>
            </p:nvSpPr>
            <p:spPr>
              <a:xfrm>
                <a:off x="149784" y="2773590"/>
                <a:ext cx="784152" cy="3090462"/>
              </a:xfrm>
              <a:custGeom>
                <a:rect b="b" l="l" r="r" t="t"/>
                <a:pathLst>
                  <a:path extrusionOk="0" h="8907" w="2260">
                    <a:moveTo>
                      <a:pt x="49" y="49"/>
                    </a:moveTo>
                    <a:lnTo>
                      <a:pt x="49" y="49"/>
                    </a:lnTo>
                    <a:cubicBezTo>
                      <a:pt x="304" y="111"/>
                      <a:pt x="561" y="176"/>
                      <a:pt x="788" y="279"/>
                    </a:cubicBezTo>
                    <a:cubicBezTo>
                      <a:pt x="1029" y="385"/>
                      <a:pt x="1238" y="532"/>
                      <a:pt x="1391" y="763"/>
                    </a:cubicBezTo>
                    <a:cubicBezTo>
                      <a:pt x="1751" y="1304"/>
                      <a:pt x="1959" y="2065"/>
                      <a:pt x="2074" y="2703"/>
                    </a:cubicBezTo>
                    <a:cubicBezTo>
                      <a:pt x="2164" y="3193"/>
                      <a:pt x="2196" y="3690"/>
                      <a:pt x="2208" y="4190"/>
                    </a:cubicBezTo>
                    <a:cubicBezTo>
                      <a:pt x="2216" y="4419"/>
                      <a:pt x="2216" y="4648"/>
                      <a:pt x="2216" y="4876"/>
                    </a:cubicBezTo>
                    <a:lnTo>
                      <a:pt x="2216" y="4916"/>
                    </a:lnTo>
                    <a:cubicBezTo>
                      <a:pt x="2216" y="6079"/>
                      <a:pt x="2188" y="7262"/>
                      <a:pt x="1806" y="8354"/>
                    </a:cubicBezTo>
                    <a:cubicBezTo>
                      <a:pt x="1762" y="8472"/>
                      <a:pt x="1707" y="8599"/>
                      <a:pt x="1628" y="8694"/>
                    </a:cubicBezTo>
                    <a:cubicBezTo>
                      <a:pt x="1589" y="8741"/>
                      <a:pt x="1546" y="8780"/>
                      <a:pt x="1498" y="8812"/>
                    </a:cubicBezTo>
                    <a:cubicBezTo>
                      <a:pt x="1451" y="8840"/>
                      <a:pt x="1396" y="8859"/>
                      <a:pt x="1336" y="8859"/>
                    </a:cubicBezTo>
                    <a:lnTo>
                      <a:pt x="1313" y="8859"/>
                    </a:lnTo>
                    <a:cubicBezTo>
                      <a:pt x="1222" y="8859"/>
                      <a:pt x="1151" y="8836"/>
                      <a:pt x="1092" y="8792"/>
                    </a:cubicBezTo>
                    <a:cubicBezTo>
                      <a:pt x="1049" y="8765"/>
                      <a:pt x="1017" y="8721"/>
                      <a:pt x="985" y="8674"/>
                    </a:cubicBezTo>
                    <a:cubicBezTo>
                      <a:pt x="946" y="8603"/>
                      <a:pt x="918" y="8516"/>
                      <a:pt x="903" y="8425"/>
                    </a:cubicBezTo>
                    <a:cubicBezTo>
                      <a:pt x="883" y="8339"/>
                      <a:pt x="879" y="8244"/>
                      <a:pt x="879" y="8165"/>
                    </a:cubicBezTo>
                    <a:lnTo>
                      <a:pt x="879" y="8145"/>
                    </a:lnTo>
                    <a:lnTo>
                      <a:pt x="879" y="8117"/>
                    </a:lnTo>
                    <a:cubicBezTo>
                      <a:pt x="879" y="7601"/>
                      <a:pt x="729" y="7049"/>
                      <a:pt x="627" y="6548"/>
                    </a:cubicBezTo>
                    <a:cubicBezTo>
                      <a:pt x="540" y="6139"/>
                      <a:pt x="453" y="5724"/>
                      <a:pt x="453" y="5311"/>
                    </a:cubicBezTo>
                    <a:lnTo>
                      <a:pt x="453" y="5298"/>
                    </a:lnTo>
                    <a:lnTo>
                      <a:pt x="453" y="5153"/>
                    </a:lnTo>
                    <a:cubicBezTo>
                      <a:pt x="453" y="4632"/>
                      <a:pt x="437" y="4112"/>
                      <a:pt x="410" y="3591"/>
                    </a:cubicBezTo>
                    <a:cubicBezTo>
                      <a:pt x="390" y="3229"/>
                      <a:pt x="346" y="2865"/>
                      <a:pt x="327" y="2503"/>
                    </a:cubicBezTo>
                    <a:cubicBezTo>
                      <a:pt x="308" y="2203"/>
                      <a:pt x="319" y="1899"/>
                      <a:pt x="237" y="1600"/>
                    </a:cubicBezTo>
                    <a:cubicBezTo>
                      <a:pt x="101" y="1099"/>
                      <a:pt x="72" y="573"/>
                      <a:pt x="49" y="49"/>
                    </a:cubicBezTo>
                    <a:close/>
                    <a:moveTo>
                      <a:pt x="23" y="1"/>
                    </a:moveTo>
                    <a:cubicBezTo>
                      <a:pt x="19" y="1"/>
                      <a:pt x="14" y="4"/>
                      <a:pt x="11" y="6"/>
                    </a:cubicBezTo>
                    <a:cubicBezTo>
                      <a:pt x="4" y="11"/>
                      <a:pt x="0" y="19"/>
                      <a:pt x="4" y="22"/>
                    </a:cubicBezTo>
                    <a:cubicBezTo>
                      <a:pt x="28" y="555"/>
                      <a:pt x="55" y="1095"/>
                      <a:pt x="193" y="1611"/>
                    </a:cubicBezTo>
                    <a:cubicBezTo>
                      <a:pt x="272" y="1904"/>
                      <a:pt x="264" y="2203"/>
                      <a:pt x="284" y="2507"/>
                    </a:cubicBezTo>
                    <a:cubicBezTo>
                      <a:pt x="303" y="2869"/>
                      <a:pt x="343" y="3232"/>
                      <a:pt x="366" y="3595"/>
                    </a:cubicBezTo>
                    <a:cubicBezTo>
                      <a:pt x="394" y="4115"/>
                      <a:pt x="410" y="4636"/>
                      <a:pt x="410" y="5153"/>
                    </a:cubicBezTo>
                    <a:lnTo>
                      <a:pt x="410" y="5298"/>
                    </a:lnTo>
                    <a:lnTo>
                      <a:pt x="410" y="5311"/>
                    </a:lnTo>
                    <a:cubicBezTo>
                      <a:pt x="410" y="5732"/>
                      <a:pt x="497" y="6150"/>
                      <a:pt x="583" y="6560"/>
                    </a:cubicBezTo>
                    <a:cubicBezTo>
                      <a:pt x="686" y="7061"/>
                      <a:pt x="836" y="7609"/>
                      <a:pt x="836" y="8117"/>
                    </a:cubicBezTo>
                    <a:lnTo>
                      <a:pt x="836" y="8145"/>
                    </a:lnTo>
                    <a:lnTo>
                      <a:pt x="836" y="8165"/>
                    </a:lnTo>
                    <a:cubicBezTo>
                      <a:pt x="836" y="8311"/>
                      <a:pt x="852" y="8492"/>
                      <a:pt x="923" y="8642"/>
                    </a:cubicBezTo>
                    <a:cubicBezTo>
                      <a:pt x="954" y="8717"/>
                      <a:pt x="1001" y="8780"/>
                      <a:pt x="1069" y="8827"/>
                    </a:cubicBezTo>
                    <a:cubicBezTo>
                      <a:pt x="1131" y="8875"/>
                      <a:pt x="1214" y="8907"/>
                      <a:pt x="1313" y="8907"/>
                    </a:cubicBezTo>
                    <a:cubicBezTo>
                      <a:pt x="1320" y="8907"/>
                      <a:pt x="1333" y="8902"/>
                      <a:pt x="1340" y="8902"/>
                    </a:cubicBezTo>
                    <a:cubicBezTo>
                      <a:pt x="1407" y="8902"/>
                      <a:pt x="1467" y="8878"/>
                      <a:pt x="1522" y="8847"/>
                    </a:cubicBezTo>
                    <a:cubicBezTo>
                      <a:pt x="1600" y="8800"/>
                      <a:pt x="1668" y="8725"/>
                      <a:pt x="1719" y="8638"/>
                    </a:cubicBezTo>
                    <a:cubicBezTo>
                      <a:pt x="1775" y="8556"/>
                      <a:pt x="1813" y="8461"/>
                      <a:pt x="1846" y="8370"/>
                    </a:cubicBezTo>
                    <a:cubicBezTo>
                      <a:pt x="2235" y="7270"/>
                      <a:pt x="2259" y="6079"/>
                      <a:pt x="2259" y="4916"/>
                    </a:cubicBezTo>
                    <a:lnTo>
                      <a:pt x="2259" y="4876"/>
                    </a:lnTo>
                    <a:cubicBezTo>
                      <a:pt x="2259" y="4648"/>
                      <a:pt x="2259" y="4419"/>
                      <a:pt x="2251" y="4186"/>
                    </a:cubicBezTo>
                    <a:cubicBezTo>
                      <a:pt x="2239" y="3690"/>
                      <a:pt x="2208" y="3189"/>
                      <a:pt x="2117" y="2696"/>
                    </a:cubicBezTo>
                    <a:cubicBezTo>
                      <a:pt x="1999" y="2053"/>
                      <a:pt x="1790" y="1289"/>
                      <a:pt x="1427" y="740"/>
                    </a:cubicBezTo>
                    <a:cubicBezTo>
                      <a:pt x="1269" y="499"/>
                      <a:pt x="1052" y="346"/>
                      <a:pt x="808" y="235"/>
                    </a:cubicBezTo>
                    <a:cubicBezTo>
                      <a:pt x="563" y="129"/>
                      <a:pt x="292" y="66"/>
                      <a:pt x="28" y="3"/>
                    </a:cubicBezTo>
                    <a:cubicBezTo>
                      <a:pt x="26" y="1"/>
                      <a:pt x="25" y="1"/>
                      <a:pt x="23" y="1"/>
                    </a:cubicBezTo>
                    <a:close/>
                  </a:path>
                </a:pathLst>
              </a:custGeom>
              <a:solidFill>
                <a:srgbClr val="000000"/>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9" name="Google Shape;2499;p53"/>
              <p:cNvSpPr/>
              <p:nvPr/>
            </p:nvSpPr>
            <p:spPr>
              <a:xfrm>
                <a:off x="-1260981" y="4474765"/>
                <a:ext cx="1854208" cy="1945808"/>
              </a:xfrm>
              <a:custGeom>
                <a:rect b="b" l="l" r="r" t="t"/>
                <a:pathLst>
                  <a:path extrusionOk="0" h="5608" w="5344">
                    <a:moveTo>
                      <a:pt x="797" y="44"/>
                    </a:moveTo>
                    <a:cubicBezTo>
                      <a:pt x="840" y="44"/>
                      <a:pt x="884" y="53"/>
                      <a:pt x="931" y="53"/>
                    </a:cubicBezTo>
                    <a:lnTo>
                      <a:pt x="4326" y="53"/>
                    </a:lnTo>
                    <a:cubicBezTo>
                      <a:pt x="4389" y="57"/>
                      <a:pt x="4452" y="57"/>
                      <a:pt x="4516" y="60"/>
                    </a:cubicBezTo>
                    <a:cubicBezTo>
                      <a:pt x="4516" y="60"/>
                      <a:pt x="4519" y="60"/>
                      <a:pt x="4523" y="64"/>
                    </a:cubicBezTo>
                    <a:cubicBezTo>
                      <a:pt x="4527" y="68"/>
                      <a:pt x="4535" y="80"/>
                      <a:pt x="4539" y="92"/>
                    </a:cubicBezTo>
                    <a:cubicBezTo>
                      <a:pt x="4543" y="108"/>
                      <a:pt x="4547" y="124"/>
                      <a:pt x="4547" y="143"/>
                    </a:cubicBezTo>
                    <a:lnTo>
                      <a:pt x="4547" y="159"/>
                    </a:lnTo>
                    <a:cubicBezTo>
                      <a:pt x="4543" y="166"/>
                      <a:pt x="4543" y="175"/>
                      <a:pt x="4543" y="186"/>
                    </a:cubicBezTo>
                    <a:cubicBezTo>
                      <a:pt x="4543" y="237"/>
                      <a:pt x="4554" y="297"/>
                      <a:pt x="4567" y="356"/>
                    </a:cubicBezTo>
                    <a:cubicBezTo>
                      <a:pt x="4582" y="415"/>
                      <a:pt x="4594" y="470"/>
                      <a:pt x="4602" y="514"/>
                    </a:cubicBezTo>
                    <a:cubicBezTo>
                      <a:pt x="4625" y="628"/>
                      <a:pt x="4653" y="739"/>
                      <a:pt x="4689" y="845"/>
                    </a:cubicBezTo>
                    <a:cubicBezTo>
                      <a:pt x="4736" y="1034"/>
                      <a:pt x="4776" y="1227"/>
                      <a:pt x="4807" y="1420"/>
                    </a:cubicBezTo>
                    <a:cubicBezTo>
                      <a:pt x="4977" y="2505"/>
                      <a:pt x="5217" y="4031"/>
                      <a:pt x="5300" y="5174"/>
                    </a:cubicBezTo>
                    <a:lnTo>
                      <a:pt x="5300" y="5187"/>
                    </a:lnTo>
                    <a:cubicBezTo>
                      <a:pt x="5300" y="5289"/>
                      <a:pt x="5221" y="5371"/>
                      <a:pt x="5118" y="5371"/>
                    </a:cubicBezTo>
                    <a:cubicBezTo>
                      <a:pt x="4815" y="5380"/>
                      <a:pt x="4425" y="5380"/>
                      <a:pt x="4180" y="5391"/>
                    </a:cubicBezTo>
                    <a:cubicBezTo>
                      <a:pt x="3919" y="5403"/>
                      <a:pt x="3655" y="5403"/>
                      <a:pt x="3391" y="5407"/>
                    </a:cubicBezTo>
                    <a:cubicBezTo>
                      <a:pt x="2800" y="5415"/>
                      <a:pt x="2208" y="5423"/>
                      <a:pt x="1613" y="5435"/>
                    </a:cubicBezTo>
                    <a:lnTo>
                      <a:pt x="1542" y="5435"/>
                    </a:lnTo>
                    <a:cubicBezTo>
                      <a:pt x="1428" y="5435"/>
                      <a:pt x="1309" y="5431"/>
                      <a:pt x="1191" y="5431"/>
                    </a:cubicBezTo>
                    <a:cubicBezTo>
                      <a:pt x="1073" y="5431"/>
                      <a:pt x="955" y="5435"/>
                      <a:pt x="836" y="5447"/>
                    </a:cubicBezTo>
                    <a:cubicBezTo>
                      <a:pt x="805" y="5451"/>
                      <a:pt x="769" y="5462"/>
                      <a:pt x="730" y="5474"/>
                    </a:cubicBezTo>
                    <a:cubicBezTo>
                      <a:pt x="667" y="5490"/>
                      <a:pt x="603" y="5513"/>
                      <a:pt x="541" y="5533"/>
                    </a:cubicBezTo>
                    <a:cubicBezTo>
                      <a:pt x="474" y="5549"/>
                      <a:pt x="414" y="5565"/>
                      <a:pt x="367" y="5565"/>
                    </a:cubicBezTo>
                    <a:cubicBezTo>
                      <a:pt x="347" y="5565"/>
                      <a:pt x="332" y="5560"/>
                      <a:pt x="320" y="5557"/>
                    </a:cubicBezTo>
                    <a:cubicBezTo>
                      <a:pt x="268" y="5545"/>
                      <a:pt x="229" y="5509"/>
                      <a:pt x="194" y="5458"/>
                    </a:cubicBezTo>
                    <a:cubicBezTo>
                      <a:pt x="139" y="5380"/>
                      <a:pt x="99" y="5261"/>
                      <a:pt x="75" y="5111"/>
                    </a:cubicBezTo>
                    <a:cubicBezTo>
                      <a:pt x="52" y="4965"/>
                      <a:pt x="44" y="4792"/>
                      <a:pt x="44" y="4603"/>
                    </a:cubicBezTo>
                    <a:cubicBezTo>
                      <a:pt x="44" y="4232"/>
                      <a:pt x="83" y="3806"/>
                      <a:pt x="126" y="3436"/>
                    </a:cubicBezTo>
                    <a:cubicBezTo>
                      <a:pt x="170" y="3065"/>
                      <a:pt x="221" y="2754"/>
                      <a:pt x="241" y="2599"/>
                    </a:cubicBezTo>
                    <a:cubicBezTo>
                      <a:pt x="300" y="2174"/>
                      <a:pt x="418" y="1744"/>
                      <a:pt x="532" y="1314"/>
                    </a:cubicBezTo>
                    <a:cubicBezTo>
                      <a:pt x="642" y="890"/>
                      <a:pt x="747" y="461"/>
                      <a:pt x="776" y="45"/>
                    </a:cubicBezTo>
                    <a:lnTo>
                      <a:pt x="776" y="45"/>
                    </a:lnTo>
                    <a:cubicBezTo>
                      <a:pt x="784" y="44"/>
                      <a:pt x="790" y="44"/>
                      <a:pt x="797" y="44"/>
                    </a:cubicBezTo>
                    <a:close/>
                    <a:moveTo>
                      <a:pt x="797" y="1"/>
                    </a:moveTo>
                    <a:cubicBezTo>
                      <a:pt x="785" y="1"/>
                      <a:pt x="769" y="1"/>
                      <a:pt x="754" y="5"/>
                    </a:cubicBezTo>
                    <a:cubicBezTo>
                      <a:pt x="742" y="5"/>
                      <a:pt x="734" y="13"/>
                      <a:pt x="734" y="24"/>
                    </a:cubicBezTo>
                    <a:cubicBezTo>
                      <a:pt x="707" y="443"/>
                      <a:pt x="603" y="872"/>
                      <a:pt x="489" y="1302"/>
                    </a:cubicBezTo>
                    <a:cubicBezTo>
                      <a:pt x="379" y="1733"/>
                      <a:pt x="257" y="2166"/>
                      <a:pt x="197" y="2596"/>
                    </a:cubicBezTo>
                    <a:cubicBezTo>
                      <a:pt x="178" y="2745"/>
                      <a:pt x="126" y="3061"/>
                      <a:pt x="83" y="3431"/>
                    </a:cubicBezTo>
                    <a:cubicBezTo>
                      <a:pt x="39" y="3802"/>
                      <a:pt x="1" y="4228"/>
                      <a:pt x="1" y="4603"/>
                    </a:cubicBezTo>
                    <a:cubicBezTo>
                      <a:pt x="1" y="4855"/>
                      <a:pt x="16" y="5084"/>
                      <a:pt x="63" y="5261"/>
                    </a:cubicBezTo>
                    <a:cubicBezTo>
                      <a:pt x="87" y="5348"/>
                      <a:pt x="115" y="5423"/>
                      <a:pt x="158" y="5482"/>
                    </a:cubicBezTo>
                    <a:cubicBezTo>
                      <a:pt x="197" y="5542"/>
                      <a:pt x="245" y="5584"/>
                      <a:pt x="308" y="5600"/>
                    </a:cubicBezTo>
                    <a:cubicBezTo>
                      <a:pt x="328" y="5604"/>
                      <a:pt x="343" y="5608"/>
                      <a:pt x="367" y="5608"/>
                    </a:cubicBezTo>
                    <a:cubicBezTo>
                      <a:pt x="403" y="5608"/>
                      <a:pt x="442" y="5600"/>
                      <a:pt x="485" y="5593"/>
                    </a:cubicBezTo>
                    <a:cubicBezTo>
                      <a:pt x="549" y="5577"/>
                      <a:pt x="616" y="5553"/>
                      <a:pt x="678" y="5533"/>
                    </a:cubicBezTo>
                    <a:cubicBezTo>
                      <a:pt x="742" y="5513"/>
                      <a:pt x="801" y="5498"/>
                      <a:pt x="840" y="5490"/>
                    </a:cubicBezTo>
                    <a:cubicBezTo>
                      <a:pt x="955" y="5478"/>
                      <a:pt x="1073" y="5474"/>
                      <a:pt x="1191" y="5474"/>
                    </a:cubicBezTo>
                    <a:cubicBezTo>
                      <a:pt x="1309" y="5474"/>
                      <a:pt x="1424" y="5478"/>
                      <a:pt x="1542" y="5478"/>
                    </a:cubicBezTo>
                    <a:lnTo>
                      <a:pt x="1613" y="5478"/>
                    </a:lnTo>
                    <a:cubicBezTo>
                      <a:pt x="2208" y="5466"/>
                      <a:pt x="2800" y="5458"/>
                      <a:pt x="3395" y="5451"/>
                    </a:cubicBezTo>
                    <a:cubicBezTo>
                      <a:pt x="3655" y="5447"/>
                      <a:pt x="3919" y="5447"/>
                      <a:pt x="4180" y="5435"/>
                    </a:cubicBezTo>
                    <a:cubicBezTo>
                      <a:pt x="4425" y="5423"/>
                      <a:pt x="4815" y="5423"/>
                      <a:pt x="5118" y="5419"/>
                    </a:cubicBezTo>
                    <a:cubicBezTo>
                      <a:pt x="5244" y="5415"/>
                      <a:pt x="5344" y="5313"/>
                      <a:pt x="5344" y="5187"/>
                    </a:cubicBezTo>
                    <a:lnTo>
                      <a:pt x="5344" y="5171"/>
                    </a:lnTo>
                    <a:cubicBezTo>
                      <a:pt x="5260" y="4023"/>
                      <a:pt x="5020" y="2497"/>
                      <a:pt x="4851" y="1413"/>
                    </a:cubicBezTo>
                    <a:cubicBezTo>
                      <a:pt x="4818" y="1220"/>
                      <a:pt x="4776" y="1027"/>
                      <a:pt x="4732" y="837"/>
                    </a:cubicBezTo>
                    <a:lnTo>
                      <a:pt x="4732" y="833"/>
                    </a:lnTo>
                    <a:cubicBezTo>
                      <a:pt x="4696" y="723"/>
                      <a:pt x="4665" y="616"/>
                      <a:pt x="4645" y="506"/>
                    </a:cubicBezTo>
                    <a:cubicBezTo>
                      <a:pt x="4638" y="459"/>
                      <a:pt x="4622" y="403"/>
                      <a:pt x="4610" y="348"/>
                    </a:cubicBezTo>
                    <a:cubicBezTo>
                      <a:pt x="4598" y="289"/>
                      <a:pt x="4587" y="233"/>
                      <a:pt x="4587" y="186"/>
                    </a:cubicBezTo>
                    <a:cubicBezTo>
                      <a:pt x="4587" y="179"/>
                      <a:pt x="4590" y="171"/>
                      <a:pt x="4590" y="163"/>
                    </a:cubicBezTo>
                    <a:lnTo>
                      <a:pt x="4590" y="143"/>
                    </a:lnTo>
                    <a:cubicBezTo>
                      <a:pt x="4590" y="111"/>
                      <a:pt x="4587" y="84"/>
                      <a:pt x="4574" y="60"/>
                    </a:cubicBezTo>
                    <a:cubicBezTo>
                      <a:pt x="4571" y="48"/>
                      <a:pt x="4563" y="40"/>
                      <a:pt x="4551" y="33"/>
                    </a:cubicBezTo>
                    <a:cubicBezTo>
                      <a:pt x="4543" y="24"/>
                      <a:pt x="4531" y="17"/>
                      <a:pt x="4516" y="17"/>
                    </a:cubicBezTo>
                    <a:cubicBezTo>
                      <a:pt x="4452" y="13"/>
                      <a:pt x="4389" y="13"/>
                      <a:pt x="4330" y="9"/>
                    </a:cubicBezTo>
                    <a:lnTo>
                      <a:pt x="931" y="9"/>
                    </a:lnTo>
                    <a:cubicBezTo>
                      <a:pt x="887" y="9"/>
                      <a:pt x="844" y="1"/>
                      <a:pt x="797" y="1"/>
                    </a:cubicBezTo>
                    <a:close/>
                  </a:path>
                </a:pathLst>
              </a:custGeom>
              <a:solidFill>
                <a:srgbClr val="000000"/>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0" name="Google Shape;2500;p53"/>
              <p:cNvSpPr/>
              <p:nvPr/>
            </p:nvSpPr>
            <p:spPr>
              <a:xfrm>
                <a:off x="-2311595" y="2671582"/>
                <a:ext cx="4604292" cy="1887517"/>
              </a:xfrm>
              <a:custGeom>
                <a:rect b="b" l="l" r="r" t="t"/>
                <a:pathLst>
                  <a:path extrusionOk="0" h="5440" w="13270">
                    <a:moveTo>
                      <a:pt x="1358" y="0"/>
                    </a:moveTo>
                    <a:cubicBezTo>
                      <a:pt x="1319" y="0"/>
                      <a:pt x="1286" y="39"/>
                      <a:pt x="1254" y="64"/>
                    </a:cubicBezTo>
                    <a:cubicBezTo>
                      <a:pt x="1218" y="87"/>
                      <a:pt x="1183" y="87"/>
                      <a:pt x="1144" y="100"/>
                    </a:cubicBezTo>
                    <a:cubicBezTo>
                      <a:pt x="1092" y="111"/>
                      <a:pt x="1041" y="139"/>
                      <a:pt x="994" y="158"/>
                    </a:cubicBezTo>
                    <a:cubicBezTo>
                      <a:pt x="887" y="202"/>
                      <a:pt x="785" y="242"/>
                      <a:pt x="683" y="281"/>
                    </a:cubicBezTo>
                    <a:cubicBezTo>
                      <a:pt x="564" y="329"/>
                      <a:pt x="446" y="371"/>
                      <a:pt x="328" y="407"/>
                    </a:cubicBezTo>
                    <a:cubicBezTo>
                      <a:pt x="263" y="424"/>
                      <a:pt x="195" y="437"/>
                      <a:pt x="129" y="437"/>
                    </a:cubicBezTo>
                    <a:cubicBezTo>
                      <a:pt x="115" y="437"/>
                      <a:pt x="101" y="436"/>
                      <a:pt x="86" y="435"/>
                    </a:cubicBezTo>
                    <a:cubicBezTo>
                      <a:pt x="80" y="433"/>
                      <a:pt x="72" y="432"/>
                      <a:pt x="66" y="432"/>
                    </a:cubicBezTo>
                    <a:cubicBezTo>
                      <a:pt x="53" y="432"/>
                      <a:pt x="42" y="435"/>
                      <a:pt x="32" y="442"/>
                    </a:cubicBezTo>
                    <a:cubicBezTo>
                      <a:pt x="24" y="451"/>
                      <a:pt x="20" y="466"/>
                      <a:pt x="20" y="478"/>
                    </a:cubicBezTo>
                    <a:cubicBezTo>
                      <a:pt x="8" y="565"/>
                      <a:pt x="0" y="636"/>
                      <a:pt x="12" y="722"/>
                    </a:cubicBezTo>
                    <a:cubicBezTo>
                      <a:pt x="44" y="959"/>
                      <a:pt x="51" y="1196"/>
                      <a:pt x="59" y="1436"/>
                    </a:cubicBezTo>
                    <a:cubicBezTo>
                      <a:pt x="63" y="1641"/>
                      <a:pt x="99" y="1827"/>
                      <a:pt x="122" y="2027"/>
                    </a:cubicBezTo>
                    <a:cubicBezTo>
                      <a:pt x="186" y="2505"/>
                      <a:pt x="264" y="2982"/>
                      <a:pt x="359" y="3455"/>
                    </a:cubicBezTo>
                    <a:cubicBezTo>
                      <a:pt x="403" y="3668"/>
                      <a:pt x="454" y="3881"/>
                      <a:pt x="556" y="4074"/>
                    </a:cubicBezTo>
                    <a:cubicBezTo>
                      <a:pt x="659" y="4267"/>
                      <a:pt x="816" y="4437"/>
                      <a:pt x="1018" y="4516"/>
                    </a:cubicBezTo>
                    <a:cubicBezTo>
                      <a:pt x="1110" y="4552"/>
                      <a:pt x="1205" y="4567"/>
                      <a:pt x="1300" y="4567"/>
                    </a:cubicBezTo>
                    <a:cubicBezTo>
                      <a:pt x="1546" y="4567"/>
                      <a:pt x="1799" y="4467"/>
                      <a:pt x="2023" y="4354"/>
                    </a:cubicBezTo>
                    <a:cubicBezTo>
                      <a:pt x="2701" y="4023"/>
                      <a:pt x="3218" y="3570"/>
                      <a:pt x="3766" y="3061"/>
                    </a:cubicBezTo>
                    <a:lnTo>
                      <a:pt x="3766" y="3061"/>
                    </a:lnTo>
                    <a:cubicBezTo>
                      <a:pt x="3726" y="3388"/>
                      <a:pt x="3631" y="3696"/>
                      <a:pt x="3560" y="4015"/>
                    </a:cubicBezTo>
                    <a:cubicBezTo>
                      <a:pt x="3517" y="4213"/>
                      <a:pt x="3380" y="4535"/>
                      <a:pt x="3513" y="4721"/>
                    </a:cubicBezTo>
                    <a:cubicBezTo>
                      <a:pt x="3583" y="4815"/>
                      <a:pt x="3709" y="4832"/>
                      <a:pt x="3830" y="4832"/>
                    </a:cubicBezTo>
                    <a:cubicBezTo>
                      <a:pt x="3845" y="4832"/>
                      <a:pt x="3861" y="4832"/>
                      <a:pt x="3877" y="4831"/>
                    </a:cubicBezTo>
                    <a:cubicBezTo>
                      <a:pt x="3924" y="5005"/>
                      <a:pt x="3912" y="5241"/>
                      <a:pt x="4073" y="5352"/>
                    </a:cubicBezTo>
                    <a:cubicBezTo>
                      <a:pt x="4147" y="5403"/>
                      <a:pt x="4248" y="5415"/>
                      <a:pt x="4353" y="5415"/>
                    </a:cubicBezTo>
                    <a:cubicBezTo>
                      <a:pt x="4446" y="5415"/>
                      <a:pt x="4542" y="5405"/>
                      <a:pt x="4623" y="5405"/>
                    </a:cubicBezTo>
                    <a:cubicBezTo>
                      <a:pt x="4640" y="5405"/>
                      <a:pt x="4657" y="5406"/>
                      <a:pt x="4672" y="5407"/>
                    </a:cubicBezTo>
                    <a:cubicBezTo>
                      <a:pt x="4901" y="5423"/>
                      <a:pt x="5126" y="5439"/>
                      <a:pt x="5355" y="5439"/>
                    </a:cubicBezTo>
                    <a:cubicBezTo>
                      <a:pt x="5694" y="5434"/>
                      <a:pt x="6033" y="5387"/>
                      <a:pt x="6368" y="5340"/>
                    </a:cubicBezTo>
                    <a:cubicBezTo>
                      <a:pt x="6581" y="5312"/>
                      <a:pt x="6798" y="5285"/>
                      <a:pt x="7011" y="5254"/>
                    </a:cubicBezTo>
                    <a:cubicBezTo>
                      <a:pt x="7169" y="5234"/>
                      <a:pt x="7342" y="5202"/>
                      <a:pt x="7437" y="5076"/>
                    </a:cubicBezTo>
                    <a:cubicBezTo>
                      <a:pt x="7511" y="4970"/>
                      <a:pt x="7511" y="4828"/>
                      <a:pt x="7511" y="4693"/>
                    </a:cubicBezTo>
                    <a:cubicBezTo>
                      <a:pt x="7511" y="4555"/>
                      <a:pt x="7602" y="3290"/>
                      <a:pt x="7713" y="3281"/>
                    </a:cubicBezTo>
                    <a:cubicBezTo>
                      <a:pt x="7882" y="3262"/>
                      <a:pt x="8048" y="3239"/>
                      <a:pt x="8217" y="3207"/>
                    </a:cubicBezTo>
                    <a:cubicBezTo>
                      <a:pt x="8230" y="3207"/>
                      <a:pt x="8241" y="3203"/>
                      <a:pt x="8253" y="3203"/>
                    </a:cubicBezTo>
                    <a:cubicBezTo>
                      <a:pt x="8387" y="3175"/>
                      <a:pt x="8529" y="3136"/>
                      <a:pt x="8663" y="3120"/>
                    </a:cubicBezTo>
                    <a:cubicBezTo>
                      <a:pt x="8710" y="3114"/>
                      <a:pt x="8759" y="3112"/>
                      <a:pt x="8809" y="3112"/>
                    </a:cubicBezTo>
                    <a:cubicBezTo>
                      <a:pt x="8912" y="3112"/>
                      <a:pt x="9018" y="3122"/>
                      <a:pt x="9116" y="3124"/>
                    </a:cubicBezTo>
                    <a:cubicBezTo>
                      <a:pt x="9420" y="3136"/>
                      <a:pt x="9720" y="3163"/>
                      <a:pt x="10023" y="3187"/>
                    </a:cubicBezTo>
                    <a:cubicBezTo>
                      <a:pt x="10308" y="3208"/>
                      <a:pt x="10596" y="3227"/>
                      <a:pt x="10884" y="3227"/>
                    </a:cubicBezTo>
                    <a:cubicBezTo>
                      <a:pt x="11137" y="3227"/>
                      <a:pt x="11391" y="3212"/>
                      <a:pt x="11640" y="3172"/>
                    </a:cubicBezTo>
                    <a:cubicBezTo>
                      <a:pt x="11865" y="3136"/>
                      <a:pt x="12066" y="3132"/>
                      <a:pt x="12279" y="3045"/>
                    </a:cubicBezTo>
                    <a:cubicBezTo>
                      <a:pt x="12503" y="2950"/>
                      <a:pt x="12716" y="2820"/>
                      <a:pt x="12898" y="2655"/>
                    </a:cubicBezTo>
                    <a:cubicBezTo>
                      <a:pt x="13060" y="2509"/>
                      <a:pt x="13206" y="2324"/>
                      <a:pt x="13237" y="2107"/>
                    </a:cubicBezTo>
                    <a:cubicBezTo>
                      <a:pt x="13269" y="1898"/>
                      <a:pt x="13186" y="1681"/>
                      <a:pt x="13051" y="1519"/>
                    </a:cubicBezTo>
                    <a:cubicBezTo>
                      <a:pt x="12817" y="1228"/>
                      <a:pt x="12508" y="1141"/>
                      <a:pt x="12172" y="1141"/>
                    </a:cubicBezTo>
                    <a:cubicBezTo>
                      <a:pt x="12085" y="1141"/>
                      <a:pt x="11995" y="1147"/>
                      <a:pt x="11904" y="1157"/>
                    </a:cubicBezTo>
                    <a:cubicBezTo>
                      <a:pt x="11593" y="1192"/>
                      <a:pt x="11289" y="1283"/>
                      <a:pt x="10993" y="1385"/>
                    </a:cubicBezTo>
                    <a:cubicBezTo>
                      <a:pt x="10827" y="1444"/>
                      <a:pt x="10662" y="1507"/>
                      <a:pt x="10485" y="1535"/>
                    </a:cubicBezTo>
                    <a:cubicBezTo>
                      <a:pt x="10421" y="1545"/>
                      <a:pt x="10356" y="1549"/>
                      <a:pt x="10291" y="1549"/>
                    </a:cubicBezTo>
                    <a:cubicBezTo>
                      <a:pt x="10198" y="1549"/>
                      <a:pt x="10105" y="1541"/>
                      <a:pt x="10012" y="1527"/>
                    </a:cubicBezTo>
                    <a:cubicBezTo>
                      <a:pt x="9846" y="1499"/>
                      <a:pt x="9680" y="1452"/>
                      <a:pt x="9526" y="1389"/>
                    </a:cubicBezTo>
                    <a:cubicBezTo>
                      <a:pt x="8991" y="1161"/>
                      <a:pt x="8608" y="684"/>
                      <a:pt x="8072" y="466"/>
                    </a:cubicBezTo>
                    <a:cubicBezTo>
                      <a:pt x="7944" y="416"/>
                      <a:pt x="6841" y="127"/>
                      <a:pt x="6784" y="127"/>
                    </a:cubicBezTo>
                    <a:cubicBezTo>
                      <a:pt x="6783" y="127"/>
                      <a:pt x="6782" y="127"/>
                      <a:pt x="6782" y="127"/>
                    </a:cubicBezTo>
                    <a:cubicBezTo>
                      <a:pt x="6754" y="395"/>
                      <a:pt x="6593" y="648"/>
                      <a:pt x="6361" y="790"/>
                    </a:cubicBezTo>
                    <a:cubicBezTo>
                      <a:pt x="6219" y="876"/>
                      <a:pt x="6053" y="921"/>
                      <a:pt x="5888" y="921"/>
                    </a:cubicBezTo>
                    <a:cubicBezTo>
                      <a:pt x="5782" y="921"/>
                      <a:pt x="5675" y="903"/>
                      <a:pt x="5575" y="864"/>
                    </a:cubicBezTo>
                    <a:cubicBezTo>
                      <a:pt x="5249" y="742"/>
                      <a:pt x="5107" y="458"/>
                      <a:pt x="4953" y="167"/>
                    </a:cubicBezTo>
                    <a:cubicBezTo>
                      <a:pt x="4952" y="165"/>
                      <a:pt x="4945" y="164"/>
                      <a:pt x="4935" y="164"/>
                    </a:cubicBezTo>
                    <a:cubicBezTo>
                      <a:pt x="4866" y="164"/>
                      <a:pt x="4613" y="206"/>
                      <a:pt x="4582" y="210"/>
                    </a:cubicBezTo>
                    <a:cubicBezTo>
                      <a:pt x="4341" y="238"/>
                      <a:pt x="4121" y="245"/>
                      <a:pt x="3908" y="360"/>
                    </a:cubicBezTo>
                    <a:cubicBezTo>
                      <a:pt x="3667" y="490"/>
                      <a:pt x="3435" y="624"/>
                      <a:pt x="3202" y="762"/>
                    </a:cubicBezTo>
                    <a:cubicBezTo>
                      <a:pt x="2725" y="1046"/>
                      <a:pt x="2259" y="1346"/>
                      <a:pt x="1810" y="1661"/>
                    </a:cubicBezTo>
                    <a:cubicBezTo>
                      <a:pt x="1739" y="1125"/>
                      <a:pt x="1605" y="597"/>
                      <a:pt x="1431" y="84"/>
                    </a:cubicBezTo>
                    <a:cubicBezTo>
                      <a:pt x="1420" y="49"/>
                      <a:pt x="1404" y="9"/>
                      <a:pt x="1369" y="1"/>
                    </a:cubicBezTo>
                    <a:cubicBezTo>
                      <a:pt x="1365" y="1"/>
                      <a:pt x="1361" y="0"/>
                      <a:pt x="1358" y="0"/>
                    </a:cubicBez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1" name="Google Shape;2501;p53"/>
              <p:cNvSpPr/>
              <p:nvPr/>
            </p:nvSpPr>
            <p:spPr>
              <a:xfrm>
                <a:off x="-2317146" y="2663602"/>
                <a:ext cx="4608109" cy="1901743"/>
              </a:xfrm>
              <a:custGeom>
                <a:rect b="b" l="l" r="r" t="t"/>
                <a:pathLst>
                  <a:path extrusionOk="0" h="5481" w="13281">
                    <a:moveTo>
                      <a:pt x="1372" y="44"/>
                    </a:moveTo>
                    <a:cubicBezTo>
                      <a:pt x="1372" y="44"/>
                      <a:pt x="1376" y="48"/>
                      <a:pt x="1380" y="48"/>
                    </a:cubicBezTo>
                    <a:cubicBezTo>
                      <a:pt x="1385" y="48"/>
                      <a:pt x="1389" y="52"/>
                      <a:pt x="1392" y="56"/>
                    </a:cubicBezTo>
                    <a:cubicBezTo>
                      <a:pt x="1400" y="59"/>
                      <a:pt x="1408" y="68"/>
                      <a:pt x="1412" y="79"/>
                    </a:cubicBezTo>
                    <a:cubicBezTo>
                      <a:pt x="1420" y="91"/>
                      <a:pt x="1424" y="103"/>
                      <a:pt x="1427" y="115"/>
                    </a:cubicBezTo>
                    <a:cubicBezTo>
                      <a:pt x="1601" y="627"/>
                      <a:pt x="1731" y="1151"/>
                      <a:pt x="1802" y="1688"/>
                    </a:cubicBezTo>
                    <a:cubicBezTo>
                      <a:pt x="1802" y="1696"/>
                      <a:pt x="1811" y="1704"/>
                      <a:pt x="1814" y="1704"/>
                    </a:cubicBezTo>
                    <a:cubicBezTo>
                      <a:pt x="1818" y="1706"/>
                      <a:pt x="1822" y="1707"/>
                      <a:pt x="1826" y="1707"/>
                    </a:cubicBezTo>
                    <a:cubicBezTo>
                      <a:pt x="1830" y="1707"/>
                      <a:pt x="1834" y="1706"/>
                      <a:pt x="1838" y="1704"/>
                    </a:cubicBezTo>
                    <a:cubicBezTo>
                      <a:pt x="2291" y="1384"/>
                      <a:pt x="2752" y="1085"/>
                      <a:pt x="3230" y="805"/>
                    </a:cubicBezTo>
                    <a:cubicBezTo>
                      <a:pt x="3462" y="667"/>
                      <a:pt x="3695" y="529"/>
                      <a:pt x="3931" y="403"/>
                    </a:cubicBezTo>
                    <a:cubicBezTo>
                      <a:pt x="4038" y="347"/>
                      <a:pt x="4144" y="316"/>
                      <a:pt x="4255" y="296"/>
                    </a:cubicBezTo>
                    <a:cubicBezTo>
                      <a:pt x="4366" y="276"/>
                      <a:pt x="4479" y="268"/>
                      <a:pt x="4602" y="257"/>
                    </a:cubicBezTo>
                    <a:cubicBezTo>
                      <a:pt x="4610" y="252"/>
                      <a:pt x="4630" y="249"/>
                      <a:pt x="4661" y="245"/>
                    </a:cubicBezTo>
                    <a:cubicBezTo>
                      <a:pt x="4705" y="241"/>
                      <a:pt x="4768" y="229"/>
                      <a:pt x="4823" y="221"/>
                    </a:cubicBezTo>
                    <a:cubicBezTo>
                      <a:pt x="4850" y="217"/>
                      <a:pt x="4878" y="214"/>
                      <a:pt x="4901" y="214"/>
                    </a:cubicBezTo>
                    <a:cubicBezTo>
                      <a:pt x="4925" y="210"/>
                      <a:pt x="4945" y="210"/>
                      <a:pt x="4952" y="210"/>
                    </a:cubicBezTo>
                    <a:lnTo>
                      <a:pt x="4959" y="210"/>
                    </a:lnTo>
                    <a:cubicBezTo>
                      <a:pt x="5032" y="351"/>
                      <a:pt x="5106" y="493"/>
                      <a:pt x="5198" y="616"/>
                    </a:cubicBezTo>
                    <a:cubicBezTo>
                      <a:pt x="5296" y="742"/>
                      <a:pt x="5414" y="844"/>
                      <a:pt x="5584" y="907"/>
                    </a:cubicBezTo>
                    <a:cubicBezTo>
                      <a:pt x="5686" y="947"/>
                      <a:pt x="5797" y="967"/>
                      <a:pt x="5907" y="967"/>
                    </a:cubicBezTo>
                    <a:cubicBezTo>
                      <a:pt x="6073" y="967"/>
                      <a:pt x="6242" y="920"/>
                      <a:pt x="6388" y="832"/>
                    </a:cubicBezTo>
                    <a:cubicBezTo>
                      <a:pt x="6618" y="691"/>
                      <a:pt x="6781" y="441"/>
                      <a:pt x="6819" y="173"/>
                    </a:cubicBezTo>
                    <a:lnTo>
                      <a:pt x="6819" y="173"/>
                    </a:lnTo>
                    <a:cubicBezTo>
                      <a:pt x="6835" y="176"/>
                      <a:pt x="6859" y="180"/>
                      <a:pt x="6889" y="190"/>
                    </a:cubicBezTo>
                    <a:cubicBezTo>
                      <a:pt x="7027" y="221"/>
                      <a:pt x="7299" y="292"/>
                      <a:pt x="7551" y="359"/>
                    </a:cubicBezTo>
                    <a:cubicBezTo>
                      <a:pt x="7673" y="394"/>
                      <a:pt x="7791" y="426"/>
                      <a:pt x="7891" y="454"/>
                    </a:cubicBezTo>
                    <a:cubicBezTo>
                      <a:pt x="7938" y="465"/>
                      <a:pt x="7977" y="478"/>
                      <a:pt x="8009" y="489"/>
                    </a:cubicBezTo>
                    <a:cubicBezTo>
                      <a:pt x="8044" y="497"/>
                      <a:pt x="8068" y="505"/>
                      <a:pt x="8080" y="513"/>
                    </a:cubicBezTo>
                    <a:cubicBezTo>
                      <a:pt x="8344" y="620"/>
                      <a:pt x="8572" y="789"/>
                      <a:pt x="8801" y="962"/>
                    </a:cubicBezTo>
                    <a:cubicBezTo>
                      <a:pt x="9030" y="1140"/>
                      <a:pt x="9263" y="1317"/>
                      <a:pt x="9531" y="1432"/>
                    </a:cubicBezTo>
                    <a:cubicBezTo>
                      <a:pt x="9689" y="1499"/>
                      <a:pt x="9855" y="1546"/>
                      <a:pt x="10024" y="1570"/>
                    </a:cubicBezTo>
                    <a:cubicBezTo>
                      <a:pt x="10115" y="1586"/>
                      <a:pt x="10205" y="1593"/>
                      <a:pt x="10296" y="1593"/>
                    </a:cubicBezTo>
                    <a:cubicBezTo>
                      <a:pt x="10367" y="1593"/>
                      <a:pt x="10437" y="1590"/>
                      <a:pt x="10505" y="1577"/>
                    </a:cubicBezTo>
                    <a:cubicBezTo>
                      <a:pt x="10683" y="1550"/>
                      <a:pt x="10852" y="1487"/>
                      <a:pt x="11018" y="1428"/>
                    </a:cubicBezTo>
                    <a:cubicBezTo>
                      <a:pt x="11313" y="1326"/>
                      <a:pt x="11613" y="1238"/>
                      <a:pt x="11924" y="1203"/>
                    </a:cubicBezTo>
                    <a:cubicBezTo>
                      <a:pt x="12015" y="1191"/>
                      <a:pt x="12106" y="1187"/>
                      <a:pt x="12192" y="1187"/>
                    </a:cubicBezTo>
                    <a:cubicBezTo>
                      <a:pt x="12358" y="1187"/>
                      <a:pt x="12516" y="1207"/>
                      <a:pt x="12661" y="1266"/>
                    </a:cubicBezTo>
                    <a:cubicBezTo>
                      <a:pt x="12803" y="1322"/>
                      <a:pt x="12938" y="1412"/>
                      <a:pt x="13052" y="1554"/>
                    </a:cubicBezTo>
                    <a:cubicBezTo>
                      <a:pt x="13162" y="1692"/>
                      <a:pt x="13238" y="1870"/>
                      <a:pt x="13238" y="2043"/>
                    </a:cubicBezTo>
                    <a:cubicBezTo>
                      <a:pt x="13238" y="2070"/>
                      <a:pt x="13238" y="2098"/>
                      <a:pt x="13229" y="2130"/>
                    </a:cubicBezTo>
                    <a:cubicBezTo>
                      <a:pt x="13218" y="2232"/>
                      <a:pt x="13174" y="2331"/>
                      <a:pt x="13115" y="2418"/>
                    </a:cubicBezTo>
                    <a:cubicBezTo>
                      <a:pt x="13056" y="2508"/>
                      <a:pt x="12981" y="2591"/>
                      <a:pt x="12898" y="2662"/>
                    </a:cubicBezTo>
                    <a:cubicBezTo>
                      <a:pt x="12721" y="2824"/>
                      <a:pt x="12512" y="2954"/>
                      <a:pt x="12287" y="3049"/>
                    </a:cubicBezTo>
                    <a:cubicBezTo>
                      <a:pt x="12181" y="3091"/>
                      <a:pt x="12082" y="3111"/>
                      <a:pt x="11975" y="3131"/>
                    </a:cubicBezTo>
                    <a:cubicBezTo>
                      <a:pt x="11873" y="3147"/>
                      <a:pt x="11766" y="3155"/>
                      <a:pt x="11656" y="3175"/>
                    </a:cubicBezTo>
                    <a:cubicBezTo>
                      <a:pt x="11404" y="3214"/>
                      <a:pt x="11151" y="3226"/>
                      <a:pt x="10899" y="3226"/>
                    </a:cubicBezTo>
                    <a:cubicBezTo>
                      <a:pt x="10612" y="3226"/>
                      <a:pt x="10328" y="3210"/>
                      <a:pt x="10039" y="3186"/>
                    </a:cubicBezTo>
                    <a:cubicBezTo>
                      <a:pt x="9740" y="3167"/>
                      <a:pt x="9436" y="3139"/>
                      <a:pt x="9132" y="3127"/>
                    </a:cubicBezTo>
                    <a:cubicBezTo>
                      <a:pt x="9034" y="3124"/>
                      <a:pt x="8927" y="3111"/>
                      <a:pt x="8821" y="3111"/>
                    </a:cubicBezTo>
                    <a:cubicBezTo>
                      <a:pt x="8774" y="3111"/>
                      <a:pt x="8726" y="3115"/>
                      <a:pt x="8679" y="3120"/>
                    </a:cubicBezTo>
                    <a:cubicBezTo>
                      <a:pt x="8541" y="3139"/>
                      <a:pt x="8399" y="3178"/>
                      <a:pt x="8265" y="3202"/>
                    </a:cubicBezTo>
                    <a:cubicBezTo>
                      <a:pt x="8253" y="3206"/>
                      <a:pt x="8241" y="3206"/>
                      <a:pt x="8230" y="3210"/>
                    </a:cubicBezTo>
                    <a:cubicBezTo>
                      <a:pt x="8060" y="3238"/>
                      <a:pt x="7895" y="3266"/>
                      <a:pt x="7725" y="3281"/>
                    </a:cubicBezTo>
                    <a:cubicBezTo>
                      <a:pt x="7717" y="3281"/>
                      <a:pt x="7709" y="3285"/>
                      <a:pt x="7705" y="3293"/>
                    </a:cubicBezTo>
                    <a:cubicBezTo>
                      <a:pt x="7693" y="3301"/>
                      <a:pt x="7686" y="3313"/>
                      <a:pt x="7678" y="3328"/>
                    </a:cubicBezTo>
                    <a:cubicBezTo>
                      <a:pt x="7666" y="3356"/>
                      <a:pt x="7654" y="3395"/>
                      <a:pt x="7642" y="3443"/>
                    </a:cubicBezTo>
                    <a:cubicBezTo>
                      <a:pt x="7622" y="3530"/>
                      <a:pt x="7602" y="3644"/>
                      <a:pt x="7587" y="3770"/>
                    </a:cubicBezTo>
                    <a:cubicBezTo>
                      <a:pt x="7563" y="3959"/>
                      <a:pt x="7544" y="4176"/>
                      <a:pt x="7527" y="4354"/>
                    </a:cubicBezTo>
                    <a:cubicBezTo>
                      <a:pt x="7520" y="4445"/>
                      <a:pt x="7516" y="4523"/>
                      <a:pt x="7512" y="4587"/>
                    </a:cubicBezTo>
                    <a:cubicBezTo>
                      <a:pt x="7508" y="4649"/>
                      <a:pt x="7508" y="4696"/>
                      <a:pt x="7508" y="4716"/>
                    </a:cubicBezTo>
                    <a:lnTo>
                      <a:pt x="7508" y="4740"/>
                    </a:lnTo>
                    <a:cubicBezTo>
                      <a:pt x="7508" y="4803"/>
                      <a:pt x="7504" y="4866"/>
                      <a:pt x="7496" y="4925"/>
                    </a:cubicBezTo>
                    <a:cubicBezTo>
                      <a:pt x="7484" y="4984"/>
                      <a:pt x="7469" y="5040"/>
                      <a:pt x="7433" y="5083"/>
                    </a:cubicBezTo>
                    <a:cubicBezTo>
                      <a:pt x="7389" y="5142"/>
                      <a:pt x="7327" y="5182"/>
                      <a:pt x="7256" y="5206"/>
                    </a:cubicBezTo>
                    <a:cubicBezTo>
                      <a:pt x="7185" y="5233"/>
                      <a:pt x="7102" y="5244"/>
                      <a:pt x="7023" y="5257"/>
                    </a:cubicBezTo>
                    <a:cubicBezTo>
                      <a:pt x="6810" y="5284"/>
                      <a:pt x="6597" y="5315"/>
                      <a:pt x="6380" y="5344"/>
                    </a:cubicBezTo>
                    <a:cubicBezTo>
                      <a:pt x="6045" y="5391"/>
                      <a:pt x="5706" y="5434"/>
                      <a:pt x="5371" y="5438"/>
                    </a:cubicBezTo>
                    <a:lnTo>
                      <a:pt x="5323" y="5438"/>
                    </a:lnTo>
                    <a:cubicBezTo>
                      <a:pt x="5114" y="5438"/>
                      <a:pt x="4901" y="5422"/>
                      <a:pt x="4692" y="5410"/>
                    </a:cubicBezTo>
                    <a:cubicBezTo>
                      <a:pt x="4673" y="5406"/>
                      <a:pt x="4657" y="5406"/>
                      <a:pt x="4637" y="5406"/>
                    </a:cubicBezTo>
                    <a:cubicBezTo>
                      <a:pt x="4555" y="5406"/>
                      <a:pt x="4456" y="5418"/>
                      <a:pt x="4366" y="5418"/>
                    </a:cubicBezTo>
                    <a:cubicBezTo>
                      <a:pt x="4314" y="5418"/>
                      <a:pt x="4263" y="5415"/>
                      <a:pt x="4219" y="5406"/>
                    </a:cubicBezTo>
                    <a:cubicBezTo>
                      <a:pt x="4176" y="5395"/>
                      <a:pt x="4137" y="5383"/>
                      <a:pt x="4101" y="5359"/>
                    </a:cubicBezTo>
                    <a:cubicBezTo>
                      <a:pt x="4066" y="5331"/>
                      <a:pt x="4038" y="5300"/>
                      <a:pt x="4015" y="5260"/>
                    </a:cubicBezTo>
                    <a:cubicBezTo>
                      <a:pt x="3982" y="5206"/>
                      <a:pt x="3967" y="5135"/>
                      <a:pt x="3955" y="5064"/>
                    </a:cubicBezTo>
                    <a:cubicBezTo>
                      <a:pt x="3940" y="4993"/>
                      <a:pt x="3931" y="4918"/>
                      <a:pt x="3911" y="4851"/>
                    </a:cubicBezTo>
                    <a:cubicBezTo>
                      <a:pt x="3908" y="4838"/>
                      <a:pt x="3900" y="4835"/>
                      <a:pt x="3888" y="4835"/>
                    </a:cubicBezTo>
                    <a:lnTo>
                      <a:pt x="3853" y="4835"/>
                    </a:lnTo>
                    <a:cubicBezTo>
                      <a:pt x="3793" y="4835"/>
                      <a:pt x="3731" y="4831"/>
                      <a:pt x="3680" y="4815"/>
                    </a:cubicBezTo>
                    <a:cubicBezTo>
                      <a:pt x="3651" y="4807"/>
                      <a:pt x="3628" y="4800"/>
                      <a:pt x="3604" y="4783"/>
                    </a:cubicBezTo>
                    <a:cubicBezTo>
                      <a:pt x="3580" y="4771"/>
                      <a:pt x="3565" y="4752"/>
                      <a:pt x="3549" y="4732"/>
                    </a:cubicBezTo>
                    <a:cubicBezTo>
                      <a:pt x="3509" y="4677"/>
                      <a:pt x="3494" y="4610"/>
                      <a:pt x="3494" y="4535"/>
                    </a:cubicBezTo>
                    <a:cubicBezTo>
                      <a:pt x="3494" y="4456"/>
                      <a:pt x="3509" y="4365"/>
                      <a:pt x="3533" y="4279"/>
                    </a:cubicBezTo>
                    <a:cubicBezTo>
                      <a:pt x="3557" y="4196"/>
                      <a:pt x="3580" y="4113"/>
                      <a:pt x="3596" y="4042"/>
                    </a:cubicBezTo>
                    <a:cubicBezTo>
                      <a:pt x="3667" y="3726"/>
                      <a:pt x="3762" y="3415"/>
                      <a:pt x="3802" y="3088"/>
                    </a:cubicBezTo>
                    <a:cubicBezTo>
                      <a:pt x="3802" y="3076"/>
                      <a:pt x="3798" y="3068"/>
                      <a:pt x="3789" y="3064"/>
                    </a:cubicBezTo>
                    <a:cubicBezTo>
                      <a:pt x="3786" y="3062"/>
                      <a:pt x="3782" y="3061"/>
                      <a:pt x="3778" y="3061"/>
                    </a:cubicBezTo>
                    <a:cubicBezTo>
                      <a:pt x="3773" y="3061"/>
                      <a:pt x="3768" y="3063"/>
                      <a:pt x="3766" y="3068"/>
                    </a:cubicBezTo>
                    <a:cubicBezTo>
                      <a:pt x="3218" y="3577"/>
                      <a:pt x="2701" y="4026"/>
                      <a:pt x="2031" y="4358"/>
                    </a:cubicBezTo>
                    <a:cubicBezTo>
                      <a:pt x="1806" y="4472"/>
                      <a:pt x="1554" y="4567"/>
                      <a:pt x="1318" y="4567"/>
                    </a:cubicBezTo>
                    <a:cubicBezTo>
                      <a:pt x="1223" y="4567"/>
                      <a:pt x="1132" y="4551"/>
                      <a:pt x="1041" y="4519"/>
                    </a:cubicBezTo>
                    <a:cubicBezTo>
                      <a:pt x="844" y="4445"/>
                      <a:pt x="690" y="4274"/>
                      <a:pt x="592" y="4085"/>
                    </a:cubicBezTo>
                    <a:cubicBezTo>
                      <a:pt x="489" y="3896"/>
                      <a:pt x="438" y="3688"/>
                      <a:pt x="395" y="3470"/>
                    </a:cubicBezTo>
                    <a:cubicBezTo>
                      <a:pt x="300" y="3002"/>
                      <a:pt x="221" y="2524"/>
                      <a:pt x="162" y="2047"/>
                    </a:cubicBezTo>
                    <a:cubicBezTo>
                      <a:pt x="135" y="1846"/>
                      <a:pt x="99" y="1661"/>
                      <a:pt x="95" y="1459"/>
                    </a:cubicBezTo>
                    <a:cubicBezTo>
                      <a:pt x="91" y="1219"/>
                      <a:pt x="79" y="978"/>
                      <a:pt x="48" y="742"/>
                    </a:cubicBezTo>
                    <a:cubicBezTo>
                      <a:pt x="44" y="710"/>
                      <a:pt x="44" y="683"/>
                      <a:pt x="44" y="655"/>
                    </a:cubicBezTo>
                    <a:cubicBezTo>
                      <a:pt x="44" y="607"/>
                      <a:pt x="48" y="560"/>
                      <a:pt x="55" y="505"/>
                    </a:cubicBezTo>
                    <a:cubicBezTo>
                      <a:pt x="60" y="497"/>
                      <a:pt x="60" y="494"/>
                      <a:pt x="60" y="489"/>
                    </a:cubicBezTo>
                    <a:cubicBezTo>
                      <a:pt x="60" y="485"/>
                      <a:pt x="64" y="481"/>
                      <a:pt x="64" y="481"/>
                    </a:cubicBezTo>
                    <a:lnTo>
                      <a:pt x="67" y="478"/>
                    </a:lnTo>
                    <a:lnTo>
                      <a:pt x="99" y="478"/>
                    </a:lnTo>
                    <a:cubicBezTo>
                      <a:pt x="115" y="481"/>
                      <a:pt x="131" y="481"/>
                      <a:pt x="146" y="481"/>
                    </a:cubicBezTo>
                    <a:cubicBezTo>
                      <a:pt x="217" y="481"/>
                      <a:pt x="284" y="465"/>
                      <a:pt x="348" y="450"/>
                    </a:cubicBezTo>
                    <a:cubicBezTo>
                      <a:pt x="470" y="414"/>
                      <a:pt x="588" y="371"/>
                      <a:pt x="706" y="323"/>
                    </a:cubicBezTo>
                    <a:cubicBezTo>
                      <a:pt x="808" y="285"/>
                      <a:pt x="915" y="245"/>
                      <a:pt x="1018" y="201"/>
                    </a:cubicBezTo>
                    <a:cubicBezTo>
                      <a:pt x="1069" y="181"/>
                      <a:pt x="1116" y="154"/>
                      <a:pt x="1167" y="143"/>
                    </a:cubicBezTo>
                    <a:cubicBezTo>
                      <a:pt x="1183" y="139"/>
                      <a:pt x="1203" y="134"/>
                      <a:pt x="1223" y="130"/>
                    </a:cubicBezTo>
                    <a:cubicBezTo>
                      <a:pt x="1243" y="126"/>
                      <a:pt x="1262" y="119"/>
                      <a:pt x="1282" y="103"/>
                    </a:cubicBezTo>
                    <a:cubicBezTo>
                      <a:pt x="1298" y="91"/>
                      <a:pt x="1318" y="75"/>
                      <a:pt x="1333" y="63"/>
                    </a:cubicBezTo>
                    <a:cubicBezTo>
                      <a:pt x="1337" y="59"/>
                      <a:pt x="1345" y="52"/>
                      <a:pt x="1353" y="52"/>
                    </a:cubicBezTo>
                    <a:cubicBezTo>
                      <a:pt x="1361" y="48"/>
                      <a:pt x="1365" y="44"/>
                      <a:pt x="1372" y="44"/>
                    </a:cubicBezTo>
                    <a:close/>
                    <a:moveTo>
                      <a:pt x="1372" y="1"/>
                    </a:moveTo>
                    <a:cubicBezTo>
                      <a:pt x="1356" y="1"/>
                      <a:pt x="1345" y="4"/>
                      <a:pt x="1333" y="12"/>
                    </a:cubicBezTo>
                    <a:cubicBezTo>
                      <a:pt x="1318" y="16"/>
                      <a:pt x="1305" y="28"/>
                      <a:pt x="1294" y="39"/>
                    </a:cubicBezTo>
                    <a:cubicBezTo>
                      <a:pt x="1278" y="48"/>
                      <a:pt x="1266" y="59"/>
                      <a:pt x="1254" y="68"/>
                    </a:cubicBezTo>
                    <a:cubicBezTo>
                      <a:pt x="1243" y="79"/>
                      <a:pt x="1227" y="83"/>
                      <a:pt x="1211" y="87"/>
                    </a:cubicBezTo>
                    <a:cubicBezTo>
                      <a:pt x="1195" y="91"/>
                      <a:pt x="1176" y="95"/>
                      <a:pt x="1156" y="99"/>
                    </a:cubicBezTo>
                    <a:cubicBezTo>
                      <a:pt x="1101" y="115"/>
                      <a:pt x="1049" y="143"/>
                      <a:pt x="1001" y="162"/>
                    </a:cubicBezTo>
                    <a:cubicBezTo>
                      <a:pt x="895" y="201"/>
                      <a:pt x="793" y="245"/>
                      <a:pt x="690" y="285"/>
                    </a:cubicBezTo>
                    <a:cubicBezTo>
                      <a:pt x="572" y="332"/>
                      <a:pt x="454" y="375"/>
                      <a:pt x="335" y="407"/>
                    </a:cubicBezTo>
                    <a:cubicBezTo>
                      <a:pt x="273" y="423"/>
                      <a:pt x="209" y="438"/>
                      <a:pt x="146" y="438"/>
                    </a:cubicBezTo>
                    <a:cubicBezTo>
                      <a:pt x="135" y="438"/>
                      <a:pt x="119" y="438"/>
                      <a:pt x="102" y="434"/>
                    </a:cubicBezTo>
                    <a:lnTo>
                      <a:pt x="79" y="434"/>
                    </a:lnTo>
                    <a:cubicBezTo>
                      <a:pt x="71" y="434"/>
                      <a:pt x="64" y="434"/>
                      <a:pt x="55" y="438"/>
                    </a:cubicBezTo>
                    <a:cubicBezTo>
                      <a:pt x="48" y="438"/>
                      <a:pt x="40" y="442"/>
                      <a:pt x="31" y="450"/>
                    </a:cubicBezTo>
                    <a:cubicBezTo>
                      <a:pt x="24" y="458"/>
                      <a:pt x="20" y="465"/>
                      <a:pt x="20" y="474"/>
                    </a:cubicBezTo>
                    <a:cubicBezTo>
                      <a:pt x="16" y="481"/>
                      <a:pt x="16" y="489"/>
                      <a:pt x="13" y="497"/>
                    </a:cubicBezTo>
                    <a:cubicBezTo>
                      <a:pt x="4" y="552"/>
                      <a:pt x="0" y="603"/>
                      <a:pt x="0" y="655"/>
                    </a:cubicBezTo>
                    <a:cubicBezTo>
                      <a:pt x="0" y="687"/>
                      <a:pt x="0" y="714"/>
                      <a:pt x="4" y="749"/>
                    </a:cubicBezTo>
                    <a:cubicBezTo>
                      <a:pt x="36" y="982"/>
                      <a:pt x="48" y="1219"/>
                      <a:pt x="51" y="1459"/>
                    </a:cubicBezTo>
                    <a:cubicBezTo>
                      <a:pt x="55" y="1664"/>
                      <a:pt x="91" y="1850"/>
                      <a:pt x="119" y="2055"/>
                    </a:cubicBezTo>
                    <a:cubicBezTo>
                      <a:pt x="178" y="2532"/>
                      <a:pt x="257" y="3009"/>
                      <a:pt x="355" y="3482"/>
                    </a:cubicBezTo>
                    <a:cubicBezTo>
                      <a:pt x="395" y="3695"/>
                      <a:pt x="450" y="3912"/>
                      <a:pt x="552" y="4109"/>
                    </a:cubicBezTo>
                    <a:cubicBezTo>
                      <a:pt x="655" y="4303"/>
                      <a:pt x="817" y="4480"/>
                      <a:pt x="1025" y="4558"/>
                    </a:cubicBezTo>
                    <a:cubicBezTo>
                      <a:pt x="1120" y="4594"/>
                      <a:pt x="1219" y="4610"/>
                      <a:pt x="1318" y="4610"/>
                    </a:cubicBezTo>
                    <a:cubicBezTo>
                      <a:pt x="1565" y="4610"/>
                      <a:pt x="1822" y="4511"/>
                      <a:pt x="2047" y="4397"/>
                    </a:cubicBezTo>
                    <a:cubicBezTo>
                      <a:pt x="2711" y="4070"/>
                      <a:pt x="3221" y="3632"/>
                      <a:pt x="3750" y="3140"/>
                    </a:cubicBezTo>
                    <a:lnTo>
                      <a:pt x="3750" y="3140"/>
                    </a:lnTo>
                    <a:cubicBezTo>
                      <a:pt x="3707" y="3442"/>
                      <a:pt x="3619" y="3735"/>
                      <a:pt x="3553" y="4034"/>
                    </a:cubicBezTo>
                    <a:cubicBezTo>
                      <a:pt x="3541" y="4101"/>
                      <a:pt x="3514" y="4184"/>
                      <a:pt x="3490" y="4271"/>
                    </a:cubicBezTo>
                    <a:cubicBezTo>
                      <a:pt x="3470" y="4358"/>
                      <a:pt x="3451" y="4448"/>
                      <a:pt x="3451" y="4535"/>
                    </a:cubicBezTo>
                    <a:cubicBezTo>
                      <a:pt x="3451" y="4618"/>
                      <a:pt x="3467" y="4693"/>
                      <a:pt x="3514" y="4756"/>
                    </a:cubicBezTo>
                    <a:cubicBezTo>
                      <a:pt x="3533" y="4783"/>
                      <a:pt x="3553" y="4803"/>
                      <a:pt x="3580" y="4823"/>
                    </a:cubicBezTo>
                    <a:cubicBezTo>
                      <a:pt x="3620" y="4847"/>
                      <a:pt x="3664" y="4858"/>
                      <a:pt x="3711" y="4866"/>
                    </a:cubicBezTo>
                    <a:cubicBezTo>
                      <a:pt x="3758" y="4874"/>
                      <a:pt x="3805" y="4878"/>
                      <a:pt x="3853" y="4878"/>
                    </a:cubicBezTo>
                    <a:lnTo>
                      <a:pt x="3873" y="4878"/>
                    </a:lnTo>
                    <a:cubicBezTo>
                      <a:pt x="3894" y="4958"/>
                      <a:pt x="3905" y="5054"/>
                      <a:pt x="3928" y="5146"/>
                    </a:cubicBezTo>
                    <a:cubicBezTo>
                      <a:pt x="3940" y="5193"/>
                      <a:pt x="3955" y="5241"/>
                      <a:pt x="3979" y="5284"/>
                    </a:cubicBezTo>
                    <a:cubicBezTo>
                      <a:pt x="4002" y="5324"/>
                      <a:pt x="4035" y="5363"/>
                      <a:pt x="4077" y="5395"/>
                    </a:cubicBezTo>
                    <a:cubicBezTo>
                      <a:pt x="4117" y="5422"/>
                      <a:pt x="4164" y="5438"/>
                      <a:pt x="4211" y="5446"/>
                    </a:cubicBezTo>
                    <a:cubicBezTo>
                      <a:pt x="4259" y="5457"/>
                      <a:pt x="4310" y="5462"/>
                      <a:pt x="4366" y="5462"/>
                    </a:cubicBezTo>
                    <a:cubicBezTo>
                      <a:pt x="4460" y="5462"/>
                      <a:pt x="4555" y="5450"/>
                      <a:pt x="4637" y="5450"/>
                    </a:cubicBezTo>
                    <a:cubicBezTo>
                      <a:pt x="4653" y="5450"/>
                      <a:pt x="4673" y="5450"/>
                      <a:pt x="4688" y="5453"/>
                    </a:cubicBezTo>
                    <a:cubicBezTo>
                      <a:pt x="4898" y="5466"/>
                      <a:pt x="5110" y="5481"/>
                      <a:pt x="5323" y="5481"/>
                    </a:cubicBezTo>
                    <a:lnTo>
                      <a:pt x="5371" y="5481"/>
                    </a:lnTo>
                    <a:cubicBezTo>
                      <a:pt x="5710" y="5477"/>
                      <a:pt x="6049" y="5434"/>
                      <a:pt x="6388" y="5386"/>
                    </a:cubicBezTo>
                    <a:cubicBezTo>
                      <a:pt x="6601" y="5359"/>
                      <a:pt x="6814" y="5328"/>
                      <a:pt x="7031" y="5300"/>
                    </a:cubicBezTo>
                    <a:cubicBezTo>
                      <a:pt x="7110" y="5288"/>
                      <a:pt x="7192" y="5277"/>
                      <a:pt x="7271" y="5249"/>
                    </a:cubicBezTo>
                    <a:cubicBezTo>
                      <a:pt x="7347" y="5221"/>
                      <a:pt x="7418" y="5178"/>
                      <a:pt x="7469" y="5111"/>
                    </a:cubicBezTo>
                    <a:cubicBezTo>
                      <a:pt x="7508" y="5055"/>
                      <a:pt x="7527" y="4996"/>
                      <a:pt x="7540" y="4929"/>
                    </a:cubicBezTo>
                    <a:cubicBezTo>
                      <a:pt x="7547" y="4866"/>
                      <a:pt x="7551" y="4803"/>
                      <a:pt x="7551" y="4740"/>
                    </a:cubicBezTo>
                    <a:lnTo>
                      <a:pt x="7551" y="4716"/>
                    </a:lnTo>
                    <a:cubicBezTo>
                      <a:pt x="7551" y="4700"/>
                      <a:pt x="7551" y="4665"/>
                      <a:pt x="7555" y="4618"/>
                    </a:cubicBezTo>
                    <a:cubicBezTo>
                      <a:pt x="7563" y="4452"/>
                      <a:pt x="7587" y="4125"/>
                      <a:pt x="7622" y="3841"/>
                    </a:cubicBezTo>
                    <a:cubicBezTo>
                      <a:pt x="7642" y="3699"/>
                      <a:pt x="7662" y="3565"/>
                      <a:pt x="7682" y="3470"/>
                    </a:cubicBezTo>
                    <a:cubicBezTo>
                      <a:pt x="7693" y="3423"/>
                      <a:pt x="7702" y="3384"/>
                      <a:pt x="7713" y="3356"/>
                    </a:cubicBezTo>
                    <a:cubicBezTo>
                      <a:pt x="7717" y="3344"/>
                      <a:pt x="7725" y="3337"/>
                      <a:pt x="7729" y="3328"/>
                    </a:cubicBezTo>
                    <a:lnTo>
                      <a:pt x="7733" y="3324"/>
                    </a:lnTo>
                    <a:lnTo>
                      <a:pt x="7733" y="3324"/>
                    </a:lnTo>
                    <a:lnTo>
                      <a:pt x="7733" y="3324"/>
                    </a:lnTo>
                    <a:cubicBezTo>
                      <a:pt x="7901" y="3309"/>
                      <a:pt x="8069" y="3280"/>
                      <a:pt x="8237" y="3253"/>
                    </a:cubicBezTo>
                    <a:cubicBezTo>
                      <a:pt x="8250" y="3249"/>
                      <a:pt x="8261" y="3246"/>
                      <a:pt x="8273" y="3246"/>
                    </a:cubicBezTo>
                    <a:cubicBezTo>
                      <a:pt x="8411" y="3222"/>
                      <a:pt x="8549" y="3182"/>
                      <a:pt x="8683" y="3162"/>
                    </a:cubicBezTo>
                    <a:cubicBezTo>
                      <a:pt x="8726" y="3159"/>
                      <a:pt x="8774" y="3155"/>
                      <a:pt x="8821" y="3155"/>
                    </a:cubicBezTo>
                    <a:cubicBezTo>
                      <a:pt x="8923" y="3155"/>
                      <a:pt x="9030" y="3167"/>
                      <a:pt x="9132" y="3171"/>
                    </a:cubicBezTo>
                    <a:cubicBezTo>
                      <a:pt x="9432" y="3182"/>
                      <a:pt x="9736" y="3210"/>
                      <a:pt x="10035" y="3230"/>
                    </a:cubicBezTo>
                    <a:cubicBezTo>
                      <a:pt x="10323" y="3253"/>
                      <a:pt x="10612" y="3269"/>
                      <a:pt x="10899" y="3269"/>
                    </a:cubicBezTo>
                    <a:cubicBezTo>
                      <a:pt x="11156" y="3269"/>
                      <a:pt x="11407" y="3257"/>
                      <a:pt x="11660" y="3218"/>
                    </a:cubicBezTo>
                    <a:cubicBezTo>
                      <a:pt x="11771" y="3198"/>
                      <a:pt x="11877" y="3191"/>
                      <a:pt x="11984" y="3175"/>
                    </a:cubicBezTo>
                    <a:cubicBezTo>
                      <a:pt x="12090" y="3155"/>
                      <a:pt x="12197" y="3131"/>
                      <a:pt x="12303" y="3088"/>
                    </a:cubicBezTo>
                    <a:cubicBezTo>
                      <a:pt x="12532" y="2993"/>
                      <a:pt x="12745" y="2860"/>
                      <a:pt x="12930" y="2694"/>
                    </a:cubicBezTo>
                    <a:cubicBezTo>
                      <a:pt x="13012" y="2618"/>
                      <a:pt x="13087" y="2536"/>
                      <a:pt x="13151" y="2441"/>
                    </a:cubicBezTo>
                    <a:cubicBezTo>
                      <a:pt x="13214" y="2350"/>
                      <a:pt x="13257" y="2248"/>
                      <a:pt x="13273" y="2134"/>
                    </a:cubicBezTo>
                    <a:cubicBezTo>
                      <a:pt x="13280" y="2102"/>
                      <a:pt x="13280" y="2074"/>
                      <a:pt x="13280" y="2043"/>
                    </a:cubicBezTo>
                    <a:cubicBezTo>
                      <a:pt x="13280" y="1854"/>
                      <a:pt x="13202" y="1672"/>
                      <a:pt x="13083" y="1526"/>
                    </a:cubicBezTo>
                    <a:cubicBezTo>
                      <a:pt x="12965" y="1380"/>
                      <a:pt x="12827" y="1282"/>
                      <a:pt x="12677" y="1222"/>
                    </a:cubicBezTo>
                    <a:cubicBezTo>
                      <a:pt x="12523" y="1164"/>
                      <a:pt x="12362" y="1144"/>
                      <a:pt x="12192" y="1144"/>
                    </a:cubicBezTo>
                    <a:cubicBezTo>
                      <a:pt x="12102" y="1144"/>
                      <a:pt x="12011" y="1148"/>
                      <a:pt x="11920" y="1160"/>
                    </a:cubicBezTo>
                    <a:cubicBezTo>
                      <a:pt x="11605" y="1195"/>
                      <a:pt x="11301" y="1286"/>
                      <a:pt x="11002" y="1388"/>
                    </a:cubicBezTo>
                    <a:cubicBezTo>
                      <a:pt x="10836" y="1448"/>
                      <a:pt x="10670" y="1511"/>
                      <a:pt x="10501" y="1535"/>
                    </a:cubicBezTo>
                    <a:cubicBezTo>
                      <a:pt x="10434" y="1546"/>
                      <a:pt x="10367" y="1550"/>
                      <a:pt x="10296" y="1550"/>
                    </a:cubicBezTo>
                    <a:cubicBezTo>
                      <a:pt x="10209" y="1550"/>
                      <a:pt x="10119" y="1542"/>
                      <a:pt x="10031" y="1526"/>
                    </a:cubicBezTo>
                    <a:cubicBezTo>
                      <a:pt x="9866" y="1502"/>
                      <a:pt x="9704" y="1455"/>
                      <a:pt x="9551" y="1388"/>
                    </a:cubicBezTo>
                    <a:cubicBezTo>
                      <a:pt x="9287" y="1278"/>
                      <a:pt x="9058" y="1104"/>
                      <a:pt x="8829" y="931"/>
                    </a:cubicBezTo>
                    <a:cubicBezTo>
                      <a:pt x="8596" y="754"/>
                      <a:pt x="8368" y="580"/>
                      <a:pt x="8095" y="470"/>
                    </a:cubicBezTo>
                    <a:cubicBezTo>
                      <a:pt x="8075" y="465"/>
                      <a:pt x="8044" y="454"/>
                      <a:pt x="8004" y="442"/>
                    </a:cubicBezTo>
                    <a:cubicBezTo>
                      <a:pt x="7851" y="394"/>
                      <a:pt x="7563" y="316"/>
                      <a:pt x="7307" y="249"/>
                    </a:cubicBezTo>
                    <a:cubicBezTo>
                      <a:pt x="7176" y="217"/>
                      <a:pt x="7058" y="186"/>
                      <a:pt x="6968" y="162"/>
                    </a:cubicBezTo>
                    <a:cubicBezTo>
                      <a:pt x="6921" y="150"/>
                      <a:pt x="6885" y="143"/>
                      <a:pt x="6854" y="139"/>
                    </a:cubicBezTo>
                    <a:cubicBezTo>
                      <a:pt x="6841" y="134"/>
                      <a:pt x="6830" y="130"/>
                      <a:pt x="6821" y="130"/>
                    </a:cubicBezTo>
                    <a:cubicBezTo>
                      <a:pt x="6818" y="126"/>
                      <a:pt x="6814" y="126"/>
                      <a:pt x="6810" y="126"/>
                    </a:cubicBezTo>
                    <a:lnTo>
                      <a:pt x="6794" y="126"/>
                    </a:lnTo>
                    <a:cubicBezTo>
                      <a:pt x="6790" y="126"/>
                      <a:pt x="6790" y="126"/>
                      <a:pt x="6786" y="130"/>
                    </a:cubicBezTo>
                    <a:cubicBezTo>
                      <a:pt x="6783" y="134"/>
                      <a:pt x="6783" y="134"/>
                      <a:pt x="6779" y="139"/>
                    </a:cubicBezTo>
                    <a:lnTo>
                      <a:pt x="6779" y="146"/>
                    </a:lnTo>
                    <a:cubicBezTo>
                      <a:pt x="6747" y="410"/>
                      <a:pt x="6590" y="655"/>
                      <a:pt x="6364" y="797"/>
                    </a:cubicBezTo>
                    <a:cubicBezTo>
                      <a:pt x="6226" y="880"/>
                      <a:pt x="6064" y="923"/>
                      <a:pt x="5907" y="923"/>
                    </a:cubicBezTo>
                    <a:cubicBezTo>
                      <a:pt x="5800" y="923"/>
                      <a:pt x="5698" y="903"/>
                      <a:pt x="5600" y="867"/>
                    </a:cubicBezTo>
                    <a:cubicBezTo>
                      <a:pt x="5442" y="809"/>
                      <a:pt x="5327" y="710"/>
                      <a:pt x="5233" y="588"/>
                    </a:cubicBezTo>
                    <a:cubicBezTo>
                      <a:pt x="5138" y="465"/>
                      <a:pt x="5067" y="323"/>
                      <a:pt x="4988" y="178"/>
                    </a:cubicBezTo>
                    <a:cubicBezTo>
                      <a:pt x="4988" y="174"/>
                      <a:pt x="4985" y="174"/>
                      <a:pt x="4985" y="170"/>
                    </a:cubicBezTo>
                    <a:cubicBezTo>
                      <a:pt x="4981" y="170"/>
                      <a:pt x="4976" y="166"/>
                      <a:pt x="4972" y="166"/>
                    </a:cubicBezTo>
                    <a:lnTo>
                      <a:pt x="4952" y="166"/>
                    </a:lnTo>
                    <a:cubicBezTo>
                      <a:pt x="4937" y="166"/>
                      <a:pt x="4905" y="166"/>
                      <a:pt x="4874" y="170"/>
                    </a:cubicBezTo>
                    <a:cubicBezTo>
                      <a:pt x="4823" y="178"/>
                      <a:pt x="4756" y="186"/>
                      <a:pt x="4705" y="194"/>
                    </a:cubicBezTo>
                    <a:cubicBezTo>
                      <a:pt x="4677" y="197"/>
                      <a:pt x="4653" y="201"/>
                      <a:pt x="4634" y="205"/>
                    </a:cubicBezTo>
                    <a:cubicBezTo>
                      <a:pt x="4614" y="210"/>
                      <a:pt x="4602" y="210"/>
                      <a:pt x="4594" y="214"/>
                    </a:cubicBezTo>
                    <a:cubicBezTo>
                      <a:pt x="4476" y="225"/>
                      <a:pt x="4361" y="233"/>
                      <a:pt x="4247" y="252"/>
                    </a:cubicBezTo>
                    <a:cubicBezTo>
                      <a:pt x="4133" y="272"/>
                      <a:pt x="4022" y="304"/>
                      <a:pt x="3911" y="363"/>
                    </a:cubicBezTo>
                    <a:cubicBezTo>
                      <a:pt x="3675" y="494"/>
                      <a:pt x="3438" y="627"/>
                      <a:pt x="3206" y="765"/>
                    </a:cubicBezTo>
                    <a:cubicBezTo>
                      <a:pt x="2739" y="1043"/>
                      <a:pt x="2284" y="1336"/>
                      <a:pt x="1841" y="1647"/>
                    </a:cubicBezTo>
                    <a:lnTo>
                      <a:pt x="1841" y="1647"/>
                    </a:lnTo>
                    <a:cubicBezTo>
                      <a:pt x="1769" y="1120"/>
                      <a:pt x="1641" y="604"/>
                      <a:pt x="1471" y="99"/>
                    </a:cubicBezTo>
                    <a:cubicBezTo>
                      <a:pt x="1463" y="83"/>
                      <a:pt x="1456" y="63"/>
                      <a:pt x="1443" y="44"/>
                    </a:cubicBezTo>
                    <a:cubicBezTo>
                      <a:pt x="1436" y="36"/>
                      <a:pt x="1432" y="28"/>
                      <a:pt x="1420" y="21"/>
                    </a:cubicBezTo>
                    <a:cubicBezTo>
                      <a:pt x="1412" y="12"/>
                      <a:pt x="1400" y="8"/>
                      <a:pt x="1389" y="4"/>
                    </a:cubicBezTo>
                    <a:cubicBezTo>
                      <a:pt x="1385" y="4"/>
                      <a:pt x="1376" y="1"/>
                      <a:pt x="137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2" name="Google Shape;2502;p53"/>
              <p:cNvSpPr/>
              <p:nvPr/>
            </p:nvSpPr>
            <p:spPr>
              <a:xfrm>
                <a:off x="-1055577" y="3520608"/>
                <a:ext cx="233858" cy="261268"/>
              </a:xfrm>
              <a:custGeom>
                <a:rect b="b" l="l" r="r" t="t"/>
                <a:pathLst>
                  <a:path extrusionOk="0" h="753" w="674">
                    <a:moveTo>
                      <a:pt x="648" y="1"/>
                    </a:moveTo>
                    <a:cubicBezTo>
                      <a:pt x="644" y="1"/>
                      <a:pt x="639" y="2"/>
                      <a:pt x="635" y="6"/>
                    </a:cubicBezTo>
                    <a:cubicBezTo>
                      <a:pt x="521" y="125"/>
                      <a:pt x="426" y="255"/>
                      <a:pt x="331" y="381"/>
                    </a:cubicBezTo>
                    <a:cubicBezTo>
                      <a:pt x="237" y="508"/>
                      <a:pt x="138" y="626"/>
                      <a:pt x="11" y="712"/>
                    </a:cubicBezTo>
                    <a:cubicBezTo>
                      <a:pt x="4" y="721"/>
                      <a:pt x="0" y="732"/>
                      <a:pt x="8" y="744"/>
                    </a:cubicBezTo>
                    <a:cubicBezTo>
                      <a:pt x="12" y="749"/>
                      <a:pt x="19" y="752"/>
                      <a:pt x="26" y="752"/>
                    </a:cubicBezTo>
                    <a:cubicBezTo>
                      <a:pt x="30" y="752"/>
                      <a:pt x="35" y="751"/>
                      <a:pt x="39" y="748"/>
                    </a:cubicBezTo>
                    <a:cubicBezTo>
                      <a:pt x="169" y="657"/>
                      <a:pt x="272" y="535"/>
                      <a:pt x="366" y="408"/>
                    </a:cubicBezTo>
                    <a:cubicBezTo>
                      <a:pt x="461" y="283"/>
                      <a:pt x="556" y="153"/>
                      <a:pt x="666" y="35"/>
                    </a:cubicBezTo>
                    <a:cubicBezTo>
                      <a:pt x="674" y="26"/>
                      <a:pt x="674" y="15"/>
                      <a:pt x="663" y="6"/>
                    </a:cubicBezTo>
                    <a:cubicBezTo>
                      <a:pt x="658" y="2"/>
                      <a:pt x="653" y="1"/>
                      <a:pt x="648"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3" name="Google Shape;2503;p53"/>
              <p:cNvSpPr/>
              <p:nvPr/>
            </p:nvSpPr>
            <p:spPr>
              <a:xfrm>
                <a:off x="-1902521" y="4349857"/>
                <a:ext cx="2694222" cy="2792762"/>
              </a:xfrm>
              <a:custGeom>
                <a:rect b="b" l="l" r="r" t="t"/>
                <a:pathLst>
                  <a:path extrusionOk="0" h="8049" w="7765">
                    <a:moveTo>
                      <a:pt x="6421" y="1"/>
                    </a:moveTo>
                    <a:cubicBezTo>
                      <a:pt x="6408" y="1"/>
                      <a:pt x="6398" y="2"/>
                      <a:pt x="6390" y="3"/>
                    </a:cubicBezTo>
                    <a:lnTo>
                      <a:pt x="6390" y="3"/>
                    </a:lnTo>
                    <a:lnTo>
                      <a:pt x="6455" y="2"/>
                    </a:lnTo>
                    <a:cubicBezTo>
                      <a:pt x="6442" y="1"/>
                      <a:pt x="6430" y="1"/>
                      <a:pt x="6421" y="1"/>
                    </a:cubicBezTo>
                    <a:close/>
                    <a:moveTo>
                      <a:pt x="2699" y="0"/>
                    </a:moveTo>
                    <a:cubicBezTo>
                      <a:pt x="2687" y="0"/>
                      <a:pt x="2683" y="1"/>
                      <a:pt x="2681" y="2"/>
                    </a:cubicBezTo>
                    <a:cubicBezTo>
                      <a:pt x="2638" y="53"/>
                      <a:pt x="2658" y="290"/>
                      <a:pt x="2642" y="361"/>
                    </a:cubicBezTo>
                    <a:cubicBezTo>
                      <a:pt x="2614" y="499"/>
                      <a:pt x="2571" y="633"/>
                      <a:pt x="2488" y="752"/>
                    </a:cubicBezTo>
                    <a:cubicBezTo>
                      <a:pt x="2378" y="910"/>
                      <a:pt x="2196" y="1023"/>
                      <a:pt x="2114" y="1201"/>
                    </a:cubicBezTo>
                    <a:cubicBezTo>
                      <a:pt x="1992" y="1465"/>
                      <a:pt x="2110" y="1796"/>
                      <a:pt x="1964" y="2049"/>
                    </a:cubicBezTo>
                    <a:cubicBezTo>
                      <a:pt x="1857" y="2234"/>
                      <a:pt x="1637" y="2321"/>
                      <a:pt x="1515" y="2498"/>
                    </a:cubicBezTo>
                    <a:cubicBezTo>
                      <a:pt x="1340" y="2746"/>
                      <a:pt x="1404" y="3066"/>
                      <a:pt x="1349" y="3350"/>
                    </a:cubicBezTo>
                    <a:cubicBezTo>
                      <a:pt x="1286" y="3689"/>
                      <a:pt x="1005" y="3815"/>
                      <a:pt x="867" y="4111"/>
                    </a:cubicBezTo>
                    <a:cubicBezTo>
                      <a:pt x="702" y="4462"/>
                      <a:pt x="883" y="4896"/>
                      <a:pt x="729" y="5254"/>
                    </a:cubicBezTo>
                    <a:cubicBezTo>
                      <a:pt x="654" y="5428"/>
                      <a:pt x="509" y="5562"/>
                      <a:pt x="438" y="5740"/>
                    </a:cubicBezTo>
                    <a:cubicBezTo>
                      <a:pt x="296" y="6086"/>
                      <a:pt x="474" y="6528"/>
                      <a:pt x="268" y="6843"/>
                    </a:cubicBezTo>
                    <a:cubicBezTo>
                      <a:pt x="209" y="6934"/>
                      <a:pt x="126" y="7009"/>
                      <a:pt x="79" y="7108"/>
                    </a:cubicBezTo>
                    <a:cubicBezTo>
                      <a:pt x="0" y="7281"/>
                      <a:pt x="75" y="7490"/>
                      <a:pt x="205" y="7629"/>
                    </a:cubicBezTo>
                    <a:cubicBezTo>
                      <a:pt x="521" y="7956"/>
                      <a:pt x="1059" y="8048"/>
                      <a:pt x="1639" y="8048"/>
                    </a:cubicBezTo>
                    <a:cubicBezTo>
                      <a:pt x="2342" y="8048"/>
                      <a:pt x="3106" y="7913"/>
                      <a:pt x="3608" y="7900"/>
                    </a:cubicBezTo>
                    <a:cubicBezTo>
                      <a:pt x="4956" y="7865"/>
                      <a:pt x="6309" y="7829"/>
                      <a:pt x="7657" y="7794"/>
                    </a:cubicBezTo>
                    <a:cubicBezTo>
                      <a:pt x="7713" y="7794"/>
                      <a:pt x="7595" y="6000"/>
                      <a:pt x="7579" y="5834"/>
                    </a:cubicBezTo>
                    <a:cubicBezTo>
                      <a:pt x="7551" y="5554"/>
                      <a:pt x="7551" y="5385"/>
                      <a:pt x="7619" y="5132"/>
                    </a:cubicBezTo>
                    <a:cubicBezTo>
                      <a:pt x="7650" y="5026"/>
                      <a:pt x="7626" y="4919"/>
                      <a:pt x="7606" y="4817"/>
                    </a:cubicBezTo>
                    <a:cubicBezTo>
                      <a:pt x="7586" y="4714"/>
                      <a:pt x="7567" y="4615"/>
                      <a:pt x="7599" y="4517"/>
                    </a:cubicBezTo>
                    <a:cubicBezTo>
                      <a:pt x="7622" y="4439"/>
                      <a:pt x="7690" y="4375"/>
                      <a:pt x="7708" y="4297"/>
                    </a:cubicBezTo>
                    <a:cubicBezTo>
                      <a:pt x="7764" y="4107"/>
                      <a:pt x="7563" y="3949"/>
                      <a:pt x="7477" y="3772"/>
                    </a:cubicBezTo>
                    <a:cubicBezTo>
                      <a:pt x="7322" y="3460"/>
                      <a:pt x="7531" y="3054"/>
                      <a:pt x="7346" y="2763"/>
                    </a:cubicBezTo>
                    <a:cubicBezTo>
                      <a:pt x="7279" y="2656"/>
                      <a:pt x="7169" y="2581"/>
                      <a:pt x="7113" y="2471"/>
                    </a:cubicBezTo>
                    <a:cubicBezTo>
                      <a:pt x="7015" y="2258"/>
                      <a:pt x="7145" y="2002"/>
                      <a:pt x="7078" y="1776"/>
                    </a:cubicBezTo>
                    <a:cubicBezTo>
                      <a:pt x="7007" y="1536"/>
                      <a:pt x="6723" y="1406"/>
                      <a:pt x="6629" y="1170"/>
                    </a:cubicBezTo>
                    <a:cubicBezTo>
                      <a:pt x="6578" y="1039"/>
                      <a:pt x="6593" y="893"/>
                      <a:pt x="6585" y="752"/>
                    </a:cubicBezTo>
                    <a:cubicBezTo>
                      <a:pt x="6578" y="546"/>
                      <a:pt x="6534" y="251"/>
                      <a:pt x="6403" y="82"/>
                    </a:cubicBezTo>
                    <a:cubicBezTo>
                      <a:pt x="6373" y="38"/>
                      <a:pt x="6343" y="10"/>
                      <a:pt x="6390" y="3"/>
                    </a:cubicBezTo>
                    <a:lnTo>
                      <a:pt x="6390" y="3"/>
                    </a:lnTo>
                    <a:lnTo>
                      <a:pt x="4219" y="26"/>
                    </a:lnTo>
                    <a:cubicBezTo>
                      <a:pt x="3011" y="13"/>
                      <a:pt x="2757" y="0"/>
                      <a:pt x="2699" y="0"/>
                    </a:cubicBezTo>
                    <a:close/>
                  </a:path>
                </a:pathLst>
              </a:custGeom>
              <a:solidFill>
                <a:schemeClr val="accent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4" name="Google Shape;2504;p53"/>
              <p:cNvSpPr/>
              <p:nvPr/>
            </p:nvSpPr>
            <p:spPr>
              <a:xfrm>
                <a:off x="-1893153" y="4342224"/>
                <a:ext cx="2676527" cy="2807681"/>
              </a:xfrm>
              <a:custGeom>
                <a:rect b="b" l="l" r="r" t="t"/>
                <a:pathLst>
                  <a:path extrusionOk="0" h="8092" w="7714">
                    <a:moveTo>
                      <a:pt x="2682" y="44"/>
                    </a:moveTo>
                    <a:cubicBezTo>
                      <a:pt x="2722" y="44"/>
                      <a:pt x="2813" y="48"/>
                      <a:pt x="3037" y="51"/>
                    </a:cubicBezTo>
                    <a:cubicBezTo>
                      <a:pt x="3262" y="56"/>
                      <a:pt x="3617" y="64"/>
                      <a:pt x="4192" y="71"/>
                    </a:cubicBezTo>
                    <a:lnTo>
                      <a:pt x="6318" y="49"/>
                    </a:lnTo>
                    <a:lnTo>
                      <a:pt x="6318" y="49"/>
                    </a:lnTo>
                    <a:cubicBezTo>
                      <a:pt x="6319" y="54"/>
                      <a:pt x="6322" y="58"/>
                      <a:pt x="6322" y="64"/>
                    </a:cubicBezTo>
                    <a:cubicBezTo>
                      <a:pt x="6325" y="71"/>
                      <a:pt x="6333" y="80"/>
                      <a:pt x="6341" y="91"/>
                    </a:cubicBezTo>
                    <a:cubicBezTo>
                      <a:pt x="6345" y="99"/>
                      <a:pt x="6353" y="107"/>
                      <a:pt x="6361" y="119"/>
                    </a:cubicBezTo>
                    <a:cubicBezTo>
                      <a:pt x="6420" y="198"/>
                      <a:pt x="6464" y="312"/>
                      <a:pt x="6491" y="430"/>
                    </a:cubicBezTo>
                    <a:cubicBezTo>
                      <a:pt x="6522" y="548"/>
                      <a:pt x="6534" y="675"/>
                      <a:pt x="6538" y="774"/>
                    </a:cubicBezTo>
                    <a:cubicBezTo>
                      <a:pt x="6542" y="845"/>
                      <a:pt x="6538" y="915"/>
                      <a:pt x="6542" y="986"/>
                    </a:cubicBezTo>
                    <a:cubicBezTo>
                      <a:pt x="6546" y="1061"/>
                      <a:pt x="6554" y="1132"/>
                      <a:pt x="6582" y="1199"/>
                    </a:cubicBezTo>
                    <a:cubicBezTo>
                      <a:pt x="6633" y="1325"/>
                      <a:pt x="6728" y="1416"/>
                      <a:pt x="6818" y="1511"/>
                    </a:cubicBezTo>
                    <a:cubicBezTo>
                      <a:pt x="6866" y="1554"/>
                      <a:pt x="6909" y="1602"/>
                      <a:pt x="6948" y="1649"/>
                    </a:cubicBezTo>
                    <a:cubicBezTo>
                      <a:pt x="6984" y="1696"/>
                      <a:pt x="7015" y="1747"/>
                      <a:pt x="7031" y="1807"/>
                    </a:cubicBezTo>
                    <a:cubicBezTo>
                      <a:pt x="7047" y="1854"/>
                      <a:pt x="7051" y="1902"/>
                      <a:pt x="7051" y="1953"/>
                    </a:cubicBezTo>
                    <a:cubicBezTo>
                      <a:pt x="7051" y="2062"/>
                      <a:pt x="7028" y="2177"/>
                      <a:pt x="7028" y="2291"/>
                    </a:cubicBezTo>
                    <a:cubicBezTo>
                      <a:pt x="7028" y="2362"/>
                      <a:pt x="7035" y="2433"/>
                      <a:pt x="7066" y="2501"/>
                    </a:cubicBezTo>
                    <a:cubicBezTo>
                      <a:pt x="7095" y="2559"/>
                      <a:pt x="7137" y="2611"/>
                      <a:pt x="7181" y="2654"/>
                    </a:cubicBezTo>
                    <a:cubicBezTo>
                      <a:pt x="7224" y="2701"/>
                      <a:pt x="7268" y="2745"/>
                      <a:pt x="7299" y="2796"/>
                    </a:cubicBezTo>
                    <a:cubicBezTo>
                      <a:pt x="7331" y="2848"/>
                      <a:pt x="7350" y="2899"/>
                      <a:pt x="7363" y="2958"/>
                    </a:cubicBezTo>
                    <a:cubicBezTo>
                      <a:pt x="7374" y="3014"/>
                      <a:pt x="7379" y="3072"/>
                      <a:pt x="7379" y="3136"/>
                    </a:cubicBezTo>
                    <a:cubicBezTo>
                      <a:pt x="7379" y="3245"/>
                      <a:pt x="7366" y="3364"/>
                      <a:pt x="7366" y="3478"/>
                    </a:cubicBezTo>
                    <a:cubicBezTo>
                      <a:pt x="7366" y="3589"/>
                      <a:pt x="7379" y="3700"/>
                      <a:pt x="7430" y="3802"/>
                    </a:cubicBezTo>
                    <a:cubicBezTo>
                      <a:pt x="7469" y="3884"/>
                      <a:pt x="7532" y="3960"/>
                      <a:pt x="7579" y="4035"/>
                    </a:cubicBezTo>
                    <a:cubicBezTo>
                      <a:pt x="7607" y="4070"/>
                      <a:pt x="7630" y="4109"/>
                      <a:pt x="7646" y="4144"/>
                    </a:cubicBezTo>
                    <a:cubicBezTo>
                      <a:pt x="7663" y="4180"/>
                      <a:pt x="7670" y="4215"/>
                      <a:pt x="7670" y="4255"/>
                    </a:cubicBezTo>
                    <a:cubicBezTo>
                      <a:pt x="7670" y="4271"/>
                      <a:pt x="7666" y="4291"/>
                      <a:pt x="7663" y="4315"/>
                    </a:cubicBezTo>
                    <a:cubicBezTo>
                      <a:pt x="7650" y="4350"/>
                      <a:pt x="7630" y="4381"/>
                      <a:pt x="7610" y="4417"/>
                    </a:cubicBezTo>
                    <a:cubicBezTo>
                      <a:pt x="7587" y="4452"/>
                      <a:pt x="7563" y="4488"/>
                      <a:pt x="7552" y="4531"/>
                    </a:cubicBezTo>
                    <a:cubicBezTo>
                      <a:pt x="7540" y="4570"/>
                      <a:pt x="7536" y="4610"/>
                      <a:pt x="7536" y="4654"/>
                    </a:cubicBezTo>
                    <a:cubicBezTo>
                      <a:pt x="7536" y="4717"/>
                      <a:pt x="7548" y="4779"/>
                      <a:pt x="7559" y="4843"/>
                    </a:cubicBezTo>
                    <a:cubicBezTo>
                      <a:pt x="7572" y="4910"/>
                      <a:pt x="7583" y="4977"/>
                      <a:pt x="7583" y="5043"/>
                    </a:cubicBezTo>
                    <a:cubicBezTo>
                      <a:pt x="7583" y="5079"/>
                      <a:pt x="7579" y="5111"/>
                      <a:pt x="7572" y="5147"/>
                    </a:cubicBezTo>
                    <a:cubicBezTo>
                      <a:pt x="7528" y="5304"/>
                      <a:pt x="7512" y="5431"/>
                      <a:pt x="7512" y="5569"/>
                    </a:cubicBezTo>
                    <a:cubicBezTo>
                      <a:pt x="7512" y="5659"/>
                      <a:pt x="7521" y="5749"/>
                      <a:pt x="7532" y="5860"/>
                    </a:cubicBezTo>
                    <a:cubicBezTo>
                      <a:pt x="7536" y="5891"/>
                      <a:pt x="7540" y="5990"/>
                      <a:pt x="7552" y="6128"/>
                    </a:cubicBezTo>
                    <a:cubicBezTo>
                      <a:pt x="7579" y="6542"/>
                      <a:pt x="7623" y="7303"/>
                      <a:pt x="7623" y="7642"/>
                    </a:cubicBezTo>
                    <a:cubicBezTo>
                      <a:pt x="7623" y="7698"/>
                      <a:pt x="7623" y="7741"/>
                      <a:pt x="7619" y="7769"/>
                    </a:cubicBezTo>
                    <a:cubicBezTo>
                      <a:pt x="7619" y="7782"/>
                      <a:pt x="7619" y="7790"/>
                      <a:pt x="7617" y="7797"/>
                    </a:cubicBezTo>
                    <a:lnTo>
                      <a:pt x="7617" y="7797"/>
                    </a:lnTo>
                    <a:cubicBezTo>
                      <a:pt x="6269" y="7832"/>
                      <a:pt x="4925" y="7867"/>
                      <a:pt x="3581" y="7902"/>
                    </a:cubicBezTo>
                    <a:cubicBezTo>
                      <a:pt x="3328" y="7911"/>
                      <a:pt x="3013" y="7946"/>
                      <a:pt x="2674" y="7982"/>
                    </a:cubicBezTo>
                    <a:cubicBezTo>
                      <a:pt x="2331" y="8017"/>
                      <a:pt x="1968" y="8048"/>
                      <a:pt x="1617" y="8048"/>
                    </a:cubicBezTo>
                    <a:cubicBezTo>
                      <a:pt x="1330" y="8048"/>
                      <a:pt x="1049" y="8024"/>
                      <a:pt x="805" y="7962"/>
                    </a:cubicBezTo>
                    <a:cubicBezTo>
                      <a:pt x="560" y="7899"/>
                      <a:pt x="347" y="7796"/>
                      <a:pt x="194" y="7635"/>
                    </a:cubicBezTo>
                    <a:cubicBezTo>
                      <a:pt x="103" y="7540"/>
                      <a:pt x="44" y="7409"/>
                      <a:pt x="44" y="7283"/>
                    </a:cubicBezTo>
                    <a:cubicBezTo>
                      <a:pt x="44" y="7232"/>
                      <a:pt x="52" y="7185"/>
                      <a:pt x="72" y="7138"/>
                    </a:cubicBezTo>
                    <a:cubicBezTo>
                      <a:pt x="96" y="7090"/>
                      <a:pt x="127" y="7051"/>
                      <a:pt x="158" y="7007"/>
                    </a:cubicBezTo>
                    <a:cubicBezTo>
                      <a:pt x="194" y="6968"/>
                      <a:pt x="229" y="6925"/>
                      <a:pt x="261" y="6877"/>
                    </a:cubicBezTo>
                    <a:cubicBezTo>
                      <a:pt x="308" y="6803"/>
                      <a:pt x="336" y="6716"/>
                      <a:pt x="352" y="6629"/>
                    </a:cubicBezTo>
                    <a:cubicBezTo>
                      <a:pt x="367" y="6542"/>
                      <a:pt x="371" y="6452"/>
                      <a:pt x="371" y="6361"/>
                    </a:cubicBezTo>
                    <a:lnTo>
                      <a:pt x="371" y="6191"/>
                    </a:lnTo>
                    <a:cubicBezTo>
                      <a:pt x="371" y="6042"/>
                      <a:pt x="379" y="5895"/>
                      <a:pt x="431" y="5769"/>
                    </a:cubicBezTo>
                    <a:cubicBezTo>
                      <a:pt x="466" y="5682"/>
                      <a:pt x="518" y="5607"/>
                      <a:pt x="573" y="5529"/>
                    </a:cubicBezTo>
                    <a:cubicBezTo>
                      <a:pt x="627" y="5450"/>
                      <a:pt x="683" y="5371"/>
                      <a:pt x="722" y="5285"/>
                    </a:cubicBezTo>
                    <a:cubicBezTo>
                      <a:pt x="782" y="5147"/>
                      <a:pt x="793" y="5001"/>
                      <a:pt x="793" y="4854"/>
                    </a:cubicBezTo>
                    <a:cubicBezTo>
                      <a:pt x="793" y="4760"/>
                      <a:pt x="785" y="4661"/>
                      <a:pt x="785" y="4567"/>
                    </a:cubicBezTo>
                    <a:cubicBezTo>
                      <a:pt x="785" y="4417"/>
                      <a:pt x="802" y="4271"/>
                      <a:pt x="860" y="4141"/>
                    </a:cubicBezTo>
                    <a:cubicBezTo>
                      <a:pt x="927" y="3999"/>
                      <a:pt x="1030" y="3893"/>
                      <a:pt x="1128" y="3782"/>
                    </a:cubicBezTo>
                    <a:cubicBezTo>
                      <a:pt x="1175" y="3727"/>
                      <a:pt x="1219" y="3667"/>
                      <a:pt x="1259" y="3600"/>
                    </a:cubicBezTo>
                    <a:cubicBezTo>
                      <a:pt x="1298" y="3538"/>
                      <a:pt x="1326" y="3463"/>
                      <a:pt x="1346" y="3376"/>
                    </a:cubicBezTo>
                    <a:cubicBezTo>
                      <a:pt x="1369" y="3230"/>
                      <a:pt x="1369" y="3080"/>
                      <a:pt x="1381" y="2934"/>
                    </a:cubicBezTo>
                    <a:cubicBezTo>
                      <a:pt x="1393" y="2788"/>
                      <a:pt x="1420" y="2650"/>
                      <a:pt x="1507" y="2532"/>
                    </a:cubicBezTo>
                    <a:cubicBezTo>
                      <a:pt x="1566" y="2450"/>
                      <a:pt x="1648" y="2382"/>
                      <a:pt x="1732" y="2315"/>
                    </a:cubicBezTo>
                    <a:cubicBezTo>
                      <a:pt x="1819" y="2248"/>
                      <a:pt x="1901" y="2177"/>
                      <a:pt x="1956" y="2079"/>
                    </a:cubicBezTo>
                    <a:cubicBezTo>
                      <a:pt x="1996" y="2015"/>
                      <a:pt x="2016" y="1944"/>
                      <a:pt x="2027" y="1873"/>
                    </a:cubicBezTo>
                    <a:cubicBezTo>
                      <a:pt x="2043" y="1763"/>
                      <a:pt x="2039" y="1649"/>
                      <a:pt x="2047" y="1542"/>
                    </a:cubicBezTo>
                    <a:cubicBezTo>
                      <a:pt x="2051" y="1432"/>
                      <a:pt x="2063" y="1325"/>
                      <a:pt x="2107" y="1231"/>
                    </a:cubicBezTo>
                    <a:cubicBezTo>
                      <a:pt x="2145" y="1148"/>
                      <a:pt x="2209" y="1077"/>
                      <a:pt x="2280" y="1006"/>
                    </a:cubicBezTo>
                    <a:cubicBezTo>
                      <a:pt x="2347" y="935"/>
                      <a:pt x="2422" y="868"/>
                      <a:pt x="2481" y="785"/>
                    </a:cubicBezTo>
                    <a:cubicBezTo>
                      <a:pt x="2567" y="667"/>
                      <a:pt x="2607" y="529"/>
                      <a:pt x="2638" y="391"/>
                    </a:cubicBezTo>
                    <a:cubicBezTo>
                      <a:pt x="2642" y="368"/>
                      <a:pt x="2642" y="340"/>
                      <a:pt x="2642" y="304"/>
                    </a:cubicBezTo>
                    <a:cubicBezTo>
                      <a:pt x="2647" y="257"/>
                      <a:pt x="2647" y="193"/>
                      <a:pt x="2651" y="142"/>
                    </a:cubicBezTo>
                    <a:cubicBezTo>
                      <a:pt x="2651" y="119"/>
                      <a:pt x="2654" y="95"/>
                      <a:pt x="2658" y="75"/>
                    </a:cubicBezTo>
                    <a:cubicBezTo>
                      <a:pt x="2662" y="68"/>
                      <a:pt x="2662" y="60"/>
                      <a:pt x="2666" y="51"/>
                    </a:cubicBezTo>
                    <a:cubicBezTo>
                      <a:pt x="2666" y="48"/>
                      <a:pt x="2667" y="46"/>
                      <a:pt x="2668" y="44"/>
                    </a:cubicBezTo>
                    <a:close/>
                    <a:moveTo>
                      <a:pt x="2658" y="0"/>
                    </a:moveTo>
                    <a:cubicBezTo>
                      <a:pt x="2658" y="0"/>
                      <a:pt x="2654" y="0"/>
                      <a:pt x="2651" y="4"/>
                    </a:cubicBezTo>
                    <a:cubicBezTo>
                      <a:pt x="2647" y="4"/>
                      <a:pt x="2642" y="9"/>
                      <a:pt x="2638" y="13"/>
                    </a:cubicBezTo>
                    <a:cubicBezTo>
                      <a:pt x="2631" y="20"/>
                      <a:pt x="2627" y="33"/>
                      <a:pt x="2623" y="44"/>
                    </a:cubicBezTo>
                    <a:cubicBezTo>
                      <a:pt x="2615" y="68"/>
                      <a:pt x="2611" y="95"/>
                      <a:pt x="2607" y="127"/>
                    </a:cubicBezTo>
                    <a:cubicBezTo>
                      <a:pt x="2603" y="174"/>
                      <a:pt x="2603" y="226"/>
                      <a:pt x="2603" y="273"/>
                    </a:cubicBezTo>
                    <a:cubicBezTo>
                      <a:pt x="2600" y="297"/>
                      <a:pt x="2600" y="316"/>
                      <a:pt x="2600" y="335"/>
                    </a:cubicBezTo>
                    <a:cubicBezTo>
                      <a:pt x="2600" y="355"/>
                      <a:pt x="2595" y="371"/>
                      <a:pt x="2595" y="379"/>
                    </a:cubicBezTo>
                    <a:cubicBezTo>
                      <a:pt x="2567" y="517"/>
                      <a:pt x="2524" y="648"/>
                      <a:pt x="2445" y="757"/>
                    </a:cubicBezTo>
                    <a:cubicBezTo>
                      <a:pt x="2390" y="837"/>
                      <a:pt x="2319" y="903"/>
                      <a:pt x="2248" y="974"/>
                    </a:cubicBezTo>
                    <a:cubicBezTo>
                      <a:pt x="2178" y="1045"/>
                      <a:pt x="2110" y="1121"/>
                      <a:pt x="2067" y="1215"/>
                    </a:cubicBezTo>
                    <a:cubicBezTo>
                      <a:pt x="2036" y="1282"/>
                      <a:pt x="2019" y="1353"/>
                      <a:pt x="2012" y="1428"/>
                    </a:cubicBezTo>
                    <a:cubicBezTo>
                      <a:pt x="2000" y="1538"/>
                      <a:pt x="2000" y="1653"/>
                      <a:pt x="1996" y="1760"/>
                    </a:cubicBezTo>
                    <a:cubicBezTo>
                      <a:pt x="1988" y="1866"/>
                      <a:pt x="1972" y="1968"/>
                      <a:pt x="1921" y="2059"/>
                    </a:cubicBezTo>
                    <a:cubicBezTo>
                      <a:pt x="1870" y="2146"/>
                      <a:pt x="1790" y="2213"/>
                      <a:pt x="1704" y="2280"/>
                    </a:cubicBezTo>
                    <a:cubicBezTo>
                      <a:pt x="1621" y="2346"/>
                      <a:pt x="1535" y="2414"/>
                      <a:pt x="1472" y="2504"/>
                    </a:cubicBezTo>
                    <a:cubicBezTo>
                      <a:pt x="1381" y="2635"/>
                      <a:pt x="1349" y="2781"/>
                      <a:pt x="1337" y="2930"/>
                    </a:cubicBezTo>
                    <a:cubicBezTo>
                      <a:pt x="1326" y="3080"/>
                      <a:pt x="1326" y="3230"/>
                      <a:pt x="1302" y="3368"/>
                    </a:cubicBezTo>
                    <a:cubicBezTo>
                      <a:pt x="1286" y="3451"/>
                      <a:pt x="1259" y="3518"/>
                      <a:pt x="1219" y="3581"/>
                    </a:cubicBezTo>
                    <a:cubicBezTo>
                      <a:pt x="1168" y="3676"/>
                      <a:pt x="1093" y="3755"/>
                      <a:pt x="1022" y="3837"/>
                    </a:cubicBezTo>
                    <a:cubicBezTo>
                      <a:pt x="947" y="3920"/>
                      <a:pt x="876" y="4011"/>
                      <a:pt x="820" y="4126"/>
                    </a:cubicBezTo>
                    <a:cubicBezTo>
                      <a:pt x="754" y="4263"/>
                      <a:pt x="742" y="4417"/>
                      <a:pt x="742" y="4567"/>
                    </a:cubicBezTo>
                    <a:cubicBezTo>
                      <a:pt x="742" y="4665"/>
                      <a:pt x="749" y="4760"/>
                      <a:pt x="749" y="4854"/>
                    </a:cubicBezTo>
                    <a:cubicBezTo>
                      <a:pt x="749" y="5001"/>
                      <a:pt x="738" y="5138"/>
                      <a:pt x="683" y="5265"/>
                    </a:cubicBezTo>
                    <a:cubicBezTo>
                      <a:pt x="647" y="5351"/>
                      <a:pt x="592" y="5427"/>
                      <a:pt x="537" y="5505"/>
                    </a:cubicBezTo>
                    <a:cubicBezTo>
                      <a:pt x="482" y="5580"/>
                      <a:pt x="427" y="5659"/>
                      <a:pt x="391" y="5749"/>
                    </a:cubicBezTo>
                    <a:cubicBezTo>
                      <a:pt x="332" y="5891"/>
                      <a:pt x="328" y="6042"/>
                      <a:pt x="324" y="6191"/>
                    </a:cubicBezTo>
                    <a:cubicBezTo>
                      <a:pt x="324" y="6246"/>
                      <a:pt x="328" y="6306"/>
                      <a:pt x="328" y="6361"/>
                    </a:cubicBezTo>
                    <a:cubicBezTo>
                      <a:pt x="328" y="6452"/>
                      <a:pt x="324" y="6539"/>
                      <a:pt x="308" y="6621"/>
                    </a:cubicBezTo>
                    <a:cubicBezTo>
                      <a:pt x="296" y="6704"/>
                      <a:pt x="269" y="6783"/>
                      <a:pt x="221" y="6854"/>
                    </a:cubicBezTo>
                    <a:cubicBezTo>
                      <a:pt x="194" y="6897"/>
                      <a:pt x="158" y="6941"/>
                      <a:pt x="127" y="6980"/>
                    </a:cubicBezTo>
                    <a:cubicBezTo>
                      <a:pt x="92" y="7023"/>
                      <a:pt x="56" y="7067"/>
                      <a:pt x="32" y="7122"/>
                    </a:cubicBezTo>
                    <a:cubicBezTo>
                      <a:pt x="8" y="7173"/>
                      <a:pt x="1" y="7229"/>
                      <a:pt x="1" y="7283"/>
                    </a:cubicBezTo>
                    <a:cubicBezTo>
                      <a:pt x="1" y="7422"/>
                      <a:pt x="63" y="7564"/>
                      <a:pt x="163" y="7666"/>
                    </a:cubicBezTo>
                    <a:cubicBezTo>
                      <a:pt x="324" y="7831"/>
                      <a:pt x="541" y="7938"/>
                      <a:pt x="793" y="8006"/>
                    </a:cubicBezTo>
                    <a:cubicBezTo>
                      <a:pt x="1042" y="8068"/>
                      <a:pt x="1326" y="8092"/>
                      <a:pt x="1617" y="8092"/>
                    </a:cubicBezTo>
                    <a:cubicBezTo>
                      <a:pt x="1972" y="8092"/>
                      <a:pt x="2339" y="8060"/>
                      <a:pt x="2678" y="8024"/>
                    </a:cubicBezTo>
                    <a:cubicBezTo>
                      <a:pt x="3017" y="7989"/>
                      <a:pt x="3333" y="7953"/>
                      <a:pt x="3581" y="7946"/>
                    </a:cubicBezTo>
                    <a:cubicBezTo>
                      <a:pt x="4929" y="7911"/>
                      <a:pt x="6282" y="7875"/>
                      <a:pt x="7630" y="7840"/>
                    </a:cubicBezTo>
                    <a:cubicBezTo>
                      <a:pt x="7639" y="7840"/>
                      <a:pt x="7643" y="7835"/>
                      <a:pt x="7646" y="7831"/>
                    </a:cubicBezTo>
                    <a:cubicBezTo>
                      <a:pt x="7650" y="7831"/>
                      <a:pt x="7650" y="7828"/>
                      <a:pt x="7654" y="7824"/>
                    </a:cubicBezTo>
                    <a:cubicBezTo>
                      <a:pt x="7654" y="7820"/>
                      <a:pt x="7658" y="7816"/>
                      <a:pt x="7658" y="7812"/>
                    </a:cubicBezTo>
                    <a:cubicBezTo>
                      <a:pt x="7658" y="7804"/>
                      <a:pt x="7663" y="7796"/>
                      <a:pt x="7663" y="7784"/>
                    </a:cubicBezTo>
                    <a:cubicBezTo>
                      <a:pt x="7666" y="7753"/>
                      <a:pt x="7666" y="7706"/>
                      <a:pt x="7666" y="7642"/>
                    </a:cubicBezTo>
                    <a:cubicBezTo>
                      <a:pt x="7666" y="7418"/>
                      <a:pt x="7646" y="7003"/>
                      <a:pt x="7627" y="6629"/>
                    </a:cubicBezTo>
                    <a:cubicBezTo>
                      <a:pt x="7615" y="6439"/>
                      <a:pt x="7603" y="6266"/>
                      <a:pt x="7595" y="6128"/>
                    </a:cubicBezTo>
                    <a:cubicBezTo>
                      <a:pt x="7583" y="5986"/>
                      <a:pt x="7579" y="5888"/>
                      <a:pt x="7575" y="5856"/>
                    </a:cubicBezTo>
                    <a:cubicBezTo>
                      <a:pt x="7563" y="5746"/>
                      <a:pt x="7556" y="5655"/>
                      <a:pt x="7556" y="5569"/>
                    </a:cubicBezTo>
                    <a:cubicBezTo>
                      <a:pt x="7556" y="5434"/>
                      <a:pt x="7572" y="5312"/>
                      <a:pt x="7615" y="5158"/>
                    </a:cubicBezTo>
                    <a:cubicBezTo>
                      <a:pt x="7623" y="5119"/>
                      <a:pt x="7627" y="5079"/>
                      <a:pt x="7627" y="5043"/>
                    </a:cubicBezTo>
                    <a:cubicBezTo>
                      <a:pt x="7627" y="4972"/>
                      <a:pt x="7615" y="4902"/>
                      <a:pt x="7599" y="4835"/>
                    </a:cubicBezTo>
                    <a:cubicBezTo>
                      <a:pt x="7587" y="4772"/>
                      <a:pt x="7579" y="4712"/>
                      <a:pt x="7579" y="4654"/>
                    </a:cubicBezTo>
                    <a:cubicBezTo>
                      <a:pt x="7579" y="4614"/>
                      <a:pt x="7583" y="4579"/>
                      <a:pt x="7592" y="4543"/>
                    </a:cubicBezTo>
                    <a:cubicBezTo>
                      <a:pt x="7603" y="4508"/>
                      <a:pt x="7623" y="4476"/>
                      <a:pt x="7646" y="4441"/>
                    </a:cubicBezTo>
                    <a:cubicBezTo>
                      <a:pt x="7666" y="4405"/>
                      <a:pt x="7690" y="4370"/>
                      <a:pt x="7705" y="4326"/>
                    </a:cubicBezTo>
                    <a:cubicBezTo>
                      <a:pt x="7710" y="4299"/>
                      <a:pt x="7714" y="4275"/>
                      <a:pt x="7714" y="4255"/>
                    </a:cubicBezTo>
                    <a:cubicBezTo>
                      <a:pt x="7714" y="4208"/>
                      <a:pt x="7701" y="4168"/>
                      <a:pt x="7686" y="4126"/>
                    </a:cubicBezTo>
                    <a:cubicBezTo>
                      <a:pt x="7658" y="4066"/>
                      <a:pt x="7619" y="4011"/>
                      <a:pt x="7575" y="3951"/>
                    </a:cubicBezTo>
                    <a:cubicBezTo>
                      <a:pt x="7536" y="3896"/>
                      <a:pt x="7497" y="3842"/>
                      <a:pt x="7469" y="3786"/>
                    </a:cubicBezTo>
                    <a:cubicBezTo>
                      <a:pt x="7421" y="3691"/>
                      <a:pt x="7410" y="3585"/>
                      <a:pt x="7410" y="3478"/>
                    </a:cubicBezTo>
                    <a:cubicBezTo>
                      <a:pt x="7410" y="3364"/>
                      <a:pt x="7421" y="3250"/>
                      <a:pt x="7421" y="3136"/>
                    </a:cubicBezTo>
                    <a:cubicBezTo>
                      <a:pt x="7421" y="3072"/>
                      <a:pt x="7417" y="3009"/>
                      <a:pt x="7406" y="2946"/>
                    </a:cubicBezTo>
                    <a:cubicBezTo>
                      <a:pt x="7394" y="2887"/>
                      <a:pt x="7370" y="2828"/>
                      <a:pt x="7339" y="2772"/>
                    </a:cubicBezTo>
                    <a:cubicBezTo>
                      <a:pt x="7303" y="2717"/>
                      <a:pt x="7256" y="2670"/>
                      <a:pt x="7213" y="2626"/>
                    </a:cubicBezTo>
                    <a:cubicBezTo>
                      <a:pt x="7173" y="2579"/>
                      <a:pt x="7134" y="2536"/>
                      <a:pt x="7106" y="2481"/>
                    </a:cubicBezTo>
                    <a:cubicBezTo>
                      <a:pt x="7079" y="2422"/>
                      <a:pt x="7071" y="2359"/>
                      <a:pt x="7071" y="2291"/>
                    </a:cubicBezTo>
                    <a:cubicBezTo>
                      <a:pt x="7071" y="2185"/>
                      <a:pt x="7095" y="2067"/>
                      <a:pt x="7095" y="1953"/>
                    </a:cubicBezTo>
                    <a:cubicBezTo>
                      <a:pt x="7095" y="1897"/>
                      <a:pt x="7090" y="1846"/>
                      <a:pt x="7075" y="1795"/>
                    </a:cubicBezTo>
                    <a:cubicBezTo>
                      <a:pt x="7055" y="1731"/>
                      <a:pt x="7019" y="1673"/>
                      <a:pt x="6980" y="1621"/>
                    </a:cubicBezTo>
                    <a:cubicBezTo>
                      <a:pt x="6921" y="1547"/>
                      <a:pt x="6850" y="1480"/>
                      <a:pt x="6782" y="1409"/>
                    </a:cubicBezTo>
                    <a:cubicBezTo>
                      <a:pt x="6716" y="1341"/>
                      <a:pt x="6657" y="1270"/>
                      <a:pt x="6622" y="1183"/>
                    </a:cubicBezTo>
                    <a:cubicBezTo>
                      <a:pt x="6598" y="1121"/>
                      <a:pt x="6589" y="1054"/>
                      <a:pt x="6586" y="986"/>
                    </a:cubicBezTo>
                    <a:cubicBezTo>
                      <a:pt x="6582" y="915"/>
                      <a:pt x="6586" y="845"/>
                      <a:pt x="6582" y="774"/>
                    </a:cubicBezTo>
                    <a:cubicBezTo>
                      <a:pt x="6578" y="671"/>
                      <a:pt x="6566" y="545"/>
                      <a:pt x="6534" y="422"/>
                    </a:cubicBezTo>
                    <a:cubicBezTo>
                      <a:pt x="6507" y="300"/>
                      <a:pt x="6464" y="182"/>
                      <a:pt x="6396" y="91"/>
                    </a:cubicBezTo>
                    <a:cubicBezTo>
                      <a:pt x="6385" y="75"/>
                      <a:pt x="6376" y="64"/>
                      <a:pt x="6369" y="56"/>
                    </a:cubicBezTo>
                    <a:cubicBezTo>
                      <a:pt x="6367" y="53"/>
                      <a:pt x="6366" y="51"/>
                      <a:pt x="6364" y="48"/>
                    </a:cubicBezTo>
                    <a:lnTo>
                      <a:pt x="6364" y="48"/>
                    </a:lnTo>
                    <a:lnTo>
                      <a:pt x="6428" y="48"/>
                    </a:lnTo>
                    <a:cubicBezTo>
                      <a:pt x="6440" y="48"/>
                      <a:pt x="6447" y="36"/>
                      <a:pt x="6447" y="28"/>
                    </a:cubicBezTo>
                    <a:cubicBezTo>
                      <a:pt x="6451" y="16"/>
                      <a:pt x="6440" y="4"/>
                      <a:pt x="6428" y="4"/>
                    </a:cubicBezTo>
                    <a:cubicBezTo>
                      <a:pt x="6416" y="4"/>
                      <a:pt x="6400" y="0"/>
                      <a:pt x="6389" y="0"/>
                    </a:cubicBezTo>
                    <a:cubicBezTo>
                      <a:pt x="6375" y="0"/>
                      <a:pt x="6365" y="2"/>
                      <a:pt x="6355" y="5"/>
                    </a:cubicBezTo>
                    <a:lnTo>
                      <a:pt x="6355" y="5"/>
                    </a:lnTo>
                    <a:lnTo>
                      <a:pt x="4192" y="28"/>
                    </a:lnTo>
                    <a:cubicBezTo>
                      <a:pt x="3621" y="20"/>
                      <a:pt x="3262" y="13"/>
                      <a:pt x="3037" y="9"/>
                    </a:cubicBezTo>
                    <a:cubicBezTo>
                      <a:pt x="2813" y="4"/>
                      <a:pt x="2722" y="0"/>
                      <a:pt x="268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5" name="Google Shape;2505;p53"/>
              <p:cNvSpPr/>
              <p:nvPr/>
            </p:nvSpPr>
            <p:spPr>
              <a:xfrm>
                <a:off x="-1783512" y="3238178"/>
                <a:ext cx="113806" cy="601299"/>
              </a:xfrm>
              <a:custGeom>
                <a:rect b="b" l="l" r="r" t="t"/>
                <a:pathLst>
                  <a:path extrusionOk="0" h="1733" w="328">
                    <a:moveTo>
                      <a:pt x="308" y="1"/>
                    </a:moveTo>
                    <a:cubicBezTo>
                      <a:pt x="296" y="1"/>
                      <a:pt x="284" y="8"/>
                      <a:pt x="284" y="21"/>
                    </a:cubicBezTo>
                    <a:cubicBezTo>
                      <a:pt x="225" y="620"/>
                      <a:pt x="178" y="1219"/>
                      <a:pt x="4" y="1704"/>
                    </a:cubicBezTo>
                    <a:cubicBezTo>
                      <a:pt x="0" y="1716"/>
                      <a:pt x="4" y="1728"/>
                      <a:pt x="16" y="1732"/>
                    </a:cubicBezTo>
                    <a:cubicBezTo>
                      <a:pt x="18" y="1732"/>
                      <a:pt x="20" y="1733"/>
                      <a:pt x="22" y="1733"/>
                    </a:cubicBezTo>
                    <a:cubicBezTo>
                      <a:pt x="32" y="1733"/>
                      <a:pt x="40" y="1726"/>
                      <a:pt x="44" y="1716"/>
                    </a:cubicBezTo>
                    <a:cubicBezTo>
                      <a:pt x="221" y="1222"/>
                      <a:pt x="268" y="623"/>
                      <a:pt x="327" y="24"/>
                    </a:cubicBezTo>
                    <a:cubicBezTo>
                      <a:pt x="327" y="12"/>
                      <a:pt x="320" y="5"/>
                      <a:pt x="308"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6" name="Google Shape;2506;p53"/>
              <p:cNvSpPr/>
              <p:nvPr/>
            </p:nvSpPr>
            <p:spPr>
              <a:xfrm>
                <a:off x="-186773" y="2643131"/>
                <a:ext cx="640507" cy="1430210"/>
              </a:xfrm>
              <a:custGeom>
                <a:rect b="b" l="l" r="r" t="t"/>
                <a:pathLst>
                  <a:path extrusionOk="0" h="4122" w="1846">
                    <a:moveTo>
                      <a:pt x="788" y="1"/>
                    </a:moveTo>
                    <a:cubicBezTo>
                      <a:pt x="782" y="1"/>
                      <a:pt x="775" y="2"/>
                      <a:pt x="769" y="4"/>
                    </a:cubicBezTo>
                    <a:cubicBezTo>
                      <a:pt x="749" y="12"/>
                      <a:pt x="734" y="27"/>
                      <a:pt x="721" y="44"/>
                    </a:cubicBezTo>
                    <a:cubicBezTo>
                      <a:pt x="654" y="131"/>
                      <a:pt x="619" y="233"/>
                      <a:pt x="556" y="320"/>
                    </a:cubicBezTo>
                    <a:cubicBezTo>
                      <a:pt x="485" y="422"/>
                      <a:pt x="437" y="544"/>
                      <a:pt x="390" y="655"/>
                    </a:cubicBezTo>
                    <a:cubicBezTo>
                      <a:pt x="295" y="888"/>
                      <a:pt x="232" y="1124"/>
                      <a:pt x="170" y="1365"/>
                    </a:cubicBezTo>
                    <a:cubicBezTo>
                      <a:pt x="0" y="2055"/>
                      <a:pt x="28" y="2930"/>
                      <a:pt x="256" y="3605"/>
                    </a:cubicBezTo>
                    <a:cubicBezTo>
                      <a:pt x="340" y="3856"/>
                      <a:pt x="495" y="4122"/>
                      <a:pt x="784" y="4122"/>
                    </a:cubicBezTo>
                    <a:cubicBezTo>
                      <a:pt x="807" y="4122"/>
                      <a:pt x="831" y="4120"/>
                      <a:pt x="856" y="4117"/>
                    </a:cubicBezTo>
                    <a:cubicBezTo>
                      <a:pt x="1021" y="4089"/>
                      <a:pt x="1159" y="3987"/>
                      <a:pt x="1249" y="3845"/>
                    </a:cubicBezTo>
                    <a:cubicBezTo>
                      <a:pt x="1581" y="3301"/>
                      <a:pt x="1538" y="2673"/>
                      <a:pt x="1549" y="2074"/>
                    </a:cubicBezTo>
                    <a:cubicBezTo>
                      <a:pt x="1557" y="1791"/>
                      <a:pt x="1581" y="1510"/>
                      <a:pt x="1633" y="1234"/>
                    </a:cubicBezTo>
                    <a:cubicBezTo>
                      <a:pt x="1671" y="997"/>
                      <a:pt x="1707" y="706"/>
                      <a:pt x="1845" y="509"/>
                    </a:cubicBezTo>
                    <a:cubicBezTo>
                      <a:pt x="1790" y="493"/>
                      <a:pt x="1739" y="473"/>
                      <a:pt x="1687" y="453"/>
                    </a:cubicBezTo>
                    <a:cubicBezTo>
                      <a:pt x="1404" y="347"/>
                      <a:pt x="1131" y="205"/>
                      <a:pt x="875" y="36"/>
                    </a:cubicBezTo>
                    <a:cubicBezTo>
                      <a:pt x="849" y="20"/>
                      <a:pt x="818" y="1"/>
                      <a:pt x="788" y="1"/>
                    </a:cubicBezTo>
                    <a:close/>
                  </a:path>
                </a:pathLst>
              </a:custGeom>
              <a:solidFill>
                <a:schemeClr val="accen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7" name="Google Shape;2507;p53"/>
              <p:cNvSpPr/>
              <p:nvPr/>
            </p:nvSpPr>
            <p:spPr>
              <a:xfrm>
                <a:off x="-173588" y="2636192"/>
                <a:ext cx="635649" cy="1443742"/>
              </a:xfrm>
              <a:custGeom>
                <a:rect b="b" l="l" r="r" t="t"/>
                <a:pathLst>
                  <a:path extrusionOk="0" h="4161" w="1832">
                    <a:moveTo>
                      <a:pt x="754" y="44"/>
                    </a:moveTo>
                    <a:cubicBezTo>
                      <a:pt x="762" y="44"/>
                      <a:pt x="774" y="47"/>
                      <a:pt x="790" y="52"/>
                    </a:cubicBezTo>
                    <a:cubicBezTo>
                      <a:pt x="802" y="60"/>
                      <a:pt x="814" y="67"/>
                      <a:pt x="825" y="76"/>
                    </a:cubicBezTo>
                    <a:cubicBezTo>
                      <a:pt x="1082" y="245"/>
                      <a:pt x="1353" y="387"/>
                      <a:pt x="1642" y="493"/>
                    </a:cubicBezTo>
                    <a:cubicBezTo>
                      <a:pt x="1684" y="510"/>
                      <a:pt x="1729" y="526"/>
                      <a:pt x="1772" y="540"/>
                    </a:cubicBezTo>
                    <a:lnTo>
                      <a:pt x="1772" y="540"/>
                    </a:lnTo>
                    <a:cubicBezTo>
                      <a:pt x="1710" y="639"/>
                      <a:pt x="1671" y="755"/>
                      <a:pt x="1642" y="872"/>
                    </a:cubicBezTo>
                    <a:cubicBezTo>
                      <a:pt x="1610" y="1002"/>
                      <a:pt x="1595" y="1132"/>
                      <a:pt x="1571" y="1250"/>
                    </a:cubicBezTo>
                    <a:cubicBezTo>
                      <a:pt x="1524" y="1530"/>
                      <a:pt x="1495" y="1811"/>
                      <a:pt x="1491" y="2094"/>
                    </a:cubicBezTo>
                    <a:cubicBezTo>
                      <a:pt x="1484" y="2394"/>
                      <a:pt x="1491" y="2702"/>
                      <a:pt x="1460" y="2997"/>
                    </a:cubicBezTo>
                    <a:cubicBezTo>
                      <a:pt x="1429" y="3297"/>
                      <a:pt x="1358" y="3585"/>
                      <a:pt x="1192" y="3853"/>
                    </a:cubicBezTo>
                    <a:cubicBezTo>
                      <a:pt x="1105" y="3991"/>
                      <a:pt x="971" y="4089"/>
                      <a:pt x="814" y="4113"/>
                    </a:cubicBezTo>
                    <a:cubicBezTo>
                      <a:pt x="790" y="4117"/>
                      <a:pt x="767" y="4117"/>
                      <a:pt x="747" y="4117"/>
                    </a:cubicBezTo>
                    <a:cubicBezTo>
                      <a:pt x="676" y="4117"/>
                      <a:pt x="616" y="4102"/>
                      <a:pt x="561" y="4074"/>
                    </a:cubicBezTo>
                    <a:cubicBezTo>
                      <a:pt x="483" y="4034"/>
                      <a:pt x="415" y="3967"/>
                      <a:pt x="364" y="3885"/>
                    </a:cubicBezTo>
                    <a:cubicBezTo>
                      <a:pt x="308" y="3805"/>
                      <a:pt x="270" y="3711"/>
                      <a:pt x="238" y="3620"/>
                    </a:cubicBezTo>
                    <a:cubicBezTo>
                      <a:pt x="108" y="3238"/>
                      <a:pt x="44" y="2788"/>
                      <a:pt x="44" y="2347"/>
                    </a:cubicBezTo>
                    <a:cubicBezTo>
                      <a:pt x="44" y="2011"/>
                      <a:pt x="80" y="1685"/>
                      <a:pt x="155" y="1388"/>
                    </a:cubicBezTo>
                    <a:cubicBezTo>
                      <a:pt x="214" y="1152"/>
                      <a:pt x="281" y="911"/>
                      <a:pt x="372" y="686"/>
                    </a:cubicBezTo>
                    <a:cubicBezTo>
                      <a:pt x="419" y="573"/>
                      <a:pt x="467" y="450"/>
                      <a:pt x="538" y="355"/>
                    </a:cubicBezTo>
                    <a:cubicBezTo>
                      <a:pt x="569" y="308"/>
                      <a:pt x="592" y="260"/>
                      <a:pt x="620" y="213"/>
                    </a:cubicBezTo>
                    <a:cubicBezTo>
                      <a:pt x="643" y="166"/>
                      <a:pt x="667" y="118"/>
                      <a:pt x="703" y="76"/>
                    </a:cubicBezTo>
                    <a:cubicBezTo>
                      <a:pt x="707" y="71"/>
                      <a:pt x="714" y="64"/>
                      <a:pt x="719" y="56"/>
                    </a:cubicBezTo>
                    <a:cubicBezTo>
                      <a:pt x="727" y="52"/>
                      <a:pt x="731" y="47"/>
                      <a:pt x="738" y="44"/>
                    </a:cubicBezTo>
                    <a:close/>
                    <a:moveTo>
                      <a:pt x="754" y="0"/>
                    </a:moveTo>
                    <a:cubicBezTo>
                      <a:pt x="743" y="0"/>
                      <a:pt x="731" y="0"/>
                      <a:pt x="723" y="5"/>
                    </a:cubicBezTo>
                    <a:cubicBezTo>
                      <a:pt x="707" y="9"/>
                      <a:pt x="699" y="16"/>
                      <a:pt x="691" y="24"/>
                    </a:cubicBezTo>
                    <a:cubicBezTo>
                      <a:pt x="679" y="32"/>
                      <a:pt x="676" y="44"/>
                      <a:pt x="667" y="52"/>
                    </a:cubicBezTo>
                    <a:cubicBezTo>
                      <a:pt x="632" y="95"/>
                      <a:pt x="605" y="142"/>
                      <a:pt x="581" y="189"/>
                    </a:cubicBezTo>
                    <a:cubicBezTo>
                      <a:pt x="554" y="241"/>
                      <a:pt x="530" y="284"/>
                      <a:pt x="502" y="328"/>
                    </a:cubicBezTo>
                    <a:cubicBezTo>
                      <a:pt x="427" y="431"/>
                      <a:pt x="379" y="557"/>
                      <a:pt x="332" y="667"/>
                    </a:cubicBezTo>
                    <a:cubicBezTo>
                      <a:pt x="238" y="899"/>
                      <a:pt x="170" y="1140"/>
                      <a:pt x="112" y="1377"/>
                    </a:cubicBezTo>
                    <a:cubicBezTo>
                      <a:pt x="37" y="1676"/>
                      <a:pt x="1" y="2011"/>
                      <a:pt x="1" y="2347"/>
                    </a:cubicBezTo>
                    <a:cubicBezTo>
                      <a:pt x="1" y="2792"/>
                      <a:pt x="64" y="3246"/>
                      <a:pt x="194" y="3632"/>
                    </a:cubicBezTo>
                    <a:cubicBezTo>
                      <a:pt x="238" y="3758"/>
                      <a:pt x="301" y="3889"/>
                      <a:pt x="388" y="3991"/>
                    </a:cubicBezTo>
                    <a:cubicBezTo>
                      <a:pt x="431" y="4042"/>
                      <a:pt x="483" y="4086"/>
                      <a:pt x="541" y="4113"/>
                    </a:cubicBezTo>
                    <a:cubicBezTo>
                      <a:pt x="601" y="4145"/>
                      <a:pt x="672" y="4160"/>
                      <a:pt x="747" y="4160"/>
                    </a:cubicBezTo>
                    <a:cubicBezTo>
                      <a:pt x="770" y="4160"/>
                      <a:pt x="794" y="4160"/>
                      <a:pt x="821" y="4157"/>
                    </a:cubicBezTo>
                    <a:cubicBezTo>
                      <a:pt x="995" y="4133"/>
                      <a:pt x="1137" y="4022"/>
                      <a:pt x="1227" y="3876"/>
                    </a:cubicBezTo>
                    <a:cubicBezTo>
                      <a:pt x="1397" y="3601"/>
                      <a:pt x="1472" y="3305"/>
                      <a:pt x="1504" y="3001"/>
                    </a:cubicBezTo>
                    <a:cubicBezTo>
                      <a:pt x="1535" y="2702"/>
                      <a:pt x="1527" y="2394"/>
                      <a:pt x="1535" y="2094"/>
                    </a:cubicBezTo>
                    <a:cubicBezTo>
                      <a:pt x="1539" y="1814"/>
                      <a:pt x="1566" y="1534"/>
                      <a:pt x="1613" y="1259"/>
                    </a:cubicBezTo>
                    <a:cubicBezTo>
                      <a:pt x="1633" y="1140"/>
                      <a:pt x="1653" y="1010"/>
                      <a:pt x="1684" y="884"/>
                    </a:cubicBezTo>
                    <a:cubicBezTo>
                      <a:pt x="1717" y="757"/>
                      <a:pt x="1760" y="639"/>
                      <a:pt x="1823" y="541"/>
                    </a:cubicBezTo>
                    <a:cubicBezTo>
                      <a:pt x="1826" y="537"/>
                      <a:pt x="1831" y="529"/>
                      <a:pt x="1826" y="521"/>
                    </a:cubicBezTo>
                    <a:cubicBezTo>
                      <a:pt x="1823" y="517"/>
                      <a:pt x="1819" y="509"/>
                      <a:pt x="1811" y="509"/>
                    </a:cubicBezTo>
                    <a:cubicBezTo>
                      <a:pt x="1760" y="489"/>
                      <a:pt x="1708" y="473"/>
                      <a:pt x="1657" y="454"/>
                    </a:cubicBezTo>
                    <a:cubicBezTo>
                      <a:pt x="1373" y="347"/>
                      <a:pt x="1102" y="205"/>
                      <a:pt x="853" y="40"/>
                    </a:cubicBezTo>
                    <a:cubicBezTo>
                      <a:pt x="837" y="29"/>
                      <a:pt x="821" y="20"/>
                      <a:pt x="805" y="12"/>
                    </a:cubicBezTo>
                    <a:cubicBezTo>
                      <a:pt x="790" y="5"/>
                      <a:pt x="774" y="0"/>
                      <a:pt x="75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8" name="Google Shape;2508;p53"/>
              <p:cNvSpPr/>
              <p:nvPr/>
            </p:nvSpPr>
            <p:spPr>
              <a:xfrm>
                <a:off x="-906728" y="2504691"/>
                <a:ext cx="1130775" cy="1140837"/>
              </a:xfrm>
              <a:custGeom>
                <a:rect b="b" l="l" r="r" t="t"/>
                <a:pathLst>
                  <a:path extrusionOk="0" h="3288" w="3259">
                    <a:moveTo>
                      <a:pt x="3258" y="710"/>
                    </a:moveTo>
                    <a:cubicBezTo>
                      <a:pt x="3258" y="710"/>
                      <a:pt x="3258" y="710"/>
                      <a:pt x="3258" y="710"/>
                    </a:cubicBezTo>
                    <a:cubicBezTo>
                      <a:pt x="3258" y="710"/>
                      <a:pt x="3258" y="710"/>
                      <a:pt x="3258" y="710"/>
                    </a:cubicBezTo>
                    <a:close/>
                    <a:moveTo>
                      <a:pt x="2880" y="1"/>
                    </a:moveTo>
                    <a:cubicBezTo>
                      <a:pt x="2847" y="9"/>
                      <a:pt x="2827" y="40"/>
                      <a:pt x="2812" y="68"/>
                    </a:cubicBezTo>
                    <a:cubicBezTo>
                      <a:pt x="2638" y="423"/>
                      <a:pt x="2686" y="896"/>
                      <a:pt x="2232" y="1050"/>
                    </a:cubicBezTo>
                    <a:cubicBezTo>
                      <a:pt x="2139" y="1081"/>
                      <a:pt x="2041" y="1097"/>
                      <a:pt x="1944" y="1097"/>
                    </a:cubicBezTo>
                    <a:cubicBezTo>
                      <a:pt x="1797" y="1097"/>
                      <a:pt x="1650" y="1062"/>
                      <a:pt x="1522" y="990"/>
                    </a:cubicBezTo>
                    <a:cubicBezTo>
                      <a:pt x="1278" y="861"/>
                      <a:pt x="943" y="639"/>
                      <a:pt x="769" y="419"/>
                    </a:cubicBezTo>
                    <a:cubicBezTo>
                      <a:pt x="754" y="497"/>
                      <a:pt x="691" y="561"/>
                      <a:pt x="616" y="597"/>
                    </a:cubicBezTo>
                    <a:cubicBezTo>
                      <a:pt x="545" y="632"/>
                      <a:pt x="462" y="644"/>
                      <a:pt x="379" y="652"/>
                    </a:cubicBezTo>
                    <a:cubicBezTo>
                      <a:pt x="308" y="663"/>
                      <a:pt x="237" y="672"/>
                      <a:pt x="166" y="679"/>
                    </a:cubicBezTo>
                    <a:cubicBezTo>
                      <a:pt x="146" y="683"/>
                      <a:pt x="127" y="687"/>
                      <a:pt x="115" y="699"/>
                    </a:cubicBezTo>
                    <a:cubicBezTo>
                      <a:pt x="103" y="710"/>
                      <a:pt x="103" y="726"/>
                      <a:pt x="99" y="739"/>
                    </a:cubicBezTo>
                    <a:cubicBezTo>
                      <a:pt x="17" y="1354"/>
                      <a:pt x="1" y="2142"/>
                      <a:pt x="438" y="2635"/>
                    </a:cubicBezTo>
                    <a:cubicBezTo>
                      <a:pt x="555" y="2766"/>
                      <a:pt x="1203" y="3287"/>
                      <a:pt x="1545" y="3287"/>
                    </a:cubicBezTo>
                    <a:cubicBezTo>
                      <a:pt x="1666" y="3287"/>
                      <a:pt x="1749" y="3222"/>
                      <a:pt x="1755" y="3049"/>
                    </a:cubicBezTo>
                    <a:lnTo>
                      <a:pt x="1755" y="3049"/>
                    </a:lnTo>
                    <a:cubicBezTo>
                      <a:pt x="1755" y="3065"/>
                      <a:pt x="1779" y="3071"/>
                      <a:pt x="1817" y="3071"/>
                    </a:cubicBezTo>
                    <a:cubicBezTo>
                      <a:pt x="1940" y="3071"/>
                      <a:pt x="2210" y="3005"/>
                      <a:pt x="2241" y="2990"/>
                    </a:cubicBezTo>
                    <a:cubicBezTo>
                      <a:pt x="2370" y="2934"/>
                      <a:pt x="2516" y="2840"/>
                      <a:pt x="2587" y="2714"/>
                    </a:cubicBezTo>
                    <a:cubicBezTo>
                      <a:pt x="2634" y="2623"/>
                      <a:pt x="2638" y="2513"/>
                      <a:pt x="2662" y="2410"/>
                    </a:cubicBezTo>
                    <a:cubicBezTo>
                      <a:pt x="2709" y="2225"/>
                      <a:pt x="2792" y="2048"/>
                      <a:pt x="2836" y="1858"/>
                    </a:cubicBezTo>
                    <a:cubicBezTo>
                      <a:pt x="2895" y="1618"/>
                      <a:pt x="2931" y="1373"/>
                      <a:pt x="2982" y="1132"/>
                    </a:cubicBezTo>
                    <a:cubicBezTo>
                      <a:pt x="3002" y="1038"/>
                      <a:pt x="3009" y="932"/>
                      <a:pt x="3069" y="849"/>
                    </a:cubicBezTo>
                    <a:cubicBezTo>
                      <a:pt x="3093" y="810"/>
                      <a:pt x="3170" y="704"/>
                      <a:pt x="3234" y="704"/>
                    </a:cubicBezTo>
                    <a:cubicBezTo>
                      <a:pt x="3242" y="704"/>
                      <a:pt x="3250" y="706"/>
                      <a:pt x="3258" y="710"/>
                    </a:cubicBezTo>
                    <a:lnTo>
                      <a:pt x="3258" y="710"/>
                    </a:lnTo>
                    <a:cubicBezTo>
                      <a:pt x="3053" y="604"/>
                      <a:pt x="2907" y="384"/>
                      <a:pt x="2895" y="151"/>
                    </a:cubicBezTo>
                    <a:cubicBezTo>
                      <a:pt x="2891" y="100"/>
                      <a:pt x="2895" y="48"/>
                      <a:pt x="2880" y="1"/>
                    </a:cubicBezTo>
                    <a:close/>
                  </a:path>
                </a:pathLst>
              </a:custGeom>
              <a:solidFill>
                <a:schemeClr val="accen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9" name="Google Shape;2509;p53"/>
              <p:cNvSpPr/>
              <p:nvPr/>
            </p:nvSpPr>
            <p:spPr>
              <a:xfrm>
                <a:off x="-895972" y="2497752"/>
                <a:ext cx="1127999" cy="1155410"/>
              </a:xfrm>
              <a:custGeom>
                <a:rect b="b" l="l" r="r" t="t"/>
                <a:pathLst>
                  <a:path extrusionOk="0" h="3330" w="3251">
                    <a:moveTo>
                      <a:pt x="2832" y="52"/>
                    </a:moveTo>
                    <a:cubicBezTo>
                      <a:pt x="2835" y="66"/>
                      <a:pt x="2838" y="81"/>
                      <a:pt x="2840" y="96"/>
                    </a:cubicBezTo>
                    <a:lnTo>
                      <a:pt x="2840" y="171"/>
                    </a:lnTo>
                    <a:cubicBezTo>
                      <a:pt x="2855" y="388"/>
                      <a:pt x="2975" y="596"/>
                      <a:pt x="3155" y="715"/>
                    </a:cubicBezTo>
                    <a:lnTo>
                      <a:pt x="3155" y="715"/>
                    </a:lnTo>
                    <a:cubicBezTo>
                      <a:pt x="3151" y="718"/>
                      <a:pt x="3147" y="720"/>
                      <a:pt x="3144" y="723"/>
                    </a:cubicBezTo>
                    <a:cubicBezTo>
                      <a:pt x="3116" y="743"/>
                      <a:pt x="3089" y="766"/>
                      <a:pt x="3069" y="794"/>
                    </a:cubicBezTo>
                    <a:cubicBezTo>
                      <a:pt x="3045" y="817"/>
                      <a:pt x="3029" y="841"/>
                      <a:pt x="3018" y="857"/>
                    </a:cubicBezTo>
                    <a:cubicBezTo>
                      <a:pt x="2986" y="901"/>
                      <a:pt x="2971" y="952"/>
                      <a:pt x="2958" y="999"/>
                    </a:cubicBezTo>
                    <a:cubicBezTo>
                      <a:pt x="2943" y="1050"/>
                      <a:pt x="2938" y="1101"/>
                      <a:pt x="2927" y="1149"/>
                    </a:cubicBezTo>
                    <a:cubicBezTo>
                      <a:pt x="2880" y="1389"/>
                      <a:pt x="2840" y="1634"/>
                      <a:pt x="2785" y="1871"/>
                    </a:cubicBezTo>
                    <a:cubicBezTo>
                      <a:pt x="2742" y="2060"/>
                      <a:pt x="2655" y="2237"/>
                      <a:pt x="2607" y="2426"/>
                    </a:cubicBezTo>
                    <a:cubicBezTo>
                      <a:pt x="2596" y="2477"/>
                      <a:pt x="2592" y="2533"/>
                      <a:pt x="2580" y="2580"/>
                    </a:cubicBezTo>
                    <a:cubicBezTo>
                      <a:pt x="2572" y="2632"/>
                      <a:pt x="2560" y="2679"/>
                      <a:pt x="2536" y="2722"/>
                    </a:cubicBezTo>
                    <a:cubicBezTo>
                      <a:pt x="2501" y="2785"/>
                      <a:pt x="2450" y="2836"/>
                      <a:pt x="2390" y="2883"/>
                    </a:cubicBezTo>
                    <a:cubicBezTo>
                      <a:pt x="2332" y="2927"/>
                      <a:pt x="2265" y="2963"/>
                      <a:pt x="2201" y="2990"/>
                    </a:cubicBezTo>
                    <a:cubicBezTo>
                      <a:pt x="2197" y="2990"/>
                      <a:pt x="2197" y="2994"/>
                      <a:pt x="2194" y="2994"/>
                    </a:cubicBezTo>
                    <a:cubicBezTo>
                      <a:pt x="2181" y="2998"/>
                      <a:pt x="2154" y="3006"/>
                      <a:pt x="2123" y="3014"/>
                    </a:cubicBezTo>
                    <a:cubicBezTo>
                      <a:pt x="2075" y="3025"/>
                      <a:pt x="2008" y="3038"/>
                      <a:pt x="1945" y="3049"/>
                    </a:cubicBezTo>
                    <a:cubicBezTo>
                      <a:pt x="1886" y="3061"/>
                      <a:pt x="1823" y="3069"/>
                      <a:pt x="1784" y="3069"/>
                    </a:cubicBezTo>
                    <a:cubicBezTo>
                      <a:pt x="1764" y="3069"/>
                      <a:pt x="1752" y="3069"/>
                      <a:pt x="1744" y="3065"/>
                    </a:cubicBezTo>
                    <a:lnTo>
                      <a:pt x="1744" y="3065"/>
                    </a:lnTo>
                    <a:cubicBezTo>
                      <a:pt x="1742" y="3056"/>
                      <a:pt x="1735" y="3049"/>
                      <a:pt x="1724" y="3049"/>
                    </a:cubicBezTo>
                    <a:cubicBezTo>
                      <a:pt x="1713" y="3049"/>
                      <a:pt x="1701" y="3057"/>
                      <a:pt x="1701" y="3069"/>
                    </a:cubicBezTo>
                    <a:cubicBezTo>
                      <a:pt x="1701" y="3109"/>
                      <a:pt x="1693" y="3144"/>
                      <a:pt x="1685" y="3172"/>
                    </a:cubicBezTo>
                    <a:cubicBezTo>
                      <a:pt x="1669" y="3215"/>
                      <a:pt x="1649" y="3243"/>
                      <a:pt x="1618" y="3258"/>
                    </a:cubicBezTo>
                    <a:cubicBezTo>
                      <a:pt x="1590" y="3278"/>
                      <a:pt x="1555" y="3286"/>
                      <a:pt x="1511" y="3286"/>
                    </a:cubicBezTo>
                    <a:cubicBezTo>
                      <a:pt x="1433" y="3286"/>
                      <a:pt x="1330" y="3254"/>
                      <a:pt x="1220" y="3203"/>
                    </a:cubicBezTo>
                    <a:cubicBezTo>
                      <a:pt x="1058" y="3128"/>
                      <a:pt x="880" y="3014"/>
                      <a:pt x="731" y="2903"/>
                    </a:cubicBezTo>
                    <a:cubicBezTo>
                      <a:pt x="656" y="2848"/>
                      <a:pt x="589" y="2793"/>
                      <a:pt x="538" y="2750"/>
                    </a:cubicBezTo>
                    <a:cubicBezTo>
                      <a:pt x="483" y="2703"/>
                      <a:pt x="443" y="2663"/>
                      <a:pt x="423" y="2643"/>
                    </a:cubicBezTo>
                    <a:cubicBezTo>
                      <a:pt x="277" y="2477"/>
                      <a:pt x="183" y="2280"/>
                      <a:pt x="123" y="2064"/>
                    </a:cubicBezTo>
                    <a:cubicBezTo>
                      <a:pt x="68" y="1851"/>
                      <a:pt x="44" y="1622"/>
                      <a:pt x="44" y="1393"/>
                    </a:cubicBezTo>
                    <a:cubicBezTo>
                      <a:pt x="44" y="1176"/>
                      <a:pt x="64" y="959"/>
                      <a:pt x="92" y="763"/>
                    </a:cubicBezTo>
                    <a:cubicBezTo>
                      <a:pt x="92" y="754"/>
                      <a:pt x="92" y="750"/>
                      <a:pt x="96" y="746"/>
                    </a:cubicBezTo>
                    <a:cubicBezTo>
                      <a:pt x="96" y="739"/>
                      <a:pt x="96" y="735"/>
                      <a:pt x="99" y="735"/>
                    </a:cubicBezTo>
                    <a:cubicBezTo>
                      <a:pt x="99" y="730"/>
                      <a:pt x="108" y="727"/>
                      <a:pt x="112" y="727"/>
                    </a:cubicBezTo>
                    <a:cubicBezTo>
                      <a:pt x="119" y="723"/>
                      <a:pt x="128" y="723"/>
                      <a:pt x="135" y="723"/>
                    </a:cubicBezTo>
                    <a:cubicBezTo>
                      <a:pt x="210" y="711"/>
                      <a:pt x="281" y="703"/>
                      <a:pt x="352" y="695"/>
                    </a:cubicBezTo>
                    <a:cubicBezTo>
                      <a:pt x="431" y="683"/>
                      <a:pt x="518" y="672"/>
                      <a:pt x="592" y="636"/>
                    </a:cubicBezTo>
                    <a:cubicBezTo>
                      <a:pt x="632" y="617"/>
                      <a:pt x="672" y="593"/>
                      <a:pt x="699" y="561"/>
                    </a:cubicBezTo>
                    <a:cubicBezTo>
                      <a:pt x="720" y="537"/>
                      <a:pt x="736" y="512"/>
                      <a:pt x="747" y="484"/>
                    </a:cubicBezTo>
                    <a:lnTo>
                      <a:pt x="747" y="484"/>
                    </a:lnTo>
                    <a:cubicBezTo>
                      <a:pt x="835" y="586"/>
                      <a:pt x="953" y="685"/>
                      <a:pt x="1074" y="778"/>
                    </a:cubicBezTo>
                    <a:cubicBezTo>
                      <a:pt x="1211" y="877"/>
                      <a:pt x="1358" y="963"/>
                      <a:pt x="1480" y="1030"/>
                    </a:cubicBezTo>
                    <a:cubicBezTo>
                      <a:pt x="1614" y="1101"/>
                      <a:pt x="1764" y="1141"/>
                      <a:pt x="1917" y="1141"/>
                    </a:cubicBezTo>
                    <a:cubicBezTo>
                      <a:pt x="2016" y="1141"/>
                      <a:pt x="2115" y="1125"/>
                      <a:pt x="2210" y="1090"/>
                    </a:cubicBezTo>
                    <a:cubicBezTo>
                      <a:pt x="2328" y="1050"/>
                      <a:pt x="2410" y="991"/>
                      <a:pt x="2478" y="916"/>
                    </a:cubicBezTo>
                    <a:cubicBezTo>
                      <a:pt x="2572" y="806"/>
                      <a:pt x="2620" y="664"/>
                      <a:pt x="2663" y="522"/>
                    </a:cubicBezTo>
                    <a:cubicBezTo>
                      <a:pt x="2702" y="375"/>
                      <a:pt x="2738" y="226"/>
                      <a:pt x="2801" y="96"/>
                    </a:cubicBezTo>
                    <a:cubicBezTo>
                      <a:pt x="2809" y="84"/>
                      <a:pt x="2816" y="68"/>
                      <a:pt x="2825" y="60"/>
                    </a:cubicBezTo>
                    <a:cubicBezTo>
                      <a:pt x="2827" y="57"/>
                      <a:pt x="2829" y="54"/>
                      <a:pt x="2832" y="52"/>
                    </a:cubicBezTo>
                    <a:close/>
                    <a:moveTo>
                      <a:pt x="2847" y="0"/>
                    </a:moveTo>
                    <a:cubicBezTo>
                      <a:pt x="2845" y="0"/>
                      <a:pt x="2842" y="1"/>
                      <a:pt x="2840" y="2"/>
                    </a:cubicBezTo>
                    <a:cubicBezTo>
                      <a:pt x="2820" y="5"/>
                      <a:pt x="2805" y="17"/>
                      <a:pt x="2789" y="33"/>
                    </a:cubicBezTo>
                    <a:cubicBezTo>
                      <a:pt x="2778" y="44"/>
                      <a:pt x="2769" y="64"/>
                      <a:pt x="2761" y="80"/>
                    </a:cubicBezTo>
                    <a:cubicBezTo>
                      <a:pt x="2674" y="262"/>
                      <a:pt x="2643" y="466"/>
                      <a:pt x="2576" y="648"/>
                    </a:cubicBezTo>
                    <a:cubicBezTo>
                      <a:pt x="2545" y="735"/>
                      <a:pt x="2501" y="817"/>
                      <a:pt x="2442" y="888"/>
                    </a:cubicBezTo>
                    <a:cubicBezTo>
                      <a:pt x="2383" y="956"/>
                      <a:pt x="2304" y="1010"/>
                      <a:pt x="2194" y="1050"/>
                    </a:cubicBezTo>
                    <a:cubicBezTo>
                      <a:pt x="2107" y="1081"/>
                      <a:pt x="2012" y="1098"/>
                      <a:pt x="1917" y="1098"/>
                    </a:cubicBezTo>
                    <a:cubicBezTo>
                      <a:pt x="1772" y="1098"/>
                      <a:pt x="1626" y="1062"/>
                      <a:pt x="1500" y="991"/>
                    </a:cubicBezTo>
                    <a:cubicBezTo>
                      <a:pt x="1382" y="928"/>
                      <a:pt x="1235" y="841"/>
                      <a:pt x="1102" y="743"/>
                    </a:cubicBezTo>
                    <a:cubicBezTo>
                      <a:pt x="967" y="644"/>
                      <a:pt x="841" y="534"/>
                      <a:pt x="754" y="428"/>
                    </a:cubicBezTo>
                    <a:cubicBezTo>
                      <a:pt x="751" y="421"/>
                      <a:pt x="747" y="418"/>
                      <a:pt x="739" y="418"/>
                    </a:cubicBezTo>
                    <a:cubicBezTo>
                      <a:pt x="737" y="418"/>
                      <a:pt x="734" y="418"/>
                      <a:pt x="731" y="419"/>
                    </a:cubicBezTo>
                    <a:cubicBezTo>
                      <a:pt x="723" y="419"/>
                      <a:pt x="719" y="428"/>
                      <a:pt x="715" y="435"/>
                    </a:cubicBezTo>
                    <a:cubicBezTo>
                      <a:pt x="711" y="470"/>
                      <a:pt x="691" y="502"/>
                      <a:pt x="667" y="530"/>
                    </a:cubicBezTo>
                    <a:cubicBezTo>
                      <a:pt x="644" y="557"/>
                      <a:pt x="609" y="581"/>
                      <a:pt x="577" y="597"/>
                    </a:cubicBezTo>
                    <a:cubicBezTo>
                      <a:pt x="506" y="628"/>
                      <a:pt x="427" y="640"/>
                      <a:pt x="348" y="652"/>
                    </a:cubicBezTo>
                    <a:cubicBezTo>
                      <a:pt x="274" y="659"/>
                      <a:pt x="203" y="668"/>
                      <a:pt x="132" y="679"/>
                    </a:cubicBezTo>
                    <a:cubicBezTo>
                      <a:pt x="119" y="679"/>
                      <a:pt x="112" y="679"/>
                      <a:pt x="99" y="683"/>
                    </a:cubicBezTo>
                    <a:cubicBezTo>
                      <a:pt x="88" y="688"/>
                      <a:pt x="76" y="695"/>
                      <a:pt x="64" y="707"/>
                    </a:cubicBezTo>
                    <a:cubicBezTo>
                      <a:pt x="61" y="715"/>
                      <a:pt x="57" y="723"/>
                      <a:pt x="52" y="730"/>
                    </a:cubicBezTo>
                    <a:cubicBezTo>
                      <a:pt x="48" y="743"/>
                      <a:pt x="48" y="750"/>
                      <a:pt x="48" y="754"/>
                    </a:cubicBezTo>
                    <a:cubicBezTo>
                      <a:pt x="21" y="956"/>
                      <a:pt x="1" y="1172"/>
                      <a:pt x="1" y="1393"/>
                    </a:cubicBezTo>
                    <a:cubicBezTo>
                      <a:pt x="1" y="1622"/>
                      <a:pt x="25" y="1858"/>
                      <a:pt x="84" y="2075"/>
                    </a:cubicBezTo>
                    <a:cubicBezTo>
                      <a:pt x="143" y="2297"/>
                      <a:pt x="238" y="2501"/>
                      <a:pt x="392" y="2670"/>
                    </a:cubicBezTo>
                    <a:cubicBezTo>
                      <a:pt x="407" y="2686"/>
                      <a:pt x="427" y="2710"/>
                      <a:pt x="459" y="2738"/>
                    </a:cubicBezTo>
                    <a:cubicBezTo>
                      <a:pt x="565" y="2832"/>
                      <a:pt x="750" y="2978"/>
                      <a:pt x="947" y="3105"/>
                    </a:cubicBezTo>
                    <a:cubicBezTo>
                      <a:pt x="1046" y="3163"/>
                      <a:pt x="1149" y="3223"/>
                      <a:pt x="1244" y="3262"/>
                    </a:cubicBezTo>
                    <a:cubicBezTo>
                      <a:pt x="1342" y="3302"/>
                      <a:pt x="1433" y="3329"/>
                      <a:pt x="1511" y="3329"/>
                    </a:cubicBezTo>
                    <a:cubicBezTo>
                      <a:pt x="1547" y="3329"/>
                      <a:pt x="1575" y="3325"/>
                      <a:pt x="1602" y="3314"/>
                    </a:cubicBezTo>
                    <a:cubicBezTo>
                      <a:pt x="1646" y="3302"/>
                      <a:pt x="1681" y="3274"/>
                      <a:pt x="1704" y="3231"/>
                    </a:cubicBezTo>
                    <a:cubicBezTo>
                      <a:pt x="1723" y="3199"/>
                      <a:pt x="1737" y="3158"/>
                      <a:pt x="1742" y="3108"/>
                    </a:cubicBezTo>
                    <a:lnTo>
                      <a:pt x="1742" y="3108"/>
                    </a:lnTo>
                    <a:cubicBezTo>
                      <a:pt x="1744" y="3108"/>
                      <a:pt x="1746" y="3109"/>
                      <a:pt x="1748" y="3109"/>
                    </a:cubicBezTo>
                    <a:cubicBezTo>
                      <a:pt x="1760" y="3112"/>
                      <a:pt x="1768" y="3112"/>
                      <a:pt x="1784" y="3112"/>
                    </a:cubicBezTo>
                    <a:cubicBezTo>
                      <a:pt x="1815" y="3112"/>
                      <a:pt x="1855" y="3109"/>
                      <a:pt x="1897" y="3101"/>
                    </a:cubicBezTo>
                    <a:cubicBezTo>
                      <a:pt x="1965" y="3092"/>
                      <a:pt x="2039" y="3077"/>
                      <a:pt x="2099" y="3065"/>
                    </a:cubicBezTo>
                    <a:cubicBezTo>
                      <a:pt x="2126" y="3057"/>
                      <a:pt x="2154" y="3049"/>
                      <a:pt x="2174" y="3045"/>
                    </a:cubicBezTo>
                    <a:cubicBezTo>
                      <a:pt x="2186" y="3041"/>
                      <a:pt x="2194" y="3038"/>
                      <a:pt x="2201" y="3038"/>
                    </a:cubicBezTo>
                    <a:cubicBezTo>
                      <a:pt x="2210" y="3034"/>
                      <a:pt x="2214" y="3034"/>
                      <a:pt x="2217" y="3034"/>
                    </a:cubicBezTo>
                    <a:cubicBezTo>
                      <a:pt x="2284" y="3002"/>
                      <a:pt x="2355" y="2967"/>
                      <a:pt x="2418" y="2915"/>
                    </a:cubicBezTo>
                    <a:cubicBezTo>
                      <a:pt x="2481" y="2868"/>
                      <a:pt x="2536" y="2812"/>
                      <a:pt x="2572" y="2746"/>
                    </a:cubicBezTo>
                    <a:cubicBezTo>
                      <a:pt x="2600" y="2694"/>
                      <a:pt x="2616" y="2643"/>
                      <a:pt x="2623" y="2588"/>
                    </a:cubicBezTo>
                    <a:cubicBezTo>
                      <a:pt x="2636" y="2537"/>
                      <a:pt x="2639" y="2486"/>
                      <a:pt x="2651" y="2439"/>
                    </a:cubicBezTo>
                    <a:cubicBezTo>
                      <a:pt x="2698" y="2253"/>
                      <a:pt x="2781" y="2075"/>
                      <a:pt x="2829" y="1882"/>
                    </a:cubicBezTo>
                    <a:cubicBezTo>
                      <a:pt x="2884" y="1642"/>
                      <a:pt x="2919" y="1398"/>
                      <a:pt x="2971" y="1156"/>
                    </a:cubicBezTo>
                    <a:cubicBezTo>
                      <a:pt x="2978" y="1109"/>
                      <a:pt x="2986" y="1058"/>
                      <a:pt x="2998" y="1010"/>
                    </a:cubicBezTo>
                    <a:cubicBezTo>
                      <a:pt x="3009" y="963"/>
                      <a:pt x="3025" y="920"/>
                      <a:pt x="3053" y="885"/>
                    </a:cubicBezTo>
                    <a:cubicBezTo>
                      <a:pt x="3065" y="865"/>
                      <a:pt x="3093" y="830"/>
                      <a:pt x="3120" y="798"/>
                    </a:cubicBezTo>
                    <a:cubicBezTo>
                      <a:pt x="3136" y="782"/>
                      <a:pt x="3151" y="770"/>
                      <a:pt x="3167" y="763"/>
                    </a:cubicBezTo>
                    <a:cubicBezTo>
                      <a:pt x="3180" y="750"/>
                      <a:pt x="3195" y="746"/>
                      <a:pt x="3203" y="746"/>
                    </a:cubicBezTo>
                    <a:cubicBezTo>
                      <a:pt x="3205" y="746"/>
                      <a:pt x="3206" y="746"/>
                      <a:pt x="3208" y="747"/>
                    </a:cubicBezTo>
                    <a:lnTo>
                      <a:pt x="3208" y="747"/>
                    </a:lnTo>
                    <a:cubicBezTo>
                      <a:pt x="3210" y="748"/>
                      <a:pt x="3212" y="749"/>
                      <a:pt x="3215" y="750"/>
                    </a:cubicBezTo>
                    <a:cubicBezTo>
                      <a:pt x="3219" y="752"/>
                      <a:pt x="3222" y="753"/>
                      <a:pt x="3225" y="753"/>
                    </a:cubicBezTo>
                    <a:cubicBezTo>
                      <a:pt x="3228" y="753"/>
                      <a:pt x="3231" y="752"/>
                      <a:pt x="3235" y="750"/>
                    </a:cubicBezTo>
                    <a:cubicBezTo>
                      <a:pt x="3238" y="750"/>
                      <a:pt x="3242" y="746"/>
                      <a:pt x="3246" y="743"/>
                    </a:cubicBezTo>
                    <a:cubicBezTo>
                      <a:pt x="3251" y="735"/>
                      <a:pt x="3251" y="730"/>
                      <a:pt x="3246" y="723"/>
                    </a:cubicBezTo>
                    <a:cubicBezTo>
                      <a:pt x="3246" y="719"/>
                      <a:pt x="3242" y="715"/>
                      <a:pt x="3238" y="711"/>
                    </a:cubicBezTo>
                    <a:cubicBezTo>
                      <a:pt x="3038" y="608"/>
                      <a:pt x="2900" y="392"/>
                      <a:pt x="2884" y="167"/>
                    </a:cubicBezTo>
                    <a:lnTo>
                      <a:pt x="2884" y="92"/>
                    </a:lnTo>
                    <a:cubicBezTo>
                      <a:pt x="2880" y="68"/>
                      <a:pt x="2876" y="40"/>
                      <a:pt x="2867" y="13"/>
                    </a:cubicBezTo>
                    <a:cubicBezTo>
                      <a:pt x="2864" y="7"/>
                      <a:pt x="2857" y="0"/>
                      <a:pt x="2847"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0" name="Google Shape;2510;p53"/>
              <p:cNvSpPr/>
              <p:nvPr/>
            </p:nvSpPr>
            <p:spPr>
              <a:xfrm>
                <a:off x="-173588" y="2639661"/>
                <a:ext cx="309844" cy="942717"/>
              </a:xfrm>
              <a:custGeom>
                <a:rect b="b" l="l" r="r" t="t"/>
                <a:pathLst>
                  <a:path extrusionOk="0" h="2717" w="893">
                    <a:moveTo>
                      <a:pt x="866" y="1"/>
                    </a:moveTo>
                    <a:cubicBezTo>
                      <a:pt x="860" y="1"/>
                      <a:pt x="853" y="4"/>
                      <a:pt x="849" y="10"/>
                    </a:cubicBezTo>
                    <a:cubicBezTo>
                      <a:pt x="301" y="665"/>
                      <a:pt x="1" y="1457"/>
                      <a:pt x="1" y="2305"/>
                    </a:cubicBezTo>
                    <a:cubicBezTo>
                      <a:pt x="1" y="2436"/>
                      <a:pt x="9" y="2565"/>
                      <a:pt x="21" y="2696"/>
                    </a:cubicBezTo>
                    <a:cubicBezTo>
                      <a:pt x="24" y="2706"/>
                      <a:pt x="31" y="2716"/>
                      <a:pt x="43" y="2716"/>
                    </a:cubicBezTo>
                    <a:cubicBezTo>
                      <a:pt x="45" y="2716"/>
                      <a:pt x="46" y="2716"/>
                      <a:pt x="48" y="2716"/>
                    </a:cubicBezTo>
                    <a:cubicBezTo>
                      <a:pt x="61" y="2716"/>
                      <a:pt x="68" y="2703"/>
                      <a:pt x="64" y="2692"/>
                    </a:cubicBezTo>
                    <a:cubicBezTo>
                      <a:pt x="52" y="2561"/>
                      <a:pt x="44" y="2432"/>
                      <a:pt x="44" y="2305"/>
                    </a:cubicBezTo>
                    <a:cubicBezTo>
                      <a:pt x="44" y="1469"/>
                      <a:pt x="341" y="685"/>
                      <a:pt x="885" y="37"/>
                    </a:cubicBezTo>
                    <a:cubicBezTo>
                      <a:pt x="892" y="26"/>
                      <a:pt x="889" y="14"/>
                      <a:pt x="880" y="6"/>
                    </a:cubicBezTo>
                    <a:cubicBezTo>
                      <a:pt x="877" y="3"/>
                      <a:pt x="872" y="1"/>
                      <a:pt x="866"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1" name="Google Shape;2511;p53"/>
              <p:cNvSpPr/>
              <p:nvPr/>
            </p:nvSpPr>
            <p:spPr>
              <a:xfrm>
                <a:off x="-730469" y="2716688"/>
                <a:ext cx="443775" cy="865343"/>
              </a:xfrm>
              <a:custGeom>
                <a:rect b="b" l="l" r="r" t="t"/>
                <a:pathLst>
                  <a:path extrusionOk="0" h="2494" w="1279">
                    <a:moveTo>
                      <a:pt x="25" y="1"/>
                    </a:moveTo>
                    <a:cubicBezTo>
                      <a:pt x="13" y="1"/>
                      <a:pt x="6" y="13"/>
                      <a:pt x="6" y="25"/>
                    </a:cubicBezTo>
                    <a:cubicBezTo>
                      <a:pt x="1" y="108"/>
                      <a:pt x="1" y="194"/>
                      <a:pt x="1" y="281"/>
                    </a:cubicBezTo>
                    <a:cubicBezTo>
                      <a:pt x="1" y="719"/>
                      <a:pt x="25" y="1164"/>
                      <a:pt x="175" y="1579"/>
                    </a:cubicBezTo>
                    <a:cubicBezTo>
                      <a:pt x="266" y="1826"/>
                      <a:pt x="403" y="2036"/>
                      <a:pt x="585" y="2194"/>
                    </a:cubicBezTo>
                    <a:cubicBezTo>
                      <a:pt x="767" y="2352"/>
                      <a:pt x="991" y="2458"/>
                      <a:pt x="1255" y="2494"/>
                    </a:cubicBezTo>
                    <a:cubicBezTo>
                      <a:pt x="1267" y="2494"/>
                      <a:pt x="1278" y="2485"/>
                      <a:pt x="1278" y="2474"/>
                    </a:cubicBezTo>
                    <a:cubicBezTo>
                      <a:pt x="1278" y="2461"/>
                      <a:pt x="1271" y="2450"/>
                      <a:pt x="1260" y="2450"/>
                    </a:cubicBezTo>
                    <a:cubicBezTo>
                      <a:pt x="1007" y="2414"/>
                      <a:pt x="790" y="2312"/>
                      <a:pt x="612" y="2162"/>
                    </a:cubicBezTo>
                    <a:cubicBezTo>
                      <a:pt x="439" y="2008"/>
                      <a:pt x="305" y="1803"/>
                      <a:pt x="219" y="1562"/>
                    </a:cubicBezTo>
                    <a:cubicBezTo>
                      <a:pt x="68" y="1156"/>
                      <a:pt x="44" y="719"/>
                      <a:pt x="44" y="281"/>
                    </a:cubicBezTo>
                    <a:cubicBezTo>
                      <a:pt x="44" y="194"/>
                      <a:pt x="44" y="108"/>
                      <a:pt x="48" y="25"/>
                    </a:cubicBezTo>
                    <a:cubicBezTo>
                      <a:pt x="48" y="13"/>
                      <a:pt x="37" y="1"/>
                      <a:pt x="2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2" name="Google Shape;2512;p53"/>
              <p:cNvSpPr/>
              <p:nvPr/>
            </p:nvSpPr>
            <p:spPr>
              <a:xfrm>
                <a:off x="-2086066" y="2245855"/>
                <a:ext cx="138441" cy="119011"/>
              </a:xfrm>
              <a:custGeom>
                <a:rect b="b" l="l" r="r" t="t"/>
                <a:pathLst>
                  <a:path extrusionOk="0" h="343" w="399">
                    <a:moveTo>
                      <a:pt x="376" y="0"/>
                    </a:moveTo>
                    <a:cubicBezTo>
                      <a:pt x="373" y="0"/>
                      <a:pt x="370" y="1"/>
                      <a:pt x="368" y="2"/>
                    </a:cubicBezTo>
                    <a:cubicBezTo>
                      <a:pt x="213" y="53"/>
                      <a:pt x="84" y="167"/>
                      <a:pt x="4" y="309"/>
                    </a:cubicBezTo>
                    <a:cubicBezTo>
                      <a:pt x="0" y="321"/>
                      <a:pt x="4" y="333"/>
                      <a:pt x="13" y="341"/>
                    </a:cubicBezTo>
                    <a:cubicBezTo>
                      <a:pt x="16" y="342"/>
                      <a:pt x="19" y="342"/>
                      <a:pt x="21" y="342"/>
                    </a:cubicBezTo>
                    <a:cubicBezTo>
                      <a:pt x="30" y="342"/>
                      <a:pt x="38" y="338"/>
                      <a:pt x="44" y="329"/>
                    </a:cubicBezTo>
                    <a:cubicBezTo>
                      <a:pt x="115" y="199"/>
                      <a:pt x="237" y="93"/>
                      <a:pt x="383" y="42"/>
                    </a:cubicBezTo>
                    <a:cubicBezTo>
                      <a:pt x="391" y="37"/>
                      <a:pt x="399" y="25"/>
                      <a:pt x="395" y="13"/>
                    </a:cubicBezTo>
                    <a:cubicBezTo>
                      <a:pt x="392" y="5"/>
                      <a:pt x="385" y="0"/>
                      <a:pt x="376"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3" name="Google Shape;2513;p53"/>
              <p:cNvSpPr/>
              <p:nvPr/>
            </p:nvSpPr>
            <p:spPr>
              <a:xfrm>
                <a:off x="-2267877" y="2129968"/>
                <a:ext cx="206794" cy="62455"/>
              </a:xfrm>
              <a:custGeom>
                <a:rect b="b" l="l" r="r" t="t"/>
                <a:pathLst>
                  <a:path extrusionOk="0" h="180" w="596">
                    <a:moveTo>
                      <a:pt x="564" y="1"/>
                    </a:moveTo>
                    <a:cubicBezTo>
                      <a:pt x="371" y="1"/>
                      <a:pt x="182" y="48"/>
                      <a:pt x="16" y="139"/>
                    </a:cubicBezTo>
                    <a:cubicBezTo>
                      <a:pt x="4" y="147"/>
                      <a:pt x="0" y="158"/>
                      <a:pt x="4" y="170"/>
                    </a:cubicBezTo>
                    <a:cubicBezTo>
                      <a:pt x="10" y="176"/>
                      <a:pt x="18" y="179"/>
                      <a:pt x="26" y="179"/>
                    </a:cubicBezTo>
                    <a:cubicBezTo>
                      <a:pt x="30" y="179"/>
                      <a:pt x="33" y="179"/>
                      <a:pt x="36" y="178"/>
                    </a:cubicBezTo>
                    <a:cubicBezTo>
                      <a:pt x="197" y="92"/>
                      <a:pt x="379" y="44"/>
                      <a:pt x="564" y="44"/>
                    </a:cubicBezTo>
                    <a:lnTo>
                      <a:pt x="576" y="44"/>
                    </a:lnTo>
                    <a:cubicBezTo>
                      <a:pt x="588" y="44"/>
                      <a:pt x="595" y="36"/>
                      <a:pt x="595" y="24"/>
                    </a:cubicBezTo>
                    <a:cubicBezTo>
                      <a:pt x="595" y="12"/>
                      <a:pt x="588" y="1"/>
                      <a:pt x="576"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4" name="Google Shape;2514;p53"/>
              <p:cNvSpPr/>
              <p:nvPr/>
            </p:nvSpPr>
            <p:spPr>
              <a:xfrm>
                <a:off x="-363032" y="2376314"/>
                <a:ext cx="228306" cy="108602"/>
              </a:xfrm>
              <a:custGeom>
                <a:rect b="b" l="l" r="r" t="t"/>
                <a:pathLst>
                  <a:path extrusionOk="0" h="313" w="658">
                    <a:moveTo>
                      <a:pt x="622" y="1"/>
                    </a:moveTo>
                    <a:lnTo>
                      <a:pt x="26" y="39"/>
                    </a:lnTo>
                    <a:cubicBezTo>
                      <a:pt x="0" y="176"/>
                      <a:pt x="145" y="313"/>
                      <a:pt x="314" y="313"/>
                    </a:cubicBezTo>
                    <a:cubicBezTo>
                      <a:pt x="321" y="313"/>
                      <a:pt x="327" y="312"/>
                      <a:pt x="334" y="312"/>
                    </a:cubicBezTo>
                    <a:cubicBezTo>
                      <a:pt x="508" y="300"/>
                      <a:pt x="658" y="143"/>
                      <a:pt x="622" y="1"/>
                    </a:cubicBez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5" name="Google Shape;2515;p53"/>
              <p:cNvSpPr/>
              <p:nvPr/>
            </p:nvSpPr>
            <p:spPr>
              <a:xfrm>
                <a:off x="-362338" y="2369028"/>
                <a:ext cx="225184" cy="123868"/>
              </a:xfrm>
              <a:custGeom>
                <a:rect b="b" l="l" r="r" t="t"/>
                <a:pathLst>
                  <a:path extrusionOk="0" h="357" w="649">
                    <a:moveTo>
                      <a:pt x="602" y="46"/>
                    </a:moveTo>
                    <a:lnTo>
                      <a:pt x="602" y="46"/>
                    </a:lnTo>
                    <a:cubicBezTo>
                      <a:pt x="604" y="53"/>
                      <a:pt x="605" y="59"/>
                      <a:pt x="605" y="65"/>
                    </a:cubicBezTo>
                    <a:cubicBezTo>
                      <a:pt x="605" y="93"/>
                      <a:pt x="596" y="120"/>
                      <a:pt x="581" y="151"/>
                    </a:cubicBezTo>
                    <a:cubicBezTo>
                      <a:pt x="561" y="191"/>
                      <a:pt x="525" y="231"/>
                      <a:pt x="482" y="258"/>
                    </a:cubicBezTo>
                    <a:cubicBezTo>
                      <a:pt x="439" y="289"/>
                      <a:pt x="383" y="309"/>
                      <a:pt x="328" y="313"/>
                    </a:cubicBezTo>
                    <a:lnTo>
                      <a:pt x="312" y="313"/>
                    </a:lnTo>
                    <a:cubicBezTo>
                      <a:pt x="241" y="313"/>
                      <a:pt x="170" y="286"/>
                      <a:pt x="123" y="242"/>
                    </a:cubicBezTo>
                    <a:cubicBezTo>
                      <a:pt x="99" y="222"/>
                      <a:pt x="80" y="199"/>
                      <a:pt x="64" y="171"/>
                    </a:cubicBezTo>
                    <a:cubicBezTo>
                      <a:pt x="52" y="147"/>
                      <a:pt x="44" y="120"/>
                      <a:pt x="44" y="93"/>
                    </a:cubicBezTo>
                    <a:cubicBezTo>
                      <a:pt x="44" y="87"/>
                      <a:pt x="44" y="83"/>
                      <a:pt x="45" y="79"/>
                    </a:cubicBezTo>
                    <a:lnTo>
                      <a:pt x="45" y="79"/>
                    </a:lnTo>
                    <a:lnTo>
                      <a:pt x="602" y="46"/>
                    </a:lnTo>
                    <a:close/>
                    <a:moveTo>
                      <a:pt x="622" y="1"/>
                    </a:moveTo>
                    <a:cubicBezTo>
                      <a:pt x="620" y="1"/>
                      <a:pt x="618" y="1"/>
                      <a:pt x="616" y="2"/>
                    </a:cubicBezTo>
                    <a:lnTo>
                      <a:pt x="24" y="37"/>
                    </a:lnTo>
                    <a:cubicBezTo>
                      <a:pt x="13" y="37"/>
                      <a:pt x="5" y="45"/>
                      <a:pt x="5" y="57"/>
                    </a:cubicBezTo>
                    <a:cubicBezTo>
                      <a:pt x="1" y="69"/>
                      <a:pt x="1" y="80"/>
                      <a:pt x="1" y="93"/>
                    </a:cubicBezTo>
                    <a:cubicBezTo>
                      <a:pt x="1" y="128"/>
                      <a:pt x="9" y="164"/>
                      <a:pt x="24" y="195"/>
                    </a:cubicBezTo>
                    <a:cubicBezTo>
                      <a:pt x="52" y="242"/>
                      <a:pt x="92" y="282"/>
                      <a:pt x="143" y="309"/>
                    </a:cubicBezTo>
                    <a:cubicBezTo>
                      <a:pt x="190" y="337"/>
                      <a:pt x="250" y="357"/>
                      <a:pt x="312" y="357"/>
                    </a:cubicBezTo>
                    <a:lnTo>
                      <a:pt x="332" y="357"/>
                    </a:lnTo>
                    <a:cubicBezTo>
                      <a:pt x="419" y="349"/>
                      <a:pt x="494" y="313"/>
                      <a:pt x="553" y="258"/>
                    </a:cubicBezTo>
                    <a:cubicBezTo>
                      <a:pt x="581" y="235"/>
                      <a:pt x="605" y="202"/>
                      <a:pt x="620" y="167"/>
                    </a:cubicBezTo>
                    <a:cubicBezTo>
                      <a:pt x="636" y="136"/>
                      <a:pt x="648" y="100"/>
                      <a:pt x="648" y="65"/>
                    </a:cubicBezTo>
                    <a:cubicBezTo>
                      <a:pt x="648" y="49"/>
                      <a:pt x="643" y="33"/>
                      <a:pt x="640" y="18"/>
                    </a:cubicBezTo>
                    <a:cubicBezTo>
                      <a:pt x="640" y="8"/>
                      <a:pt x="632" y="1"/>
                      <a:pt x="62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16" name="Google Shape;2516;p53"/>
            <p:cNvGrpSpPr/>
            <p:nvPr/>
          </p:nvGrpSpPr>
          <p:grpSpPr>
            <a:xfrm>
              <a:off x="5341637" y="5299402"/>
              <a:ext cx="3941907" cy="5783613"/>
              <a:chOff x="3460537" y="1451302"/>
              <a:chExt cx="3941907" cy="5783613"/>
            </a:xfrm>
          </p:grpSpPr>
          <p:sp>
            <p:nvSpPr>
              <p:cNvPr id="2517" name="Google Shape;2517;p53"/>
              <p:cNvSpPr/>
              <p:nvPr/>
            </p:nvSpPr>
            <p:spPr>
              <a:xfrm>
                <a:off x="3460537" y="1523471"/>
                <a:ext cx="179383" cy="158218"/>
              </a:xfrm>
              <a:custGeom>
                <a:rect b="b" l="l" r="r" t="t"/>
                <a:pathLst>
                  <a:path extrusionOk="0" h="456" w="517">
                    <a:moveTo>
                      <a:pt x="488" y="0"/>
                    </a:moveTo>
                    <a:cubicBezTo>
                      <a:pt x="479" y="0"/>
                      <a:pt x="472" y="5"/>
                      <a:pt x="470" y="13"/>
                    </a:cubicBezTo>
                    <a:cubicBezTo>
                      <a:pt x="402" y="211"/>
                      <a:pt x="224" y="368"/>
                      <a:pt x="20" y="412"/>
                    </a:cubicBezTo>
                    <a:cubicBezTo>
                      <a:pt x="8" y="415"/>
                      <a:pt x="0" y="424"/>
                      <a:pt x="4" y="435"/>
                    </a:cubicBezTo>
                    <a:cubicBezTo>
                      <a:pt x="8" y="448"/>
                      <a:pt x="16" y="455"/>
                      <a:pt x="28" y="455"/>
                    </a:cubicBezTo>
                    <a:cubicBezTo>
                      <a:pt x="248" y="408"/>
                      <a:pt x="437" y="242"/>
                      <a:pt x="513" y="29"/>
                    </a:cubicBezTo>
                    <a:cubicBezTo>
                      <a:pt x="517" y="18"/>
                      <a:pt x="508" y="6"/>
                      <a:pt x="497" y="2"/>
                    </a:cubicBezTo>
                    <a:cubicBezTo>
                      <a:pt x="494" y="1"/>
                      <a:pt x="491" y="0"/>
                      <a:pt x="488"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8" name="Google Shape;2518;p53"/>
              <p:cNvSpPr/>
              <p:nvPr/>
            </p:nvSpPr>
            <p:spPr>
              <a:xfrm>
                <a:off x="3706536" y="3210073"/>
                <a:ext cx="179730" cy="264391"/>
              </a:xfrm>
              <a:custGeom>
                <a:rect b="b" l="l" r="r" t="t"/>
                <a:pathLst>
                  <a:path extrusionOk="0" h="762" w="518">
                    <a:moveTo>
                      <a:pt x="23" y="0"/>
                    </a:moveTo>
                    <a:cubicBezTo>
                      <a:pt x="19" y="0"/>
                      <a:pt x="15" y="1"/>
                      <a:pt x="12" y="2"/>
                    </a:cubicBezTo>
                    <a:cubicBezTo>
                      <a:pt x="5" y="11"/>
                      <a:pt x="1" y="26"/>
                      <a:pt x="8" y="34"/>
                    </a:cubicBezTo>
                    <a:cubicBezTo>
                      <a:pt x="64" y="113"/>
                      <a:pt x="154" y="251"/>
                      <a:pt x="241" y="393"/>
                    </a:cubicBezTo>
                    <a:cubicBezTo>
                      <a:pt x="328" y="531"/>
                      <a:pt x="414" y="669"/>
                      <a:pt x="474" y="752"/>
                    </a:cubicBezTo>
                    <a:cubicBezTo>
                      <a:pt x="478" y="758"/>
                      <a:pt x="484" y="762"/>
                      <a:pt x="490" y="762"/>
                    </a:cubicBezTo>
                    <a:cubicBezTo>
                      <a:pt x="495" y="762"/>
                      <a:pt x="500" y="759"/>
                      <a:pt x="505" y="756"/>
                    </a:cubicBezTo>
                    <a:cubicBezTo>
                      <a:pt x="514" y="748"/>
                      <a:pt x="518" y="736"/>
                      <a:pt x="509" y="728"/>
                    </a:cubicBezTo>
                    <a:cubicBezTo>
                      <a:pt x="450" y="650"/>
                      <a:pt x="363" y="508"/>
                      <a:pt x="277" y="369"/>
                    </a:cubicBezTo>
                    <a:cubicBezTo>
                      <a:pt x="190" y="231"/>
                      <a:pt x="103" y="89"/>
                      <a:pt x="44" y="11"/>
                    </a:cubicBezTo>
                    <a:cubicBezTo>
                      <a:pt x="39" y="3"/>
                      <a:pt x="31" y="0"/>
                      <a:pt x="2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9" name="Google Shape;2519;p53"/>
              <p:cNvSpPr/>
              <p:nvPr/>
            </p:nvSpPr>
            <p:spPr>
              <a:xfrm>
                <a:off x="4511151" y="1708404"/>
                <a:ext cx="480206" cy="448979"/>
              </a:xfrm>
              <a:custGeom>
                <a:rect b="b" l="l" r="r" t="t"/>
                <a:pathLst>
                  <a:path extrusionOk="0" h="1294" w="1384">
                    <a:moveTo>
                      <a:pt x="766" y="0"/>
                    </a:moveTo>
                    <a:cubicBezTo>
                      <a:pt x="759" y="0"/>
                      <a:pt x="752" y="0"/>
                      <a:pt x="745" y="1"/>
                    </a:cubicBezTo>
                    <a:cubicBezTo>
                      <a:pt x="419" y="17"/>
                      <a:pt x="35" y="273"/>
                      <a:pt x="0" y="624"/>
                    </a:cubicBezTo>
                    <a:lnTo>
                      <a:pt x="0" y="668"/>
                    </a:lnTo>
                    <a:cubicBezTo>
                      <a:pt x="4" y="750"/>
                      <a:pt x="35" y="829"/>
                      <a:pt x="79" y="900"/>
                    </a:cubicBezTo>
                    <a:cubicBezTo>
                      <a:pt x="142" y="1010"/>
                      <a:pt x="221" y="1113"/>
                      <a:pt x="328" y="1184"/>
                    </a:cubicBezTo>
                    <a:cubicBezTo>
                      <a:pt x="414" y="1244"/>
                      <a:pt x="555" y="1294"/>
                      <a:pt x="681" y="1294"/>
                    </a:cubicBezTo>
                    <a:cubicBezTo>
                      <a:pt x="745" y="1294"/>
                      <a:pt x="805" y="1281"/>
                      <a:pt x="852" y="1251"/>
                    </a:cubicBezTo>
                    <a:cubicBezTo>
                      <a:pt x="1014" y="1152"/>
                      <a:pt x="1163" y="1030"/>
                      <a:pt x="1258" y="865"/>
                    </a:cubicBezTo>
                    <a:cubicBezTo>
                      <a:pt x="1353" y="703"/>
                      <a:pt x="1384" y="494"/>
                      <a:pt x="1305" y="321"/>
                    </a:cubicBezTo>
                    <a:cubicBezTo>
                      <a:pt x="1214" y="118"/>
                      <a:pt x="988" y="0"/>
                      <a:pt x="766" y="0"/>
                    </a:cubicBezTo>
                    <a:close/>
                  </a:path>
                </a:pathLst>
              </a:custGeom>
              <a:solidFill>
                <a:srgbClr val="D93E5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0" name="Google Shape;2520;p53"/>
              <p:cNvSpPr/>
              <p:nvPr/>
            </p:nvSpPr>
            <p:spPr>
              <a:xfrm>
                <a:off x="4502824" y="1701812"/>
                <a:ext cx="484717" cy="462858"/>
              </a:xfrm>
              <a:custGeom>
                <a:rect b="b" l="l" r="r" t="t"/>
                <a:pathLst>
                  <a:path extrusionOk="0" h="1334" w="1397">
                    <a:moveTo>
                      <a:pt x="793" y="43"/>
                    </a:moveTo>
                    <a:cubicBezTo>
                      <a:pt x="900" y="43"/>
                      <a:pt x="1006" y="72"/>
                      <a:pt x="1100" y="123"/>
                    </a:cubicBezTo>
                    <a:cubicBezTo>
                      <a:pt x="1191" y="178"/>
                      <a:pt x="1266" y="253"/>
                      <a:pt x="1310" y="347"/>
                    </a:cubicBezTo>
                    <a:cubicBezTo>
                      <a:pt x="1337" y="414"/>
                      <a:pt x="1353" y="482"/>
                      <a:pt x="1353" y="552"/>
                    </a:cubicBezTo>
                    <a:cubicBezTo>
                      <a:pt x="1353" y="663"/>
                      <a:pt x="1318" y="777"/>
                      <a:pt x="1262" y="871"/>
                    </a:cubicBezTo>
                    <a:cubicBezTo>
                      <a:pt x="1171" y="1033"/>
                      <a:pt x="1022" y="1155"/>
                      <a:pt x="864" y="1255"/>
                    </a:cubicBezTo>
                    <a:cubicBezTo>
                      <a:pt x="821" y="1278"/>
                      <a:pt x="765" y="1290"/>
                      <a:pt x="707" y="1290"/>
                    </a:cubicBezTo>
                    <a:cubicBezTo>
                      <a:pt x="647" y="1290"/>
                      <a:pt x="580" y="1278"/>
                      <a:pt x="521" y="1258"/>
                    </a:cubicBezTo>
                    <a:cubicBezTo>
                      <a:pt x="462" y="1242"/>
                      <a:pt x="407" y="1215"/>
                      <a:pt x="363" y="1187"/>
                    </a:cubicBezTo>
                    <a:cubicBezTo>
                      <a:pt x="261" y="1117"/>
                      <a:pt x="182" y="1018"/>
                      <a:pt x="123" y="911"/>
                    </a:cubicBezTo>
                    <a:cubicBezTo>
                      <a:pt x="79" y="840"/>
                      <a:pt x="48" y="765"/>
                      <a:pt x="44" y="687"/>
                    </a:cubicBezTo>
                    <a:lnTo>
                      <a:pt x="44" y="675"/>
                    </a:lnTo>
                    <a:cubicBezTo>
                      <a:pt x="44" y="667"/>
                      <a:pt x="44" y="655"/>
                      <a:pt x="48" y="643"/>
                    </a:cubicBezTo>
                    <a:cubicBezTo>
                      <a:pt x="56" y="560"/>
                      <a:pt x="83" y="482"/>
                      <a:pt x="127" y="411"/>
                    </a:cubicBezTo>
                    <a:cubicBezTo>
                      <a:pt x="194" y="304"/>
                      <a:pt x="296" y="214"/>
                      <a:pt x="411" y="150"/>
                    </a:cubicBezTo>
                    <a:cubicBezTo>
                      <a:pt x="525" y="87"/>
                      <a:pt x="651" y="48"/>
                      <a:pt x="769" y="43"/>
                    </a:cubicBezTo>
                    <a:close/>
                    <a:moveTo>
                      <a:pt x="769" y="1"/>
                    </a:moveTo>
                    <a:cubicBezTo>
                      <a:pt x="600" y="8"/>
                      <a:pt x="419" y="76"/>
                      <a:pt x="272" y="190"/>
                    </a:cubicBezTo>
                    <a:cubicBezTo>
                      <a:pt x="201" y="245"/>
                      <a:pt x="139" y="312"/>
                      <a:pt x="92" y="387"/>
                    </a:cubicBezTo>
                    <a:cubicBezTo>
                      <a:pt x="44" y="465"/>
                      <a:pt x="12" y="549"/>
                      <a:pt x="5" y="640"/>
                    </a:cubicBezTo>
                    <a:cubicBezTo>
                      <a:pt x="1" y="651"/>
                      <a:pt x="1" y="663"/>
                      <a:pt x="1" y="675"/>
                    </a:cubicBezTo>
                    <a:lnTo>
                      <a:pt x="1" y="691"/>
                    </a:lnTo>
                    <a:cubicBezTo>
                      <a:pt x="5" y="777"/>
                      <a:pt x="41" y="860"/>
                      <a:pt x="83" y="931"/>
                    </a:cubicBezTo>
                    <a:cubicBezTo>
                      <a:pt x="147" y="1042"/>
                      <a:pt x="230" y="1148"/>
                      <a:pt x="340" y="1223"/>
                    </a:cubicBezTo>
                    <a:cubicBezTo>
                      <a:pt x="383" y="1255"/>
                      <a:pt x="443" y="1282"/>
                      <a:pt x="509" y="1302"/>
                    </a:cubicBezTo>
                    <a:cubicBezTo>
                      <a:pt x="572" y="1321"/>
                      <a:pt x="640" y="1333"/>
                      <a:pt x="707" y="1333"/>
                    </a:cubicBezTo>
                    <a:cubicBezTo>
                      <a:pt x="774" y="1333"/>
                      <a:pt x="836" y="1321"/>
                      <a:pt x="888" y="1290"/>
                    </a:cubicBezTo>
                    <a:cubicBezTo>
                      <a:pt x="1049" y="1191"/>
                      <a:pt x="1204" y="1065"/>
                      <a:pt x="1302" y="895"/>
                    </a:cubicBezTo>
                    <a:cubicBezTo>
                      <a:pt x="1361" y="793"/>
                      <a:pt x="1397" y="671"/>
                      <a:pt x="1397" y="552"/>
                    </a:cubicBezTo>
                    <a:cubicBezTo>
                      <a:pt x="1397" y="478"/>
                      <a:pt x="1381" y="403"/>
                      <a:pt x="1349" y="332"/>
                    </a:cubicBezTo>
                    <a:cubicBezTo>
                      <a:pt x="1302" y="225"/>
                      <a:pt x="1219" y="143"/>
                      <a:pt x="1120" y="87"/>
                    </a:cubicBezTo>
                    <a:cubicBezTo>
                      <a:pt x="1022" y="28"/>
                      <a:pt x="907" y="1"/>
                      <a:pt x="793" y="1"/>
                    </a:cubicBezTo>
                    <a:close/>
                  </a:path>
                </a:pathLst>
              </a:custGeom>
              <a:solidFill>
                <a:srgbClr val="000000"/>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1" name="Google Shape;2521;p53"/>
              <p:cNvSpPr/>
              <p:nvPr/>
            </p:nvSpPr>
            <p:spPr>
              <a:xfrm>
                <a:off x="3669410" y="5173208"/>
                <a:ext cx="440999" cy="1204680"/>
              </a:xfrm>
              <a:custGeom>
                <a:rect b="b" l="l" r="r" t="t"/>
                <a:pathLst>
                  <a:path extrusionOk="0" h="3472" w="1271">
                    <a:moveTo>
                      <a:pt x="782" y="0"/>
                    </a:moveTo>
                    <a:cubicBezTo>
                      <a:pt x="763" y="0"/>
                      <a:pt x="745" y="4"/>
                      <a:pt x="727" y="11"/>
                    </a:cubicBezTo>
                    <a:cubicBezTo>
                      <a:pt x="640" y="46"/>
                      <a:pt x="557" y="90"/>
                      <a:pt x="494" y="157"/>
                    </a:cubicBezTo>
                    <a:cubicBezTo>
                      <a:pt x="450" y="208"/>
                      <a:pt x="423" y="271"/>
                      <a:pt x="399" y="335"/>
                    </a:cubicBezTo>
                    <a:cubicBezTo>
                      <a:pt x="328" y="519"/>
                      <a:pt x="293" y="717"/>
                      <a:pt x="273" y="914"/>
                    </a:cubicBezTo>
                    <a:cubicBezTo>
                      <a:pt x="246" y="1131"/>
                      <a:pt x="277" y="1360"/>
                      <a:pt x="203" y="1565"/>
                    </a:cubicBezTo>
                    <a:cubicBezTo>
                      <a:pt x="163" y="1667"/>
                      <a:pt x="108" y="1766"/>
                      <a:pt x="72" y="1868"/>
                    </a:cubicBezTo>
                    <a:cubicBezTo>
                      <a:pt x="33" y="1978"/>
                      <a:pt x="21" y="2101"/>
                      <a:pt x="13" y="2215"/>
                    </a:cubicBezTo>
                    <a:cubicBezTo>
                      <a:pt x="1" y="2444"/>
                      <a:pt x="33" y="2672"/>
                      <a:pt x="53" y="2897"/>
                    </a:cubicBezTo>
                    <a:cubicBezTo>
                      <a:pt x="57" y="2941"/>
                      <a:pt x="61" y="2988"/>
                      <a:pt x="80" y="3023"/>
                    </a:cubicBezTo>
                    <a:cubicBezTo>
                      <a:pt x="103" y="3061"/>
                      <a:pt x="139" y="3091"/>
                      <a:pt x="179" y="3091"/>
                    </a:cubicBezTo>
                    <a:cubicBezTo>
                      <a:pt x="182" y="3091"/>
                      <a:pt x="184" y="3091"/>
                      <a:pt x="186" y="3090"/>
                    </a:cubicBezTo>
                    <a:cubicBezTo>
                      <a:pt x="190" y="3090"/>
                      <a:pt x="273" y="3283"/>
                      <a:pt x="290" y="3300"/>
                    </a:cubicBezTo>
                    <a:cubicBezTo>
                      <a:pt x="308" y="3313"/>
                      <a:pt x="332" y="3323"/>
                      <a:pt x="354" y="3323"/>
                    </a:cubicBezTo>
                    <a:cubicBezTo>
                      <a:pt x="369" y="3323"/>
                      <a:pt x="384" y="3319"/>
                      <a:pt x="395" y="3308"/>
                    </a:cubicBezTo>
                    <a:lnTo>
                      <a:pt x="395" y="3308"/>
                    </a:lnTo>
                    <a:cubicBezTo>
                      <a:pt x="374" y="3331"/>
                      <a:pt x="450" y="3471"/>
                      <a:pt x="527" y="3471"/>
                    </a:cubicBezTo>
                    <a:cubicBezTo>
                      <a:pt x="551" y="3471"/>
                      <a:pt x="576" y="3456"/>
                      <a:pt x="597" y="3418"/>
                    </a:cubicBezTo>
                    <a:cubicBezTo>
                      <a:pt x="660" y="3292"/>
                      <a:pt x="616" y="3122"/>
                      <a:pt x="648" y="2988"/>
                    </a:cubicBezTo>
                    <a:cubicBezTo>
                      <a:pt x="679" y="2830"/>
                      <a:pt x="679" y="2668"/>
                      <a:pt x="711" y="2511"/>
                    </a:cubicBezTo>
                    <a:lnTo>
                      <a:pt x="711" y="2511"/>
                    </a:lnTo>
                    <a:cubicBezTo>
                      <a:pt x="711" y="2759"/>
                      <a:pt x="652" y="3008"/>
                      <a:pt x="683" y="3256"/>
                    </a:cubicBezTo>
                    <a:cubicBezTo>
                      <a:pt x="683" y="3280"/>
                      <a:pt x="692" y="3307"/>
                      <a:pt x="703" y="3327"/>
                    </a:cubicBezTo>
                    <a:cubicBezTo>
                      <a:pt x="715" y="3341"/>
                      <a:pt x="733" y="3351"/>
                      <a:pt x="750" y="3351"/>
                    </a:cubicBezTo>
                    <a:cubicBezTo>
                      <a:pt x="757" y="3351"/>
                      <a:pt x="764" y="3350"/>
                      <a:pt x="770" y="3347"/>
                    </a:cubicBezTo>
                    <a:cubicBezTo>
                      <a:pt x="786" y="3339"/>
                      <a:pt x="794" y="3323"/>
                      <a:pt x="802" y="3307"/>
                    </a:cubicBezTo>
                    <a:cubicBezTo>
                      <a:pt x="838" y="3236"/>
                      <a:pt x="853" y="3177"/>
                      <a:pt x="861" y="3098"/>
                    </a:cubicBezTo>
                    <a:cubicBezTo>
                      <a:pt x="876" y="2941"/>
                      <a:pt x="881" y="2783"/>
                      <a:pt x="892" y="2625"/>
                    </a:cubicBezTo>
                    <a:cubicBezTo>
                      <a:pt x="900" y="2519"/>
                      <a:pt x="892" y="2417"/>
                      <a:pt x="920" y="2317"/>
                    </a:cubicBezTo>
                    <a:cubicBezTo>
                      <a:pt x="932" y="2286"/>
                      <a:pt x="944" y="2255"/>
                      <a:pt x="960" y="2223"/>
                    </a:cubicBezTo>
                    <a:cubicBezTo>
                      <a:pt x="1007" y="2369"/>
                      <a:pt x="1066" y="2507"/>
                      <a:pt x="1133" y="2645"/>
                    </a:cubicBezTo>
                    <a:cubicBezTo>
                      <a:pt x="1137" y="2653"/>
                      <a:pt x="1141" y="2661"/>
                      <a:pt x="1149" y="2665"/>
                    </a:cubicBezTo>
                    <a:cubicBezTo>
                      <a:pt x="1151" y="2666"/>
                      <a:pt x="1153" y="2666"/>
                      <a:pt x="1156" y="2666"/>
                    </a:cubicBezTo>
                    <a:cubicBezTo>
                      <a:pt x="1161" y="2666"/>
                      <a:pt x="1167" y="2663"/>
                      <a:pt x="1173" y="2661"/>
                    </a:cubicBezTo>
                    <a:cubicBezTo>
                      <a:pt x="1240" y="2637"/>
                      <a:pt x="1271" y="2562"/>
                      <a:pt x="1267" y="2491"/>
                    </a:cubicBezTo>
                    <a:cubicBezTo>
                      <a:pt x="1267" y="2420"/>
                      <a:pt x="1240" y="2353"/>
                      <a:pt x="1224" y="2286"/>
                    </a:cubicBezTo>
                    <a:cubicBezTo>
                      <a:pt x="1204" y="2199"/>
                      <a:pt x="1204" y="2113"/>
                      <a:pt x="1180" y="2026"/>
                    </a:cubicBezTo>
                    <a:cubicBezTo>
                      <a:pt x="1156" y="1924"/>
                      <a:pt x="1105" y="1833"/>
                      <a:pt x="1070" y="1734"/>
                    </a:cubicBezTo>
                    <a:cubicBezTo>
                      <a:pt x="991" y="1498"/>
                      <a:pt x="1121" y="1218"/>
                      <a:pt x="1173" y="985"/>
                    </a:cubicBezTo>
                    <a:cubicBezTo>
                      <a:pt x="1212" y="796"/>
                      <a:pt x="1255" y="595"/>
                      <a:pt x="1204" y="409"/>
                    </a:cubicBezTo>
                    <a:cubicBezTo>
                      <a:pt x="1176" y="306"/>
                      <a:pt x="1102" y="212"/>
                      <a:pt x="1023" y="141"/>
                    </a:cubicBezTo>
                    <a:cubicBezTo>
                      <a:pt x="960" y="79"/>
                      <a:pt x="871" y="0"/>
                      <a:pt x="782" y="0"/>
                    </a:cubicBezTo>
                    <a:close/>
                  </a:path>
                </a:pathLst>
              </a:custGeom>
              <a:solidFill>
                <a:srgbClr val="82473E"/>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2" name="Google Shape;2522;p53"/>
              <p:cNvSpPr/>
              <p:nvPr/>
            </p:nvSpPr>
            <p:spPr>
              <a:xfrm>
                <a:off x="3665594" y="5165921"/>
                <a:ext cx="451755" cy="1219253"/>
              </a:xfrm>
              <a:custGeom>
                <a:rect b="b" l="l" r="r" t="t"/>
                <a:pathLst>
                  <a:path extrusionOk="0" h="3514" w="1302">
                    <a:moveTo>
                      <a:pt x="793" y="43"/>
                    </a:moveTo>
                    <a:cubicBezTo>
                      <a:pt x="832" y="43"/>
                      <a:pt x="872" y="59"/>
                      <a:pt x="911" y="87"/>
                    </a:cubicBezTo>
                    <a:cubicBezTo>
                      <a:pt x="951" y="111"/>
                      <a:pt x="990" y="146"/>
                      <a:pt x="1022" y="178"/>
                    </a:cubicBezTo>
                    <a:cubicBezTo>
                      <a:pt x="1096" y="249"/>
                      <a:pt x="1167" y="340"/>
                      <a:pt x="1191" y="438"/>
                    </a:cubicBezTo>
                    <a:cubicBezTo>
                      <a:pt x="1211" y="498"/>
                      <a:pt x="1215" y="556"/>
                      <a:pt x="1215" y="620"/>
                    </a:cubicBezTo>
                    <a:cubicBezTo>
                      <a:pt x="1215" y="746"/>
                      <a:pt x="1187" y="871"/>
                      <a:pt x="1164" y="998"/>
                    </a:cubicBezTo>
                    <a:cubicBezTo>
                      <a:pt x="1144" y="1089"/>
                      <a:pt x="1113" y="1187"/>
                      <a:pt x="1085" y="1286"/>
                    </a:cubicBezTo>
                    <a:cubicBezTo>
                      <a:pt x="1058" y="1384"/>
                      <a:pt x="1034" y="1487"/>
                      <a:pt x="1034" y="1590"/>
                    </a:cubicBezTo>
                    <a:cubicBezTo>
                      <a:pt x="1034" y="1648"/>
                      <a:pt x="1042" y="1704"/>
                      <a:pt x="1061" y="1759"/>
                    </a:cubicBezTo>
                    <a:cubicBezTo>
                      <a:pt x="1096" y="1861"/>
                      <a:pt x="1148" y="1956"/>
                      <a:pt x="1171" y="2054"/>
                    </a:cubicBezTo>
                    <a:cubicBezTo>
                      <a:pt x="1191" y="2134"/>
                      <a:pt x="1191" y="2225"/>
                      <a:pt x="1215" y="2311"/>
                    </a:cubicBezTo>
                    <a:cubicBezTo>
                      <a:pt x="1231" y="2382"/>
                      <a:pt x="1255" y="2449"/>
                      <a:pt x="1258" y="2512"/>
                    </a:cubicBezTo>
                    <a:lnTo>
                      <a:pt x="1258" y="2520"/>
                    </a:lnTo>
                    <a:cubicBezTo>
                      <a:pt x="1258" y="2547"/>
                      <a:pt x="1251" y="2583"/>
                      <a:pt x="1238" y="2607"/>
                    </a:cubicBezTo>
                    <a:cubicBezTo>
                      <a:pt x="1223" y="2634"/>
                      <a:pt x="1203" y="2654"/>
                      <a:pt x="1180" y="2662"/>
                    </a:cubicBezTo>
                    <a:cubicBezTo>
                      <a:pt x="1176" y="2666"/>
                      <a:pt x="1171" y="2666"/>
                      <a:pt x="1167" y="2666"/>
                    </a:cubicBezTo>
                    <a:lnTo>
                      <a:pt x="1167" y="2662"/>
                    </a:lnTo>
                    <a:cubicBezTo>
                      <a:pt x="1164" y="2662"/>
                      <a:pt x="1164" y="2658"/>
                      <a:pt x="1164" y="2654"/>
                    </a:cubicBezTo>
                    <a:cubicBezTo>
                      <a:pt x="1096" y="2520"/>
                      <a:pt x="1038" y="2382"/>
                      <a:pt x="990" y="2236"/>
                    </a:cubicBezTo>
                    <a:cubicBezTo>
                      <a:pt x="987" y="2228"/>
                      <a:pt x="978" y="2225"/>
                      <a:pt x="971" y="2225"/>
                    </a:cubicBezTo>
                    <a:cubicBezTo>
                      <a:pt x="969" y="2224"/>
                      <a:pt x="968" y="2223"/>
                      <a:pt x="966" y="2223"/>
                    </a:cubicBezTo>
                    <a:cubicBezTo>
                      <a:pt x="960" y="2223"/>
                      <a:pt x="954" y="2230"/>
                      <a:pt x="951" y="2236"/>
                    </a:cubicBezTo>
                    <a:cubicBezTo>
                      <a:pt x="931" y="2267"/>
                      <a:pt x="919" y="2299"/>
                      <a:pt x="911" y="2331"/>
                    </a:cubicBezTo>
                    <a:cubicBezTo>
                      <a:pt x="884" y="2438"/>
                      <a:pt x="887" y="2544"/>
                      <a:pt x="880" y="2646"/>
                    </a:cubicBezTo>
                    <a:cubicBezTo>
                      <a:pt x="872" y="2804"/>
                      <a:pt x="868" y="2962"/>
                      <a:pt x="849" y="3119"/>
                    </a:cubicBezTo>
                    <a:cubicBezTo>
                      <a:pt x="840" y="3195"/>
                      <a:pt x="825" y="3250"/>
                      <a:pt x="793" y="3321"/>
                    </a:cubicBezTo>
                    <a:cubicBezTo>
                      <a:pt x="789" y="3328"/>
                      <a:pt x="785" y="3332"/>
                      <a:pt x="781" y="3340"/>
                    </a:cubicBezTo>
                    <a:cubicBezTo>
                      <a:pt x="778" y="3344"/>
                      <a:pt x="774" y="3348"/>
                      <a:pt x="769" y="3348"/>
                    </a:cubicBezTo>
                    <a:cubicBezTo>
                      <a:pt x="769" y="3352"/>
                      <a:pt x="765" y="3352"/>
                      <a:pt x="761" y="3352"/>
                    </a:cubicBezTo>
                    <a:cubicBezTo>
                      <a:pt x="758" y="3352"/>
                      <a:pt x="754" y="3348"/>
                      <a:pt x="745" y="3348"/>
                    </a:cubicBezTo>
                    <a:cubicBezTo>
                      <a:pt x="742" y="3344"/>
                      <a:pt x="738" y="3340"/>
                      <a:pt x="734" y="3337"/>
                    </a:cubicBezTo>
                    <a:cubicBezTo>
                      <a:pt x="726" y="3328"/>
                      <a:pt x="722" y="3321"/>
                      <a:pt x="722" y="3308"/>
                    </a:cubicBezTo>
                    <a:cubicBezTo>
                      <a:pt x="718" y="3297"/>
                      <a:pt x="718" y="3289"/>
                      <a:pt x="714" y="3273"/>
                    </a:cubicBezTo>
                    <a:cubicBezTo>
                      <a:pt x="710" y="3226"/>
                      <a:pt x="707" y="3175"/>
                      <a:pt x="707" y="3127"/>
                    </a:cubicBezTo>
                    <a:cubicBezTo>
                      <a:pt x="707" y="2931"/>
                      <a:pt x="745" y="2735"/>
                      <a:pt x="745" y="2536"/>
                    </a:cubicBezTo>
                    <a:lnTo>
                      <a:pt x="745" y="2536"/>
                    </a:lnTo>
                    <a:cubicBezTo>
                      <a:pt x="745" y="2536"/>
                      <a:pt x="745" y="2536"/>
                      <a:pt x="745" y="2536"/>
                    </a:cubicBezTo>
                    <a:lnTo>
                      <a:pt x="745" y="2536"/>
                    </a:lnTo>
                    <a:lnTo>
                      <a:pt x="745" y="2536"/>
                    </a:lnTo>
                    <a:cubicBezTo>
                      <a:pt x="745" y="2535"/>
                      <a:pt x="745" y="2534"/>
                      <a:pt x="745" y="2532"/>
                    </a:cubicBezTo>
                    <a:cubicBezTo>
                      <a:pt x="745" y="2520"/>
                      <a:pt x="738" y="2509"/>
                      <a:pt x="726" y="2509"/>
                    </a:cubicBezTo>
                    <a:cubicBezTo>
                      <a:pt x="714" y="2509"/>
                      <a:pt x="703" y="2516"/>
                      <a:pt x="703" y="2524"/>
                    </a:cubicBezTo>
                    <a:cubicBezTo>
                      <a:pt x="671" y="2686"/>
                      <a:pt x="667" y="2851"/>
                      <a:pt x="636" y="3005"/>
                    </a:cubicBezTo>
                    <a:cubicBezTo>
                      <a:pt x="620" y="3076"/>
                      <a:pt x="623" y="3151"/>
                      <a:pt x="623" y="3226"/>
                    </a:cubicBezTo>
                    <a:cubicBezTo>
                      <a:pt x="623" y="3301"/>
                      <a:pt x="616" y="3372"/>
                      <a:pt x="588" y="3427"/>
                    </a:cubicBezTo>
                    <a:cubicBezTo>
                      <a:pt x="576" y="3446"/>
                      <a:pt x="568" y="3455"/>
                      <a:pt x="561" y="3463"/>
                    </a:cubicBezTo>
                    <a:cubicBezTo>
                      <a:pt x="552" y="3470"/>
                      <a:pt x="545" y="3470"/>
                      <a:pt x="537" y="3470"/>
                    </a:cubicBezTo>
                    <a:cubicBezTo>
                      <a:pt x="525" y="3470"/>
                      <a:pt x="514" y="3466"/>
                      <a:pt x="501" y="3459"/>
                    </a:cubicBezTo>
                    <a:cubicBezTo>
                      <a:pt x="481" y="3443"/>
                      <a:pt x="458" y="3419"/>
                      <a:pt x="446" y="3395"/>
                    </a:cubicBezTo>
                    <a:cubicBezTo>
                      <a:pt x="438" y="3384"/>
                      <a:pt x="434" y="3372"/>
                      <a:pt x="430" y="3364"/>
                    </a:cubicBezTo>
                    <a:cubicBezTo>
                      <a:pt x="427" y="3354"/>
                      <a:pt x="424" y="3348"/>
                      <a:pt x="423" y="3343"/>
                    </a:cubicBezTo>
                    <a:lnTo>
                      <a:pt x="423" y="3343"/>
                    </a:lnTo>
                    <a:cubicBezTo>
                      <a:pt x="430" y="3331"/>
                      <a:pt x="430" y="3320"/>
                      <a:pt x="423" y="3313"/>
                    </a:cubicBezTo>
                    <a:cubicBezTo>
                      <a:pt x="419" y="3308"/>
                      <a:pt x="410" y="3304"/>
                      <a:pt x="407" y="3304"/>
                    </a:cubicBezTo>
                    <a:cubicBezTo>
                      <a:pt x="399" y="3304"/>
                      <a:pt x="395" y="3308"/>
                      <a:pt x="390" y="3313"/>
                    </a:cubicBezTo>
                    <a:cubicBezTo>
                      <a:pt x="390" y="3313"/>
                      <a:pt x="390" y="3313"/>
                      <a:pt x="390" y="3313"/>
                    </a:cubicBezTo>
                    <a:lnTo>
                      <a:pt x="390" y="3313"/>
                    </a:lnTo>
                    <a:cubicBezTo>
                      <a:pt x="387" y="3317"/>
                      <a:pt x="383" y="3317"/>
                      <a:pt x="379" y="3321"/>
                    </a:cubicBezTo>
                    <a:lnTo>
                      <a:pt x="363" y="3321"/>
                    </a:lnTo>
                    <a:cubicBezTo>
                      <a:pt x="348" y="3321"/>
                      <a:pt x="328" y="3313"/>
                      <a:pt x="316" y="3301"/>
                    </a:cubicBezTo>
                    <a:lnTo>
                      <a:pt x="315" y="3302"/>
                    </a:lnTo>
                    <a:lnTo>
                      <a:pt x="315" y="3302"/>
                    </a:lnTo>
                    <a:cubicBezTo>
                      <a:pt x="314" y="3301"/>
                      <a:pt x="313" y="3301"/>
                      <a:pt x="312" y="3301"/>
                    </a:cubicBezTo>
                    <a:cubicBezTo>
                      <a:pt x="308" y="3293"/>
                      <a:pt x="301" y="3273"/>
                      <a:pt x="288" y="3253"/>
                    </a:cubicBezTo>
                    <a:cubicBezTo>
                      <a:pt x="272" y="3226"/>
                      <a:pt x="257" y="3186"/>
                      <a:pt x="241" y="3155"/>
                    </a:cubicBezTo>
                    <a:cubicBezTo>
                      <a:pt x="237" y="3143"/>
                      <a:pt x="230" y="3127"/>
                      <a:pt x="225" y="3119"/>
                    </a:cubicBezTo>
                    <a:cubicBezTo>
                      <a:pt x="221" y="3115"/>
                      <a:pt x="221" y="3111"/>
                      <a:pt x="221" y="3108"/>
                    </a:cubicBezTo>
                    <a:cubicBezTo>
                      <a:pt x="217" y="3108"/>
                      <a:pt x="217" y="3104"/>
                      <a:pt x="217" y="3104"/>
                    </a:cubicBezTo>
                    <a:lnTo>
                      <a:pt x="217" y="3100"/>
                    </a:lnTo>
                    <a:lnTo>
                      <a:pt x="214" y="3100"/>
                    </a:lnTo>
                    <a:cubicBezTo>
                      <a:pt x="214" y="3100"/>
                      <a:pt x="214" y="3095"/>
                      <a:pt x="210" y="3095"/>
                    </a:cubicBezTo>
                    <a:lnTo>
                      <a:pt x="206" y="3092"/>
                    </a:lnTo>
                    <a:lnTo>
                      <a:pt x="190" y="3092"/>
                    </a:lnTo>
                    <a:cubicBezTo>
                      <a:pt x="174" y="3092"/>
                      <a:pt x="162" y="3088"/>
                      <a:pt x="146" y="3076"/>
                    </a:cubicBezTo>
                    <a:cubicBezTo>
                      <a:pt x="130" y="3064"/>
                      <a:pt x="119" y="3053"/>
                      <a:pt x="111" y="3037"/>
                    </a:cubicBezTo>
                    <a:cubicBezTo>
                      <a:pt x="95" y="3001"/>
                      <a:pt x="91" y="2962"/>
                      <a:pt x="88" y="2915"/>
                    </a:cubicBezTo>
                    <a:cubicBezTo>
                      <a:pt x="68" y="2725"/>
                      <a:pt x="44" y="2540"/>
                      <a:pt x="44" y="2351"/>
                    </a:cubicBezTo>
                    <a:cubicBezTo>
                      <a:pt x="44" y="2315"/>
                      <a:pt x="44" y="2276"/>
                      <a:pt x="48" y="2240"/>
                    </a:cubicBezTo>
                    <a:cubicBezTo>
                      <a:pt x="52" y="2122"/>
                      <a:pt x="64" y="2003"/>
                      <a:pt x="103" y="1897"/>
                    </a:cubicBezTo>
                    <a:cubicBezTo>
                      <a:pt x="139" y="1794"/>
                      <a:pt x="194" y="1699"/>
                      <a:pt x="233" y="1593"/>
                    </a:cubicBezTo>
                    <a:cubicBezTo>
                      <a:pt x="272" y="1487"/>
                      <a:pt x="284" y="1377"/>
                      <a:pt x="288" y="1266"/>
                    </a:cubicBezTo>
                    <a:cubicBezTo>
                      <a:pt x="292" y="1155"/>
                      <a:pt x="292" y="1042"/>
                      <a:pt x="304" y="935"/>
                    </a:cubicBezTo>
                    <a:cubicBezTo>
                      <a:pt x="328" y="742"/>
                      <a:pt x="359" y="549"/>
                      <a:pt x="430" y="363"/>
                    </a:cubicBezTo>
                    <a:cubicBezTo>
                      <a:pt x="454" y="300"/>
                      <a:pt x="481" y="241"/>
                      <a:pt x="525" y="194"/>
                    </a:cubicBezTo>
                    <a:cubicBezTo>
                      <a:pt x="580" y="127"/>
                      <a:pt x="663" y="87"/>
                      <a:pt x="745" y="52"/>
                    </a:cubicBezTo>
                    <a:cubicBezTo>
                      <a:pt x="761" y="43"/>
                      <a:pt x="778" y="43"/>
                      <a:pt x="793" y="43"/>
                    </a:cubicBezTo>
                    <a:close/>
                    <a:moveTo>
                      <a:pt x="793" y="1"/>
                    </a:moveTo>
                    <a:cubicBezTo>
                      <a:pt x="774" y="1"/>
                      <a:pt x="750" y="5"/>
                      <a:pt x="730" y="12"/>
                    </a:cubicBezTo>
                    <a:cubicBezTo>
                      <a:pt x="643" y="48"/>
                      <a:pt x="556" y="91"/>
                      <a:pt x="490" y="166"/>
                    </a:cubicBezTo>
                    <a:cubicBezTo>
                      <a:pt x="443" y="217"/>
                      <a:pt x="414" y="285"/>
                      <a:pt x="387" y="347"/>
                    </a:cubicBezTo>
                    <a:cubicBezTo>
                      <a:pt x="316" y="536"/>
                      <a:pt x="284" y="734"/>
                      <a:pt x="261" y="931"/>
                    </a:cubicBezTo>
                    <a:cubicBezTo>
                      <a:pt x="249" y="1042"/>
                      <a:pt x="249" y="1155"/>
                      <a:pt x="245" y="1262"/>
                    </a:cubicBezTo>
                    <a:cubicBezTo>
                      <a:pt x="241" y="1373"/>
                      <a:pt x="230" y="1479"/>
                      <a:pt x="190" y="1577"/>
                    </a:cubicBezTo>
                    <a:cubicBezTo>
                      <a:pt x="154" y="1681"/>
                      <a:pt x="99" y="1775"/>
                      <a:pt x="59" y="1881"/>
                    </a:cubicBezTo>
                    <a:cubicBezTo>
                      <a:pt x="20" y="1996"/>
                      <a:pt x="8" y="2118"/>
                      <a:pt x="4" y="2236"/>
                    </a:cubicBezTo>
                    <a:cubicBezTo>
                      <a:pt x="1" y="2276"/>
                      <a:pt x="1" y="2315"/>
                      <a:pt x="1" y="2351"/>
                    </a:cubicBezTo>
                    <a:cubicBezTo>
                      <a:pt x="1" y="2544"/>
                      <a:pt x="24" y="2733"/>
                      <a:pt x="44" y="2918"/>
                    </a:cubicBezTo>
                    <a:cubicBezTo>
                      <a:pt x="48" y="2966"/>
                      <a:pt x="52" y="3013"/>
                      <a:pt x="75" y="3057"/>
                    </a:cubicBezTo>
                    <a:cubicBezTo>
                      <a:pt x="83" y="3076"/>
                      <a:pt x="99" y="3095"/>
                      <a:pt x="123" y="3111"/>
                    </a:cubicBezTo>
                    <a:cubicBezTo>
                      <a:pt x="141" y="3126"/>
                      <a:pt x="163" y="3134"/>
                      <a:pt x="184" y="3135"/>
                    </a:cubicBezTo>
                    <a:lnTo>
                      <a:pt x="184" y="3135"/>
                    </a:lnTo>
                    <a:cubicBezTo>
                      <a:pt x="185" y="3136"/>
                      <a:pt x="185" y="3137"/>
                      <a:pt x="186" y="3139"/>
                    </a:cubicBezTo>
                    <a:cubicBezTo>
                      <a:pt x="197" y="3159"/>
                      <a:pt x="217" y="3206"/>
                      <a:pt x="237" y="3246"/>
                    </a:cubicBezTo>
                    <a:cubicBezTo>
                      <a:pt x="245" y="3266"/>
                      <a:pt x="257" y="3285"/>
                      <a:pt x="265" y="3301"/>
                    </a:cubicBezTo>
                    <a:cubicBezTo>
                      <a:pt x="268" y="3308"/>
                      <a:pt x="272" y="3317"/>
                      <a:pt x="277" y="3321"/>
                    </a:cubicBezTo>
                    <a:cubicBezTo>
                      <a:pt x="277" y="3324"/>
                      <a:pt x="277" y="3324"/>
                      <a:pt x="281" y="3328"/>
                    </a:cubicBezTo>
                    <a:cubicBezTo>
                      <a:pt x="281" y="3332"/>
                      <a:pt x="284" y="3332"/>
                      <a:pt x="288" y="3337"/>
                    </a:cubicBezTo>
                    <a:cubicBezTo>
                      <a:pt x="308" y="3352"/>
                      <a:pt x="336" y="3364"/>
                      <a:pt x="363" y="3364"/>
                    </a:cubicBezTo>
                    <a:cubicBezTo>
                      <a:pt x="371" y="3364"/>
                      <a:pt x="377" y="3364"/>
                      <a:pt x="383" y="3363"/>
                    </a:cubicBezTo>
                    <a:lnTo>
                      <a:pt x="383" y="3363"/>
                    </a:lnTo>
                    <a:cubicBezTo>
                      <a:pt x="383" y="3363"/>
                      <a:pt x="383" y="3364"/>
                      <a:pt x="383" y="3364"/>
                    </a:cubicBezTo>
                    <a:cubicBezTo>
                      <a:pt x="387" y="3379"/>
                      <a:pt x="395" y="3395"/>
                      <a:pt x="403" y="3411"/>
                    </a:cubicBezTo>
                    <a:cubicBezTo>
                      <a:pt x="419" y="3435"/>
                      <a:pt x="438" y="3459"/>
                      <a:pt x="458" y="3479"/>
                    </a:cubicBezTo>
                    <a:cubicBezTo>
                      <a:pt x="470" y="3490"/>
                      <a:pt x="481" y="3498"/>
                      <a:pt x="494" y="3502"/>
                    </a:cubicBezTo>
                    <a:cubicBezTo>
                      <a:pt x="509" y="3510"/>
                      <a:pt x="521" y="3514"/>
                      <a:pt x="537" y="3514"/>
                    </a:cubicBezTo>
                    <a:cubicBezTo>
                      <a:pt x="552" y="3514"/>
                      <a:pt x="572" y="3510"/>
                      <a:pt x="584" y="3498"/>
                    </a:cubicBezTo>
                    <a:cubicBezTo>
                      <a:pt x="600" y="3486"/>
                      <a:pt x="616" y="3470"/>
                      <a:pt x="623" y="3446"/>
                    </a:cubicBezTo>
                    <a:cubicBezTo>
                      <a:pt x="659" y="3380"/>
                      <a:pt x="667" y="3305"/>
                      <a:pt x="667" y="3228"/>
                    </a:cubicBezTo>
                    <a:lnTo>
                      <a:pt x="667" y="3228"/>
                    </a:lnTo>
                    <a:cubicBezTo>
                      <a:pt x="668" y="3245"/>
                      <a:pt x="669" y="3263"/>
                      <a:pt x="671" y="3281"/>
                    </a:cubicBezTo>
                    <a:cubicBezTo>
                      <a:pt x="674" y="3293"/>
                      <a:pt x="674" y="3304"/>
                      <a:pt x="679" y="3321"/>
                    </a:cubicBezTo>
                    <a:cubicBezTo>
                      <a:pt x="683" y="3332"/>
                      <a:pt x="690" y="3348"/>
                      <a:pt x="698" y="3360"/>
                    </a:cubicBezTo>
                    <a:cubicBezTo>
                      <a:pt x="707" y="3372"/>
                      <a:pt x="714" y="3379"/>
                      <a:pt x="726" y="3384"/>
                    </a:cubicBezTo>
                    <a:cubicBezTo>
                      <a:pt x="738" y="3392"/>
                      <a:pt x="750" y="3395"/>
                      <a:pt x="761" y="3395"/>
                    </a:cubicBezTo>
                    <a:cubicBezTo>
                      <a:pt x="774" y="3395"/>
                      <a:pt x="781" y="3392"/>
                      <a:pt x="789" y="3388"/>
                    </a:cubicBezTo>
                    <a:cubicBezTo>
                      <a:pt x="801" y="3384"/>
                      <a:pt x="813" y="3372"/>
                      <a:pt x="816" y="3364"/>
                    </a:cubicBezTo>
                    <a:cubicBezTo>
                      <a:pt x="825" y="3356"/>
                      <a:pt x="829" y="3344"/>
                      <a:pt x="832" y="3337"/>
                    </a:cubicBezTo>
                    <a:cubicBezTo>
                      <a:pt x="868" y="3266"/>
                      <a:pt x="884" y="3202"/>
                      <a:pt x="892" y="3124"/>
                    </a:cubicBezTo>
                    <a:cubicBezTo>
                      <a:pt x="911" y="2966"/>
                      <a:pt x="916" y="2808"/>
                      <a:pt x="923" y="2651"/>
                    </a:cubicBezTo>
                    <a:cubicBezTo>
                      <a:pt x="931" y="2540"/>
                      <a:pt x="927" y="2441"/>
                      <a:pt x="955" y="2343"/>
                    </a:cubicBezTo>
                    <a:cubicBezTo>
                      <a:pt x="958" y="2330"/>
                      <a:pt x="962" y="2318"/>
                      <a:pt x="966" y="2306"/>
                    </a:cubicBezTo>
                    <a:lnTo>
                      <a:pt x="966" y="2306"/>
                    </a:lnTo>
                    <a:cubicBezTo>
                      <a:pt x="1013" y="2432"/>
                      <a:pt x="1066" y="2553"/>
                      <a:pt x="1124" y="2674"/>
                    </a:cubicBezTo>
                    <a:cubicBezTo>
                      <a:pt x="1124" y="2678"/>
                      <a:pt x="1129" y="2682"/>
                      <a:pt x="1132" y="2689"/>
                    </a:cubicBezTo>
                    <a:cubicBezTo>
                      <a:pt x="1136" y="2693"/>
                      <a:pt x="1140" y="2698"/>
                      <a:pt x="1148" y="2702"/>
                    </a:cubicBezTo>
                    <a:cubicBezTo>
                      <a:pt x="1156" y="2705"/>
                      <a:pt x="1164" y="2709"/>
                      <a:pt x="1167" y="2709"/>
                    </a:cubicBezTo>
                    <a:cubicBezTo>
                      <a:pt x="1180" y="2709"/>
                      <a:pt x="1187" y="2705"/>
                      <a:pt x="1191" y="2705"/>
                    </a:cubicBezTo>
                    <a:cubicBezTo>
                      <a:pt x="1231" y="2689"/>
                      <a:pt x="1258" y="2662"/>
                      <a:pt x="1274" y="2627"/>
                    </a:cubicBezTo>
                    <a:cubicBezTo>
                      <a:pt x="1294" y="2595"/>
                      <a:pt x="1302" y="2556"/>
                      <a:pt x="1302" y="2520"/>
                    </a:cubicBezTo>
                    <a:lnTo>
                      <a:pt x="1302" y="2512"/>
                    </a:lnTo>
                    <a:cubicBezTo>
                      <a:pt x="1298" y="2438"/>
                      <a:pt x="1271" y="2367"/>
                      <a:pt x="1255" y="2303"/>
                    </a:cubicBezTo>
                    <a:cubicBezTo>
                      <a:pt x="1235" y="2220"/>
                      <a:pt x="1235" y="2130"/>
                      <a:pt x="1215" y="2043"/>
                    </a:cubicBezTo>
                    <a:cubicBezTo>
                      <a:pt x="1187" y="1936"/>
                      <a:pt x="1136" y="1841"/>
                      <a:pt x="1105" y="1747"/>
                    </a:cubicBezTo>
                    <a:cubicBezTo>
                      <a:pt x="1085" y="1696"/>
                      <a:pt x="1077" y="1645"/>
                      <a:pt x="1077" y="1590"/>
                    </a:cubicBezTo>
                    <a:cubicBezTo>
                      <a:pt x="1077" y="1495"/>
                      <a:pt x="1100" y="1397"/>
                      <a:pt x="1129" y="1297"/>
                    </a:cubicBezTo>
                    <a:cubicBezTo>
                      <a:pt x="1152" y="1199"/>
                      <a:pt x="1184" y="1100"/>
                      <a:pt x="1203" y="1010"/>
                    </a:cubicBezTo>
                    <a:cubicBezTo>
                      <a:pt x="1231" y="884"/>
                      <a:pt x="1258" y="749"/>
                      <a:pt x="1258" y="620"/>
                    </a:cubicBezTo>
                    <a:cubicBezTo>
                      <a:pt x="1258" y="556"/>
                      <a:pt x="1255" y="489"/>
                      <a:pt x="1235" y="427"/>
                    </a:cubicBezTo>
                    <a:cubicBezTo>
                      <a:pt x="1203" y="316"/>
                      <a:pt x="1129" y="217"/>
                      <a:pt x="1049" y="146"/>
                    </a:cubicBezTo>
                    <a:cubicBezTo>
                      <a:pt x="1018" y="114"/>
                      <a:pt x="978" y="79"/>
                      <a:pt x="935" y="52"/>
                    </a:cubicBezTo>
                    <a:cubicBezTo>
                      <a:pt x="892" y="20"/>
                      <a:pt x="845" y="1"/>
                      <a:pt x="793"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3" name="Google Shape;2523;p53"/>
              <p:cNvSpPr/>
              <p:nvPr/>
            </p:nvSpPr>
            <p:spPr>
              <a:xfrm>
                <a:off x="3727007" y="5964984"/>
                <a:ext cx="19777" cy="297006"/>
              </a:xfrm>
              <a:custGeom>
                <a:rect b="b" l="l" r="r" t="t"/>
                <a:pathLst>
                  <a:path extrusionOk="0" h="856" w="57">
                    <a:moveTo>
                      <a:pt x="24" y="0"/>
                    </a:moveTo>
                    <a:cubicBezTo>
                      <a:pt x="13" y="0"/>
                      <a:pt x="5" y="12"/>
                      <a:pt x="5" y="24"/>
                    </a:cubicBezTo>
                    <a:cubicBezTo>
                      <a:pt x="1" y="106"/>
                      <a:pt x="1" y="186"/>
                      <a:pt x="1" y="264"/>
                    </a:cubicBezTo>
                    <a:cubicBezTo>
                      <a:pt x="1" y="454"/>
                      <a:pt x="5" y="635"/>
                      <a:pt x="13" y="832"/>
                    </a:cubicBezTo>
                    <a:cubicBezTo>
                      <a:pt x="13" y="844"/>
                      <a:pt x="24" y="856"/>
                      <a:pt x="37" y="856"/>
                    </a:cubicBezTo>
                    <a:cubicBezTo>
                      <a:pt x="48" y="852"/>
                      <a:pt x="56" y="844"/>
                      <a:pt x="56" y="832"/>
                    </a:cubicBezTo>
                    <a:cubicBezTo>
                      <a:pt x="48" y="635"/>
                      <a:pt x="44" y="454"/>
                      <a:pt x="44" y="264"/>
                    </a:cubicBezTo>
                    <a:cubicBezTo>
                      <a:pt x="44" y="186"/>
                      <a:pt x="48" y="106"/>
                      <a:pt x="48" y="24"/>
                    </a:cubicBezTo>
                    <a:cubicBezTo>
                      <a:pt x="48" y="12"/>
                      <a:pt x="37" y="0"/>
                      <a:pt x="2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4" name="Google Shape;2524;p53"/>
              <p:cNvSpPr/>
              <p:nvPr/>
            </p:nvSpPr>
            <p:spPr>
              <a:xfrm>
                <a:off x="3798135" y="5972617"/>
                <a:ext cx="26370" cy="401791"/>
              </a:xfrm>
              <a:custGeom>
                <a:rect b="b" l="l" r="r" t="t"/>
                <a:pathLst>
                  <a:path extrusionOk="0" h="1158" w="76">
                    <a:moveTo>
                      <a:pt x="50" y="1"/>
                    </a:moveTo>
                    <a:cubicBezTo>
                      <a:pt x="41" y="1"/>
                      <a:pt x="32" y="8"/>
                      <a:pt x="32" y="22"/>
                    </a:cubicBezTo>
                    <a:cubicBezTo>
                      <a:pt x="8" y="191"/>
                      <a:pt x="1" y="357"/>
                      <a:pt x="1" y="519"/>
                    </a:cubicBezTo>
                    <a:cubicBezTo>
                      <a:pt x="1" y="723"/>
                      <a:pt x="13" y="925"/>
                      <a:pt x="13" y="1138"/>
                    </a:cubicBezTo>
                    <a:cubicBezTo>
                      <a:pt x="13" y="1149"/>
                      <a:pt x="25" y="1157"/>
                      <a:pt x="37" y="1157"/>
                    </a:cubicBezTo>
                    <a:cubicBezTo>
                      <a:pt x="48" y="1157"/>
                      <a:pt x="61" y="1149"/>
                      <a:pt x="56" y="1138"/>
                    </a:cubicBezTo>
                    <a:cubicBezTo>
                      <a:pt x="56" y="921"/>
                      <a:pt x="44" y="719"/>
                      <a:pt x="44" y="519"/>
                    </a:cubicBezTo>
                    <a:cubicBezTo>
                      <a:pt x="44" y="357"/>
                      <a:pt x="52" y="195"/>
                      <a:pt x="76" y="26"/>
                    </a:cubicBezTo>
                    <a:cubicBezTo>
                      <a:pt x="76" y="13"/>
                      <a:pt x="68" y="2"/>
                      <a:pt x="56" y="2"/>
                    </a:cubicBezTo>
                    <a:cubicBezTo>
                      <a:pt x="54" y="1"/>
                      <a:pt x="52" y="1"/>
                      <a:pt x="50"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5" name="Google Shape;2525;p53"/>
              <p:cNvSpPr/>
              <p:nvPr/>
            </p:nvSpPr>
            <p:spPr>
              <a:xfrm>
                <a:off x="3654838" y="2766651"/>
                <a:ext cx="1209537" cy="2842725"/>
              </a:xfrm>
              <a:custGeom>
                <a:rect b="b" l="l" r="r" t="t"/>
                <a:pathLst>
                  <a:path extrusionOk="0" h="8193" w="3486">
                    <a:moveTo>
                      <a:pt x="2565" y="1"/>
                    </a:moveTo>
                    <a:cubicBezTo>
                      <a:pt x="2084" y="1"/>
                      <a:pt x="1525" y="446"/>
                      <a:pt x="1262" y="748"/>
                    </a:cubicBezTo>
                    <a:cubicBezTo>
                      <a:pt x="950" y="1115"/>
                      <a:pt x="647" y="1522"/>
                      <a:pt x="639" y="2018"/>
                    </a:cubicBezTo>
                    <a:cubicBezTo>
                      <a:pt x="634" y="2444"/>
                      <a:pt x="651" y="2846"/>
                      <a:pt x="505" y="3252"/>
                    </a:cubicBezTo>
                    <a:cubicBezTo>
                      <a:pt x="370" y="3635"/>
                      <a:pt x="126" y="3903"/>
                      <a:pt x="157" y="4332"/>
                    </a:cubicBezTo>
                    <a:cubicBezTo>
                      <a:pt x="170" y="4541"/>
                      <a:pt x="272" y="4786"/>
                      <a:pt x="213" y="4987"/>
                    </a:cubicBezTo>
                    <a:cubicBezTo>
                      <a:pt x="138" y="5244"/>
                      <a:pt x="0" y="5405"/>
                      <a:pt x="48" y="5693"/>
                    </a:cubicBezTo>
                    <a:cubicBezTo>
                      <a:pt x="71" y="5851"/>
                      <a:pt x="138" y="6004"/>
                      <a:pt x="134" y="6162"/>
                    </a:cubicBezTo>
                    <a:cubicBezTo>
                      <a:pt x="130" y="6336"/>
                      <a:pt x="43" y="6505"/>
                      <a:pt x="63" y="6674"/>
                    </a:cubicBezTo>
                    <a:cubicBezTo>
                      <a:pt x="83" y="6852"/>
                      <a:pt x="213" y="6994"/>
                      <a:pt x="252" y="7167"/>
                    </a:cubicBezTo>
                    <a:cubicBezTo>
                      <a:pt x="312" y="7404"/>
                      <a:pt x="190" y="7641"/>
                      <a:pt x="150" y="7881"/>
                    </a:cubicBezTo>
                    <a:cubicBezTo>
                      <a:pt x="146" y="7917"/>
                      <a:pt x="142" y="7961"/>
                      <a:pt x="166" y="7988"/>
                    </a:cubicBezTo>
                    <a:cubicBezTo>
                      <a:pt x="201" y="8035"/>
                      <a:pt x="332" y="8126"/>
                      <a:pt x="386" y="8141"/>
                    </a:cubicBezTo>
                    <a:cubicBezTo>
                      <a:pt x="485" y="8176"/>
                      <a:pt x="585" y="8192"/>
                      <a:pt x="685" y="8192"/>
                    </a:cubicBezTo>
                    <a:cubicBezTo>
                      <a:pt x="890" y="8192"/>
                      <a:pt x="1093" y="8123"/>
                      <a:pt x="1273" y="8012"/>
                    </a:cubicBezTo>
                    <a:cubicBezTo>
                      <a:pt x="1329" y="7550"/>
                      <a:pt x="1479" y="7049"/>
                      <a:pt x="1664" y="6683"/>
                    </a:cubicBezTo>
                    <a:cubicBezTo>
                      <a:pt x="1822" y="6375"/>
                      <a:pt x="1995" y="6088"/>
                      <a:pt x="2070" y="5744"/>
                    </a:cubicBezTo>
                    <a:cubicBezTo>
                      <a:pt x="2204" y="5133"/>
                      <a:pt x="1944" y="4498"/>
                      <a:pt x="2086" y="3887"/>
                    </a:cubicBezTo>
                    <a:cubicBezTo>
                      <a:pt x="2224" y="3304"/>
                      <a:pt x="2441" y="2743"/>
                      <a:pt x="2669" y="2195"/>
                    </a:cubicBezTo>
                    <a:cubicBezTo>
                      <a:pt x="2772" y="1947"/>
                      <a:pt x="2831" y="1758"/>
                      <a:pt x="3040" y="1593"/>
                    </a:cubicBezTo>
                    <a:cubicBezTo>
                      <a:pt x="3194" y="1466"/>
                      <a:pt x="3336" y="1415"/>
                      <a:pt x="3384" y="1198"/>
                    </a:cubicBezTo>
                    <a:cubicBezTo>
                      <a:pt x="3486" y="689"/>
                      <a:pt x="3293" y="271"/>
                      <a:pt x="2839" y="59"/>
                    </a:cubicBezTo>
                    <a:cubicBezTo>
                      <a:pt x="2753" y="19"/>
                      <a:pt x="2661" y="1"/>
                      <a:pt x="2565" y="1"/>
                    </a:cubicBezTo>
                    <a:close/>
                  </a:path>
                </a:pathLst>
              </a:cu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6" name="Google Shape;2526;p53"/>
              <p:cNvSpPr/>
              <p:nvPr/>
            </p:nvSpPr>
            <p:spPr>
              <a:xfrm>
                <a:off x="3660042" y="2759365"/>
                <a:ext cx="1185250" cy="2858339"/>
              </a:xfrm>
              <a:custGeom>
                <a:rect b="b" l="l" r="r" t="t"/>
                <a:pathLst>
                  <a:path extrusionOk="0" h="8238" w="3416">
                    <a:moveTo>
                      <a:pt x="2548" y="44"/>
                    </a:moveTo>
                    <a:cubicBezTo>
                      <a:pt x="2643" y="44"/>
                      <a:pt x="2734" y="60"/>
                      <a:pt x="2816" y="99"/>
                    </a:cubicBezTo>
                    <a:cubicBezTo>
                      <a:pt x="2998" y="186"/>
                      <a:pt x="3136" y="304"/>
                      <a:pt x="3230" y="450"/>
                    </a:cubicBezTo>
                    <a:cubicBezTo>
                      <a:pt x="3325" y="596"/>
                      <a:pt x="3372" y="769"/>
                      <a:pt x="3372" y="959"/>
                    </a:cubicBezTo>
                    <a:cubicBezTo>
                      <a:pt x="3372" y="1041"/>
                      <a:pt x="3364" y="1128"/>
                      <a:pt x="3345" y="1215"/>
                    </a:cubicBezTo>
                    <a:cubicBezTo>
                      <a:pt x="3333" y="1266"/>
                      <a:pt x="3317" y="1310"/>
                      <a:pt x="3298" y="1345"/>
                    </a:cubicBezTo>
                    <a:cubicBezTo>
                      <a:pt x="3265" y="1396"/>
                      <a:pt x="3227" y="1436"/>
                      <a:pt x="3175" y="1472"/>
                    </a:cubicBezTo>
                    <a:cubicBezTo>
                      <a:pt x="3127" y="1510"/>
                      <a:pt x="3072" y="1546"/>
                      <a:pt x="3014" y="1594"/>
                    </a:cubicBezTo>
                    <a:cubicBezTo>
                      <a:pt x="2907" y="1680"/>
                      <a:pt x="2836" y="1771"/>
                      <a:pt x="2781" y="1874"/>
                    </a:cubicBezTo>
                    <a:cubicBezTo>
                      <a:pt x="2730" y="1976"/>
                      <a:pt x="2686" y="2087"/>
                      <a:pt x="2635" y="2209"/>
                    </a:cubicBezTo>
                    <a:cubicBezTo>
                      <a:pt x="2406" y="2757"/>
                      <a:pt x="2189" y="3321"/>
                      <a:pt x="2051" y="3904"/>
                    </a:cubicBezTo>
                    <a:cubicBezTo>
                      <a:pt x="2020" y="4046"/>
                      <a:pt x="2008" y="4188"/>
                      <a:pt x="2008" y="4330"/>
                    </a:cubicBezTo>
                    <a:cubicBezTo>
                      <a:pt x="2008" y="4677"/>
                      <a:pt x="2075" y="5024"/>
                      <a:pt x="2075" y="5363"/>
                    </a:cubicBezTo>
                    <a:cubicBezTo>
                      <a:pt x="2075" y="5497"/>
                      <a:pt x="2063" y="5631"/>
                      <a:pt x="2035" y="5761"/>
                    </a:cubicBezTo>
                    <a:cubicBezTo>
                      <a:pt x="1960" y="6100"/>
                      <a:pt x="1787" y="6384"/>
                      <a:pt x="1629" y="6695"/>
                    </a:cubicBezTo>
                    <a:cubicBezTo>
                      <a:pt x="1445" y="7060"/>
                      <a:pt x="1296" y="7560"/>
                      <a:pt x="1236" y="8023"/>
                    </a:cubicBezTo>
                    <a:lnTo>
                      <a:pt x="1236" y="8023"/>
                    </a:lnTo>
                    <a:cubicBezTo>
                      <a:pt x="1057" y="8126"/>
                      <a:pt x="864" y="8191"/>
                      <a:pt x="667" y="8191"/>
                    </a:cubicBezTo>
                    <a:cubicBezTo>
                      <a:pt x="572" y="8191"/>
                      <a:pt x="474" y="8178"/>
                      <a:pt x="379" y="8143"/>
                    </a:cubicBezTo>
                    <a:cubicBezTo>
                      <a:pt x="368" y="8139"/>
                      <a:pt x="352" y="8131"/>
                      <a:pt x="332" y="8120"/>
                    </a:cubicBezTo>
                    <a:cubicBezTo>
                      <a:pt x="300" y="8104"/>
                      <a:pt x="265" y="8080"/>
                      <a:pt x="233" y="8056"/>
                    </a:cubicBezTo>
                    <a:cubicBezTo>
                      <a:pt x="217" y="8044"/>
                      <a:pt x="206" y="8033"/>
                      <a:pt x="194" y="8025"/>
                    </a:cubicBezTo>
                    <a:cubicBezTo>
                      <a:pt x="182" y="8013"/>
                      <a:pt x="175" y="8005"/>
                      <a:pt x="166" y="7997"/>
                    </a:cubicBezTo>
                    <a:cubicBezTo>
                      <a:pt x="162" y="7989"/>
                      <a:pt x="159" y="7982"/>
                      <a:pt x="159" y="7973"/>
                    </a:cubicBezTo>
                    <a:cubicBezTo>
                      <a:pt x="155" y="7965"/>
                      <a:pt x="155" y="7958"/>
                      <a:pt x="155" y="7946"/>
                    </a:cubicBezTo>
                    <a:cubicBezTo>
                      <a:pt x="155" y="7934"/>
                      <a:pt x="155" y="7918"/>
                      <a:pt x="159" y="7907"/>
                    </a:cubicBezTo>
                    <a:cubicBezTo>
                      <a:pt x="175" y="7812"/>
                      <a:pt x="202" y="7713"/>
                      <a:pt x="230" y="7614"/>
                    </a:cubicBezTo>
                    <a:cubicBezTo>
                      <a:pt x="253" y="7516"/>
                      <a:pt x="277" y="7418"/>
                      <a:pt x="277" y="7319"/>
                    </a:cubicBezTo>
                    <a:cubicBezTo>
                      <a:pt x="277" y="7276"/>
                      <a:pt x="273" y="7228"/>
                      <a:pt x="261" y="7185"/>
                    </a:cubicBezTo>
                    <a:cubicBezTo>
                      <a:pt x="237" y="7094"/>
                      <a:pt x="194" y="7015"/>
                      <a:pt x="155" y="6937"/>
                    </a:cubicBezTo>
                    <a:cubicBezTo>
                      <a:pt x="115" y="6853"/>
                      <a:pt x="80" y="6779"/>
                      <a:pt x="71" y="6695"/>
                    </a:cubicBezTo>
                    <a:cubicBezTo>
                      <a:pt x="68" y="6677"/>
                      <a:pt x="68" y="6660"/>
                      <a:pt x="68" y="6644"/>
                    </a:cubicBezTo>
                    <a:cubicBezTo>
                      <a:pt x="68" y="6570"/>
                      <a:pt x="84" y="6495"/>
                      <a:pt x="104" y="6420"/>
                    </a:cubicBezTo>
                    <a:cubicBezTo>
                      <a:pt x="119" y="6345"/>
                      <a:pt x="139" y="6266"/>
                      <a:pt x="142" y="6183"/>
                    </a:cubicBezTo>
                    <a:lnTo>
                      <a:pt x="142" y="6171"/>
                    </a:lnTo>
                    <a:cubicBezTo>
                      <a:pt x="142" y="6089"/>
                      <a:pt x="127" y="6014"/>
                      <a:pt x="107" y="5935"/>
                    </a:cubicBezTo>
                    <a:cubicBezTo>
                      <a:pt x="88" y="5860"/>
                      <a:pt x="64" y="5785"/>
                      <a:pt x="52" y="5710"/>
                    </a:cubicBezTo>
                    <a:cubicBezTo>
                      <a:pt x="48" y="5671"/>
                      <a:pt x="44" y="5636"/>
                      <a:pt x="44" y="5600"/>
                    </a:cubicBezTo>
                    <a:cubicBezTo>
                      <a:pt x="44" y="5494"/>
                      <a:pt x="71" y="5403"/>
                      <a:pt x="107" y="5312"/>
                    </a:cubicBezTo>
                    <a:cubicBezTo>
                      <a:pt x="139" y="5221"/>
                      <a:pt x="186" y="5126"/>
                      <a:pt x="217" y="5016"/>
                    </a:cubicBezTo>
                    <a:cubicBezTo>
                      <a:pt x="233" y="4965"/>
                      <a:pt x="237" y="4917"/>
                      <a:pt x="237" y="4866"/>
                    </a:cubicBezTo>
                    <a:cubicBezTo>
                      <a:pt x="237" y="4779"/>
                      <a:pt x="222" y="4693"/>
                      <a:pt x="202" y="4602"/>
                    </a:cubicBezTo>
                    <a:cubicBezTo>
                      <a:pt x="186" y="4515"/>
                      <a:pt x="166" y="4433"/>
                      <a:pt x="162" y="4353"/>
                    </a:cubicBezTo>
                    <a:cubicBezTo>
                      <a:pt x="162" y="4330"/>
                      <a:pt x="159" y="4306"/>
                      <a:pt x="159" y="4282"/>
                    </a:cubicBezTo>
                    <a:cubicBezTo>
                      <a:pt x="159" y="4093"/>
                      <a:pt x="213" y="3932"/>
                      <a:pt x="284" y="3774"/>
                    </a:cubicBezTo>
                    <a:cubicBezTo>
                      <a:pt x="359" y="3620"/>
                      <a:pt x="446" y="3463"/>
                      <a:pt x="510" y="3281"/>
                    </a:cubicBezTo>
                    <a:cubicBezTo>
                      <a:pt x="655" y="2867"/>
                      <a:pt x="639" y="2465"/>
                      <a:pt x="648" y="2039"/>
                    </a:cubicBezTo>
                    <a:cubicBezTo>
                      <a:pt x="652" y="1794"/>
                      <a:pt x="726" y="1574"/>
                      <a:pt x="841" y="1365"/>
                    </a:cubicBezTo>
                    <a:cubicBezTo>
                      <a:pt x="955" y="1159"/>
                      <a:pt x="1109" y="966"/>
                      <a:pt x="1267" y="785"/>
                    </a:cubicBezTo>
                    <a:cubicBezTo>
                      <a:pt x="1396" y="635"/>
                      <a:pt x="1598" y="450"/>
                      <a:pt x="1831" y="300"/>
                    </a:cubicBezTo>
                    <a:cubicBezTo>
                      <a:pt x="2059" y="154"/>
                      <a:pt x="2315" y="44"/>
                      <a:pt x="2548" y="44"/>
                    </a:cubicBezTo>
                    <a:close/>
                    <a:moveTo>
                      <a:pt x="2548" y="0"/>
                    </a:moveTo>
                    <a:cubicBezTo>
                      <a:pt x="2304" y="0"/>
                      <a:pt x="2039" y="115"/>
                      <a:pt x="1807" y="265"/>
                    </a:cubicBezTo>
                    <a:cubicBezTo>
                      <a:pt x="1570" y="415"/>
                      <a:pt x="1365" y="604"/>
                      <a:pt x="1231" y="757"/>
                    </a:cubicBezTo>
                    <a:cubicBezTo>
                      <a:pt x="1074" y="939"/>
                      <a:pt x="919" y="1132"/>
                      <a:pt x="801" y="1345"/>
                    </a:cubicBezTo>
                    <a:cubicBezTo>
                      <a:pt x="687" y="1558"/>
                      <a:pt x="608" y="1787"/>
                      <a:pt x="604" y="2039"/>
                    </a:cubicBezTo>
                    <a:cubicBezTo>
                      <a:pt x="596" y="2465"/>
                      <a:pt x="612" y="2863"/>
                      <a:pt x="470" y="3270"/>
                    </a:cubicBezTo>
                    <a:cubicBezTo>
                      <a:pt x="406" y="3443"/>
                      <a:pt x="320" y="3596"/>
                      <a:pt x="246" y="3758"/>
                    </a:cubicBezTo>
                    <a:cubicBezTo>
                      <a:pt x="175" y="3916"/>
                      <a:pt x="115" y="4082"/>
                      <a:pt x="115" y="4282"/>
                    </a:cubicBezTo>
                    <a:cubicBezTo>
                      <a:pt x="115" y="4306"/>
                      <a:pt x="119" y="4330"/>
                      <a:pt x="119" y="4358"/>
                    </a:cubicBezTo>
                    <a:cubicBezTo>
                      <a:pt x="127" y="4440"/>
                      <a:pt x="142" y="4527"/>
                      <a:pt x="162" y="4613"/>
                    </a:cubicBezTo>
                    <a:cubicBezTo>
                      <a:pt x="178" y="4701"/>
                      <a:pt x="194" y="4784"/>
                      <a:pt x="194" y="4866"/>
                    </a:cubicBezTo>
                    <a:cubicBezTo>
                      <a:pt x="194" y="4913"/>
                      <a:pt x="190" y="4961"/>
                      <a:pt x="175" y="5004"/>
                    </a:cubicBezTo>
                    <a:cubicBezTo>
                      <a:pt x="142" y="5110"/>
                      <a:pt x="99" y="5201"/>
                      <a:pt x="64" y="5296"/>
                    </a:cubicBezTo>
                    <a:cubicBezTo>
                      <a:pt x="28" y="5387"/>
                      <a:pt x="1" y="5485"/>
                      <a:pt x="1" y="5600"/>
                    </a:cubicBezTo>
                    <a:cubicBezTo>
                      <a:pt x="1" y="5636"/>
                      <a:pt x="4" y="5674"/>
                      <a:pt x="9" y="5718"/>
                    </a:cubicBezTo>
                    <a:cubicBezTo>
                      <a:pt x="24" y="5796"/>
                      <a:pt x="44" y="5872"/>
                      <a:pt x="64" y="5947"/>
                    </a:cubicBezTo>
                    <a:cubicBezTo>
                      <a:pt x="84" y="6022"/>
                      <a:pt x="99" y="6096"/>
                      <a:pt x="99" y="6171"/>
                    </a:cubicBezTo>
                    <a:lnTo>
                      <a:pt x="99" y="6183"/>
                    </a:lnTo>
                    <a:cubicBezTo>
                      <a:pt x="95" y="6258"/>
                      <a:pt x="75" y="6333"/>
                      <a:pt x="60" y="6408"/>
                    </a:cubicBezTo>
                    <a:cubicBezTo>
                      <a:pt x="40" y="6487"/>
                      <a:pt x="24" y="6562"/>
                      <a:pt x="24" y="6644"/>
                    </a:cubicBezTo>
                    <a:cubicBezTo>
                      <a:pt x="24" y="6660"/>
                      <a:pt x="24" y="6680"/>
                      <a:pt x="28" y="6700"/>
                    </a:cubicBezTo>
                    <a:cubicBezTo>
                      <a:pt x="36" y="6790"/>
                      <a:pt x="75" y="6873"/>
                      <a:pt x="119" y="6956"/>
                    </a:cubicBezTo>
                    <a:cubicBezTo>
                      <a:pt x="159" y="7035"/>
                      <a:pt x="198" y="7110"/>
                      <a:pt x="217" y="7192"/>
                    </a:cubicBezTo>
                    <a:cubicBezTo>
                      <a:pt x="230" y="7236"/>
                      <a:pt x="233" y="7276"/>
                      <a:pt x="233" y="7319"/>
                    </a:cubicBezTo>
                    <a:cubicBezTo>
                      <a:pt x="233" y="7414"/>
                      <a:pt x="210" y="7508"/>
                      <a:pt x="186" y="7603"/>
                    </a:cubicBezTo>
                    <a:cubicBezTo>
                      <a:pt x="162" y="7701"/>
                      <a:pt x="131" y="7800"/>
                      <a:pt x="115" y="7898"/>
                    </a:cubicBezTo>
                    <a:cubicBezTo>
                      <a:pt x="111" y="7914"/>
                      <a:pt x="111" y="7930"/>
                      <a:pt x="111" y="7946"/>
                    </a:cubicBezTo>
                    <a:cubicBezTo>
                      <a:pt x="111" y="7962"/>
                      <a:pt x="111" y="7973"/>
                      <a:pt x="115" y="7985"/>
                    </a:cubicBezTo>
                    <a:cubicBezTo>
                      <a:pt x="119" y="7997"/>
                      <a:pt x="123" y="8013"/>
                      <a:pt x="131" y="8025"/>
                    </a:cubicBezTo>
                    <a:cubicBezTo>
                      <a:pt x="142" y="8036"/>
                      <a:pt x="159" y="8053"/>
                      <a:pt x="178" y="8068"/>
                    </a:cubicBezTo>
                    <a:cubicBezTo>
                      <a:pt x="206" y="8091"/>
                      <a:pt x="241" y="8115"/>
                      <a:pt x="277" y="8139"/>
                    </a:cubicBezTo>
                    <a:cubicBezTo>
                      <a:pt x="308" y="8158"/>
                      <a:pt x="340" y="8178"/>
                      <a:pt x="368" y="8186"/>
                    </a:cubicBezTo>
                    <a:cubicBezTo>
                      <a:pt x="466" y="8218"/>
                      <a:pt x="565" y="8238"/>
                      <a:pt x="667" y="8238"/>
                    </a:cubicBezTo>
                    <a:cubicBezTo>
                      <a:pt x="876" y="8238"/>
                      <a:pt x="1085" y="8162"/>
                      <a:pt x="1271" y="8053"/>
                    </a:cubicBezTo>
                    <a:cubicBezTo>
                      <a:pt x="1274" y="8049"/>
                      <a:pt x="1278" y="8044"/>
                      <a:pt x="1278" y="8036"/>
                    </a:cubicBezTo>
                    <a:cubicBezTo>
                      <a:pt x="1334" y="7576"/>
                      <a:pt x="1483" y="7074"/>
                      <a:pt x="1669" y="6715"/>
                    </a:cubicBezTo>
                    <a:cubicBezTo>
                      <a:pt x="1826" y="6408"/>
                      <a:pt x="2000" y="6120"/>
                      <a:pt x="2079" y="5769"/>
                    </a:cubicBezTo>
                    <a:cubicBezTo>
                      <a:pt x="2106" y="5636"/>
                      <a:pt x="2118" y="5497"/>
                      <a:pt x="2118" y="5363"/>
                    </a:cubicBezTo>
                    <a:cubicBezTo>
                      <a:pt x="2118" y="5016"/>
                      <a:pt x="2051" y="4673"/>
                      <a:pt x="2051" y="4330"/>
                    </a:cubicBezTo>
                    <a:cubicBezTo>
                      <a:pt x="2051" y="4192"/>
                      <a:pt x="2063" y="4050"/>
                      <a:pt x="2095" y="3912"/>
                    </a:cubicBezTo>
                    <a:cubicBezTo>
                      <a:pt x="2228" y="3332"/>
                      <a:pt x="2446" y="2777"/>
                      <a:pt x="2674" y="2224"/>
                    </a:cubicBezTo>
                    <a:cubicBezTo>
                      <a:pt x="2730" y="2102"/>
                      <a:pt x="2769" y="1992"/>
                      <a:pt x="2820" y="1893"/>
                    </a:cubicBezTo>
                    <a:cubicBezTo>
                      <a:pt x="2872" y="1798"/>
                      <a:pt x="2938" y="1712"/>
                      <a:pt x="3041" y="1629"/>
                    </a:cubicBezTo>
                    <a:cubicBezTo>
                      <a:pt x="3116" y="1566"/>
                      <a:pt x="3191" y="1523"/>
                      <a:pt x="3254" y="1467"/>
                    </a:cubicBezTo>
                    <a:cubicBezTo>
                      <a:pt x="3285" y="1439"/>
                      <a:pt x="3313" y="1404"/>
                      <a:pt x="3336" y="1365"/>
                    </a:cubicBezTo>
                    <a:cubicBezTo>
                      <a:pt x="3360" y="1325"/>
                      <a:pt x="3376" y="1282"/>
                      <a:pt x="3387" y="1223"/>
                    </a:cubicBezTo>
                    <a:cubicBezTo>
                      <a:pt x="3407" y="1132"/>
                      <a:pt x="3416" y="1046"/>
                      <a:pt x="3416" y="959"/>
                    </a:cubicBezTo>
                    <a:cubicBezTo>
                      <a:pt x="3416" y="762"/>
                      <a:pt x="3364" y="580"/>
                      <a:pt x="3265" y="426"/>
                    </a:cubicBezTo>
                    <a:cubicBezTo>
                      <a:pt x="3167" y="276"/>
                      <a:pt x="3021" y="150"/>
                      <a:pt x="2832" y="60"/>
                    </a:cubicBezTo>
                    <a:cubicBezTo>
                      <a:pt x="2745" y="20"/>
                      <a:pt x="2646" y="0"/>
                      <a:pt x="2548"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7" name="Google Shape;2527;p53"/>
              <p:cNvSpPr/>
              <p:nvPr/>
            </p:nvSpPr>
            <p:spPr>
              <a:xfrm>
                <a:off x="3673921" y="4129187"/>
                <a:ext cx="2609214" cy="3097748"/>
              </a:xfrm>
              <a:custGeom>
                <a:rect b="b" l="l" r="r" t="t"/>
                <a:pathLst>
                  <a:path extrusionOk="0" h="8928" w="7520">
                    <a:moveTo>
                      <a:pt x="3874" y="1"/>
                    </a:moveTo>
                    <a:cubicBezTo>
                      <a:pt x="3596" y="1"/>
                      <a:pt x="3315" y="58"/>
                      <a:pt x="3036" y="189"/>
                    </a:cubicBezTo>
                    <a:cubicBezTo>
                      <a:pt x="2532" y="429"/>
                      <a:pt x="2173" y="907"/>
                      <a:pt x="1948" y="1419"/>
                    </a:cubicBezTo>
                    <a:cubicBezTo>
                      <a:pt x="1720" y="1932"/>
                      <a:pt x="1605" y="2483"/>
                      <a:pt x="1443" y="3020"/>
                    </a:cubicBezTo>
                    <a:cubicBezTo>
                      <a:pt x="1160" y="3974"/>
                      <a:pt x="734" y="4881"/>
                      <a:pt x="490" y="5843"/>
                    </a:cubicBezTo>
                    <a:cubicBezTo>
                      <a:pt x="264" y="6722"/>
                      <a:pt x="0" y="7941"/>
                      <a:pt x="158" y="8840"/>
                    </a:cubicBezTo>
                    <a:cubicBezTo>
                      <a:pt x="844" y="8927"/>
                      <a:pt x="1558" y="8911"/>
                      <a:pt x="2248" y="8922"/>
                    </a:cubicBezTo>
                    <a:cubicBezTo>
                      <a:pt x="2313" y="8923"/>
                      <a:pt x="2378" y="8924"/>
                      <a:pt x="2443" y="8924"/>
                    </a:cubicBezTo>
                    <a:cubicBezTo>
                      <a:pt x="2733" y="8924"/>
                      <a:pt x="3024" y="8910"/>
                      <a:pt x="3305" y="8832"/>
                    </a:cubicBezTo>
                    <a:cubicBezTo>
                      <a:pt x="3371" y="8813"/>
                      <a:pt x="3447" y="8785"/>
                      <a:pt x="3486" y="8726"/>
                    </a:cubicBezTo>
                    <a:cubicBezTo>
                      <a:pt x="3509" y="8691"/>
                      <a:pt x="3522" y="8643"/>
                      <a:pt x="3529" y="8600"/>
                    </a:cubicBezTo>
                    <a:cubicBezTo>
                      <a:pt x="3758" y="7337"/>
                      <a:pt x="3675" y="5965"/>
                      <a:pt x="3702" y="4680"/>
                    </a:cubicBezTo>
                    <a:lnTo>
                      <a:pt x="3702" y="4680"/>
                    </a:lnTo>
                    <a:cubicBezTo>
                      <a:pt x="3999" y="4751"/>
                      <a:pt x="3844" y="5410"/>
                      <a:pt x="3853" y="5784"/>
                    </a:cubicBezTo>
                    <a:cubicBezTo>
                      <a:pt x="3873" y="6817"/>
                      <a:pt x="3900" y="7854"/>
                      <a:pt x="3904" y="8891"/>
                    </a:cubicBezTo>
                    <a:cubicBezTo>
                      <a:pt x="5071" y="8875"/>
                      <a:pt x="6384" y="8907"/>
                      <a:pt x="7520" y="8651"/>
                    </a:cubicBezTo>
                    <a:cubicBezTo>
                      <a:pt x="7311" y="8185"/>
                      <a:pt x="7318" y="7499"/>
                      <a:pt x="7236" y="6991"/>
                    </a:cubicBezTo>
                    <a:cubicBezTo>
                      <a:pt x="7138" y="6360"/>
                      <a:pt x="7034" y="5733"/>
                      <a:pt x="6936" y="5102"/>
                    </a:cubicBezTo>
                    <a:cubicBezTo>
                      <a:pt x="6916" y="4991"/>
                      <a:pt x="6901" y="4877"/>
                      <a:pt x="6881" y="4763"/>
                    </a:cubicBezTo>
                    <a:cubicBezTo>
                      <a:pt x="6759" y="4010"/>
                      <a:pt x="6999" y="2996"/>
                      <a:pt x="6739" y="2283"/>
                    </a:cubicBezTo>
                    <a:cubicBezTo>
                      <a:pt x="6372" y="1257"/>
                      <a:pt x="5168" y="1"/>
                      <a:pt x="387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8" name="Google Shape;2528;p53"/>
              <p:cNvSpPr/>
              <p:nvPr/>
            </p:nvSpPr>
            <p:spPr>
              <a:xfrm>
                <a:off x="3704107" y="4121900"/>
                <a:ext cx="2587355" cy="3113015"/>
              </a:xfrm>
              <a:custGeom>
                <a:rect b="b" l="l" r="r" t="t"/>
                <a:pathLst>
                  <a:path extrusionOk="0" h="8972" w="7457">
                    <a:moveTo>
                      <a:pt x="3789" y="44"/>
                    </a:moveTo>
                    <a:cubicBezTo>
                      <a:pt x="4432" y="44"/>
                      <a:pt x="5051" y="355"/>
                      <a:pt x="5555" y="793"/>
                    </a:cubicBezTo>
                    <a:cubicBezTo>
                      <a:pt x="6061" y="1235"/>
                      <a:pt x="6451" y="1803"/>
                      <a:pt x="6632" y="2311"/>
                    </a:cubicBezTo>
                    <a:cubicBezTo>
                      <a:pt x="6731" y="2588"/>
                      <a:pt x="6758" y="2910"/>
                      <a:pt x="6758" y="3250"/>
                    </a:cubicBezTo>
                    <a:cubicBezTo>
                      <a:pt x="6758" y="3569"/>
                      <a:pt x="6735" y="3900"/>
                      <a:pt x="6735" y="4216"/>
                    </a:cubicBezTo>
                    <a:cubicBezTo>
                      <a:pt x="6735" y="4417"/>
                      <a:pt x="6743" y="4610"/>
                      <a:pt x="6774" y="4788"/>
                    </a:cubicBezTo>
                    <a:cubicBezTo>
                      <a:pt x="6790" y="4902"/>
                      <a:pt x="6809" y="5012"/>
                      <a:pt x="6825" y="5127"/>
                    </a:cubicBezTo>
                    <a:cubicBezTo>
                      <a:pt x="6928" y="5758"/>
                      <a:pt x="7027" y="6384"/>
                      <a:pt x="7129" y="7016"/>
                    </a:cubicBezTo>
                    <a:cubicBezTo>
                      <a:pt x="7169" y="7268"/>
                      <a:pt x="7188" y="7567"/>
                      <a:pt x="7224" y="7860"/>
                    </a:cubicBezTo>
                    <a:cubicBezTo>
                      <a:pt x="7254" y="8145"/>
                      <a:pt x="7303" y="8423"/>
                      <a:pt x="7402" y="8654"/>
                    </a:cubicBezTo>
                    <a:lnTo>
                      <a:pt x="7402" y="8654"/>
                    </a:lnTo>
                    <a:cubicBezTo>
                      <a:pt x="6283" y="8906"/>
                      <a:pt x="4989" y="8873"/>
                      <a:pt x="3837" y="8888"/>
                    </a:cubicBezTo>
                    <a:lnTo>
                      <a:pt x="3837" y="8888"/>
                    </a:lnTo>
                    <a:cubicBezTo>
                      <a:pt x="3833" y="7859"/>
                      <a:pt x="3809" y="6830"/>
                      <a:pt x="3786" y="5805"/>
                    </a:cubicBezTo>
                    <a:lnTo>
                      <a:pt x="3786" y="5773"/>
                    </a:lnTo>
                    <a:cubicBezTo>
                      <a:pt x="3786" y="5683"/>
                      <a:pt x="3793" y="5576"/>
                      <a:pt x="3805" y="5466"/>
                    </a:cubicBezTo>
                    <a:cubicBezTo>
                      <a:pt x="3813" y="5356"/>
                      <a:pt x="3821" y="5241"/>
                      <a:pt x="3821" y="5134"/>
                    </a:cubicBezTo>
                    <a:cubicBezTo>
                      <a:pt x="3821" y="5025"/>
                      <a:pt x="3813" y="4921"/>
                      <a:pt x="3781" y="4843"/>
                    </a:cubicBezTo>
                    <a:cubicBezTo>
                      <a:pt x="3770" y="4803"/>
                      <a:pt x="3750" y="4768"/>
                      <a:pt x="3722" y="4741"/>
                    </a:cubicBezTo>
                    <a:cubicBezTo>
                      <a:pt x="3695" y="4713"/>
                      <a:pt x="3663" y="4693"/>
                      <a:pt x="3620" y="4681"/>
                    </a:cubicBezTo>
                    <a:cubicBezTo>
                      <a:pt x="3615" y="4681"/>
                      <a:pt x="3608" y="4681"/>
                      <a:pt x="3604" y="4685"/>
                    </a:cubicBezTo>
                    <a:cubicBezTo>
                      <a:pt x="3596" y="4690"/>
                      <a:pt x="3596" y="4697"/>
                      <a:pt x="3596" y="4701"/>
                    </a:cubicBezTo>
                    <a:cubicBezTo>
                      <a:pt x="3588" y="4989"/>
                      <a:pt x="3588" y="5281"/>
                      <a:pt x="3588" y="5572"/>
                    </a:cubicBezTo>
                    <a:lnTo>
                      <a:pt x="3588" y="5853"/>
                    </a:lnTo>
                    <a:cubicBezTo>
                      <a:pt x="3588" y="6783"/>
                      <a:pt x="3580" y="7729"/>
                      <a:pt x="3419" y="8617"/>
                    </a:cubicBezTo>
                    <a:cubicBezTo>
                      <a:pt x="3411" y="8659"/>
                      <a:pt x="3402" y="8703"/>
                      <a:pt x="3379" y="8735"/>
                    </a:cubicBezTo>
                    <a:cubicBezTo>
                      <a:pt x="3364" y="8759"/>
                      <a:pt x="3336" y="8778"/>
                      <a:pt x="3308" y="8794"/>
                    </a:cubicBezTo>
                    <a:cubicBezTo>
                      <a:pt x="3277" y="8810"/>
                      <a:pt x="3245" y="8821"/>
                      <a:pt x="3209" y="8830"/>
                    </a:cubicBezTo>
                    <a:cubicBezTo>
                      <a:pt x="2934" y="8908"/>
                      <a:pt x="2645" y="8920"/>
                      <a:pt x="2354" y="8920"/>
                    </a:cubicBezTo>
                    <a:lnTo>
                      <a:pt x="2161" y="8920"/>
                    </a:lnTo>
                    <a:cubicBezTo>
                      <a:pt x="1475" y="8912"/>
                      <a:pt x="766" y="8928"/>
                      <a:pt x="88" y="8843"/>
                    </a:cubicBezTo>
                    <a:lnTo>
                      <a:pt x="88" y="8843"/>
                    </a:lnTo>
                    <a:cubicBezTo>
                      <a:pt x="58" y="8658"/>
                      <a:pt x="43" y="8461"/>
                      <a:pt x="43" y="8253"/>
                    </a:cubicBezTo>
                    <a:cubicBezTo>
                      <a:pt x="43" y="7465"/>
                      <a:pt x="244" y="6562"/>
                      <a:pt x="421" y="5872"/>
                    </a:cubicBezTo>
                    <a:cubicBezTo>
                      <a:pt x="667" y="4910"/>
                      <a:pt x="1092" y="4003"/>
                      <a:pt x="1376" y="3049"/>
                    </a:cubicBezTo>
                    <a:cubicBezTo>
                      <a:pt x="1538" y="2508"/>
                      <a:pt x="1652" y="1956"/>
                      <a:pt x="1881" y="1448"/>
                    </a:cubicBezTo>
                    <a:cubicBezTo>
                      <a:pt x="1991" y="1196"/>
                      <a:pt x="2137" y="947"/>
                      <a:pt x="2314" y="739"/>
                    </a:cubicBezTo>
                    <a:cubicBezTo>
                      <a:pt x="2496" y="526"/>
                      <a:pt x="2709" y="348"/>
                      <a:pt x="2958" y="229"/>
                    </a:cubicBezTo>
                    <a:cubicBezTo>
                      <a:pt x="3237" y="100"/>
                      <a:pt x="3513" y="44"/>
                      <a:pt x="3789" y="44"/>
                    </a:cubicBezTo>
                    <a:close/>
                    <a:moveTo>
                      <a:pt x="3789" y="0"/>
                    </a:moveTo>
                    <a:cubicBezTo>
                      <a:pt x="3509" y="0"/>
                      <a:pt x="3222" y="60"/>
                      <a:pt x="2942" y="190"/>
                    </a:cubicBezTo>
                    <a:cubicBezTo>
                      <a:pt x="2685" y="313"/>
                      <a:pt x="2465" y="493"/>
                      <a:pt x="2283" y="710"/>
                    </a:cubicBezTo>
                    <a:cubicBezTo>
                      <a:pt x="2101" y="923"/>
                      <a:pt x="1952" y="1176"/>
                      <a:pt x="1841" y="1432"/>
                    </a:cubicBezTo>
                    <a:cubicBezTo>
                      <a:pt x="1613" y="1945"/>
                      <a:pt x="1495" y="2501"/>
                      <a:pt x="1337" y="3033"/>
                    </a:cubicBezTo>
                    <a:cubicBezTo>
                      <a:pt x="1053" y="3987"/>
                      <a:pt x="627" y="4894"/>
                      <a:pt x="379" y="5860"/>
                    </a:cubicBezTo>
                    <a:cubicBezTo>
                      <a:pt x="201" y="6554"/>
                      <a:pt x="0" y="7458"/>
                      <a:pt x="0" y="8253"/>
                    </a:cubicBezTo>
                    <a:cubicBezTo>
                      <a:pt x="0" y="8466"/>
                      <a:pt x="15" y="8676"/>
                      <a:pt x="48" y="8865"/>
                    </a:cubicBezTo>
                    <a:cubicBezTo>
                      <a:pt x="51" y="8877"/>
                      <a:pt x="59" y="8885"/>
                      <a:pt x="67" y="8885"/>
                    </a:cubicBezTo>
                    <a:cubicBezTo>
                      <a:pt x="753" y="8972"/>
                      <a:pt x="1471" y="8956"/>
                      <a:pt x="2161" y="8963"/>
                    </a:cubicBezTo>
                    <a:lnTo>
                      <a:pt x="2354" y="8963"/>
                    </a:lnTo>
                    <a:cubicBezTo>
                      <a:pt x="2645" y="8963"/>
                      <a:pt x="2942" y="8952"/>
                      <a:pt x="3222" y="8872"/>
                    </a:cubicBezTo>
                    <a:cubicBezTo>
                      <a:pt x="3257" y="8861"/>
                      <a:pt x="3293" y="8849"/>
                      <a:pt x="3328" y="8834"/>
                    </a:cubicBezTo>
                    <a:cubicBezTo>
                      <a:pt x="3364" y="8817"/>
                      <a:pt x="3395" y="8794"/>
                      <a:pt x="3415" y="8759"/>
                    </a:cubicBezTo>
                    <a:cubicBezTo>
                      <a:pt x="3446" y="8719"/>
                      <a:pt x="3454" y="8668"/>
                      <a:pt x="3462" y="8624"/>
                    </a:cubicBezTo>
                    <a:cubicBezTo>
                      <a:pt x="3624" y="7733"/>
                      <a:pt x="3631" y="6783"/>
                      <a:pt x="3631" y="5853"/>
                    </a:cubicBezTo>
                    <a:lnTo>
                      <a:pt x="3631" y="5572"/>
                    </a:lnTo>
                    <a:cubicBezTo>
                      <a:pt x="3631" y="5291"/>
                      <a:pt x="3631" y="5008"/>
                      <a:pt x="3638" y="4733"/>
                    </a:cubicBezTo>
                    <a:lnTo>
                      <a:pt x="3638" y="4733"/>
                    </a:lnTo>
                    <a:cubicBezTo>
                      <a:pt x="3659" y="4742"/>
                      <a:pt x="3677" y="4754"/>
                      <a:pt x="3691" y="4768"/>
                    </a:cubicBezTo>
                    <a:cubicBezTo>
                      <a:pt x="3722" y="4803"/>
                      <a:pt x="3746" y="4855"/>
                      <a:pt x="3757" y="4918"/>
                    </a:cubicBezTo>
                    <a:cubicBezTo>
                      <a:pt x="3773" y="4977"/>
                      <a:pt x="3777" y="5052"/>
                      <a:pt x="3777" y="5134"/>
                    </a:cubicBezTo>
                    <a:cubicBezTo>
                      <a:pt x="3777" y="5237"/>
                      <a:pt x="3770" y="5352"/>
                      <a:pt x="3762" y="5462"/>
                    </a:cubicBezTo>
                    <a:cubicBezTo>
                      <a:pt x="3750" y="5572"/>
                      <a:pt x="3742" y="5683"/>
                      <a:pt x="3742" y="5773"/>
                    </a:cubicBezTo>
                    <a:lnTo>
                      <a:pt x="3742" y="5805"/>
                    </a:lnTo>
                    <a:cubicBezTo>
                      <a:pt x="3766" y="6838"/>
                      <a:pt x="3789" y="7875"/>
                      <a:pt x="3793" y="8912"/>
                    </a:cubicBezTo>
                    <a:cubicBezTo>
                      <a:pt x="3793" y="8916"/>
                      <a:pt x="3797" y="8924"/>
                      <a:pt x="3801" y="8928"/>
                    </a:cubicBezTo>
                    <a:cubicBezTo>
                      <a:pt x="3805" y="8932"/>
                      <a:pt x="3809" y="8932"/>
                      <a:pt x="3817" y="8932"/>
                    </a:cubicBezTo>
                    <a:cubicBezTo>
                      <a:pt x="4984" y="8916"/>
                      <a:pt x="6301" y="8952"/>
                      <a:pt x="7437" y="8692"/>
                    </a:cubicBezTo>
                    <a:cubicBezTo>
                      <a:pt x="7444" y="8692"/>
                      <a:pt x="7448" y="8688"/>
                      <a:pt x="7453" y="8679"/>
                    </a:cubicBezTo>
                    <a:cubicBezTo>
                      <a:pt x="7453" y="8676"/>
                      <a:pt x="7457" y="8668"/>
                      <a:pt x="7453" y="8659"/>
                    </a:cubicBezTo>
                    <a:cubicBezTo>
                      <a:pt x="7350" y="8431"/>
                      <a:pt x="7299" y="8147"/>
                      <a:pt x="7264" y="7855"/>
                    </a:cubicBezTo>
                    <a:cubicBezTo>
                      <a:pt x="7231" y="7564"/>
                      <a:pt x="7211" y="7264"/>
                      <a:pt x="7173" y="7008"/>
                    </a:cubicBezTo>
                    <a:cubicBezTo>
                      <a:pt x="7070" y="6377"/>
                      <a:pt x="6971" y="5749"/>
                      <a:pt x="6869" y="5119"/>
                    </a:cubicBezTo>
                    <a:cubicBezTo>
                      <a:pt x="6853" y="5008"/>
                      <a:pt x="6833" y="4894"/>
                      <a:pt x="6818" y="4779"/>
                    </a:cubicBezTo>
                    <a:cubicBezTo>
                      <a:pt x="6786" y="4606"/>
                      <a:pt x="6778" y="4417"/>
                      <a:pt x="6778" y="4216"/>
                    </a:cubicBezTo>
                    <a:cubicBezTo>
                      <a:pt x="6778" y="3904"/>
                      <a:pt x="6802" y="3573"/>
                      <a:pt x="6802" y="3250"/>
                    </a:cubicBezTo>
                    <a:cubicBezTo>
                      <a:pt x="6802" y="2910"/>
                      <a:pt x="6778" y="2579"/>
                      <a:pt x="6676" y="2295"/>
                    </a:cubicBezTo>
                    <a:cubicBezTo>
                      <a:pt x="6490" y="1780"/>
                      <a:pt x="6096" y="1207"/>
                      <a:pt x="5584" y="762"/>
                    </a:cubicBezTo>
                    <a:cubicBezTo>
                      <a:pt x="5075" y="316"/>
                      <a:pt x="4443" y="0"/>
                      <a:pt x="3789"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9" name="Google Shape;2529;p53"/>
              <p:cNvSpPr/>
              <p:nvPr/>
            </p:nvSpPr>
            <p:spPr>
              <a:xfrm>
                <a:off x="4065299" y="2763181"/>
                <a:ext cx="1837553" cy="2164052"/>
              </a:xfrm>
              <a:custGeom>
                <a:rect b="b" l="l" r="r" t="t"/>
                <a:pathLst>
                  <a:path extrusionOk="0" h="6237" w="5296">
                    <a:moveTo>
                      <a:pt x="3140" y="1"/>
                    </a:moveTo>
                    <a:cubicBezTo>
                      <a:pt x="3122" y="1"/>
                      <a:pt x="3104" y="1"/>
                      <a:pt x="3087" y="1"/>
                    </a:cubicBezTo>
                    <a:cubicBezTo>
                      <a:pt x="2968" y="4"/>
                      <a:pt x="2861" y="4"/>
                      <a:pt x="2760" y="4"/>
                    </a:cubicBezTo>
                    <a:cubicBezTo>
                      <a:pt x="2637" y="4"/>
                      <a:pt x="2523" y="3"/>
                      <a:pt x="2411" y="3"/>
                    </a:cubicBezTo>
                    <a:cubicBezTo>
                      <a:pt x="2181" y="3"/>
                      <a:pt x="1956" y="8"/>
                      <a:pt x="1660" y="33"/>
                    </a:cubicBezTo>
                    <a:cubicBezTo>
                      <a:pt x="1632" y="35"/>
                      <a:pt x="1605" y="36"/>
                      <a:pt x="1578" y="36"/>
                    </a:cubicBezTo>
                    <a:cubicBezTo>
                      <a:pt x="1491" y="36"/>
                      <a:pt x="1411" y="27"/>
                      <a:pt x="1336" y="27"/>
                    </a:cubicBezTo>
                    <a:cubicBezTo>
                      <a:pt x="1226" y="27"/>
                      <a:pt x="1128" y="46"/>
                      <a:pt x="1037" y="139"/>
                    </a:cubicBezTo>
                    <a:cubicBezTo>
                      <a:pt x="923" y="249"/>
                      <a:pt x="792" y="533"/>
                      <a:pt x="745" y="684"/>
                    </a:cubicBezTo>
                    <a:cubicBezTo>
                      <a:pt x="485" y="1461"/>
                      <a:pt x="438" y="2280"/>
                      <a:pt x="332" y="3088"/>
                    </a:cubicBezTo>
                    <a:cubicBezTo>
                      <a:pt x="261" y="3637"/>
                      <a:pt x="201" y="4185"/>
                      <a:pt x="157" y="4733"/>
                    </a:cubicBezTo>
                    <a:cubicBezTo>
                      <a:pt x="119" y="5190"/>
                      <a:pt x="0" y="5608"/>
                      <a:pt x="434" y="5889"/>
                    </a:cubicBezTo>
                    <a:cubicBezTo>
                      <a:pt x="521" y="5947"/>
                      <a:pt x="607" y="5979"/>
                      <a:pt x="698" y="6007"/>
                    </a:cubicBezTo>
                    <a:cubicBezTo>
                      <a:pt x="753" y="6022"/>
                      <a:pt x="812" y="6038"/>
                      <a:pt x="871" y="6058"/>
                    </a:cubicBezTo>
                    <a:cubicBezTo>
                      <a:pt x="1045" y="6117"/>
                      <a:pt x="1207" y="6176"/>
                      <a:pt x="1388" y="6200"/>
                    </a:cubicBezTo>
                    <a:cubicBezTo>
                      <a:pt x="1550" y="6223"/>
                      <a:pt x="1714" y="6226"/>
                      <a:pt x="1879" y="6226"/>
                    </a:cubicBezTo>
                    <a:cubicBezTo>
                      <a:pt x="1943" y="6226"/>
                      <a:pt x="2007" y="6225"/>
                      <a:pt x="2072" y="6225"/>
                    </a:cubicBezTo>
                    <a:cubicBezTo>
                      <a:pt x="2130" y="6225"/>
                      <a:pt x="2189" y="6226"/>
                      <a:pt x="2248" y="6227"/>
                    </a:cubicBezTo>
                    <a:cubicBezTo>
                      <a:pt x="2377" y="6230"/>
                      <a:pt x="2506" y="6236"/>
                      <a:pt x="2635" y="6236"/>
                    </a:cubicBezTo>
                    <a:cubicBezTo>
                      <a:pt x="2722" y="6236"/>
                      <a:pt x="2810" y="6233"/>
                      <a:pt x="2898" y="6224"/>
                    </a:cubicBezTo>
                    <a:cubicBezTo>
                      <a:pt x="3036" y="6207"/>
                      <a:pt x="3174" y="6176"/>
                      <a:pt x="3313" y="6156"/>
                    </a:cubicBezTo>
                    <a:cubicBezTo>
                      <a:pt x="3428" y="6142"/>
                      <a:pt x="3545" y="6137"/>
                      <a:pt x="3662" y="6137"/>
                    </a:cubicBezTo>
                    <a:cubicBezTo>
                      <a:pt x="3869" y="6137"/>
                      <a:pt x="4076" y="6152"/>
                      <a:pt x="4282" y="6152"/>
                    </a:cubicBezTo>
                    <a:cubicBezTo>
                      <a:pt x="4463" y="6152"/>
                      <a:pt x="4642" y="6140"/>
                      <a:pt x="4818" y="6098"/>
                    </a:cubicBezTo>
                    <a:cubicBezTo>
                      <a:pt x="4901" y="6078"/>
                      <a:pt x="4980" y="6050"/>
                      <a:pt x="5047" y="5995"/>
                    </a:cubicBezTo>
                    <a:cubicBezTo>
                      <a:pt x="5111" y="5943"/>
                      <a:pt x="5158" y="5861"/>
                      <a:pt x="5146" y="5778"/>
                    </a:cubicBezTo>
                    <a:cubicBezTo>
                      <a:pt x="5138" y="5727"/>
                      <a:pt x="5114" y="5683"/>
                      <a:pt x="5094" y="5640"/>
                    </a:cubicBezTo>
                    <a:cubicBezTo>
                      <a:pt x="4972" y="5364"/>
                      <a:pt x="5004" y="5009"/>
                      <a:pt x="5027" y="4717"/>
                    </a:cubicBezTo>
                    <a:cubicBezTo>
                      <a:pt x="5059" y="4358"/>
                      <a:pt x="5111" y="4000"/>
                      <a:pt x="5149" y="3645"/>
                    </a:cubicBezTo>
                    <a:cubicBezTo>
                      <a:pt x="5233" y="2955"/>
                      <a:pt x="5295" y="2245"/>
                      <a:pt x="5146" y="1563"/>
                    </a:cubicBezTo>
                    <a:cubicBezTo>
                      <a:pt x="5063" y="1192"/>
                      <a:pt x="4921" y="600"/>
                      <a:pt x="4618" y="360"/>
                    </a:cubicBezTo>
                    <a:cubicBezTo>
                      <a:pt x="4277" y="91"/>
                      <a:pt x="3575" y="1"/>
                      <a:pt x="3140" y="1"/>
                    </a:cubicBezTo>
                    <a:close/>
                  </a:path>
                </a:pathLst>
              </a:cu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0" name="Google Shape;2530;p53"/>
              <p:cNvSpPr/>
              <p:nvPr/>
            </p:nvSpPr>
            <p:spPr>
              <a:xfrm>
                <a:off x="4096526" y="2756589"/>
                <a:ext cx="1792794" cy="2178278"/>
              </a:xfrm>
              <a:custGeom>
                <a:rect b="b" l="l" r="r" t="t"/>
                <a:pathLst>
                  <a:path extrusionOk="0" h="6278" w="5167">
                    <a:moveTo>
                      <a:pt x="3052" y="44"/>
                    </a:moveTo>
                    <a:cubicBezTo>
                      <a:pt x="3270" y="44"/>
                      <a:pt x="3549" y="64"/>
                      <a:pt x="3822" y="123"/>
                    </a:cubicBezTo>
                    <a:cubicBezTo>
                      <a:pt x="4089" y="178"/>
                      <a:pt x="4346" y="264"/>
                      <a:pt x="4511" y="395"/>
                    </a:cubicBezTo>
                    <a:cubicBezTo>
                      <a:pt x="4586" y="454"/>
                      <a:pt x="4650" y="533"/>
                      <a:pt x="4704" y="628"/>
                    </a:cubicBezTo>
                    <a:cubicBezTo>
                      <a:pt x="4792" y="765"/>
                      <a:pt x="4859" y="939"/>
                      <a:pt x="4910" y="1109"/>
                    </a:cubicBezTo>
                    <a:cubicBezTo>
                      <a:pt x="4965" y="1278"/>
                      <a:pt x="5001" y="1447"/>
                      <a:pt x="5032" y="1586"/>
                    </a:cubicBezTo>
                    <a:cubicBezTo>
                      <a:pt x="5099" y="1886"/>
                      <a:pt x="5123" y="2193"/>
                      <a:pt x="5123" y="2497"/>
                    </a:cubicBezTo>
                    <a:cubicBezTo>
                      <a:pt x="5123" y="2887"/>
                      <a:pt x="5083" y="3278"/>
                      <a:pt x="5039" y="3660"/>
                    </a:cubicBezTo>
                    <a:cubicBezTo>
                      <a:pt x="4997" y="4019"/>
                      <a:pt x="4950" y="4374"/>
                      <a:pt x="4917" y="4732"/>
                    </a:cubicBezTo>
                    <a:cubicBezTo>
                      <a:pt x="4906" y="4863"/>
                      <a:pt x="4894" y="5000"/>
                      <a:pt x="4894" y="5142"/>
                    </a:cubicBezTo>
                    <a:cubicBezTo>
                      <a:pt x="4894" y="5324"/>
                      <a:pt x="4914" y="5505"/>
                      <a:pt x="4985" y="5667"/>
                    </a:cubicBezTo>
                    <a:cubicBezTo>
                      <a:pt x="5004" y="5715"/>
                      <a:pt x="5028" y="5753"/>
                      <a:pt x="5032" y="5797"/>
                    </a:cubicBezTo>
                    <a:cubicBezTo>
                      <a:pt x="5036" y="5804"/>
                      <a:pt x="5036" y="5813"/>
                      <a:pt x="5036" y="5820"/>
                    </a:cubicBezTo>
                    <a:cubicBezTo>
                      <a:pt x="5036" y="5852"/>
                      <a:pt x="5024" y="5888"/>
                      <a:pt x="5008" y="5919"/>
                    </a:cubicBezTo>
                    <a:cubicBezTo>
                      <a:pt x="4992" y="5946"/>
                      <a:pt x="4969" y="5975"/>
                      <a:pt x="4941" y="5998"/>
                    </a:cubicBezTo>
                    <a:cubicBezTo>
                      <a:pt x="4882" y="6050"/>
                      <a:pt x="4803" y="6073"/>
                      <a:pt x="4724" y="6093"/>
                    </a:cubicBezTo>
                    <a:cubicBezTo>
                      <a:pt x="4547" y="6136"/>
                      <a:pt x="4366" y="6148"/>
                      <a:pt x="4184" y="6148"/>
                    </a:cubicBezTo>
                    <a:cubicBezTo>
                      <a:pt x="3983" y="6148"/>
                      <a:pt x="3782" y="6136"/>
                      <a:pt x="3581" y="6136"/>
                    </a:cubicBezTo>
                    <a:cubicBezTo>
                      <a:pt x="3459" y="6136"/>
                      <a:pt x="3341" y="6140"/>
                      <a:pt x="3218" y="6156"/>
                    </a:cubicBezTo>
                    <a:cubicBezTo>
                      <a:pt x="3081" y="6172"/>
                      <a:pt x="2942" y="6207"/>
                      <a:pt x="2808" y="6219"/>
                    </a:cubicBezTo>
                    <a:cubicBezTo>
                      <a:pt x="2721" y="6230"/>
                      <a:pt x="2639" y="6235"/>
                      <a:pt x="2555" y="6235"/>
                    </a:cubicBezTo>
                    <a:cubicBezTo>
                      <a:pt x="2422" y="6235"/>
                      <a:pt x="2291" y="6226"/>
                      <a:pt x="2158" y="6223"/>
                    </a:cubicBezTo>
                    <a:lnTo>
                      <a:pt x="1779" y="6223"/>
                    </a:lnTo>
                    <a:cubicBezTo>
                      <a:pt x="1618" y="6223"/>
                      <a:pt x="1459" y="6219"/>
                      <a:pt x="1301" y="6199"/>
                    </a:cubicBezTo>
                    <a:cubicBezTo>
                      <a:pt x="1124" y="6172"/>
                      <a:pt x="963" y="6117"/>
                      <a:pt x="789" y="6057"/>
                    </a:cubicBezTo>
                    <a:cubicBezTo>
                      <a:pt x="730" y="6037"/>
                      <a:pt x="671" y="6022"/>
                      <a:pt x="615" y="6006"/>
                    </a:cubicBezTo>
                    <a:cubicBezTo>
                      <a:pt x="525" y="5975"/>
                      <a:pt x="438" y="5946"/>
                      <a:pt x="355" y="5888"/>
                    </a:cubicBezTo>
                    <a:cubicBezTo>
                      <a:pt x="229" y="5809"/>
                      <a:pt x="151" y="5715"/>
                      <a:pt x="107" y="5615"/>
                    </a:cubicBezTo>
                    <a:cubicBezTo>
                      <a:pt x="60" y="5513"/>
                      <a:pt x="44" y="5402"/>
                      <a:pt x="44" y="5284"/>
                    </a:cubicBezTo>
                    <a:cubicBezTo>
                      <a:pt x="44" y="5118"/>
                      <a:pt x="71" y="4941"/>
                      <a:pt x="87" y="4756"/>
                    </a:cubicBezTo>
                    <a:cubicBezTo>
                      <a:pt x="135" y="4204"/>
                      <a:pt x="194" y="3656"/>
                      <a:pt x="265" y="3112"/>
                    </a:cubicBezTo>
                    <a:cubicBezTo>
                      <a:pt x="367" y="2303"/>
                      <a:pt x="415" y="1483"/>
                      <a:pt x="675" y="710"/>
                    </a:cubicBezTo>
                    <a:cubicBezTo>
                      <a:pt x="699" y="635"/>
                      <a:pt x="746" y="529"/>
                      <a:pt x="797" y="426"/>
                    </a:cubicBezTo>
                    <a:cubicBezTo>
                      <a:pt x="821" y="375"/>
                      <a:pt x="848" y="324"/>
                      <a:pt x="880" y="281"/>
                    </a:cubicBezTo>
                    <a:cubicBezTo>
                      <a:pt x="908" y="237"/>
                      <a:pt x="935" y="197"/>
                      <a:pt x="963" y="170"/>
                    </a:cubicBezTo>
                    <a:cubicBezTo>
                      <a:pt x="1006" y="126"/>
                      <a:pt x="1050" y="103"/>
                      <a:pt x="1097" y="88"/>
                    </a:cubicBezTo>
                    <a:cubicBezTo>
                      <a:pt x="1141" y="71"/>
                      <a:pt x="1192" y="68"/>
                      <a:pt x="1243" y="68"/>
                    </a:cubicBezTo>
                    <a:cubicBezTo>
                      <a:pt x="1318" y="68"/>
                      <a:pt x="1401" y="75"/>
                      <a:pt x="1487" y="75"/>
                    </a:cubicBezTo>
                    <a:cubicBezTo>
                      <a:pt x="1514" y="75"/>
                      <a:pt x="1543" y="75"/>
                      <a:pt x="1570" y="71"/>
                    </a:cubicBezTo>
                    <a:cubicBezTo>
                      <a:pt x="1874" y="48"/>
                      <a:pt x="2102" y="44"/>
                      <a:pt x="2335" y="44"/>
                    </a:cubicBezTo>
                    <a:close/>
                    <a:moveTo>
                      <a:pt x="2335" y="0"/>
                    </a:moveTo>
                    <a:cubicBezTo>
                      <a:pt x="2102" y="0"/>
                      <a:pt x="1869" y="4"/>
                      <a:pt x="1566" y="28"/>
                    </a:cubicBezTo>
                    <a:cubicBezTo>
                      <a:pt x="1538" y="32"/>
                      <a:pt x="1514" y="32"/>
                      <a:pt x="1487" y="32"/>
                    </a:cubicBezTo>
                    <a:cubicBezTo>
                      <a:pt x="1401" y="32"/>
                      <a:pt x="1321" y="24"/>
                      <a:pt x="1243" y="24"/>
                    </a:cubicBezTo>
                    <a:cubicBezTo>
                      <a:pt x="1188" y="24"/>
                      <a:pt x="1136" y="28"/>
                      <a:pt x="1081" y="44"/>
                    </a:cubicBezTo>
                    <a:cubicBezTo>
                      <a:pt x="1030" y="64"/>
                      <a:pt x="979" y="91"/>
                      <a:pt x="931" y="142"/>
                    </a:cubicBezTo>
                    <a:cubicBezTo>
                      <a:pt x="899" y="170"/>
                      <a:pt x="872" y="210"/>
                      <a:pt x="841" y="257"/>
                    </a:cubicBezTo>
                    <a:cubicBezTo>
                      <a:pt x="753" y="391"/>
                      <a:pt x="671" y="581"/>
                      <a:pt x="631" y="694"/>
                    </a:cubicBezTo>
                    <a:cubicBezTo>
                      <a:pt x="371" y="1480"/>
                      <a:pt x="324" y="2299"/>
                      <a:pt x="222" y="3104"/>
                    </a:cubicBezTo>
                    <a:cubicBezTo>
                      <a:pt x="151" y="3651"/>
                      <a:pt x="91" y="4200"/>
                      <a:pt x="44" y="4752"/>
                    </a:cubicBezTo>
                    <a:cubicBezTo>
                      <a:pt x="29" y="4938"/>
                      <a:pt x="0" y="5115"/>
                      <a:pt x="0" y="5284"/>
                    </a:cubicBezTo>
                    <a:cubicBezTo>
                      <a:pt x="0" y="5407"/>
                      <a:pt x="16" y="5525"/>
                      <a:pt x="67" y="5631"/>
                    </a:cubicBezTo>
                    <a:cubicBezTo>
                      <a:pt x="115" y="5742"/>
                      <a:pt x="198" y="5840"/>
                      <a:pt x="331" y="5927"/>
                    </a:cubicBezTo>
                    <a:cubicBezTo>
                      <a:pt x="422" y="5986"/>
                      <a:pt x="509" y="6017"/>
                      <a:pt x="604" y="6046"/>
                    </a:cubicBezTo>
                    <a:cubicBezTo>
                      <a:pt x="659" y="6065"/>
                      <a:pt x="715" y="6081"/>
                      <a:pt x="773" y="6101"/>
                    </a:cubicBezTo>
                    <a:cubicBezTo>
                      <a:pt x="947" y="6156"/>
                      <a:pt x="1112" y="6215"/>
                      <a:pt x="1298" y="6243"/>
                    </a:cubicBezTo>
                    <a:cubicBezTo>
                      <a:pt x="1456" y="6262"/>
                      <a:pt x="1618" y="6266"/>
                      <a:pt x="1779" y="6266"/>
                    </a:cubicBezTo>
                    <a:lnTo>
                      <a:pt x="2158" y="6266"/>
                    </a:lnTo>
                    <a:cubicBezTo>
                      <a:pt x="2288" y="6270"/>
                      <a:pt x="2422" y="6278"/>
                      <a:pt x="2555" y="6278"/>
                    </a:cubicBezTo>
                    <a:cubicBezTo>
                      <a:pt x="2639" y="6278"/>
                      <a:pt x="2726" y="6274"/>
                      <a:pt x="2812" y="6262"/>
                    </a:cubicBezTo>
                    <a:cubicBezTo>
                      <a:pt x="2954" y="6250"/>
                      <a:pt x="3088" y="6215"/>
                      <a:pt x="3226" y="6199"/>
                    </a:cubicBezTo>
                    <a:cubicBezTo>
                      <a:pt x="3345" y="6183"/>
                      <a:pt x="3463" y="6179"/>
                      <a:pt x="3581" y="6179"/>
                    </a:cubicBezTo>
                    <a:cubicBezTo>
                      <a:pt x="3782" y="6179"/>
                      <a:pt x="3983" y="6191"/>
                      <a:pt x="4184" y="6191"/>
                    </a:cubicBezTo>
                    <a:cubicBezTo>
                      <a:pt x="4369" y="6191"/>
                      <a:pt x="4551" y="6179"/>
                      <a:pt x="4732" y="6136"/>
                    </a:cubicBezTo>
                    <a:cubicBezTo>
                      <a:pt x="4815" y="6117"/>
                      <a:pt x="4902" y="6088"/>
                      <a:pt x="4969" y="6033"/>
                    </a:cubicBezTo>
                    <a:cubicBezTo>
                      <a:pt x="5001" y="6006"/>
                      <a:pt x="5028" y="5975"/>
                      <a:pt x="5048" y="5939"/>
                    </a:cubicBezTo>
                    <a:cubicBezTo>
                      <a:pt x="5068" y="5904"/>
                      <a:pt x="5079" y="5864"/>
                      <a:pt x="5079" y="5820"/>
                    </a:cubicBezTo>
                    <a:cubicBezTo>
                      <a:pt x="5079" y="5813"/>
                      <a:pt x="5079" y="5801"/>
                      <a:pt x="5075" y="5793"/>
                    </a:cubicBezTo>
                    <a:cubicBezTo>
                      <a:pt x="5072" y="5738"/>
                      <a:pt x="5044" y="5695"/>
                      <a:pt x="5024" y="5651"/>
                    </a:cubicBezTo>
                    <a:cubicBezTo>
                      <a:pt x="4957" y="5497"/>
                      <a:pt x="4937" y="5320"/>
                      <a:pt x="4937" y="5142"/>
                    </a:cubicBezTo>
                    <a:cubicBezTo>
                      <a:pt x="4937" y="5005"/>
                      <a:pt x="4950" y="4867"/>
                      <a:pt x="4961" y="4736"/>
                    </a:cubicBezTo>
                    <a:cubicBezTo>
                      <a:pt x="4992" y="4377"/>
                      <a:pt x="5039" y="4022"/>
                      <a:pt x="5083" y="3664"/>
                    </a:cubicBezTo>
                    <a:cubicBezTo>
                      <a:pt x="5127" y="3281"/>
                      <a:pt x="5166" y="2887"/>
                      <a:pt x="5166" y="2497"/>
                    </a:cubicBezTo>
                    <a:cubicBezTo>
                      <a:pt x="5166" y="2189"/>
                      <a:pt x="5143" y="1882"/>
                      <a:pt x="5075" y="1578"/>
                    </a:cubicBezTo>
                    <a:cubicBezTo>
                      <a:pt x="5036" y="1393"/>
                      <a:pt x="4977" y="1148"/>
                      <a:pt x="4894" y="923"/>
                    </a:cubicBezTo>
                    <a:cubicBezTo>
                      <a:pt x="4850" y="809"/>
                      <a:pt x="4803" y="703"/>
                      <a:pt x="4744" y="604"/>
                    </a:cubicBezTo>
                    <a:cubicBezTo>
                      <a:pt x="4685" y="510"/>
                      <a:pt x="4618" y="423"/>
                      <a:pt x="4539" y="363"/>
                    </a:cubicBezTo>
                    <a:cubicBezTo>
                      <a:pt x="4366" y="226"/>
                      <a:pt x="4102" y="135"/>
                      <a:pt x="3829" y="79"/>
                    </a:cubicBezTo>
                    <a:cubicBezTo>
                      <a:pt x="3554" y="20"/>
                      <a:pt x="3270" y="0"/>
                      <a:pt x="305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1" name="Google Shape;2531;p53"/>
              <p:cNvSpPr/>
              <p:nvPr/>
            </p:nvSpPr>
            <p:spPr>
              <a:xfrm>
                <a:off x="5140548" y="2671582"/>
                <a:ext cx="2255999" cy="1206068"/>
              </a:xfrm>
              <a:custGeom>
                <a:rect b="b" l="l" r="r" t="t"/>
                <a:pathLst>
                  <a:path extrusionOk="0" h="3476" w="6502">
                    <a:moveTo>
                      <a:pt x="5641" y="1"/>
                    </a:moveTo>
                    <a:cubicBezTo>
                      <a:pt x="5635" y="1"/>
                      <a:pt x="5629" y="1"/>
                      <a:pt x="5623" y="1"/>
                    </a:cubicBezTo>
                    <a:cubicBezTo>
                      <a:pt x="5453" y="9"/>
                      <a:pt x="5304" y="107"/>
                      <a:pt x="5173" y="218"/>
                    </a:cubicBezTo>
                    <a:cubicBezTo>
                      <a:pt x="5004" y="360"/>
                      <a:pt x="4846" y="522"/>
                      <a:pt x="4649" y="632"/>
                    </a:cubicBezTo>
                    <a:cubicBezTo>
                      <a:pt x="4543" y="695"/>
                      <a:pt x="4420" y="738"/>
                      <a:pt x="4298" y="766"/>
                    </a:cubicBezTo>
                    <a:cubicBezTo>
                      <a:pt x="4183" y="793"/>
                      <a:pt x="4061" y="786"/>
                      <a:pt x="3947" y="809"/>
                    </a:cubicBezTo>
                    <a:cubicBezTo>
                      <a:pt x="3855" y="832"/>
                      <a:pt x="3758" y="840"/>
                      <a:pt x="3659" y="840"/>
                    </a:cubicBezTo>
                    <a:cubicBezTo>
                      <a:pt x="3500" y="840"/>
                      <a:pt x="3337" y="819"/>
                      <a:pt x="3186" y="802"/>
                    </a:cubicBezTo>
                    <a:cubicBezTo>
                      <a:pt x="2649" y="742"/>
                      <a:pt x="1300" y="340"/>
                      <a:pt x="662" y="340"/>
                    </a:cubicBezTo>
                    <a:cubicBezTo>
                      <a:pt x="626" y="340"/>
                      <a:pt x="591" y="341"/>
                      <a:pt x="560" y="344"/>
                    </a:cubicBezTo>
                    <a:cubicBezTo>
                      <a:pt x="1" y="391"/>
                      <a:pt x="521" y="1097"/>
                      <a:pt x="540" y="1649"/>
                    </a:cubicBezTo>
                    <a:cubicBezTo>
                      <a:pt x="549" y="1885"/>
                      <a:pt x="655" y="2107"/>
                      <a:pt x="777" y="2308"/>
                    </a:cubicBezTo>
                    <a:cubicBezTo>
                      <a:pt x="994" y="2659"/>
                      <a:pt x="1353" y="3124"/>
                      <a:pt x="1728" y="3317"/>
                    </a:cubicBezTo>
                    <a:cubicBezTo>
                      <a:pt x="1932" y="3428"/>
                      <a:pt x="2267" y="3420"/>
                      <a:pt x="2500" y="3439"/>
                    </a:cubicBezTo>
                    <a:cubicBezTo>
                      <a:pt x="2674" y="3455"/>
                      <a:pt x="2847" y="3467"/>
                      <a:pt x="3020" y="3471"/>
                    </a:cubicBezTo>
                    <a:cubicBezTo>
                      <a:pt x="3124" y="3475"/>
                      <a:pt x="3230" y="3475"/>
                      <a:pt x="3336" y="3475"/>
                    </a:cubicBezTo>
                    <a:cubicBezTo>
                      <a:pt x="3797" y="3471"/>
                      <a:pt x="4306" y="3463"/>
                      <a:pt x="4716" y="3223"/>
                    </a:cubicBezTo>
                    <a:cubicBezTo>
                      <a:pt x="5055" y="3026"/>
                      <a:pt x="5359" y="2773"/>
                      <a:pt x="5627" y="2489"/>
                    </a:cubicBezTo>
                    <a:cubicBezTo>
                      <a:pt x="5765" y="2347"/>
                      <a:pt x="5892" y="2198"/>
                      <a:pt x="6010" y="2044"/>
                    </a:cubicBezTo>
                    <a:cubicBezTo>
                      <a:pt x="6132" y="1885"/>
                      <a:pt x="6258" y="1736"/>
                      <a:pt x="6336" y="1554"/>
                    </a:cubicBezTo>
                    <a:cubicBezTo>
                      <a:pt x="6336" y="1550"/>
                      <a:pt x="6336" y="1547"/>
                      <a:pt x="6341" y="1543"/>
                    </a:cubicBezTo>
                    <a:cubicBezTo>
                      <a:pt x="6420" y="1341"/>
                      <a:pt x="6487" y="1137"/>
                      <a:pt x="6494" y="920"/>
                    </a:cubicBezTo>
                    <a:cubicBezTo>
                      <a:pt x="6502" y="707"/>
                      <a:pt x="6447" y="486"/>
                      <a:pt x="6305" y="320"/>
                    </a:cubicBezTo>
                    <a:cubicBezTo>
                      <a:pt x="6203" y="198"/>
                      <a:pt x="6057" y="116"/>
                      <a:pt x="5903" y="60"/>
                    </a:cubicBezTo>
                    <a:cubicBezTo>
                      <a:pt x="5821" y="27"/>
                      <a:pt x="5733" y="1"/>
                      <a:pt x="5641" y="1"/>
                    </a:cubicBezTo>
                    <a:close/>
                  </a:path>
                </a:pathLst>
              </a:cu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2" name="Google Shape;2532;p53"/>
              <p:cNvSpPr/>
              <p:nvPr/>
            </p:nvSpPr>
            <p:spPr>
              <a:xfrm>
                <a:off x="5237351" y="2664990"/>
                <a:ext cx="2165093" cy="1220640"/>
              </a:xfrm>
              <a:custGeom>
                <a:rect b="b" l="l" r="r" t="t"/>
                <a:pathLst>
                  <a:path extrusionOk="0" h="3518" w="6240">
                    <a:moveTo>
                      <a:pt x="5364" y="44"/>
                    </a:moveTo>
                    <a:cubicBezTo>
                      <a:pt x="5447" y="44"/>
                      <a:pt x="5533" y="68"/>
                      <a:pt x="5616" y="99"/>
                    </a:cubicBezTo>
                    <a:cubicBezTo>
                      <a:pt x="5766" y="154"/>
                      <a:pt x="5908" y="237"/>
                      <a:pt x="6010" y="355"/>
                    </a:cubicBezTo>
                    <a:cubicBezTo>
                      <a:pt x="6137" y="501"/>
                      <a:pt x="6196" y="706"/>
                      <a:pt x="6196" y="903"/>
                    </a:cubicBezTo>
                    <a:cubicBezTo>
                      <a:pt x="6196" y="916"/>
                      <a:pt x="6196" y="927"/>
                      <a:pt x="6192" y="939"/>
                    </a:cubicBezTo>
                    <a:cubicBezTo>
                      <a:pt x="6188" y="1147"/>
                      <a:pt x="6121" y="1357"/>
                      <a:pt x="6042" y="1554"/>
                    </a:cubicBezTo>
                    <a:cubicBezTo>
                      <a:pt x="6038" y="1558"/>
                      <a:pt x="6038" y="1562"/>
                      <a:pt x="6034" y="1566"/>
                    </a:cubicBezTo>
                    <a:cubicBezTo>
                      <a:pt x="5963" y="1744"/>
                      <a:pt x="5837" y="1893"/>
                      <a:pt x="5715" y="2046"/>
                    </a:cubicBezTo>
                    <a:cubicBezTo>
                      <a:pt x="5596" y="2201"/>
                      <a:pt x="5466" y="2350"/>
                      <a:pt x="5332" y="2492"/>
                    </a:cubicBezTo>
                    <a:cubicBezTo>
                      <a:pt x="5064" y="2776"/>
                      <a:pt x="4761" y="3029"/>
                      <a:pt x="4425" y="3226"/>
                    </a:cubicBezTo>
                    <a:cubicBezTo>
                      <a:pt x="4224" y="3344"/>
                      <a:pt x="3999" y="3403"/>
                      <a:pt x="3762" y="3435"/>
                    </a:cubicBezTo>
                    <a:cubicBezTo>
                      <a:pt x="3531" y="3466"/>
                      <a:pt x="3286" y="3471"/>
                      <a:pt x="3057" y="3471"/>
                    </a:cubicBezTo>
                    <a:cubicBezTo>
                      <a:pt x="3029" y="3474"/>
                      <a:pt x="3002" y="3474"/>
                      <a:pt x="2974" y="3474"/>
                    </a:cubicBezTo>
                    <a:cubicBezTo>
                      <a:pt x="2896" y="3474"/>
                      <a:pt x="2821" y="3471"/>
                      <a:pt x="2741" y="3471"/>
                    </a:cubicBezTo>
                    <a:cubicBezTo>
                      <a:pt x="2568" y="3462"/>
                      <a:pt x="2395" y="3455"/>
                      <a:pt x="2221" y="3439"/>
                    </a:cubicBezTo>
                    <a:cubicBezTo>
                      <a:pt x="2106" y="3427"/>
                      <a:pt x="1964" y="3423"/>
                      <a:pt x="1827" y="3411"/>
                    </a:cubicBezTo>
                    <a:cubicBezTo>
                      <a:pt x="1689" y="3395"/>
                      <a:pt x="1555" y="3371"/>
                      <a:pt x="1456" y="3316"/>
                    </a:cubicBezTo>
                    <a:cubicBezTo>
                      <a:pt x="1275" y="3222"/>
                      <a:pt x="1094" y="3060"/>
                      <a:pt x="932" y="2874"/>
                    </a:cubicBezTo>
                    <a:cubicBezTo>
                      <a:pt x="770" y="2694"/>
                      <a:pt x="624" y="2488"/>
                      <a:pt x="517" y="2315"/>
                    </a:cubicBezTo>
                    <a:cubicBezTo>
                      <a:pt x="392" y="2117"/>
                      <a:pt x="289" y="1897"/>
                      <a:pt x="281" y="1664"/>
                    </a:cubicBezTo>
                    <a:cubicBezTo>
                      <a:pt x="277" y="1483"/>
                      <a:pt x="214" y="1286"/>
                      <a:pt x="159" y="1100"/>
                    </a:cubicBezTo>
                    <a:cubicBezTo>
                      <a:pt x="128" y="1010"/>
                      <a:pt x="100" y="919"/>
                      <a:pt x="80" y="840"/>
                    </a:cubicBezTo>
                    <a:cubicBezTo>
                      <a:pt x="57" y="757"/>
                      <a:pt x="44" y="683"/>
                      <a:pt x="44" y="619"/>
                    </a:cubicBezTo>
                    <a:cubicBezTo>
                      <a:pt x="44" y="584"/>
                      <a:pt x="48" y="556"/>
                      <a:pt x="57" y="528"/>
                    </a:cubicBezTo>
                    <a:cubicBezTo>
                      <a:pt x="68" y="490"/>
                      <a:pt x="92" y="458"/>
                      <a:pt x="128" y="434"/>
                    </a:cubicBezTo>
                    <a:cubicBezTo>
                      <a:pt x="163" y="406"/>
                      <a:pt x="214" y="390"/>
                      <a:pt x="285" y="387"/>
                    </a:cubicBezTo>
                    <a:cubicBezTo>
                      <a:pt x="317" y="383"/>
                      <a:pt x="348" y="383"/>
                      <a:pt x="384" y="383"/>
                    </a:cubicBezTo>
                    <a:cubicBezTo>
                      <a:pt x="541" y="383"/>
                      <a:pt x="743" y="406"/>
                      <a:pt x="967" y="446"/>
                    </a:cubicBezTo>
                    <a:cubicBezTo>
                      <a:pt x="1302" y="501"/>
                      <a:pt x="1685" y="592"/>
                      <a:pt x="2035" y="670"/>
                    </a:cubicBezTo>
                    <a:cubicBezTo>
                      <a:pt x="2383" y="750"/>
                      <a:pt x="2698" y="821"/>
                      <a:pt x="2903" y="840"/>
                    </a:cubicBezTo>
                    <a:cubicBezTo>
                      <a:pt x="3057" y="860"/>
                      <a:pt x="3223" y="880"/>
                      <a:pt x="3389" y="880"/>
                    </a:cubicBezTo>
                    <a:cubicBezTo>
                      <a:pt x="3487" y="880"/>
                      <a:pt x="3582" y="872"/>
                      <a:pt x="3676" y="852"/>
                    </a:cubicBezTo>
                    <a:cubicBezTo>
                      <a:pt x="3727" y="836"/>
                      <a:pt x="3786" y="832"/>
                      <a:pt x="3846" y="828"/>
                    </a:cubicBezTo>
                    <a:cubicBezTo>
                      <a:pt x="3904" y="825"/>
                      <a:pt x="3964" y="821"/>
                      <a:pt x="4023" y="809"/>
                    </a:cubicBezTo>
                    <a:cubicBezTo>
                      <a:pt x="4150" y="781"/>
                      <a:pt x="4272" y="734"/>
                      <a:pt x="4382" y="670"/>
                    </a:cubicBezTo>
                    <a:cubicBezTo>
                      <a:pt x="4579" y="561"/>
                      <a:pt x="4741" y="395"/>
                      <a:pt x="4910" y="253"/>
                    </a:cubicBezTo>
                    <a:cubicBezTo>
                      <a:pt x="4974" y="197"/>
                      <a:pt x="5040" y="146"/>
                      <a:pt x="5116" y="106"/>
                    </a:cubicBezTo>
                    <a:cubicBezTo>
                      <a:pt x="5187" y="71"/>
                      <a:pt x="5265" y="48"/>
                      <a:pt x="5344" y="44"/>
                    </a:cubicBezTo>
                    <a:close/>
                    <a:moveTo>
                      <a:pt x="5344" y="0"/>
                    </a:moveTo>
                    <a:cubicBezTo>
                      <a:pt x="5253" y="4"/>
                      <a:pt x="5171" y="28"/>
                      <a:pt x="5096" y="71"/>
                    </a:cubicBezTo>
                    <a:cubicBezTo>
                      <a:pt x="5016" y="111"/>
                      <a:pt x="4945" y="162"/>
                      <a:pt x="4879" y="217"/>
                    </a:cubicBezTo>
                    <a:cubicBezTo>
                      <a:pt x="4709" y="363"/>
                      <a:pt x="4552" y="525"/>
                      <a:pt x="4362" y="632"/>
                    </a:cubicBezTo>
                    <a:cubicBezTo>
                      <a:pt x="4252" y="694"/>
                      <a:pt x="4137" y="738"/>
                      <a:pt x="4015" y="765"/>
                    </a:cubicBezTo>
                    <a:cubicBezTo>
                      <a:pt x="3960" y="777"/>
                      <a:pt x="3901" y="781"/>
                      <a:pt x="3842" y="785"/>
                    </a:cubicBezTo>
                    <a:cubicBezTo>
                      <a:pt x="3782" y="789"/>
                      <a:pt x="3724" y="793"/>
                      <a:pt x="3664" y="809"/>
                    </a:cubicBezTo>
                    <a:cubicBezTo>
                      <a:pt x="3578" y="828"/>
                      <a:pt x="3483" y="836"/>
                      <a:pt x="3389" y="836"/>
                    </a:cubicBezTo>
                    <a:cubicBezTo>
                      <a:pt x="3227" y="836"/>
                      <a:pt x="3061" y="816"/>
                      <a:pt x="2907" y="797"/>
                    </a:cubicBezTo>
                    <a:cubicBezTo>
                      <a:pt x="2777" y="785"/>
                      <a:pt x="2592" y="750"/>
                      <a:pt x="2379" y="703"/>
                    </a:cubicBezTo>
                    <a:cubicBezTo>
                      <a:pt x="2059" y="632"/>
                      <a:pt x="1681" y="541"/>
                      <a:pt x="1322" y="470"/>
                    </a:cubicBezTo>
                    <a:cubicBezTo>
                      <a:pt x="963" y="395"/>
                      <a:pt x="624" y="339"/>
                      <a:pt x="384" y="335"/>
                    </a:cubicBezTo>
                    <a:cubicBezTo>
                      <a:pt x="348" y="335"/>
                      <a:pt x="313" y="339"/>
                      <a:pt x="281" y="343"/>
                    </a:cubicBezTo>
                    <a:cubicBezTo>
                      <a:pt x="230" y="348"/>
                      <a:pt x="186" y="355"/>
                      <a:pt x="151" y="371"/>
                    </a:cubicBezTo>
                    <a:cubicBezTo>
                      <a:pt x="95" y="390"/>
                      <a:pt x="57" y="426"/>
                      <a:pt x="33" y="470"/>
                    </a:cubicBezTo>
                    <a:cubicBezTo>
                      <a:pt x="9" y="513"/>
                      <a:pt x="1" y="564"/>
                      <a:pt x="1" y="619"/>
                    </a:cubicBezTo>
                    <a:cubicBezTo>
                      <a:pt x="1" y="687"/>
                      <a:pt x="17" y="765"/>
                      <a:pt x="37" y="848"/>
                    </a:cubicBezTo>
                    <a:cubicBezTo>
                      <a:pt x="68" y="974"/>
                      <a:pt x="119" y="1112"/>
                      <a:pt x="159" y="1254"/>
                    </a:cubicBezTo>
                    <a:cubicBezTo>
                      <a:pt x="199" y="1396"/>
                      <a:pt x="234" y="1538"/>
                      <a:pt x="237" y="1668"/>
                    </a:cubicBezTo>
                    <a:cubicBezTo>
                      <a:pt x="246" y="1909"/>
                      <a:pt x="356" y="2137"/>
                      <a:pt x="482" y="2339"/>
                    </a:cubicBezTo>
                    <a:cubicBezTo>
                      <a:pt x="588" y="2516"/>
                      <a:pt x="734" y="2717"/>
                      <a:pt x="900" y="2903"/>
                    </a:cubicBezTo>
                    <a:cubicBezTo>
                      <a:pt x="1062" y="3092"/>
                      <a:pt x="1247" y="3258"/>
                      <a:pt x="1436" y="3356"/>
                    </a:cubicBezTo>
                    <a:cubicBezTo>
                      <a:pt x="1547" y="3415"/>
                      <a:pt x="1681" y="3439"/>
                      <a:pt x="1822" y="3455"/>
                    </a:cubicBezTo>
                    <a:cubicBezTo>
                      <a:pt x="1961" y="3466"/>
                      <a:pt x="2103" y="3471"/>
                      <a:pt x="2217" y="3482"/>
                    </a:cubicBezTo>
                    <a:cubicBezTo>
                      <a:pt x="2390" y="3498"/>
                      <a:pt x="2564" y="3509"/>
                      <a:pt x="2741" y="3513"/>
                    </a:cubicBezTo>
                    <a:cubicBezTo>
                      <a:pt x="2816" y="3513"/>
                      <a:pt x="2896" y="3518"/>
                      <a:pt x="2974" y="3518"/>
                    </a:cubicBezTo>
                    <a:lnTo>
                      <a:pt x="3057" y="3518"/>
                    </a:lnTo>
                    <a:cubicBezTo>
                      <a:pt x="3289" y="3513"/>
                      <a:pt x="3531" y="3509"/>
                      <a:pt x="3771" y="3478"/>
                    </a:cubicBezTo>
                    <a:cubicBezTo>
                      <a:pt x="4008" y="3447"/>
                      <a:pt x="4240" y="3384"/>
                      <a:pt x="4449" y="3262"/>
                    </a:cubicBezTo>
                    <a:cubicBezTo>
                      <a:pt x="4788" y="3064"/>
                      <a:pt x="5092" y="2808"/>
                      <a:pt x="5364" y="2524"/>
                    </a:cubicBezTo>
                    <a:cubicBezTo>
                      <a:pt x="5502" y="2382"/>
                      <a:pt x="5628" y="2232"/>
                      <a:pt x="5750" y="2075"/>
                    </a:cubicBezTo>
                    <a:cubicBezTo>
                      <a:pt x="5868" y="1921"/>
                      <a:pt x="5999" y="1767"/>
                      <a:pt x="6077" y="1582"/>
                    </a:cubicBezTo>
                    <a:cubicBezTo>
                      <a:pt x="6077" y="1578"/>
                      <a:pt x="6077" y="1573"/>
                      <a:pt x="6081" y="1569"/>
                    </a:cubicBezTo>
                    <a:cubicBezTo>
                      <a:pt x="6164" y="1369"/>
                      <a:pt x="6231" y="1160"/>
                      <a:pt x="6235" y="939"/>
                    </a:cubicBezTo>
                    <a:cubicBezTo>
                      <a:pt x="6239" y="927"/>
                      <a:pt x="6239" y="916"/>
                      <a:pt x="6239" y="903"/>
                    </a:cubicBezTo>
                    <a:cubicBezTo>
                      <a:pt x="6239" y="698"/>
                      <a:pt x="6180" y="485"/>
                      <a:pt x="6042" y="328"/>
                    </a:cubicBezTo>
                    <a:cubicBezTo>
                      <a:pt x="5935" y="197"/>
                      <a:pt x="5786" y="115"/>
                      <a:pt x="5632" y="55"/>
                    </a:cubicBezTo>
                    <a:cubicBezTo>
                      <a:pt x="5549" y="24"/>
                      <a:pt x="5458" y="0"/>
                      <a:pt x="536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3" name="Google Shape;2533;p53"/>
              <p:cNvSpPr/>
              <p:nvPr/>
            </p:nvSpPr>
            <p:spPr>
              <a:xfrm>
                <a:off x="4470209" y="1751428"/>
                <a:ext cx="804623" cy="1290728"/>
              </a:xfrm>
              <a:custGeom>
                <a:rect b="b" l="l" r="r" t="t"/>
                <a:pathLst>
                  <a:path extrusionOk="0" h="3720" w="2319">
                    <a:moveTo>
                      <a:pt x="766" y="1"/>
                    </a:moveTo>
                    <a:cubicBezTo>
                      <a:pt x="615" y="1"/>
                      <a:pt x="471" y="50"/>
                      <a:pt x="363" y="173"/>
                    </a:cubicBezTo>
                    <a:cubicBezTo>
                      <a:pt x="209" y="350"/>
                      <a:pt x="221" y="539"/>
                      <a:pt x="201" y="752"/>
                    </a:cubicBezTo>
                    <a:cubicBezTo>
                      <a:pt x="182" y="989"/>
                      <a:pt x="158" y="1245"/>
                      <a:pt x="173" y="1482"/>
                    </a:cubicBezTo>
                    <a:cubicBezTo>
                      <a:pt x="197" y="1754"/>
                      <a:pt x="308" y="2050"/>
                      <a:pt x="623" y="2062"/>
                    </a:cubicBezTo>
                    <a:cubicBezTo>
                      <a:pt x="646" y="2211"/>
                      <a:pt x="643" y="2361"/>
                      <a:pt x="619" y="2508"/>
                    </a:cubicBezTo>
                    <a:cubicBezTo>
                      <a:pt x="595" y="2681"/>
                      <a:pt x="521" y="2839"/>
                      <a:pt x="343" y="2886"/>
                    </a:cubicBezTo>
                    <a:cubicBezTo>
                      <a:pt x="253" y="2910"/>
                      <a:pt x="20" y="2945"/>
                      <a:pt x="0" y="2952"/>
                    </a:cubicBezTo>
                    <a:cubicBezTo>
                      <a:pt x="4" y="3004"/>
                      <a:pt x="24" y="3059"/>
                      <a:pt x="40" y="3099"/>
                    </a:cubicBezTo>
                    <a:cubicBezTo>
                      <a:pt x="75" y="3197"/>
                      <a:pt x="130" y="3296"/>
                      <a:pt x="197" y="3378"/>
                    </a:cubicBezTo>
                    <a:cubicBezTo>
                      <a:pt x="371" y="3587"/>
                      <a:pt x="619" y="3702"/>
                      <a:pt x="892" y="3718"/>
                    </a:cubicBezTo>
                    <a:cubicBezTo>
                      <a:pt x="917" y="3719"/>
                      <a:pt x="942" y="3720"/>
                      <a:pt x="968" y="3720"/>
                    </a:cubicBezTo>
                    <a:cubicBezTo>
                      <a:pt x="1186" y="3720"/>
                      <a:pt x="1403" y="3676"/>
                      <a:pt x="1601" y="3591"/>
                    </a:cubicBezTo>
                    <a:cubicBezTo>
                      <a:pt x="1920" y="3458"/>
                      <a:pt x="2141" y="3252"/>
                      <a:pt x="2319" y="2961"/>
                    </a:cubicBezTo>
                    <a:cubicBezTo>
                      <a:pt x="2220" y="2941"/>
                      <a:pt x="2153" y="2881"/>
                      <a:pt x="2062" y="2834"/>
                    </a:cubicBezTo>
                    <a:cubicBezTo>
                      <a:pt x="1952" y="2779"/>
                      <a:pt x="1853" y="2688"/>
                      <a:pt x="1818" y="2570"/>
                    </a:cubicBezTo>
                    <a:cubicBezTo>
                      <a:pt x="1798" y="2515"/>
                      <a:pt x="1794" y="2456"/>
                      <a:pt x="1791" y="2397"/>
                    </a:cubicBezTo>
                    <a:cubicBezTo>
                      <a:pt x="1782" y="2195"/>
                      <a:pt x="1771" y="1991"/>
                      <a:pt x="1758" y="1789"/>
                    </a:cubicBezTo>
                    <a:cubicBezTo>
                      <a:pt x="1751" y="1663"/>
                      <a:pt x="1751" y="1538"/>
                      <a:pt x="1755" y="1411"/>
                    </a:cubicBezTo>
                    <a:cubicBezTo>
                      <a:pt x="1755" y="1257"/>
                      <a:pt x="1782" y="1107"/>
                      <a:pt x="1762" y="954"/>
                    </a:cubicBezTo>
                    <a:cubicBezTo>
                      <a:pt x="1731" y="650"/>
                      <a:pt x="1585" y="378"/>
                      <a:pt x="1336" y="200"/>
                    </a:cubicBezTo>
                    <a:cubicBezTo>
                      <a:pt x="1181" y="88"/>
                      <a:pt x="968" y="1"/>
                      <a:pt x="766" y="1"/>
                    </a:cubicBezTo>
                    <a:close/>
                  </a:path>
                </a:pathLst>
              </a:custGeom>
              <a:solidFill>
                <a:srgbClr val="82473E"/>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4" name="Google Shape;2534;p53"/>
              <p:cNvSpPr/>
              <p:nvPr/>
            </p:nvSpPr>
            <p:spPr>
              <a:xfrm>
                <a:off x="4461882" y="1744142"/>
                <a:ext cx="821278" cy="1305648"/>
              </a:xfrm>
              <a:custGeom>
                <a:rect b="b" l="l" r="r" t="t"/>
                <a:pathLst>
                  <a:path extrusionOk="0" h="3763" w="2367">
                    <a:moveTo>
                      <a:pt x="789" y="44"/>
                    </a:moveTo>
                    <a:cubicBezTo>
                      <a:pt x="987" y="44"/>
                      <a:pt x="1195" y="131"/>
                      <a:pt x="1345" y="237"/>
                    </a:cubicBezTo>
                    <a:cubicBezTo>
                      <a:pt x="1589" y="414"/>
                      <a:pt x="1731" y="678"/>
                      <a:pt x="1767" y="975"/>
                    </a:cubicBezTo>
                    <a:cubicBezTo>
                      <a:pt x="1771" y="1014"/>
                      <a:pt x="1771" y="1049"/>
                      <a:pt x="1771" y="1089"/>
                    </a:cubicBezTo>
                    <a:cubicBezTo>
                      <a:pt x="1771" y="1204"/>
                      <a:pt x="1759" y="1313"/>
                      <a:pt x="1755" y="1428"/>
                    </a:cubicBezTo>
                    <a:lnTo>
                      <a:pt x="1755" y="1526"/>
                    </a:lnTo>
                    <a:cubicBezTo>
                      <a:pt x="1755" y="1621"/>
                      <a:pt x="1755" y="1716"/>
                      <a:pt x="1763" y="1810"/>
                    </a:cubicBezTo>
                    <a:cubicBezTo>
                      <a:pt x="1771" y="2016"/>
                      <a:pt x="1782" y="2216"/>
                      <a:pt x="1795" y="2418"/>
                    </a:cubicBezTo>
                    <a:cubicBezTo>
                      <a:pt x="1799" y="2477"/>
                      <a:pt x="1799" y="2540"/>
                      <a:pt x="1818" y="2600"/>
                    </a:cubicBezTo>
                    <a:cubicBezTo>
                      <a:pt x="1838" y="2662"/>
                      <a:pt x="1877" y="2718"/>
                      <a:pt x="1921" y="2765"/>
                    </a:cubicBezTo>
                    <a:cubicBezTo>
                      <a:pt x="1968" y="2808"/>
                      <a:pt x="2019" y="2847"/>
                      <a:pt x="2079" y="2875"/>
                    </a:cubicBezTo>
                    <a:cubicBezTo>
                      <a:pt x="2122" y="2899"/>
                      <a:pt x="2161" y="2922"/>
                      <a:pt x="2201" y="2946"/>
                    </a:cubicBezTo>
                    <a:cubicBezTo>
                      <a:pt x="2233" y="2965"/>
                      <a:pt x="2267" y="2984"/>
                      <a:pt x="2308" y="2997"/>
                    </a:cubicBezTo>
                    <a:lnTo>
                      <a:pt x="2308" y="2997"/>
                    </a:lnTo>
                    <a:cubicBezTo>
                      <a:pt x="2137" y="3273"/>
                      <a:pt x="1924" y="3463"/>
                      <a:pt x="1617" y="3593"/>
                    </a:cubicBezTo>
                    <a:cubicBezTo>
                      <a:pt x="1424" y="3676"/>
                      <a:pt x="1211" y="3719"/>
                      <a:pt x="998" y="3719"/>
                    </a:cubicBezTo>
                    <a:cubicBezTo>
                      <a:pt x="970" y="3719"/>
                      <a:pt x="947" y="3715"/>
                      <a:pt x="919" y="3715"/>
                    </a:cubicBezTo>
                    <a:cubicBezTo>
                      <a:pt x="651" y="3703"/>
                      <a:pt x="406" y="3593"/>
                      <a:pt x="237" y="3384"/>
                    </a:cubicBezTo>
                    <a:cubicBezTo>
                      <a:pt x="170" y="3305"/>
                      <a:pt x="119" y="3210"/>
                      <a:pt x="83" y="3112"/>
                    </a:cubicBezTo>
                    <a:cubicBezTo>
                      <a:pt x="69" y="3077"/>
                      <a:pt x="55" y="3033"/>
                      <a:pt x="47" y="2990"/>
                    </a:cubicBezTo>
                    <a:lnTo>
                      <a:pt x="47" y="2990"/>
                    </a:lnTo>
                    <a:cubicBezTo>
                      <a:pt x="59" y="2987"/>
                      <a:pt x="75" y="2985"/>
                      <a:pt x="95" y="2982"/>
                    </a:cubicBezTo>
                    <a:cubicBezTo>
                      <a:pt x="135" y="2973"/>
                      <a:pt x="190" y="2966"/>
                      <a:pt x="241" y="2954"/>
                    </a:cubicBezTo>
                    <a:cubicBezTo>
                      <a:pt x="292" y="2946"/>
                      <a:pt x="339" y="2935"/>
                      <a:pt x="371" y="2926"/>
                    </a:cubicBezTo>
                    <a:cubicBezTo>
                      <a:pt x="466" y="2902"/>
                      <a:pt x="537" y="2847"/>
                      <a:pt x="580" y="2776"/>
                    </a:cubicBezTo>
                    <a:cubicBezTo>
                      <a:pt x="627" y="2706"/>
                      <a:pt x="651" y="2618"/>
                      <a:pt x="667" y="2532"/>
                    </a:cubicBezTo>
                    <a:cubicBezTo>
                      <a:pt x="679" y="2453"/>
                      <a:pt x="687" y="2374"/>
                      <a:pt x="687" y="2292"/>
                    </a:cubicBezTo>
                    <a:cubicBezTo>
                      <a:pt x="687" y="2221"/>
                      <a:pt x="679" y="2150"/>
                      <a:pt x="670" y="2079"/>
                    </a:cubicBezTo>
                    <a:cubicBezTo>
                      <a:pt x="670" y="2071"/>
                      <a:pt x="659" y="2063"/>
                      <a:pt x="651" y="2063"/>
                    </a:cubicBezTo>
                    <a:cubicBezTo>
                      <a:pt x="572" y="2059"/>
                      <a:pt x="509" y="2039"/>
                      <a:pt x="458" y="2008"/>
                    </a:cubicBezTo>
                    <a:cubicBezTo>
                      <a:pt x="379" y="1961"/>
                      <a:pt x="324" y="1885"/>
                      <a:pt x="288" y="1795"/>
                    </a:cubicBezTo>
                    <a:cubicBezTo>
                      <a:pt x="248" y="1704"/>
                      <a:pt x="229" y="1601"/>
                      <a:pt x="221" y="1503"/>
                    </a:cubicBezTo>
                    <a:cubicBezTo>
                      <a:pt x="217" y="1444"/>
                      <a:pt x="213" y="1384"/>
                      <a:pt x="213" y="1326"/>
                    </a:cubicBezTo>
                    <a:cubicBezTo>
                      <a:pt x="213" y="1140"/>
                      <a:pt x="233" y="955"/>
                      <a:pt x="248" y="773"/>
                    </a:cubicBezTo>
                    <a:cubicBezTo>
                      <a:pt x="257" y="667"/>
                      <a:pt x="261" y="569"/>
                      <a:pt x="277" y="474"/>
                    </a:cubicBezTo>
                    <a:cubicBezTo>
                      <a:pt x="296" y="379"/>
                      <a:pt x="328" y="292"/>
                      <a:pt x="403" y="210"/>
                    </a:cubicBezTo>
                    <a:cubicBezTo>
                      <a:pt x="454" y="150"/>
                      <a:pt x="517" y="107"/>
                      <a:pt x="580" y="83"/>
                    </a:cubicBezTo>
                    <a:cubicBezTo>
                      <a:pt x="647" y="56"/>
                      <a:pt x="718" y="44"/>
                      <a:pt x="789" y="44"/>
                    </a:cubicBezTo>
                    <a:close/>
                    <a:moveTo>
                      <a:pt x="789" y="1"/>
                    </a:moveTo>
                    <a:cubicBezTo>
                      <a:pt x="714" y="1"/>
                      <a:pt x="635" y="12"/>
                      <a:pt x="565" y="44"/>
                    </a:cubicBezTo>
                    <a:cubicBezTo>
                      <a:pt x="494" y="72"/>
                      <a:pt x="426" y="115"/>
                      <a:pt x="371" y="182"/>
                    </a:cubicBezTo>
                    <a:cubicBezTo>
                      <a:pt x="292" y="272"/>
                      <a:pt x="253" y="367"/>
                      <a:pt x="233" y="466"/>
                    </a:cubicBezTo>
                    <a:cubicBezTo>
                      <a:pt x="217" y="565"/>
                      <a:pt x="213" y="663"/>
                      <a:pt x="206" y="769"/>
                    </a:cubicBezTo>
                    <a:cubicBezTo>
                      <a:pt x="190" y="951"/>
                      <a:pt x="170" y="1140"/>
                      <a:pt x="170" y="1326"/>
                    </a:cubicBezTo>
                    <a:cubicBezTo>
                      <a:pt x="170" y="1384"/>
                      <a:pt x="174" y="1444"/>
                      <a:pt x="177" y="1506"/>
                    </a:cubicBezTo>
                    <a:cubicBezTo>
                      <a:pt x="186" y="1645"/>
                      <a:pt x="221" y="1787"/>
                      <a:pt x="292" y="1901"/>
                    </a:cubicBezTo>
                    <a:cubicBezTo>
                      <a:pt x="332" y="1961"/>
                      <a:pt x="379" y="2008"/>
                      <a:pt x="434" y="2043"/>
                    </a:cubicBezTo>
                    <a:cubicBezTo>
                      <a:pt x="489" y="2076"/>
                      <a:pt x="554" y="2099"/>
                      <a:pt x="629" y="2105"/>
                    </a:cubicBezTo>
                    <a:lnTo>
                      <a:pt x="629" y="2105"/>
                    </a:lnTo>
                    <a:cubicBezTo>
                      <a:pt x="637" y="2167"/>
                      <a:pt x="643" y="2231"/>
                      <a:pt x="643" y="2292"/>
                    </a:cubicBezTo>
                    <a:cubicBezTo>
                      <a:pt x="643" y="2371"/>
                      <a:pt x="635" y="2449"/>
                      <a:pt x="623" y="2529"/>
                    </a:cubicBezTo>
                    <a:cubicBezTo>
                      <a:pt x="612" y="2611"/>
                      <a:pt x="588" y="2689"/>
                      <a:pt x="545" y="2753"/>
                    </a:cubicBezTo>
                    <a:cubicBezTo>
                      <a:pt x="505" y="2816"/>
                      <a:pt x="446" y="2864"/>
                      <a:pt x="359" y="2883"/>
                    </a:cubicBezTo>
                    <a:cubicBezTo>
                      <a:pt x="316" y="2895"/>
                      <a:pt x="237" y="2911"/>
                      <a:pt x="166" y="2926"/>
                    </a:cubicBezTo>
                    <a:cubicBezTo>
                      <a:pt x="126" y="2931"/>
                      <a:pt x="95" y="2938"/>
                      <a:pt x="68" y="2942"/>
                    </a:cubicBezTo>
                    <a:cubicBezTo>
                      <a:pt x="55" y="2946"/>
                      <a:pt x="44" y="2946"/>
                      <a:pt x="35" y="2950"/>
                    </a:cubicBezTo>
                    <a:lnTo>
                      <a:pt x="24" y="2950"/>
                    </a:lnTo>
                    <a:cubicBezTo>
                      <a:pt x="20" y="2954"/>
                      <a:pt x="20" y="2954"/>
                      <a:pt x="17" y="2954"/>
                    </a:cubicBezTo>
                    <a:cubicBezTo>
                      <a:pt x="8" y="2958"/>
                      <a:pt x="0" y="2966"/>
                      <a:pt x="0" y="2978"/>
                    </a:cubicBezTo>
                    <a:cubicBezTo>
                      <a:pt x="8" y="3033"/>
                      <a:pt x="28" y="3084"/>
                      <a:pt x="44" y="3128"/>
                    </a:cubicBezTo>
                    <a:cubicBezTo>
                      <a:pt x="79" y="3230"/>
                      <a:pt x="135" y="3328"/>
                      <a:pt x="206" y="3411"/>
                    </a:cubicBezTo>
                    <a:cubicBezTo>
                      <a:pt x="383" y="3628"/>
                      <a:pt x="639" y="3747"/>
                      <a:pt x="916" y="3759"/>
                    </a:cubicBezTo>
                    <a:cubicBezTo>
                      <a:pt x="943" y="3759"/>
                      <a:pt x="970" y="3763"/>
                      <a:pt x="998" y="3763"/>
                    </a:cubicBezTo>
                    <a:cubicBezTo>
                      <a:pt x="1215" y="3763"/>
                      <a:pt x="1431" y="3719"/>
                      <a:pt x="1633" y="3632"/>
                    </a:cubicBezTo>
                    <a:cubicBezTo>
                      <a:pt x="1957" y="3494"/>
                      <a:pt x="2181" y="3289"/>
                      <a:pt x="2363" y="2993"/>
                    </a:cubicBezTo>
                    <a:cubicBezTo>
                      <a:pt x="2366" y="2989"/>
                      <a:pt x="2366" y="2982"/>
                      <a:pt x="2363" y="2973"/>
                    </a:cubicBezTo>
                    <a:cubicBezTo>
                      <a:pt x="2359" y="2970"/>
                      <a:pt x="2354" y="2962"/>
                      <a:pt x="2346" y="2962"/>
                    </a:cubicBezTo>
                    <a:cubicBezTo>
                      <a:pt x="2299" y="2954"/>
                      <a:pt x="2264" y="2935"/>
                      <a:pt x="2224" y="2911"/>
                    </a:cubicBezTo>
                    <a:cubicBezTo>
                      <a:pt x="2185" y="2887"/>
                      <a:pt x="2146" y="2860"/>
                      <a:pt x="2099" y="2836"/>
                    </a:cubicBezTo>
                    <a:cubicBezTo>
                      <a:pt x="2043" y="2808"/>
                      <a:pt x="1992" y="2776"/>
                      <a:pt x="1952" y="2733"/>
                    </a:cubicBezTo>
                    <a:cubicBezTo>
                      <a:pt x="1909" y="2689"/>
                      <a:pt x="1877" y="2642"/>
                      <a:pt x="1862" y="2587"/>
                    </a:cubicBezTo>
                    <a:cubicBezTo>
                      <a:pt x="1846" y="2532"/>
                      <a:pt x="1842" y="2477"/>
                      <a:pt x="1838" y="2418"/>
                    </a:cubicBezTo>
                    <a:cubicBezTo>
                      <a:pt x="1826" y="2212"/>
                      <a:pt x="1815" y="2012"/>
                      <a:pt x="1806" y="1810"/>
                    </a:cubicBezTo>
                    <a:cubicBezTo>
                      <a:pt x="1799" y="1716"/>
                      <a:pt x="1799" y="1621"/>
                      <a:pt x="1799" y="1526"/>
                    </a:cubicBezTo>
                    <a:lnTo>
                      <a:pt x="1799" y="1432"/>
                    </a:lnTo>
                    <a:cubicBezTo>
                      <a:pt x="1802" y="1317"/>
                      <a:pt x="1815" y="1207"/>
                      <a:pt x="1815" y="1089"/>
                    </a:cubicBezTo>
                    <a:cubicBezTo>
                      <a:pt x="1815" y="1049"/>
                      <a:pt x="1815" y="1010"/>
                      <a:pt x="1810" y="971"/>
                    </a:cubicBezTo>
                    <a:cubicBezTo>
                      <a:pt x="1775" y="663"/>
                      <a:pt x="1625" y="387"/>
                      <a:pt x="1373" y="201"/>
                    </a:cubicBezTo>
                    <a:cubicBezTo>
                      <a:pt x="1215" y="87"/>
                      <a:pt x="998" y="1"/>
                      <a:pt x="78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5" name="Google Shape;2535;p53"/>
              <p:cNvSpPr/>
              <p:nvPr/>
            </p:nvSpPr>
            <p:spPr>
              <a:xfrm>
                <a:off x="4546541" y="1730610"/>
                <a:ext cx="343847" cy="178690"/>
              </a:xfrm>
              <a:custGeom>
                <a:rect b="b" l="l" r="r" t="t"/>
                <a:pathLst>
                  <a:path extrusionOk="0" h="515" w="991">
                    <a:moveTo>
                      <a:pt x="520" y="1"/>
                    </a:moveTo>
                    <a:cubicBezTo>
                      <a:pt x="351" y="1"/>
                      <a:pt x="177" y="117"/>
                      <a:pt x="84" y="244"/>
                    </a:cubicBezTo>
                    <a:cubicBezTo>
                      <a:pt x="37" y="308"/>
                      <a:pt x="1" y="399"/>
                      <a:pt x="48" y="462"/>
                    </a:cubicBezTo>
                    <a:cubicBezTo>
                      <a:pt x="72" y="499"/>
                      <a:pt x="118" y="515"/>
                      <a:pt x="163" y="515"/>
                    </a:cubicBezTo>
                    <a:cubicBezTo>
                      <a:pt x="185" y="515"/>
                      <a:pt x="207" y="511"/>
                      <a:pt x="226" y="505"/>
                    </a:cubicBezTo>
                    <a:cubicBezTo>
                      <a:pt x="246" y="497"/>
                      <a:pt x="265" y="489"/>
                      <a:pt x="281" y="481"/>
                    </a:cubicBezTo>
                    <a:cubicBezTo>
                      <a:pt x="324" y="457"/>
                      <a:pt x="359" y="430"/>
                      <a:pt x="399" y="406"/>
                    </a:cubicBezTo>
                    <a:cubicBezTo>
                      <a:pt x="439" y="379"/>
                      <a:pt x="486" y="359"/>
                      <a:pt x="533" y="359"/>
                    </a:cubicBezTo>
                    <a:cubicBezTo>
                      <a:pt x="537" y="359"/>
                      <a:pt x="541" y="358"/>
                      <a:pt x="544" y="358"/>
                    </a:cubicBezTo>
                    <a:cubicBezTo>
                      <a:pt x="599" y="358"/>
                      <a:pt x="646" y="384"/>
                      <a:pt x="695" y="406"/>
                    </a:cubicBezTo>
                    <a:cubicBezTo>
                      <a:pt x="746" y="434"/>
                      <a:pt x="797" y="457"/>
                      <a:pt x="852" y="457"/>
                    </a:cubicBezTo>
                    <a:cubicBezTo>
                      <a:pt x="912" y="457"/>
                      <a:pt x="971" y="418"/>
                      <a:pt x="974" y="363"/>
                    </a:cubicBezTo>
                    <a:cubicBezTo>
                      <a:pt x="991" y="229"/>
                      <a:pt x="714" y="40"/>
                      <a:pt x="608" y="12"/>
                    </a:cubicBezTo>
                    <a:cubicBezTo>
                      <a:pt x="579" y="5"/>
                      <a:pt x="550" y="1"/>
                      <a:pt x="520"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6" name="Google Shape;2536;p53"/>
              <p:cNvSpPr/>
              <p:nvPr/>
            </p:nvSpPr>
            <p:spPr>
              <a:xfrm>
                <a:off x="4547929" y="1723671"/>
                <a:ext cx="345235" cy="193262"/>
              </a:xfrm>
              <a:custGeom>
                <a:rect b="b" l="l" r="r" t="t"/>
                <a:pathLst>
                  <a:path extrusionOk="0" h="557" w="995">
                    <a:moveTo>
                      <a:pt x="517" y="44"/>
                    </a:moveTo>
                    <a:cubicBezTo>
                      <a:pt x="545" y="44"/>
                      <a:pt x="573" y="48"/>
                      <a:pt x="597" y="51"/>
                    </a:cubicBezTo>
                    <a:cubicBezTo>
                      <a:pt x="620" y="60"/>
                      <a:pt x="655" y="75"/>
                      <a:pt x="695" y="99"/>
                    </a:cubicBezTo>
                    <a:cubicBezTo>
                      <a:pt x="754" y="131"/>
                      <a:pt x="817" y="178"/>
                      <a:pt x="868" y="229"/>
                    </a:cubicBezTo>
                    <a:cubicBezTo>
                      <a:pt x="892" y="257"/>
                      <a:pt x="916" y="280"/>
                      <a:pt x="928" y="308"/>
                    </a:cubicBezTo>
                    <a:cubicBezTo>
                      <a:pt x="943" y="331"/>
                      <a:pt x="952" y="355"/>
                      <a:pt x="952" y="375"/>
                    </a:cubicBezTo>
                    <a:lnTo>
                      <a:pt x="952" y="379"/>
                    </a:lnTo>
                    <a:cubicBezTo>
                      <a:pt x="952" y="391"/>
                      <a:pt x="947" y="402"/>
                      <a:pt x="939" y="411"/>
                    </a:cubicBezTo>
                    <a:cubicBezTo>
                      <a:pt x="932" y="422"/>
                      <a:pt x="919" y="435"/>
                      <a:pt x="904" y="442"/>
                    </a:cubicBezTo>
                    <a:cubicBezTo>
                      <a:pt x="888" y="450"/>
                      <a:pt x="868" y="458"/>
                      <a:pt x="848" y="458"/>
                    </a:cubicBezTo>
                    <a:cubicBezTo>
                      <a:pt x="825" y="458"/>
                      <a:pt x="797" y="450"/>
                      <a:pt x="774" y="442"/>
                    </a:cubicBezTo>
                    <a:cubicBezTo>
                      <a:pt x="750" y="435"/>
                      <a:pt x="726" y="422"/>
                      <a:pt x="699" y="406"/>
                    </a:cubicBezTo>
                    <a:cubicBezTo>
                      <a:pt x="675" y="395"/>
                      <a:pt x="652" y="383"/>
                      <a:pt x="624" y="371"/>
                    </a:cubicBezTo>
                    <a:cubicBezTo>
                      <a:pt x="597" y="364"/>
                      <a:pt x="564" y="355"/>
                      <a:pt x="533" y="355"/>
                    </a:cubicBezTo>
                    <a:lnTo>
                      <a:pt x="529" y="355"/>
                    </a:lnTo>
                    <a:cubicBezTo>
                      <a:pt x="474" y="359"/>
                      <a:pt x="426" y="383"/>
                      <a:pt x="384" y="406"/>
                    </a:cubicBezTo>
                    <a:cubicBezTo>
                      <a:pt x="344" y="435"/>
                      <a:pt x="304" y="462"/>
                      <a:pt x="269" y="482"/>
                    </a:cubicBezTo>
                    <a:cubicBezTo>
                      <a:pt x="253" y="489"/>
                      <a:pt x="233" y="497"/>
                      <a:pt x="218" y="506"/>
                    </a:cubicBezTo>
                    <a:cubicBezTo>
                      <a:pt x="198" y="509"/>
                      <a:pt x="178" y="513"/>
                      <a:pt x="158" y="513"/>
                    </a:cubicBezTo>
                    <a:cubicBezTo>
                      <a:pt x="139" y="513"/>
                      <a:pt x="119" y="509"/>
                      <a:pt x="104" y="501"/>
                    </a:cubicBezTo>
                    <a:cubicBezTo>
                      <a:pt x="84" y="493"/>
                      <a:pt x="71" y="486"/>
                      <a:pt x="60" y="470"/>
                    </a:cubicBezTo>
                    <a:cubicBezTo>
                      <a:pt x="48" y="454"/>
                      <a:pt x="44" y="435"/>
                      <a:pt x="44" y="411"/>
                    </a:cubicBezTo>
                    <a:cubicBezTo>
                      <a:pt x="44" y="367"/>
                      <a:pt x="68" y="316"/>
                      <a:pt x="95" y="277"/>
                    </a:cubicBezTo>
                    <a:cubicBezTo>
                      <a:pt x="142" y="217"/>
                      <a:pt x="206" y="158"/>
                      <a:pt x="281" y="115"/>
                    </a:cubicBezTo>
                    <a:cubicBezTo>
                      <a:pt x="355" y="71"/>
                      <a:pt x="439" y="44"/>
                      <a:pt x="517" y="44"/>
                    </a:cubicBezTo>
                    <a:close/>
                    <a:moveTo>
                      <a:pt x="517" y="0"/>
                    </a:moveTo>
                    <a:cubicBezTo>
                      <a:pt x="426" y="0"/>
                      <a:pt x="336" y="28"/>
                      <a:pt x="257" y="75"/>
                    </a:cubicBezTo>
                    <a:cubicBezTo>
                      <a:pt x="178" y="122"/>
                      <a:pt x="111" y="186"/>
                      <a:pt x="60" y="249"/>
                    </a:cubicBezTo>
                    <a:cubicBezTo>
                      <a:pt x="29" y="296"/>
                      <a:pt x="0" y="351"/>
                      <a:pt x="0" y="411"/>
                    </a:cubicBezTo>
                    <a:cubicBezTo>
                      <a:pt x="0" y="442"/>
                      <a:pt x="9" y="470"/>
                      <a:pt x="24" y="493"/>
                    </a:cubicBezTo>
                    <a:cubicBezTo>
                      <a:pt x="40" y="517"/>
                      <a:pt x="64" y="533"/>
                      <a:pt x="84" y="541"/>
                    </a:cubicBezTo>
                    <a:cubicBezTo>
                      <a:pt x="107" y="553"/>
                      <a:pt x="135" y="557"/>
                      <a:pt x="158" y="557"/>
                    </a:cubicBezTo>
                    <a:cubicBezTo>
                      <a:pt x="182" y="557"/>
                      <a:pt x="206" y="553"/>
                      <a:pt x="229" y="544"/>
                    </a:cubicBezTo>
                    <a:cubicBezTo>
                      <a:pt x="249" y="537"/>
                      <a:pt x="269" y="529"/>
                      <a:pt x="289" y="521"/>
                    </a:cubicBezTo>
                    <a:cubicBezTo>
                      <a:pt x="332" y="497"/>
                      <a:pt x="368" y="470"/>
                      <a:pt x="407" y="446"/>
                    </a:cubicBezTo>
                    <a:cubicBezTo>
                      <a:pt x="446" y="419"/>
                      <a:pt x="490" y="399"/>
                      <a:pt x="529" y="399"/>
                    </a:cubicBezTo>
                    <a:lnTo>
                      <a:pt x="533" y="399"/>
                    </a:lnTo>
                    <a:cubicBezTo>
                      <a:pt x="561" y="399"/>
                      <a:pt x="584" y="406"/>
                      <a:pt x="608" y="415"/>
                    </a:cubicBezTo>
                    <a:cubicBezTo>
                      <a:pt x="632" y="422"/>
                      <a:pt x="655" y="435"/>
                      <a:pt x="679" y="446"/>
                    </a:cubicBezTo>
                    <a:cubicBezTo>
                      <a:pt x="706" y="458"/>
                      <a:pt x="730" y="473"/>
                      <a:pt x="758" y="482"/>
                    </a:cubicBezTo>
                    <a:cubicBezTo>
                      <a:pt x="786" y="493"/>
                      <a:pt x="817" y="501"/>
                      <a:pt x="848" y="501"/>
                    </a:cubicBezTo>
                    <a:lnTo>
                      <a:pt x="852" y="501"/>
                    </a:lnTo>
                    <a:cubicBezTo>
                      <a:pt x="884" y="497"/>
                      <a:pt x="916" y="489"/>
                      <a:pt x="943" y="470"/>
                    </a:cubicBezTo>
                    <a:lnTo>
                      <a:pt x="979" y="435"/>
                    </a:lnTo>
                    <a:cubicBezTo>
                      <a:pt x="987" y="419"/>
                      <a:pt x="990" y="402"/>
                      <a:pt x="994" y="383"/>
                    </a:cubicBezTo>
                    <a:lnTo>
                      <a:pt x="994" y="375"/>
                    </a:lnTo>
                    <a:cubicBezTo>
                      <a:pt x="994" y="355"/>
                      <a:pt x="990" y="335"/>
                      <a:pt x="983" y="316"/>
                    </a:cubicBezTo>
                    <a:cubicBezTo>
                      <a:pt x="967" y="280"/>
                      <a:pt x="943" y="245"/>
                      <a:pt x="912" y="213"/>
                    </a:cubicBezTo>
                    <a:cubicBezTo>
                      <a:pt x="868" y="166"/>
                      <a:pt x="810" y="119"/>
                      <a:pt x="754" y="84"/>
                    </a:cubicBezTo>
                    <a:cubicBezTo>
                      <a:pt x="726" y="67"/>
                      <a:pt x="699" y="51"/>
                      <a:pt x="675" y="40"/>
                    </a:cubicBezTo>
                    <a:cubicBezTo>
                      <a:pt x="652" y="24"/>
                      <a:pt x="628" y="16"/>
                      <a:pt x="608" y="13"/>
                    </a:cubicBezTo>
                    <a:cubicBezTo>
                      <a:pt x="577" y="4"/>
                      <a:pt x="549" y="0"/>
                      <a:pt x="517"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7" name="Google Shape;2537;p53"/>
              <p:cNvSpPr/>
              <p:nvPr/>
            </p:nvSpPr>
            <p:spPr>
              <a:xfrm>
                <a:off x="4684981" y="1997427"/>
                <a:ext cx="182159" cy="208182"/>
              </a:xfrm>
              <a:custGeom>
                <a:rect b="b" l="l" r="r" t="t"/>
                <a:pathLst>
                  <a:path extrusionOk="0" h="600" w="525">
                    <a:moveTo>
                      <a:pt x="273" y="43"/>
                    </a:moveTo>
                    <a:cubicBezTo>
                      <a:pt x="331" y="48"/>
                      <a:pt x="382" y="75"/>
                      <a:pt x="422" y="119"/>
                    </a:cubicBezTo>
                    <a:cubicBezTo>
                      <a:pt x="457" y="166"/>
                      <a:pt x="481" y="229"/>
                      <a:pt x="481" y="296"/>
                    </a:cubicBezTo>
                    <a:lnTo>
                      <a:pt x="481" y="308"/>
                    </a:lnTo>
                    <a:cubicBezTo>
                      <a:pt x="481" y="379"/>
                      <a:pt x="453" y="441"/>
                      <a:pt x="415" y="485"/>
                    </a:cubicBezTo>
                    <a:cubicBezTo>
                      <a:pt x="375" y="532"/>
                      <a:pt x="320" y="556"/>
                      <a:pt x="260" y="556"/>
                    </a:cubicBezTo>
                    <a:lnTo>
                      <a:pt x="253" y="556"/>
                    </a:lnTo>
                    <a:cubicBezTo>
                      <a:pt x="217" y="556"/>
                      <a:pt x="186" y="548"/>
                      <a:pt x="162" y="536"/>
                    </a:cubicBezTo>
                    <a:cubicBezTo>
                      <a:pt x="122" y="516"/>
                      <a:pt x="95" y="485"/>
                      <a:pt x="75" y="445"/>
                    </a:cubicBezTo>
                    <a:cubicBezTo>
                      <a:pt x="55" y="406"/>
                      <a:pt x="44" y="359"/>
                      <a:pt x="44" y="308"/>
                    </a:cubicBezTo>
                    <a:lnTo>
                      <a:pt x="44" y="292"/>
                    </a:lnTo>
                    <a:cubicBezTo>
                      <a:pt x="47" y="221"/>
                      <a:pt x="71" y="158"/>
                      <a:pt x="115" y="114"/>
                    </a:cubicBezTo>
                    <a:cubicBezTo>
                      <a:pt x="154" y="71"/>
                      <a:pt x="209" y="43"/>
                      <a:pt x="264" y="43"/>
                    </a:cubicBezTo>
                    <a:close/>
                    <a:moveTo>
                      <a:pt x="264" y="0"/>
                    </a:moveTo>
                    <a:cubicBezTo>
                      <a:pt x="193" y="0"/>
                      <a:pt x="131" y="32"/>
                      <a:pt x="79" y="87"/>
                    </a:cubicBezTo>
                    <a:cubicBezTo>
                      <a:pt x="31" y="138"/>
                      <a:pt x="4" y="209"/>
                      <a:pt x="0" y="292"/>
                    </a:cubicBezTo>
                    <a:lnTo>
                      <a:pt x="0" y="308"/>
                    </a:lnTo>
                    <a:cubicBezTo>
                      <a:pt x="0" y="387"/>
                      <a:pt x="20" y="458"/>
                      <a:pt x="63" y="509"/>
                    </a:cubicBezTo>
                    <a:cubicBezTo>
                      <a:pt x="83" y="536"/>
                      <a:pt x="111" y="560"/>
                      <a:pt x="142" y="576"/>
                    </a:cubicBezTo>
                    <a:cubicBezTo>
                      <a:pt x="173" y="592"/>
                      <a:pt x="209" y="600"/>
                      <a:pt x="253" y="600"/>
                    </a:cubicBezTo>
                    <a:lnTo>
                      <a:pt x="260" y="600"/>
                    </a:lnTo>
                    <a:cubicBezTo>
                      <a:pt x="331" y="600"/>
                      <a:pt x="398" y="568"/>
                      <a:pt x="446" y="516"/>
                    </a:cubicBezTo>
                    <a:cubicBezTo>
                      <a:pt x="493" y="461"/>
                      <a:pt x="524" y="390"/>
                      <a:pt x="524" y="312"/>
                    </a:cubicBezTo>
                    <a:lnTo>
                      <a:pt x="524" y="296"/>
                    </a:lnTo>
                    <a:cubicBezTo>
                      <a:pt x="524" y="217"/>
                      <a:pt x="501" y="146"/>
                      <a:pt x="453" y="90"/>
                    </a:cubicBezTo>
                    <a:cubicBezTo>
                      <a:pt x="410" y="39"/>
                      <a:pt x="347" y="4"/>
                      <a:pt x="27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8" name="Google Shape;2538;p53"/>
              <p:cNvSpPr/>
              <p:nvPr/>
            </p:nvSpPr>
            <p:spPr>
              <a:xfrm>
                <a:off x="4445574" y="1987712"/>
                <a:ext cx="176608" cy="209570"/>
              </a:xfrm>
              <a:custGeom>
                <a:rect b="b" l="l" r="r" t="t"/>
                <a:pathLst>
                  <a:path extrusionOk="0" h="604" w="509">
                    <a:moveTo>
                      <a:pt x="264" y="44"/>
                    </a:moveTo>
                    <a:cubicBezTo>
                      <a:pt x="319" y="47"/>
                      <a:pt x="371" y="76"/>
                      <a:pt x="406" y="118"/>
                    </a:cubicBezTo>
                    <a:cubicBezTo>
                      <a:pt x="442" y="166"/>
                      <a:pt x="466" y="229"/>
                      <a:pt x="466" y="296"/>
                    </a:cubicBezTo>
                    <a:lnTo>
                      <a:pt x="466" y="308"/>
                    </a:lnTo>
                    <a:cubicBezTo>
                      <a:pt x="461" y="379"/>
                      <a:pt x="430" y="442"/>
                      <a:pt x="386" y="486"/>
                    </a:cubicBezTo>
                    <a:cubicBezTo>
                      <a:pt x="366" y="509"/>
                      <a:pt x="343" y="529"/>
                      <a:pt x="319" y="540"/>
                    </a:cubicBezTo>
                    <a:cubicBezTo>
                      <a:pt x="295" y="553"/>
                      <a:pt x="268" y="560"/>
                      <a:pt x="248" y="560"/>
                    </a:cubicBezTo>
                    <a:lnTo>
                      <a:pt x="244" y="560"/>
                    </a:lnTo>
                    <a:cubicBezTo>
                      <a:pt x="189" y="557"/>
                      <a:pt x="138" y="529"/>
                      <a:pt x="102" y="482"/>
                    </a:cubicBezTo>
                    <a:cubicBezTo>
                      <a:pt x="67" y="438"/>
                      <a:pt x="44" y="375"/>
                      <a:pt x="44" y="304"/>
                    </a:cubicBezTo>
                    <a:lnTo>
                      <a:pt x="44" y="296"/>
                    </a:lnTo>
                    <a:cubicBezTo>
                      <a:pt x="44" y="225"/>
                      <a:pt x="71" y="162"/>
                      <a:pt x="111" y="115"/>
                    </a:cubicBezTo>
                    <a:cubicBezTo>
                      <a:pt x="150" y="71"/>
                      <a:pt x="201" y="44"/>
                      <a:pt x="257" y="44"/>
                    </a:cubicBezTo>
                    <a:close/>
                    <a:moveTo>
                      <a:pt x="257" y="0"/>
                    </a:moveTo>
                    <a:cubicBezTo>
                      <a:pt x="186" y="0"/>
                      <a:pt x="122" y="36"/>
                      <a:pt x="79" y="87"/>
                    </a:cubicBezTo>
                    <a:cubicBezTo>
                      <a:pt x="31" y="138"/>
                      <a:pt x="0" y="213"/>
                      <a:pt x="0" y="293"/>
                    </a:cubicBezTo>
                    <a:lnTo>
                      <a:pt x="0" y="304"/>
                    </a:lnTo>
                    <a:cubicBezTo>
                      <a:pt x="0" y="383"/>
                      <a:pt x="24" y="458"/>
                      <a:pt x="67" y="509"/>
                    </a:cubicBezTo>
                    <a:cubicBezTo>
                      <a:pt x="111" y="564"/>
                      <a:pt x="173" y="600"/>
                      <a:pt x="244" y="604"/>
                    </a:cubicBezTo>
                    <a:lnTo>
                      <a:pt x="248" y="604"/>
                    </a:lnTo>
                    <a:cubicBezTo>
                      <a:pt x="280" y="604"/>
                      <a:pt x="308" y="592"/>
                      <a:pt x="339" y="580"/>
                    </a:cubicBezTo>
                    <a:cubicBezTo>
                      <a:pt x="382" y="557"/>
                      <a:pt x="422" y="521"/>
                      <a:pt x="453" y="473"/>
                    </a:cubicBezTo>
                    <a:cubicBezTo>
                      <a:pt x="485" y="431"/>
                      <a:pt x="508" y="371"/>
                      <a:pt x="508" y="312"/>
                    </a:cubicBezTo>
                    <a:lnTo>
                      <a:pt x="508" y="296"/>
                    </a:lnTo>
                    <a:cubicBezTo>
                      <a:pt x="508" y="218"/>
                      <a:pt x="485" y="147"/>
                      <a:pt x="437" y="91"/>
                    </a:cubicBezTo>
                    <a:cubicBezTo>
                      <a:pt x="395" y="40"/>
                      <a:pt x="335" y="5"/>
                      <a:pt x="26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9" name="Google Shape;2539;p53"/>
              <p:cNvSpPr/>
              <p:nvPr/>
            </p:nvSpPr>
            <p:spPr>
              <a:xfrm>
                <a:off x="4611077" y="2092843"/>
                <a:ext cx="85008" cy="19777"/>
              </a:xfrm>
              <a:custGeom>
                <a:rect b="b" l="l" r="r" t="t"/>
                <a:pathLst>
                  <a:path extrusionOk="0" h="57" w="245">
                    <a:moveTo>
                      <a:pt x="20" y="1"/>
                    </a:moveTo>
                    <a:cubicBezTo>
                      <a:pt x="8" y="1"/>
                      <a:pt x="0" y="9"/>
                      <a:pt x="0" y="25"/>
                    </a:cubicBezTo>
                    <a:cubicBezTo>
                      <a:pt x="0" y="37"/>
                      <a:pt x="8" y="44"/>
                      <a:pt x="20" y="44"/>
                    </a:cubicBezTo>
                    <a:lnTo>
                      <a:pt x="221" y="57"/>
                    </a:lnTo>
                    <a:cubicBezTo>
                      <a:pt x="233" y="57"/>
                      <a:pt x="244" y="48"/>
                      <a:pt x="244" y="37"/>
                    </a:cubicBezTo>
                    <a:cubicBezTo>
                      <a:pt x="244" y="25"/>
                      <a:pt x="237" y="13"/>
                      <a:pt x="225" y="13"/>
                    </a:cubicBezTo>
                    <a:lnTo>
                      <a:pt x="20" y="1"/>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0" name="Google Shape;2540;p53"/>
              <p:cNvSpPr/>
              <p:nvPr/>
            </p:nvSpPr>
            <p:spPr>
              <a:xfrm>
                <a:off x="4851525" y="2031083"/>
                <a:ext cx="209917" cy="81885"/>
              </a:xfrm>
              <a:custGeom>
                <a:rect b="b" l="l" r="r" t="t"/>
                <a:pathLst>
                  <a:path extrusionOk="0" h="236" w="605">
                    <a:moveTo>
                      <a:pt x="579" y="1"/>
                    </a:moveTo>
                    <a:cubicBezTo>
                      <a:pt x="577" y="1"/>
                      <a:pt x="575" y="1"/>
                      <a:pt x="573" y="2"/>
                    </a:cubicBezTo>
                    <a:lnTo>
                      <a:pt x="17" y="191"/>
                    </a:lnTo>
                    <a:cubicBezTo>
                      <a:pt x="6" y="195"/>
                      <a:pt x="1" y="206"/>
                      <a:pt x="6" y="219"/>
                    </a:cubicBezTo>
                    <a:cubicBezTo>
                      <a:pt x="9" y="228"/>
                      <a:pt x="17" y="236"/>
                      <a:pt x="27" y="236"/>
                    </a:cubicBezTo>
                    <a:cubicBezTo>
                      <a:pt x="29" y="236"/>
                      <a:pt x="31" y="235"/>
                      <a:pt x="33" y="235"/>
                    </a:cubicBezTo>
                    <a:lnTo>
                      <a:pt x="585" y="45"/>
                    </a:lnTo>
                    <a:cubicBezTo>
                      <a:pt x="597" y="41"/>
                      <a:pt x="605" y="26"/>
                      <a:pt x="601" y="17"/>
                    </a:cubicBezTo>
                    <a:cubicBezTo>
                      <a:pt x="598" y="8"/>
                      <a:pt x="589" y="1"/>
                      <a:pt x="57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1" name="Google Shape;2541;p53"/>
              <p:cNvSpPr/>
              <p:nvPr/>
            </p:nvSpPr>
            <p:spPr>
              <a:xfrm>
                <a:off x="4963942" y="2016857"/>
                <a:ext cx="168627" cy="182853"/>
              </a:xfrm>
              <a:custGeom>
                <a:rect b="b" l="l" r="r" t="t"/>
                <a:pathLst>
                  <a:path extrusionOk="0" h="527" w="486">
                    <a:moveTo>
                      <a:pt x="251" y="1"/>
                    </a:moveTo>
                    <a:cubicBezTo>
                      <a:pt x="203" y="1"/>
                      <a:pt x="155" y="20"/>
                      <a:pt x="119" y="50"/>
                    </a:cubicBezTo>
                    <a:cubicBezTo>
                      <a:pt x="75" y="82"/>
                      <a:pt x="24" y="125"/>
                      <a:pt x="8" y="181"/>
                    </a:cubicBezTo>
                    <a:lnTo>
                      <a:pt x="8" y="196"/>
                    </a:lnTo>
                    <a:cubicBezTo>
                      <a:pt x="0" y="252"/>
                      <a:pt x="24" y="338"/>
                      <a:pt x="44" y="389"/>
                    </a:cubicBezTo>
                    <a:cubicBezTo>
                      <a:pt x="55" y="425"/>
                      <a:pt x="68" y="456"/>
                      <a:pt x="91" y="480"/>
                    </a:cubicBezTo>
                    <a:cubicBezTo>
                      <a:pt x="120" y="512"/>
                      <a:pt x="162" y="526"/>
                      <a:pt x="205" y="526"/>
                    </a:cubicBezTo>
                    <a:cubicBezTo>
                      <a:pt x="226" y="526"/>
                      <a:pt x="248" y="523"/>
                      <a:pt x="268" y="516"/>
                    </a:cubicBezTo>
                    <a:cubicBezTo>
                      <a:pt x="359" y="489"/>
                      <a:pt x="439" y="413"/>
                      <a:pt x="462" y="318"/>
                    </a:cubicBezTo>
                    <a:cubicBezTo>
                      <a:pt x="486" y="228"/>
                      <a:pt x="458" y="121"/>
                      <a:pt x="387" y="58"/>
                    </a:cubicBezTo>
                    <a:cubicBezTo>
                      <a:pt x="363" y="34"/>
                      <a:pt x="339" y="19"/>
                      <a:pt x="308" y="11"/>
                    </a:cubicBezTo>
                    <a:cubicBezTo>
                      <a:pt x="290" y="4"/>
                      <a:pt x="270" y="1"/>
                      <a:pt x="251" y="1"/>
                    </a:cubicBezTo>
                    <a:close/>
                  </a:path>
                </a:pathLst>
              </a:custGeom>
              <a:solidFill>
                <a:srgbClr val="8247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2" name="Google Shape;2542;p53"/>
              <p:cNvSpPr/>
              <p:nvPr/>
            </p:nvSpPr>
            <p:spPr>
              <a:xfrm>
                <a:off x="5009741" y="2067861"/>
                <a:ext cx="83273" cy="49964"/>
              </a:xfrm>
              <a:custGeom>
                <a:rect b="b" l="l" r="r" t="t"/>
                <a:pathLst>
                  <a:path extrusionOk="0" h="144" w="240">
                    <a:moveTo>
                      <a:pt x="139" y="1"/>
                    </a:moveTo>
                    <a:cubicBezTo>
                      <a:pt x="49" y="1"/>
                      <a:pt x="1" y="82"/>
                      <a:pt x="7" y="144"/>
                    </a:cubicBezTo>
                    <a:lnTo>
                      <a:pt x="239" y="29"/>
                    </a:lnTo>
                    <a:cubicBezTo>
                      <a:pt x="202" y="9"/>
                      <a:pt x="168" y="1"/>
                      <a:pt x="139" y="1"/>
                    </a:cubicBezTo>
                    <a:close/>
                  </a:path>
                </a:pathLst>
              </a:custGeom>
              <a:solidFill>
                <a:srgbClr val="000000"/>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3" name="Google Shape;2543;p53"/>
              <p:cNvSpPr/>
              <p:nvPr/>
            </p:nvSpPr>
            <p:spPr>
              <a:xfrm>
                <a:off x="5003496" y="2060228"/>
                <a:ext cx="97846" cy="64883"/>
              </a:xfrm>
              <a:custGeom>
                <a:rect b="b" l="l" r="r" t="t"/>
                <a:pathLst>
                  <a:path extrusionOk="0" h="187" w="282">
                    <a:moveTo>
                      <a:pt x="159" y="0"/>
                    </a:moveTo>
                    <a:cubicBezTo>
                      <a:pt x="107" y="0"/>
                      <a:pt x="68" y="24"/>
                      <a:pt x="41" y="51"/>
                    </a:cubicBezTo>
                    <a:cubicBezTo>
                      <a:pt x="17" y="84"/>
                      <a:pt x="1" y="122"/>
                      <a:pt x="1" y="158"/>
                    </a:cubicBezTo>
                    <a:lnTo>
                      <a:pt x="1" y="166"/>
                    </a:lnTo>
                    <a:cubicBezTo>
                      <a:pt x="1" y="177"/>
                      <a:pt x="9" y="186"/>
                      <a:pt x="20" y="186"/>
                    </a:cubicBezTo>
                    <a:cubicBezTo>
                      <a:pt x="21" y="186"/>
                      <a:pt x="23" y="186"/>
                      <a:pt x="25" y="186"/>
                    </a:cubicBezTo>
                    <a:cubicBezTo>
                      <a:pt x="36" y="186"/>
                      <a:pt x="44" y="174"/>
                      <a:pt x="44" y="162"/>
                    </a:cubicBezTo>
                    <a:lnTo>
                      <a:pt x="44" y="158"/>
                    </a:lnTo>
                    <a:cubicBezTo>
                      <a:pt x="44" y="135"/>
                      <a:pt x="56" y="103"/>
                      <a:pt x="76" y="84"/>
                    </a:cubicBezTo>
                    <a:cubicBezTo>
                      <a:pt x="83" y="71"/>
                      <a:pt x="96" y="64"/>
                      <a:pt x="112" y="56"/>
                    </a:cubicBezTo>
                    <a:cubicBezTo>
                      <a:pt x="123" y="48"/>
                      <a:pt x="139" y="44"/>
                      <a:pt x="159" y="44"/>
                    </a:cubicBezTo>
                    <a:cubicBezTo>
                      <a:pt x="183" y="44"/>
                      <a:pt x="214" y="51"/>
                      <a:pt x="249" y="71"/>
                    </a:cubicBezTo>
                    <a:cubicBezTo>
                      <a:pt x="251" y="72"/>
                      <a:pt x="254" y="73"/>
                      <a:pt x="257" y="73"/>
                    </a:cubicBezTo>
                    <a:cubicBezTo>
                      <a:pt x="265" y="73"/>
                      <a:pt x="274" y="69"/>
                      <a:pt x="277" y="64"/>
                    </a:cubicBezTo>
                    <a:cubicBezTo>
                      <a:pt x="281" y="51"/>
                      <a:pt x="277" y="36"/>
                      <a:pt x="269" y="32"/>
                    </a:cubicBezTo>
                    <a:cubicBezTo>
                      <a:pt x="230" y="13"/>
                      <a:pt x="190" y="0"/>
                      <a:pt x="159" y="0"/>
                    </a:cubicBezTo>
                    <a:close/>
                  </a:path>
                </a:pathLst>
              </a:custGeom>
              <a:solidFill>
                <a:srgbClr val="000000"/>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4" name="Google Shape;2544;p53"/>
              <p:cNvSpPr/>
              <p:nvPr/>
            </p:nvSpPr>
            <p:spPr>
              <a:xfrm>
                <a:off x="4505599" y="1458936"/>
                <a:ext cx="744598" cy="819543"/>
              </a:xfrm>
              <a:custGeom>
                <a:rect b="b" l="l" r="r" t="t"/>
                <a:pathLst>
                  <a:path extrusionOk="0" h="2362" w="2146">
                    <a:moveTo>
                      <a:pt x="765" y="0"/>
                    </a:moveTo>
                    <a:cubicBezTo>
                      <a:pt x="585" y="0"/>
                      <a:pt x="408" y="50"/>
                      <a:pt x="269" y="160"/>
                    </a:cubicBezTo>
                    <a:cubicBezTo>
                      <a:pt x="115" y="286"/>
                      <a:pt x="33" y="476"/>
                      <a:pt x="13" y="669"/>
                    </a:cubicBezTo>
                    <a:cubicBezTo>
                      <a:pt x="0" y="763"/>
                      <a:pt x="4" y="858"/>
                      <a:pt x="9" y="953"/>
                    </a:cubicBezTo>
                    <a:cubicBezTo>
                      <a:pt x="13" y="1067"/>
                      <a:pt x="80" y="1185"/>
                      <a:pt x="119" y="1292"/>
                    </a:cubicBezTo>
                    <a:cubicBezTo>
                      <a:pt x="213" y="1103"/>
                      <a:pt x="415" y="992"/>
                      <a:pt x="604" y="898"/>
                    </a:cubicBezTo>
                    <a:cubicBezTo>
                      <a:pt x="844" y="1087"/>
                      <a:pt x="1077" y="1288"/>
                      <a:pt x="1305" y="1497"/>
                    </a:cubicBezTo>
                    <a:cubicBezTo>
                      <a:pt x="1357" y="1544"/>
                      <a:pt x="1432" y="1595"/>
                      <a:pt x="1467" y="1655"/>
                    </a:cubicBezTo>
                    <a:cubicBezTo>
                      <a:pt x="1495" y="1698"/>
                      <a:pt x="1511" y="1757"/>
                      <a:pt x="1527" y="1800"/>
                    </a:cubicBezTo>
                    <a:cubicBezTo>
                      <a:pt x="1574" y="1935"/>
                      <a:pt x="1598" y="2073"/>
                      <a:pt x="1625" y="2210"/>
                    </a:cubicBezTo>
                    <a:cubicBezTo>
                      <a:pt x="1635" y="2249"/>
                      <a:pt x="1627" y="2362"/>
                      <a:pt x="1682" y="2362"/>
                    </a:cubicBezTo>
                    <a:cubicBezTo>
                      <a:pt x="1689" y="2362"/>
                      <a:pt x="1696" y="2360"/>
                      <a:pt x="1704" y="2357"/>
                    </a:cubicBezTo>
                    <a:cubicBezTo>
                      <a:pt x="1826" y="2310"/>
                      <a:pt x="1944" y="2168"/>
                      <a:pt x="2000" y="2053"/>
                    </a:cubicBezTo>
                    <a:cubicBezTo>
                      <a:pt x="2098" y="1848"/>
                      <a:pt x="2133" y="1580"/>
                      <a:pt x="2142" y="1355"/>
                    </a:cubicBezTo>
                    <a:cubicBezTo>
                      <a:pt x="2146" y="1158"/>
                      <a:pt x="2114" y="969"/>
                      <a:pt x="2044" y="799"/>
                    </a:cubicBezTo>
                    <a:cubicBezTo>
                      <a:pt x="1964" y="614"/>
                      <a:pt x="1834" y="452"/>
                      <a:pt x="1649" y="330"/>
                    </a:cubicBezTo>
                    <a:cubicBezTo>
                      <a:pt x="1440" y="195"/>
                      <a:pt x="1219" y="70"/>
                      <a:pt x="974" y="22"/>
                    </a:cubicBezTo>
                    <a:cubicBezTo>
                      <a:pt x="905" y="8"/>
                      <a:pt x="835" y="0"/>
                      <a:pt x="765" y="0"/>
                    </a:cubicBez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5" name="Google Shape;2545;p53"/>
              <p:cNvSpPr/>
              <p:nvPr/>
            </p:nvSpPr>
            <p:spPr>
              <a:xfrm>
                <a:off x="4498660" y="1451302"/>
                <a:ext cx="758476" cy="835157"/>
              </a:xfrm>
              <a:custGeom>
                <a:rect b="b" l="l" r="r" t="t"/>
                <a:pathLst>
                  <a:path extrusionOk="0" h="2407" w="2186">
                    <a:moveTo>
                      <a:pt x="786" y="44"/>
                    </a:moveTo>
                    <a:cubicBezTo>
                      <a:pt x="857" y="44"/>
                      <a:pt x="923" y="52"/>
                      <a:pt x="990" y="64"/>
                    </a:cubicBezTo>
                    <a:cubicBezTo>
                      <a:pt x="1231" y="115"/>
                      <a:pt x="1448" y="237"/>
                      <a:pt x="1657" y="372"/>
                    </a:cubicBezTo>
                    <a:cubicBezTo>
                      <a:pt x="1838" y="490"/>
                      <a:pt x="1964" y="647"/>
                      <a:pt x="2044" y="829"/>
                    </a:cubicBezTo>
                    <a:cubicBezTo>
                      <a:pt x="2111" y="983"/>
                      <a:pt x="2142" y="1152"/>
                      <a:pt x="2142" y="1333"/>
                    </a:cubicBezTo>
                    <a:cubicBezTo>
                      <a:pt x="2142" y="1349"/>
                      <a:pt x="2138" y="1362"/>
                      <a:pt x="2138" y="1377"/>
                    </a:cubicBezTo>
                    <a:cubicBezTo>
                      <a:pt x="2134" y="1598"/>
                      <a:pt x="2095" y="1866"/>
                      <a:pt x="2000" y="2063"/>
                    </a:cubicBezTo>
                    <a:cubicBezTo>
                      <a:pt x="1973" y="2119"/>
                      <a:pt x="1933" y="2181"/>
                      <a:pt x="1882" y="2237"/>
                    </a:cubicBezTo>
                    <a:cubicBezTo>
                      <a:pt x="1831" y="2292"/>
                      <a:pt x="1771" y="2335"/>
                      <a:pt x="1716" y="2359"/>
                    </a:cubicBezTo>
                    <a:lnTo>
                      <a:pt x="1696" y="2359"/>
                    </a:lnTo>
                    <a:cubicBezTo>
                      <a:pt x="1693" y="2359"/>
                      <a:pt x="1693" y="2355"/>
                      <a:pt x="1689" y="2355"/>
                    </a:cubicBezTo>
                    <a:cubicBezTo>
                      <a:pt x="1689" y="2350"/>
                      <a:pt x="1685" y="2343"/>
                      <a:pt x="1680" y="2332"/>
                    </a:cubicBezTo>
                    <a:cubicBezTo>
                      <a:pt x="1676" y="2315"/>
                      <a:pt x="1673" y="2296"/>
                      <a:pt x="1673" y="2280"/>
                    </a:cubicBezTo>
                    <a:cubicBezTo>
                      <a:pt x="1673" y="2261"/>
                      <a:pt x="1669" y="2241"/>
                      <a:pt x="1669" y="2228"/>
                    </a:cubicBezTo>
                    <a:cubicBezTo>
                      <a:pt x="1638" y="2090"/>
                      <a:pt x="1614" y="1953"/>
                      <a:pt x="1567" y="1819"/>
                    </a:cubicBezTo>
                    <a:cubicBezTo>
                      <a:pt x="1558" y="1795"/>
                      <a:pt x="1551" y="1768"/>
                      <a:pt x="1543" y="1740"/>
                    </a:cubicBezTo>
                    <a:cubicBezTo>
                      <a:pt x="1531" y="1716"/>
                      <a:pt x="1519" y="1688"/>
                      <a:pt x="1507" y="1664"/>
                    </a:cubicBezTo>
                    <a:cubicBezTo>
                      <a:pt x="1487" y="1633"/>
                      <a:pt x="1456" y="1602"/>
                      <a:pt x="1425" y="1578"/>
                    </a:cubicBezTo>
                    <a:cubicBezTo>
                      <a:pt x="1396" y="1551"/>
                      <a:pt x="1365" y="1527"/>
                      <a:pt x="1338" y="1504"/>
                    </a:cubicBezTo>
                    <a:cubicBezTo>
                      <a:pt x="1112" y="1294"/>
                      <a:pt x="881" y="1093"/>
                      <a:pt x="639" y="900"/>
                    </a:cubicBezTo>
                    <a:cubicBezTo>
                      <a:pt x="635" y="898"/>
                      <a:pt x="632" y="897"/>
                      <a:pt x="628" y="897"/>
                    </a:cubicBezTo>
                    <a:cubicBezTo>
                      <a:pt x="624" y="897"/>
                      <a:pt x="620" y="898"/>
                      <a:pt x="616" y="900"/>
                    </a:cubicBezTo>
                    <a:cubicBezTo>
                      <a:pt x="521" y="947"/>
                      <a:pt x="423" y="998"/>
                      <a:pt x="332" y="1062"/>
                    </a:cubicBezTo>
                    <a:cubicBezTo>
                      <a:pt x="258" y="1119"/>
                      <a:pt x="190" y="1182"/>
                      <a:pt x="142" y="1262"/>
                    </a:cubicBezTo>
                    <a:lnTo>
                      <a:pt x="142" y="1262"/>
                    </a:lnTo>
                    <a:cubicBezTo>
                      <a:pt x="125" y="1222"/>
                      <a:pt x="106" y="1181"/>
                      <a:pt x="91" y="1140"/>
                    </a:cubicBezTo>
                    <a:cubicBezTo>
                      <a:pt x="68" y="1085"/>
                      <a:pt x="53" y="1026"/>
                      <a:pt x="53" y="975"/>
                    </a:cubicBezTo>
                    <a:cubicBezTo>
                      <a:pt x="48" y="920"/>
                      <a:pt x="44" y="865"/>
                      <a:pt x="48" y="809"/>
                    </a:cubicBezTo>
                    <a:cubicBezTo>
                      <a:pt x="48" y="770"/>
                      <a:pt x="48" y="734"/>
                      <a:pt x="53" y="694"/>
                    </a:cubicBezTo>
                    <a:cubicBezTo>
                      <a:pt x="76" y="505"/>
                      <a:pt x="155" y="321"/>
                      <a:pt x="300" y="198"/>
                    </a:cubicBezTo>
                    <a:cubicBezTo>
                      <a:pt x="435" y="92"/>
                      <a:pt x="608" y="44"/>
                      <a:pt x="786" y="44"/>
                    </a:cubicBezTo>
                    <a:close/>
                    <a:moveTo>
                      <a:pt x="786" y="1"/>
                    </a:moveTo>
                    <a:cubicBezTo>
                      <a:pt x="600" y="1"/>
                      <a:pt x="419" y="48"/>
                      <a:pt x="273" y="166"/>
                    </a:cubicBezTo>
                    <a:cubicBezTo>
                      <a:pt x="115" y="297"/>
                      <a:pt x="33" y="490"/>
                      <a:pt x="9" y="691"/>
                    </a:cubicBezTo>
                    <a:cubicBezTo>
                      <a:pt x="5" y="730"/>
                      <a:pt x="0" y="770"/>
                      <a:pt x="0" y="809"/>
                    </a:cubicBezTo>
                    <a:cubicBezTo>
                      <a:pt x="0" y="865"/>
                      <a:pt x="5" y="923"/>
                      <a:pt x="9" y="975"/>
                    </a:cubicBezTo>
                    <a:cubicBezTo>
                      <a:pt x="9" y="1038"/>
                      <a:pt x="29" y="1097"/>
                      <a:pt x="48" y="1156"/>
                    </a:cubicBezTo>
                    <a:cubicBezTo>
                      <a:pt x="71" y="1215"/>
                      <a:pt x="100" y="1271"/>
                      <a:pt x="115" y="1322"/>
                    </a:cubicBezTo>
                    <a:cubicBezTo>
                      <a:pt x="119" y="1329"/>
                      <a:pt x="127" y="1333"/>
                      <a:pt x="135" y="1338"/>
                    </a:cubicBezTo>
                    <a:cubicBezTo>
                      <a:pt x="147" y="1338"/>
                      <a:pt x="155" y="1329"/>
                      <a:pt x="159" y="1326"/>
                    </a:cubicBezTo>
                    <a:cubicBezTo>
                      <a:pt x="202" y="1231"/>
                      <a:pt x="273" y="1160"/>
                      <a:pt x="360" y="1097"/>
                    </a:cubicBezTo>
                    <a:cubicBezTo>
                      <a:pt x="438" y="1041"/>
                      <a:pt x="531" y="992"/>
                      <a:pt x="621" y="943"/>
                    </a:cubicBezTo>
                    <a:lnTo>
                      <a:pt x="621" y="943"/>
                    </a:lnTo>
                    <a:cubicBezTo>
                      <a:pt x="858" y="1130"/>
                      <a:pt x="1088" y="1328"/>
                      <a:pt x="1310" y="1535"/>
                    </a:cubicBezTo>
                    <a:cubicBezTo>
                      <a:pt x="1338" y="1558"/>
                      <a:pt x="1369" y="1582"/>
                      <a:pt x="1396" y="1610"/>
                    </a:cubicBezTo>
                    <a:cubicBezTo>
                      <a:pt x="1425" y="1633"/>
                      <a:pt x="1452" y="1661"/>
                      <a:pt x="1467" y="1688"/>
                    </a:cubicBezTo>
                    <a:cubicBezTo>
                      <a:pt x="1480" y="1708"/>
                      <a:pt x="1491" y="1732"/>
                      <a:pt x="1499" y="1755"/>
                    </a:cubicBezTo>
                    <a:cubicBezTo>
                      <a:pt x="1507" y="1783"/>
                      <a:pt x="1515" y="1806"/>
                      <a:pt x="1527" y="1830"/>
                    </a:cubicBezTo>
                    <a:cubicBezTo>
                      <a:pt x="1570" y="1961"/>
                      <a:pt x="1598" y="2099"/>
                      <a:pt x="1625" y="2237"/>
                    </a:cubicBezTo>
                    <a:cubicBezTo>
                      <a:pt x="1625" y="2245"/>
                      <a:pt x="1625" y="2261"/>
                      <a:pt x="1629" y="2276"/>
                    </a:cubicBezTo>
                    <a:cubicBezTo>
                      <a:pt x="1629" y="2299"/>
                      <a:pt x="1633" y="2327"/>
                      <a:pt x="1641" y="2350"/>
                    </a:cubicBezTo>
                    <a:cubicBezTo>
                      <a:pt x="1645" y="2367"/>
                      <a:pt x="1653" y="2379"/>
                      <a:pt x="1661" y="2386"/>
                    </a:cubicBezTo>
                    <a:cubicBezTo>
                      <a:pt x="1665" y="2394"/>
                      <a:pt x="1673" y="2398"/>
                      <a:pt x="1680" y="2398"/>
                    </a:cubicBezTo>
                    <a:cubicBezTo>
                      <a:pt x="1685" y="2403"/>
                      <a:pt x="1693" y="2406"/>
                      <a:pt x="1700" y="2406"/>
                    </a:cubicBezTo>
                    <a:cubicBezTo>
                      <a:pt x="1712" y="2406"/>
                      <a:pt x="1720" y="2403"/>
                      <a:pt x="1732" y="2398"/>
                    </a:cubicBezTo>
                    <a:cubicBezTo>
                      <a:pt x="1799" y="2374"/>
                      <a:pt x="1858" y="2323"/>
                      <a:pt x="1913" y="2268"/>
                    </a:cubicBezTo>
                    <a:cubicBezTo>
                      <a:pt x="1964" y="2209"/>
                      <a:pt x="2011" y="2142"/>
                      <a:pt x="2040" y="2083"/>
                    </a:cubicBezTo>
                    <a:cubicBezTo>
                      <a:pt x="2138" y="1877"/>
                      <a:pt x="2177" y="1602"/>
                      <a:pt x="2182" y="1377"/>
                    </a:cubicBezTo>
                    <a:cubicBezTo>
                      <a:pt x="2186" y="1362"/>
                      <a:pt x="2186" y="1349"/>
                      <a:pt x="2186" y="1333"/>
                    </a:cubicBezTo>
                    <a:cubicBezTo>
                      <a:pt x="2186" y="1149"/>
                      <a:pt x="2150" y="971"/>
                      <a:pt x="2082" y="813"/>
                    </a:cubicBezTo>
                    <a:cubicBezTo>
                      <a:pt x="2004" y="623"/>
                      <a:pt x="1870" y="458"/>
                      <a:pt x="1680" y="336"/>
                    </a:cubicBezTo>
                    <a:cubicBezTo>
                      <a:pt x="1472" y="198"/>
                      <a:pt x="1247" y="72"/>
                      <a:pt x="999" y="21"/>
                    </a:cubicBezTo>
                    <a:cubicBezTo>
                      <a:pt x="932" y="8"/>
                      <a:pt x="857" y="1"/>
                      <a:pt x="786"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6" name="Google Shape;2546;p53"/>
              <p:cNvSpPr/>
              <p:nvPr/>
            </p:nvSpPr>
            <p:spPr>
              <a:xfrm>
                <a:off x="4435859" y="2734730"/>
                <a:ext cx="956596" cy="547172"/>
              </a:xfrm>
              <a:custGeom>
                <a:rect b="b" l="l" r="r" t="t"/>
                <a:pathLst>
                  <a:path extrusionOk="0" h="1577" w="2757">
                    <a:moveTo>
                      <a:pt x="2185" y="0"/>
                    </a:moveTo>
                    <a:cubicBezTo>
                      <a:pt x="2169" y="24"/>
                      <a:pt x="2154" y="52"/>
                      <a:pt x="2138" y="76"/>
                    </a:cubicBezTo>
                    <a:cubicBezTo>
                      <a:pt x="2027" y="221"/>
                      <a:pt x="1846" y="344"/>
                      <a:pt x="1708" y="446"/>
                    </a:cubicBezTo>
                    <a:cubicBezTo>
                      <a:pt x="1613" y="513"/>
                      <a:pt x="1519" y="576"/>
                      <a:pt x="1424" y="639"/>
                    </a:cubicBezTo>
                    <a:cubicBezTo>
                      <a:pt x="1408" y="647"/>
                      <a:pt x="1313" y="706"/>
                      <a:pt x="1239" y="753"/>
                    </a:cubicBezTo>
                    <a:cubicBezTo>
                      <a:pt x="1211" y="771"/>
                      <a:pt x="1180" y="779"/>
                      <a:pt x="1150" y="779"/>
                    </a:cubicBezTo>
                    <a:cubicBezTo>
                      <a:pt x="1111" y="779"/>
                      <a:pt x="1073" y="765"/>
                      <a:pt x="1042" y="738"/>
                    </a:cubicBezTo>
                    <a:cubicBezTo>
                      <a:pt x="931" y="639"/>
                      <a:pt x="825" y="537"/>
                      <a:pt x="718" y="431"/>
                    </a:cubicBezTo>
                    <a:cubicBezTo>
                      <a:pt x="607" y="320"/>
                      <a:pt x="501" y="186"/>
                      <a:pt x="454" y="40"/>
                    </a:cubicBezTo>
                    <a:cubicBezTo>
                      <a:pt x="308" y="60"/>
                      <a:pt x="143" y="95"/>
                      <a:pt x="83" y="123"/>
                    </a:cubicBezTo>
                    <a:cubicBezTo>
                      <a:pt x="36" y="147"/>
                      <a:pt x="1" y="182"/>
                      <a:pt x="12" y="233"/>
                    </a:cubicBezTo>
                    <a:cubicBezTo>
                      <a:pt x="59" y="398"/>
                      <a:pt x="139" y="556"/>
                      <a:pt x="217" y="710"/>
                    </a:cubicBezTo>
                    <a:cubicBezTo>
                      <a:pt x="276" y="828"/>
                      <a:pt x="340" y="943"/>
                      <a:pt x="403" y="1057"/>
                    </a:cubicBezTo>
                    <a:cubicBezTo>
                      <a:pt x="450" y="1148"/>
                      <a:pt x="505" y="1207"/>
                      <a:pt x="552" y="1290"/>
                    </a:cubicBezTo>
                    <a:cubicBezTo>
                      <a:pt x="612" y="1396"/>
                      <a:pt x="758" y="1510"/>
                      <a:pt x="876" y="1543"/>
                    </a:cubicBezTo>
                    <a:cubicBezTo>
                      <a:pt x="968" y="1565"/>
                      <a:pt x="1063" y="1577"/>
                      <a:pt x="1158" y="1577"/>
                    </a:cubicBezTo>
                    <a:cubicBezTo>
                      <a:pt x="1456" y="1577"/>
                      <a:pt x="1754" y="1467"/>
                      <a:pt x="1972" y="1266"/>
                    </a:cubicBezTo>
                    <a:cubicBezTo>
                      <a:pt x="2110" y="1144"/>
                      <a:pt x="2216" y="990"/>
                      <a:pt x="2327" y="844"/>
                    </a:cubicBezTo>
                    <a:cubicBezTo>
                      <a:pt x="2421" y="726"/>
                      <a:pt x="2520" y="611"/>
                      <a:pt x="2623" y="497"/>
                    </a:cubicBezTo>
                    <a:cubicBezTo>
                      <a:pt x="2686" y="431"/>
                      <a:pt x="2756" y="344"/>
                      <a:pt x="2713" y="249"/>
                    </a:cubicBezTo>
                    <a:cubicBezTo>
                      <a:pt x="2698" y="213"/>
                      <a:pt x="2670" y="186"/>
                      <a:pt x="2638" y="166"/>
                    </a:cubicBezTo>
                    <a:cubicBezTo>
                      <a:pt x="2536" y="115"/>
                      <a:pt x="2410" y="99"/>
                      <a:pt x="2299" y="60"/>
                    </a:cubicBezTo>
                    <a:cubicBezTo>
                      <a:pt x="2260" y="44"/>
                      <a:pt x="2216" y="28"/>
                      <a:pt x="2185" y="0"/>
                    </a:cubicBez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7" name="Google Shape;2547;p53"/>
              <p:cNvSpPr/>
              <p:nvPr/>
            </p:nvSpPr>
            <p:spPr>
              <a:xfrm>
                <a:off x="4431695" y="2727444"/>
                <a:ext cx="957984" cy="561744"/>
              </a:xfrm>
              <a:custGeom>
                <a:rect b="b" l="l" r="r" t="t"/>
                <a:pathLst>
                  <a:path extrusionOk="0" h="1619" w="2761">
                    <a:moveTo>
                      <a:pt x="2202" y="54"/>
                    </a:moveTo>
                    <a:cubicBezTo>
                      <a:pt x="2233" y="76"/>
                      <a:pt x="2269" y="91"/>
                      <a:pt x="2304" y="101"/>
                    </a:cubicBezTo>
                    <a:cubicBezTo>
                      <a:pt x="2359" y="120"/>
                      <a:pt x="2422" y="136"/>
                      <a:pt x="2477" y="152"/>
                    </a:cubicBezTo>
                    <a:cubicBezTo>
                      <a:pt x="2536" y="163"/>
                      <a:pt x="2592" y="183"/>
                      <a:pt x="2639" y="207"/>
                    </a:cubicBezTo>
                    <a:cubicBezTo>
                      <a:pt x="2666" y="223"/>
                      <a:pt x="2694" y="250"/>
                      <a:pt x="2706" y="278"/>
                    </a:cubicBezTo>
                    <a:cubicBezTo>
                      <a:pt x="2714" y="297"/>
                      <a:pt x="2717" y="313"/>
                      <a:pt x="2717" y="329"/>
                    </a:cubicBezTo>
                    <a:cubicBezTo>
                      <a:pt x="2717" y="361"/>
                      <a:pt x="2706" y="388"/>
                      <a:pt x="2690" y="419"/>
                    </a:cubicBezTo>
                    <a:cubicBezTo>
                      <a:pt x="2670" y="447"/>
                      <a:pt x="2643" y="479"/>
                      <a:pt x="2619" y="507"/>
                    </a:cubicBezTo>
                    <a:cubicBezTo>
                      <a:pt x="2517" y="617"/>
                      <a:pt x="2417" y="731"/>
                      <a:pt x="2323" y="854"/>
                    </a:cubicBezTo>
                    <a:cubicBezTo>
                      <a:pt x="2209" y="1000"/>
                      <a:pt x="2106" y="1149"/>
                      <a:pt x="1973" y="1271"/>
                    </a:cubicBezTo>
                    <a:cubicBezTo>
                      <a:pt x="1755" y="1469"/>
                      <a:pt x="1463" y="1575"/>
                      <a:pt x="1176" y="1575"/>
                    </a:cubicBezTo>
                    <a:cubicBezTo>
                      <a:pt x="1081" y="1575"/>
                      <a:pt x="987" y="1564"/>
                      <a:pt x="896" y="1540"/>
                    </a:cubicBezTo>
                    <a:cubicBezTo>
                      <a:pt x="841" y="1528"/>
                      <a:pt x="774" y="1493"/>
                      <a:pt x="719" y="1449"/>
                    </a:cubicBezTo>
                    <a:cubicBezTo>
                      <a:pt x="663" y="1406"/>
                      <a:pt x="612" y="1351"/>
                      <a:pt x="584" y="1303"/>
                    </a:cubicBezTo>
                    <a:cubicBezTo>
                      <a:pt x="561" y="1260"/>
                      <a:pt x="533" y="1224"/>
                      <a:pt x="506" y="1185"/>
                    </a:cubicBezTo>
                    <a:cubicBezTo>
                      <a:pt x="482" y="1149"/>
                      <a:pt x="454" y="1114"/>
                      <a:pt x="430" y="1071"/>
                    </a:cubicBezTo>
                    <a:cubicBezTo>
                      <a:pt x="368" y="956"/>
                      <a:pt x="308" y="838"/>
                      <a:pt x="249" y="723"/>
                    </a:cubicBezTo>
                    <a:cubicBezTo>
                      <a:pt x="166" y="570"/>
                      <a:pt x="91" y="412"/>
                      <a:pt x="48" y="246"/>
                    </a:cubicBezTo>
                    <a:cubicBezTo>
                      <a:pt x="44" y="242"/>
                      <a:pt x="44" y="239"/>
                      <a:pt x="44" y="230"/>
                    </a:cubicBezTo>
                    <a:cubicBezTo>
                      <a:pt x="44" y="219"/>
                      <a:pt x="48" y="207"/>
                      <a:pt x="60" y="195"/>
                    </a:cubicBezTo>
                    <a:cubicBezTo>
                      <a:pt x="71" y="183"/>
                      <a:pt x="87" y="172"/>
                      <a:pt x="104" y="163"/>
                    </a:cubicBezTo>
                    <a:cubicBezTo>
                      <a:pt x="119" y="159"/>
                      <a:pt x="139" y="152"/>
                      <a:pt x="162" y="144"/>
                    </a:cubicBezTo>
                    <a:cubicBezTo>
                      <a:pt x="237" y="125"/>
                      <a:pt x="347" y="100"/>
                      <a:pt x="452" y="83"/>
                    </a:cubicBezTo>
                    <a:lnTo>
                      <a:pt x="452" y="83"/>
                    </a:lnTo>
                    <a:cubicBezTo>
                      <a:pt x="502" y="230"/>
                      <a:pt x="605" y="361"/>
                      <a:pt x="714" y="467"/>
                    </a:cubicBezTo>
                    <a:cubicBezTo>
                      <a:pt x="821" y="574"/>
                      <a:pt x="927" y="676"/>
                      <a:pt x="1038" y="774"/>
                    </a:cubicBezTo>
                    <a:cubicBezTo>
                      <a:pt x="1074" y="807"/>
                      <a:pt x="1116" y="822"/>
                      <a:pt x="1163" y="822"/>
                    </a:cubicBezTo>
                    <a:cubicBezTo>
                      <a:pt x="1196" y="822"/>
                      <a:pt x="1231" y="814"/>
                      <a:pt x="1258" y="794"/>
                    </a:cubicBezTo>
                    <a:cubicBezTo>
                      <a:pt x="1298" y="771"/>
                      <a:pt x="1341" y="743"/>
                      <a:pt x="1376" y="723"/>
                    </a:cubicBezTo>
                    <a:cubicBezTo>
                      <a:pt x="1412" y="700"/>
                      <a:pt x="1440" y="683"/>
                      <a:pt x="1447" y="680"/>
                    </a:cubicBezTo>
                    <a:cubicBezTo>
                      <a:pt x="1542" y="617"/>
                      <a:pt x="1637" y="554"/>
                      <a:pt x="1731" y="487"/>
                    </a:cubicBezTo>
                    <a:cubicBezTo>
                      <a:pt x="1798" y="436"/>
                      <a:pt x="1882" y="376"/>
                      <a:pt x="1960" y="317"/>
                    </a:cubicBezTo>
                    <a:cubicBezTo>
                      <a:pt x="2035" y="254"/>
                      <a:pt x="2110" y="183"/>
                      <a:pt x="2166" y="108"/>
                    </a:cubicBezTo>
                    <a:cubicBezTo>
                      <a:pt x="2180" y="91"/>
                      <a:pt x="2192" y="72"/>
                      <a:pt x="2202" y="54"/>
                    </a:cubicBezTo>
                    <a:close/>
                    <a:moveTo>
                      <a:pt x="2196" y="0"/>
                    </a:moveTo>
                    <a:cubicBezTo>
                      <a:pt x="2194" y="0"/>
                      <a:pt x="2192" y="1"/>
                      <a:pt x="2189" y="2"/>
                    </a:cubicBezTo>
                    <a:cubicBezTo>
                      <a:pt x="2186" y="2"/>
                      <a:pt x="2177" y="6"/>
                      <a:pt x="2177" y="10"/>
                    </a:cubicBezTo>
                    <a:cubicBezTo>
                      <a:pt x="2162" y="37"/>
                      <a:pt x="2150" y="61"/>
                      <a:pt x="2130" y="81"/>
                    </a:cubicBezTo>
                    <a:cubicBezTo>
                      <a:pt x="2079" y="155"/>
                      <a:pt x="2008" y="219"/>
                      <a:pt x="1933" y="281"/>
                    </a:cubicBezTo>
                    <a:cubicBezTo>
                      <a:pt x="1854" y="345"/>
                      <a:pt x="1775" y="400"/>
                      <a:pt x="1704" y="452"/>
                    </a:cubicBezTo>
                    <a:cubicBezTo>
                      <a:pt x="1613" y="518"/>
                      <a:pt x="1518" y="581"/>
                      <a:pt x="1424" y="641"/>
                    </a:cubicBezTo>
                    <a:cubicBezTo>
                      <a:pt x="1416" y="645"/>
                      <a:pt x="1389" y="665"/>
                      <a:pt x="1353" y="683"/>
                    </a:cubicBezTo>
                    <a:cubicBezTo>
                      <a:pt x="1318" y="707"/>
                      <a:pt x="1274" y="736"/>
                      <a:pt x="1239" y="759"/>
                    </a:cubicBezTo>
                    <a:cubicBezTo>
                      <a:pt x="1216" y="771"/>
                      <a:pt x="1187" y="778"/>
                      <a:pt x="1163" y="778"/>
                    </a:cubicBezTo>
                    <a:cubicBezTo>
                      <a:pt x="1128" y="778"/>
                      <a:pt x="1093" y="767"/>
                      <a:pt x="1069" y="743"/>
                    </a:cubicBezTo>
                    <a:cubicBezTo>
                      <a:pt x="959" y="645"/>
                      <a:pt x="848" y="542"/>
                      <a:pt x="746" y="436"/>
                    </a:cubicBezTo>
                    <a:cubicBezTo>
                      <a:pt x="635" y="329"/>
                      <a:pt x="533" y="195"/>
                      <a:pt x="486" y="53"/>
                    </a:cubicBezTo>
                    <a:cubicBezTo>
                      <a:pt x="486" y="41"/>
                      <a:pt x="474" y="37"/>
                      <a:pt x="462" y="37"/>
                    </a:cubicBezTo>
                    <a:cubicBezTo>
                      <a:pt x="387" y="49"/>
                      <a:pt x="312" y="65"/>
                      <a:pt x="241" y="81"/>
                    </a:cubicBezTo>
                    <a:cubicBezTo>
                      <a:pt x="210" y="88"/>
                      <a:pt x="178" y="97"/>
                      <a:pt x="151" y="101"/>
                    </a:cubicBezTo>
                    <a:cubicBezTo>
                      <a:pt x="122" y="108"/>
                      <a:pt x="104" y="116"/>
                      <a:pt x="87" y="124"/>
                    </a:cubicBezTo>
                    <a:cubicBezTo>
                      <a:pt x="64" y="136"/>
                      <a:pt x="44" y="148"/>
                      <a:pt x="28" y="168"/>
                    </a:cubicBezTo>
                    <a:cubicBezTo>
                      <a:pt x="13" y="183"/>
                      <a:pt x="0" y="207"/>
                      <a:pt x="0" y="230"/>
                    </a:cubicBezTo>
                    <a:cubicBezTo>
                      <a:pt x="0" y="242"/>
                      <a:pt x="0" y="250"/>
                      <a:pt x="4" y="258"/>
                    </a:cubicBezTo>
                    <a:cubicBezTo>
                      <a:pt x="52" y="428"/>
                      <a:pt x="131" y="585"/>
                      <a:pt x="210" y="743"/>
                    </a:cubicBezTo>
                    <a:cubicBezTo>
                      <a:pt x="269" y="858"/>
                      <a:pt x="332" y="976"/>
                      <a:pt x="395" y="1090"/>
                    </a:cubicBezTo>
                    <a:cubicBezTo>
                      <a:pt x="419" y="1138"/>
                      <a:pt x="446" y="1173"/>
                      <a:pt x="470" y="1212"/>
                    </a:cubicBezTo>
                    <a:cubicBezTo>
                      <a:pt x="497" y="1248"/>
                      <a:pt x="525" y="1283"/>
                      <a:pt x="545" y="1322"/>
                    </a:cubicBezTo>
                    <a:cubicBezTo>
                      <a:pt x="577" y="1382"/>
                      <a:pt x="632" y="1437"/>
                      <a:pt x="690" y="1484"/>
                    </a:cubicBezTo>
                    <a:cubicBezTo>
                      <a:pt x="754" y="1531"/>
                      <a:pt x="821" y="1567"/>
                      <a:pt x="884" y="1583"/>
                    </a:cubicBezTo>
                    <a:cubicBezTo>
                      <a:pt x="979" y="1606"/>
                      <a:pt x="1077" y="1618"/>
                      <a:pt x="1176" y="1618"/>
                    </a:cubicBezTo>
                    <a:cubicBezTo>
                      <a:pt x="1476" y="1618"/>
                      <a:pt x="1779" y="1508"/>
                      <a:pt x="2000" y="1303"/>
                    </a:cubicBezTo>
                    <a:cubicBezTo>
                      <a:pt x="2138" y="1177"/>
                      <a:pt x="2244" y="1023"/>
                      <a:pt x="2359" y="877"/>
                    </a:cubicBezTo>
                    <a:cubicBezTo>
                      <a:pt x="2450" y="759"/>
                      <a:pt x="2548" y="645"/>
                      <a:pt x="2650" y="534"/>
                    </a:cubicBezTo>
                    <a:cubicBezTo>
                      <a:pt x="2678" y="507"/>
                      <a:pt x="2706" y="475"/>
                      <a:pt x="2725" y="443"/>
                    </a:cubicBezTo>
                    <a:cubicBezTo>
                      <a:pt x="2745" y="408"/>
                      <a:pt x="2761" y="372"/>
                      <a:pt x="2761" y="329"/>
                    </a:cubicBezTo>
                    <a:cubicBezTo>
                      <a:pt x="2761" y="305"/>
                      <a:pt x="2757" y="281"/>
                      <a:pt x="2745" y="258"/>
                    </a:cubicBezTo>
                    <a:cubicBezTo>
                      <a:pt x="2730" y="219"/>
                      <a:pt x="2694" y="191"/>
                      <a:pt x="2659" y="172"/>
                    </a:cubicBezTo>
                    <a:cubicBezTo>
                      <a:pt x="2607" y="139"/>
                      <a:pt x="2548" y="124"/>
                      <a:pt x="2488" y="108"/>
                    </a:cubicBezTo>
                    <a:cubicBezTo>
                      <a:pt x="2430" y="92"/>
                      <a:pt x="2370" y="81"/>
                      <a:pt x="2319" y="61"/>
                    </a:cubicBezTo>
                    <a:cubicBezTo>
                      <a:pt x="2280" y="45"/>
                      <a:pt x="2240" y="30"/>
                      <a:pt x="2209" y="6"/>
                    </a:cubicBezTo>
                    <a:cubicBezTo>
                      <a:pt x="2206" y="3"/>
                      <a:pt x="2201" y="0"/>
                      <a:pt x="2196"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8" name="Google Shape;2548;p53"/>
              <p:cNvSpPr/>
              <p:nvPr/>
            </p:nvSpPr>
            <p:spPr>
              <a:xfrm>
                <a:off x="4245722" y="2765957"/>
                <a:ext cx="1246663" cy="784846"/>
              </a:xfrm>
              <a:custGeom>
                <a:rect b="b" l="l" r="r" t="t"/>
                <a:pathLst>
                  <a:path extrusionOk="0" h="2262" w="3593">
                    <a:moveTo>
                      <a:pt x="2978" y="0"/>
                    </a:moveTo>
                    <a:cubicBezTo>
                      <a:pt x="2937" y="0"/>
                      <a:pt x="2925" y="58"/>
                      <a:pt x="2902" y="84"/>
                    </a:cubicBezTo>
                    <a:cubicBezTo>
                      <a:pt x="2844" y="170"/>
                      <a:pt x="2780" y="254"/>
                      <a:pt x="2722" y="341"/>
                    </a:cubicBezTo>
                    <a:cubicBezTo>
                      <a:pt x="2611" y="494"/>
                      <a:pt x="2500" y="648"/>
                      <a:pt x="2362" y="782"/>
                    </a:cubicBezTo>
                    <a:cubicBezTo>
                      <a:pt x="2228" y="912"/>
                      <a:pt x="2063" y="1018"/>
                      <a:pt x="1874" y="1058"/>
                    </a:cubicBezTo>
                    <a:cubicBezTo>
                      <a:pt x="1820" y="1070"/>
                      <a:pt x="1765" y="1075"/>
                      <a:pt x="1711" y="1075"/>
                    </a:cubicBezTo>
                    <a:cubicBezTo>
                      <a:pt x="1474" y="1075"/>
                      <a:pt x="1238" y="969"/>
                      <a:pt x="1061" y="802"/>
                    </a:cubicBezTo>
                    <a:cubicBezTo>
                      <a:pt x="848" y="596"/>
                      <a:pt x="718" y="305"/>
                      <a:pt x="663" y="13"/>
                    </a:cubicBezTo>
                    <a:cubicBezTo>
                      <a:pt x="478" y="48"/>
                      <a:pt x="285" y="119"/>
                      <a:pt x="170" y="273"/>
                    </a:cubicBezTo>
                    <a:cubicBezTo>
                      <a:pt x="107" y="356"/>
                      <a:pt x="76" y="459"/>
                      <a:pt x="59" y="565"/>
                    </a:cubicBezTo>
                    <a:cubicBezTo>
                      <a:pt x="1" y="960"/>
                      <a:pt x="150" y="1373"/>
                      <a:pt x="418" y="1669"/>
                    </a:cubicBezTo>
                    <a:cubicBezTo>
                      <a:pt x="691" y="1965"/>
                      <a:pt x="1069" y="2150"/>
                      <a:pt x="1463" y="2225"/>
                    </a:cubicBezTo>
                    <a:cubicBezTo>
                      <a:pt x="1577" y="2247"/>
                      <a:pt x="1692" y="2261"/>
                      <a:pt x="1807" y="2261"/>
                    </a:cubicBezTo>
                    <a:cubicBezTo>
                      <a:pt x="1858" y="2261"/>
                      <a:pt x="1909" y="2258"/>
                      <a:pt x="1960" y="2252"/>
                    </a:cubicBezTo>
                    <a:cubicBezTo>
                      <a:pt x="2441" y="2197"/>
                      <a:pt x="2855" y="1866"/>
                      <a:pt x="3115" y="1460"/>
                    </a:cubicBezTo>
                    <a:cubicBezTo>
                      <a:pt x="3242" y="1263"/>
                      <a:pt x="3340" y="1042"/>
                      <a:pt x="3415" y="818"/>
                    </a:cubicBezTo>
                    <a:cubicBezTo>
                      <a:pt x="3486" y="596"/>
                      <a:pt x="3573" y="344"/>
                      <a:pt x="3588" y="112"/>
                    </a:cubicBezTo>
                    <a:cubicBezTo>
                      <a:pt x="3592" y="104"/>
                      <a:pt x="3395" y="72"/>
                      <a:pt x="3372" y="68"/>
                    </a:cubicBezTo>
                    <a:cubicBezTo>
                      <a:pt x="3242" y="48"/>
                      <a:pt x="3115" y="21"/>
                      <a:pt x="2986" y="1"/>
                    </a:cubicBezTo>
                    <a:cubicBezTo>
                      <a:pt x="2983" y="0"/>
                      <a:pt x="2980" y="0"/>
                      <a:pt x="2978" y="0"/>
                    </a:cubicBezTo>
                    <a:close/>
                  </a:path>
                </a:pathLst>
              </a:cu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9" name="Google Shape;2549;p53"/>
              <p:cNvSpPr/>
              <p:nvPr/>
            </p:nvSpPr>
            <p:spPr>
              <a:xfrm>
                <a:off x="4254049" y="2757977"/>
                <a:ext cx="1245275" cy="800807"/>
              </a:xfrm>
              <a:custGeom>
                <a:rect b="b" l="l" r="r" t="t"/>
                <a:pathLst>
                  <a:path extrusionOk="0" h="2308" w="3589">
                    <a:moveTo>
                      <a:pt x="2958" y="44"/>
                    </a:moveTo>
                    <a:cubicBezTo>
                      <a:pt x="3087" y="67"/>
                      <a:pt x="3213" y="95"/>
                      <a:pt x="3344" y="111"/>
                    </a:cubicBezTo>
                    <a:cubicBezTo>
                      <a:pt x="3355" y="115"/>
                      <a:pt x="3411" y="122"/>
                      <a:pt x="3462" y="131"/>
                    </a:cubicBezTo>
                    <a:cubicBezTo>
                      <a:pt x="3486" y="138"/>
                      <a:pt x="3513" y="142"/>
                      <a:pt x="3529" y="146"/>
                    </a:cubicBezTo>
                    <a:cubicBezTo>
                      <a:pt x="3535" y="146"/>
                      <a:pt x="3539" y="147"/>
                      <a:pt x="3543" y="148"/>
                    </a:cubicBezTo>
                    <a:lnTo>
                      <a:pt x="3543" y="148"/>
                    </a:lnTo>
                    <a:cubicBezTo>
                      <a:pt x="3525" y="372"/>
                      <a:pt x="3440" y="617"/>
                      <a:pt x="3368" y="832"/>
                    </a:cubicBezTo>
                    <a:cubicBezTo>
                      <a:pt x="3293" y="1057"/>
                      <a:pt x="3198" y="1274"/>
                      <a:pt x="3071" y="1476"/>
                    </a:cubicBezTo>
                    <a:cubicBezTo>
                      <a:pt x="2945" y="1672"/>
                      <a:pt x="2776" y="1854"/>
                      <a:pt x="2583" y="1996"/>
                    </a:cubicBezTo>
                    <a:cubicBezTo>
                      <a:pt x="2390" y="2133"/>
                      <a:pt x="2169" y="2228"/>
                      <a:pt x="1936" y="2256"/>
                    </a:cubicBezTo>
                    <a:cubicBezTo>
                      <a:pt x="1885" y="2260"/>
                      <a:pt x="1834" y="2264"/>
                      <a:pt x="1782" y="2264"/>
                    </a:cubicBezTo>
                    <a:cubicBezTo>
                      <a:pt x="1668" y="2264"/>
                      <a:pt x="1553" y="2248"/>
                      <a:pt x="1444" y="2228"/>
                    </a:cubicBezTo>
                    <a:cubicBezTo>
                      <a:pt x="1053" y="2153"/>
                      <a:pt x="678" y="1972"/>
                      <a:pt x="414" y="1680"/>
                    </a:cubicBezTo>
                    <a:cubicBezTo>
                      <a:pt x="185" y="1428"/>
                      <a:pt x="43" y="1097"/>
                      <a:pt x="43" y="766"/>
                    </a:cubicBezTo>
                    <a:cubicBezTo>
                      <a:pt x="43" y="706"/>
                      <a:pt x="48" y="648"/>
                      <a:pt x="59" y="588"/>
                    </a:cubicBezTo>
                    <a:cubicBezTo>
                      <a:pt x="75" y="489"/>
                      <a:pt x="103" y="391"/>
                      <a:pt x="161" y="308"/>
                    </a:cubicBezTo>
                    <a:cubicBezTo>
                      <a:pt x="217" y="237"/>
                      <a:pt x="292" y="182"/>
                      <a:pt x="374" y="142"/>
                    </a:cubicBezTo>
                    <a:cubicBezTo>
                      <a:pt x="452" y="106"/>
                      <a:pt x="539" y="79"/>
                      <a:pt x="623" y="60"/>
                    </a:cubicBezTo>
                    <a:lnTo>
                      <a:pt x="623" y="60"/>
                    </a:lnTo>
                    <a:cubicBezTo>
                      <a:pt x="680" y="349"/>
                      <a:pt x="810" y="636"/>
                      <a:pt x="1025" y="841"/>
                    </a:cubicBezTo>
                    <a:cubicBezTo>
                      <a:pt x="1202" y="1010"/>
                      <a:pt x="1447" y="1121"/>
                      <a:pt x="1692" y="1121"/>
                    </a:cubicBezTo>
                    <a:cubicBezTo>
                      <a:pt x="1746" y="1121"/>
                      <a:pt x="1802" y="1116"/>
                      <a:pt x="1857" y="1105"/>
                    </a:cubicBezTo>
                    <a:cubicBezTo>
                      <a:pt x="2046" y="1061"/>
                      <a:pt x="2216" y="955"/>
                      <a:pt x="2354" y="821"/>
                    </a:cubicBezTo>
                    <a:cubicBezTo>
                      <a:pt x="2492" y="686"/>
                      <a:pt x="2607" y="529"/>
                      <a:pt x="2716" y="375"/>
                    </a:cubicBezTo>
                    <a:cubicBezTo>
                      <a:pt x="2776" y="293"/>
                      <a:pt x="2835" y="206"/>
                      <a:pt x="2898" y="122"/>
                    </a:cubicBezTo>
                    <a:cubicBezTo>
                      <a:pt x="2902" y="111"/>
                      <a:pt x="2906" y="103"/>
                      <a:pt x="2914" y="91"/>
                    </a:cubicBezTo>
                    <a:cubicBezTo>
                      <a:pt x="2922" y="80"/>
                      <a:pt x="2926" y="64"/>
                      <a:pt x="2934" y="56"/>
                    </a:cubicBezTo>
                    <a:cubicBezTo>
                      <a:pt x="2938" y="51"/>
                      <a:pt x="2942" y="48"/>
                      <a:pt x="2945" y="48"/>
                    </a:cubicBezTo>
                    <a:cubicBezTo>
                      <a:pt x="2945" y="44"/>
                      <a:pt x="2949" y="44"/>
                      <a:pt x="2953" y="44"/>
                    </a:cubicBezTo>
                    <a:close/>
                    <a:moveTo>
                      <a:pt x="2953" y="0"/>
                    </a:moveTo>
                    <a:cubicBezTo>
                      <a:pt x="2938" y="0"/>
                      <a:pt x="2922" y="9"/>
                      <a:pt x="2914" y="16"/>
                    </a:cubicBezTo>
                    <a:cubicBezTo>
                      <a:pt x="2898" y="28"/>
                      <a:pt x="2891" y="44"/>
                      <a:pt x="2882" y="60"/>
                    </a:cubicBezTo>
                    <a:cubicBezTo>
                      <a:pt x="2874" y="75"/>
                      <a:pt x="2867" y="87"/>
                      <a:pt x="2863" y="95"/>
                    </a:cubicBezTo>
                    <a:cubicBezTo>
                      <a:pt x="2800" y="182"/>
                      <a:pt x="2740" y="264"/>
                      <a:pt x="2681" y="351"/>
                    </a:cubicBezTo>
                    <a:cubicBezTo>
                      <a:pt x="2571" y="506"/>
                      <a:pt x="2461" y="659"/>
                      <a:pt x="2323" y="789"/>
                    </a:cubicBezTo>
                    <a:cubicBezTo>
                      <a:pt x="2188" y="919"/>
                      <a:pt x="2027" y="1021"/>
                      <a:pt x="1846" y="1061"/>
                    </a:cubicBezTo>
                    <a:cubicBezTo>
                      <a:pt x="1794" y="1073"/>
                      <a:pt x="1743" y="1077"/>
                      <a:pt x="1692" y="1077"/>
                    </a:cubicBezTo>
                    <a:cubicBezTo>
                      <a:pt x="1459" y="1077"/>
                      <a:pt x="1226" y="974"/>
                      <a:pt x="1053" y="808"/>
                    </a:cubicBezTo>
                    <a:cubicBezTo>
                      <a:pt x="844" y="608"/>
                      <a:pt x="718" y="320"/>
                      <a:pt x="663" y="32"/>
                    </a:cubicBezTo>
                    <a:cubicBezTo>
                      <a:pt x="658" y="28"/>
                      <a:pt x="658" y="20"/>
                      <a:pt x="651" y="16"/>
                    </a:cubicBezTo>
                    <a:cubicBezTo>
                      <a:pt x="648" y="16"/>
                      <a:pt x="646" y="15"/>
                      <a:pt x="642" y="15"/>
                    </a:cubicBezTo>
                    <a:cubicBezTo>
                      <a:pt x="640" y="15"/>
                      <a:pt x="637" y="15"/>
                      <a:pt x="634" y="16"/>
                    </a:cubicBezTo>
                    <a:cubicBezTo>
                      <a:pt x="540" y="32"/>
                      <a:pt x="445" y="60"/>
                      <a:pt x="355" y="103"/>
                    </a:cubicBezTo>
                    <a:cubicBezTo>
                      <a:pt x="268" y="146"/>
                      <a:pt x="190" y="202"/>
                      <a:pt x="126" y="284"/>
                    </a:cubicBezTo>
                    <a:cubicBezTo>
                      <a:pt x="63" y="371"/>
                      <a:pt x="32" y="477"/>
                      <a:pt x="16" y="584"/>
                    </a:cubicBezTo>
                    <a:cubicBezTo>
                      <a:pt x="4" y="643"/>
                      <a:pt x="0" y="702"/>
                      <a:pt x="0" y="766"/>
                    </a:cubicBezTo>
                    <a:cubicBezTo>
                      <a:pt x="0" y="1108"/>
                      <a:pt x="146" y="1452"/>
                      <a:pt x="379" y="1707"/>
                    </a:cubicBezTo>
                    <a:cubicBezTo>
                      <a:pt x="654" y="2007"/>
                      <a:pt x="1037" y="2193"/>
                      <a:pt x="1435" y="2271"/>
                    </a:cubicBezTo>
                    <a:cubicBezTo>
                      <a:pt x="1550" y="2291"/>
                      <a:pt x="1664" y="2307"/>
                      <a:pt x="1782" y="2307"/>
                    </a:cubicBezTo>
                    <a:cubicBezTo>
                      <a:pt x="1834" y="2307"/>
                      <a:pt x="1888" y="2304"/>
                      <a:pt x="1940" y="2295"/>
                    </a:cubicBezTo>
                    <a:cubicBezTo>
                      <a:pt x="2185" y="2268"/>
                      <a:pt x="2409" y="2173"/>
                      <a:pt x="2610" y="2031"/>
                    </a:cubicBezTo>
                    <a:cubicBezTo>
                      <a:pt x="2807" y="1889"/>
                      <a:pt x="2977" y="1700"/>
                      <a:pt x="3107" y="1495"/>
                    </a:cubicBezTo>
                    <a:cubicBezTo>
                      <a:pt x="3237" y="1294"/>
                      <a:pt x="3336" y="1073"/>
                      <a:pt x="3411" y="848"/>
                    </a:cubicBezTo>
                    <a:cubicBezTo>
                      <a:pt x="3486" y="628"/>
                      <a:pt x="3573" y="371"/>
                      <a:pt x="3588" y="135"/>
                    </a:cubicBezTo>
                    <a:cubicBezTo>
                      <a:pt x="3588" y="127"/>
                      <a:pt x="3584" y="122"/>
                      <a:pt x="3584" y="119"/>
                    </a:cubicBezTo>
                    <a:cubicBezTo>
                      <a:pt x="3580" y="115"/>
                      <a:pt x="3577" y="115"/>
                      <a:pt x="3577" y="115"/>
                    </a:cubicBezTo>
                    <a:cubicBezTo>
                      <a:pt x="3573" y="111"/>
                      <a:pt x="3568" y="111"/>
                      <a:pt x="3568" y="111"/>
                    </a:cubicBezTo>
                    <a:cubicBezTo>
                      <a:pt x="3561" y="107"/>
                      <a:pt x="3557" y="107"/>
                      <a:pt x="3549" y="103"/>
                    </a:cubicBezTo>
                    <a:cubicBezTo>
                      <a:pt x="3493" y="91"/>
                      <a:pt x="3371" y="71"/>
                      <a:pt x="3351" y="67"/>
                    </a:cubicBezTo>
                    <a:cubicBezTo>
                      <a:pt x="3222" y="51"/>
                      <a:pt x="3095" y="24"/>
                      <a:pt x="296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0" name="Google Shape;2550;p53"/>
              <p:cNvSpPr/>
              <p:nvPr/>
            </p:nvSpPr>
            <p:spPr>
              <a:xfrm>
                <a:off x="4421980" y="2764222"/>
                <a:ext cx="926757" cy="446897"/>
              </a:xfrm>
              <a:custGeom>
                <a:rect b="b" l="l" r="r" t="t"/>
                <a:pathLst>
                  <a:path extrusionOk="0" h="1288" w="2671">
                    <a:moveTo>
                      <a:pt x="2647" y="1"/>
                    </a:moveTo>
                    <a:cubicBezTo>
                      <a:pt x="2639" y="1"/>
                      <a:pt x="2630" y="4"/>
                      <a:pt x="2627" y="10"/>
                    </a:cubicBezTo>
                    <a:cubicBezTo>
                      <a:pt x="2497" y="246"/>
                      <a:pt x="2347" y="479"/>
                      <a:pt x="2174" y="684"/>
                    </a:cubicBezTo>
                    <a:cubicBezTo>
                      <a:pt x="1996" y="885"/>
                      <a:pt x="1795" y="1055"/>
                      <a:pt x="1551" y="1165"/>
                    </a:cubicBezTo>
                    <a:cubicBezTo>
                      <a:pt x="1433" y="1221"/>
                      <a:pt x="1330" y="1245"/>
                      <a:pt x="1220" y="1245"/>
                    </a:cubicBezTo>
                    <a:cubicBezTo>
                      <a:pt x="1164" y="1245"/>
                      <a:pt x="1109" y="1240"/>
                      <a:pt x="1046" y="1229"/>
                    </a:cubicBezTo>
                    <a:cubicBezTo>
                      <a:pt x="912" y="1209"/>
                      <a:pt x="778" y="1150"/>
                      <a:pt x="656" y="1067"/>
                    </a:cubicBezTo>
                    <a:cubicBezTo>
                      <a:pt x="538" y="984"/>
                      <a:pt x="434" y="881"/>
                      <a:pt x="360" y="763"/>
                    </a:cubicBezTo>
                    <a:cubicBezTo>
                      <a:pt x="214" y="530"/>
                      <a:pt x="96" y="317"/>
                      <a:pt x="48" y="46"/>
                    </a:cubicBezTo>
                    <a:cubicBezTo>
                      <a:pt x="45" y="35"/>
                      <a:pt x="36" y="29"/>
                      <a:pt x="27" y="29"/>
                    </a:cubicBezTo>
                    <a:cubicBezTo>
                      <a:pt x="25" y="29"/>
                      <a:pt x="23" y="29"/>
                      <a:pt x="21" y="30"/>
                    </a:cubicBezTo>
                    <a:cubicBezTo>
                      <a:pt x="9" y="30"/>
                      <a:pt x="1" y="42"/>
                      <a:pt x="5" y="53"/>
                    </a:cubicBezTo>
                    <a:cubicBezTo>
                      <a:pt x="56" y="333"/>
                      <a:pt x="174" y="554"/>
                      <a:pt x="325" y="787"/>
                    </a:cubicBezTo>
                    <a:cubicBezTo>
                      <a:pt x="399" y="909"/>
                      <a:pt x="510" y="1019"/>
                      <a:pt x="632" y="1103"/>
                    </a:cubicBezTo>
                    <a:cubicBezTo>
                      <a:pt x="758" y="1189"/>
                      <a:pt x="896" y="1248"/>
                      <a:pt x="1038" y="1272"/>
                    </a:cubicBezTo>
                    <a:cubicBezTo>
                      <a:pt x="1105" y="1283"/>
                      <a:pt x="1164" y="1287"/>
                      <a:pt x="1220" y="1287"/>
                    </a:cubicBezTo>
                    <a:cubicBezTo>
                      <a:pt x="1338" y="1287"/>
                      <a:pt x="1444" y="1264"/>
                      <a:pt x="1570" y="1205"/>
                    </a:cubicBezTo>
                    <a:cubicBezTo>
                      <a:pt x="1819" y="1090"/>
                      <a:pt x="2028" y="917"/>
                      <a:pt x="2205" y="712"/>
                    </a:cubicBezTo>
                    <a:cubicBezTo>
                      <a:pt x="2383" y="507"/>
                      <a:pt x="2532" y="270"/>
                      <a:pt x="2667" y="33"/>
                    </a:cubicBezTo>
                    <a:cubicBezTo>
                      <a:pt x="2671" y="22"/>
                      <a:pt x="2667" y="10"/>
                      <a:pt x="2655" y="2"/>
                    </a:cubicBezTo>
                    <a:cubicBezTo>
                      <a:pt x="2652" y="1"/>
                      <a:pt x="2650" y="1"/>
                      <a:pt x="2647"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1" name="Google Shape;2551;p53"/>
              <p:cNvSpPr/>
              <p:nvPr/>
            </p:nvSpPr>
            <p:spPr>
              <a:xfrm>
                <a:off x="4939307" y="2017204"/>
                <a:ext cx="70435" cy="104091"/>
              </a:xfrm>
              <a:custGeom>
                <a:rect b="b" l="l" r="r" t="t"/>
                <a:pathLst>
                  <a:path extrusionOk="0" h="300" w="203">
                    <a:moveTo>
                      <a:pt x="176" y="1"/>
                    </a:moveTo>
                    <a:cubicBezTo>
                      <a:pt x="171" y="1"/>
                      <a:pt x="166" y="3"/>
                      <a:pt x="162" y="6"/>
                    </a:cubicBezTo>
                    <a:cubicBezTo>
                      <a:pt x="79" y="73"/>
                      <a:pt x="24" y="168"/>
                      <a:pt x="4" y="275"/>
                    </a:cubicBezTo>
                    <a:cubicBezTo>
                      <a:pt x="0" y="286"/>
                      <a:pt x="8" y="298"/>
                      <a:pt x="20" y="298"/>
                    </a:cubicBezTo>
                    <a:cubicBezTo>
                      <a:pt x="22" y="299"/>
                      <a:pt x="24" y="299"/>
                      <a:pt x="26" y="299"/>
                    </a:cubicBezTo>
                    <a:cubicBezTo>
                      <a:pt x="36" y="299"/>
                      <a:pt x="45" y="292"/>
                      <a:pt x="48" y="282"/>
                    </a:cubicBezTo>
                    <a:cubicBezTo>
                      <a:pt x="64" y="188"/>
                      <a:pt x="119" y="101"/>
                      <a:pt x="190" y="42"/>
                    </a:cubicBezTo>
                    <a:cubicBezTo>
                      <a:pt x="197" y="33"/>
                      <a:pt x="202" y="18"/>
                      <a:pt x="194" y="10"/>
                    </a:cubicBezTo>
                    <a:cubicBezTo>
                      <a:pt x="189" y="3"/>
                      <a:pt x="183" y="1"/>
                      <a:pt x="176"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2" name="Google Shape;2552;p53"/>
              <p:cNvSpPr/>
              <p:nvPr/>
            </p:nvSpPr>
            <p:spPr>
              <a:xfrm>
                <a:off x="4511151" y="1703894"/>
                <a:ext cx="171403" cy="190833"/>
              </a:xfrm>
              <a:custGeom>
                <a:rect b="b" l="l" r="r" t="t"/>
                <a:pathLst>
                  <a:path extrusionOk="0" h="550" w="494">
                    <a:moveTo>
                      <a:pt x="467" y="1"/>
                    </a:moveTo>
                    <a:cubicBezTo>
                      <a:pt x="464" y="1"/>
                      <a:pt x="461" y="1"/>
                      <a:pt x="458" y="2"/>
                    </a:cubicBezTo>
                    <a:cubicBezTo>
                      <a:pt x="253" y="113"/>
                      <a:pt x="87" y="302"/>
                      <a:pt x="4" y="519"/>
                    </a:cubicBezTo>
                    <a:cubicBezTo>
                      <a:pt x="0" y="530"/>
                      <a:pt x="8" y="543"/>
                      <a:pt x="20" y="546"/>
                    </a:cubicBezTo>
                    <a:cubicBezTo>
                      <a:pt x="23" y="549"/>
                      <a:pt x="27" y="550"/>
                      <a:pt x="30" y="550"/>
                    </a:cubicBezTo>
                    <a:cubicBezTo>
                      <a:pt x="38" y="550"/>
                      <a:pt x="45" y="543"/>
                      <a:pt x="48" y="534"/>
                    </a:cubicBezTo>
                    <a:cubicBezTo>
                      <a:pt x="123" y="326"/>
                      <a:pt x="281" y="148"/>
                      <a:pt x="477" y="42"/>
                    </a:cubicBezTo>
                    <a:cubicBezTo>
                      <a:pt x="490" y="37"/>
                      <a:pt x="493" y="22"/>
                      <a:pt x="490" y="14"/>
                    </a:cubicBezTo>
                    <a:cubicBezTo>
                      <a:pt x="483" y="5"/>
                      <a:pt x="475" y="1"/>
                      <a:pt x="467"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3" name="Google Shape;2553;p53"/>
              <p:cNvSpPr/>
              <p:nvPr/>
            </p:nvSpPr>
            <p:spPr>
              <a:xfrm>
                <a:off x="4509763" y="1633113"/>
                <a:ext cx="215121" cy="143299"/>
              </a:xfrm>
              <a:custGeom>
                <a:rect b="b" l="l" r="r" t="t"/>
                <a:pathLst>
                  <a:path extrusionOk="0" h="413" w="620">
                    <a:moveTo>
                      <a:pt x="24" y="1"/>
                    </a:moveTo>
                    <a:cubicBezTo>
                      <a:pt x="12" y="1"/>
                      <a:pt x="1" y="10"/>
                      <a:pt x="1" y="21"/>
                    </a:cubicBezTo>
                    <a:cubicBezTo>
                      <a:pt x="1" y="33"/>
                      <a:pt x="8" y="45"/>
                      <a:pt x="21" y="45"/>
                    </a:cubicBezTo>
                    <a:cubicBezTo>
                      <a:pt x="174" y="68"/>
                      <a:pt x="323" y="132"/>
                      <a:pt x="446" y="230"/>
                    </a:cubicBezTo>
                    <a:cubicBezTo>
                      <a:pt x="478" y="254"/>
                      <a:pt x="501" y="281"/>
                      <a:pt x="525" y="309"/>
                    </a:cubicBezTo>
                    <a:cubicBezTo>
                      <a:pt x="549" y="336"/>
                      <a:pt x="565" y="364"/>
                      <a:pt x="576" y="399"/>
                    </a:cubicBezTo>
                    <a:cubicBezTo>
                      <a:pt x="579" y="406"/>
                      <a:pt x="588" y="413"/>
                      <a:pt x="598" y="413"/>
                    </a:cubicBezTo>
                    <a:cubicBezTo>
                      <a:pt x="600" y="413"/>
                      <a:pt x="602" y="412"/>
                      <a:pt x="603" y="412"/>
                    </a:cubicBezTo>
                    <a:cubicBezTo>
                      <a:pt x="616" y="407"/>
                      <a:pt x="620" y="396"/>
                      <a:pt x="616" y="383"/>
                    </a:cubicBezTo>
                    <a:cubicBezTo>
                      <a:pt x="603" y="345"/>
                      <a:pt x="584" y="312"/>
                      <a:pt x="560" y="281"/>
                    </a:cubicBezTo>
                    <a:cubicBezTo>
                      <a:pt x="532" y="250"/>
                      <a:pt x="505" y="222"/>
                      <a:pt x="474" y="199"/>
                    </a:cubicBezTo>
                    <a:cubicBezTo>
                      <a:pt x="347" y="92"/>
                      <a:pt x="190" y="25"/>
                      <a:pt x="2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4" name="Google Shape;2554;p53"/>
              <p:cNvSpPr/>
              <p:nvPr/>
            </p:nvSpPr>
            <p:spPr>
              <a:xfrm>
                <a:off x="4528846" y="1581415"/>
                <a:ext cx="708860" cy="537803"/>
              </a:xfrm>
              <a:custGeom>
                <a:rect b="b" l="l" r="r" t="t"/>
                <a:pathLst>
                  <a:path extrusionOk="0" h="1550" w="2043">
                    <a:moveTo>
                      <a:pt x="24" y="0"/>
                    </a:moveTo>
                    <a:cubicBezTo>
                      <a:pt x="13" y="0"/>
                      <a:pt x="1" y="12"/>
                      <a:pt x="1" y="24"/>
                    </a:cubicBezTo>
                    <a:cubicBezTo>
                      <a:pt x="1" y="35"/>
                      <a:pt x="13" y="44"/>
                      <a:pt x="24" y="44"/>
                    </a:cubicBezTo>
                    <a:cubicBezTo>
                      <a:pt x="84" y="48"/>
                      <a:pt x="142" y="48"/>
                      <a:pt x="202" y="55"/>
                    </a:cubicBezTo>
                    <a:cubicBezTo>
                      <a:pt x="490" y="83"/>
                      <a:pt x="761" y="186"/>
                      <a:pt x="1010" y="332"/>
                    </a:cubicBezTo>
                    <a:cubicBezTo>
                      <a:pt x="1254" y="481"/>
                      <a:pt x="1480" y="679"/>
                      <a:pt x="1669" y="896"/>
                    </a:cubicBezTo>
                    <a:cubicBezTo>
                      <a:pt x="1747" y="990"/>
                      <a:pt x="1826" y="1089"/>
                      <a:pt x="1886" y="1195"/>
                    </a:cubicBezTo>
                    <a:cubicBezTo>
                      <a:pt x="1941" y="1302"/>
                      <a:pt x="1984" y="1412"/>
                      <a:pt x="2000" y="1531"/>
                    </a:cubicBezTo>
                    <a:cubicBezTo>
                      <a:pt x="2000" y="1542"/>
                      <a:pt x="2012" y="1550"/>
                      <a:pt x="2024" y="1550"/>
                    </a:cubicBezTo>
                    <a:cubicBezTo>
                      <a:pt x="2035" y="1550"/>
                      <a:pt x="2043" y="1538"/>
                      <a:pt x="2043" y="1526"/>
                    </a:cubicBezTo>
                    <a:cubicBezTo>
                      <a:pt x="2028" y="1400"/>
                      <a:pt x="1984" y="1282"/>
                      <a:pt x="1921" y="1171"/>
                    </a:cubicBezTo>
                    <a:cubicBezTo>
                      <a:pt x="1862" y="1065"/>
                      <a:pt x="1783" y="963"/>
                      <a:pt x="1704" y="868"/>
                    </a:cubicBezTo>
                    <a:cubicBezTo>
                      <a:pt x="1511" y="647"/>
                      <a:pt x="1282" y="446"/>
                      <a:pt x="1030" y="296"/>
                    </a:cubicBezTo>
                    <a:cubicBezTo>
                      <a:pt x="777" y="146"/>
                      <a:pt x="501" y="40"/>
                      <a:pt x="206" y="12"/>
                    </a:cubicBezTo>
                    <a:cubicBezTo>
                      <a:pt x="146" y="4"/>
                      <a:pt x="84" y="4"/>
                      <a:pt x="2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5" name="Google Shape;2555;p53"/>
              <p:cNvSpPr/>
              <p:nvPr/>
            </p:nvSpPr>
            <p:spPr>
              <a:xfrm>
                <a:off x="4978861" y="1988406"/>
                <a:ext cx="174179" cy="61414"/>
              </a:xfrm>
              <a:custGeom>
                <a:rect b="b" l="l" r="r" t="t"/>
                <a:pathLst>
                  <a:path extrusionOk="0" h="177" w="502">
                    <a:moveTo>
                      <a:pt x="22" y="1"/>
                    </a:moveTo>
                    <a:cubicBezTo>
                      <a:pt x="16" y="1"/>
                      <a:pt x="9" y="4"/>
                      <a:pt x="5" y="10"/>
                    </a:cubicBezTo>
                    <a:cubicBezTo>
                      <a:pt x="1" y="18"/>
                      <a:pt x="1" y="34"/>
                      <a:pt x="9" y="42"/>
                    </a:cubicBezTo>
                    <a:cubicBezTo>
                      <a:pt x="36" y="62"/>
                      <a:pt x="68" y="78"/>
                      <a:pt x="107" y="93"/>
                    </a:cubicBezTo>
                    <a:cubicBezTo>
                      <a:pt x="163" y="116"/>
                      <a:pt x="230" y="140"/>
                      <a:pt x="296" y="152"/>
                    </a:cubicBezTo>
                    <a:cubicBezTo>
                      <a:pt x="360" y="168"/>
                      <a:pt x="427" y="176"/>
                      <a:pt x="482" y="176"/>
                    </a:cubicBezTo>
                    <a:cubicBezTo>
                      <a:pt x="494" y="176"/>
                      <a:pt x="502" y="168"/>
                      <a:pt x="502" y="156"/>
                    </a:cubicBezTo>
                    <a:cubicBezTo>
                      <a:pt x="502" y="145"/>
                      <a:pt x="494" y="132"/>
                      <a:pt x="482" y="132"/>
                    </a:cubicBezTo>
                    <a:cubicBezTo>
                      <a:pt x="415" y="132"/>
                      <a:pt x="325" y="116"/>
                      <a:pt x="241" y="93"/>
                    </a:cubicBezTo>
                    <a:cubicBezTo>
                      <a:pt x="198" y="85"/>
                      <a:pt x="159" y="69"/>
                      <a:pt x="123" y="54"/>
                    </a:cubicBezTo>
                    <a:cubicBezTo>
                      <a:pt x="88" y="38"/>
                      <a:pt x="60" y="22"/>
                      <a:pt x="36" y="7"/>
                    </a:cubicBezTo>
                    <a:cubicBezTo>
                      <a:pt x="33" y="3"/>
                      <a:pt x="27" y="1"/>
                      <a:pt x="2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6" name="Google Shape;2556;p53"/>
              <p:cNvSpPr/>
              <p:nvPr/>
            </p:nvSpPr>
            <p:spPr>
              <a:xfrm>
                <a:off x="4690532" y="1455466"/>
                <a:ext cx="307762" cy="318171"/>
              </a:xfrm>
              <a:custGeom>
                <a:rect b="b" l="l" r="r" t="t"/>
                <a:pathLst>
                  <a:path extrusionOk="0" h="917" w="887">
                    <a:moveTo>
                      <a:pt x="23" y="0"/>
                    </a:moveTo>
                    <a:cubicBezTo>
                      <a:pt x="16" y="0"/>
                      <a:pt x="9" y="5"/>
                      <a:pt x="4" y="12"/>
                    </a:cubicBezTo>
                    <a:cubicBezTo>
                      <a:pt x="0" y="25"/>
                      <a:pt x="4" y="36"/>
                      <a:pt x="11" y="40"/>
                    </a:cubicBezTo>
                    <a:cubicBezTo>
                      <a:pt x="189" y="138"/>
                      <a:pt x="366" y="265"/>
                      <a:pt x="512" y="415"/>
                    </a:cubicBezTo>
                    <a:cubicBezTo>
                      <a:pt x="659" y="560"/>
                      <a:pt x="777" y="726"/>
                      <a:pt x="843" y="904"/>
                    </a:cubicBezTo>
                    <a:cubicBezTo>
                      <a:pt x="847" y="912"/>
                      <a:pt x="854" y="917"/>
                      <a:pt x="863" y="917"/>
                    </a:cubicBezTo>
                    <a:cubicBezTo>
                      <a:pt x="866" y="917"/>
                      <a:pt x="869" y="916"/>
                      <a:pt x="872" y="915"/>
                    </a:cubicBezTo>
                    <a:cubicBezTo>
                      <a:pt x="883" y="911"/>
                      <a:pt x="887" y="900"/>
                      <a:pt x="883" y="888"/>
                    </a:cubicBezTo>
                    <a:cubicBezTo>
                      <a:pt x="816" y="702"/>
                      <a:pt x="694" y="533"/>
                      <a:pt x="544" y="383"/>
                    </a:cubicBezTo>
                    <a:cubicBezTo>
                      <a:pt x="394" y="233"/>
                      <a:pt x="213" y="103"/>
                      <a:pt x="35" y="5"/>
                    </a:cubicBezTo>
                    <a:cubicBezTo>
                      <a:pt x="31" y="2"/>
                      <a:pt x="27" y="0"/>
                      <a:pt x="2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7" name="Google Shape;2557;p53"/>
              <p:cNvSpPr/>
              <p:nvPr/>
            </p:nvSpPr>
            <p:spPr>
              <a:xfrm>
                <a:off x="4847708" y="1566148"/>
                <a:ext cx="405261" cy="268208"/>
              </a:xfrm>
              <a:custGeom>
                <a:rect b="b" l="l" r="r" t="t"/>
                <a:pathLst>
                  <a:path extrusionOk="0" h="773" w="1168">
                    <a:moveTo>
                      <a:pt x="28" y="1"/>
                    </a:moveTo>
                    <a:cubicBezTo>
                      <a:pt x="17" y="1"/>
                      <a:pt x="4" y="9"/>
                      <a:pt x="0" y="21"/>
                    </a:cubicBezTo>
                    <a:cubicBezTo>
                      <a:pt x="0" y="32"/>
                      <a:pt x="8" y="44"/>
                      <a:pt x="20" y="44"/>
                    </a:cubicBezTo>
                    <a:cubicBezTo>
                      <a:pt x="213" y="72"/>
                      <a:pt x="434" y="174"/>
                      <a:pt x="635" y="312"/>
                    </a:cubicBezTo>
                    <a:cubicBezTo>
                      <a:pt x="836" y="447"/>
                      <a:pt x="1014" y="612"/>
                      <a:pt x="1128" y="762"/>
                    </a:cubicBezTo>
                    <a:cubicBezTo>
                      <a:pt x="1133" y="770"/>
                      <a:pt x="1140" y="773"/>
                      <a:pt x="1146" y="773"/>
                    </a:cubicBezTo>
                    <a:cubicBezTo>
                      <a:pt x="1149" y="773"/>
                      <a:pt x="1153" y="772"/>
                      <a:pt x="1156" y="770"/>
                    </a:cubicBezTo>
                    <a:cubicBezTo>
                      <a:pt x="1167" y="762"/>
                      <a:pt x="1167" y="747"/>
                      <a:pt x="1163" y="738"/>
                    </a:cubicBezTo>
                    <a:cubicBezTo>
                      <a:pt x="1045" y="581"/>
                      <a:pt x="864" y="415"/>
                      <a:pt x="659" y="277"/>
                    </a:cubicBezTo>
                    <a:cubicBezTo>
                      <a:pt x="458" y="139"/>
                      <a:pt x="229" y="32"/>
                      <a:pt x="28"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8" name="Google Shape;2558;p53"/>
              <p:cNvSpPr/>
              <p:nvPr/>
            </p:nvSpPr>
            <p:spPr>
              <a:xfrm>
                <a:off x="4691920" y="3532405"/>
                <a:ext cx="381667" cy="729678"/>
              </a:xfrm>
              <a:custGeom>
                <a:rect b="b" l="l" r="r" t="t"/>
                <a:pathLst>
                  <a:path extrusionOk="0" h="2103" w="1100">
                    <a:moveTo>
                      <a:pt x="755" y="1"/>
                    </a:moveTo>
                    <a:cubicBezTo>
                      <a:pt x="753" y="1"/>
                      <a:pt x="751" y="1"/>
                      <a:pt x="749" y="1"/>
                    </a:cubicBezTo>
                    <a:cubicBezTo>
                      <a:pt x="591" y="8"/>
                      <a:pt x="433" y="16"/>
                      <a:pt x="280" y="28"/>
                    </a:cubicBezTo>
                    <a:cubicBezTo>
                      <a:pt x="268" y="32"/>
                      <a:pt x="256" y="32"/>
                      <a:pt x="248" y="39"/>
                    </a:cubicBezTo>
                    <a:cubicBezTo>
                      <a:pt x="244" y="43"/>
                      <a:pt x="240" y="52"/>
                      <a:pt x="240" y="59"/>
                    </a:cubicBezTo>
                    <a:cubicBezTo>
                      <a:pt x="217" y="154"/>
                      <a:pt x="201" y="249"/>
                      <a:pt x="177" y="343"/>
                    </a:cubicBezTo>
                    <a:cubicBezTo>
                      <a:pt x="114" y="603"/>
                      <a:pt x="63" y="860"/>
                      <a:pt x="4" y="1128"/>
                    </a:cubicBezTo>
                    <a:cubicBezTo>
                      <a:pt x="1" y="1138"/>
                      <a:pt x="8" y="1145"/>
                      <a:pt x="15" y="1145"/>
                    </a:cubicBezTo>
                    <a:cubicBezTo>
                      <a:pt x="17" y="1145"/>
                      <a:pt x="18" y="1145"/>
                      <a:pt x="20" y="1144"/>
                    </a:cubicBezTo>
                    <a:cubicBezTo>
                      <a:pt x="146" y="1120"/>
                      <a:pt x="260" y="1116"/>
                      <a:pt x="375" y="1077"/>
                    </a:cubicBezTo>
                    <a:cubicBezTo>
                      <a:pt x="376" y="1076"/>
                      <a:pt x="377" y="1076"/>
                      <a:pt x="379" y="1076"/>
                    </a:cubicBezTo>
                    <a:cubicBezTo>
                      <a:pt x="386" y="1076"/>
                      <a:pt x="394" y="1083"/>
                      <a:pt x="390" y="1093"/>
                    </a:cubicBezTo>
                    <a:cubicBezTo>
                      <a:pt x="272" y="1415"/>
                      <a:pt x="162" y="1739"/>
                      <a:pt x="75" y="2070"/>
                    </a:cubicBezTo>
                    <a:cubicBezTo>
                      <a:pt x="71" y="2082"/>
                      <a:pt x="71" y="2102"/>
                      <a:pt x="83" y="2102"/>
                    </a:cubicBezTo>
                    <a:cubicBezTo>
                      <a:pt x="84" y="2102"/>
                      <a:pt x="86" y="2102"/>
                      <a:pt x="87" y="2102"/>
                    </a:cubicBezTo>
                    <a:cubicBezTo>
                      <a:pt x="118" y="2086"/>
                      <a:pt x="142" y="2059"/>
                      <a:pt x="162" y="2027"/>
                    </a:cubicBezTo>
                    <a:cubicBezTo>
                      <a:pt x="162" y="2012"/>
                      <a:pt x="205" y="1968"/>
                      <a:pt x="217" y="1952"/>
                    </a:cubicBezTo>
                    <a:cubicBezTo>
                      <a:pt x="237" y="1925"/>
                      <a:pt x="256" y="1897"/>
                      <a:pt x="276" y="1870"/>
                    </a:cubicBezTo>
                    <a:cubicBezTo>
                      <a:pt x="315" y="1814"/>
                      <a:pt x="359" y="1759"/>
                      <a:pt x="398" y="1704"/>
                    </a:cubicBezTo>
                    <a:cubicBezTo>
                      <a:pt x="473" y="1601"/>
                      <a:pt x="548" y="1495"/>
                      <a:pt x="623" y="1388"/>
                    </a:cubicBezTo>
                    <a:cubicBezTo>
                      <a:pt x="690" y="1290"/>
                      <a:pt x="753" y="1191"/>
                      <a:pt x="820" y="1093"/>
                    </a:cubicBezTo>
                    <a:cubicBezTo>
                      <a:pt x="868" y="1018"/>
                      <a:pt x="919" y="942"/>
                      <a:pt x="966" y="868"/>
                    </a:cubicBezTo>
                    <a:cubicBezTo>
                      <a:pt x="1010" y="805"/>
                      <a:pt x="1081" y="729"/>
                      <a:pt x="1100" y="658"/>
                    </a:cubicBezTo>
                    <a:cubicBezTo>
                      <a:pt x="1091" y="654"/>
                      <a:pt x="1080" y="653"/>
                      <a:pt x="1066" y="653"/>
                    </a:cubicBezTo>
                    <a:cubicBezTo>
                      <a:pt x="1031" y="653"/>
                      <a:pt x="983" y="664"/>
                      <a:pt x="954" y="667"/>
                    </a:cubicBezTo>
                    <a:cubicBezTo>
                      <a:pt x="899" y="671"/>
                      <a:pt x="844" y="678"/>
                      <a:pt x="792" y="687"/>
                    </a:cubicBezTo>
                    <a:cubicBezTo>
                      <a:pt x="682" y="702"/>
                      <a:pt x="575" y="722"/>
                      <a:pt x="469" y="745"/>
                    </a:cubicBezTo>
                    <a:cubicBezTo>
                      <a:pt x="468" y="746"/>
                      <a:pt x="467" y="746"/>
                      <a:pt x="466" y="746"/>
                    </a:cubicBezTo>
                    <a:cubicBezTo>
                      <a:pt x="458" y="746"/>
                      <a:pt x="450" y="737"/>
                      <a:pt x="453" y="729"/>
                    </a:cubicBezTo>
                    <a:cubicBezTo>
                      <a:pt x="513" y="600"/>
                      <a:pt x="575" y="469"/>
                      <a:pt x="639" y="339"/>
                    </a:cubicBezTo>
                    <a:cubicBezTo>
                      <a:pt x="670" y="272"/>
                      <a:pt x="702" y="209"/>
                      <a:pt x="733" y="143"/>
                    </a:cubicBezTo>
                    <a:cubicBezTo>
                      <a:pt x="756" y="100"/>
                      <a:pt x="836" y="1"/>
                      <a:pt x="755" y="1"/>
                    </a:cubicBez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9" name="Google Shape;2559;p53"/>
              <p:cNvSpPr/>
              <p:nvPr/>
            </p:nvSpPr>
            <p:spPr>
              <a:xfrm>
                <a:off x="4684981" y="3525466"/>
                <a:ext cx="396934" cy="744598"/>
              </a:xfrm>
              <a:custGeom>
                <a:rect b="b" l="l" r="r" t="t"/>
                <a:pathLst>
                  <a:path extrusionOk="0" h="2146" w="1144">
                    <a:moveTo>
                      <a:pt x="788" y="44"/>
                    </a:moveTo>
                    <a:lnTo>
                      <a:pt x="788" y="48"/>
                    </a:lnTo>
                    <a:cubicBezTo>
                      <a:pt x="788" y="52"/>
                      <a:pt x="788" y="59"/>
                      <a:pt x="785" y="68"/>
                    </a:cubicBezTo>
                    <a:cubicBezTo>
                      <a:pt x="777" y="79"/>
                      <a:pt x="769" y="95"/>
                      <a:pt x="761" y="111"/>
                    </a:cubicBezTo>
                    <a:cubicBezTo>
                      <a:pt x="750" y="127"/>
                      <a:pt x="741" y="139"/>
                      <a:pt x="733" y="154"/>
                    </a:cubicBezTo>
                    <a:cubicBezTo>
                      <a:pt x="702" y="218"/>
                      <a:pt x="670" y="285"/>
                      <a:pt x="639" y="352"/>
                    </a:cubicBezTo>
                    <a:cubicBezTo>
                      <a:pt x="575" y="478"/>
                      <a:pt x="513" y="607"/>
                      <a:pt x="453" y="738"/>
                    </a:cubicBezTo>
                    <a:lnTo>
                      <a:pt x="453" y="754"/>
                    </a:lnTo>
                    <a:cubicBezTo>
                      <a:pt x="453" y="765"/>
                      <a:pt x="457" y="773"/>
                      <a:pt x="462" y="778"/>
                    </a:cubicBezTo>
                    <a:cubicBezTo>
                      <a:pt x="469" y="785"/>
                      <a:pt x="477" y="789"/>
                      <a:pt x="489" y="789"/>
                    </a:cubicBezTo>
                    <a:lnTo>
                      <a:pt x="497" y="789"/>
                    </a:lnTo>
                    <a:cubicBezTo>
                      <a:pt x="599" y="765"/>
                      <a:pt x="706" y="742"/>
                      <a:pt x="817" y="726"/>
                    </a:cubicBezTo>
                    <a:cubicBezTo>
                      <a:pt x="868" y="718"/>
                      <a:pt x="923" y="714"/>
                      <a:pt x="974" y="707"/>
                    </a:cubicBezTo>
                    <a:cubicBezTo>
                      <a:pt x="990" y="707"/>
                      <a:pt x="1010" y="702"/>
                      <a:pt x="1030" y="698"/>
                    </a:cubicBezTo>
                    <a:cubicBezTo>
                      <a:pt x="1045" y="698"/>
                      <a:pt x="1065" y="694"/>
                      <a:pt x="1081" y="694"/>
                    </a:cubicBezTo>
                    <a:cubicBezTo>
                      <a:pt x="1084" y="694"/>
                      <a:pt x="1087" y="694"/>
                      <a:pt x="1090" y="695"/>
                    </a:cubicBezTo>
                    <a:lnTo>
                      <a:pt x="1090" y="695"/>
                    </a:lnTo>
                    <a:cubicBezTo>
                      <a:pt x="1078" y="720"/>
                      <a:pt x="1062" y="747"/>
                      <a:pt x="1041" y="773"/>
                    </a:cubicBezTo>
                    <a:cubicBezTo>
                      <a:pt x="1017" y="809"/>
                      <a:pt x="990" y="844"/>
                      <a:pt x="970" y="876"/>
                    </a:cubicBezTo>
                    <a:cubicBezTo>
                      <a:pt x="919" y="951"/>
                      <a:pt x="872" y="1026"/>
                      <a:pt x="821" y="1100"/>
                    </a:cubicBezTo>
                    <a:cubicBezTo>
                      <a:pt x="757" y="1199"/>
                      <a:pt x="690" y="1298"/>
                      <a:pt x="623" y="1397"/>
                    </a:cubicBezTo>
                    <a:cubicBezTo>
                      <a:pt x="548" y="1503"/>
                      <a:pt x="477" y="1610"/>
                      <a:pt x="398" y="1712"/>
                    </a:cubicBezTo>
                    <a:cubicBezTo>
                      <a:pt x="359" y="1767"/>
                      <a:pt x="320" y="1823"/>
                      <a:pt x="280" y="1877"/>
                    </a:cubicBezTo>
                    <a:cubicBezTo>
                      <a:pt x="260" y="1905"/>
                      <a:pt x="237" y="1932"/>
                      <a:pt x="217" y="1961"/>
                    </a:cubicBezTo>
                    <a:cubicBezTo>
                      <a:pt x="217" y="1964"/>
                      <a:pt x="213" y="1968"/>
                      <a:pt x="205" y="1976"/>
                    </a:cubicBezTo>
                    <a:cubicBezTo>
                      <a:pt x="197" y="1984"/>
                      <a:pt x="186" y="1996"/>
                      <a:pt x="178" y="2008"/>
                    </a:cubicBezTo>
                    <a:cubicBezTo>
                      <a:pt x="173" y="2016"/>
                      <a:pt x="169" y="2019"/>
                      <a:pt x="166" y="2027"/>
                    </a:cubicBezTo>
                    <a:cubicBezTo>
                      <a:pt x="166" y="2027"/>
                      <a:pt x="162" y="2032"/>
                      <a:pt x="162" y="2035"/>
                    </a:cubicBezTo>
                    <a:cubicBezTo>
                      <a:pt x="148" y="2055"/>
                      <a:pt x="134" y="2074"/>
                      <a:pt x="117" y="2090"/>
                    </a:cubicBezTo>
                    <a:lnTo>
                      <a:pt x="117" y="2090"/>
                    </a:lnTo>
                    <a:cubicBezTo>
                      <a:pt x="207" y="1761"/>
                      <a:pt x="316" y="1438"/>
                      <a:pt x="430" y="1120"/>
                    </a:cubicBezTo>
                    <a:cubicBezTo>
                      <a:pt x="433" y="1117"/>
                      <a:pt x="433" y="1113"/>
                      <a:pt x="433" y="1109"/>
                    </a:cubicBezTo>
                    <a:cubicBezTo>
                      <a:pt x="433" y="1097"/>
                      <a:pt x="430" y="1089"/>
                      <a:pt x="422" y="1085"/>
                    </a:cubicBezTo>
                    <a:cubicBezTo>
                      <a:pt x="415" y="1077"/>
                      <a:pt x="406" y="1073"/>
                      <a:pt x="398" y="1073"/>
                    </a:cubicBezTo>
                    <a:cubicBezTo>
                      <a:pt x="395" y="1073"/>
                      <a:pt x="391" y="1073"/>
                      <a:pt x="386" y="1077"/>
                    </a:cubicBezTo>
                    <a:cubicBezTo>
                      <a:pt x="331" y="1097"/>
                      <a:pt x="276" y="1104"/>
                      <a:pt x="217" y="1113"/>
                    </a:cubicBezTo>
                    <a:cubicBezTo>
                      <a:pt x="165" y="1124"/>
                      <a:pt x="105" y="1127"/>
                      <a:pt x="46" y="1142"/>
                    </a:cubicBezTo>
                    <a:lnTo>
                      <a:pt x="46" y="1142"/>
                    </a:lnTo>
                    <a:cubicBezTo>
                      <a:pt x="104" y="877"/>
                      <a:pt x="155" y="624"/>
                      <a:pt x="221" y="367"/>
                    </a:cubicBezTo>
                    <a:cubicBezTo>
                      <a:pt x="244" y="272"/>
                      <a:pt x="257" y="178"/>
                      <a:pt x="280" y="87"/>
                    </a:cubicBezTo>
                    <a:cubicBezTo>
                      <a:pt x="284" y="83"/>
                      <a:pt x="284" y="79"/>
                      <a:pt x="284" y="79"/>
                    </a:cubicBezTo>
                    <a:lnTo>
                      <a:pt x="284" y="76"/>
                    </a:lnTo>
                    <a:cubicBezTo>
                      <a:pt x="284" y="76"/>
                      <a:pt x="288" y="76"/>
                      <a:pt x="288" y="72"/>
                    </a:cubicBezTo>
                    <a:lnTo>
                      <a:pt x="304" y="72"/>
                    </a:lnTo>
                    <a:cubicBezTo>
                      <a:pt x="457" y="59"/>
                      <a:pt x="611" y="48"/>
                      <a:pt x="769" y="44"/>
                    </a:cubicBezTo>
                    <a:close/>
                    <a:moveTo>
                      <a:pt x="765" y="1"/>
                    </a:moveTo>
                    <a:cubicBezTo>
                      <a:pt x="611" y="5"/>
                      <a:pt x="453" y="16"/>
                      <a:pt x="300" y="28"/>
                    </a:cubicBezTo>
                    <a:cubicBezTo>
                      <a:pt x="292" y="28"/>
                      <a:pt x="284" y="28"/>
                      <a:pt x="276" y="32"/>
                    </a:cubicBezTo>
                    <a:cubicBezTo>
                      <a:pt x="268" y="32"/>
                      <a:pt x="260" y="36"/>
                      <a:pt x="253" y="44"/>
                    </a:cubicBezTo>
                    <a:cubicBezTo>
                      <a:pt x="249" y="52"/>
                      <a:pt x="244" y="56"/>
                      <a:pt x="244" y="59"/>
                    </a:cubicBezTo>
                    <a:cubicBezTo>
                      <a:pt x="240" y="68"/>
                      <a:pt x="240" y="72"/>
                      <a:pt x="240" y="76"/>
                    </a:cubicBezTo>
                    <a:cubicBezTo>
                      <a:pt x="213" y="170"/>
                      <a:pt x="202" y="265"/>
                      <a:pt x="178" y="356"/>
                    </a:cubicBezTo>
                    <a:cubicBezTo>
                      <a:pt x="115" y="620"/>
                      <a:pt x="60" y="876"/>
                      <a:pt x="4" y="1144"/>
                    </a:cubicBezTo>
                    <a:cubicBezTo>
                      <a:pt x="0" y="1144"/>
                      <a:pt x="0" y="1148"/>
                      <a:pt x="0" y="1152"/>
                    </a:cubicBezTo>
                    <a:cubicBezTo>
                      <a:pt x="0" y="1171"/>
                      <a:pt x="16" y="1188"/>
                      <a:pt x="36" y="1188"/>
                    </a:cubicBezTo>
                    <a:lnTo>
                      <a:pt x="44" y="1188"/>
                    </a:lnTo>
                    <a:cubicBezTo>
                      <a:pt x="107" y="1171"/>
                      <a:pt x="166" y="1168"/>
                      <a:pt x="225" y="1156"/>
                    </a:cubicBezTo>
                    <a:cubicBezTo>
                      <a:pt x="279" y="1148"/>
                      <a:pt x="334" y="1138"/>
                      <a:pt x="385" y="1121"/>
                    </a:cubicBezTo>
                    <a:lnTo>
                      <a:pt x="385" y="1121"/>
                    </a:lnTo>
                    <a:cubicBezTo>
                      <a:pt x="269" y="1439"/>
                      <a:pt x="160" y="1761"/>
                      <a:pt x="75" y="2087"/>
                    </a:cubicBezTo>
                    <a:cubicBezTo>
                      <a:pt x="71" y="2090"/>
                      <a:pt x="71" y="2098"/>
                      <a:pt x="71" y="2103"/>
                    </a:cubicBezTo>
                    <a:cubicBezTo>
                      <a:pt x="71" y="2110"/>
                      <a:pt x="71" y="2118"/>
                      <a:pt x="75" y="2130"/>
                    </a:cubicBezTo>
                    <a:cubicBezTo>
                      <a:pt x="79" y="2134"/>
                      <a:pt x="83" y="2138"/>
                      <a:pt x="87" y="2141"/>
                    </a:cubicBezTo>
                    <a:cubicBezTo>
                      <a:pt x="95" y="2145"/>
                      <a:pt x="98" y="2145"/>
                      <a:pt x="107" y="2145"/>
                    </a:cubicBezTo>
                    <a:cubicBezTo>
                      <a:pt x="111" y="2145"/>
                      <a:pt x="115" y="2145"/>
                      <a:pt x="115" y="2141"/>
                    </a:cubicBezTo>
                    <a:cubicBezTo>
                      <a:pt x="154" y="2122"/>
                      <a:pt x="178" y="2090"/>
                      <a:pt x="197" y="2063"/>
                    </a:cubicBezTo>
                    <a:cubicBezTo>
                      <a:pt x="201" y="2060"/>
                      <a:pt x="201" y="2057"/>
                      <a:pt x="202" y="2051"/>
                    </a:cubicBezTo>
                    <a:lnTo>
                      <a:pt x="202" y="2051"/>
                    </a:lnTo>
                    <a:lnTo>
                      <a:pt x="202" y="2051"/>
                    </a:lnTo>
                    <a:cubicBezTo>
                      <a:pt x="202" y="2051"/>
                      <a:pt x="205" y="2043"/>
                      <a:pt x="209" y="2039"/>
                    </a:cubicBezTo>
                    <a:cubicBezTo>
                      <a:pt x="217" y="2032"/>
                      <a:pt x="225" y="2019"/>
                      <a:pt x="233" y="2012"/>
                    </a:cubicBezTo>
                    <a:cubicBezTo>
                      <a:pt x="237" y="2008"/>
                      <a:pt x="240" y="1999"/>
                      <a:pt x="244" y="1996"/>
                    </a:cubicBezTo>
                    <a:cubicBezTo>
                      <a:pt x="249" y="1992"/>
                      <a:pt x="253" y="1992"/>
                      <a:pt x="253" y="1988"/>
                    </a:cubicBezTo>
                    <a:cubicBezTo>
                      <a:pt x="273" y="1961"/>
                      <a:pt x="292" y="1932"/>
                      <a:pt x="315" y="1905"/>
                    </a:cubicBezTo>
                    <a:cubicBezTo>
                      <a:pt x="355" y="1850"/>
                      <a:pt x="395" y="1795"/>
                      <a:pt x="433" y="1739"/>
                    </a:cubicBezTo>
                    <a:cubicBezTo>
                      <a:pt x="513" y="1633"/>
                      <a:pt x="584" y="1526"/>
                      <a:pt x="659" y="1420"/>
                    </a:cubicBezTo>
                    <a:cubicBezTo>
                      <a:pt x="726" y="1326"/>
                      <a:pt x="793" y="1223"/>
                      <a:pt x="856" y="1124"/>
                    </a:cubicBezTo>
                    <a:cubicBezTo>
                      <a:pt x="907" y="1049"/>
                      <a:pt x="954" y="975"/>
                      <a:pt x="1006" y="900"/>
                    </a:cubicBezTo>
                    <a:cubicBezTo>
                      <a:pt x="1025" y="868"/>
                      <a:pt x="1053" y="836"/>
                      <a:pt x="1077" y="801"/>
                    </a:cubicBezTo>
                    <a:cubicBezTo>
                      <a:pt x="1104" y="762"/>
                      <a:pt x="1128" y="726"/>
                      <a:pt x="1139" y="687"/>
                    </a:cubicBezTo>
                    <a:cubicBezTo>
                      <a:pt x="1143" y="675"/>
                      <a:pt x="1139" y="663"/>
                      <a:pt x="1132" y="659"/>
                    </a:cubicBezTo>
                    <a:cubicBezTo>
                      <a:pt x="1116" y="651"/>
                      <a:pt x="1101" y="651"/>
                      <a:pt x="1081" y="651"/>
                    </a:cubicBezTo>
                    <a:cubicBezTo>
                      <a:pt x="1061" y="651"/>
                      <a:pt x="1041" y="655"/>
                      <a:pt x="1021" y="655"/>
                    </a:cubicBezTo>
                    <a:cubicBezTo>
                      <a:pt x="1001" y="659"/>
                      <a:pt x="982" y="663"/>
                      <a:pt x="970" y="663"/>
                    </a:cubicBezTo>
                    <a:cubicBezTo>
                      <a:pt x="919" y="671"/>
                      <a:pt x="864" y="678"/>
                      <a:pt x="808" y="687"/>
                    </a:cubicBezTo>
                    <a:cubicBezTo>
                      <a:pt x="708" y="701"/>
                      <a:pt x="604" y="720"/>
                      <a:pt x="504" y="742"/>
                    </a:cubicBezTo>
                    <a:lnTo>
                      <a:pt x="504" y="742"/>
                    </a:lnTo>
                    <a:cubicBezTo>
                      <a:pt x="557" y="616"/>
                      <a:pt x="618" y="492"/>
                      <a:pt x="679" y="367"/>
                    </a:cubicBezTo>
                    <a:cubicBezTo>
                      <a:pt x="710" y="305"/>
                      <a:pt x="741" y="237"/>
                      <a:pt x="773" y="174"/>
                    </a:cubicBezTo>
                    <a:cubicBezTo>
                      <a:pt x="777" y="166"/>
                      <a:pt x="781" y="158"/>
                      <a:pt x="788" y="150"/>
                    </a:cubicBezTo>
                    <a:cubicBezTo>
                      <a:pt x="797" y="134"/>
                      <a:pt x="808" y="119"/>
                      <a:pt x="817" y="99"/>
                    </a:cubicBezTo>
                    <a:cubicBezTo>
                      <a:pt x="821" y="92"/>
                      <a:pt x="824" y="83"/>
                      <a:pt x="828" y="76"/>
                    </a:cubicBezTo>
                    <a:cubicBezTo>
                      <a:pt x="832" y="68"/>
                      <a:pt x="832" y="59"/>
                      <a:pt x="832" y="48"/>
                    </a:cubicBezTo>
                    <a:cubicBezTo>
                      <a:pt x="832" y="44"/>
                      <a:pt x="832" y="36"/>
                      <a:pt x="828" y="28"/>
                    </a:cubicBezTo>
                    <a:cubicBezTo>
                      <a:pt x="824" y="21"/>
                      <a:pt x="817" y="8"/>
                      <a:pt x="804" y="5"/>
                    </a:cubicBezTo>
                    <a:cubicBezTo>
                      <a:pt x="797" y="1"/>
                      <a:pt x="785" y="1"/>
                      <a:pt x="773"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0" name="Google Shape;2560;p53"/>
              <p:cNvSpPr/>
              <p:nvPr/>
            </p:nvSpPr>
            <p:spPr>
              <a:xfrm>
                <a:off x="4579850" y="2291307"/>
                <a:ext cx="227265" cy="108949"/>
              </a:xfrm>
              <a:custGeom>
                <a:rect b="b" l="l" r="r" t="t"/>
                <a:pathLst>
                  <a:path extrusionOk="0" h="314" w="655">
                    <a:moveTo>
                      <a:pt x="623" y="0"/>
                    </a:moveTo>
                    <a:lnTo>
                      <a:pt x="27" y="40"/>
                    </a:lnTo>
                    <a:cubicBezTo>
                      <a:pt x="0" y="177"/>
                      <a:pt x="146" y="313"/>
                      <a:pt x="311" y="313"/>
                    </a:cubicBezTo>
                    <a:cubicBezTo>
                      <a:pt x="317" y="313"/>
                      <a:pt x="324" y="313"/>
                      <a:pt x="330" y="313"/>
                    </a:cubicBezTo>
                    <a:cubicBezTo>
                      <a:pt x="508" y="300"/>
                      <a:pt x="654" y="142"/>
                      <a:pt x="623" y="0"/>
                    </a:cubicBezTo>
                    <a:close/>
                  </a:path>
                </a:pathLst>
              </a:custGeom>
              <a:solidFill>
                <a:srgbClr val="FFFFFF"/>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1" name="Google Shape;2561;p53"/>
              <p:cNvSpPr/>
              <p:nvPr/>
            </p:nvSpPr>
            <p:spPr>
              <a:xfrm>
                <a:off x="4580891" y="2284715"/>
                <a:ext cx="223449" cy="123521"/>
              </a:xfrm>
              <a:custGeom>
                <a:rect b="b" l="l" r="r" t="t"/>
                <a:pathLst>
                  <a:path extrusionOk="0" h="356" w="644">
                    <a:moveTo>
                      <a:pt x="599" y="44"/>
                    </a:moveTo>
                    <a:cubicBezTo>
                      <a:pt x="600" y="51"/>
                      <a:pt x="600" y="57"/>
                      <a:pt x="600" y="63"/>
                    </a:cubicBezTo>
                    <a:cubicBezTo>
                      <a:pt x="600" y="90"/>
                      <a:pt x="592" y="123"/>
                      <a:pt x="580" y="150"/>
                    </a:cubicBezTo>
                    <a:cubicBezTo>
                      <a:pt x="560" y="190"/>
                      <a:pt x="525" y="229"/>
                      <a:pt x="482" y="261"/>
                    </a:cubicBezTo>
                    <a:cubicBezTo>
                      <a:pt x="434" y="288"/>
                      <a:pt x="383" y="308"/>
                      <a:pt x="327" y="312"/>
                    </a:cubicBezTo>
                    <a:lnTo>
                      <a:pt x="312" y="312"/>
                    </a:lnTo>
                    <a:cubicBezTo>
                      <a:pt x="237" y="312"/>
                      <a:pt x="170" y="284"/>
                      <a:pt x="123" y="245"/>
                    </a:cubicBezTo>
                    <a:cubicBezTo>
                      <a:pt x="95" y="221"/>
                      <a:pt x="76" y="197"/>
                      <a:pt x="63" y="174"/>
                    </a:cubicBezTo>
                    <a:cubicBezTo>
                      <a:pt x="52" y="146"/>
                      <a:pt x="44" y="119"/>
                      <a:pt x="44" y="90"/>
                    </a:cubicBezTo>
                    <a:lnTo>
                      <a:pt x="44" y="78"/>
                    </a:lnTo>
                    <a:lnTo>
                      <a:pt x="599" y="44"/>
                    </a:lnTo>
                    <a:close/>
                    <a:moveTo>
                      <a:pt x="615" y="1"/>
                    </a:moveTo>
                    <a:lnTo>
                      <a:pt x="24" y="36"/>
                    </a:lnTo>
                    <a:cubicBezTo>
                      <a:pt x="12" y="36"/>
                      <a:pt x="5" y="43"/>
                      <a:pt x="0" y="55"/>
                    </a:cubicBezTo>
                    <a:lnTo>
                      <a:pt x="0" y="90"/>
                    </a:lnTo>
                    <a:cubicBezTo>
                      <a:pt x="0" y="126"/>
                      <a:pt x="9" y="161"/>
                      <a:pt x="24" y="194"/>
                    </a:cubicBezTo>
                    <a:cubicBezTo>
                      <a:pt x="47" y="241"/>
                      <a:pt x="91" y="280"/>
                      <a:pt x="138" y="308"/>
                    </a:cubicBezTo>
                    <a:cubicBezTo>
                      <a:pt x="189" y="339"/>
                      <a:pt x="249" y="355"/>
                      <a:pt x="312" y="355"/>
                    </a:cubicBezTo>
                    <a:lnTo>
                      <a:pt x="331" y="355"/>
                    </a:lnTo>
                    <a:cubicBezTo>
                      <a:pt x="415" y="347"/>
                      <a:pt x="493" y="312"/>
                      <a:pt x="549" y="261"/>
                    </a:cubicBezTo>
                    <a:cubicBezTo>
                      <a:pt x="580" y="232"/>
                      <a:pt x="604" y="201"/>
                      <a:pt x="620" y="170"/>
                    </a:cubicBezTo>
                    <a:cubicBezTo>
                      <a:pt x="635" y="134"/>
                      <a:pt x="644" y="99"/>
                      <a:pt x="644" y="63"/>
                    </a:cubicBezTo>
                    <a:cubicBezTo>
                      <a:pt x="644" y="48"/>
                      <a:pt x="644" y="32"/>
                      <a:pt x="639" y="16"/>
                    </a:cubicBezTo>
                    <a:cubicBezTo>
                      <a:pt x="635" y="4"/>
                      <a:pt x="627" y="1"/>
                      <a:pt x="61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62" name="Google Shape;2562;p53"/>
            <p:cNvGrpSpPr/>
            <p:nvPr/>
          </p:nvGrpSpPr>
          <p:grpSpPr>
            <a:xfrm>
              <a:off x="7288465" y="5555116"/>
              <a:ext cx="2728221" cy="5815191"/>
              <a:chOff x="5407365" y="1707016"/>
              <a:chExt cx="2728221" cy="5815191"/>
            </a:xfrm>
          </p:grpSpPr>
          <p:sp>
            <p:nvSpPr>
              <p:cNvPr id="2563" name="Google Shape;2563;p53"/>
              <p:cNvSpPr/>
              <p:nvPr/>
            </p:nvSpPr>
            <p:spPr>
              <a:xfrm>
                <a:off x="5980553" y="5285625"/>
                <a:ext cx="391729" cy="751190"/>
              </a:xfrm>
              <a:custGeom>
                <a:rect b="b" l="l" r="r" t="t"/>
                <a:pathLst>
                  <a:path extrusionOk="0" h="2165" w="1129">
                    <a:moveTo>
                      <a:pt x="335" y="0"/>
                    </a:moveTo>
                    <a:cubicBezTo>
                      <a:pt x="228" y="0"/>
                      <a:pt x="131" y="68"/>
                      <a:pt x="64" y="242"/>
                    </a:cubicBezTo>
                    <a:cubicBezTo>
                      <a:pt x="0" y="401"/>
                      <a:pt x="40" y="582"/>
                      <a:pt x="99" y="744"/>
                    </a:cubicBezTo>
                    <a:cubicBezTo>
                      <a:pt x="158" y="905"/>
                      <a:pt x="233" y="1063"/>
                      <a:pt x="253" y="1232"/>
                    </a:cubicBezTo>
                    <a:cubicBezTo>
                      <a:pt x="264" y="1378"/>
                      <a:pt x="233" y="1525"/>
                      <a:pt x="229" y="1671"/>
                    </a:cubicBezTo>
                    <a:cubicBezTo>
                      <a:pt x="221" y="1812"/>
                      <a:pt x="241" y="1974"/>
                      <a:pt x="343" y="2077"/>
                    </a:cubicBezTo>
                    <a:cubicBezTo>
                      <a:pt x="396" y="2133"/>
                      <a:pt x="476" y="2165"/>
                      <a:pt x="552" y="2165"/>
                    </a:cubicBezTo>
                    <a:cubicBezTo>
                      <a:pt x="620" y="2165"/>
                      <a:pt x="685" y="2140"/>
                      <a:pt x="726" y="2084"/>
                    </a:cubicBezTo>
                    <a:cubicBezTo>
                      <a:pt x="781" y="2002"/>
                      <a:pt x="769" y="1887"/>
                      <a:pt x="801" y="1793"/>
                    </a:cubicBezTo>
                    <a:cubicBezTo>
                      <a:pt x="825" y="1729"/>
                      <a:pt x="868" y="1674"/>
                      <a:pt x="903" y="1615"/>
                    </a:cubicBezTo>
                    <a:cubicBezTo>
                      <a:pt x="1073" y="1354"/>
                      <a:pt x="1128" y="1019"/>
                      <a:pt x="1045" y="720"/>
                    </a:cubicBezTo>
                    <a:cubicBezTo>
                      <a:pt x="985" y="490"/>
                      <a:pt x="623" y="0"/>
                      <a:pt x="335" y="0"/>
                    </a:cubicBezTo>
                    <a:close/>
                  </a:path>
                </a:pathLst>
              </a:custGeom>
              <a:solidFill>
                <a:srgbClr val="1C9EB8"/>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4" name="Google Shape;2564;p53"/>
              <p:cNvSpPr/>
              <p:nvPr/>
            </p:nvSpPr>
            <p:spPr>
              <a:xfrm>
                <a:off x="5982982" y="5277991"/>
                <a:ext cx="380973" cy="766804"/>
              </a:xfrm>
              <a:custGeom>
                <a:rect b="b" l="l" r="r" t="t"/>
                <a:pathLst>
                  <a:path extrusionOk="0" h="2210" w="1098">
                    <a:moveTo>
                      <a:pt x="328" y="44"/>
                    </a:moveTo>
                    <a:cubicBezTo>
                      <a:pt x="396" y="44"/>
                      <a:pt x="467" y="71"/>
                      <a:pt x="541" y="119"/>
                    </a:cubicBezTo>
                    <a:cubicBezTo>
                      <a:pt x="652" y="194"/>
                      <a:pt x="758" y="308"/>
                      <a:pt x="845" y="426"/>
                    </a:cubicBezTo>
                    <a:cubicBezTo>
                      <a:pt x="889" y="486"/>
                      <a:pt x="927" y="545"/>
                      <a:pt x="956" y="600"/>
                    </a:cubicBezTo>
                    <a:cubicBezTo>
                      <a:pt x="987" y="655"/>
                      <a:pt x="1007" y="706"/>
                      <a:pt x="1018" y="750"/>
                    </a:cubicBezTo>
                    <a:cubicBezTo>
                      <a:pt x="1042" y="837"/>
                      <a:pt x="1054" y="932"/>
                      <a:pt x="1054" y="1026"/>
                    </a:cubicBezTo>
                    <a:cubicBezTo>
                      <a:pt x="1054" y="1235"/>
                      <a:pt x="995" y="1447"/>
                      <a:pt x="880" y="1625"/>
                    </a:cubicBezTo>
                    <a:cubicBezTo>
                      <a:pt x="841" y="1680"/>
                      <a:pt x="798" y="1740"/>
                      <a:pt x="774" y="1807"/>
                    </a:cubicBezTo>
                    <a:cubicBezTo>
                      <a:pt x="758" y="1858"/>
                      <a:pt x="750" y="1913"/>
                      <a:pt x="743" y="1960"/>
                    </a:cubicBezTo>
                    <a:cubicBezTo>
                      <a:pt x="734" y="2011"/>
                      <a:pt x="727" y="2055"/>
                      <a:pt x="699" y="2095"/>
                    </a:cubicBezTo>
                    <a:cubicBezTo>
                      <a:pt x="683" y="2118"/>
                      <a:pt x="660" y="2134"/>
                      <a:pt x="632" y="2146"/>
                    </a:cubicBezTo>
                    <a:cubicBezTo>
                      <a:pt x="605" y="2157"/>
                      <a:pt x="572" y="2166"/>
                      <a:pt x="541" y="2166"/>
                    </a:cubicBezTo>
                    <a:cubicBezTo>
                      <a:pt x="474" y="2166"/>
                      <a:pt x="399" y="2134"/>
                      <a:pt x="352" y="2086"/>
                    </a:cubicBezTo>
                    <a:cubicBezTo>
                      <a:pt x="308" y="2039"/>
                      <a:pt x="281" y="1988"/>
                      <a:pt x="265" y="1929"/>
                    </a:cubicBezTo>
                    <a:cubicBezTo>
                      <a:pt x="246" y="1870"/>
                      <a:pt x="241" y="1807"/>
                      <a:pt x="241" y="1740"/>
                    </a:cubicBezTo>
                    <a:lnTo>
                      <a:pt x="241" y="1693"/>
                    </a:lnTo>
                    <a:cubicBezTo>
                      <a:pt x="250" y="1574"/>
                      <a:pt x="270" y="1456"/>
                      <a:pt x="270" y="1334"/>
                    </a:cubicBezTo>
                    <a:cubicBezTo>
                      <a:pt x="270" y="1305"/>
                      <a:pt x="270" y="1278"/>
                      <a:pt x="265" y="1254"/>
                    </a:cubicBezTo>
                    <a:cubicBezTo>
                      <a:pt x="250" y="1077"/>
                      <a:pt x="170" y="919"/>
                      <a:pt x="112" y="758"/>
                    </a:cubicBezTo>
                    <a:cubicBezTo>
                      <a:pt x="72" y="655"/>
                      <a:pt x="44" y="548"/>
                      <a:pt x="44" y="442"/>
                    </a:cubicBezTo>
                    <a:cubicBezTo>
                      <a:pt x="44" y="383"/>
                      <a:pt x="52" y="328"/>
                      <a:pt x="76" y="273"/>
                    </a:cubicBezTo>
                    <a:cubicBezTo>
                      <a:pt x="108" y="186"/>
                      <a:pt x="147" y="131"/>
                      <a:pt x="190" y="95"/>
                    </a:cubicBezTo>
                    <a:cubicBezTo>
                      <a:pt x="234" y="60"/>
                      <a:pt x="277" y="44"/>
                      <a:pt x="328" y="44"/>
                    </a:cubicBezTo>
                    <a:close/>
                    <a:moveTo>
                      <a:pt x="328" y="0"/>
                    </a:moveTo>
                    <a:cubicBezTo>
                      <a:pt x="270" y="0"/>
                      <a:pt x="214" y="20"/>
                      <a:pt x="163" y="60"/>
                    </a:cubicBezTo>
                    <a:cubicBezTo>
                      <a:pt x="112" y="104"/>
                      <a:pt x="68" y="166"/>
                      <a:pt x="33" y="257"/>
                    </a:cubicBezTo>
                    <a:cubicBezTo>
                      <a:pt x="9" y="317"/>
                      <a:pt x="1" y="379"/>
                      <a:pt x="1" y="442"/>
                    </a:cubicBezTo>
                    <a:cubicBezTo>
                      <a:pt x="1" y="557"/>
                      <a:pt x="33" y="671"/>
                      <a:pt x="68" y="774"/>
                    </a:cubicBezTo>
                    <a:cubicBezTo>
                      <a:pt x="131" y="935"/>
                      <a:pt x="206" y="1093"/>
                      <a:pt x="222" y="1258"/>
                    </a:cubicBezTo>
                    <a:cubicBezTo>
                      <a:pt x="226" y="1282"/>
                      <a:pt x="226" y="1310"/>
                      <a:pt x="226" y="1334"/>
                    </a:cubicBezTo>
                    <a:cubicBezTo>
                      <a:pt x="226" y="1452"/>
                      <a:pt x="206" y="1570"/>
                      <a:pt x="199" y="1689"/>
                    </a:cubicBezTo>
                    <a:lnTo>
                      <a:pt x="199" y="1740"/>
                    </a:lnTo>
                    <a:cubicBezTo>
                      <a:pt x="199" y="1807"/>
                      <a:pt x="202" y="1878"/>
                      <a:pt x="222" y="1940"/>
                    </a:cubicBezTo>
                    <a:cubicBezTo>
                      <a:pt x="241" y="2004"/>
                      <a:pt x="273" y="2067"/>
                      <a:pt x="321" y="2115"/>
                    </a:cubicBezTo>
                    <a:cubicBezTo>
                      <a:pt x="376" y="2177"/>
                      <a:pt x="463" y="2209"/>
                      <a:pt x="541" y="2209"/>
                    </a:cubicBezTo>
                    <a:cubicBezTo>
                      <a:pt x="581" y="2209"/>
                      <a:pt x="616" y="2201"/>
                      <a:pt x="648" y="2186"/>
                    </a:cubicBezTo>
                    <a:cubicBezTo>
                      <a:pt x="683" y="2173"/>
                      <a:pt x="711" y="2150"/>
                      <a:pt x="734" y="2118"/>
                    </a:cubicBezTo>
                    <a:cubicBezTo>
                      <a:pt x="766" y="2071"/>
                      <a:pt x="778" y="2020"/>
                      <a:pt x="785" y="1968"/>
                    </a:cubicBezTo>
                    <a:cubicBezTo>
                      <a:pt x="794" y="1917"/>
                      <a:pt x="802" y="1866"/>
                      <a:pt x="818" y="1822"/>
                    </a:cubicBezTo>
                    <a:cubicBezTo>
                      <a:pt x="837" y="1760"/>
                      <a:pt x="876" y="1708"/>
                      <a:pt x="916" y="1649"/>
                    </a:cubicBezTo>
                    <a:cubicBezTo>
                      <a:pt x="1034" y="1464"/>
                      <a:pt x="1098" y="1243"/>
                      <a:pt x="1098" y="1026"/>
                    </a:cubicBezTo>
                    <a:cubicBezTo>
                      <a:pt x="1098" y="927"/>
                      <a:pt x="1085" y="832"/>
                      <a:pt x="1062" y="738"/>
                    </a:cubicBezTo>
                    <a:cubicBezTo>
                      <a:pt x="1046" y="675"/>
                      <a:pt x="1011" y="600"/>
                      <a:pt x="963" y="521"/>
                    </a:cubicBezTo>
                    <a:cubicBezTo>
                      <a:pt x="889" y="403"/>
                      <a:pt x="790" y="273"/>
                      <a:pt x="679" y="175"/>
                    </a:cubicBezTo>
                    <a:cubicBezTo>
                      <a:pt x="625" y="123"/>
                      <a:pt x="565" y="80"/>
                      <a:pt x="506" y="48"/>
                    </a:cubicBezTo>
                    <a:cubicBezTo>
                      <a:pt x="447" y="20"/>
                      <a:pt x="388" y="0"/>
                      <a:pt x="328" y="0"/>
                    </a:cubicBezTo>
                    <a:close/>
                  </a:path>
                </a:pathLst>
              </a:custGeom>
              <a:solidFill>
                <a:srgbClr val="000000"/>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5" name="Google Shape;2565;p53"/>
              <p:cNvSpPr/>
              <p:nvPr/>
            </p:nvSpPr>
            <p:spPr>
              <a:xfrm>
                <a:off x="5415345" y="4391146"/>
                <a:ext cx="895183" cy="707819"/>
              </a:xfrm>
              <a:custGeom>
                <a:rect b="b" l="l" r="r" t="t"/>
                <a:pathLst>
                  <a:path extrusionOk="0" h="2040" w="2580">
                    <a:moveTo>
                      <a:pt x="1322" y="0"/>
                    </a:moveTo>
                    <a:cubicBezTo>
                      <a:pt x="1298" y="0"/>
                      <a:pt x="1274" y="2"/>
                      <a:pt x="1251" y="5"/>
                    </a:cubicBezTo>
                    <a:cubicBezTo>
                      <a:pt x="1" y="194"/>
                      <a:pt x="1716" y="1776"/>
                      <a:pt x="2059" y="2040"/>
                    </a:cubicBezTo>
                    <a:cubicBezTo>
                      <a:pt x="2232" y="1886"/>
                      <a:pt x="2406" y="1737"/>
                      <a:pt x="2579" y="1586"/>
                    </a:cubicBezTo>
                    <a:cubicBezTo>
                      <a:pt x="2438" y="1283"/>
                      <a:pt x="2284" y="987"/>
                      <a:pt x="2126" y="691"/>
                    </a:cubicBezTo>
                    <a:cubicBezTo>
                      <a:pt x="2032" y="518"/>
                      <a:pt x="1933" y="341"/>
                      <a:pt x="1791" y="207"/>
                    </a:cubicBezTo>
                    <a:cubicBezTo>
                      <a:pt x="1663" y="85"/>
                      <a:pt x="1494" y="0"/>
                      <a:pt x="1322" y="0"/>
                    </a:cubicBezTo>
                    <a:close/>
                  </a:path>
                </a:pathLst>
              </a:custGeom>
              <a:solidFill>
                <a:srgbClr val="82473E"/>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6" name="Google Shape;2566;p53"/>
              <p:cNvSpPr/>
              <p:nvPr/>
            </p:nvSpPr>
            <p:spPr>
              <a:xfrm>
                <a:off x="5686326" y="4383166"/>
                <a:ext cx="632526" cy="723432"/>
              </a:xfrm>
              <a:custGeom>
                <a:rect b="b" l="l" r="r" t="t"/>
                <a:pathLst>
                  <a:path extrusionOk="0" h="2085" w="1823">
                    <a:moveTo>
                      <a:pt x="545" y="48"/>
                    </a:moveTo>
                    <a:cubicBezTo>
                      <a:pt x="628" y="48"/>
                      <a:pt x="710" y="68"/>
                      <a:pt x="785" y="104"/>
                    </a:cubicBezTo>
                    <a:cubicBezTo>
                      <a:pt x="860" y="135"/>
                      <a:pt x="931" y="186"/>
                      <a:pt x="994" y="246"/>
                    </a:cubicBezTo>
                    <a:cubicBezTo>
                      <a:pt x="1136" y="375"/>
                      <a:pt x="1231" y="549"/>
                      <a:pt x="1325" y="727"/>
                    </a:cubicBezTo>
                    <a:cubicBezTo>
                      <a:pt x="1481" y="1014"/>
                      <a:pt x="1633" y="1310"/>
                      <a:pt x="1773" y="1606"/>
                    </a:cubicBezTo>
                    <a:lnTo>
                      <a:pt x="1773" y="1606"/>
                    </a:lnTo>
                    <a:cubicBezTo>
                      <a:pt x="1605" y="1748"/>
                      <a:pt x="1440" y="1890"/>
                      <a:pt x="1275" y="2032"/>
                    </a:cubicBezTo>
                    <a:lnTo>
                      <a:pt x="1275" y="2032"/>
                    </a:lnTo>
                    <a:cubicBezTo>
                      <a:pt x="1210" y="1982"/>
                      <a:pt x="1107" y="1893"/>
                      <a:pt x="990" y="1784"/>
                    </a:cubicBezTo>
                    <a:cubicBezTo>
                      <a:pt x="793" y="1602"/>
                      <a:pt x="557" y="1358"/>
                      <a:pt x="368" y="1109"/>
                    </a:cubicBezTo>
                    <a:cubicBezTo>
                      <a:pt x="273" y="983"/>
                      <a:pt x="193" y="856"/>
                      <a:pt x="135" y="738"/>
                    </a:cubicBezTo>
                    <a:cubicBezTo>
                      <a:pt x="75" y="620"/>
                      <a:pt x="44" y="510"/>
                      <a:pt x="44" y="415"/>
                    </a:cubicBezTo>
                    <a:cubicBezTo>
                      <a:pt x="44" y="368"/>
                      <a:pt x="48" y="324"/>
                      <a:pt x="64" y="288"/>
                    </a:cubicBezTo>
                    <a:cubicBezTo>
                      <a:pt x="87" y="230"/>
                      <a:pt x="131" y="182"/>
                      <a:pt x="197" y="143"/>
                    </a:cubicBezTo>
                    <a:cubicBezTo>
                      <a:pt x="264" y="99"/>
                      <a:pt x="355" y="68"/>
                      <a:pt x="474" y="52"/>
                    </a:cubicBezTo>
                    <a:cubicBezTo>
                      <a:pt x="497" y="48"/>
                      <a:pt x="521" y="48"/>
                      <a:pt x="545" y="48"/>
                    </a:cubicBezTo>
                    <a:close/>
                    <a:moveTo>
                      <a:pt x="545" y="1"/>
                    </a:moveTo>
                    <a:cubicBezTo>
                      <a:pt x="521" y="1"/>
                      <a:pt x="493" y="4"/>
                      <a:pt x="470" y="9"/>
                    </a:cubicBezTo>
                    <a:cubicBezTo>
                      <a:pt x="304" y="33"/>
                      <a:pt x="186" y="84"/>
                      <a:pt x="107" y="151"/>
                    </a:cubicBezTo>
                    <a:cubicBezTo>
                      <a:pt x="71" y="186"/>
                      <a:pt x="44" y="226"/>
                      <a:pt x="24" y="273"/>
                    </a:cubicBezTo>
                    <a:cubicBezTo>
                      <a:pt x="8" y="317"/>
                      <a:pt x="0" y="364"/>
                      <a:pt x="0" y="415"/>
                    </a:cubicBezTo>
                    <a:cubicBezTo>
                      <a:pt x="0" y="553"/>
                      <a:pt x="64" y="714"/>
                      <a:pt x="162" y="880"/>
                    </a:cubicBezTo>
                    <a:cubicBezTo>
                      <a:pt x="312" y="1132"/>
                      <a:pt x="537" y="1393"/>
                      <a:pt x="754" y="1613"/>
                    </a:cubicBezTo>
                    <a:cubicBezTo>
                      <a:pt x="967" y="1831"/>
                      <a:pt x="1167" y="2004"/>
                      <a:pt x="1262" y="2079"/>
                    </a:cubicBezTo>
                    <a:cubicBezTo>
                      <a:pt x="1266" y="2083"/>
                      <a:pt x="1271" y="2085"/>
                      <a:pt x="1276" y="2085"/>
                    </a:cubicBezTo>
                    <a:cubicBezTo>
                      <a:pt x="1281" y="2085"/>
                      <a:pt x="1286" y="2083"/>
                      <a:pt x="1290" y="2079"/>
                    </a:cubicBezTo>
                    <a:cubicBezTo>
                      <a:pt x="1467" y="1929"/>
                      <a:pt x="1640" y="1775"/>
                      <a:pt x="1815" y="1626"/>
                    </a:cubicBezTo>
                    <a:cubicBezTo>
                      <a:pt x="1822" y="1622"/>
                      <a:pt x="1822" y="1609"/>
                      <a:pt x="1818" y="1602"/>
                    </a:cubicBezTo>
                    <a:cubicBezTo>
                      <a:pt x="1676" y="1298"/>
                      <a:pt x="1522" y="998"/>
                      <a:pt x="1365" y="703"/>
                    </a:cubicBezTo>
                    <a:cubicBezTo>
                      <a:pt x="1270" y="530"/>
                      <a:pt x="1172" y="352"/>
                      <a:pt x="1025" y="214"/>
                    </a:cubicBezTo>
                    <a:cubicBezTo>
                      <a:pt x="959" y="151"/>
                      <a:pt x="883" y="99"/>
                      <a:pt x="805" y="64"/>
                    </a:cubicBezTo>
                    <a:cubicBezTo>
                      <a:pt x="722" y="24"/>
                      <a:pt x="635" y="1"/>
                      <a:pt x="54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7" name="Google Shape;2567;p53"/>
              <p:cNvSpPr/>
              <p:nvPr/>
            </p:nvSpPr>
            <p:spPr>
              <a:xfrm>
                <a:off x="5407365" y="2730219"/>
                <a:ext cx="1317792" cy="2029081"/>
              </a:xfrm>
              <a:custGeom>
                <a:rect b="b" l="l" r="r" t="t"/>
                <a:pathLst>
                  <a:path extrusionOk="0" h="5848" w="3798">
                    <a:moveTo>
                      <a:pt x="2772" y="0"/>
                    </a:moveTo>
                    <a:cubicBezTo>
                      <a:pt x="2681" y="0"/>
                      <a:pt x="2594" y="18"/>
                      <a:pt x="2515" y="57"/>
                    </a:cubicBezTo>
                    <a:cubicBezTo>
                      <a:pt x="2220" y="202"/>
                      <a:pt x="1967" y="439"/>
                      <a:pt x="1656" y="546"/>
                    </a:cubicBezTo>
                    <a:cubicBezTo>
                      <a:pt x="1613" y="557"/>
                      <a:pt x="1574" y="569"/>
                      <a:pt x="1538" y="593"/>
                    </a:cubicBezTo>
                    <a:cubicBezTo>
                      <a:pt x="1534" y="593"/>
                      <a:pt x="1530" y="597"/>
                      <a:pt x="1526" y="601"/>
                    </a:cubicBezTo>
                    <a:cubicBezTo>
                      <a:pt x="1487" y="624"/>
                      <a:pt x="1455" y="660"/>
                      <a:pt x="1423" y="695"/>
                    </a:cubicBezTo>
                    <a:cubicBezTo>
                      <a:pt x="1033" y="1165"/>
                      <a:pt x="635" y="1693"/>
                      <a:pt x="402" y="2261"/>
                    </a:cubicBezTo>
                    <a:cubicBezTo>
                      <a:pt x="162" y="2852"/>
                      <a:pt x="0" y="3472"/>
                      <a:pt x="233" y="4098"/>
                    </a:cubicBezTo>
                    <a:cubicBezTo>
                      <a:pt x="256" y="4166"/>
                      <a:pt x="284" y="4229"/>
                      <a:pt x="291" y="4300"/>
                    </a:cubicBezTo>
                    <a:cubicBezTo>
                      <a:pt x="300" y="4382"/>
                      <a:pt x="276" y="4466"/>
                      <a:pt x="260" y="4548"/>
                    </a:cubicBezTo>
                    <a:cubicBezTo>
                      <a:pt x="140" y="5246"/>
                      <a:pt x="794" y="5848"/>
                      <a:pt x="1451" y="5848"/>
                    </a:cubicBezTo>
                    <a:cubicBezTo>
                      <a:pt x="1632" y="5848"/>
                      <a:pt x="1814" y="5802"/>
                      <a:pt x="1980" y="5700"/>
                    </a:cubicBezTo>
                    <a:cubicBezTo>
                      <a:pt x="2109" y="5620"/>
                      <a:pt x="2220" y="5507"/>
                      <a:pt x="2264" y="5365"/>
                    </a:cubicBezTo>
                    <a:cubicBezTo>
                      <a:pt x="2326" y="5147"/>
                      <a:pt x="2228" y="4923"/>
                      <a:pt x="2145" y="4717"/>
                    </a:cubicBezTo>
                    <a:cubicBezTo>
                      <a:pt x="1976" y="4295"/>
                      <a:pt x="1794" y="3732"/>
                      <a:pt x="2007" y="3306"/>
                    </a:cubicBezTo>
                    <a:cubicBezTo>
                      <a:pt x="2224" y="2872"/>
                      <a:pt x="2650" y="2541"/>
                      <a:pt x="2993" y="2206"/>
                    </a:cubicBezTo>
                    <a:cubicBezTo>
                      <a:pt x="3352" y="1858"/>
                      <a:pt x="3798" y="1354"/>
                      <a:pt x="3754" y="814"/>
                    </a:cubicBezTo>
                    <a:cubicBezTo>
                      <a:pt x="3721" y="403"/>
                      <a:pt x="3206" y="0"/>
                      <a:pt x="2772" y="0"/>
                    </a:cubicBez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8" name="Google Shape;2568;p53"/>
              <p:cNvSpPr/>
              <p:nvPr/>
            </p:nvSpPr>
            <p:spPr>
              <a:xfrm>
                <a:off x="5441367" y="2722586"/>
                <a:ext cx="1276850" cy="2044347"/>
              </a:xfrm>
              <a:custGeom>
                <a:rect b="b" l="l" r="r" t="t"/>
                <a:pathLst>
                  <a:path extrusionOk="0" h="5892" w="3680">
                    <a:moveTo>
                      <a:pt x="2674" y="44"/>
                    </a:moveTo>
                    <a:cubicBezTo>
                      <a:pt x="2883" y="44"/>
                      <a:pt x="3120" y="142"/>
                      <a:pt x="3301" y="292"/>
                    </a:cubicBezTo>
                    <a:cubicBezTo>
                      <a:pt x="3392" y="366"/>
                      <a:pt x="3474" y="453"/>
                      <a:pt x="3529" y="548"/>
                    </a:cubicBezTo>
                    <a:cubicBezTo>
                      <a:pt x="3589" y="639"/>
                      <a:pt x="3624" y="737"/>
                      <a:pt x="3633" y="836"/>
                    </a:cubicBezTo>
                    <a:cubicBezTo>
                      <a:pt x="3636" y="859"/>
                      <a:pt x="3636" y="883"/>
                      <a:pt x="3636" y="907"/>
                    </a:cubicBezTo>
                    <a:cubicBezTo>
                      <a:pt x="3636" y="1159"/>
                      <a:pt x="3534" y="1403"/>
                      <a:pt x="3387" y="1625"/>
                    </a:cubicBezTo>
                    <a:cubicBezTo>
                      <a:pt x="3238" y="1845"/>
                      <a:pt x="3049" y="2046"/>
                      <a:pt x="2879" y="2212"/>
                    </a:cubicBezTo>
                    <a:cubicBezTo>
                      <a:pt x="2710" y="2377"/>
                      <a:pt x="2517" y="2548"/>
                      <a:pt x="2339" y="2725"/>
                    </a:cubicBezTo>
                    <a:cubicBezTo>
                      <a:pt x="2162" y="2906"/>
                      <a:pt x="2000" y="3099"/>
                      <a:pt x="1889" y="3320"/>
                    </a:cubicBezTo>
                    <a:cubicBezTo>
                      <a:pt x="1818" y="3462"/>
                      <a:pt x="1791" y="3616"/>
                      <a:pt x="1791" y="3773"/>
                    </a:cubicBezTo>
                    <a:cubicBezTo>
                      <a:pt x="1791" y="4109"/>
                      <a:pt x="1913" y="4459"/>
                      <a:pt x="2028" y="4748"/>
                    </a:cubicBezTo>
                    <a:cubicBezTo>
                      <a:pt x="2091" y="4909"/>
                      <a:pt x="2166" y="5079"/>
                      <a:pt x="2166" y="5240"/>
                    </a:cubicBezTo>
                    <a:cubicBezTo>
                      <a:pt x="2166" y="5287"/>
                      <a:pt x="2157" y="5335"/>
                      <a:pt x="2146" y="5378"/>
                    </a:cubicBezTo>
                    <a:cubicBezTo>
                      <a:pt x="2122" y="5445"/>
                      <a:pt x="2086" y="5509"/>
                      <a:pt x="2039" y="5564"/>
                    </a:cubicBezTo>
                    <a:cubicBezTo>
                      <a:pt x="1992" y="5615"/>
                      <a:pt x="1933" y="5662"/>
                      <a:pt x="1873" y="5702"/>
                    </a:cubicBezTo>
                    <a:cubicBezTo>
                      <a:pt x="1708" y="5800"/>
                      <a:pt x="1531" y="5848"/>
                      <a:pt x="1353" y="5848"/>
                    </a:cubicBezTo>
                    <a:cubicBezTo>
                      <a:pt x="1057" y="5848"/>
                      <a:pt x="761" y="5722"/>
                      <a:pt x="541" y="5520"/>
                    </a:cubicBezTo>
                    <a:cubicBezTo>
                      <a:pt x="317" y="5319"/>
                      <a:pt x="170" y="5043"/>
                      <a:pt x="170" y="4739"/>
                    </a:cubicBezTo>
                    <a:cubicBezTo>
                      <a:pt x="170" y="4684"/>
                      <a:pt x="175" y="4630"/>
                      <a:pt x="186" y="4574"/>
                    </a:cubicBezTo>
                    <a:cubicBezTo>
                      <a:pt x="198" y="4503"/>
                      <a:pt x="217" y="4432"/>
                      <a:pt x="217" y="4353"/>
                    </a:cubicBezTo>
                    <a:lnTo>
                      <a:pt x="217" y="4317"/>
                    </a:lnTo>
                    <a:cubicBezTo>
                      <a:pt x="210" y="4246"/>
                      <a:pt x="182" y="4180"/>
                      <a:pt x="155" y="4113"/>
                    </a:cubicBezTo>
                    <a:cubicBezTo>
                      <a:pt x="80" y="3900"/>
                      <a:pt x="44" y="3691"/>
                      <a:pt x="44" y="3482"/>
                    </a:cubicBezTo>
                    <a:cubicBezTo>
                      <a:pt x="44" y="3079"/>
                      <a:pt x="166" y="2681"/>
                      <a:pt x="324" y="2291"/>
                    </a:cubicBezTo>
                    <a:cubicBezTo>
                      <a:pt x="557" y="1727"/>
                      <a:pt x="951" y="1203"/>
                      <a:pt x="1345" y="733"/>
                    </a:cubicBezTo>
                    <a:cubicBezTo>
                      <a:pt x="1373" y="697"/>
                      <a:pt x="1405" y="662"/>
                      <a:pt x="1440" y="639"/>
                    </a:cubicBezTo>
                    <a:cubicBezTo>
                      <a:pt x="1444" y="639"/>
                      <a:pt x="1447" y="635"/>
                      <a:pt x="1452" y="631"/>
                    </a:cubicBezTo>
                    <a:cubicBezTo>
                      <a:pt x="1483" y="611"/>
                      <a:pt x="1523" y="603"/>
                      <a:pt x="1562" y="588"/>
                    </a:cubicBezTo>
                    <a:cubicBezTo>
                      <a:pt x="1724" y="537"/>
                      <a:pt x="1866" y="450"/>
                      <a:pt x="2008" y="359"/>
                    </a:cubicBezTo>
                    <a:cubicBezTo>
                      <a:pt x="2146" y="264"/>
                      <a:pt x="2280" y="169"/>
                      <a:pt x="2426" y="98"/>
                    </a:cubicBezTo>
                    <a:cubicBezTo>
                      <a:pt x="2501" y="63"/>
                      <a:pt x="2588" y="44"/>
                      <a:pt x="2674" y="44"/>
                    </a:cubicBezTo>
                    <a:close/>
                    <a:moveTo>
                      <a:pt x="2674" y="0"/>
                    </a:moveTo>
                    <a:cubicBezTo>
                      <a:pt x="2579" y="0"/>
                      <a:pt x="2488" y="20"/>
                      <a:pt x="2410" y="59"/>
                    </a:cubicBezTo>
                    <a:cubicBezTo>
                      <a:pt x="2260" y="134"/>
                      <a:pt x="2122" y="229"/>
                      <a:pt x="1984" y="319"/>
                    </a:cubicBezTo>
                    <a:cubicBezTo>
                      <a:pt x="1842" y="410"/>
                      <a:pt x="1704" y="497"/>
                      <a:pt x="1551" y="548"/>
                    </a:cubicBezTo>
                    <a:cubicBezTo>
                      <a:pt x="1511" y="560"/>
                      <a:pt x="1467" y="572"/>
                      <a:pt x="1428" y="595"/>
                    </a:cubicBezTo>
                    <a:cubicBezTo>
                      <a:pt x="1424" y="599"/>
                      <a:pt x="1420" y="599"/>
                      <a:pt x="1416" y="603"/>
                    </a:cubicBezTo>
                    <a:cubicBezTo>
                      <a:pt x="1373" y="631"/>
                      <a:pt x="1341" y="670"/>
                      <a:pt x="1310" y="706"/>
                    </a:cubicBezTo>
                    <a:cubicBezTo>
                      <a:pt x="916" y="1175"/>
                      <a:pt x="517" y="1703"/>
                      <a:pt x="284" y="2275"/>
                    </a:cubicBezTo>
                    <a:cubicBezTo>
                      <a:pt x="127" y="2666"/>
                      <a:pt x="0" y="3068"/>
                      <a:pt x="0" y="3482"/>
                    </a:cubicBezTo>
                    <a:cubicBezTo>
                      <a:pt x="0" y="3695"/>
                      <a:pt x="36" y="3911"/>
                      <a:pt x="115" y="4128"/>
                    </a:cubicBezTo>
                    <a:cubicBezTo>
                      <a:pt x="139" y="4195"/>
                      <a:pt x="166" y="4259"/>
                      <a:pt x="175" y="4322"/>
                    </a:cubicBezTo>
                    <a:lnTo>
                      <a:pt x="175" y="4353"/>
                    </a:lnTo>
                    <a:cubicBezTo>
                      <a:pt x="175" y="4424"/>
                      <a:pt x="155" y="4495"/>
                      <a:pt x="142" y="4566"/>
                    </a:cubicBezTo>
                    <a:cubicBezTo>
                      <a:pt x="131" y="4625"/>
                      <a:pt x="127" y="4681"/>
                      <a:pt x="127" y="4739"/>
                    </a:cubicBezTo>
                    <a:cubicBezTo>
                      <a:pt x="127" y="5059"/>
                      <a:pt x="281" y="5347"/>
                      <a:pt x="510" y="5552"/>
                    </a:cubicBezTo>
                    <a:cubicBezTo>
                      <a:pt x="738" y="5760"/>
                      <a:pt x="1045" y="5891"/>
                      <a:pt x="1353" y="5891"/>
                    </a:cubicBezTo>
                    <a:cubicBezTo>
                      <a:pt x="1538" y="5891"/>
                      <a:pt x="1724" y="5844"/>
                      <a:pt x="1893" y="5737"/>
                    </a:cubicBezTo>
                    <a:cubicBezTo>
                      <a:pt x="1960" y="5698"/>
                      <a:pt x="2020" y="5651"/>
                      <a:pt x="2071" y="5591"/>
                    </a:cubicBezTo>
                    <a:cubicBezTo>
                      <a:pt x="2122" y="5532"/>
                      <a:pt x="2162" y="5465"/>
                      <a:pt x="2186" y="5390"/>
                    </a:cubicBezTo>
                    <a:cubicBezTo>
                      <a:pt x="2201" y="5343"/>
                      <a:pt x="2209" y="5292"/>
                      <a:pt x="2209" y="5240"/>
                    </a:cubicBezTo>
                    <a:cubicBezTo>
                      <a:pt x="2209" y="5063"/>
                      <a:pt x="2130" y="4890"/>
                      <a:pt x="2067" y="4728"/>
                    </a:cubicBezTo>
                    <a:cubicBezTo>
                      <a:pt x="1953" y="4448"/>
                      <a:pt x="1834" y="4097"/>
                      <a:pt x="1834" y="3773"/>
                    </a:cubicBezTo>
                    <a:cubicBezTo>
                      <a:pt x="1834" y="3620"/>
                      <a:pt x="1862" y="3474"/>
                      <a:pt x="1929" y="3340"/>
                    </a:cubicBezTo>
                    <a:cubicBezTo>
                      <a:pt x="2035" y="3127"/>
                      <a:pt x="2193" y="2934"/>
                      <a:pt x="2370" y="2756"/>
                    </a:cubicBezTo>
                    <a:cubicBezTo>
                      <a:pt x="2544" y="2579"/>
                      <a:pt x="2737" y="2413"/>
                      <a:pt x="2910" y="2244"/>
                    </a:cubicBezTo>
                    <a:cubicBezTo>
                      <a:pt x="3080" y="2078"/>
                      <a:pt x="3274" y="1877"/>
                      <a:pt x="3423" y="1649"/>
                    </a:cubicBezTo>
                    <a:cubicBezTo>
                      <a:pt x="3573" y="1423"/>
                      <a:pt x="3680" y="1171"/>
                      <a:pt x="3680" y="907"/>
                    </a:cubicBezTo>
                    <a:cubicBezTo>
                      <a:pt x="3680" y="883"/>
                      <a:pt x="3680" y="856"/>
                      <a:pt x="3676" y="832"/>
                    </a:cubicBezTo>
                    <a:cubicBezTo>
                      <a:pt x="3668" y="726"/>
                      <a:pt x="3629" y="619"/>
                      <a:pt x="3569" y="524"/>
                    </a:cubicBezTo>
                    <a:cubicBezTo>
                      <a:pt x="3474" y="379"/>
                      <a:pt x="3336" y="248"/>
                      <a:pt x="3179" y="153"/>
                    </a:cubicBezTo>
                    <a:cubicBezTo>
                      <a:pt x="3021" y="59"/>
                      <a:pt x="2839" y="0"/>
                      <a:pt x="267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9" name="Google Shape;2569;p53"/>
              <p:cNvSpPr/>
              <p:nvPr/>
            </p:nvSpPr>
            <p:spPr>
              <a:xfrm>
                <a:off x="5719287" y="2499140"/>
                <a:ext cx="1222028" cy="2203953"/>
              </a:xfrm>
              <a:custGeom>
                <a:rect b="b" l="l" r="r" t="t"/>
                <a:pathLst>
                  <a:path extrusionOk="0" h="6352" w="3522">
                    <a:moveTo>
                      <a:pt x="2671" y="1"/>
                    </a:moveTo>
                    <a:cubicBezTo>
                      <a:pt x="2422" y="1"/>
                      <a:pt x="2173" y="34"/>
                      <a:pt x="1932" y="100"/>
                    </a:cubicBezTo>
                    <a:cubicBezTo>
                      <a:pt x="1829" y="127"/>
                      <a:pt x="1731" y="151"/>
                      <a:pt x="1629" y="178"/>
                    </a:cubicBezTo>
                    <a:cubicBezTo>
                      <a:pt x="1550" y="195"/>
                      <a:pt x="1471" y="214"/>
                      <a:pt x="1403" y="258"/>
                    </a:cubicBezTo>
                    <a:cubicBezTo>
                      <a:pt x="1183" y="404"/>
                      <a:pt x="1191" y="688"/>
                      <a:pt x="1021" y="877"/>
                    </a:cubicBezTo>
                    <a:cubicBezTo>
                      <a:pt x="966" y="944"/>
                      <a:pt x="891" y="995"/>
                      <a:pt x="821" y="1050"/>
                    </a:cubicBezTo>
                    <a:cubicBezTo>
                      <a:pt x="670" y="1168"/>
                      <a:pt x="544" y="1310"/>
                      <a:pt x="438" y="1472"/>
                    </a:cubicBezTo>
                    <a:cubicBezTo>
                      <a:pt x="398" y="1535"/>
                      <a:pt x="359" y="1606"/>
                      <a:pt x="351" y="1685"/>
                    </a:cubicBezTo>
                    <a:cubicBezTo>
                      <a:pt x="344" y="1748"/>
                      <a:pt x="355" y="1811"/>
                      <a:pt x="359" y="1874"/>
                    </a:cubicBezTo>
                    <a:cubicBezTo>
                      <a:pt x="382" y="2142"/>
                      <a:pt x="379" y="2450"/>
                      <a:pt x="315" y="2710"/>
                    </a:cubicBezTo>
                    <a:cubicBezTo>
                      <a:pt x="237" y="3030"/>
                      <a:pt x="98" y="3337"/>
                      <a:pt x="47" y="3669"/>
                    </a:cubicBezTo>
                    <a:cubicBezTo>
                      <a:pt x="0" y="3949"/>
                      <a:pt x="20" y="4240"/>
                      <a:pt x="67" y="4520"/>
                    </a:cubicBezTo>
                    <a:cubicBezTo>
                      <a:pt x="102" y="4748"/>
                      <a:pt x="126" y="5048"/>
                      <a:pt x="221" y="5257"/>
                    </a:cubicBezTo>
                    <a:cubicBezTo>
                      <a:pt x="285" y="5400"/>
                      <a:pt x="481" y="5590"/>
                      <a:pt x="640" y="5590"/>
                    </a:cubicBezTo>
                    <a:cubicBezTo>
                      <a:pt x="647" y="5590"/>
                      <a:pt x="655" y="5590"/>
                      <a:pt x="662" y="5589"/>
                    </a:cubicBezTo>
                    <a:lnTo>
                      <a:pt x="662" y="5589"/>
                    </a:lnTo>
                    <a:cubicBezTo>
                      <a:pt x="599" y="5597"/>
                      <a:pt x="694" y="6058"/>
                      <a:pt x="753" y="6121"/>
                    </a:cubicBezTo>
                    <a:cubicBezTo>
                      <a:pt x="888" y="6255"/>
                      <a:pt x="1191" y="6302"/>
                      <a:pt x="1368" y="6330"/>
                    </a:cubicBezTo>
                    <a:cubicBezTo>
                      <a:pt x="1464" y="6345"/>
                      <a:pt x="1560" y="6352"/>
                      <a:pt x="1658" y="6352"/>
                    </a:cubicBezTo>
                    <a:cubicBezTo>
                      <a:pt x="1871" y="6352"/>
                      <a:pt x="2086" y="6317"/>
                      <a:pt x="2287" y="6255"/>
                    </a:cubicBezTo>
                    <a:cubicBezTo>
                      <a:pt x="2515" y="6180"/>
                      <a:pt x="2744" y="6078"/>
                      <a:pt x="2899" y="5892"/>
                    </a:cubicBezTo>
                    <a:cubicBezTo>
                      <a:pt x="3025" y="5738"/>
                      <a:pt x="3072" y="5576"/>
                      <a:pt x="3092" y="5403"/>
                    </a:cubicBezTo>
                    <a:cubicBezTo>
                      <a:pt x="3115" y="5206"/>
                      <a:pt x="3107" y="5001"/>
                      <a:pt x="3147" y="4796"/>
                    </a:cubicBezTo>
                    <a:cubicBezTo>
                      <a:pt x="3221" y="4413"/>
                      <a:pt x="3336" y="4110"/>
                      <a:pt x="3308" y="3704"/>
                    </a:cubicBezTo>
                    <a:cubicBezTo>
                      <a:pt x="3273" y="3105"/>
                      <a:pt x="3083" y="2517"/>
                      <a:pt x="2780" y="2000"/>
                    </a:cubicBezTo>
                    <a:cubicBezTo>
                      <a:pt x="2508" y="1543"/>
                      <a:pt x="2331" y="1137"/>
                      <a:pt x="2799" y="739"/>
                    </a:cubicBezTo>
                    <a:cubicBezTo>
                      <a:pt x="2890" y="660"/>
                      <a:pt x="2989" y="593"/>
                      <a:pt x="3083" y="526"/>
                    </a:cubicBezTo>
                    <a:cubicBezTo>
                      <a:pt x="3183" y="459"/>
                      <a:pt x="3269" y="368"/>
                      <a:pt x="3379" y="329"/>
                    </a:cubicBezTo>
                    <a:cubicBezTo>
                      <a:pt x="3407" y="317"/>
                      <a:pt x="3434" y="305"/>
                      <a:pt x="3450" y="282"/>
                    </a:cubicBezTo>
                    <a:cubicBezTo>
                      <a:pt x="3521" y="178"/>
                      <a:pt x="3249" y="64"/>
                      <a:pt x="3183" y="49"/>
                    </a:cubicBezTo>
                    <a:cubicBezTo>
                      <a:pt x="3014" y="16"/>
                      <a:pt x="2843" y="1"/>
                      <a:pt x="2671" y="1"/>
                    </a:cubicBez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0" name="Google Shape;2570;p53"/>
              <p:cNvSpPr/>
              <p:nvPr/>
            </p:nvSpPr>
            <p:spPr>
              <a:xfrm>
                <a:off x="5719287" y="2491160"/>
                <a:ext cx="1209537" cy="2219567"/>
              </a:xfrm>
              <a:custGeom>
                <a:rect b="b" l="l" r="r" t="t"/>
                <a:pathLst>
                  <a:path extrusionOk="0" h="6397" w="3486">
                    <a:moveTo>
                      <a:pt x="666" y="5631"/>
                    </a:moveTo>
                    <a:lnTo>
                      <a:pt x="666" y="5632"/>
                    </a:lnTo>
                    <a:lnTo>
                      <a:pt x="666" y="5631"/>
                    </a:lnTo>
                    <a:lnTo>
                      <a:pt x="666" y="5631"/>
                    </a:lnTo>
                    <a:cubicBezTo>
                      <a:pt x="666" y="5631"/>
                      <a:pt x="666" y="5631"/>
                      <a:pt x="666" y="5631"/>
                    </a:cubicBezTo>
                    <a:close/>
                    <a:moveTo>
                      <a:pt x="2670" y="44"/>
                    </a:moveTo>
                    <a:cubicBezTo>
                      <a:pt x="2839" y="44"/>
                      <a:pt x="3008" y="63"/>
                      <a:pt x="3178" y="95"/>
                    </a:cubicBezTo>
                    <a:cubicBezTo>
                      <a:pt x="3190" y="95"/>
                      <a:pt x="3214" y="103"/>
                      <a:pt x="3241" y="115"/>
                    </a:cubicBezTo>
                    <a:cubicBezTo>
                      <a:pt x="3285" y="130"/>
                      <a:pt x="3336" y="158"/>
                      <a:pt x="3376" y="186"/>
                    </a:cubicBezTo>
                    <a:cubicBezTo>
                      <a:pt x="3399" y="201"/>
                      <a:pt x="3414" y="218"/>
                      <a:pt x="3427" y="229"/>
                    </a:cubicBezTo>
                    <a:cubicBezTo>
                      <a:pt x="3431" y="237"/>
                      <a:pt x="3434" y="245"/>
                      <a:pt x="3438" y="253"/>
                    </a:cubicBezTo>
                    <a:cubicBezTo>
                      <a:pt x="3443" y="257"/>
                      <a:pt x="3443" y="265"/>
                      <a:pt x="3443" y="269"/>
                    </a:cubicBezTo>
                    <a:cubicBezTo>
                      <a:pt x="3443" y="276"/>
                      <a:pt x="3438" y="285"/>
                      <a:pt x="3434" y="292"/>
                    </a:cubicBezTo>
                    <a:cubicBezTo>
                      <a:pt x="3427" y="300"/>
                      <a:pt x="3419" y="308"/>
                      <a:pt x="3411" y="312"/>
                    </a:cubicBezTo>
                    <a:cubicBezTo>
                      <a:pt x="3399" y="320"/>
                      <a:pt x="3383" y="324"/>
                      <a:pt x="3372" y="332"/>
                    </a:cubicBezTo>
                    <a:cubicBezTo>
                      <a:pt x="3312" y="352"/>
                      <a:pt x="3261" y="387"/>
                      <a:pt x="3214" y="423"/>
                    </a:cubicBezTo>
                    <a:cubicBezTo>
                      <a:pt x="3167" y="458"/>
                      <a:pt x="3119" y="498"/>
                      <a:pt x="3072" y="529"/>
                    </a:cubicBezTo>
                    <a:cubicBezTo>
                      <a:pt x="2977" y="600"/>
                      <a:pt x="2875" y="667"/>
                      <a:pt x="2784" y="742"/>
                    </a:cubicBezTo>
                    <a:cubicBezTo>
                      <a:pt x="2677" y="833"/>
                      <a:pt x="2602" y="927"/>
                      <a:pt x="2555" y="1022"/>
                    </a:cubicBezTo>
                    <a:cubicBezTo>
                      <a:pt x="2508" y="1113"/>
                      <a:pt x="2488" y="1211"/>
                      <a:pt x="2488" y="1306"/>
                    </a:cubicBezTo>
                    <a:cubicBezTo>
                      <a:pt x="2488" y="1424"/>
                      <a:pt x="2520" y="1542"/>
                      <a:pt x="2567" y="1664"/>
                    </a:cubicBezTo>
                    <a:cubicBezTo>
                      <a:pt x="2619" y="1787"/>
                      <a:pt x="2686" y="1909"/>
                      <a:pt x="2761" y="2035"/>
                    </a:cubicBezTo>
                    <a:cubicBezTo>
                      <a:pt x="3064" y="2547"/>
                      <a:pt x="3254" y="3131"/>
                      <a:pt x="3289" y="3727"/>
                    </a:cubicBezTo>
                    <a:cubicBezTo>
                      <a:pt x="3289" y="3766"/>
                      <a:pt x="3292" y="3801"/>
                      <a:pt x="3292" y="3841"/>
                    </a:cubicBezTo>
                    <a:cubicBezTo>
                      <a:pt x="3292" y="4014"/>
                      <a:pt x="3269" y="4172"/>
                      <a:pt x="3234" y="4327"/>
                    </a:cubicBezTo>
                    <a:cubicBezTo>
                      <a:pt x="3202" y="4484"/>
                      <a:pt x="3159" y="4642"/>
                      <a:pt x="3127" y="4815"/>
                    </a:cubicBezTo>
                    <a:cubicBezTo>
                      <a:pt x="3083" y="5024"/>
                      <a:pt x="3096" y="5229"/>
                      <a:pt x="3072" y="5422"/>
                    </a:cubicBezTo>
                    <a:cubicBezTo>
                      <a:pt x="3060" y="5509"/>
                      <a:pt x="3044" y="5592"/>
                      <a:pt x="3012" y="5670"/>
                    </a:cubicBezTo>
                    <a:cubicBezTo>
                      <a:pt x="2985" y="5750"/>
                      <a:pt x="2941" y="5828"/>
                      <a:pt x="2879" y="5903"/>
                    </a:cubicBezTo>
                    <a:cubicBezTo>
                      <a:pt x="2728" y="6081"/>
                      <a:pt x="2508" y="6183"/>
                      <a:pt x="2279" y="6254"/>
                    </a:cubicBezTo>
                    <a:cubicBezTo>
                      <a:pt x="2082" y="6318"/>
                      <a:pt x="1869" y="6353"/>
                      <a:pt x="1656" y="6353"/>
                    </a:cubicBezTo>
                    <a:cubicBezTo>
                      <a:pt x="1562" y="6353"/>
                      <a:pt x="1463" y="6345"/>
                      <a:pt x="1368" y="6333"/>
                    </a:cubicBezTo>
                    <a:cubicBezTo>
                      <a:pt x="1281" y="6318"/>
                      <a:pt x="1163" y="6298"/>
                      <a:pt x="1049" y="6267"/>
                    </a:cubicBezTo>
                    <a:cubicBezTo>
                      <a:pt x="994" y="6250"/>
                      <a:pt x="939" y="6234"/>
                      <a:pt x="891" y="6211"/>
                    </a:cubicBezTo>
                    <a:cubicBezTo>
                      <a:pt x="840" y="6187"/>
                      <a:pt x="801" y="6160"/>
                      <a:pt x="769" y="6128"/>
                    </a:cubicBezTo>
                    <a:cubicBezTo>
                      <a:pt x="765" y="6128"/>
                      <a:pt x="761" y="6116"/>
                      <a:pt x="753" y="6109"/>
                    </a:cubicBezTo>
                    <a:cubicBezTo>
                      <a:pt x="746" y="6085"/>
                      <a:pt x="733" y="6057"/>
                      <a:pt x="722" y="6021"/>
                    </a:cubicBezTo>
                    <a:cubicBezTo>
                      <a:pt x="706" y="5967"/>
                      <a:pt x="690" y="5903"/>
                      <a:pt x="682" y="5841"/>
                    </a:cubicBezTo>
                    <a:cubicBezTo>
                      <a:pt x="670" y="5781"/>
                      <a:pt x="662" y="5722"/>
                      <a:pt x="662" y="5679"/>
                    </a:cubicBezTo>
                    <a:cubicBezTo>
                      <a:pt x="662" y="5659"/>
                      <a:pt x="666" y="5643"/>
                      <a:pt x="666" y="5635"/>
                    </a:cubicBezTo>
                    <a:cubicBezTo>
                      <a:pt x="666" y="5634"/>
                      <a:pt x="667" y="5632"/>
                      <a:pt x="668" y="5631"/>
                    </a:cubicBezTo>
                    <a:lnTo>
                      <a:pt x="668" y="5631"/>
                    </a:lnTo>
                    <a:cubicBezTo>
                      <a:pt x="680" y="5629"/>
                      <a:pt x="686" y="5618"/>
                      <a:pt x="682" y="5608"/>
                    </a:cubicBezTo>
                    <a:cubicBezTo>
                      <a:pt x="682" y="5604"/>
                      <a:pt x="681" y="5600"/>
                      <a:pt x="679" y="5597"/>
                    </a:cubicBezTo>
                    <a:lnTo>
                      <a:pt x="679" y="5597"/>
                    </a:lnTo>
                    <a:cubicBezTo>
                      <a:pt x="677" y="5595"/>
                      <a:pt x="676" y="5593"/>
                      <a:pt x="675" y="5592"/>
                    </a:cubicBezTo>
                    <a:cubicBezTo>
                      <a:pt x="670" y="5588"/>
                      <a:pt x="666" y="5588"/>
                      <a:pt x="659" y="5588"/>
                    </a:cubicBezTo>
                    <a:lnTo>
                      <a:pt x="639" y="5588"/>
                    </a:lnTo>
                    <a:cubicBezTo>
                      <a:pt x="604" y="5588"/>
                      <a:pt x="564" y="5580"/>
                      <a:pt x="524" y="5561"/>
                    </a:cubicBezTo>
                    <a:cubicBezTo>
                      <a:pt x="466" y="5533"/>
                      <a:pt x="406" y="5486"/>
                      <a:pt x="355" y="5434"/>
                    </a:cubicBezTo>
                    <a:cubicBezTo>
                      <a:pt x="304" y="5383"/>
                      <a:pt x="260" y="5324"/>
                      <a:pt x="240" y="5273"/>
                    </a:cubicBezTo>
                    <a:cubicBezTo>
                      <a:pt x="193" y="5170"/>
                      <a:pt x="166" y="5044"/>
                      <a:pt x="142" y="4918"/>
                    </a:cubicBezTo>
                    <a:cubicBezTo>
                      <a:pt x="122" y="4787"/>
                      <a:pt x="107" y="4653"/>
                      <a:pt x="87" y="4539"/>
                    </a:cubicBezTo>
                    <a:cubicBezTo>
                      <a:pt x="60" y="4369"/>
                      <a:pt x="44" y="4200"/>
                      <a:pt x="44" y="4030"/>
                    </a:cubicBezTo>
                    <a:cubicBezTo>
                      <a:pt x="44" y="3916"/>
                      <a:pt x="51" y="3806"/>
                      <a:pt x="67" y="3692"/>
                    </a:cubicBezTo>
                    <a:cubicBezTo>
                      <a:pt x="118" y="3368"/>
                      <a:pt x="256" y="3060"/>
                      <a:pt x="335" y="2737"/>
                    </a:cubicBezTo>
                    <a:cubicBezTo>
                      <a:pt x="379" y="2567"/>
                      <a:pt x="395" y="2382"/>
                      <a:pt x="395" y="2197"/>
                    </a:cubicBezTo>
                    <a:cubicBezTo>
                      <a:pt x="395" y="2094"/>
                      <a:pt x="391" y="1992"/>
                      <a:pt x="382" y="1897"/>
                    </a:cubicBezTo>
                    <a:cubicBezTo>
                      <a:pt x="375" y="1846"/>
                      <a:pt x="367" y="1799"/>
                      <a:pt x="367" y="1752"/>
                    </a:cubicBezTo>
                    <a:cubicBezTo>
                      <a:pt x="367" y="1739"/>
                      <a:pt x="371" y="1724"/>
                      <a:pt x="371" y="1712"/>
                    </a:cubicBezTo>
                    <a:cubicBezTo>
                      <a:pt x="379" y="1641"/>
                      <a:pt x="418" y="1570"/>
                      <a:pt x="457" y="1506"/>
                    </a:cubicBezTo>
                    <a:cubicBezTo>
                      <a:pt x="560" y="1349"/>
                      <a:pt x="686" y="1207"/>
                      <a:pt x="832" y="1089"/>
                    </a:cubicBezTo>
                    <a:cubicBezTo>
                      <a:pt x="903" y="1033"/>
                      <a:pt x="978" y="982"/>
                      <a:pt x="1041" y="915"/>
                    </a:cubicBezTo>
                    <a:cubicBezTo>
                      <a:pt x="1128" y="813"/>
                      <a:pt x="1167" y="694"/>
                      <a:pt x="1214" y="580"/>
                    </a:cubicBezTo>
                    <a:cubicBezTo>
                      <a:pt x="1234" y="525"/>
                      <a:pt x="1262" y="470"/>
                      <a:pt x="1294" y="423"/>
                    </a:cubicBezTo>
                    <a:cubicBezTo>
                      <a:pt x="1325" y="376"/>
                      <a:pt x="1365" y="332"/>
                      <a:pt x="1416" y="300"/>
                    </a:cubicBezTo>
                    <a:cubicBezTo>
                      <a:pt x="1479" y="257"/>
                      <a:pt x="1554" y="241"/>
                      <a:pt x="1632" y="221"/>
                    </a:cubicBezTo>
                    <a:cubicBezTo>
                      <a:pt x="1735" y="198"/>
                      <a:pt x="1838" y="174"/>
                      <a:pt x="1936" y="143"/>
                    </a:cubicBezTo>
                    <a:cubicBezTo>
                      <a:pt x="2177" y="79"/>
                      <a:pt x="2421" y="44"/>
                      <a:pt x="2670" y="44"/>
                    </a:cubicBezTo>
                    <a:close/>
                    <a:moveTo>
                      <a:pt x="2670" y="1"/>
                    </a:moveTo>
                    <a:cubicBezTo>
                      <a:pt x="2417" y="1"/>
                      <a:pt x="2169" y="36"/>
                      <a:pt x="1924" y="103"/>
                    </a:cubicBezTo>
                    <a:cubicBezTo>
                      <a:pt x="1826" y="130"/>
                      <a:pt x="1723" y="154"/>
                      <a:pt x="1625" y="178"/>
                    </a:cubicBezTo>
                    <a:cubicBezTo>
                      <a:pt x="1545" y="198"/>
                      <a:pt x="1463" y="218"/>
                      <a:pt x="1392" y="265"/>
                    </a:cubicBezTo>
                    <a:cubicBezTo>
                      <a:pt x="1332" y="300"/>
                      <a:pt x="1290" y="347"/>
                      <a:pt x="1254" y="399"/>
                    </a:cubicBezTo>
                    <a:cubicBezTo>
                      <a:pt x="1203" y="478"/>
                      <a:pt x="1172" y="565"/>
                      <a:pt x="1139" y="651"/>
                    </a:cubicBezTo>
                    <a:cubicBezTo>
                      <a:pt x="1104" y="734"/>
                      <a:pt x="1065" y="817"/>
                      <a:pt x="1006" y="884"/>
                    </a:cubicBezTo>
                    <a:cubicBezTo>
                      <a:pt x="950" y="951"/>
                      <a:pt x="875" y="998"/>
                      <a:pt x="808" y="1057"/>
                    </a:cubicBezTo>
                    <a:cubicBezTo>
                      <a:pt x="655" y="1175"/>
                      <a:pt x="524" y="1322"/>
                      <a:pt x="422" y="1483"/>
                    </a:cubicBezTo>
                    <a:cubicBezTo>
                      <a:pt x="379" y="1550"/>
                      <a:pt x="339" y="1621"/>
                      <a:pt x="327" y="1704"/>
                    </a:cubicBezTo>
                    <a:cubicBezTo>
                      <a:pt x="327" y="1719"/>
                      <a:pt x="324" y="1735"/>
                      <a:pt x="324" y="1752"/>
                    </a:cubicBezTo>
                    <a:cubicBezTo>
                      <a:pt x="324" y="1803"/>
                      <a:pt x="331" y="1854"/>
                      <a:pt x="339" y="1901"/>
                    </a:cubicBezTo>
                    <a:cubicBezTo>
                      <a:pt x="347" y="1996"/>
                      <a:pt x="351" y="2098"/>
                      <a:pt x="351" y="2197"/>
                    </a:cubicBezTo>
                    <a:cubicBezTo>
                      <a:pt x="351" y="2378"/>
                      <a:pt x="335" y="2564"/>
                      <a:pt x="296" y="2725"/>
                    </a:cubicBezTo>
                    <a:cubicBezTo>
                      <a:pt x="217" y="3044"/>
                      <a:pt x="79" y="3352"/>
                      <a:pt x="24" y="3688"/>
                    </a:cubicBezTo>
                    <a:cubicBezTo>
                      <a:pt x="8" y="3801"/>
                      <a:pt x="0" y="3916"/>
                      <a:pt x="0" y="4030"/>
                    </a:cubicBezTo>
                    <a:cubicBezTo>
                      <a:pt x="0" y="4204"/>
                      <a:pt x="16" y="4378"/>
                      <a:pt x="44" y="4547"/>
                    </a:cubicBezTo>
                    <a:cubicBezTo>
                      <a:pt x="63" y="4662"/>
                      <a:pt x="79" y="4791"/>
                      <a:pt x="98" y="4922"/>
                    </a:cubicBezTo>
                    <a:cubicBezTo>
                      <a:pt x="122" y="5055"/>
                      <a:pt x="150" y="5182"/>
                      <a:pt x="202" y="5292"/>
                    </a:cubicBezTo>
                    <a:cubicBezTo>
                      <a:pt x="233" y="5368"/>
                      <a:pt x="300" y="5450"/>
                      <a:pt x="379" y="5517"/>
                    </a:cubicBezTo>
                    <a:cubicBezTo>
                      <a:pt x="418" y="5548"/>
                      <a:pt x="462" y="5580"/>
                      <a:pt x="504" y="5599"/>
                    </a:cubicBezTo>
                    <a:cubicBezTo>
                      <a:pt x="546" y="5617"/>
                      <a:pt x="585" y="5629"/>
                      <a:pt x="624" y="5631"/>
                    </a:cubicBezTo>
                    <a:lnTo>
                      <a:pt x="624" y="5631"/>
                    </a:lnTo>
                    <a:cubicBezTo>
                      <a:pt x="623" y="5634"/>
                      <a:pt x="623" y="5637"/>
                      <a:pt x="623" y="5639"/>
                    </a:cubicBezTo>
                    <a:cubicBezTo>
                      <a:pt x="619" y="5651"/>
                      <a:pt x="619" y="5667"/>
                      <a:pt x="619" y="5679"/>
                    </a:cubicBezTo>
                    <a:cubicBezTo>
                      <a:pt x="619" y="5714"/>
                      <a:pt x="623" y="5757"/>
                      <a:pt x="631" y="5805"/>
                    </a:cubicBezTo>
                    <a:cubicBezTo>
                      <a:pt x="643" y="5876"/>
                      <a:pt x="659" y="5950"/>
                      <a:pt x="679" y="6018"/>
                    </a:cubicBezTo>
                    <a:cubicBezTo>
                      <a:pt x="686" y="6049"/>
                      <a:pt x="694" y="6081"/>
                      <a:pt x="706" y="6105"/>
                    </a:cubicBezTo>
                    <a:cubicBezTo>
                      <a:pt x="710" y="6116"/>
                      <a:pt x="717" y="6128"/>
                      <a:pt x="722" y="6136"/>
                    </a:cubicBezTo>
                    <a:cubicBezTo>
                      <a:pt x="726" y="6144"/>
                      <a:pt x="733" y="6152"/>
                      <a:pt x="737" y="6160"/>
                    </a:cubicBezTo>
                    <a:cubicBezTo>
                      <a:pt x="773" y="6196"/>
                      <a:pt x="821" y="6227"/>
                      <a:pt x="872" y="6250"/>
                    </a:cubicBezTo>
                    <a:cubicBezTo>
                      <a:pt x="950" y="6286"/>
                      <a:pt x="1037" y="6314"/>
                      <a:pt x="1128" y="6333"/>
                    </a:cubicBezTo>
                    <a:cubicBezTo>
                      <a:pt x="1214" y="6353"/>
                      <a:pt x="1297" y="6365"/>
                      <a:pt x="1365" y="6376"/>
                    </a:cubicBezTo>
                    <a:cubicBezTo>
                      <a:pt x="1459" y="6389"/>
                      <a:pt x="1558" y="6396"/>
                      <a:pt x="1656" y="6396"/>
                    </a:cubicBezTo>
                    <a:cubicBezTo>
                      <a:pt x="1873" y="6396"/>
                      <a:pt x="2090" y="6361"/>
                      <a:pt x="2295" y="6298"/>
                    </a:cubicBezTo>
                    <a:cubicBezTo>
                      <a:pt x="2524" y="6223"/>
                      <a:pt x="2757" y="6116"/>
                      <a:pt x="2914" y="5931"/>
                    </a:cubicBezTo>
                    <a:cubicBezTo>
                      <a:pt x="2981" y="5852"/>
                      <a:pt x="3025" y="5770"/>
                      <a:pt x="3056" y="5686"/>
                    </a:cubicBezTo>
                    <a:cubicBezTo>
                      <a:pt x="3088" y="5604"/>
                      <a:pt x="3103" y="5517"/>
                      <a:pt x="3115" y="5430"/>
                    </a:cubicBezTo>
                    <a:cubicBezTo>
                      <a:pt x="3139" y="5229"/>
                      <a:pt x="3127" y="5024"/>
                      <a:pt x="3167" y="4823"/>
                    </a:cubicBezTo>
                    <a:cubicBezTo>
                      <a:pt x="3202" y="4649"/>
                      <a:pt x="3245" y="4496"/>
                      <a:pt x="3277" y="4338"/>
                    </a:cubicBezTo>
                    <a:cubicBezTo>
                      <a:pt x="3308" y="4176"/>
                      <a:pt x="3336" y="4019"/>
                      <a:pt x="3336" y="3841"/>
                    </a:cubicBezTo>
                    <a:cubicBezTo>
                      <a:pt x="3336" y="3801"/>
                      <a:pt x="3332" y="3763"/>
                      <a:pt x="3332" y="3727"/>
                    </a:cubicBezTo>
                    <a:cubicBezTo>
                      <a:pt x="3296" y="3124"/>
                      <a:pt x="3103" y="2532"/>
                      <a:pt x="2796" y="2012"/>
                    </a:cubicBezTo>
                    <a:cubicBezTo>
                      <a:pt x="2721" y="1890"/>
                      <a:pt x="2657" y="1767"/>
                      <a:pt x="2606" y="1648"/>
                    </a:cubicBezTo>
                    <a:cubicBezTo>
                      <a:pt x="2559" y="1530"/>
                      <a:pt x="2532" y="1417"/>
                      <a:pt x="2532" y="1306"/>
                    </a:cubicBezTo>
                    <a:cubicBezTo>
                      <a:pt x="2532" y="1215"/>
                      <a:pt x="2551" y="1128"/>
                      <a:pt x="2595" y="1042"/>
                    </a:cubicBezTo>
                    <a:cubicBezTo>
                      <a:pt x="2638" y="951"/>
                      <a:pt x="2709" y="864"/>
                      <a:pt x="2812" y="778"/>
                    </a:cubicBezTo>
                    <a:cubicBezTo>
                      <a:pt x="2902" y="702"/>
                      <a:pt x="3001" y="636"/>
                      <a:pt x="3096" y="565"/>
                    </a:cubicBezTo>
                    <a:cubicBezTo>
                      <a:pt x="3147" y="533"/>
                      <a:pt x="3194" y="494"/>
                      <a:pt x="3241" y="458"/>
                    </a:cubicBezTo>
                    <a:cubicBezTo>
                      <a:pt x="3289" y="423"/>
                      <a:pt x="3336" y="391"/>
                      <a:pt x="3387" y="371"/>
                    </a:cubicBezTo>
                    <a:cubicBezTo>
                      <a:pt x="3399" y="367"/>
                      <a:pt x="3414" y="359"/>
                      <a:pt x="3431" y="352"/>
                    </a:cubicBezTo>
                    <a:cubicBezTo>
                      <a:pt x="3447" y="343"/>
                      <a:pt x="3458" y="332"/>
                      <a:pt x="3470" y="316"/>
                    </a:cubicBezTo>
                    <a:cubicBezTo>
                      <a:pt x="3482" y="300"/>
                      <a:pt x="3485" y="285"/>
                      <a:pt x="3485" y="269"/>
                    </a:cubicBezTo>
                    <a:cubicBezTo>
                      <a:pt x="3485" y="253"/>
                      <a:pt x="3482" y="237"/>
                      <a:pt x="3474" y="225"/>
                    </a:cubicBezTo>
                    <a:cubicBezTo>
                      <a:pt x="3458" y="201"/>
                      <a:pt x="3438" y="178"/>
                      <a:pt x="3414" y="158"/>
                    </a:cubicBezTo>
                    <a:cubicBezTo>
                      <a:pt x="3376" y="130"/>
                      <a:pt x="3332" y="107"/>
                      <a:pt x="3289" y="87"/>
                    </a:cubicBezTo>
                    <a:cubicBezTo>
                      <a:pt x="3265" y="79"/>
                      <a:pt x="3245" y="72"/>
                      <a:pt x="3230" y="63"/>
                    </a:cubicBezTo>
                    <a:cubicBezTo>
                      <a:pt x="3210" y="59"/>
                      <a:pt x="3198" y="52"/>
                      <a:pt x="3186" y="52"/>
                    </a:cubicBezTo>
                    <a:cubicBezTo>
                      <a:pt x="3017" y="21"/>
                      <a:pt x="2843" y="1"/>
                      <a:pt x="2670"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1" name="Google Shape;2571;p53"/>
              <p:cNvSpPr/>
              <p:nvPr/>
            </p:nvSpPr>
            <p:spPr>
              <a:xfrm>
                <a:off x="6221348" y="2575819"/>
                <a:ext cx="116235" cy="42330"/>
              </a:xfrm>
              <a:custGeom>
                <a:rect b="b" l="l" r="r" t="t"/>
                <a:pathLst>
                  <a:path extrusionOk="0" h="122" w="335">
                    <a:moveTo>
                      <a:pt x="197" y="0"/>
                    </a:moveTo>
                    <a:cubicBezTo>
                      <a:pt x="152" y="0"/>
                      <a:pt x="105" y="12"/>
                      <a:pt x="63" y="32"/>
                    </a:cubicBezTo>
                    <a:cubicBezTo>
                      <a:pt x="27" y="52"/>
                      <a:pt x="0" y="80"/>
                      <a:pt x="24" y="99"/>
                    </a:cubicBezTo>
                    <a:cubicBezTo>
                      <a:pt x="32" y="103"/>
                      <a:pt x="44" y="108"/>
                      <a:pt x="60" y="108"/>
                    </a:cubicBezTo>
                    <a:cubicBezTo>
                      <a:pt x="92" y="112"/>
                      <a:pt x="144" y="121"/>
                      <a:pt x="191" y="121"/>
                    </a:cubicBezTo>
                    <a:cubicBezTo>
                      <a:pt x="230" y="121"/>
                      <a:pt x="266" y="115"/>
                      <a:pt x="288" y="96"/>
                    </a:cubicBezTo>
                    <a:cubicBezTo>
                      <a:pt x="335" y="52"/>
                      <a:pt x="269" y="5"/>
                      <a:pt x="217" y="1"/>
                    </a:cubicBezTo>
                    <a:cubicBezTo>
                      <a:pt x="210" y="0"/>
                      <a:pt x="204" y="0"/>
                      <a:pt x="197" y="0"/>
                    </a:cubicBezTo>
                    <a:close/>
                  </a:path>
                </a:pathLst>
              </a:custGeom>
              <a:solidFill>
                <a:srgbClr val="000000"/>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2" name="Google Shape;2572;p53"/>
              <p:cNvSpPr/>
              <p:nvPr/>
            </p:nvSpPr>
            <p:spPr>
              <a:xfrm>
                <a:off x="6218572" y="2567839"/>
                <a:ext cx="115194" cy="57597"/>
              </a:xfrm>
              <a:custGeom>
                <a:rect b="b" l="l" r="r" t="t"/>
                <a:pathLst>
                  <a:path extrusionOk="0" h="166" w="332">
                    <a:moveTo>
                      <a:pt x="221" y="44"/>
                    </a:moveTo>
                    <a:cubicBezTo>
                      <a:pt x="237" y="48"/>
                      <a:pt x="257" y="51"/>
                      <a:pt x="268" y="64"/>
                    </a:cubicBezTo>
                    <a:cubicBezTo>
                      <a:pt x="277" y="67"/>
                      <a:pt x="284" y="71"/>
                      <a:pt x="284" y="79"/>
                    </a:cubicBezTo>
                    <a:cubicBezTo>
                      <a:pt x="288" y="84"/>
                      <a:pt x="288" y="87"/>
                      <a:pt x="288" y="87"/>
                    </a:cubicBezTo>
                    <a:lnTo>
                      <a:pt x="288" y="95"/>
                    </a:lnTo>
                    <a:cubicBezTo>
                      <a:pt x="288" y="95"/>
                      <a:pt x="284" y="99"/>
                      <a:pt x="281" y="103"/>
                    </a:cubicBezTo>
                    <a:cubicBezTo>
                      <a:pt x="272" y="111"/>
                      <a:pt x="264" y="115"/>
                      <a:pt x="248" y="119"/>
                    </a:cubicBezTo>
                    <a:cubicBezTo>
                      <a:pt x="233" y="122"/>
                      <a:pt x="217" y="122"/>
                      <a:pt x="201" y="122"/>
                    </a:cubicBezTo>
                    <a:cubicBezTo>
                      <a:pt x="154" y="122"/>
                      <a:pt x="103" y="115"/>
                      <a:pt x="71" y="111"/>
                    </a:cubicBezTo>
                    <a:cubicBezTo>
                      <a:pt x="58" y="108"/>
                      <a:pt x="50" y="104"/>
                      <a:pt x="46" y="103"/>
                    </a:cubicBezTo>
                    <a:lnTo>
                      <a:pt x="46" y="103"/>
                    </a:lnTo>
                    <a:cubicBezTo>
                      <a:pt x="48" y="100"/>
                      <a:pt x="53" y="96"/>
                      <a:pt x="55" y="91"/>
                    </a:cubicBezTo>
                    <a:cubicBezTo>
                      <a:pt x="64" y="87"/>
                      <a:pt x="71" y="79"/>
                      <a:pt x="83" y="75"/>
                    </a:cubicBezTo>
                    <a:cubicBezTo>
                      <a:pt x="119" y="55"/>
                      <a:pt x="162" y="44"/>
                      <a:pt x="206" y="44"/>
                    </a:cubicBezTo>
                    <a:close/>
                    <a:moveTo>
                      <a:pt x="206" y="0"/>
                    </a:moveTo>
                    <a:cubicBezTo>
                      <a:pt x="154" y="0"/>
                      <a:pt x="106" y="16"/>
                      <a:pt x="64" y="36"/>
                    </a:cubicBezTo>
                    <a:cubicBezTo>
                      <a:pt x="48" y="44"/>
                      <a:pt x="32" y="55"/>
                      <a:pt x="24" y="64"/>
                    </a:cubicBezTo>
                    <a:cubicBezTo>
                      <a:pt x="17" y="71"/>
                      <a:pt x="12" y="75"/>
                      <a:pt x="8" y="84"/>
                    </a:cubicBezTo>
                    <a:cubicBezTo>
                      <a:pt x="4" y="87"/>
                      <a:pt x="0" y="95"/>
                      <a:pt x="0" y="107"/>
                    </a:cubicBezTo>
                    <a:cubicBezTo>
                      <a:pt x="0" y="111"/>
                      <a:pt x="4" y="119"/>
                      <a:pt x="8" y="126"/>
                    </a:cubicBezTo>
                    <a:cubicBezTo>
                      <a:pt x="12" y="131"/>
                      <a:pt x="17" y="135"/>
                      <a:pt x="20" y="138"/>
                    </a:cubicBezTo>
                    <a:cubicBezTo>
                      <a:pt x="32" y="146"/>
                      <a:pt x="48" y="150"/>
                      <a:pt x="68" y="155"/>
                    </a:cubicBezTo>
                    <a:cubicBezTo>
                      <a:pt x="95" y="158"/>
                      <a:pt x="150" y="166"/>
                      <a:pt x="201" y="166"/>
                    </a:cubicBezTo>
                    <a:cubicBezTo>
                      <a:pt x="221" y="166"/>
                      <a:pt x="241" y="166"/>
                      <a:pt x="257" y="158"/>
                    </a:cubicBezTo>
                    <a:cubicBezTo>
                      <a:pt x="277" y="155"/>
                      <a:pt x="296" y="150"/>
                      <a:pt x="308" y="135"/>
                    </a:cubicBezTo>
                    <a:cubicBezTo>
                      <a:pt x="316" y="131"/>
                      <a:pt x="324" y="122"/>
                      <a:pt x="328" y="115"/>
                    </a:cubicBezTo>
                    <a:cubicBezTo>
                      <a:pt x="332" y="107"/>
                      <a:pt x="332" y="99"/>
                      <a:pt x="332" y="87"/>
                    </a:cubicBezTo>
                    <a:cubicBezTo>
                      <a:pt x="332" y="75"/>
                      <a:pt x="328" y="64"/>
                      <a:pt x="319" y="51"/>
                    </a:cubicBezTo>
                    <a:cubicBezTo>
                      <a:pt x="312" y="36"/>
                      <a:pt x="296" y="28"/>
                      <a:pt x="281" y="16"/>
                    </a:cubicBezTo>
                    <a:cubicBezTo>
                      <a:pt x="264" y="8"/>
                      <a:pt x="245" y="4"/>
                      <a:pt x="22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3" name="Google Shape;2573;p53"/>
              <p:cNvSpPr/>
              <p:nvPr/>
            </p:nvSpPr>
            <p:spPr>
              <a:xfrm>
                <a:off x="5802559" y="4079571"/>
                <a:ext cx="2333026" cy="3435697"/>
              </a:xfrm>
              <a:custGeom>
                <a:rect b="b" l="l" r="r" t="t"/>
                <a:pathLst>
                  <a:path extrusionOk="0" h="9902" w="6724">
                    <a:moveTo>
                      <a:pt x="1730" y="1"/>
                    </a:moveTo>
                    <a:cubicBezTo>
                      <a:pt x="1535" y="1"/>
                      <a:pt x="1361" y="45"/>
                      <a:pt x="1239" y="193"/>
                    </a:cubicBezTo>
                    <a:cubicBezTo>
                      <a:pt x="990" y="493"/>
                      <a:pt x="596" y="1751"/>
                      <a:pt x="529" y="2138"/>
                    </a:cubicBezTo>
                    <a:cubicBezTo>
                      <a:pt x="304" y="3423"/>
                      <a:pt x="300" y="4756"/>
                      <a:pt x="217" y="6057"/>
                    </a:cubicBezTo>
                    <a:cubicBezTo>
                      <a:pt x="217" y="6704"/>
                      <a:pt x="131" y="7362"/>
                      <a:pt x="87" y="8005"/>
                    </a:cubicBezTo>
                    <a:cubicBezTo>
                      <a:pt x="64" y="8337"/>
                      <a:pt x="40" y="8672"/>
                      <a:pt x="20" y="9003"/>
                    </a:cubicBezTo>
                    <a:cubicBezTo>
                      <a:pt x="0" y="9275"/>
                      <a:pt x="84" y="9496"/>
                      <a:pt x="135" y="9760"/>
                    </a:cubicBezTo>
                    <a:cubicBezTo>
                      <a:pt x="146" y="9807"/>
                      <a:pt x="158" y="9858"/>
                      <a:pt x="198" y="9886"/>
                    </a:cubicBezTo>
                    <a:cubicBezTo>
                      <a:pt x="226" y="9902"/>
                      <a:pt x="261" y="9902"/>
                      <a:pt x="297" y="9902"/>
                    </a:cubicBezTo>
                    <a:cubicBezTo>
                      <a:pt x="722" y="9893"/>
                      <a:pt x="1152" y="9886"/>
                      <a:pt x="1582" y="9882"/>
                    </a:cubicBezTo>
                    <a:cubicBezTo>
                      <a:pt x="2122" y="9870"/>
                      <a:pt x="2666" y="9862"/>
                      <a:pt x="3203" y="9799"/>
                    </a:cubicBezTo>
                    <a:cubicBezTo>
                      <a:pt x="3652" y="9748"/>
                      <a:pt x="4093" y="9662"/>
                      <a:pt x="4547" y="9653"/>
                    </a:cubicBezTo>
                    <a:cubicBezTo>
                      <a:pt x="4578" y="9652"/>
                      <a:pt x="4610" y="9652"/>
                      <a:pt x="4642" y="9652"/>
                    </a:cubicBezTo>
                    <a:cubicBezTo>
                      <a:pt x="4813" y="9652"/>
                      <a:pt x="4985" y="9660"/>
                      <a:pt x="5156" y="9660"/>
                    </a:cubicBezTo>
                    <a:cubicBezTo>
                      <a:pt x="5299" y="9660"/>
                      <a:pt x="5440" y="9655"/>
                      <a:pt x="5580" y="9633"/>
                    </a:cubicBezTo>
                    <a:cubicBezTo>
                      <a:pt x="5837" y="9594"/>
                      <a:pt x="6084" y="9500"/>
                      <a:pt x="6306" y="9358"/>
                    </a:cubicBezTo>
                    <a:cubicBezTo>
                      <a:pt x="6349" y="9330"/>
                      <a:pt x="6392" y="9302"/>
                      <a:pt x="6436" y="9267"/>
                    </a:cubicBezTo>
                    <a:cubicBezTo>
                      <a:pt x="6534" y="9196"/>
                      <a:pt x="6625" y="9105"/>
                      <a:pt x="6672" y="8991"/>
                    </a:cubicBezTo>
                    <a:cubicBezTo>
                      <a:pt x="6723" y="8857"/>
                      <a:pt x="6700" y="8703"/>
                      <a:pt x="6668" y="8561"/>
                    </a:cubicBezTo>
                    <a:cubicBezTo>
                      <a:pt x="6468" y="7682"/>
                      <a:pt x="5943" y="6889"/>
                      <a:pt x="5797" y="5998"/>
                    </a:cubicBezTo>
                    <a:cubicBezTo>
                      <a:pt x="5726" y="5576"/>
                      <a:pt x="5738" y="5127"/>
                      <a:pt x="5533" y="4748"/>
                    </a:cubicBezTo>
                    <a:cubicBezTo>
                      <a:pt x="5395" y="4499"/>
                      <a:pt x="5174" y="4302"/>
                      <a:pt x="5048" y="4046"/>
                    </a:cubicBezTo>
                    <a:cubicBezTo>
                      <a:pt x="4906" y="3751"/>
                      <a:pt x="4902" y="3411"/>
                      <a:pt x="4850" y="3088"/>
                    </a:cubicBezTo>
                    <a:cubicBezTo>
                      <a:pt x="4792" y="2694"/>
                      <a:pt x="4570" y="2477"/>
                      <a:pt x="4397" y="2149"/>
                    </a:cubicBezTo>
                    <a:cubicBezTo>
                      <a:pt x="4239" y="1854"/>
                      <a:pt x="4086" y="1558"/>
                      <a:pt x="3913" y="1274"/>
                    </a:cubicBezTo>
                    <a:cubicBezTo>
                      <a:pt x="3613" y="777"/>
                      <a:pt x="3179" y="138"/>
                      <a:pt x="2540" y="95"/>
                    </a:cubicBezTo>
                    <a:cubicBezTo>
                      <a:pt x="2286" y="79"/>
                      <a:pt x="1990" y="1"/>
                      <a:pt x="1730" y="1"/>
                    </a:cubicBez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4" name="Google Shape;2574;p53"/>
              <p:cNvSpPr/>
              <p:nvPr/>
            </p:nvSpPr>
            <p:spPr>
              <a:xfrm>
                <a:off x="5801171" y="4071243"/>
                <a:ext cx="2334414" cy="3450964"/>
              </a:xfrm>
              <a:custGeom>
                <a:rect b="b" l="l" r="r" t="t"/>
                <a:pathLst>
                  <a:path extrusionOk="0" h="9946" w="6728">
                    <a:moveTo>
                      <a:pt x="1735" y="44"/>
                    </a:moveTo>
                    <a:cubicBezTo>
                      <a:pt x="1862" y="44"/>
                      <a:pt x="2000" y="64"/>
                      <a:pt x="2137" y="88"/>
                    </a:cubicBezTo>
                    <a:cubicBezTo>
                      <a:pt x="2276" y="108"/>
                      <a:pt x="2414" y="131"/>
                      <a:pt x="2540" y="143"/>
                    </a:cubicBezTo>
                    <a:cubicBezTo>
                      <a:pt x="2698" y="151"/>
                      <a:pt x="2843" y="198"/>
                      <a:pt x="2974" y="273"/>
                    </a:cubicBezTo>
                    <a:cubicBezTo>
                      <a:pt x="3175" y="379"/>
                      <a:pt x="3349" y="545"/>
                      <a:pt x="3502" y="734"/>
                    </a:cubicBezTo>
                    <a:cubicBezTo>
                      <a:pt x="3652" y="920"/>
                      <a:pt x="3786" y="1125"/>
                      <a:pt x="3897" y="1310"/>
                    </a:cubicBezTo>
                    <a:cubicBezTo>
                      <a:pt x="4070" y="1594"/>
                      <a:pt x="4224" y="1890"/>
                      <a:pt x="4381" y="2181"/>
                    </a:cubicBezTo>
                    <a:cubicBezTo>
                      <a:pt x="4468" y="2347"/>
                      <a:pt x="4567" y="2485"/>
                      <a:pt x="4654" y="2631"/>
                    </a:cubicBezTo>
                    <a:cubicBezTo>
                      <a:pt x="4736" y="2772"/>
                      <a:pt x="4803" y="2923"/>
                      <a:pt x="4835" y="3116"/>
                    </a:cubicBezTo>
                    <a:cubicBezTo>
                      <a:pt x="4858" y="3278"/>
                      <a:pt x="4871" y="3443"/>
                      <a:pt x="4898" y="3605"/>
                    </a:cubicBezTo>
                    <a:cubicBezTo>
                      <a:pt x="4922" y="3771"/>
                      <a:pt x="4961" y="3928"/>
                      <a:pt x="5032" y="4078"/>
                    </a:cubicBezTo>
                    <a:cubicBezTo>
                      <a:pt x="5100" y="4208"/>
                      <a:pt x="5186" y="4323"/>
                      <a:pt x="5273" y="4437"/>
                    </a:cubicBezTo>
                    <a:cubicBezTo>
                      <a:pt x="5364" y="4547"/>
                      <a:pt x="5450" y="4658"/>
                      <a:pt x="5517" y="4783"/>
                    </a:cubicBezTo>
                    <a:cubicBezTo>
                      <a:pt x="5615" y="4969"/>
                      <a:pt x="5667" y="5171"/>
                      <a:pt x="5699" y="5383"/>
                    </a:cubicBezTo>
                    <a:cubicBezTo>
                      <a:pt x="5730" y="5596"/>
                      <a:pt x="5742" y="5813"/>
                      <a:pt x="5777" y="6026"/>
                    </a:cubicBezTo>
                    <a:cubicBezTo>
                      <a:pt x="5852" y="6476"/>
                      <a:pt x="6022" y="6898"/>
                      <a:pt x="6195" y="7315"/>
                    </a:cubicBezTo>
                    <a:cubicBezTo>
                      <a:pt x="6369" y="7737"/>
                      <a:pt x="6550" y="8152"/>
                      <a:pt x="6649" y="8589"/>
                    </a:cubicBezTo>
                    <a:cubicBezTo>
                      <a:pt x="6669" y="8672"/>
                      <a:pt x="6685" y="8754"/>
                      <a:pt x="6685" y="8834"/>
                    </a:cubicBezTo>
                    <a:cubicBezTo>
                      <a:pt x="6685" y="8893"/>
                      <a:pt x="6676" y="8952"/>
                      <a:pt x="6652" y="9007"/>
                    </a:cubicBezTo>
                    <a:cubicBezTo>
                      <a:pt x="6614" y="9113"/>
                      <a:pt x="6523" y="9200"/>
                      <a:pt x="6424" y="9275"/>
                    </a:cubicBezTo>
                    <a:cubicBezTo>
                      <a:pt x="6385" y="9307"/>
                      <a:pt x="6341" y="9338"/>
                      <a:pt x="6298" y="9366"/>
                    </a:cubicBezTo>
                    <a:cubicBezTo>
                      <a:pt x="6081" y="9504"/>
                      <a:pt x="5837" y="9595"/>
                      <a:pt x="5580" y="9634"/>
                    </a:cubicBezTo>
                    <a:cubicBezTo>
                      <a:pt x="5442" y="9657"/>
                      <a:pt x="5304" y="9662"/>
                      <a:pt x="5166" y="9662"/>
                    </a:cubicBezTo>
                    <a:cubicBezTo>
                      <a:pt x="4989" y="9662"/>
                      <a:pt x="4807" y="9653"/>
                      <a:pt x="4626" y="9653"/>
                    </a:cubicBezTo>
                    <a:lnTo>
                      <a:pt x="4547" y="9653"/>
                    </a:lnTo>
                    <a:cubicBezTo>
                      <a:pt x="4097" y="9662"/>
                      <a:pt x="3652" y="9752"/>
                      <a:pt x="3202" y="9804"/>
                    </a:cubicBezTo>
                    <a:cubicBezTo>
                      <a:pt x="2666" y="9866"/>
                      <a:pt x="2126" y="9875"/>
                      <a:pt x="1586" y="9882"/>
                    </a:cubicBezTo>
                    <a:cubicBezTo>
                      <a:pt x="1156" y="9890"/>
                      <a:pt x="726" y="9898"/>
                      <a:pt x="301" y="9902"/>
                    </a:cubicBezTo>
                    <a:lnTo>
                      <a:pt x="245" y="9902"/>
                    </a:lnTo>
                    <a:cubicBezTo>
                      <a:pt x="233" y="9898"/>
                      <a:pt x="221" y="9894"/>
                      <a:pt x="214" y="9890"/>
                    </a:cubicBezTo>
                    <a:cubicBezTo>
                      <a:pt x="197" y="9879"/>
                      <a:pt x="190" y="9866"/>
                      <a:pt x="179" y="9846"/>
                    </a:cubicBezTo>
                    <a:cubicBezTo>
                      <a:pt x="170" y="9828"/>
                      <a:pt x="166" y="9804"/>
                      <a:pt x="162" y="9780"/>
                    </a:cubicBezTo>
                    <a:cubicBezTo>
                      <a:pt x="139" y="9662"/>
                      <a:pt x="108" y="9547"/>
                      <a:pt x="84" y="9437"/>
                    </a:cubicBezTo>
                    <a:cubicBezTo>
                      <a:pt x="60" y="9331"/>
                      <a:pt x="44" y="9220"/>
                      <a:pt x="44" y="9102"/>
                    </a:cubicBezTo>
                    <a:lnTo>
                      <a:pt x="44" y="9027"/>
                    </a:lnTo>
                    <a:lnTo>
                      <a:pt x="115" y="8033"/>
                    </a:lnTo>
                    <a:cubicBezTo>
                      <a:pt x="155" y="7386"/>
                      <a:pt x="241" y="6728"/>
                      <a:pt x="241" y="6081"/>
                    </a:cubicBezTo>
                    <a:cubicBezTo>
                      <a:pt x="328" y="4780"/>
                      <a:pt x="332" y="3451"/>
                      <a:pt x="552" y="2166"/>
                    </a:cubicBezTo>
                    <a:cubicBezTo>
                      <a:pt x="568" y="2071"/>
                      <a:pt x="608" y="1921"/>
                      <a:pt x="655" y="1744"/>
                    </a:cubicBezTo>
                    <a:cubicBezTo>
                      <a:pt x="734" y="1480"/>
                      <a:pt x="836" y="1156"/>
                      <a:pt x="947" y="872"/>
                    </a:cubicBezTo>
                    <a:cubicBezTo>
                      <a:pt x="1002" y="730"/>
                      <a:pt x="1058" y="596"/>
                      <a:pt x="1109" y="486"/>
                    </a:cubicBezTo>
                    <a:cubicBezTo>
                      <a:pt x="1164" y="375"/>
                      <a:pt x="1215" y="285"/>
                      <a:pt x="1258" y="230"/>
                    </a:cubicBezTo>
                    <a:cubicBezTo>
                      <a:pt x="1318" y="159"/>
                      <a:pt x="1389" y="115"/>
                      <a:pt x="1467" y="84"/>
                    </a:cubicBezTo>
                    <a:cubicBezTo>
                      <a:pt x="1551" y="56"/>
                      <a:pt x="1637" y="44"/>
                      <a:pt x="1735" y="44"/>
                    </a:cubicBezTo>
                    <a:close/>
                    <a:moveTo>
                      <a:pt x="1735" y="1"/>
                    </a:moveTo>
                    <a:cubicBezTo>
                      <a:pt x="1637" y="1"/>
                      <a:pt x="1538" y="13"/>
                      <a:pt x="1456" y="44"/>
                    </a:cubicBezTo>
                    <a:cubicBezTo>
                      <a:pt x="1369" y="75"/>
                      <a:pt x="1290" y="127"/>
                      <a:pt x="1227" y="202"/>
                    </a:cubicBezTo>
                    <a:cubicBezTo>
                      <a:pt x="1196" y="241"/>
                      <a:pt x="1160" y="297"/>
                      <a:pt x="1125" y="359"/>
                    </a:cubicBezTo>
                    <a:cubicBezTo>
                      <a:pt x="1002" y="588"/>
                      <a:pt x="865" y="951"/>
                      <a:pt x="746" y="1302"/>
                    </a:cubicBezTo>
                    <a:cubicBezTo>
                      <a:pt x="691" y="1476"/>
                      <a:pt x="639" y="1649"/>
                      <a:pt x="596" y="1795"/>
                    </a:cubicBezTo>
                    <a:cubicBezTo>
                      <a:pt x="557" y="1944"/>
                      <a:pt x="525" y="2071"/>
                      <a:pt x="510" y="2157"/>
                    </a:cubicBezTo>
                    <a:cubicBezTo>
                      <a:pt x="288" y="3447"/>
                      <a:pt x="285" y="4780"/>
                      <a:pt x="197" y="6077"/>
                    </a:cubicBezTo>
                    <a:lnTo>
                      <a:pt x="197" y="6081"/>
                    </a:lnTo>
                    <a:cubicBezTo>
                      <a:pt x="197" y="6723"/>
                      <a:pt x="111" y="7382"/>
                      <a:pt x="68" y="8029"/>
                    </a:cubicBezTo>
                    <a:cubicBezTo>
                      <a:pt x="48" y="8361"/>
                      <a:pt x="24" y="8692"/>
                      <a:pt x="1" y="9023"/>
                    </a:cubicBezTo>
                    <a:lnTo>
                      <a:pt x="1" y="9102"/>
                    </a:lnTo>
                    <a:cubicBezTo>
                      <a:pt x="1" y="9224"/>
                      <a:pt x="17" y="9338"/>
                      <a:pt x="40" y="9449"/>
                    </a:cubicBezTo>
                    <a:cubicBezTo>
                      <a:pt x="64" y="9559"/>
                      <a:pt x="95" y="9669"/>
                      <a:pt x="119" y="9792"/>
                    </a:cubicBezTo>
                    <a:cubicBezTo>
                      <a:pt x="123" y="9811"/>
                      <a:pt x="131" y="9839"/>
                      <a:pt x="139" y="9863"/>
                    </a:cubicBezTo>
                    <a:cubicBezTo>
                      <a:pt x="150" y="9886"/>
                      <a:pt x="166" y="9910"/>
                      <a:pt x="190" y="9926"/>
                    </a:cubicBezTo>
                    <a:cubicBezTo>
                      <a:pt x="206" y="9937"/>
                      <a:pt x="221" y="9941"/>
                      <a:pt x="237" y="9946"/>
                    </a:cubicBezTo>
                    <a:lnTo>
                      <a:pt x="301" y="9946"/>
                    </a:lnTo>
                    <a:cubicBezTo>
                      <a:pt x="730" y="9941"/>
                      <a:pt x="1156" y="9934"/>
                      <a:pt x="1586" y="9926"/>
                    </a:cubicBezTo>
                    <a:cubicBezTo>
                      <a:pt x="2126" y="9917"/>
                      <a:pt x="2670" y="9910"/>
                      <a:pt x="3211" y="9846"/>
                    </a:cubicBezTo>
                    <a:cubicBezTo>
                      <a:pt x="3660" y="9795"/>
                      <a:pt x="4101" y="9704"/>
                      <a:pt x="4551" y="9697"/>
                    </a:cubicBezTo>
                    <a:lnTo>
                      <a:pt x="4626" y="9697"/>
                    </a:lnTo>
                    <a:cubicBezTo>
                      <a:pt x="4807" y="9697"/>
                      <a:pt x="4985" y="9704"/>
                      <a:pt x="5166" y="9704"/>
                    </a:cubicBezTo>
                    <a:cubicBezTo>
                      <a:pt x="5308" y="9704"/>
                      <a:pt x="5446" y="9701"/>
                      <a:pt x="5588" y="9677"/>
                    </a:cubicBezTo>
                    <a:cubicBezTo>
                      <a:pt x="5848" y="9638"/>
                      <a:pt x="6101" y="9544"/>
                      <a:pt x="6321" y="9402"/>
                    </a:cubicBezTo>
                    <a:cubicBezTo>
                      <a:pt x="6365" y="9373"/>
                      <a:pt x="6408" y="9342"/>
                      <a:pt x="6452" y="9311"/>
                    </a:cubicBezTo>
                    <a:cubicBezTo>
                      <a:pt x="6550" y="9236"/>
                      <a:pt x="6649" y="9145"/>
                      <a:pt x="6696" y="9023"/>
                    </a:cubicBezTo>
                    <a:cubicBezTo>
                      <a:pt x="6720" y="8963"/>
                      <a:pt x="6727" y="8896"/>
                      <a:pt x="6727" y="8834"/>
                    </a:cubicBezTo>
                    <a:cubicBezTo>
                      <a:pt x="6727" y="8751"/>
                      <a:pt x="6712" y="8664"/>
                      <a:pt x="6692" y="8581"/>
                    </a:cubicBezTo>
                    <a:cubicBezTo>
                      <a:pt x="6590" y="8139"/>
                      <a:pt x="6408" y="7717"/>
                      <a:pt x="6235" y="7300"/>
                    </a:cubicBezTo>
                    <a:cubicBezTo>
                      <a:pt x="6061" y="6882"/>
                      <a:pt x="5895" y="6463"/>
                      <a:pt x="5821" y="6018"/>
                    </a:cubicBezTo>
                    <a:cubicBezTo>
                      <a:pt x="5786" y="5809"/>
                      <a:pt x="5773" y="5593"/>
                      <a:pt x="5738" y="5375"/>
                    </a:cubicBezTo>
                    <a:cubicBezTo>
                      <a:pt x="5706" y="5162"/>
                      <a:pt x="5659" y="4954"/>
                      <a:pt x="5557" y="4760"/>
                    </a:cubicBezTo>
                    <a:cubicBezTo>
                      <a:pt x="5486" y="4634"/>
                      <a:pt x="5395" y="4523"/>
                      <a:pt x="5308" y="4410"/>
                    </a:cubicBezTo>
                    <a:cubicBezTo>
                      <a:pt x="5222" y="4299"/>
                      <a:pt x="5135" y="4184"/>
                      <a:pt x="5071" y="4062"/>
                    </a:cubicBezTo>
                    <a:cubicBezTo>
                      <a:pt x="5000" y="3917"/>
                      <a:pt x="4965" y="3759"/>
                      <a:pt x="4941" y="3601"/>
                    </a:cubicBezTo>
                    <a:cubicBezTo>
                      <a:pt x="4914" y="3440"/>
                      <a:pt x="4902" y="3274"/>
                      <a:pt x="4878" y="3108"/>
                    </a:cubicBezTo>
                    <a:cubicBezTo>
                      <a:pt x="4847" y="2911"/>
                      <a:pt x="4776" y="2754"/>
                      <a:pt x="4689" y="2607"/>
                    </a:cubicBezTo>
                    <a:cubicBezTo>
                      <a:pt x="4603" y="2461"/>
                      <a:pt x="4508" y="2328"/>
                      <a:pt x="4421" y="2162"/>
                    </a:cubicBezTo>
                    <a:cubicBezTo>
                      <a:pt x="4263" y="1866"/>
                      <a:pt x="4110" y="1571"/>
                      <a:pt x="3936" y="1287"/>
                    </a:cubicBezTo>
                    <a:cubicBezTo>
                      <a:pt x="3782" y="1038"/>
                      <a:pt x="3601" y="754"/>
                      <a:pt x="3372" y="525"/>
                    </a:cubicBezTo>
                    <a:cubicBezTo>
                      <a:pt x="3258" y="411"/>
                      <a:pt x="3131" y="308"/>
                      <a:pt x="2998" y="233"/>
                    </a:cubicBezTo>
                    <a:cubicBezTo>
                      <a:pt x="2860" y="159"/>
                      <a:pt x="2710" y="108"/>
                      <a:pt x="2544" y="99"/>
                    </a:cubicBezTo>
                    <a:cubicBezTo>
                      <a:pt x="2418" y="91"/>
                      <a:pt x="2284" y="64"/>
                      <a:pt x="2142" y="44"/>
                    </a:cubicBezTo>
                    <a:cubicBezTo>
                      <a:pt x="2004" y="21"/>
                      <a:pt x="1866" y="1"/>
                      <a:pt x="173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5" name="Google Shape;2575;p53"/>
              <p:cNvSpPr/>
              <p:nvPr/>
            </p:nvSpPr>
            <p:spPr>
              <a:xfrm>
                <a:off x="5891383" y="2597678"/>
                <a:ext cx="1413556" cy="1812918"/>
              </a:xfrm>
              <a:custGeom>
                <a:rect b="b" l="l" r="r" t="t"/>
                <a:pathLst>
                  <a:path extrusionOk="0" h="5225" w="4074">
                    <a:moveTo>
                      <a:pt x="2006" y="1"/>
                    </a:moveTo>
                    <a:cubicBezTo>
                      <a:pt x="1935" y="1"/>
                      <a:pt x="1862" y="7"/>
                      <a:pt x="1788" y="21"/>
                    </a:cubicBezTo>
                    <a:cubicBezTo>
                      <a:pt x="1424" y="87"/>
                      <a:pt x="1247" y="336"/>
                      <a:pt x="975" y="553"/>
                    </a:cubicBezTo>
                    <a:cubicBezTo>
                      <a:pt x="679" y="793"/>
                      <a:pt x="521" y="1204"/>
                      <a:pt x="360" y="1543"/>
                    </a:cubicBezTo>
                    <a:cubicBezTo>
                      <a:pt x="166" y="1945"/>
                      <a:pt x="1" y="2415"/>
                      <a:pt x="159" y="2832"/>
                    </a:cubicBezTo>
                    <a:cubicBezTo>
                      <a:pt x="221" y="2998"/>
                      <a:pt x="332" y="3139"/>
                      <a:pt x="383" y="3305"/>
                    </a:cubicBezTo>
                    <a:cubicBezTo>
                      <a:pt x="439" y="3479"/>
                      <a:pt x="427" y="3660"/>
                      <a:pt x="454" y="3838"/>
                    </a:cubicBezTo>
                    <a:cubicBezTo>
                      <a:pt x="478" y="3987"/>
                      <a:pt x="541" y="4114"/>
                      <a:pt x="561" y="4268"/>
                    </a:cubicBezTo>
                    <a:cubicBezTo>
                      <a:pt x="585" y="4457"/>
                      <a:pt x="553" y="4788"/>
                      <a:pt x="636" y="4954"/>
                    </a:cubicBezTo>
                    <a:cubicBezTo>
                      <a:pt x="695" y="5079"/>
                      <a:pt x="853" y="5084"/>
                      <a:pt x="991" y="5115"/>
                    </a:cubicBezTo>
                    <a:cubicBezTo>
                      <a:pt x="1294" y="5188"/>
                      <a:pt x="1605" y="5224"/>
                      <a:pt x="1917" y="5224"/>
                    </a:cubicBezTo>
                    <a:cubicBezTo>
                      <a:pt x="2417" y="5224"/>
                      <a:pt x="2918" y="5132"/>
                      <a:pt x="3384" y="4950"/>
                    </a:cubicBezTo>
                    <a:cubicBezTo>
                      <a:pt x="3408" y="4942"/>
                      <a:pt x="3435" y="4930"/>
                      <a:pt x="3463" y="4919"/>
                    </a:cubicBezTo>
                    <a:cubicBezTo>
                      <a:pt x="3601" y="4859"/>
                      <a:pt x="3731" y="4788"/>
                      <a:pt x="3830" y="4673"/>
                    </a:cubicBezTo>
                    <a:cubicBezTo>
                      <a:pt x="3932" y="4559"/>
                      <a:pt x="3988" y="4409"/>
                      <a:pt x="4011" y="4260"/>
                    </a:cubicBezTo>
                    <a:cubicBezTo>
                      <a:pt x="4074" y="3869"/>
                      <a:pt x="3932" y="3479"/>
                      <a:pt x="3794" y="3108"/>
                    </a:cubicBezTo>
                    <a:cubicBezTo>
                      <a:pt x="3546" y="2450"/>
                      <a:pt x="3084" y="1661"/>
                      <a:pt x="3084" y="951"/>
                    </a:cubicBezTo>
                    <a:cubicBezTo>
                      <a:pt x="2997" y="415"/>
                      <a:pt x="2568" y="1"/>
                      <a:pt x="2006" y="1"/>
                    </a:cubicBezTo>
                    <a:close/>
                  </a:path>
                </a:pathLst>
              </a:custGeom>
              <a:solidFill>
                <a:schemeClr val="accent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6" name="Google Shape;2576;p53"/>
              <p:cNvSpPr/>
              <p:nvPr/>
            </p:nvSpPr>
            <p:spPr>
              <a:xfrm>
                <a:off x="5916017" y="2589698"/>
                <a:ext cx="1380941" cy="1828185"/>
              </a:xfrm>
              <a:custGeom>
                <a:rect b="b" l="l" r="r" t="t"/>
                <a:pathLst>
                  <a:path extrusionOk="0" h="5269" w="3980">
                    <a:moveTo>
                      <a:pt x="1937" y="48"/>
                    </a:moveTo>
                    <a:cubicBezTo>
                      <a:pt x="2213" y="48"/>
                      <a:pt x="2454" y="146"/>
                      <a:pt x="2639" y="316"/>
                    </a:cubicBezTo>
                    <a:cubicBezTo>
                      <a:pt x="2823" y="481"/>
                      <a:pt x="2949" y="712"/>
                      <a:pt x="2994" y="974"/>
                    </a:cubicBezTo>
                    <a:lnTo>
                      <a:pt x="2989" y="974"/>
                    </a:lnTo>
                    <a:cubicBezTo>
                      <a:pt x="2994" y="1333"/>
                      <a:pt x="3108" y="1712"/>
                      <a:pt x="3254" y="2083"/>
                    </a:cubicBezTo>
                    <a:cubicBezTo>
                      <a:pt x="3400" y="2449"/>
                      <a:pt x="3577" y="2812"/>
                      <a:pt x="3704" y="3139"/>
                    </a:cubicBezTo>
                    <a:cubicBezTo>
                      <a:pt x="3817" y="3446"/>
                      <a:pt x="3936" y="3766"/>
                      <a:pt x="3936" y="4085"/>
                    </a:cubicBezTo>
                    <a:cubicBezTo>
                      <a:pt x="3936" y="4152"/>
                      <a:pt x="3928" y="4216"/>
                      <a:pt x="3921" y="4279"/>
                    </a:cubicBezTo>
                    <a:cubicBezTo>
                      <a:pt x="3897" y="4429"/>
                      <a:pt x="3841" y="4571"/>
                      <a:pt x="3743" y="4685"/>
                    </a:cubicBezTo>
                    <a:cubicBezTo>
                      <a:pt x="3648" y="4791"/>
                      <a:pt x="3518" y="4862"/>
                      <a:pt x="3384" y="4922"/>
                    </a:cubicBezTo>
                    <a:cubicBezTo>
                      <a:pt x="3357" y="4933"/>
                      <a:pt x="3329" y="4945"/>
                      <a:pt x="3305" y="4953"/>
                    </a:cubicBezTo>
                    <a:cubicBezTo>
                      <a:pt x="2840" y="5135"/>
                      <a:pt x="2343" y="5225"/>
                      <a:pt x="1846" y="5225"/>
                    </a:cubicBezTo>
                    <a:cubicBezTo>
                      <a:pt x="1535" y="5225"/>
                      <a:pt x="1227" y="5190"/>
                      <a:pt x="924" y="5119"/>
                    </a:cubicBezTo>
                    <a:cubicBezTo>
                      <a:pt x="853" y="5102"/>
                      <a:pt x="782" y="5091"/>
                      <a:pt x="718" y="5071"/>
                    </a:cubicBezTo>
                    <a:cubicBezTo>
                      <a:pt x="687" y="5064"/>
                      <a:pt x="660" y="5048"/>
                      <a:pt x="640" y="5031"/>
                    </a:cubicBezTo>
                    <a:cubicBezTo>
                      <a:pt x="616" y="5016"/>
                      <a:pt x="596" y="4996"/>
                      <a:pt x="585" y="4969"/>
                    </a:cubicBezTo>
                    <a:cubicBezTo>
                      <a:pt x="565" y="4929"/>
                      <a:pt x="549" y="4882"/>
                      <a:pt x="541" y="4823"/>
                    </a:cubicBezTo>
                    <a:cubicBezTo>
                      <a:pt x="529" y="4740"/>
                      <a:pt x="525" y="4642"/>
                      <a:pt x="525" y="4547"/>
                    </a:cubicBezTo>
                    <a:cubicBezTo>
                      <a:pt x="521" y="4452"/>
                      <a:pt x="521" y="4361"/>
                      <a:pt x="514" y="4291"/>
                    </a:cubicBezTo>
                    <a:cubicBezTo>
                      <a:pt x="501" y="4212"/>
                      <a:pt x="482" y="4141"/>
                      <a:pt x="458" y="4070"/>
                    </a:cubicBezTo>
                    <a:cubicBezTo>
                      <a:pt x="439" y="3999"/>
                      <a:pt x="419" y="3932"/>
                      <a:pt x="407" y="3857"/>
                    </a:cubicBezTo>
                    <a:cubicBezTo>
                      <a:pt x="392" y="3770"/>
                      <a:pt x="387" y="3679"/>
                      <a:pt x="379" y="3593"/>
                    </a:cubicBezTo>
                    <a:cubicBezTo>
                      <a:pt x="372" y="3502"/>
                      <a:pt x="363" y="3411"/>
                      <a:pt x="332" y="3320"/>
                    </a:cubicBezTo>
                    <a:cubicBezTo>
                      <a:pt x="308" y="3238"/>
                      <a:pt x="265" y="3159"/>
                      <a:pt x="221" y="3080"/>
                    </a:cubicBezTo>
                    <a:cubicBezTo>
                      <a:pt x="183" y="3005"/>
                      <a:pt x="139" y="2926"/>
                      <a:pt x="108" y="2847"/>
                    </a:cubicBezTo>
                    <a:cubicBezTo>
                      <a:pt x="64" y="2733"/>
                      <a:pt x="44" y="2615"/>
                      <a:pt x="44" y="2492"/>
                    </a:cubicBezTo>
                    <a:cubicBezTo>
                      <a:pt x="44" y="2185"/>
                      <a:pt x="170" y="1866"/>
                      <a:pt x="308" y="1574"/>
                    </a:cubicBezTo>
                    <a:cubicBezTo>
                      <a:pt x="387" y="1404"/>
                      <a:pt x="470" y="1219"/>
                      <a:pt x="565" y="1045"/>
                    </a:cubicBezTo>
                    <a:cubicBezTo>
                      <a:pt x="660" y="872"/>
                      <a:pt x="774" y="710"/>
                      <a:pt x="916" y="596"/>
                    </a:cubicBezTo>
                    <a:cubicBezTo>
                      <a:pt x="1054" y="485"/>
                      <a:pt x="1168" y="367"/>
                      <a:pt x="1291" y="272"/>
                    </a:cubicBezTo>
                    <a:cubicBezTo>
                      <a:pt x="1413" y="174"/>
                      <a:pt x="1542" y="99"/>
                      <a:pt x="1720" y="68"/>
                    </a:cubicBezTo>
                    <a:cubicBezTo>
                      <a:pt x="1795" y="52"/>
                      <a:pt x="1866" y="48"/>
                      <a:pt x="1937" y="48"/>
                    </a:cubicBezTo>
                    <a:close/>
                    <a:moveTo>
                      <a:pt x="1937" y="1"/>
                    </a:moveTo>
                    <a:cubicBezTo>
                      <a:pt x="1866" y="1"/>
                      <a:pt x="1791" y="8"/>
                      <a:pt x="1712" y="24"/>
                    </a:cubicBezTo>
                    <a:cubicBezTo>
                      <a:pt x="1527" y="56"/>
                      <a:pt x="1389" y="139"/>
                      <a:pt x="1262" y="237"/>
                    </a:cubicBezTo>
                    <a:cubicBezTo>
                      <a:pt x="1136" y="336"/>
                      <a:pt x="1022" y="454"/>
                      <a:pt x="889" y="560"/>
                    </a:cubicBezTo>
                    <a:cubicBezTo>
                      <a:pt x="738" y="683"/>
                      <a:pt x="624" y="849"/>
                      <a:pt x="525" y="1022"/>
                    </a:cubicBezTo>
                    <a:cubicBezTo>
                      <a:pt x="430" y="1199"/>
                      <a:pt x="348" y="1388"/>
                      <a:pt x="269" y="1554"/>
                    </a:cubicBezTo>
                    <a:cubicBezTo>
                      <a:pt x="131" y="1846"/>
                      <a:pt x="1" y="2174"/>
                      <a:pt x="1" y="2492"/>
                    </a:cubicBezTo>
                    <a:cubicBezTo>
                      <a:pt x="1" y="2618"/>
                      <a:pt x="21" y="2745"/>
                      <a:pt x="68" y="2863"/>
                    </a:cubicBezTo>
                    <a:cubicBezTo>
                      <a:pt x="99" y="2946"/>
                      <a:pt x="143" y="3025"/>
                      <a:pt x="186" y="3104"/>
                    </a:cubicBezTo>
                    <a:cubicBezTo>
                      <a:pt x="226" y="3179"/>
                      <a:pt x="265" y="3253"/>
                      <a:pt x="292" y="3337"/>
                    </a:cubicBezTo>
                    <a:cubicBezTo>
                      <a:pt x="321" y="3419"/>
                      <a:pt x="328" y="3506"/>
                      <a:pt x="336" y="3593"/>
                    </a:cubicBezTo>
                    <a:cubicBezTo>
                      <a:pt x="344" y="3683"/>
                      <a:pt x="348" y="3774"/>
                      <a:pt x="363" y="3865"/>
                    </a:cubicBezTo>
                    <a:cubicBezTo>
                      <a:pt x="376" y="3939"/>
                      <a:pt x="395" y="4010"/>
                      <a:pt x="419" y="4081"/>
                    </a:cubicBezTo>
                    <a:cubicBezTo>
                      <a:pt x="439" y="4152"/>
                      <a:pt x="458" y="4220"/>
                      <a:pt x="470" y="4294"/>
                    </a:cubicBezTo>
                    <a:cubicBezTo>
                      <a:pt x="482" y="4385"/>
                      <a:pt x="478" y="4516"/>
                      <a:pt x="482" y="4645"/>
                    </a:cubicBezTo>
                    <a:cubicBezTo>
                      <a:pt x="486" y="4709"/>
                      <a:pt x="490" y="4771"/>
                      <a:pt x="498" y="4831"/>
                    </a:cubicBezTo>
                    <a:cubicBezTo>
                      <a:pt x="510" y="4890"/>
                      <a:pt x="521" y="4942"/>
                      <a:pt x="545" y="4989"/>
                    </a:cubicBezTo>
                    <a:cubicBezTo>
                      <a:pt x="561" y="5020"/>
                      <a:pt x="585" y="5048"/>
                      <a:pt x="612" y="5067"/>
                    </a:cubicBezTo>
                    <a:cubicBezTo>
                      <a:pt x="656" y="5099"/>
                      <a:pt x="703" y="5115"/>
                      <a:pt x="758" y="5126"/>
                    </a:cubicBezTo>
                    <a:cubicBezTo>
                      <a:pt x="809" y="5138"/>
                      <a:pt x="860" y="5150"/>
                      <a:pt x="912" y="5162"/>
                    </a:cubicBezTo>
                    <a:cubicBezTo>
                      <a:pt x="1220" y="5233"/>
                      <a:pt x="1535" y="5268"/>
                      <a:pt x="1846" y="5268"/>
                    </a:cubicBezTo>
                    <a:cubicBezTo>
                      <a:pt x="2351" y="5268"/>
                      <a:pt x="2852" y="5178"/>
                      <a:pt x="3321" y="4996"/>
                    </a:cubicBezTo>
                    <a:cubicBezTo>
                      <a:pt x="3344" y="4984"/>
                      <a:pt x="3373" y="4973"/>
                      <a:pt x="3400" y="4961"/>
                    </a:cubicBezTo>
                    <a:cubicBezTo>
                      <a:pt x="3538" y="4902"/>
                      <a:pt x="3676" y="4827"/>
                      <a:pt x="3775" y="4713"/>
                    </a:cubicBezTo>
                    <a:cubicBezTo>
                      <a:pt x="3881" y="4594"/>
                      <a:pt x="3936" y="4440"/>
                      <a:pt x="3964" y="4287"/>
                    </a:cubicBezTo>
                    <a:cubicBezTo>
                      <a:pt x="3972" y="4220"/>
                      <a:pt x="3979" y="4152"/>
                      <a:pt x="3979" y="4085"/>
                    </a:cubicBezTo>
                    <a:cubicBezTo>
                      <a:pt x="3979" y="3759"/>
                      <a:pt x="3857" y="3431"/>
                      <a:pt x="3743" y="3124"/>
                    </a:cubicBezTo>
                    <a:cubicBezTo>
                      <a:pt x="3617" y="2792"/>
                      <a:pt x="3439" y="2434"/>
                      <a:pt x="3293" y="2063"/>
                    </a:cubicBezTo>
                    <a:cubicBezTo>
                      <a:pt x="3147" y="1696"/>
                      <a:pt x="3037" y="1326"/>
                      <a:pt x="3037" y="974"/>
                    </a:cubicBezTo>
                    <a:lnTo>
                      <a:pt x="3033" y="971"/>
                    </a:lnTo>
                    <a:cubicBezTo>
                      <a:pt x="2989" y="698"/>
                      <a:pt x="2860" y="454"/>
                      <a:pt x="2667" y="281"/>
                    </a:cubicBezTo>
                    <a:cubicBezTo>
                      <a:pt x="2477" y="107"/>
                      <a:pt x="2225" y="1"/>
                      <a:pt x="1937"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7" name="Google Shape;2577;p53"/>
              <p:cNvSpPr/>
              <p:nvPr/>
            </p:nvSpPr>
            <p:spPr>
              <a:xfrm>
                <a:off x="5982982" y="1838170"/>
                <a:ext cx="709554" cy="1076648"/>
              </a:xfrm>
              <a:custGeom>
                <a:rect b="b" l="l" r="r" t="t"/>
                <a:pathLst>
                  <a:path extrusionOk="0" h="3103" w="2045">
                    <a:moveTo>
                      <a:pt x="676" y="2821"/>
                    </a:moveTo>
                    <a:lnTo>
                      <a:pt x="676" y="2821"/>
                    </a:lnTo>
                    <a:cubicBezTo>
                      <a:pt x="676" y="2821"/>
                      <a:pt x="676" y="2821"/>
                      <a:pt x="676" y="2821"/>
                    </a:cubicBezTo>
                    <a:lnTo>
                      <a:pt x="676" y="2821"/>
                    </a:lnTo>
                    <a:cubicBezTo>
                      <a:pt x="676" y="2821"/>
                      <a:pt x="676" y="2821"/>
                      <a:pt x="676" y="2821"/>
                    </a:cubicBezTo>
                    <a:close/>
                    <a:moveTo>
                      <a:pt x="555" y="0"/>
                    </a:moveTo>
                    <a:cubicBezTo>
                      <a:pt x="485" y="0"/>
                      <a:pt x="416" y="13"/>
                      <a:pt x="356" y="49"/>
                    </a:cubicBezTo>
                    <a:cubicBezTo>
                      <a:pt x="1" y="262"/>
                      <a:pt x="33" y="940"/>
                      <a:pt x="92" y="1288"/>
                    </a:cubicBezTo>
                    <a:cubicBezTo>
                      <a:pt x="108" y="1370"/>
                      <a:pt x="128" y="1453"/>
                      <a:pt x="170" y="1524"/>
                    </a:cubicBezTo>
                    <a:cubicBezTo>
                      <a:pt x="230" y="1626"/>
                      <a:pt x="344" y="1677"/>
                      <a:pt x="454" y="1709"/>
                    </a:cubicBezTo>
                    <a:cubicBezTo>
                      <a:pt x="506" y="1725"/>
                      <a:pt x="561" y="1721"/>
                      <a:pt x="612" y="1729"/>
                    </a:cubicBezTo>
                    <a:cubicBezTo>
                      <a:pt x="632" y="1729"/>
                      <a:pt x="648" y="1737"/>
                      <a:pt x="663" y="1748"/>
                    </a:cubicBezTo>
                    <a:cubicBezTo>
                      <a:pt x="672" y="1756"/>
                      <a:pt x="679" y="1768"/>
                      <a:pt x="683" y="1780"/>
                    </a:cubicBezTo>
                    <a:cubicBezTo>
                      <a:pt x="754" y="1958"/>
                      <a:pt x="809" y="2143"/>
                      <a:pt x="825" y="2332"/>
                    </a:cubicBezTo>
                    <a:cubicBezTo>
                      <a:pt x="833" y="2427"/>
                      <a:pt x="833" y="2529"/>
                      <a:pt x="805" y="2620"/>
                    </a:cubicBezTo>
                    <a:cubicBezTo>
                      <a:pt x="798" y="2639"/>
                      <a:pt x="690" y="2821"/>
                      <a:pt x="677" y="2821"/>
                    </a:cubicBezTo>
                    <a:cubicBezTo>
                      <a:pt x="676" y="2821"/>
                      <a:pt x="676" y="2821"/>
                      <a:pt x="676" y="2821"/>
                    </a:cubicBezTo>
                    <a:lnTo>
                      <a:pt x="676" y="2821"/>
                    </a:lnTo>
                    <a:cubicBezTo>
                      <a:pt x="793" y="3007"/>
                      <a:pt x="1016" y="3102"/>
                      <a:pt x="1237" y="3102"/>
                    </a:cubicBezTo>
                    <a:cubicBezTo>
                      <a:pt x="1298" y="3102"/>
                      <a:pt x="1358" y="3095"/>
                      <a:pt x="1417" y="3081"/>
                    </a:cubicBezTo>
                    <a:cubicBezTo>
                      <a:pt x="1555" y="3042"/>
                      <a:pt x="1684" y="2971"/>
                      <a:pt x="1791" y="2873"/>
                    </a:cubicBezTo>
                    <a:cubicBezTo>
                      <a:pt x="1866" y="2813"/>
                      <a:pt x="2044" y="2660"/>
                      <a:pt x="2024" y="2560"/>
                    </a:cubicBezTo>
                    <a:cubicBezTo>
                      <a:pt x="2016" y="2505"/>
                      <a:pt x="1921" y="2418"/>
                      <a:pt x="1894" y="2371"/>
                    </a:cubicBezTo>
                    <a:cubicBezTo>
                      <a:pt x="1850" y="2305"/>
                      <a:pt x="1815" y="2234"/>
                      <a:pt x="1784" y="2158"/>
                    </a:cubicBezTo>
                    <a:cubicBezTo>
                      <a:pt x="1724" y="2021"/>
                      <a:pt x="1681" y="1879"/>
                      <a:pt x="1646" y="1737"/>
                    </a:cubicBezTo>
                    <a:cubicBezTo>
                      <a:pt x="1595" y="1548"/>
                      <a:pt x="1515" y="1335"/>
                      <a:pt x="1511" y="1137"/>
                    </a:cubicBezTo>
                    <a:cubicBezTo>
                      <a:pt x="1511" y="956"/>
                      <a:pt x="1484" y="782"/>
                      <a:pt x="1429" y="605"/>
                    </a:cubicBezTo>
                    <a:cubicBezTo>
                      <a:pt x="1369" y="404"/>
                      <a:pt x="1358" y="247"/>
                      <a:pt x="1145" y="136"/>
                    </a:cubicBezTo>
                    <a:cubicBezTo>
                      <a:pt x="1027" y="72"/>
                      <a:pt x="892" y="49"/>
                      <a:pt x="758" y="25"/>
                    </a:cubicBezTo>
                    <a:cubicBezTo>
                      <a:pt x="693" y="12"/>
                      <a:pt x="623" y="0"/>
                      <a:pt x="555" y="0"/>
                    </a:cubicBezTo>
                    <a:close/>
                  </a:path>
                </a:pathLst>
              </a:custGeom>
              <a:solidFill>
                <a:srgbClr val="82473E"/>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8" name="Google Shape;2578;p53"/>
              <p:cNvSpPr/>
              <p:nvPr/>
            </p:nvSpPr>
            <p:spPr>
              <a:xfrm>
                <a:off x="5994432" y="1830189"/>
                <a:ext cx="699145" cy="1092262"/>
              </a:xfrm>
              <a:custGeom>
                <a:rect b="b" l="l" r="r" t="t"/>
                <a:pathLst>
                  <a:path extrusionOk="0" h="3148" w="2015">
                    <a:moveTo>
                      <a:pt x="521" y="44"/>
                    </a:moveTo>
                    <a:cubicBezTo>
                      <a:pt x="587" y="44"/>
                      <a:pt x="654" y="57"/>
                      <a:pt x="721" y="68"/>
                    </a:cubicBezTo>
                    <a:cubicBezTo>
                      <a:pt x="856" y="92"/>
                      <a:pt x="989" y="115"/>
                      <a:pt x="1104" y="179"/>
                    </a:cubicBezTo>
                    <a:cubicBezTo>
                      <a:pt x="1155" y="202"/>
                      <a:pt x="1194" y="234"/>
                      <a:pt x="1222" y="265"/>
                    </a:cubicBezTo>
                    <a:cubicBezTo>
                      <a:pt x="1269" y="312"/>
                      <a:pt x="1293" y="364"/>
                      <a:pt x="1316" y="427"/>
                    </a:cubicBezTo>
                    <a:cubicBezTo>
                      <a:pt x="1336" y="486"/>
                      <a:pt x="1352" y="557"/>
                      <a:pt x="1376" y="636"/>
                    </a:cubicBezTo>
                    <a:cubicBezTo>
                      <a:pt x="1431" y="809"/>
                      <a:pt x="1455" y="979"/>
                      <a:pt x="1458" y="1160"/>
                    </a:cubicBezTo>
                    <a:cubicBezTo>
                      <a:pt x="1458" y="1263"/>
                      <a:pt x="1482" y="1365"/>
                      <a:pt x="1506" y="1468"/>
                    </a:cubicBezTo>
                    <a:cubicBezTo>
                      <a:pt x="1533" y="1571"/>
                      <a:pt x="1565" y="1673"/>
                      <a:pt x="1589" y="1764"/>
                    </a:cubicBezTo>
                    <a:cubicBezTo>
                      <a:pt x="1628" y="1910"/>
                      <a:pt x="1671" y="2052"/>
                      <a:pt x="1731" y="2190"/>
                    </a:cubicBezTo>
                    <a:cubicBezTo>
                      <a:pt x="1762" y="2264"/>
                      <a:pt x="1798" y="2335"/>
                      <a:pt x="1841" y="2406"/>
                    </a:cubicBezTo>
                    <a:cubicBezTo>
                      <a:pt x="1849" y="2418"/>
                      <a:pt x="1861" y="2434"/>
                      <a:pt x="1877" y="2450"/>
                    </a:cubicBezTo>
                    <a:cubicBezTo>
                      <a:pt x="1897" y="2474"/>
                      <a:pt x="1920" y="2501"/>
                      <a:pt x="1935" y="2525"/>
                    </a:cubicBezTo>
                    <a:cubicBezTo>
                      <a:pt x="1948" y="2536"/>
                      <a:pt x="1955" y="2548"/>
                      <a:pt x="1959" y="2560"/>
                    </a:cubicBezTo>
                    <a:cubicBezTo>
                      <a:pt x="1968" y="2572"/>
                      <a:pt x="1971" y="2580"/>
                      <a:pt x="1971" y="2583"/>
                    </a:cubicBezTo>
                    <a:lnTo>
                      <a:pt x="1971" y="2596"/>
                    </a:lnTo>
                    <a:cubicBezTo>
                      <a:pt x="1971" y="2616"/>
                      <a:pt x="1964" y="2639"/>
                      <a:pt x="1948" y="2667"/>
                    </a:cubicBezTo>
                    <a:cubicBezTo>
                      <a:pt x="1924" y="2706"/>
                      <a:pt x="1888" y="2749"/>
                      <a:pt x="1849" y="2785"/>
                    </a:cubicBezTo>
                    <a:cubicBezTo>
                      <a:pt x="1809" y="2825"/>
                      <a:pt x="1770" y="2860"/>
                      <a:pt x="1746" y="2880"/>
                    </a:cubicBezTo>
                    <a:cubicBezTo>
                      <a:pt x="1640" y="2974"/>
                      <a:pt x="1514" y="3045"/>
                      <a:pt x="1376" y="3080"/>
                    </a:cubicBezTo>
                    <a:cubicBezTo>
                      <a:pt x="1320" y="3096"/>
                      <a:pt x="1262" y="3104"/>
                      <a:pt x="1198" y="3104"/>
                    </a:cubicBezTo>
                    <a:cubicBezTo>
                      <a:pt x="1092" y="3104"/>
                      <a:pt x="985" y="3080"/>
                      <a:pt x="891" y="3033"/>
                    </a:cubicBezTo>
                    <a:cubicBezTo>
                      <a:pt x="805" y="2993"/>
                      <a:pt x="727" y="2931"/>
                      <a:pt x="672" y="2848"/>
                    </a:cubicBezTo>
                    <a:lnTo>
                      <a:pt x="672" y="2848"/>
                    </a:lnTo>
                    <a:cubicBezTo>
                      <a:pt x="675" y="2844"/>
                      <a:pt x="678" y="2840"/>
                      <a:pt x="681" y="2836"/>
                    </a:cubicBezTo>
                    <a:cubicBezTo>
                      <a:pt x="701" y="2812"/>
                      <a:pt x="725" y="2769"/>
                      <a:pt x="749" y="2734"/>
                    </a:cubicBezTo>
                    <a:cubicBezTo>
                      <a:pt x="761" y="2714"/>
                      <a:pt x="769" y="2694"/>
                      <a:pt x="776" y="2683"/>
                    </a:cubicBezTo>
                    <a:cubicBezTo>
                      <a:pt x="781" y="2674"/>
                      <a:pt x="785" y="2667"/>
                      <a:pt x="788" y="2663"/>
                    </a:cubicBezTo>
                    <a:cubicBezTo>
                      <a:pt x="788" y="2659"/>
                      <a:pt x="788" y="2659"/>
                      <a:pt x="792" y="2654"/>
                    </a:cubicBezTo>
                    <a:lnTo>
                      <a:pt x="792" y="2647"/>
                    </a:lnTo>
                    <a:cubicBezTo>
                      <a:pt x="812" y="2588"/>
                      <a:pt x="816" y="2525"/>
                      <a:pt x="816" y="2461"/>
                    </a:cubicBezTo>
                    <a:cubicBezTo>
                      <a:pt x="816" y="2423"/>
                      <a:pt x="816" y="2387"/>
                      <a:pt x="812" y="2355"/>
                    </a:cubicBezTo>
                    <a:cubicBezTo>
                      <a:pt x="800" y="2162"/>
                      <a:pt x="745" y="1973"/>
                      <a:pt x="670" y="1795"/>
                    </a:cubicBezTo>
                    <a:cubicBezTo>
                      <a:pt x="666" y="1784"/>
                      <a:pt x="658" y="1768"/>
                      <a:pt x="643" y="1755"/>
                    </a:cubicBezTo>
                    <a:cubicBezTo>
                      <a:pt x="634" y="1744"/>
                      <a:pt x="623" y="1740"/>
                      <a:pt x="615" y="1736"/>
                    </a:cubicBezTo>
                    <a:cubicBezTo>
                      <a:pt x="603" y="1732"/>
                      <a:pt x="595" y="1732"/>
                      <a:pt x="583" y="1728"/>
                    </a:cubicBezTo>
                    <a:cubicBezTo>
                      <a:pt x="556" y="1724"/>
                      <a:pt x="528" y="1724"/>
                      <a:pt x="501" y="1724"/>
                    </a:cubicBezTo>
                    <a:cubicBezTo>
                      <a:pt x="473" y="1720"/>
                      <a:pt x="450" y="1720"/>
                      <a:pt x="426" y="1713"/>
                    </a:cubicBezTo>
                    <a:cubicBezTo>
                      <a:pt x="374" y="1697"/>
                      <a:pt x="319" y="1677"/>
                      <a:pt x="272" y="1649"/>
                    </a:cubicBezTo>
                    <a:cubicBezTo>
                      <a:pt x="224" y="1618"/>
                      <a:pt x="185" y="1582"/>
                      <a:pt x="157" y="1539"/>
                    </a:cubicBezTo>
                    <a:cubicBezTo>
                      <a:pt x="118" y="1468"/>
                      <a:pt x="95" y="1389"/>
                      <a:pt x="82" y="1306"/>
                    </a:cubicBezTo>
                    <a:cubicBezTo>
                      <a:pt x="63" y="1192"/>
                      <a:pt x="43" y="1038"/>
                      <a:pt x="43" y="876"/>
                    </a:cubicBezTo>
                    <a:cubicBezTo>
                      <a:pt x="43" y="719"/>
                      <a:pt x="59" y="553"/>
                      <a:pt x="106" y="415"/>
                    </a:cubicBezTo>
                    <a:cubicBezTo>
                      <a:pt x="126" y="344"/>
                      <a:pt x="157" y="277"/>
                      <a:pt x="193" y="222"/>
                    </a:cubicBezTo>
                    <a:cubicBezTo>
                      <a:pt x="232" y="170"/>
                      <a:pt x="279" y="123"/>
                      <a:pt x="335" y="88"/>
                    </a:cubicBezTo>
                    <a:cubicBezTo>
                      <a:pt x="390" y="57"/>
                      <a:pt x="453" y="44"/>
                      <a:pt x="521" y="44"/>
                    </a:cubicBezTo>
                    <a:close/>
                    <a:moveTo>
                      <a:pt x="521" y="1"/>
                    </a:moveTo>
                    <a:cubicBezTo>
                      <a:pt x="445" y="1"/>
                      <a:pt x="374" y="13"/>
                      <a:pt x="311" y="52"/>
                    </a:cubicBezTo>
                    <a:cubicBezTo>
                      <a:pt x="248" y="88"/>
                      <a:pt x="201" y="139"/>
                      <a:pt x="157" y="199"/>
                    </a:cubicBezTo>
                    <a:cubicBezTo>
                      <a:pt x="98" y="288"/>
                      <a:pt x="59" y="395"/>
                      <a:pt x="35" y="514"/>
                    </a:cubicBezTo>
                    <a:cubicBezTo>
                      <a:pt x="11" y="632"/>
                      <a:pt x="0" y="754"/>
                      <a:pt x="0" y="876"/>
                    </a:cubicBezTo>
                    <a:cubicBezTo>
                      <a:pt x="0" y="1038"/>
                      <a:pt x="19" y="1196"/>
                      <a:pt x="39" y="1314"/>
                    </a:cubicBezTo>
                    <a:cubicBezTo>
                      <a:pt x="55" y="1397"/>
                      <a:pt x="75" y="1484"/>
                      <a:pt x="118" y="1558"/>
                    </a:cubicBezTo>
                    <a:cubicBezTo>
                      <a:pt x="153" y="1613"/>
                      <a:pt x="197" y="1653"/>
                      <a:pt x="252" y="1684"/>
                    </a:cubicBezTo>
                    <a:cubicBezTo>
                      <a:pt x="303" y="1717"/>
                      <a:pt x="359" y="1736"/>
                      <a:pt x="414" y="1755"/>
                    </a:cubicBezTo>
                    <a:cubicBezTo>
                      <a:pt x="441" y="1764"/>
                      <a:pt x="473" y="1764"/>
                      <a:pt x="501" y="1768"/>
                    </a:cubicBezTo>
                    <a:cubicBezTo>
                      <a:pt x="528" y="1768"/>
                      <a:pt x="552" y="1768"/>
                      <a:pt x="579" y="1771"/>
                    </a:cubicBezTo>
                    <a:cubicBezTo>
                      <a:pt x="587" y="1771"/>
                      <a:pt x="595" y="1775"/>
                      <a:pt x="599" y="1775"/>
                    </a:cubicBezTo>
                    <a:cubicBezTo>
                      <a:pt x="607" y="1779"/>
                      <a:pt x="610" y="1784"/>
                      <a:pt x="615" y="1788"/>
                    </a:cubicBezTo>
                    <a:cubicBezTo>
                      <a:pt x="619" y="1791"/>
                      <a:pt x="623" y="1799"/>
                      <a:pt x="630" y="1811"/>
                    </a:cubicBezTo>
                    <a:cubicBezTo>
                      <a:pt x="701" y="1984"/>
                      <a:pt x="757" y="2170"/>
                      <a:pt x="769" y="2359"/>
                    </a:cubicBezTo>
                    <a:cubicBezTo>
                      <a:pt x="772" y="2390"/>
                      <a:pt x="772" y="2426"/>
                      <a:pt x="772" y="2461"/>
                    </a:cubicBezTo>
                    <a:cubicBezTo>
                      <a:pt x="772" y="2521"/>
                      <a:pt x="769" y="2580"/>
                      <a:pt x="752" y="2635"/>
                    </a:cubicBezTo>
                    <a:cubicBezTo>
                      <a:pt x="752" y="2635"/>
                      <a:pt x="752" y="2639"/>
                      <a:pt x="749" y="2639"/>
                    </a:cubicBezTo>
                    <a:cubicBezTo>
                      <a:pt x="745" y="2647"/>
                      <a:pt x="737" y="2667"/>
                      <a:pt x="725" y="2687"/>
                    </a:cubicBezTo>
                    <a:cubicBezTo>
                      <a:pt x="710" y="2714"/>
                      <a:pt x="686" y="2754"/>
                      <a:pt x="666" y="2781"/>
                    </a:cubicBezTo>
                    <a:cubicBezTo>
                      <a:pt x="658" y="2796"/>
                      <a:pt x="650" y="2809"/>
                      <a:pt x="643" y="2816"/>
                    </a:cubicBezTo>
                    <a:cubicBezTo>
                      <a:pt x="640" y="2819"/>
                      <a:pt x="637" y="2822"/>
                      <a:pt x="636" y="2823"/>
                    </a:cubicBezTo>
                    <a:lnTo>
                      <a:pt x="636" y="2823"/>
                    </a:lnTo>
                    <a:cubicBezTo>
                      <a:pt x="634" y="2824"/>
                      <a:pt x="632" y="2824"/>
                      <a:pt x="630" y="2825"/>
                    </a:cubicBezTo>
                    <a:cubicBezTo>
                      <a:pt x="623" y="2832"/>
                      <a:pt x="619" y="2844"/>
                      <a:pt x="627" y="2856"/>
                    </a:cubicBezTo>
                    <a:cubicBezTo>
                      <a:pt x="627" y="2856"/>
                      <a:pt x="627" y="2856"/>
                      <a:pt x="627" y="2856"/>
                    </a:cubicBezTo>
                    <a:lnTo>
                      <a:pt x="627" y="2856"/>
                    </a:lnTo>
                    <a:cubicBezTo>
                      <a:pt x="627" y="2859"/>
                      <a:pt x="628" y="2861"/>
                      <a:pt x="631" y="2863"/>
                    </a:cubicBezTo>
                    <a:lnTo>
                      <a:pt x="631" y="2863"/>
                    </a:lnTo>
                    <a:cubicBezTo>
                      <a:pt x="690" y="2954"/>
                      <a:pt x="775" y="3026"/>
                      <a:pt x="875" y="3073"/>
                    </a:cubicBezTo>
                    <a:cubicBezTo>
                      <a:pt x="974" y="3124"/>
                      <a:pt x="1088" y="3147"/>
                      <a:pt x="1198" y="3147"/>
                    </a:cubicBezTo>
                    <a:cubicBezTo>
                      <a:pt x="1262" y="3147"/>
                      <a:pt x="1325" y="3140"/>
                      <a:pt x="1387" y="3124"/>
                    </a:cubicBezTo>
                    <a:cubicBezTo>
                      <a:pt x="1533" y="3089"/>
                      <a:pt x="1664" y="3009"/>
                      <a:pt x="1774" y="2915"/>
                    </a:cubicBezTo>
                    <a:cubicBezTo>
                      <a:pt x="1809" y="2883"/>
                      <a:pt x="1869" y="2832"/>
                      <a:pt x="1920" y="2777"/>
                    </a:cubicBezTo>
                    <a:cubicBezTo>
                      <a:pt x="1944" y="2749"/>
                      <a:pt x="1968" y="2718"/>
                      <a:pt x="1987" y="2687"/>
                    </a:cubicBezTo>
                    <a:cubicBezTo>
                      <a:pt x="2003" y="2659"/>
                      <a:pt x="2015" y="2627"/>
                      <a:pt x="2015" y="2596"/>
                    </a:cubicBezTo>
                    <a:lnTo>
                      <a:pt x="2015" y="2580"/>
                    </a:lnTo>
                    <a:cubicBezTo>
                      <a:pt x="2011" y="2560"/>
                      <a:pt x="2003" y="2545"/>
                      <a:pt x="1991" y="2525"/>
                    </a:cubicBezTo>
                    <a:cubicBezTo>
                      <a:pt x="1975" y="2501"/>
                      <a:pt x="1951" y="2474"/>
                      <a:pt x="1928" y="2446"/>
                    </a:cubicBezTo>
                    <a:cubicBezTo>
                      <a:pt x="1908" y="2423"/>
                      <a:pt x="1888" y="2399"/>
                      <a:pt x="1877" y="2383"/>
                    </a:cubicBezTo>
                    <a:cubicBezTo>
                      <a:pt x="1837" y="2316"/>
                      <a:pt x="1802" y="2245"/>
                      <a:pt x="1770" y="2174"/>
                    </a:cubicBezTo>
                    <a:cubicBezTo>
                      <a:pt x="1711" y="2039"/>
                      <a:pt x="1671" y="1897"/>
                      <a:pt x="1633" y="1755"/>
                    </a:cubicBezTo>
                    <a:cubicBezTo>
                      <a:pt x="1609" y="1657"/>
                      <a:pt x="1577" y="1558"/>
                      <a:pt x="1549" y="1456"/>
                    </a:cubicBezTo>
                    <a:cubicBezTo>
                      <a:pt x="1522" y="1358"/>
                      <a:pt x="1502" y="1255"/>
                      <a:pt x="1502" y="1160"/>
                    </a:cubicBezTo>
                    <a:cubicBezTo>
                      <a:pt x="1498" y="975"/>
                      <a:pt x="1471" y="801"/>
                      <a:pt x="1420" y="620"/>
                    </a:cubicBezTo>
                    <a:cubicBezTo>
                      <a:pt x="1387" y="521"/>
                      <a:pt x="1368" y="430"/>
                      <a:pt x="1333" y="348"/>
                    </a:cubicBezTo>
                    <a:cubicBezTo>
                      <a:pt x="1313" y="308"/>
                      <a:pt x="1289" y="270"/>
                      <a:pt x="1254" y="234"/>
                    </a:cubicBezTo>
                    <a:cubicBezTo>
                      <a:pt x="1222" y="199"/>
                      <a:pt x="1178" y="166"/>
                      <a:pt x="1123" y="139"/>
                    </a:cubicBezTo>
                    <a:cubicBezTo>
                      <a:pt x="1001" y="76"/>
                      <a:pt x="863" y="48"/>
                      <a:pt x="729" y="24"/>
                    </a:cubicBezTo>
                    <a:cubicBezTo>
                      <a:pt x="663" y="13"/>
                      <a:pt x="592" y="1"/>
                      <a:pt x="521"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9" name="Google Shape;2579;p53"/>
              <p:cNvSpPr/>
              <p:nvPr/>
            </p:nvSpPr>
            <p:spPr>
              <a:xfrm>
                <a:off x="6162363" y="2532449"/>
                <a:ext cx="607891" cy="409425"/>
              </a:xfrm>
              <a:custGeom>
                <a:rect b="b" l="l" r="r" t="t"/>
                <a:pathLst>
                  <a:path extrusionOk="0" h="1180" w="1752">
                    <a:moveTo>
                      <a:pt x="1271" y="0"/>
                    </a:moveTo>
                    <a:cubicBezTo>
                      <a:pt x="1271" y="0"/>
                      <a:pt x="1271" y="0"/>
                      <a:pt x="1271" y="0"/>
                    </a:cubicBezTo>
                    <a:lnTo>
                      <a:pt x="1271" y="0"/>
                    </a:lnTo>
                    <a:cubicBezTo>
                      <a:pt x="1271" y="0"/>
                      <a:pt x="1271" y="0"/>
                      <a:pt x="1271" y="0"/>
                    </a:cubicBezTo>
                    <a:close/>
                    <a:moveTo>
                      <a:pt x="1271" y="0"/>
                    </a:moveTo>
                    <a:cubicBezTo>
                      <a:pt x="1280" y="7"/>
                      <a:pt x="943" y="556"/>
                      <a:pt x="907" y="607"/>
                    </a:cubicBezTo>
                    <a:cubicBezTo>
                      <a:pt x="805" y="757"/>
                      <a:pt x="683" y="930"/>
                      <a:pt x="529" y="1037"/>
                    </a:cubicBezTo>
                    <a:cubicBezTo>
                      <a:pt x="528" y="1038"/>
                      <a:pt x="527" y="1038"/>
                      <a:pt x="526" y="1038"/>
                    </a:cubicBezTo>
                    <a:cubicBezTo>
                      <a:pt x="498" y="1038"/>
                      <a:pt x="383" y="760"/>
                      <a:pt x="375" y="737"/>
                    </a:cubicBezTo>
                    <a:cubicBezTo>
                      <a:pt x="336" y="623"/>
                      <a:pt x="328" y="521"/>
                      <a:pt x="316" y="390"/>
                    </a:cubicBezTo>
                    <a:cubicBezTo>
                      <a:pt x="214" y="548"/>
                      <a:pt x="108" y="734"/>
                      <a:pt x="1" y="887"/>
                    </a:cubicBezTo>
                    <a:cubicBezTo>
                      <a:pt x="4" y="914"/>
                      <a:pt x="13" y="938"/>
                      <a:pt x="20" y="962"/>
                    </a:cubicBezTo>
                    <a:lnTo>
                      <a:pt x="1290" y="1179"/>
                    </a:lnTo>
                    <a:cubicBezTo>
                      <a:pt x="1428" y="863"/>
                      <a:pt x="1562" y="548"/>
                      <a:pt x="1751" y="264"/>
                    </a:cubicBezTo>
                    <a:cubicBezTo>
                      <a:pt x="1590" y="173"/>
                      <a:pt x="1432" y="86"/>
                      <a:pt x="1271"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0" name="Google Shape;2580;p53"/>
              <p:cNvSpPr/>
              <p:nvPr/>
            </p:nvSpPr>
            <p:spPr>
              <a:xfrm>
                <a:off x="6154036" y="2524122"/>
                <a:ext cx="624199" cy="424691"/>
              </a:xfrm>
              <a:custGeom>
                <a:rect b="b" l="l" r="r" t="t"/>
                <a:pathLst>
                  <a:path extrusionOk="0" h="1224" w="1799">
                    <a:moveTo>
                      <a:pt x="1294" y="0"/>
                    </a:moveTo>
                    <a:cubicBezTo>
                      <a:pt x="1286" y="0"/>
                      <a:pt x="1280" y="4"/>
                      <a:pt x="1275" y="12"/>
                    </a:cubicBezTo>
                    <a:cubicBezTo>
                      <a:pt x="1274" y="15"/>
                      <a:pt x="1273" y="19"/>
                      <a:pt x="1273" y="22"/>
                    </a:cubicBezTo>
                    <a:lnTo>
                      <a:pt x="1273" y="22"/>
                    </a:lnTo>
                    <a:cubicBezTo>
                      <a:pt x="1272" y="24"/>
                      <a:pt x="1271" y="26"/>
                      <a:pt x="1271" y="28"/>
                    </a:cubicBezTo>
                    <a:cubicBezTo>
                      <a:pt x="1259" y="52"/>
                      <a:pt x="1231" y="99"/>
                      <a:pt x="1200" y="154"/>
                    </a:cubicBezTo>
                    <a:cubicBezTo>
                      <a:pt x="1149" y="237"/>
                      <a:pt x="1082" y="347"/>
                      <a:pt x="1026" y="438"/>
                    </a:cubicBezTo>
                    <a:cubicBezTo>
                      <a:pt x="998" y="481"/>
                      <a:pt x="975" y="525"/>
                      <a:pt x="955" y="556"/>
                    </a:cubicBezTo>
                    <a:cubicBezTo>
                      <a:pt x="944" y="572"/>
                      <a:pt x="936" y="583"/>
                      <a:pt x="927" y="596"/>
                    </a:cubicBezTo>
                    <a:cubicBezTo>
                      <a:pt x="924" y="607"/>
                      <a:pt x="916" y="616"/>
                      <a:pt x="916" y="616"/>
                    </a:cubicBezTo>
                    <a:cubicBezTo>
                      <a:pt x="812" y="765"/>
                      <a:pt x="697" y="930"/>
                      <a:pt x="552" y="1037"/>
                    </a:cubicBezTo>
                    <a:lnTo>
                      <a:pt x="552" y="1037"/>
                    </a:lnTo>
                    <a:cubicBezTo>
                      <a:pt x="549" y="1032"/>
                      <a:pt x="545" y="1025"/>
                      <a:pt x="538" y="1014"/>
                    </a:cubicBezTo>
                    <a:cubicBezTo>
                      <a:pt x="518" y="978"/>
                      <a:pt x="490" y="915"/>
                      <a:pt x="467" y="864"/>
                    </a:cubicBezTo>
                    <a:cubicBezTo>
                      <a:pt x="454" y="836"/>
                      <a:pt x="443" y="809"/>
                      <a:pt x="434" y="789"/>
                    </a:cubicBezTo>
                    <a:cubicBezTo>
                      <a:pt x="431" y="781"/>
                      <a:pt x="427" y="773"/>
                      <a:pt x="423" y="765"/>
                    </a:cubicBezTo>
                    <a:cubicBezTo>
                      <a:pt x="423" y="758"/>
                      <a:pt x="419" y="754"/>
                      <a:pt x="419" y="754"/>
                    </a:cubicBezTo>
                    <a:cubicBezTo>
                      <a:pt x="379" y="643"/>
                      <a:pt x="372" y="545"/>
                      <a:pt x="360" y="410"/>
                    </a:cubicBezTo>
                    <a:cubicBezTo>
                      <a:pt x="360" y="403"/>
                      <a:pt x="356" y="394"/>
                      <a:pt x="344" y="394"/>
                    </a:cubicBezTo>
                    <a:cubicBezTo>
                      <a:pt x="342" y="393"/>
                      <a:pt x="340" y="393"/>
                      <a:pt x="338" y="393"/>
                    </a:cubicBezTo>
                    <a:cubicBezTo>
                      <a:pt x="332" y="393"/>
                      <a:pt x="326" y="396"/>
                      <a:pt x="321" y="403"/>
                    </a:cubicBezTo>
                    <a:cubicBezTo>
                      <a:pt x="218" y="560"/>
                      <a:pt x="112" y="745"/>
                      <a:pt x="5" y="899"/>
                    </a:cubicBezTo>
                    <a:cubicBezTo>
                      <a:pt x="1" y="903"/>
                      <a:pt x="1" y="911"/>
                      <a:pt x="1" y="915"/>
                    </a:cubicBezTo>
                    <a:cubicBezTo>
                      <a:pt x="9" y="943"/>
                      <a:pt x="17" y="967"/>
                      <a:pt x="25" y="990"/>
                    </a:cubicBezTo>
                    <a:cubicBezTo>
                      <a:pt x="28" y="1000"/>
                      <a:pt x="37" y="1006"/>
                      <a:pt x="46" y="1006"/>
                    </a:cubicBezTo>
                    <a:cubicBezTo>
                      <a:pt x="48" y="1006"/>
                      <a:pt x="50" y="1006"/>
                      <a:pt x="52" y="1005"/>
                    </a:cubicBezTo>
                    <a:cubicBezTo>
                      <a:pt x="64" y="1002"/>
                      <a:pt x="68" y="990"/>
                      <a:pt x="64" y="978"/>
                    </a:cubicBezTo>
                    <a:cubicBezTo>
                      <a:pt x="57" y="957"/>
                      <a:pt x="53" y="935"/>
                      <a:pt x="47" y="914"/>
                    </a:cubicBezTo>
                    <a:lnTo>
                      <a:pt x="47" y="914"/>
                    </a:lnTo>
                    <a:cubicBezTo>
                      <a:pt x="139" y="776"/>
                      <a:pt x="232" y="617"/>
                      <a:pt x="322" y="478"/>
                    </a:cubicBezTo>
                    <a:lnTo>
                      <a:pt x="322" y="478"/>
                    </a:lnTo>
                    <a:cubicBezTo>
                      <a:pt x="332" y="582"/>
                      <a:pt x="343" y="669"/>
                      <a:pt x="379" y="765"/>
                    </a:cubicBezTo>
                    <a:cubicBezTo>
                      <a:pt x="379" y="769"/>
                      <a:pt x="383" y="777"/>
                      <a:pt x="387" y="789"/>
                    </a:cubicBezTo>
                    <a:cubicBezTo>
                      <a:pt x="399" y="825"/>
                      <a:pt x="431" y="896"/>
                      <a:pt x="458" y="958"/>
                    </a:cubicBezTo>
                    <a:cubicBezTo>
                      <a:pt x="474" y="990"/>
                      <a:pt x="490" y="1018"/>
                      <a:pt x="502" y="1041"/>
                    </a:cubicBezTo>
                    <a:cubicBezTo>
                      <a:pt x="510" y="1053"/>
                      <a:pt x="518" y="1061"/>
                      <a:pt x="521" y="1069"/>
                    </a:cubicBezTo>
                    <a:cubicBezTo>
                      <a:pt x="525" y="1073"/>
                      <a:pt x="529" y="1076"/>
                      <a:pt x="534" y="1076"/>
                    </a:cubicBezTo>
                    <a:cubicBezTo>
                      <a:pt x="534" y="1080"/>
                      <a:pt x="538" y="1080"/>
                      <a:pt x="538" y="1080"/>
                    </a:cubicBezTo>
                    <a:cubicBezTo>
                      <a:pt x="541" y="1085"/>
                      <a:pt x="545" y="1085"/>
                      <a:pt x="549" y="1085"/>
                    </a:cubicBezTo>
                    <a:cubicBezTo>
                      <a:pt x="557" y="1085"/>
                      <a:pt x="561" y="1085"/>
                      <a:pt x="565" y="1080"/>
                    </a:cubicBezTo>
                    <a:cubicBezTo>
                      <a:pt x="723" y="970"/>
                      <a:pt x="845" y="796"/>
                      <a:pt x="951" y="643"/>
                    </a:cubicBezTo>
                    <a:cubicBezTo>
                      <a:pt x="955" y="635"/>
                      <a:pt x="963" y="623"/>
                      <a:pt x="975" y="603"/>
                    </a:cubicBezTo>
                    <a:cubicBezTo>
                      <a:pt x="1018" y="536"/>
                      <a:pt x="1105" y="399"/>
                      <a:pt x="1176" y="276"/>
                    </a:cubicBezTo>
                    <a:cubicBezTo>
                      <a:pt x="1215" y="213"/>
                      <a:pt x="1247" y="154"/>
                      <a:pt x="1275" y="110"/>
                    </a:cubicBezTo>
                    <a:cubicBezTo>
                      <a:pt x="1286" y="91"/>
                      <a:pt x="1295" y="71"/>
                      <a:pt x="1302" y="59"/>
                    </a:cubicBezTo>
                    <a:cubicBezTo>
                      <a:pt x="1303" y="58"/>
                      <a:pt x="1303" y="57"/>
                      <a:pt x="1304" y="56"/>
                    </a:cubicBezTo>
                    <a:lnTo>
                      <a:pt x="1304" y="56"/>
                    </a:lnTo>
                    <a:cubicBezTo>
                      <a:pt x="1452" y="134"/>
                      <a:pt x="1599" y="214"/>
                      <a:pt x="1744" y="293"/>
                    </a:cubicBezTo>
                    <a:lnTo>
                      <a:pt x="1744" y="293"/>
                    </a:lnTo>
                    <a:cubicBezTo>
                      <a:pt x="1561" y="577"/>
                      <a:pt x="1430" y="886"/>
                      <a:pt x="1295" y="1195"/>
                    </a:cubicBezTo>
                    <a:cubicBezTo>
                      <a:pt x="1286" y="1207"/>
                      <a:pt x="1295" y="1218"/>
                      <a:pt x="1302" y="1222"/>
                    </a:cubicBezTo>
                    <a:cubicBezTo>
                      <a:pt x="1305" y="1223"/>
                      <a:pt x="1309" y="1224"/>
                      <a:pt x="1312" y="1224"/>
                    </a:cubicBezTo>
                    <a:cubicBezTo>
                      <a:pt x="1320" y="1224"/>
                      <a:pt x="1328" y="1219"/>
                      <a:pt x="1333" y="1211"/>
                    </a:cubicBezTo>
                    <a:cubicBezTo>
                      <a:pt x="1472" y="896"/>
                      <a:pt x="1606" y="583"/>
                      <a:pt x="1795" y="299"/>
                    </a:cubicBezTo>
                    <a:cubicBezTo>
                      <a:pt x="1795" y="292"/>
                      <a:pt x="1799" y="288"/>
                      <a:pt x="1795" y="281"/>
                    </a:cubicBezTo>
                    <a:cubicBezTo>
                      <a:pt x="1795" y="276"/>
                      <a:pt x="1791" y="272"/>
                      <a:pt x="1788" y="268"/>
                    </a:cubicBezTo>
                    <a:cubicBezTo>
                      <a:pt x="1626" y="177"/>
                      <a:pt x="1464" y="91"/>
                      <a:pt x="1306" y="4"/>
                    </a:cubicBezTo>
                    <a:cubicBezTo>
                      <a:pt x="1302" y="2"/>
                      <a:pt x="1298" y="0"/>
                      <a:pt x="129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1" name="Google Shape;2581;p53"/>
              <p:cNvSpPr/>
              <p:nvPr/>
            </p:nvSpPr>
            <p:spPr>
              <a:xfrm>
                <a:off x="6009004" y="1715691"/>
                <a:ext cx="1022521" cy="711982"/>
              </a:xfrm>
              <a:custGeom>
                <a:rect b="b" l="l" r="r" t="t"/>
                <a:pathLst>
                  <a:path extrusionOk="0" h="2052" w="2947">
                    <a:moveTo>
                      <a:pt x="837" y="1"/>
                    </a:moveTo>
                    <a:cubicBezTo>
                      <a:pt x="730" y="1"/>
                      <a:pt x="623" y="13"/>
                      <a:pt x="517" y="39"/>
                    </a:cubicBezTo>
                    <a:cubicBezTo>
                      <a:pt x="388" y="71"/>
                      <a:pt x="162" y="122"/>
                      <a:pt x="76" y="229"/>
                    </a:cubicBezTo>
                    <a:cubicBezTo>
                      <a:pt x="44" y="264"/>
                      <a:pt x="24" y="311"/>
                      <a:pt x="13" y="363"/>
                    </a:cubicBezTo>
                    <a:cubicBezTo>
                      <a:pt x="1" y="398"/>
                      <a:pt x="1" y="438"/>
                      <a:pt x="9" y="477"/>
                    </a:cubicBezTo>
                    <a:cubicBezTo>
                      <a:pt x="33" y="631"/>
                      <a:pt x="237" y="651"/>
                      <a:pt x="364" y="662"/>
                    </a:cubicBezTo>
                    <a:cubicBezTo>
                      <a:pt x="446" y="671"/>
                      <a:pt x="526" y="682"/>
                      <a:pt x="601" y="713"/>
                    </a:cubicBezTo>
                    <a:cubicBezTo>
                      <a:pt x="672" y="742"/>
                      <a:pt x="743" y="796"/>
                      <a:pt x="774" y="867"/>
                    </a:cubicBezTo>
                    <a:cubicBezTo>
                      <a:pt x="810" y="946"/>
                      <a:pt x="801" y="1044"/>
                      <a:pt x="852" y="1115"/>
                    </a:cubicBezTo>
                    <a:cubicBezTo>
                      <a:pt x="885" y="1163"/>
                      <a:pt x="939" y="1191"/>
                      <a:pt x="983" y="1234"/>
                    </a:cubicBezTo>
                    <a:cubicBezTo>
                      <a:pt x="1062" y="1317"/>
                      <a:pt x="1081" y="1439"/>
                      <a:pt x="1094" y="1553"/>
                    </a:cubicBezTo>
                    <a:cubicBezTo>
                      <a:pt x="1105" y="1707"/>
                      <a:pt x="1121" y="1877"/>
                      <a:pt x="1255" y="1979"/>
                    </a:cubicBezTo>
                    <a:cubicBezTo>
                      <a:pt x="1326" y="2034"/>
                      <a:pt x="1392" y="2052"/>
                      <a:pt x="1457" y="2052"/>
                    </a:cubicBezTo>
                    <a:cubicBezTo>
                      <a:pt x="1552" y="2052"/>
                      <a:pt x="1647" y="2012"/>
                      <a:pt x="1760" y="1991"/>
                    </a:cubicBezTo>
                    <a:cubicBezTo>
                      <a:pt x="1874" y="1972"/>
                      <a:pt x="1977" y="1952"/>
                      <a:pt x="2079" y="1920"/>
                    </a:cubicBezTo>
                    <a:cubicBezTo>
                      <a:pt x="2193" y="1888"/>
                      <a:pt x="2304" y="1849"/>
                      <a:pt x="2419" y="1790"/>
                    </a:cubicBezTo>
                    <a:cubicBezTo>
                      <a:pt x="2596" y="1692"/>
                      <a:pt x="2777" y="1570"/>
                      <a:pt x="2852" y="1384"/>
                    </a:cubicBezTo>
                    <a:cubicBezTo>
                      <a:pt x="2947" y="1155"/>
                      <a:pt x="2852" y="883"/>
                      <a:pt x="2683" y="702"/>
                    </a:cubicBezTo>
                    <a:cubicBezTo>
                      <a:pt x="2513" y="520"/>
                      <a:pt x="2280" y="418"/>
                      <a:pt x="2051" y="327"/>
                    </a:cubicBezTo>
                    <a:cubicBezTo>
                      <a:pt x="1669" y="177"/>
                      <a:pt x="1252" y="1"/>
                      <a:pt x="837"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2" name="Google Shape;2582;p53"/>
              <p:cNvSpPr/>
              <p:nvPr/>
            </p:nvSpPr>
            <p:spPr>
              <a:xfrm>
                <a:off x="6002412" y="1707016"/>
                <a:ext cx="1016622" cy="728290"/>
              </a:xfrm>
              <a:custGeom>
                <a:rect b="b" l="l" r="r" t="t"/>
                <a:pathLst>
                  <a:path extrusionOk="0" h="2099" w="2930">
                    <a:moveTo>
                      <a:pt x="865" y="48"/>
                    </a:moveTo>
                    <a:cubicBezTo>
                      <a:pt x="1271" y="48"/>
                      <a:pt x="1680" y="224"/>
                      <a:pt x="2063" y="372"/>
                    </a:cubicBezTo>
                    <a:cubicBezTo>
                      <a:pt x="2291" y="463"/>
                      <a:pt x="2520" y="565"/>
                      <a:pt x="2686" y="743"/>
                    </a:cubicBezTo>
                    <a:cubicBezTo>
                      <a:pt x="2808" y="869"/>
                      <a:pt x="2887" y="1046"/>
                      <a:pt x="2887" y="1216"/>
                    </a:cubicBezTo>
                    <a:cubicBezTo>
                      <a:pt x="2887" y="1278"/>
                      <a:pt x="2875" y="1342"/>
                      <a:pt x="2851" y="1401"/>
                    </a:cubicBezTo>
                    <a:cubicBezTo>
                      <a:pt x="2816" y="1491"/>
                      <a:pt x="2753" y="1562"/>
                      <a:pt x="2678" y="1630"/>
                    </a:cubicBezTo>
                    <a:cubicBezTo>
                      <a:pt x="2603" y="1693"/>
                      <a:pt x="2516" y="1748"/>
                      <a:pt x="2425" y="1795"/>
                    </a:cubicBezTo>
                    <a:cubicBezTo>
                      <a:pt x="2315" y="1855"/>
                      <a:pt x="2205" y="1894"/>
                      <a:pt x="2094" y="1926"/>
                    </a:cubicBezTo>
                    <a:cubicBezTo>
                      <a:pt x="1992" y="1953"/>
                      <a:pt x="1885" y="1977"/>
                      <a:pt x="1775" y="1997"/>
                    </a:cubicBezTo>
                    <a:cubicBezTo>
                      <a:pt x="1716" y="2008"/>
                      <a:pt x="1664" y="2020"/>
                      <a:pt x="1617" y="2032"/>
                    </a:cubicBezTo>
                    <a:cubicBezTo>
                      <a:pt x="1566" y="2048"/>
                      <a:pt x="1522" y="2055"/>
                      <a:pt x="1475" y="2055"/>
                    </a:cubicBezTo>
                    <a:cubicBezTo>
                      <a:pt x="1448" y="2055"/>
                      <a:pt x="1416" y="2052"/>
                      <a:pt x="1384" y="2039"/>
                    </a:cubicBezTo>
                    <a:cubicBezTo>
                      <a:pt x="1353" y="2028"/>
                      <a:pt x="1321" y="2012"/>
                      <a:pt x="1286" y="1984"/>
                    </a:cubicBezTo>
                    <a:cubicBezTo>
                      <a:pt x="1226" y="1937"/>
                      <a:pt x="1191" y="1874"/>
                      <a:pt x="1168" y="1803"/>
                    </a:cubicBezTo>
                    <a:cubicBezTo>
                      <a:pt x="1148" y="1732"/>
                      <a:pt x="1140" y="1653"/>
                      <a:pt x="1132" y="1578"/>
                    </a:cubicBezTo>
                    <a:cubicBezTo>
                      <a:pt x="1128" y="1519"/>
                      <a:pt x="1120" y="1460"/>
                      <a:pt x="1100" y="1401"/>
                    </a:cubicBezTo>
                    <a:cubicBezTo>
                      <a:pt x="1084" y="1346"/>
                      <a:pt x="1057" y="1291"/>
                      <a:pt x="1018" y="1243"/>
                    </a:cubicBezTo>
                    <a:cubicBezTo>
                      <a:pt x="994" y="1224"/>
                      <a:pt x="971" y="1204"/>
                      <a:pt x="947" y="1184"/>
                    </a:cubicBezTo>
                    <a:cubicBezTo>
                      <a:pt x="923" y="1169"/>
                      <a:pt x="904" y="1149"/>
                      <a:pt x="887" y="1125"/>
                    </a:cubicBezTo>
                    <a:cubicBezTo>
                      <a:pt x="868" y="1098"/>
                      <a:pt x="856" y="1058"/>
                      <a:pt x="848" y="1014"/>
                    </a:cubicBezTo>
                    <a:cubicBezTo>
                      <a:pt x="840" y="971"/>
                      <a:pt x="833" y="927"/>
                      <a:pt x="813" y="885"/>
                    </a:cubicBezTo>
                    <a:cubicBezTo>
                      <a:pt x="793" y="845"/>
                      <a:pt x="769" y="809"/>
                      <a:pt x="734" y="782"/>
                    </a:cubicBezTo>
                    <a:cubicBezTo>
                      <a:pt x="702" y="754"/>
                      <a:pt x="667" y="734"/>
                      <a:pt x="627" y="719"/>
                    </a:cubicBezTo>
                    <a:cubicBezTo>
                      <a:pt x="549" y="683"/>
                      <a:pt x="465" y="676"/>
                      <a:pt x="387" y="667"/>
                    </a:cubicBezTo>
                    <a:cubicBezTo>
                      <a:pt x="323" y="660"/>
                      <a:pt x="241" y="652"/>
                      <a:pt x="174" y="628"/>
                    </a:cubicBezTo>
                    <a:cubicBezTo>
                      <a:pt x="143" y="616"/>
                      <a:pt x="114" y="596"/>
                      <a:pt x="91" y="577"/>
                    </a:cubicBezTo>
                    <a:cubicBezTo>
                      <a:pt x="67" y="557"/>
                      <a:pt x="56" y="534"/>
                      <a:pt x="48" y="498"/>
                    </a:cubicBezTo>
                    <a:cubicBezTo>
                      <a:pt x="43" y="483"/>
                      <a:pt x="43" y="470"/>
                      <a:pt x="43" y="454"/>
                    </a:cubicBezTo>
                    <a:cubicBezTo>
                      <a:pt x="43" y="435"/>
                      <a:pt x="48" y="412"/>
                      <a:pt x="52" y="392"/>
                    </a:cubicBezTo>
                    <a:cubicBezTo>
                      <a:pt x="63" y="344"/>
                      <a:pt x="83" y="301"/>
                      <a:pt x="114" y="265"/>
                    </a:cubicBezTo>
                    <a:cubicBezTo>
                      <a:pt x="130" y="241"/>
                      <a:pt x="158" y="222"/>
                      <a:pt x="194" y="202"/>
                    </a:cubicBezTo>
                    <a:cubicBezTo>
                      <a:pt x="245" y="170"/>
                      <a:pt x="308" y="147"/>
                      <a:pt x="367" y="132"/>
                    </a:cubicBezTo>
                    <a:cubicBezTo>
                      <a:pt x="430" y="112"/>
                      <a:pt x="493" y="96"/>
                      <a:pt x="540" y="84"/>
                    </a:cubicBezTo>
                    <a:cubicBezTo>
                      <a:pt x="643" y="57"/>
                      <a:pt x="749" y="48"/>
                      <a:pt x="852" y="48"/>
                    </a:cubicBezTo>
                    <a:cubicBezTo>
                      <a:pt x="857" y="48"/>
                      <a:pt x="861" y="48"/>
                      <a:pt x="865" y="48"/>
                    </a:cubicBezTo>
                    <a:close/>
                    <a:moveTo>
                      <a:pt x="852" y="1"/>
                    </a:moveTo>
                    <a:cubicBezTo>
                      <a:pt x="746" y="1"/>
                      <a:pt x="640" y="13"/>
                      <a:pt x="533" y="41"/>
                    </a:cubicBezTo>
                    <a:cubicBezTo>
                      <a:pt x="465" y="57"/>
                      <a:pt x="375" y="80"/>
                      <a:pt x="292" y="108"/>
                    </a:cubicBezTo>
                    <a:cubicBezTo>
                      <a:pt x="249" y="123"/>
                      <a:pt x="209" y="143"/>
                      <a:pt x="170" y="163"/>
                    </a:cubicBezTo>
                    <a:cubicBezTo>
                      <a:pt x="134" y="183"/>
                      <a:pt x="103" y="210"/>
                      <a:pt x="79" y="238"/>
                    </a:cubicBezTo>
                    <a:cubicBezTo>
                      <a:pt x="48" y="277"/>
                      <a:pt x="20" y="328"/>
                      <a:pt x="8" y="379"/>
                    </a:cubicBezTo>
                    <a:cubicBezTo>
                      <a:pt x="5" y="403"/>
                      <a:pt x="1" y="431"/>
                      <a:pt x="1" y="454"/>
                    </a:cubicBezTo>
                    <a:cubicBezTo>
                      <a:pt x="1" y="470"/>
                      <a:pt x="5" y="490"/>
                      <a:pt x="5" y="506"/>
                    </a:cubicBezTo>
                    <a:cubicBezTo>
                      <a:pt x="12" y="549"/>
                      <a:pt x="32" y="585"/>
                      <a:pt x="59" y="608"/>
                    </a:cubicBezTo>
                    <a:cubicBezTo>
                      <a:pt x="103" y="648"/>
                      <a:pt x="158" y="672"/>
                      <a:pt x="217" y="683"/>
                    </a:cubicBezTo>
                    <a:cubicBezTo>
                      <a:pt x="276" y="699"/>
                      <a:pt x="336" y="703"/>
                      <a:pt x="383" y="711"/>
                    </a:cubicBezTo>
                    <a:cubicBezTo>
                      <a:pt x="462" y="719"/>
                      <a:pt x="540" y="727"/>
                      <a:pt x="611" y="758"/>
                    </a:cubicBezTo>
                    <a:cubicBezTo>
                      <a:pt x="643" y="770"/>
                      <a:pt x="678" y="794"/>
                      <a:pt x="706" y="818"/>
                    </a:cubicBezTo>
                    <a:cubicBezTo>
                      <a:pt x="734" y="841"/>
                      <a:pt x="758" y="869"/>
                      <a:pt x="773" y="904"/>
                    </a:cubicBezTo>
                    <a:cubicBezTo>
                      <a:pt x="789" y="940"/>
                      <a:pt x="797" y="979"/>
                      <a:pt x="805" y="1022"/>
                    </a:cubicBezTo>
                    <a:cubicBezTo>
                      <a:pt x="813" y="1066"/>
                      <a:pt x="824" y="1113"/>
                      <a:pt x="852" y="1153"/>
                    </a:cubicBezTo>
                    <a:cubicBezTo>
                      <a:pt x="871" y="1180"/>
                      <a:pt x="895" y="1200"/>
                      <a:pt x="919" y="1220"/>
                    </a:cubicBezTo>
                    <a:cubicBezTo>
                      <a:pt x="942" y="1240"/>
                      <a:pt x="966" y="1255"/>
                      <a:pt x="986" y="1275"/>
                    </a:cubicBezTo>
                    <a:cubicBezTo>
                      <a:pt x="1022" y="1314"/>
                      <a:pt x="1046" y="1362"/>
                      <a:pt x="1061" y="1413"/>
                    </a:cubicBezTo>
                    <a:cubicBezTo>
                      <a:pt x="1077" y="1468"/>
                      <a:pt x="1084" y="1524"/>
                      <a:pt x="1089" y="1582"/>
                    </a:cubicBezTo>
                    <a:cubicBezTo>
                      <a:pt x="1097" y="1657"/>
                      <a:pt x="1104" y="1740"/>
                      <a:pt x="1128" y="1815"/>
                    </a:cubicBezTo>
                    <a:cubicBezTo>
                      <a:pt x="1151" y="1894"/>
                      <a:pt x="1191" y="1965"/>
                      <a:pt x="1258" y="2020"/>
                    </a:cubicBezTo>
                    <a:cubicBezTo>
                      <a:pt x="1297" y="2048"/>
                      <a:pt x="1333" y="2068"/>
                      <a:pt x="1368" y="2083"/>
                    </a:cubicBezTo>
                    <a:cubicBezTo>
                      <a:pt x="1408" y="2095"/>
                      <a:pt x="1444" y="2099"/>
                      <a:pt x="1475" y="2099"/>
                    </a:cubicBezTo>
                    <a:cubicBezTo>
                      <a:pt x="1526" y="2099"/>
                      <a:pt x="1577" y="2087"/>
                      <a:pt x="1625" y="2075"/>
                    </a:cubicBezTo>
                    <a:cubicBezTo>
                      <a:pt x="1676" y="2063"/>
                      <a:pt x="1728" y="2048"/>
                      <a:pt x="1783" y="2039"/>
                    </a:cubicBezTo>
                    <a:cubicBezTo>
                      <a:pt x="1897" y="2016"/>
                      <a:pt x="1999" y="1997"/>
                      <a:pt x="2106" y="1968"/>
                    </a:cubicBezTo>
                    <a:cubicBezTo>
                      <a:pt x="2220" y="1937"/>
                      <a:pt x="2331" y="1894"/>
                      <a:pt x="2445" y="1831"/>
                    </a:cubicBezTo>
                    <a:cubicBezTo>
                      <a:pt x="2536" y="1784"/>
                      <a:pt x="2627" y="1728"/>
                      <a:pt x="2705" y="1661"/>
                    </a:cubicBezTo>
                    <a:cubicBezTo>
                      <a:pt x="2784" y="1595"/>
                      <a:pt x="2851" y="1515"/>
                      <a:pt x="2891" y="1417"/>
                    </a:cubicBezTo>
                    <a:cubicBezTo>
                      <a:pt x="2918" y="1349"/>
                      <a:pt x="2930" y="1282"/>
                      <a:pt x="2930" y="1216"/>
                    </a:cubicBezTo>
                    <a:cubicBezTo>
                      <a:pt x="2930" y="1031"/>
                      <a:pt x="2844" y="845"/>
                      <a:pt x="2717" y="711"/>
                    </a:cubicBezTo>
                    <a:cubicBezTo>
                      <a:pt x="2544" y="525"/>
                      <a:pt x="2307" y="419"/>
                      <a:pt x="2078" y="332"/>
                    </a:cubicBezTo>
                    <a:cubicBezTo>
                      <a:pt x="1696" y="183"/>
                      <a:pt x="1274" y="5"/>
                      <a:pt x="85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3" name="Google Shape;2583;p53"/>
              <p:cNvSpPr/>
              <p:nvPr/>
            </p:nvSpPr>
            <p:spPr>
              <a:xfrm>
                <a:off x="6152995" y="2832574"/>
                <a:ext cx="465634" cy="294231"/>
              </a:xfrm>
              <a:custGeom>
                <a:rect b="b" l="l" r="r" t="t"/>
                <a:pathLst>
                  <a:path extrusionOk="0" h="848" w="1342">
                    <a:moveTo>
                      <a:pt x="27" y="1"/>
                    </a:moveTo>
                    <a:cubicBezTo>
                      <a:pt x="24" y="1"/>
                      <a:pt x="22" y="1"/>
                      <a:pt x="20" y="2"/>
                    </a:cubicBezTo>
                    <a:cubicBezTo>
                      <a:pt x="8" y="7"/>
                      <a:pt x="0" y="18"/>
                      <a:pt x="8" y="30"/>
                    </a:cubicBezTo>
                    <a:cubicBezTo>
                      <a:pt x="47" y="129"/>
                      <a:pt x="87" y="262"/>
                      <a:pt x="130" y="397"/>
                    </a:cubicBezTo>
                    <a:cubicBezTo>
                      <a:pt x="173" y="531"/>
                      <a:pt x="217" y="664"/>
                      <a:pt x="257" y="768"/>
                    </a:cubicBezTo>
                    <a:cubicBezTo>
                      <a:pt x="260" y="775"/>
                      <a:pt x="264" y="779"/>
                      <a:pt x="272" y="779"/>
                    </a:cubicBezTo>
                    <a:cubicBezTo>
                      <a:pt x="274" y="780"/>
                      <a:pt x="277" y="780"/>
                      <a:pt x="279" y="780"/>
                    </a:cubicBezTo>
                    <a:cubicBezTo>
                      <a:pt x="284" y="780"/>
                      <a:pt x="289" y="778"/>
                      <a:pt x="292" y="775"/>
                    </a:cubicBezTo>
                    <a:cubicBezTo>
                      <a:pt x="319" y="744"/>
                      <a:pt x="347" y="700"/>
                      <a:pt x="375" y="645"/>
                    </a:cubicBezTo>
                    <a:cubicBezTo>
                      <a:pt x="418" y="566"/>
                      <a:pt x="461" y="468"/>
                      <a:pt x="497" y="373"/>
                    </a:cubicBezTo>
                    <a:cubicBezTo>
                      <a:pt x="524" y="311"/>
                      <a:pt x="547" y="253"/>
                      <a:pt x="565" y="207"/>
                    </a:cubicBezTo>
                    <a:lnTo>
                      <a:pt x="565" y="207"/>
                    </a:lnTo>
                    <a:cubicBezTo>
                      <a:pt x="573" y="233"/>
                      <a:pt x="579" y="262"/>
                      <a:pt x="584" y="294"/>
                    </a:cubicBezTo>
                    <a:cubicBezTo>
                      <a:pt x="603" y="385"/>
                      <a:pt x="615" y="491"/>
                      <a:pt x="635" y="590"/>
                    </a:cubicBezTo>
                    <a:cubicBezTo>
                      <a:pt x="643" y="641"/>
                      <a:pt x="650" y="688"/>
                      <a:pt x="663" y="732"/>
                    </a:cubicBezTo>
                    <a:cubicBezTo>
                      <a:pt x="674" y="771"/>
                      <a:pt x="690" y="811"/>
                      <a:pt x="710" y="839"/>
                    </a:cubicBezTo>
                    <a:cubicBezTo>
                      <a:pt x="710" y="842"/>
                      <a:pt x="717" y="846"/>
                      <a:pt x="721" y="846"/>
                    </a:cubicBezTo>
                    <a:cubicBezTo>
                      <a:pt x="724" y="847"/>
                      <a:pt x="726" y="848"/>
                      <a:pt x="728" y="848"/>
                    </a:cubicBezTo>
                    <a:cubicBezTo>
                      <a:pt x="732" y="848"/>
                      <a:pt x="736" y="845"/>
                      <a:pt x="741" y="842"/>
                    </a:cubicBezTo>
                    <a:cubicBezTo>
                      <a:pt x="982" y="649"/>
                      <a:pt x="1187" y="409"/>
                      <a:pt x="1333" y="136"/>
                    </a:cubicBezTo>
                    <a:cubicBezTo>
                      <a:pt x="1341" y="125"/>
                      <a:pt x="1336" y="113"/>
                      <a:pt x="1325" y="105"/>
                    </a:cubicBezTo>
                    <a:cubicBezTo>
                      <a:pt x="1322" y="104"/>
                      <a:pt x="1319" y="104"/>
                      <a:pt x="1316" y="104"/>
                    </a:cubicBezTo>
                    <a:cubicBezTo>
                      <a:pt x="1308" y="104"/>
                      <a:pt x="1300" y="108"/>
                      <a:pt x="1298" y="116"/>
                    </a:cubicBezTo>
                    <a:cubicBezTo>
                      <a:pt x="1156" y="373"/>
                      <a:pt x="962" y="608"/>
                      <a:pt x="734" y="794"/>
                    </a:cubicBezTo>
                    <a:lnTo>
                      <a:pt x="734" y="794"/>
                    </a:lnTo>
                    <a:cubicBezTo>
                      <a:pt x="720" y="764"/>
                      <a:pt x="707" y="724"/>
                      <a:pt x="694" y="677"/>
                    </a:cubicBezTo>
                    <a:cubicBezTo>
                      <a:pt x="674" y="590"/>
                      <a:pt x="659" y="484"/>
                      <a:pt x="643" y="385"/>
                    </a:cubicBezTo>
                    <a:cubicBezTo>
                      <a:pt x="635" y="333"/>
                      <a:pt x="627" y="286"/>
                      <a:pt x="619" y="243"/>
                    </a:cubicBezTo>
                    <a:cubicBezTo>
                      <a:pt x="612" y="200"/>
                      <a:pt x="599" y="160"/>
                      <a:pt x="588" y="133"/>
                    </a:cubicBezTo>
                    <a:cubicBezTo>
                      <a:pt x="584" y="125"/>
                      <a:pt x="576" y="116"/>
                      <a:pt x="564" y="116"/>
                    </a:cubicBezTo>
                    <a:cubicBezTo>
                      <a:pt x="556" y="116"/>
                      <a:pt x="548" y="125"/>
                      <a:pt x="544" y="133"/>
                    </a:cubicBezTo>
                    <a:cubicBezTo>
                      <a:pt x="521" y="200"/>
                      <a:pt x="473" y="326"/>
                      <a:pt x="418" y="451"/>
                    </a:cubicBezTo>
                    <a:cubicBezTo>
                      <a:pt x="390" y="511"/>
                      <a:pt x="363" y="574"/>
                      <a:pt x="335" y="626"/>
                    </a:cubicBezTo>
                    <a:cubicBezTo>
                      <a:pt x="316" y="661"/>
                      <a:pt x="299" y="693"/>
                      <a:pt x="282" y="717"/>
                    </a:cubicBezTo>
                    <a:lnTo>
                      <a:pt x="282" y="717"/>
                    </a:lnTo>
                    <a:cubicBezTo>
                      <a:pt x="247" y="620"/>
                      <a:pt x="209" y="501"/>
                      <a:pt x="173" y="385"/>
                    </a:cubicBezTo>
                    <a:cubicBezTo>
                      <a:pt x="130" y="251"/>
                      <a:pt x="87" y="116"/>
                      <a:pt x="47" y="14"/>
                    </a:cubicBezTo>
                    <a:cubicBezTo>
                      <a:pt x="45" y="5"/>
                      <a:pt x="35" y="1"/>
                      <a:pt x="27"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4" name="Google Shape;2584;p53"/>
              <p:cNvSpPr/>
              <p:nvPr/>
            </p:nvSpPr>
            <p:spPr>
              <a:xfrm>
                <a:off x="5994432" y="1830189"/>
                <a:ext cx="601993" cy="908020"/>
              </a:xfrm>
              <a:custGeom>
                <a:rect b="b" l="l" r="r" t="t"/>
                <a:pathLst>
                  <a:path extrusionOk="0" h="2617" w="1735">
                    <a:moveTo>
                      <a:pt x="521" y="1"/>
                    </a:moveTo>
                    <a:cubicBezTo>
                      <a:pt x="445" y="1"/>
                      <a:pt x="374" y="13"/>
                      <a:pt x="311" y="52"/>
                    </a:cubicBezTo>
                    <a:cubicBezTo>
                      <a:pt x="248" y="88"/>
                      <a:pt x="201" y="139"/>
                      <a:pt x="157" y="199"/>
                    </a:cubicBezTo>
                    <a:cubicBezTo>
                      <a:pt x="98" y="288"/>
                      <a:pt x="59" y="395"/>
                      <a:pt x="35" y="514"/>
                    </a:cubicBezTo>
                    <a:cubicBezTo>
                      <a:pt x="11" y="632"/>
                      <a:pt x="0" y="754"/>
                      <a:pt x="0" y="876"/>
                    </a:cubicBezTo>
                    <a:cubicBezTo>
                      <a:pt x="0" y="1038"/>
                      <a:pt x="19" y="1196"/>
                      <a:pt x="39" y="1314"/>
                    </a:cubicBezTo>
                    <a:cubicBezTo>
                      <a:pt x="55" y="1397"/>
                      <a:pt x="75" y="1484"/>
                      <a:pt x="118" y="1558"/>
                    </a:cubicBezTo>
                    <a:cubicBezTo>
                      <a:pt x="153" y="1613"/>
                      <a:pt x="197" y="1653"/>
                      <a:pt x="252" y="1684"/>
                    </a:cubicBezTo>
                    <a:cubicBezTo>
                      <a:pt x="303" y="1717"/>
                      <a:pt x="359" y="1736"/>
                      <a:pt x="414" y="1755"/>
                    </a:cubicBezTo>
                    <a:cubicBezTo>
                      <a:pt x="441" y="1764"/>
                      <a:pt x="473" y="1764"/>
                      <a:pt x="501" y="1768"/>
                    </a:cubicBezTo>
                    <a:cubicBezTo>
                      <a:pt x="528" y="1768"/>
                      <a:pt x="552" y="1768"/>
                      <a:pt x="579" y="1771"/>
                    </a:cubicBezTo>
                    <a:cubicBezTo>
                      <a:pt x="587" y="1771"/>
                      <a:pt x="595" y="1775"/>
                      <a:pt x="599" y="1775"/>
                    </a:cubicBezTo>
                    <a:cubicBezTo>
                      <a:pt x="607" y="1779"/>
                      <a:pt x="610" y="1784"/>
                      <a:pt x="615" y="1788"/>
                    </a:cubicBezTo>
                    <a:cubicBezTo>
                      <a:pt x="619" y="1791"/>
                      <a:pt x="623" y="1799"/>
                      <a:pt x="630" y="1811"/>
                    </a:cubicBezTo>
                    <a:cubicBezTo>
                      <a:pt x="710" y="2004"/>
                      <a:pt x="761" y="2213"/>
                      <a:pt x="761" y="2423"/>
                    </a:cubicBezTo>
                    <a:cubicBezTo>
                      <a:pt x="761" y="2477"/>
                      <a:pt x="757" y="2536"/>
                      <a:pt x="749" y="2592"/>
                    </a:cubicBezTo>
                    <a:cubicBezTo>
                      <a:pt x="745" y="2603"/>
                      <a:pt x="752" y="2616"/>
                      <a:pt x="765" y="2616"/>
                    </a:cubicBezTo>
                    <a:cubicBezTo>
                      <a:pt x="767" y="2616"/>
                      <a:pt x="769" y="2617"/>
                      <a:pt x="771" y="2617"/>
                    </a:cubicBezTo>
                    <a:cubicBezTo>
                      <a:pt x="780" y="2617"/>
                      <a:pt x="789" y="2610"/>
                      <a:pt x="792" y="2599"/>
                    </a:cubicBezTo>
                    <a:cubicBezTo>
                      <a:pt x="800" y="2541"/>
                      <a:pt x="804" y="2481"/>
                      <a:pt x="804" y="2423"/>
                    </a:cubicBezTo>
                    <a:cubicBezTo>
                      <a:pt x="804" y="2205"/>
                      <a:pt x="752" y="1988"/>
                      <a:pt x="670" y="1795"/>
                    </a:cubicBezTo>
                    <a:cubicBezTo>
                      <a:pt x="666" y="1784"/>
                      <a:pt x="658" y="1768"/>
                      <a:pt x="643" y="1755"/>
                    </a:cubicBezTo>
                    <a:cubicBezTo>
                      <a:pt x="634" y="1744"/>
                      <a:pt x="623" y="1740"/>
                      <a:pt x="615" y="1736"/>
                    </a:cubicBezTo>
                    <a:cubicBezTo>
                      <a:pt x="603" y="1732"/>
                      <a:pt x="595" y="1732"/>
                      <a:pt x="583" y="1728"/>
                    </a:cubicBezTo>
                    <a:cubicBezTo>
                      <a:pt x="556" y="1724"/>
                      <a:pt x="528" y="1724"/>
                      <a:pt x="501" y="1724"/>
                    </a:cubicBezTo>
                    <a:cubicBezTo>
                      <a:pt x="473" y="1720"/>
                      <a:pt x="450" y="1720"/>
                      <a:pt x="426" y="1713"/>
                    </a:cubicBezTo>
                    <a:cubicBezTo>
                      <a:pt x="374" y="1697"/>
                      <a:pt x="319" y="1677"/>
                      <a:pt x="272" y="1649"/>
                    </a:cubicBezTo>
                    <a:cubicBezTo>
                      <a:pt x="224" y="1618"/>
                      <a:pt x="185" y="1582"/>
                      <a:pt x="157" y="1539"/>
                    </a:cubicBezTo>
                    <a:cubicBezTo>
                      <a:pt x="118" y="1468"/>
                      <a:pt x="95" y="1389"/>
                      <a:pt x="82" y="1306"/>
                    </a:cubicBezTo>
                    <a:cubicBezTo>
                      <a:pt x="63" y="1192"/>
                      <a:pt x="43" y="1038"/>
                      <a:pt x="43" y="876"/>
                    </a:cubicBezTo>
                    <a:cubicBezTo>
                      <a:pt x="43" y="719"/>
                      <a:pt x="59" y="553"/>
                      <a:pt x="106" y="415"/>
                    </a:cubicBezTo>
                    <a:cubicBezTo>
                      <a:pt x="126" y="344"/>
                      <a:pt x="157" y="277"/>
                      <a:pt x="193" y="222"/>
                    </a:cubicBezTo>
                    <a:cubicBezTo>
                      <a:pt x="232" y="170"/>
                      <a:pt x="279" y="123"/>
                      <a:pt x="335" y="88"/>
                    </a:cubicBezTo>
                    <a:cubicBezTo>
                      <a:pt x="390" y="57"/>
                      <a:pt x="453" y="44"/>
                      <a:pt x="521" y="44"/>
                    </a:cubicBezTo>
                    <a:cubicBezTo>
                      <a:pt x="587" y="44"/>
                      <a:pt x="654" y="57"/>
                      <a:pt x="721" y="68"/>
                    </a:cubicBezTo>
                    <a:cubicBezTo>
                      <a:pt x="856" y="92"/>
                      <a:pt x="989" y="115"/>
                      <a:pt x="1104" y="179"/>
                    </a:cubicBezTo>
                    <a:cubicBezTo>
                      <a:pt x="1155" y="202"/>
                      <a:pt x="1194" y="234"/>
                      <a:pt x="1222" y="265"/>
                    </a:cubicBezTo>
                    <a:cubicBezTo>
                      <a:pt x="1269" y="312"/>
                      <a:pt x="1293" y="364"/>
                      <a:pt x="1316" y="427"/>
                    </a:cubicBezTo>
                    <a:cubicBezTo>
                      <a:pt x="1336" y="486"/>
                      <a:pt x="1352" y="557"/>
                      <a:pt x="1376" y="636"/>
                    </a:cubicBezTo>
                    <a:cubicBezTo>
                      <a:pt x="1431" y="817"/>
                      <a:pt x="1462" y="1007"/>
                      <a:pt x="1478" y="1188"/>
                    </a:cubicBezTo>
                    <a:cubicBezTo>
                      <a:pt x="1506" y="1511"/>
                      <a:pt x="1585" y="1826"/>
                      <a:pt x="1691" y="2134"/>
                    </a:cubicBezTo>
                    <a:cubicBezTo>
                      <a:pt x="1694" y="2144"/>
                      <a:pt x="1703" y="2151"/>
                      <a:pt x="1713" y="2151"/>
                    </a:cubicBezTo>
                    <a:cubicBezTo>
                      <a:pt x="1715" y="2151"/>
                      <a:pt x="1717" y="2151"/>
                      <a:pt x="1719" y="2150"/>
                    </a:cubicBezTo>
                    <a:cubicBezTo>
                      <a:pt x="1727" y="2146"/>
                      <a:pt x="1735" y="2134"/>
                      <a:pt x="1731" y="2123"/>
                    </a:cubicBezTo>
                    <a:cubicBezTo>
                      <a:pt x="1628" y="1815"/>
                      <a:pt x="1549" y="1504"/>
                      <a:pt x="1522" y="1184"/>
                    </a:cubicBezTo>
                    <a:cubicBezTo>
                      <a:pt x="1506" y="998"/>
                      <a:pt x="1474" y="805"/>
                      <a:pt x="1420" y="620"/>
                    </a:cubicBezTo>
                    <a:cubicBezTo>
                      <a:pt x="1387" y="521"/>
                      <a:pt x="1368" y="430"/>
                      <a:pt x="1333" y="348"/>
                    </a:cubicBezTo>
                    <a:cubicBezTo>
                      <a:pt x="1313" y="308"/>
                      <a:pt x="1289" y="270"/>
                      <a:pt x="1254" y="234"/>
                    </a:cubicBezTo>
                    <a:cubicBezTo>
                      <a:pt x="1222" y="199"/>
                      <a:pt x="1178" y="166"/>
                      <a:pt x="1123" y="139"/>
                    </a:cubicBezTo>
                    <a:cubicBezTo>
                      <a:pt x="1001" y="76"/>
                      <a:pt x="863" y="48"/>
                      <a:pt x="729" y="24"/>
                    </a:cubicBezTo>
                    <a:cubicBezTo>
                      <a:pt x="663" y="13"/>
                      <a:pt x="592" y="1"/>
                      <a:pt x="521"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5" name="Google Shape;2585;p53"/>
              <p:cNvSpPr/>
              <p:nvPr/>
            </p:nvSpPr>
            <p:spPr>
              <a:xfrm>
                <a:off x="6534311" y="2583800"/>
                <a:ext cx="1011765" cy="2119987"/>
              </a:xfrm>
              <a:custGeom>
                <a:rect b="b" l="l" r="r" t="t"/>
                <a:pathLst>
                  <a:path extrusionOk="0" h="6110" w="2916">
                    <a:moveTo>
                      <a:pt x="610" y="0"/>
                    </a:moveTo>
                    <a:cubicBezTo>
                      <a:pt x="395" y="0"/>
                      <a:pt x="178" y="20"/>
                      <a:pt x="124" y="116"/>
                    </a:cubicBezTo>
                    <a:cubicBezTo>
                      <a:pt x="60" y="234"/>
                      <a:pt x="104" y="506"/>
                      <a:pt x="100" y="637"/>
                    </a:cubicBezTo>
                    <a:cubicBezTo>
                      <a:pt x="92" y="833"/>
                      <a:pt x="84" y="1027"/>
                      <a:pt x="77" y="1221"/>
                    </a:cubicBezTo>
                    <a:cubicBezTo>
                      <a:pt x="37" y="2103"/>
                      <a:pt x="1" y="2986"/>
                      <a:pt x="13" y="3870"/>
                    </a:cubicBezTo>
                    <a:cubicBezTo>
                      <a:pt x="13" y="3921"/>
                      <a:pt x="13" y="3972"/>
                      <a:pt x="17" y="4024"/>
                    </a:cubicBezTo>
                    <a:cubicBezTo>
                      <a:pt x="24" y="4524"/>
                      <a:pt x="48" y="5025"/>
                      <a:pt x="77" y="5526"/>
                    </a:cubicBezTo>
                    <a:cubicBezTo>
                      <a:pt x="80" y="5601"/>
                      <a:pt x="84" y="5680"/>
                      <a:pt x="108" y="5751"/>
                    </a:cubicBezTo>
                    <a:cubicBezTo>
                      <a:pt x="222" y="6056"/>
                      <a:pt x="534" y="6109"/>
                      <a:pt x="842" y="6109"/>
                    </a:cubicBezTo>
                    <a:cubicBezTo>
                      <a:pt x="1000" y="6109"/>
                      <a:pt x="1157" y="6095"/>
                      <a:pt x="1287" y="6094"/>
                    </a:cubicBezTo>
                    <a:cubicBezTo>
                      <a:pt x="1685" y="6089"/>
                      <a:pt x="2201" y="6047"/>
                      <a:pt x="2477" y="5716"/>
                    </a:cubicBezTo>
                    <a:cubicBezTo>
                      <a:pt x="2608" y="5561"/>
                      <a:pt x="2655" y="5396"/>
                      <a:pt x="2674" y="5223"/>
                    </a:cubicBezTo>
                    <a:cubicBezTo>
                      <a:pt x="2698" y="5030"/>
                      <a:pt x="2690" y="4820"/>
                      <a:pt x="2730" y="4615"/>
                    </a:cubicBezTo>
                    <a:cubicBezTo>
                      <a:pt x="2805" y="4233"/>
                      <a:pt x="2916" y="3933"/>
                      <a:pt x="2892" y="3523"/>
                    </a:cubicBezTo>
                    <a:cubicBezTo>
                      <a:pt x="2852" y="2864"/>
                      <a:pt x="2627" y="2226"/>
                      <a:pt x="2268" y="1674"/>
                    </a:cubicBezTo>
                    <a:cubicBezTo>
                      <a:pt x="1910" y="1121"/>
                      <a:pt x="1243" y="731"/>
                      <a:pt x="1101" y="57"/>
                    </a:cubicBezTo>
                    <a:cubicBezTo>
                      <a:pt x="1098" y="41"/>
                      <a:pt x="1094" y="29"/>
                      <a:pt x="1085" y="21"/>
                    </a:cubicBezTo>
                    <a:cubicBezTo>
                      <a:pt x="1074" y="9"/>
                      <a:pt x="1058" y="9"/>
                      <a:pt x="1042" y="9"/>
                    </a:cubicBezTo>
                    <a:cubicBezTo>
                      <a:pt x="1030" y="10"/>
                      <a:pt x="1018" y="10"/>
                      <a:pt x="1004" y="10"/>
                    </a:cubicBezTo>
                    <a:cubicBezTo>
                      <a:pt x="910" y="10"/>
                      <a:pt x="760" y="0"/>
                      <a:pt x="610" y="0"/>
                    </a:cubicBez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6" name="Google Shape;2586;p53"/>
              <p:cNvSpPr/>
              <p:nvPr/>
            </p:nvSpPr>
            <p:spPr>
              <a:xfrm>
                <a:off x="6530495" y="2575819"/>
                <a:ext cx="1016969" cy="2134906"/>
              </a:xfrm>
              <a:custGeom>
                <a:rect b="b" l="l" r="r" t="t"/>
                <a:pathLst>
                  <a:path extrusionOk="0" h="6153" w="2931">
                    <a:moveTo>
                      <a:pt x="619" y="44"/>
                    </a:moveTo>
                    <a:cubicBezTo>
                      <a:pt x="769" y="44"/>
                      <a:pt x="923" y="56"/>
                      <a:pt x="1018" y="56"/>
                    </a:cubicBezTo>
                    <a:lnTo>
                      <a:pt x="1073" y="56"/>
                    </a:lnTo>
                    <a:cubicBezTo>
                      <a:pt x="1076" y="56"/>
                      <a:pt x="1081" y="61"/>
                      <a:pt x="1081" y="61"/>
                    </a:cubicBezTo>
                    <a:cubicBezTo>
                      <a:pt x="1081" y="61"/>
                      <a:pt x="1085" y="64"/>
                      <a:pt x="1085" y="68"/>
                    </a:cubicBezTo>
                    <a:cubicBezTo>
                      <a:pt x="1089" y="72"/>
                      <a:pt x="1089" y="76"/>
                      <a:pt x="1089" y="84"/>
                    </a:cubicBezTo>
                    <a:cubicBezTo>
                      <a:pt x="1129" y="254"/>
                      <a:pt x="1195" y="407"/>
                      <a:pt x="1286" y="549"/>
                    </a:cubicBezTo>
                    <a:cubicBezTo>
                      <a:pt x="1420" y="762"/>
                      <a:pt x="1597" y="951"/>
                      <a:pt x="1775" y="1137"/>
                    </a:cubicBezTo>
                    <a:cubicBezTo>
                      <a:pt x="1952" y="1322"/>
                      <a:pt x="2130" y="1504"/>
                      <a:pt x="2264" y="1708"/>
                    </a:cubicBezTo>
                    <a:cubicBezTo>
                      <a:pt x="2619" y="2256"/>
                      <a:pt x="2843" y="2895"/>
                      <a:pt x="2883" y="3550"/>
                    </a:cubicBezTo>
                    <a:cubicBezTo>
                      <a:pt x="2883" y="3586"/>
                      <a:pt x="2887" y="3625"/>
                      <a:pt x="2887" y="3660"/>
                    </a:cubicBezTo>
                    <a:cubicBezTo>
                      <a:pt x="2887" y="3834"/>
                      <a:pt x="2859" y="3992"/>
                      <a:pt x="2827" y="4149"/>
                    </a:cubicBezTo>
                    <a:cubicBezTo>
                      <a:pt x="2796" y="4303"/>
                      <a:pt x="2752" y="4461"/>
                      <a:pt x="2717" y="4634"/>
                    </a:cubicBezTo>
                    <a:cubicBezTo>
                      <a:pt x="2678" y="4843"/>
                      <a:pt x="2690" y="5048"/>
                      <a:pt x="2666" y="5246"/>
                    </a:cubicBezTo>
                    <a:cubicBezTo>
                      <a:pt x="2654" y="5328"/>
                      <a:pt x="2638" y="5411"/>
                      <a:pt x="2607" y="5490"/>
                    </a:cubicBezTo>
                    <a:cubicBezTo>
                      <a:pt x="2579" y="5573"/>
                      <a:pt x="2536" y="5648"/>
                      <a:pt x="2472" y="5723"/>
                    </a:cubicBezTo>
                    <a:cubicBezTo>
                      <a:pt x="2339" y="5884"/>
                      <a:pt x="2146" y="5975"/>
                      <a:pt x="1933" y="6026"/>
                    </a:cubicBezTo>
                    <a:cubicBezTo>
                      <a:pt x="1724" y="6081"/>
                      <a:pt x="1495" y="6094"/>
                      <a:pt x="1298" y="6094"/>
                    </a:cubicBezTo>
                    <a:cubicBezTo>
                      <a:pt x="1167" y="6097"/>
                      <a:pt x="1010" y="6109"/>
                      <a:pt x="852" y="6109"/>
                    </a:cubicBezTo>
                    <a:cubicBezTo>
                      <a:pt x="703" y="6109"/>
                      <a:pt x="548" y="6097"/>
                      <a:pt x="423" y="6046"/>
                    </a:cubicBezTo>
                    <a:cubicBezTo>
                      <a:pt x="359" y="6023"/>
                      <a:pt x="300" y="5987"/>
                      <a:pt x="253" y="5943"/>
                    </a:cubicBezTo>
                    <a:cubicBezTo>
                      <a:pt x="206" y="5896"/>
                      <a:pt x="170" y="5841"/>
                      <a:pt x="142" y="5766"/>
                    </a:cubicBezTo>
                    <a:cubicBezTo>
                      <a:pt x="115" y="5699"/>
                      <a:pt x="111" y="5624"/>
                      <a:pt x="106" y="5545"/>
                    </a:cubicBezTo>
                    <a:cubicBezTo>
                      <a:pt x="83" y="5048"/>
                      <a:pt x="55" y="4547"/>
                      <a:pt x="48" y="4047"/>
                    </a:cubicBezTo>
                    <a:cubicBezTo>
                      <a:pt x="48" y="3995"/>
                      <a:pt x="48" y="3944"/>
                      <a:pt x="44" y="3893"/>
                    </a:cubicBezTo>
                    <a:lnTo>
                      <a:pt x="44" y="3573"/>
                    </a:lnTo>
                    <a:cubicBezTo>
                      <a:pt x="44" y="2796"/>
                      <a:pt x="75" y="2020"/>
                      <a:pt x="106" y="1244"/>
                    </a:cubicBezTo>
                    <a:cubicBezTo>
                      <a:pt x="115" y="1050"/>
                      <a:pt x="123" y="856"/>
                      <a:pt x="130" y="663"/>
                    </a:cubicBezTo>
                    <a:lnTo>
                      <a:pt x="130" y="636"/>
                    </a:lnTo>
                    <a:cubicBezTo>
                      <a:pt x="130" y="561"/>
                      <a:pt x="123" y="454"/>
                      <a:pt x="123" y="360"/>
                    </a:cubicBezTo>
                    <a:cubicBezTo>
                      <a:pt x="123" y="316"/>
                      <a:pt x="123" y="277"/>
                      <a:pt x="130" y="238"/>
                    </a:cubicBezTo>
                    <a:cubicBezTo>
                      <a:pt x="135" y="203"/>
                      <a:pt x="142" y="174"/>
                      <a:pt x="154" y="150"/>
                    </a:cubicBezTo>
                    <a:cubicBezTo>
                      <a:pt x="166" y="132"/>
                      <a:pt x="186" y="115"/>
                      <a:pt x="213" y="99"/>
                    </a:cubicBezTo>
                    <a:cubicBezTo>
                      <a:pt x="257" y="80"/>
                      <a:pt x="319" y="64"/>
                      <a:pt x="387" y="56"/>
                    </a:cubicBezTo>
                    <a:cubicBezTo>
                      <a:pt x="458" y="48"/>
                      <a:pt x="537" y="44"/>
                      <a:pt x="619" y="44"/>
                    </a:cubicBezTo>
                    <a:close/>
                    <a:moveTo>
                      <a:pt x="619" y="1"/>
                    </a:moveTo>
                    <a:cubicBezTo>
                      <a:pt x="509" y="1"/>
                      <a:pt x="403" y="9"/>
                      <a:pt x="312" y="25"/>
                    </a:cubicBezTo>
                    <a:cubicBezTo>
                      <a:pt x="268" y="32"/>
                      <a:pt x="229" y="44"/>
                      <a:pt x="194" y="64"/>
                    </a:cubicBezTo>
                    <a:cubicBezTo>
                      <a:pt x="162" y="80"/>
                      <a:pt x="135" y="99"/>
                      <a:pt x="119" y="132"/>
                    </a:cubicBezTo>
                    <a:cubicBezTo>
                      <a:pt x="99" y="159"/>
                      <a:pt x="91" y="194"/>
                      <a:pt x="88" y="234"/>
                    </a:cubicBezTo>
                    <a:cubicBezTo>
                      <a:pt x="79" y="274"/>
                      <a:pt x="79" y="316"/>
                      <a:pt x="79" y="360"/>
                    </a:cubicBezTo>
                    <a:cubicBezTo>
                      <a:pt x="79" y="458"/>
                      <a:pt x="88" y="565"/>
                      <a:pt x="88" y="636"/>
                    </a:cubicBezTo>
                    <a:lnTo>
                      <a:pt x="88" y="660"/>
                    </a:lnTo>
                    <a:cubicBezTo>
                      <a:pt x="79" y="853"/>
                      <a:pt x="71" y="1050"/>
                      <a:pt x="64" y="1244"/>
                    </a:cubicBezTo>
                    <a:cubicBezTo>
                      <a:pt x="32" y="2020"/>
                      <a:pt x="0" y="2796"/>
                      <a:pt x="0" y="3573"/>
                    </a:cubicBezTo>
                    <a:lnTo>
                      <a:pt x="0" y="3897"/>
                    </a:lnTo>
                    <a:cubicBezTo>
                      <a:pt x="4" y="3944"/>
                      <a:pt x="4" y="3995"/>
                      <a:pt x="4" y="4047"/>
                    </a:cubicBezTo>
                    <a:cubicBezTo>
                      <a:pt x="12" y="4547"/>
                      <a:pt x="40" y="5048"/>
                      <a:pt x="64" y="5549"/>
                    </a:cubicBezTo>
                    <a:cubicBezTo>
                      <a:pt x="68" y="5624"/>
                      <a:pt x="71" y="5706"/>
                      <a:pt x="99" y="5781"/>
                    </a:cubicBezTo>
                    <a:cubicBezTo>
                      <a:pt x="130" y="5861"/>
                      <a:pt x="174" y="5923"/>
                      <a:pt x="225" y="5975"/>
                    </a:cubicBezTo>
                    <a:cubicBezTo>
                      <a:pt x="304" y="6050"/>
                      <a:pt x="403" y="6094"/>
                      <a:pt x="509" y="6121"/>
                    </a:cubicBezTo>
                    <a:cubicBezTo>
                      <a:pt x="619" y="6145"/>
                      <a:pt x="738" y="6152"/>
                      <a:pt x="852" y="6152"/>
                    </a:cubicBezTo>
                    <a:cubicBezTo>
                      <a:pt x="1014" y="6152"/>
                      <a:pt x="1171" y="6141"/>
                      <a:pt x="1298" y="6136"/>
                    </a:cubicBezTo>
                    <a:cubicBezTo>
                      <a:pt x="1499" y="6136"/>
                      <a:pt x="1728" y="6125"/>
                      <a:pt x="1944" y="6070"/>
                    </a:cubicBezTo>
                    <a:cubicBezTo>
                      <a:pt x="2161" y="6018"/>
                      <a:pt x="2363" y="5919"/>
                      <a:pt x="2508" y="5750"/>
                    </a:cubicBezTo>
                    <a:cubicBezTo>
                      <a:pt x="2572" y="5671"/>
                      <a:pt x="2619" y="5588"/>
                      <a:pt x="2650" y="5506"/>
                    </a:cubicBezTo>
                    <a:cubicBezTo>
                      <a:pt x="2681" y="5423"/>
                      <a:pt x="2698" y="5336"/>
                      <a:pt x="2709" y="5249"/>
                    </a:cubicBezTo>
                    <a:cubicBezTo>
                      <a:pt x="2733" y="5053"/>
                      <a:pt x="2721" y="4847"/>
                      <a:pt x="2761" y="4642"/>
                    </a:cubicBezTo>
                    <a:cubicBezTo>
                      <a:pt x="2796" y="4472"/>
                      <a:pt x="2836" y="4314"/>
                      <a:pt x="2871" y="4157"/>
                    </a:cubicBezTo>
                    <a:cubicBezTo>
                      <a:pt x="2903" y="3999"/>
                      <a:pt x="2930" y="3837"/>
                      <a:pt x="2930" y="3660"/>
                    </a:cubicBezTo>
                    <a:cubicBezTo>
                      <a:pt x="2930" y="3625"/>
                      <a:pt x="2927" y="3586"/>
                      <a:pt x="2927" y="3546"/>
                    </a:cubicBezTo>
                    <a:cubicBezTo>
                      <a:pt x="2887" y="2884"/>
                      <a:pt x="2658" y="2241"/>
                      <a:pt x="2299" y="1685"/>
                    </a:cubicBezTo>
                    <a:cubicBezTo>
                      <a:pt x="2117" y="1404"/>
                      <a:pt x="1857" y="1168"/>
                      <a:pt x="1629" y="920"/>
                    </a:cubicBezTo>
                    <a:cubicBezTo>
                      <a:pt x="1515" y="794"/>
                      <a:pt x="1408" y="667"/>
                      <a:pt x="1322" y="529"/>
                    </a:cubicBezTo>
                    <a:cubicBezTo>
                      <a:pt x="1234" y="387"/>
                      <a:pt x="1167" y="241"/>
                      <a:pt x="1132" y="76"/>
                    </a:cubicBezTo>
                    <a:cubicBezTo>
                      <a:pt x="1132" y="68"/>
                      <a:pt x="1129" y="61"/>
                      <a:pt x="1129" y="52"/>
                    </a:cubicBezTo>
                    <a:cubicBezTo>
                      <a:pt x="1124" y="44"/>
                      <a:pt x="1120" y="32"/>
                      <a:pt x="1109" y="28"/>
                    </a:cubicBezTo>
                    <a:cubicBezTo>
                      <a:pt x="1100" y="21"/>
                      <a:pt x="1093" y="17"/>
                      <a:pt x="1085" y="13"/>
                    </a:cubicBezTo>
                    <a:lnTo>
                      <a:pt x="1018" y="13"/>
                    </a:lnTo>
                    <a:cubicBezTo>
                      <a:pt x="927" y="13"/>
                      <a:pt x="774" y="1"/>
                      <a:pt x="61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7" name="Google Shape;2587;p53"/>
              <p:cNvSpPr/>
              <p:nvPr/>
            </p:nvSpPr>
            <p:spPr>
              <a:xfrm>
                <a:off x="6946507" y="4398085"/>
                <a:ext cx="852505" cy="681796"/>
              </a:xfrm>
              <a:custGeom>
                <a:rect b="b" l="l" r="r" t="t"/>
                <a:pathLst>
                  <a:path extrusionOk="0" h="1965" w="2457">
                    <a:moveTo>
                      <a:pt x="1218" y="0"/>
                    </a:moveTo>
                    <a:cubicBezTo>
                      <a:pt x="1046" y="0"/>
                      <a:pt x="878" y="85"/>
                      <a:pt x="753" y="203"/>
                    </a:cubicBezTo>
                    <a:cubicBezTo>
                      <a:pt x="607" y="340"/>
                      <a:pt x="509" y="514"/>
                      <a:pt x="418" y="691"/>
                    </a:cubicBezTo>
                    <a:cubicBezTo>
                      <a:pt x="272" y="960"/>
                      <a:pt x="134" y="1231"/>
                      <a:pt x="0" y="1508"/>
                    </a:cubicBezTo>
                    <a:cubicBezTo>
                      <a:pt x="158" y="1701"/>
                      <a:pt x="347" y="1866"/>
                      <a:pt x="572" y="1965"/>
                    </a:cubicBezTo>
                    <a:cubicBezTo>
                      <a:pt x="1045" y="1566"/>
                      <a:pt x="2456" y="179"/>
                      <a:pt x="1289" y="5"/>
                    </a:cubicBezTo>
                    <a:cubicBezTo>
                      <a:pt x="1266" y="2"/>
                      <a:pt x="1242" y="0"/>
                      <a:pt x="1218" y="0"/>
                    </a:cubicBezTo>
                    <a:close/>
                  </a:path>
                </a:pathLst>
              </a:custGeom>
              <a:solidFill>
                <a:srgbClr val="82473E"/>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8" name="Google Shape;2588;p53"/>
              <p:cNvSpPr/>
              <p:nvPr/>
            </p:nvSpPr>
            <p:spPr>
              <a:xfrm>
                <a:off x="6938180" y="4390105"/>
                <a:ext cx="620035" cy="697757"/>
              </a:xfrm>
              <a:custGeom>
                <a:rect b="b" l="l" r="r" t="t"/>
                <a:pathLst>
                  <a:path extrusionOk="0" h="2011" w="1787">
                    <a:moveTo>
                      <a:pt x="1239" y="44"/>
                    </a:moveTo>
                    <a:cubicBezTo>
                      <a:pt x="1262" y="44"/>
                      <a:pt x="1286" y="48"/>
                      <a:pt x="1310" y="48"/>
                    </a:cubicBezTo>
                    <a:cubicBezTo>
                      <a:pt x="1471" y="75"/>
                      <a:pt x="1577" y="123"/>
                      <a:pt x="1648" y="182"/>
                    </a:cubicBezTo>
                    <a:cubicBezTo>
                      <a:pt x="1681" y="213"/>
                      <a:pt x="1704" y="249"/>
                      <a:pt x="1719" y="284"/>
                    </a:cubicBezTo>
                    <a:cubicBezTo>
                      <a:pt x="1735" y="324"/>
                      <a:pt x="1743" y="368"/>
                      <a:pt x="1743" y="410"/>
                    </a:cubicBezTo>
                    <a:cubicBezTo>
                      <a:pt x="1743" y="529"/>
                      <a:pt x="1692" y="667"/>
                      <a:pt x="1610" y="813"/>
                    </a:cubicBezTo>
                    <a:cubicBezTo>
                      <a:pt x="1487" y="1034"/>
                      <a:pt x="1294" y="1271"/>
                      <a:pt x="1100" y="1480"/>
                    </a:cubicBezTo>
                    <a:cubicBezTo>
                      <a:pt x="909" y="1678"/>
                      <a:pt x="717" y="1855"/>
                      <a:pt x="591" y="1962"/>
                    </a:cubicBezTo>
                    <a:lnTo>
                      <a:pt x="591" y="1962"/>
                    </a:lnTo>
                    <a:cubicBezTo>
                      <a:pt x="381" y="1865"/>
                      <a:pt x="202" y="1711"/>
                      <a:pt x="49" y="1530"/>
                    </a:cubicBezTo>
                    <a:lnTo>
                      <a:pt x="49" y="1530"/>
                    </a:lnTo>
                    <a:cubicBezTo>
                      <a:pt x="182" y="1259"/>
                      <a:pt x="318" y="986"/>
                      <a:pt x="458" y="723"/>
                    </a:cubicBezTo>
                    <a:cubicBezTo>
                      <a:pt x="553" y="548"/>
                      <a:pt x="651" y="375"/>
                      <a:pt x="789" y="241"/>
                    </a:cubicBezTo>
                    <a:cubicBezTo>
                      <a:pt x="853" y="186"/>
                      <a:pt x="924" y="135"/>
                      <a:pt x="998" y="99"/>
                    </a:cubicBezTo>
                    <a:cubicBezTo>
                      <a:pt x="1077" y="64"/>
                      <a:pt x="1160" y="44"/>
                      <a:pt x="1239" y="44"/>
                    </a:cubicBezTo>
                    <a:close/>
                    <a:moveTo>
                      <a:pt x="1239" y="1"/>
                    </a:moveTo>
                    <a:cubicBezTo>
                      <a:pt x="1152" y="1"/>
                      <a:pt x="1061" y="24"/>
                      <a:pt x="982" y="60"/>
                    </a:cubicBezTo>
                    <a:cubicBezTo>
                      <a:pt x="900" y="99"/>
                      <a:pt x="824" y="150"/>
                      <a:pt x="762" y="210"/>
                    </a:cubicBezTo>
                    <a:cubicBezTo>
                      <a:pt x="616" y="352"/>
                      <a:pt x="513" y="529"/>
                      <a:pt x="422" y="703"/>
                    </a:cubicBezTo>
                    <a:cubicBezTo>
                      <a:pt x="276" y="971"/>
                      <a:pt x="138" y="1247"/>
                      <a:pt x="5" y="1522"/>
                    </a:cubicBezTo>
                    <a:cubicBezTo>
                      <a:pt x="1" y="1531"/>
                      <a:pt x="1" y="1538"/>
                      <a:pt x="8" y="1546"/>
                    </a:cubicBezTo>
                    <a:cubicBezTo>
                      <a:pt x="166" y="1740"/>
                      <a:pt x="356" y="1906"/>
                      <a:pt x="584" y="2008"/>
                    </a:cubicBezTo>
                    <a:cubicBezTo>
                      <a:pt x="588" y="2010"/>
                      <a:pt x="593" y="2011"/>
                      <a:pt x="597" y="2011"/>
                    </a:cubicBezTo>
                    <a:cubicBezTo>
                      <a:pt x="602" y="2011"/>
                      <a:pt x="606" y="2010"/>
                      <a:pt x="607" y="2008"/>
                    </a:cubicBezTo>
                    <a:cubicBezTo>
                      <a:pt x="782" y="1862"/>
                      <a:pt x="1073" y="1589"/>
                      <a:pt x="1326" y="1290"/>
                    </a:cubicBezTo>
                    <a:cubicBezTo>
                      <a:pt x="1452" y="1140"/>
                      <a:pt x="1566" y="987"/>
                      <a:pt x="1648" y="836"/>
                    </a:cubicBezTo>
                    <a:cubicBezTo>
                      <a:pt x="1732" y="683"/>
                      <a:pt x="1787" y="541"/>
                      <a:pt x="1787" y="410"/>
                    </a:cubicBezTo>
                    <a:cubicBezTo>
                      <a:pt x="1787" y="359"/>
                      <a:pt x="1779" y="312"/>
                      <a:pt x="1759" y="268"/>
                    </a:cubicBezTo>
                    <a:cubicBezTo>
                      <a:pt x="1732" y="202"/>
                      <a:pt x="1684" y="146"/>
                      <a:pt x="1610" y="103"/>
                    </a:cubicBezTo>
                    <a:cubicBezTo>
                      <a:pt x="1539" y="55"/>
                      <a:pt x="1439" y="24"/>
                      <a:pt x="1317" y="8"/>
                    </a:cubicBezTo>
                    <a:cubicBezTo>
                      <a:pt x="1290" y="4"/>
                      <a:pt x="1266" y="1"/>
                      <a:pt x="123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9" name="Google Shape;2589;p53"/>
              <p:cNvSpPr/>
              <p:nvPr/>
            </p:nvSpPr>
            <p:spPr>
              <a:xfrm>
                <a:off x="6603011" y="2734383"/>
                <a:ext cx="1242500" cy="2026999"/>
              </a:xfrm>
              <a:custGeom>
                <a:rect b="b" l="l" r="r" t="t"/>
                <a:pathLst>
                  <a:path extrusionOk="0" h="5842" w="3581">
                    <a:moveTo>
                      <a:pt x="764" y="0"/>
                    </a:moveTo>
                    <a:cubicBezTo>
                      <a:pt x="511" y="0"/>
                      <a:pt x="264" y="147"/>
                      <a:pt x="154" y="380"/>
                    </a:cubicBezTo>
                    <a:cubicBezTo>
                      <a:pt x="1" y="703"/>
                      <a:pt x="12" y="1074"/>
                      <a:pt x="48" y="1421"/>
                    </a:cubicBezTo>
                    <a:cubicBezTo>
                      <a:pt x="83" y="1768"/>
                      <a:pt x="316" y="1977"/>
                      <a:pt x="565" y="2214"/>
                    </a:cubicBezTo>
                    <a:cubicBezTo>
                      <a:pt x="907" y="2545"/>
                      <a:pt x="1329" y="2880"/>
                      <a:pt x="1550" y="3313"/>
                    </a:cubicBezTo>
                    <a:cubicBezTo>
                      <a:pt x="1763" y="3735"/>
                      <a:pt x="1582" y="4303"/>
                      <a:pt x="1412" y="4721"/>
                    </a:cubicBezTo>
                    <a:cubicBezTo>
                      <a:pt x="1325" y="4931"/>
                      <a:pt x="1227" y="5155"/>
                      <a:pt x="1293" y="5368"/>
                    </a:cubicBezTo>
                    <a:cubicBezTo>
                      <a:pt x="1337" y="5514"/>
                      <a:pt x="1448" y="5624"/>
                      <a:pt x="1573" y="5703"/>
                    </a:cubicBezTo>
                    <a:cubicBezTo>
                      <a:pt x="1742" y="5807"/>
                      <a:pt x="1920" y="5841"/>
                      <a:pt x="2106" y="5841"/>
                    </a:cubicBezTo>
                    <a:cubicBezTo>
                      <a:pt x="2173" y="5841"/>
                      <a:pt x="2242" y="5837"/>
                      <a:pt x="2311" y="5830"/>
                    </a:cubicBezTo>
                    <a:cubicBezTo>
                      <a:pt x="2536" y="5810"/>
                      <a:pt x="2736" y="5830"/>
                      <a:pt x="2938" y="5688"/>
                    </a:cubicBezTo>
                    <a:cubicBezTo>
                      <a:pt x="3301" y="5427"/>
                      <a:pt x="3573" y="4879"/>
                      <a:pt x="3577" y="4438"/>
                    </a:cubicBezTo>
                    <a:cubicBezTo>
                      <a:pt x="3581" y="4173"/>
                      <a:pt x="3486" y="3913"/>
                      <a:pt x="3451" y="3649"/>
                    </a:cubicBezTo>
                    <a:cubicBezTo>
                      <a:pt x="3391" y="3251"/>
                      <a:pt x="3455" y="2816"/>
                      <a:pt x="3265" y="2458"/>
                    </a:cubicBezTo>
                    <a:cubicBezTo>
                      <a:pt x="3151" y="2245"/>
                      <a:pt x="2958" y="2083"/>
                      <a:pt x="2836" y="1875"/>
                    </a:cubicBezTo>
                    <a:cubicBezTo>
                      <a:pt x="2721" y="1686"/>
                      <a:pt x="2666" y="1460"/>
                      <a:pt x="2556" y="1267"/>
                    </a:cubicBezTo>
                    <a:cubicBezTo>
                      <a:pt x="2414" y="1011"/>
                      <a:pt x="2173" y="885"/>
                      <a:pt x="1968" y="696"/>
                    </a:cubicBezTo>
                    <a:cubicBezTo>
                      <a:pt x="1960" y="687"/>
                      <a:pt x="1948" y="680"/>
                      <a:pt x="1941" y="668"/>
                    </a:cubicBezTo>
                    <a:cubicBezTo>
                      <a:pt x="1680" y="419"/>
                      <a:pt x="1361" y="222"/>
                      <a:pt x="1042" y="64"/>
                    </a:cubicBezTo>
                    <a:cubicBezTo>
                      <a:pt x="953" y="21"/>
                      <a:pt x="858" y="0"/>
                      <a:pt x="764" y="0"/>
                    </a:cubicBez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0" name="Google Shape;2590;p53"/>
              <p:cNvSpPr/>
              <p:nvPr/>
            </p:nvSpPr>
            <p:spPr>
              <a:xfrm>
                <a:off x="6604398" y="2726403"/>
                <a:ext cx="1248051" cy="2041571"/>
              </a:xfrm>
              <a:custGeom>
                <a:rect b="b" l="l" r="r" t="t"/>
                <a:pathLst>
                  <a:path extrusionOk="0" h="5884" w="3597">
                    <a:moveTo>
                      <a:pt x="761" y="44"/>
                    </a:moveTo>
                    <a:cubicBezTo>
                      <a:pt x="852" y="44"/>
                      <a:pt x="943" y="64"/>
                      <a:pt x="1025" y="107"/>
                    </a:cubicBezTo>
                    <a:cubicBezTo>
                      <a:pt x="1349" y="265"/>
                      <a:pt x="1664" y="462"/>
                      <a:pt x="1921" y="706"/>
                    </a:cubicBezTo>
                    <a:cubicBezTo>
                      <a:pt x="1928" y="719"/>
                      <a:pt x="1940" y="726"/>
                      <a:pt x="1948" y="734"/>
                    </a:cubicBezTo>
                    <a:cubicBezTo>
                      <a:pt x="2055" y="828"/>
                      <a:pt x="2165" y="908"/>
                      <a:pt x="2268" y="994"/>
                    </a:cubicBezTo>
                    <a:cubicBezTo>
                      <a:pt x="2370" y="1081"/>
                      <a:pt x="2465" y="1176"/>
                      <a:pt x="2532" y="1302"/>
                    </a:cubicBezTo>
                    <a:cubicBezTo>
                      <a:pt x="2587" y="1396"/>
                      <a:pt x="2626" y="1499"/>
                      <a:pt x="2670" y="1602"/>
                    </a:cubicBezTo>
                    <a:cubicBezTo>
                      <a:pt x="2709" y="1709"/>
                      <a:pt x="2752" y="1811"/>
                      <a:pt x="2812" y="1909"/>
                    </a:cubicBezTo>
                    <a:cubicBezTo>
                      <a:pt x="2874" y="2016"/>
                      <a:pt x="2954" y="2106"/>
                      <a:pt x="3032" y="2201"/>
                    </a:cubicBezTo>
                    <a:cubicBezTo>
                      <a:pt x="3111" y="2295"/>
                      <a:pt x="3187" y="2386"/>
                      <a:pt x="3242" y="2493"/>
                    </a:cubicBezTo>
                    <a:cubicBezTo>
                      <a:pt x="3336" y="2666"/>
                      <a:pt x="3367" y="2859"/>
                      <a:pt x="3380" y="3065"/>
                    </a:cubicBezTo>
                    <a:cubicBezTo>
                      <a:pt x="3395" y="3265"/>
                      <a:pt x="3395" y="3474"/>
                      <a:pt x="3423" y="3676"/>
                    </a:cubicBezTo>
                    <a:cubicBezTo>
                      <a:pt x="3462" y="3940"/>
                      <a:pt x="3553" y="4196"/>
                      <a:pt x="3553" y="4453"/>
                    </a:cubicBezTo>
                    <a:lnTo>
                      <a:pt x="3553" y="4461"/>
                    </a:lnTo>
                    <a:cubicBezTo>
                      <a:pt x="3549" y="4677"/>
                      <a:pt x="3482" y="4921"/>
                      <a:pt x="3367" y="5143"/>
                    </a:cubicBezTo>
                    <a:cubicBezTo>
                      <a:pt x="3258" y="5363"/>
                      <a:pt x="3100" y="5565"/>
                      <a:pt x="2922" y="5691"/>
                    </a:cubicBezTo>
                    <a:cubicBezTo>
                      <a:pt x="2823" y="5762"/>
                      <a:pt x="2729" y="5789"/>
                      <a:pt x="2626" y="5805"/>
                    </a:cubicBezTo>
                    <a:cubicBezTo>
                      <a:pt x="2524" y="5820"/>
                      <a:pt x="2417" y="5820"/>
                      <a:pt x="2303" y="5833"/>
                    </a:cubicBezTo>
                    <a:cubicBezTo>
                      <a:pt x="2236" y="5837"/>
                      <a:pt x="2169" y="5840"/>
                      <a:pt x="2102" y="5840"/>
                    </a:cubicBezTo>
                    <a:cubicBezTo>
                      <a:pt x="1921" y="5840"/>
                      <a:pt x="1747" y="5809"/>
                      <a:pt x="1582" y="5711"/>
                    </a:cubicBezTo>
                    <a:cubicBezTo>
                      <a:pt x="1518" y="5671"/>
                      <a:pt x="1463" y="5624"/>
                      <a:pt x="1416" y="5569"/>
                    </a:cubicBezTo>
                    <a:cubicBezTo>
                      <a:pt x="1369" y="5518"/>
                      <a:pt x="1329" y="5454"/>
                      <a:pt x="1309" y="5387"/>
                    </a:cubicBezTo>
                    <a:cubicBezTo>
                      <a:pt x="1294" y="5340"/>
                      <a:pt x="1289" y="5292"/>
                      <a:pt x="1289" y="5245"/>
                    </a:cubicBezTo>
                    <a:cubicBezTo>
                      <a:pt x="1289" y="5083"/>
                      <a:pt x="1360" y="4914"/>
                      <a:pt x="1427" y="4752"/>
                    </a:cubicBezTo>
                    <a:cubicBezTo>
                      <a:pt x="1542" y="4468"/>
                      <a:pt x="1664" y="4113"/>
                      <a:pt x="1664" y="3782"/>
                    </a:cubicBezTo>
                    <a:cubicBezTo>
                      <a:pt x="1664" y="3620"/>
                      <a:pt x="1637" y="3467"/>
                      <a:pt x="1566" y="3329"/>
                    </a:cubicBezTo>
                    <a:cubicBezTo>
                      <a:pt x="1455" y="3108"/>
                      <a:pt x="1289" y="2915"/>
                      <a:pt x="1112" y="2733"/>
                    </a:cubicBezTo>
                    <a:cubicBezTo>
                      <a:pt x="939" y="2552"/>
                      <a:pt x="745" y="2386"/>
                      <a:pt x="572" y="2221"/>
                    </a:cubicBezTo>
                    <a:cubicBezTo>
                      <a:pt x="450" y="2102"/>
                      <a:pt x="332" y="1992"/>
                      <a:pt x="241" y="1866"/>
                    </a:cubicBezTo>
                    <a:cubicBezTo>
                      <a:pt x="146" y="1744"/>
                      <a:pt x="83" y="1609"/>
                      <a:pt x="68" y="1440"/>
                    </a:cubicBezTo>
                    <a:cubicBezTo>
                      <a:pt x="51" y="1314"/>
                      <a:pt x="44" y="1188"/>
                      <a:pt x="44" y="1057"/>
                    </a:cubicBezTo>
                    <a:cubicBezTo>
                      <a:pt x="44" y="833"/>
                      <a:pt x="75" y="612"/>
                      <a:pt x="170" y="411"/>
                    </a:cubicBezTo>
                    <a:cubicBezTo>
                      <a:pt x="225" y="300"/>
                      <a:pt x="312" y="210"/>
                      <a:pt x="414" y="142"/>
                    </a:cubicBezTo>
                    <a:cubicBezTo>
                      <a:pt x="517" y="80"/>
                      <a:pt x="639" y="44"/>
                      <a:pt x="761" y="44"/>
                    </a:cubicBezTo>
                    <a:close/>
                    <a:moveTo>
                      <a:pt x="761" y="0"/>
                    </a:moveTo>
                    <a:cubicBezTo>
                      <a:pt x="632" y="0"/>
                      <a:pt x="501" y="40"/>
                      <a:pt x="390" y="107"/>
                    </a:cubicBezTo>
                    <a:cubicBezTo>
                      <a:pt x="281" y="175"/>
                      <a:pt x="190" y="273"/>
                      <a:pt x="130" y="391"/>
                    </a:cubicBezTo>
                    <a:cubicBezTo>
                      <a:pt x="32" y="600"/>
                      <a:pt x="0" y="833"/>
                      <a:pt x="0" y="1057"/>
                    </a:cubicBezTo>
                    <a:cubicBezTo>
                      <a:pt x="0" y="1188"/>
                      <a:pt x="8" y="1318"/>
                      <a:pt x="24" y="1444"/>
                    </a:cubicBezTo>
                    <a:cubicBezTo>
                      <a:pt x="40" y="1625"/>
                      <a:pt x="111" y="1767"/>
                      <a:pt x="206" y="1893"/>
                    </a:cubicBezTo>
                    <a:cubicBezTo>
                      <a:pt x="300" y="2020"/>
                      <a:pt x="422" y="2134"/>
                      <a:pt x="545" y="2253"/>
                    </a:cubicBezTo>
                    <a:cubicBezTo>
                      <a:pt x="714" y="2418"/>
                      <a:pt x="907" y="2584"/>
                      <a:pt x="1085" y="2765"/>
                    </a:cubicBezTo>
                    <a:cubicBezTo>
                      <a:pt x="1258" y="2943"/>
                      <a:pt x="1420" y="3132"/>
                      <a:pt x="1526" y="3349"/>
                    </a:cubicBezTo>
                    <a:cubicBezTo>
                      <a:pt x="1593" y="3478"/>
                      <a:pt x="1621" y="3629"/>
                      <a:pt x="1621" y="3782"/>
                    </a:cubicBezTo>
                    <a:cubicBezTo>
                      <a:pt x="1621" y="4106"/>
                      <a:pt x="1498" y="4453"/>
                      <a:pt x="1389" y="4737"/>
                    </a:cubicBezTo>
                    <a:cubicBezTo>
                      <a:pt x="1321" y="4898"/>
                      <a:pt x="1247" y="5072"/>
                      <a:pt x="1247" y="5245"/>
                    </a:cubicBezTo>
                    <a:cubicBezTo>
                      <a:pt x="1247" y="5296"/>
                      <a:pt x="1251" y="5347"/>
                      <a:pt x="1266" y="5399"/>
                    </a:cubicBezTo>
                    <a:cubicBezTo>
                      <a:pt x="1289" y="5474"/>
                      <a:pt x="1329" y="5541"/>
                      <a:pt x="1380" y="5600"/>
                    </a:cubicBezTo>
                    <a:cubicBezTo>
                      <a:pt x="1431" y="5655"/>
                      <a:pt x="1495" y="5707"/>
                      <a:pt x="1558" y="5746"/>
                    </a:cubicBezTo>
                    <a:cubicBezTo>
                      <a:pt x="1731" y="5853"/>
                      <a:pt x="1913" y="5884"/>
                      <a:pt x="2102" y="5884"/>
                    </a:cubicBezTo>
                    <a:cubicBezTo>
                      <a:pt x="2169" y="5884"/>
                      <a:pt x="2240" y="5880"/>
                      <a:pt x="2307" y="5876"/>
                    </a:cubicBezTo>
                    <a:cubicBezTo>
                      <a:pt x="2421" y="5864"/>
                      <a:pt x="2528" y="5864"/>
                      <a:pt x="2634" y="5849"/>
                    </a:cubicBezTo>
                    <a:cubicBezTo>
                      <a:pt x="2737" y="5833"/>
                      <a:pt x="2843" y="5802"/>
                      <a:pt x="2945" y="5726"/>
                    </a:cubicBezTo>
                    <a:cubicBezTo>
                      <a:pt x="3131" y="5596"/>
                      <a:pt x="3293" y="5391"/>
                      <a:pt x="3407" y="5163"/>
                    </a:cubicBezTo>
                    <a:cubicBezTo>
                      <a:pt x="3522" y="4937"/>
                      <a:pt x="3593" y="4685"/>
                      <a:pt x="3597" y="4461"/>
                    </a:cubicBezTo>
                    <a:lnTo>
                      <a:pt x="3597" y="4453"/>
                    </a:lnTo>
                    <a:cubicBezTo>
                      <a:pt x="3597" y="4184"/>
                      <a:pt x="3506" y="3928"/>
                      <a:pt x="3466" y="3667"/>
                    </a:cubicBezTo>
                    <a:cubicBezTo>
                      <a:pt x="3438" y="3471"/>
                      <a:pt x="3438" y="3262"/>
                      <a:pt x="3423" y="3061"/>
                    </a:cubicBezTo>
                    <a:cubicBezTo>
                      <a:pt x="3411" y="2856"/>
                      <a:pt x="3376" y="2655"/>
                      <a:pt x="3281" y="2473"/>
                    </a:cubicBezTo>
                    <a:cubicBezTo>
                      <a:pt x="3222" y="2362"/>
                      <a:pt x="3143" y="2268"/>
                      <a:pt x="3068" y="2173"/>
                    </a:cubicBezTo>
                    <a:cubicBezTo>
                      <a:pt x="2989" y="2079"/>
                      <a:pt x="2910" y="1988"/>
                      <a:pt x="2847" y="1886"/>
                    </a:cubicBezTo>
                    <a:cubicBezTo>
                      <a:pt x="2792" y="1791"/>
                      <a:pt x="2752" y="1692"/>
                      <a:pt x="2709" y="1586"/>
                    </a:cubicBezTo>
                    <a:cubicBezTo>
                      <a:pt x="2670" y="1483"/>
                      <a:pt x="2626" y="1377"/>
                      <a:pt x="2572" y="1278"/>
                    </a:cubicBezTo>
                    <a:cubicBezTo>
                      <a:pt x="2496" y="1148"/>
                      <a:pt x="2397" y="1050"/>
                      <a:pt x="2295" y="963"/>
                    </a:cubicBezTo>
                    <a:cubicBezTo>
                      <a:pt x="2188" y="876"/>
                      <a:pt x="2079" y="797"/>
                      <a:pt x="1980" y="703"/>
                    </a:cubicBezTo>
                    <a:cubicBezTo>
                      <a:pt x="1968" y="695"/>
                      <a:pt x="1960" y="686"/>
                      <a:pt x="1952" y="675"/>
                    </a:cubicBezTo>
                    <a:cubicBezTo>
                      <a:pt x="1688" y="426"/>
                      <a:pt x="1369" y="226"/>
                      <a:pt x="1045" y="68"/>
                    </a:cubicBezTo>
                    <a:cubicBezTo>
                      <a:pt x="954" y="20"/>
                      <a:pt x="856" y="0"/>
                      <a:pt x="761"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1" name="Google Shape;2591;p53"/>
              <p:cNvSpPr/>
              <p:nvPr/>
            </p:nvSpPr>
            <p:spPr>
              <a:xfrm>
                <a:off x="6575600" y="2516488"/>
                <a:ext cx="301170" cy="81885"/>
              </a:xfrm>
              <a:custGeom>
                <a:rect b="b" l="l" r="r" t="t"/>
                <a:pathLst>
                  <a:path extrusionOk="0" h="236" w="868">
                    <a:moveTo>
                      <a:pt x="184" y="0"/>
                    </a:moveTo>
                    <a:cubicBezTo>
                      <a:pt x="119" y="0"/>
                      <a:pt x="56" y="3"/>
                      <a:pt x="0" y="6"/>
                    </a:cubicBezTo>
                    <a:cubicBezTo>
                      <a:pt x="20" y="66"/>
                      <a:pt x="64" y="176"/>
                      <a:pt x="83" y="235"/>
                    </a:cubicBezTo>
                    <a:cubicBezTo>
                      <a:pt x="296" y="208"/>
                      <a:pt x="686" y="223"/>
                      <a:pt x="868" y="188"/>
                    </a:cubicBezTo>
                    <a:cubicBezTo>
                      <a:pt x="788" y="41"/>
                      <a:pt x="460" y="0"/>
                      <a:pt x="18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2" name="Google Shape;2592;p53"/>
              <p:cNvSpPr/>
              <p:nvPr/>
            </p:nvSpPr>
            <p:spPr>
              <a:xfrm>
                <a:off x="6927771" y="2751731"/>
                <a:ext cx="458000" cy="530517"/>
              </a:xfrm>
              <a:custGeom>
                <a:rect b="b" l="l" r="r" t="t"/>
                <a:pathLst>
                  <a:path extrusionOk="0" h="1529" w="1320">
                    <a:moveTo>
                      <a:pt x="595" y="0"/>
                    </a:moveTo>
                    <a:cubicBezTo>
                      <a:pt x="472" y="0"/>
                      <a:pt x="352" y="27"/>
                      <a:pt x="235" y="58"/>
                    </a:cubicBezTo>
                    <a:cubicBezTo>
                      <a:pt x="231" y="58"/>
                      <a:pt x="228" y="62"/>
                      <a:pt x="224" y="62"/>
                    </a:cubicBezTo>
                    <a:cubicBezTo>
                      <a:pt x="215" y="69"/>
                      <a:pt x="220" y="82"/>
                      <a:pt x="220" y="89"/>
                    </a:cubicBezTo>
                    <a:cubicBezTo>
                      <a:pt x="224" y="133"/>
                      <a:pt x="220" y="176"/>
                      <a:pt x="208" y="216"/>
                    </a:cubicBezTo>
                    <a:cubicBezTo>
                      <a:pt x="184" y="282"/>
                      <a:pt x="160" y="342"/>
                      <a:pt x="117" y="397"/>
                    </a:cubicBezTo>
                    <a:cubicBezTo>
                      <a:pt x="89" y="433"/>
                      <a:pt x="62" y="472"/>
                      <a:pt x="38" y="511"/>
                    </a:cubicBezTo>
                    <a:cubicBezTo>
                      <a:pt x="0" y="588"/>
                      <a:pt x="27" y="617"/>
                      <a:pt x="71" y="617"/>
                    </a:cubicBezTo>
                    <a:cubicBezTo>
                      <a:pt x="105" y="617"/>
                      <a:pt x="148" y="600"/>
                      <a:pt x="180" y="575"/>
                    </a:cubicBezTo>
                    <a:cubicBezTo>
                      <a:pt x="224" y="539"/>
                      <a:pt x="255" y="495"/>
                      <a:pt x="286" y="453"/>
                    </a:cubicBezTo>
                    <a:cubicBezTo>
                      <a:pt x="322" y="413"/>
                      <a:pt x="354" y="369"/>
                      <a:pt x="386" y="326"/>
                    </a:cubicBezTo>
                    <a:cubicBezTo>
                      <a:pt x="403" y="303"/>
                      <a:pt x="429" y="288"/>
                      <a:pt x="446" y="288"/>
                    </a:cubicBezTo>
                    <a:cubicBezTo>
                      <a:pt x="465" y="288"/>
                      <a:pt x="474" y="305"/>
                      <a:pt x="452" y="346"/>
                    </a:cubicBezTo>
                    <a:cubicBezTo>
                      <a:pt x="389" y="464"/>
                      <a:pt x="315" y="571"/>
                      <a:pt x="251" y="689"/>
                    </a:cubicBezTo>
                    <a:cubicBezTo>
                      <a:pt x="208" y="779"/>
                      <a:pt x="160" y="870"/>
                      <a:pt x="113" y="961"/>
                    </a:cubicBezTo>
                    <a:cubicBezTo>
                      <a:pt x="89" y="1008"/>
                      <a:pt x="15" y="1107"/>
                      <a:pt x="42" y="1162"/>
                    </a:cubicBezTo>
                    <a:cubicBezTo>
                      <a:pt x="52" y="1184"/>
                      <a:pt x="66" y="1193"/>
                      <a:pt x="81" y="1193"/>
                    </a:cubicBezTo>
                    <a:cubicBezTo>
                      <a:pt x="130" y="1193"/>
                      <a:pt x="197" y="1096"/>
                      <a:pt x="215" y="1063"/>
                    </a:cubicBezTo>
                    <a:cubicBezTo>
                      <a:pt x="271" y="965"/>
                      <a:pt x="330" y="866"/>
                      <a:pt x="386" y="768"/>
                    </a:cubicBezTo>
                    <a:cubicBezTo>
                      <a:pt x="397" y="748"/>
                      <a:pt x="409" y="732"/>
                      <a:pt x="428" y="720"/>
                    </a:cubicBezTo>
                    <a:lnTo>
                      <a:pt x="428" y="720"/>
                    </a:lnTo>
                    <a:cubicBezTo>
                      <a:pt x="452" y="760"/>
                      <a:pt x="444" y="811"/>
                      <a:pt x="425" y="846"/>
                    </a:cubicBezTo>
                    <a:cubicBezTo>
                      <a:pt x="346" y="988"/>
                      <a:pt x="267" y="1134"/>
                      <a:pt x="188" y="1276"/>
                    </a:cubicBezTo>
                    <a:cubicBezTo>
                      <a:pt x="164" y="1323"/>
                      <a:pt x="117" y="1407"/>
                      <a:pt x="141" y="1458"/>
                    </a:cubicBezTo>
                    <a:cubicBezTo>
                      <a:pt x="152" y="1479"/>
                      <a:pt x="170" y="1488"/>
                      <a:pt x="189" y="1488"/>
                    </a:cubicBezTo>
                    <a:cubicBezTo>
                      <a:pt x="214" y="1488"/>
                      <a:pt x="243" y="1472"/>
                      <a:pt x="263" y="1450"/>
                    </a:cubicBezTo>
                    <a:cubicBezTo>
                      <a:pt x="319" y="1394"/>
                      <a:pt x="357" y="1316"/>
                      <a:pt x="393" y="1245"/>
                    </a:cubicBezTo>
                    <a:cubicBezTo>
                      <a:pt x="460" y="1110"/>
                      <a:pt x="508" y="968"/>
                      <a:pt x="575" y="835"/>
                    </a:cubicBezTo>
                    <a:cubicBezTo>
                      <a:pt x="582" y="828"/>
                      <a:pt x="588" y="818"/>
                      <a:pt x="598" y="818"/>
                    </a:cubicBezTo>
                    <a:cubicBezTo>
                      <a:pt x="599" y="818"/>
                      <a:pt x="601" y="818"/>
                      <a:pt x="602" y="819"/>
                    </a:cubicBezTo>
                    <a:cubicBezTo>
                      <a:pt x="610" y="826"/>
                      <a:pt x="606" y="835"/>
                      <a:pt x="606" y="843"/>
                    </a:cubicBezTo>
                    <a:cubicBezTo>
                      <a:pt x="594" y="897"/>
                      <a:pt x="570" y="945"/>
                      <a:pt x="547" y="997"/>
                    </a:cubicBezTo>
                    <a:lnTo>
                      <a:pt x="543" y="1004"/>
                    </a:lnTo>
                    <a:lnTo>
                      <a:pt x="508" y="1075"/>
                    </a:lnTo>
                    <a:cubicBezTo>
                      <a:pt x="476" y="1142"/>
                      <a:pt x="441" y="1213"/>
                      <a:pt x="409" y="1281"/>
                    </a:cubicBezTo>
                    <a:cubicBezTo>
                      <a:pt x="386" y="1336"/>
                      <a:pt x="275" y="1481"/>
                      <a:pt x="370" y="1525"/>
                    </a:cubicBezTo>
                    <a:cubicBezTo>
                      <a:pt x="376" y="1528"/>
                      <a:pt x="382" y="1529"/>
                      <a:pt x="389" y="1529"/>
                    </a:cubicBezTo>
                    <a:cubicBezTo>
                      <a:pt x="515" y="1529"/>
                      <a:pt x="695" y="1047"/>
                      <a:pt x="728" y="965"/>
                    </a:cubicBezTo>
                    <a:cubicBezTo>
                      <a:pt x="736" y="949"/>
                      <a:pt x="763" y="920"/>
                      <a:pt x="777" y="920"/>
                    </a:cubicBezTo>
                    <a:cubicBezTo>
                      <a:pt x="784" y="920"/>
                      <a:pt x="787" y="928"/>
                      <a:pt x="783" y="949"/>
                    </a:cubicBezTo>
                    <a:cubicBezTo>
                      <a:pt x="772" y="1048"/>
                      <a:pt x="728" y="1142"/>
                      <a:pt x="681" y="1229"/>
                    </a:cubicBezTo>
                    <a:cubicBezTo>
                      <a:pt x="654" y="1281"/>
                      <a:pt x="543" y="1414"/>
                      <a:pt x="594" y="1478"/>
                    </a:cubicBezTo>
                    <a:cubicBezTo>
                      <a:pt x="603" y="1489"/>
                      <a:pt x="617" y="1494"/>
                      <a:pt x="631" y="1494"/>
                    </a:cubicBezTo>
                    <a:cubicBezTo>
                      <a:pt x="643" y="1494"/>
                      <a:pt x="654" y="1490"/>
                      <a:pt x="665" y="1485"/>
                    </a:cubicBezTo>
                    <a:cubicBezTo>
                      <a:pt x="689" y="1474"/>
                      <a:pt x="705" y="1450"/>
                      <a:pt x="717" y="1426"/>
                    </a:cubicBezTo>
                    <a:cubicBezTo>
                      <a:pt x="925" y="1087"/>
                      <a:pt x="1320" y="578"/>
                      <a:pt x="1016" y="172"/>
                    </a:cubicBezTo>
                    <a:cubicBezTo>
                      <a:pt x="972" y="113"/>
                      <a:pt x="906" y="62"/>
                      <a:pt x="823" y="31"/>
                    </a:cubicBezTo>
                    <a:cubicBezTo>
                      <a:pt x="772" y="14"/>
                      <a:pt x="717" y="7"/>
                      <a:pt x="661" y="3"/>
                    </a:cubicBezTo>
                    <a:cubicBezTo>
                      <a:pt x="639" y="1"/>
                      <a:pt x="617" y="0"/>
                      <a:pt x="595" y="0"/>
                    </a:cubicBezTo>
                    <a:close/>
                  </a:path>
                </a:pathLst>
              </a:custGeom>
              <a:solidFill>
                <a:srgbClr val="FC9079"/>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3" name="Google Shape;2593;p53"/>
              <p:cNvSpPr/>
              <p:nvPr/>
            </p:nvSpPr>
            <p:spPr>
              <a:xfrm>
                <a:off x="6927077" y="2744445"/>
                <a:ext cx="400056" cy="546131"/>
              </a:xfrm>
              <a:custGeom>
                <a:rect b="b" l="l" r="r" t="t"/>
                <a:pathLst>
                  <a:path extrusionOk="0" h="1574" w="1153">
                    <a:moveTo>
                      <a:pt x="663" y="43"/>
                    </a:moveTo>
                    <a:cubicBezTo>
                      <a:pt x="714" y="48"/>
                      <a:pt x="766" y="55"/>
                      <a:pt x="817" y="71"/>
                    </a:cubicBezTo>
                    <a:cubicBezTo>
                      <a:pt x="896" y="103"/>
                      <a:pt x="959" y="150"/>
                      <a:pt x="1003" y="209"/>
                    </a:cubicBezTo>
                    <a:cubicBezTo>
                      <a:pt x="1078" y="308"/>
                      <a:pt x="1109" y="414"/>
                      <a:pt x="1109" y="525"/>
                    </a:cubicBezTo>
                    <a:cubicBezTo>
                      <a:pt x="1109" y="682"/>
                      <a:pt x="1045" y="847"/>
                      <a:pt x="963" y="1002"/>
                    </a:cubicBezTo>
                    <a:cubicBezTo>
                      <a:pt x="880" y="1160"/>
                      <a:pt x="778" y="1309"/>
                      <a:pt x="699" y="1435"/>
                    </a:cubicBezTo>
                    <a:cubicBezTo>
                      <a:pt x="695" y="1447"/>
                      <a:pt x="687" y="1459"/>
                      <a:pt x="679" y="1467"/>
                    </a:cubicBezTo>
                    <a:cubicBezTo>
                      <a:pt x="672" y="1475"/>
                      <a:pt x="663" y="1482"/>
                      <a:pt x="656" y="1486"/>
                    </a:cubicBezTo>
                    <a:cubicBezTo>
                      <a:pt x="652" y="1491"/>
                      <a:pt x="639" y="1495"/>
                      <a:pt x="632" y="1495"/>
                    </a:cubicBezTo>
                    <a:cubicBezTo>
                      <a:pt x="628" y="1495"/>
                      <a:pt x="624" y="1495"/>
                      <a:pt x="620" y="1491"/>
                    </a:cubicBezTo>
                    <a:cubicBezTo>
                      <a:pt x="616" y="1491"/>
                      <a:pt x="616" y="1486"/>
                      <a:pt x="612" y="1486"/>
                    </a:cubicBezTo>
                    <a:cubicBezTo>
                      <a:pt x="608" y="1479"/>
                      <a:pt x="604" y="1471"/>
                      <a:pt x="604" y="1459"/>
                    </a:cubicBezTo>
                    <a:cubicBezTo>
                      <a:pt x="604" y="1447"/>
                      <a:pt x="608" y="1428"/>
                      <a:pt x="616" y="1411"/>
                    </a:cubicBezTo>
                    <a:cubicBezTo>
                      <a:pt x="624" y="1384"/>
                      <a:pt x="643" y="1357"/>
                      <a:pt x="659" y="1329"/>
                    </a:cubicBezTo>
                    <a:cubicBezTo>
                      <a:pt x="675" y="1302"/>
                      <a:pt x="691" y="1278"/>
                      <a:pt x="699" y="1262"/>
                    </a:cubicBezTo>
                    <a:cubicBezTo>
                      <a:pt x="746" y="1171"/>
                      <a:pt x="794" y="1076"/>
                      <a:pt x="809" y="970"/>
                    </a:cubicBezTo>
                    <a:lnTo>
                      <a:pt x="809" y="958"/>
                    </a:lnTo>
                    <a:cubicBezTo>
                      <a:pt x="809" y="951"/>
                      <a:pt x="809" y="942"/>
                      <a:pt x="801" y="931"/>
                    </a:cubicBezTo>
                    <a:cubicBezTo>
                      <a:pt x="801" y="927"/>
                      <a:pt x="797" y="923"/>
                      <a:pt x="794" y="923"/>
                    </a:cubicBezTo>
                    <a:cubicBezTo>
                      <a:pt x="785" y="918"/>
                      <a:pt x="781" y="918"/>
                      <a:pt x="778" y="918"/>
                    </a:cubicBezTo>
                    <a:cubicBezTo>
                      <a:pt x="766" y="918"/>
                      <a:pt x="762" y="923"/>
                      <a:pt x="754" y="927"/>
                    </a:cubicBezTo>
                    <a:cubicBezTo>
                      <a:pt x="743" y="934"/>
                      <a:pt x="734" y="942"/>
                      <a:pt x="726" y="951"/>
                    </a:cubicBezTo>
                    <a:cubicBezTo>
                      <a:pt x="723" y="958"/>
                      <a:pt x="714" y="966"/>
                      <a:pt x="710" y="978"/>
                    </a:cubicBezTo>
                    <a:cubicBezTo>
                      <a:pt x="703" y="998"/>
                      <a:pt x="683" y="1045"/>
                      <a:pt x="659" y="1100"/>
                    </a:cubicBezTo>
                    <a:cubicBezTo>
                      <a:pt x="624" y="1187"/>
                      <a:pt x="577" y="1293"/>
                      <a:pt x="525" y="1384"/>
                    </a:cubicBezTo>
                    <a:cubicBezTo>
                      <a:pt x="501" y="1428"/>
                      <a:pt x="474" y="1463"/>
                      <a:pt x="450" y="1491"/>
                    </a:cubicBezTo>
                    <a:cubicBezTo>
                      <a:pt x="439" y="1502"/>
                      <a:pt x="427" y="1515"/>
                      <a:pt x="419" y="1518"/>
                    </a:cubicBezTo>
                    <a:cubicBezTo>
                      <a:pt x="410" y="1524"/>
                      <a:pt x="403" y="1527"/>
                      <a:pt x="398" y="1527"/>
                    </a:cubicBezTo>
                    <a:cubicBezTo>
                      <a:pt x="396" y="1527"/>
                      <a:pt x="394" y="1527"/>
                      <a:pt x="391" y="1526"/>
                    </a:cubicBezTo>
                    <a:lnTo>
                      <a:pt x="383" y="1526"/>
                    </a:lnTo>
                    <a:cubicBezTo>
                      <a:pt x="372" y="1522"/>
                      <a:pt x="368" y="1515"/>
                      <a:pt x="364" y="1510"/>
                    </a:cubicBezTo>
                    <a:cubicBezTo>
                      <a:pt x="359" y="1502"/>
                      <a:pt x="356" y="1495"/>
                      <a:pt x="356" y="1486"/>
                    </a:cubicBezTo>
                    <a:cubicBezTo>
                      <a:pt x="356" y="1475"/>
                      <a:pt x="359" y="1459"/>
                      <a:pt x="364" y="1444"/>
                    </a:cubicBezTo>
                    <a:cubicBezTo>
                      <a:pt x="372" y="1420"/>
                      <a:pt x="388" y="1396"/>
                      <a:pt x="399" y="1373"/>
                    </a:cubicBezTo>
                    <a:cubicBezTo>
                      <a:pt x="411" y="1349"/>
                      <a:pt x="423" y="1329"/>
                      <a:pt x="430" y="1309"/>
                    </a:cubicBezTo>
                    <a:cubicBezTo>
                      <a:pt x="462" y="1242"/>
                      <a:pt x="497" y="1175"/>
                      <a:pt x="530" y="1108"/>
                    </a:cubicBezTo>
                    <a:cubicBezTo>
                      <a:pt x="541" y="1080"/>
                      <a:pt x="553" y="1057"/>
                      <a:pt x="565" y="1033"/>
                    </a:cubicBezTo>
                    <a:lnTo>
                      <a:pt x="568" y="1025"/>
                    </a:lnTo>
                    <a:cubicBezTo>
                      <a:pt x="592" y="974"/>
                      <a:pt x="616" y="927"/>
                      <a:pt x="628" y="867"/>
                    </a:cubicBezTo>
                    <a:cubicBezTo>
                      <a:pt x="632" y="864"/>
                      <a:pt x="632" y="860"/>
                      <a:pt x="632" y="856"/>
                    </a:cubicBezTo>
                    <a:cubicBezTo>
                      <a:pt x="632" y="852"/>
                      <a:pt x="632" y="844"/>
                      <a:pt x="628" y="840"/>
                    </a:cubicBezTo>
                    <a:cubicBezTo>
                      <a:pt x="628" y="836"/>
                      <a:pt x="624" y="828"/>
                      <a:pt x="616" y="824"/>
                    </a:cubicBezTo>
                    <a:cubicBezTo>
                      <a:pt x="612" y="820"/>
                      <a:pt x="604" y="816"/>
                      <a:pt x="596" y="816"/>
                    </a:cubicBezTo>
                    <a:cubicBezTo>
                      <a:pt x="592" y="820"/>
                      <a:pt x="585" y="820"/>
                      <a:pt x="581" y="824"/>
                    </a:cubicBezTo>
                    <a:cubicBezTo>
                      <a:pt x="577" y="824"/>
                      <a:pt x="572" y="828"/>
                      <a:pt x="568" y="836"/>
                    </a:cubicBezTo>
                    <a:cubicBezTo>
                      <a:pt x="565" y="840"/>
                      <a:pt x="561" y="844"/>
                      <a:pt x="557" y="847"/>
                    </a:cubicBezTo>
                    <a:cubicBezTo>
                      <a:pt x="490" y="982"/>
                      <a:pt x="443" y="1124"/>
                      <a:pt x="375" y="1258"/>
                    </a:cubicBezTo>
                    <a:cubicBezTo>
                      <a:pt x="340" y="1329"/>
                      <a:pt x="301" y="1404"/>
                      <a:pt x="250" y="1459"/>
                    </a:cubicBezTo>
                    <a:cubicBezTo>
                      <a:pt x="241" y="1467"/>
                      <a:pt x="230" y="1475"/>
                      <a:pt x="217" y="1479"/>
                    </a:cubicBezTo>
                    <a:cubicBezTo>
                      <a:pt x="210" y="1486"/>
                      <a:pt x="198" y="1486"/>
                      <a:pt x="190" y="1486"/>
                    </a:cubicBezTo>
                    <a:cubicBezTo>
                      <a:pt x="182" y="1486"/>
                      <a:pt x="179" y="1486"/>
                      <a:pt x="175" y="1482"/>
                    </a:cubicBezTo>
                    <a:cubicBezTo>
                      <a:pt x="170" y="1482"/>
                      <a:pt x="166" y="1479"/>
                      <a:pt x="162" y="1471"/>
                    </a:cubicBezTo>
                    <a:cubicBezTo>
                      <a:pt x="159" y="1463"/>
                      <a:pt x="159" y="1455"/>
                      <a:pt x="159" y="1444"/>
                    </a:cubicBezTo>
                    <a:cubicBezTo>
                      <a:pt x="159" y="1424"/>
                      <a:pt x="166" y="1400"/>
                      <a:pt x="175" y="1376"/>
                    </a:cubicBezTo>
                    <a:cubicBezTo>
                      <a:pt x="186" y="1349"/>
                      <a:pt x="198" y="1329"/>
                      <a:pt x="210" y="1309"/>
                    </a:cubicBezTo>
                    <a:cubicBezTo>
                      <a:pt x="288" y="1163"/>
                      <a:pt x="368" y="1022"/>
                      <a:pt x="446" y="880"/>
                    </a:cubicBezTo>
                    <a:cubicBezTo>
                      <a:pt x="459" y="852"/>
                      <a:pt x="466" y="824"/>
                      <a:pt x="466" y="793"/>
                    </a:cubicBezTo>
                    <a:cubicBezTo>
                      <a:pt x="466" y="773"/>
                      <a:pt x="462" y="749"/>
                      <a:pt x="450" y="729"/>
                    </a:cubicBezTo>
                    <a:cubicBezTo>
                      <a:pt x="447" y="724"/>
                      <a:pt x="441" y="720"/>
                      <a:pt x="432" y="720"/>
                    </a:cubicBezTo>
                    <a:cubicBezTo>
                      <a:pt x="429" y="720"/>
                      <a:pt x="426" y="721"/>
                      <a:pt x="423" y="722"/>
                    </a:cubicBezTo>
                    <a:cubicBezTo>
                      <a:pt x="411" y="729"/>
                      <a:pt x="399" y="738"/>
                      <a:pt x="388" y="749"/>
                    </a:cubicBezTo>
                    <a:cubicBezTo>
                      <a:pt x="379" y="758"/>
                      <a:pt x="375" y="769"/>
                      <a:pt x="368" y="781"/>
                    </a:cubicBezTo>
                    <a:cubicBezTo>
                      <a:pt x="312" y="880"/>
                      <a:pt x="253" y="974"/>
                      <a:pt x="198" y="1073"/>
                    </a:cubicBezTo>
                    <a:cubicBezTo>
                      <a:pt x="190" y="1089"/>
                      <a:pt x="170" y="1120"/>
                      <a:pt x="146" y="1147"/>
                    </a:cubicBezTo>
                    <a:cubicBezTo>
                      <a:pt x="135" y="1160"/>
                      <a:pt x="123" y="1171"/>
                      <a:pt x="111" y="1179"/>
                    </a:cubicBezTo>
                    <a:cubicBezTo>
                      <a:pt x="104" y="1183"/>
                      <a:pt x="99" y="1187"/>
                      <a:pt x="95" y="1187"/>
                    </a:cubicBezTo>
                    <a:cubicBezTo>
                      <a:pt x="88" y="1191"/>
                      <a:pt x="84" y="1191"/>
                      <a:pt x="84" y="1191"/>
                    </a:cubicBezTo>
                    <a:cubicBezTo>
                      <a:pt x="80" y="1191"/>
                      <a:pt x="75" y="1191"/>
                      <a:pt x="75" y="1187"/>
                    </a:cubicBezTo>
                    <a:cubicBezTo>
                      <a:pt x="72" y="1187"/>
                      <a:pt x="68" y="1183"/>
                      <a:pt x="64" y="1171"/>
                    </a:cubicBezTo>
                    <a:cubicBezTo>
                      <a:pt x="60" y="1167"/>
                      <a:pt x="60" y="1163"/>
                      <a:pt x="60" y="1155"/>
                    </a:cubicBezTo>
                    <a:cubicBezTo>
                      <a:pt x="60" y="1147"/>
                      <a:pt x="64" y="1131"/>
                      <a:pt x="68" y="1120"/>
                    </a:cubicBezTo>
                    <a:cubicBezTo>
                      <a:pt x="75" y="1096"/>
                      <a:pt x="88" y="1073"/>
                      <a:pt x="99" y="1053"/>
                    </a:cubicBezTo>
                    <a:cubicBezTo>
                      <a:pt x="115" y="1029"/>
                      <a:pt x="127" y="1009"/>
                      <a:pt x="135" y="994"/>
                    </a:cubicBezTo>
                    <a:cubicBezTo>
                      <a:pt x="182" y="903"/>
                      <a:pt x="230" y="812"/>
                      <a:pt x="273" y="722"/>
                    </a:cubicBezTo>
                    <a:cubicBezTo>
                      <a:pt x="336" y="603"/>
                      <a:pt x="411" y="497"/>
                      <a:pt x="474" y="379"/>
                    </a:cubicBezTo>
                    <a:cubicBezTo>
                      <a:pt x="486" y="359"/>
                      <a:pt x="490" y="343"/>
                      <a:pt x="490" y="327"/>
                    </a:cubicBezTo>
                    <a:cubicBezTo>
                      <a:pt x="490" y="323"/>
                      <a:pt x="490" y="316"/>
                      <a:pt x="486" y="312"/>
                    </a:cubicBezTo>
                    <a:cubicBezTo>
                      <a:pt x="486" y="303"/>
                      <a:pt x="478" y="296"/>
                      <a:pt x="470" y="292"/>
                    </a:cubicBezTo>
                    <a:cubicBezTo>
                      <a:pt x="462" y="288"/>
                      <a:pt x="459" y="288"/>
                      <a:pt x="450" y="288"/>
                    </a:cubicBezTo>
                    <a:cubicBezTo>
                      <a:pt x="435" y="288"/>
                      <a:pt x="423" y="292"/>
                      <a:pt x="407" y="299"/>
                    </a:cubicBezTo>
                    <a:cubicBezTo>
                      <a:pt x="395" y="312"/>
                      <a:pt x="379" y="319"/>
                      <a:pt x="368" y="335"/>
                    </a:cubicBezTo>
                    <a:cubicBezTo>
                      <a:pt x="336" y="379"/>
                      <a:pt x="304" y="418"/>
                      <a:pt x="273" y="461"/>
                    </a:cubicBezTo>
                    <a:cubicBezTo>
                      <a:pt x="241" y="505"/>
                      <a:pt x="210" y="545"/>
                      <a:pt x="166" y="576"/>
                    </a:cubicBezTo>
                    <a:cubicBezTo>
                      <a:pt x="155" y="587"/>
                      <a:pt x="139" y="599"/>
                      <a:pt x="119" y="603"/>
                    </a:cubicBezTo>
                    <a:cubicBezTo>
                      <a:pt x="104" y="611"/>
                      <a:pt x="88" y="616"/>
                      <a:pt x="72" y="616"/>
                    </a:cubicBezTo>
                    <a:cubicBezTo>
                      <a:pt x="60" y="616"/>
                      <a:pt x="52" y="611"/>
                      <a:pt x="48" y="611"/>
                    </a:cubicBezTo>
                    <a:cubicBezTo>
                      <a:pt x="48" y="607"/>
                      <a:pt x="48" y="607"/>
                      <a:pt x="44" y="603"/>
                    </a:cubicBezTo>
                    <a:lnTo>
                      <a:pt x="44" y="596"/>
                    </a:lnTo>
                    <a:cubicBezTo>
                      <a:pt x="44" y="583"/>
                      <a:pt x="48" y="568"/>
                      <a:pt x="60" y="545"/>
                    </a:cubicBezTo>
                    <a:cubicBezTo>
                      <a:pt x="84" y="505"/>
                      <a:pt x="111" y="469"/>
                      <a:pt x="139" y="430"/>
                    </a:cubicBezTo>
                    <a:cubicBezTo>
                      <a:pt x="182" y="370"/>
                      <a:pt x="206" y="312"/>
                      <a:pt x="230" y="245"/>
                    </a:cubicBezTo>
                    <a:cubicBezTo>
                      <a:pt x="241" y="213"/>
                      <a:pt x="246" y="181"/>
                      <a:pt x="246" y="146"/>
                    </a:cubicBezTo>
                    <a:cubicBezTo>
                      <a:pt x="246" y="134"/>
                      <a:pt x="246" y="123"/>
                      <a:pt x="241" y="110"/>
                    </a:cubicBezTo>
                    <a:lnTo>
                      <a:pt x="241" y="103"/>
                    </a:lnTo>
                    <a:cubicBezTo>
                      <a:pt x="364" y="71"/>
                      <a:pt x="482" y="43"/>
                      <a:pt x="604" y="43"/>
                    </a:cubicBezTo>
                    <a:close/>
                    <a:moveTo>
                      <a:pt x="604" y="0"/>
                    </a:moveTo>
                    <a:cubicBezTo>
                      <a:pt x="478" y="0"/>
                      <a:pt x="352" y="28"/>
                      <a:pt x="230" y="59"/>
                    </a:cubicBezTo>
                    <a:cubicBezTo>
                      <a:pt x="230" y="59"/>
                      <a:pt x="222" y="59"/>
                      <a:pt x="214" y="67"/>
                    </a:cubicBezTo>
                    <a:cubicBezTo>
                      <a:pt x="206" y="71"/>
                      <a:pt x="202" y="79"/>
                      <a:pt x="202" y="83"/>
                    </a:cubicBezTo>
                    <a:cubicBezTo>
                      <a:pt x="198" y="90"/>
                      <a:pt x="198" y="95"/>
                      <a:pt x="198" y="103"/>
                    </a:cubicBezTo>
                    <a:lnTo>
                      <a:pt x="198" y="114"/>
                    </a:lnTo>
                    <a:cubicBezTo>
                      <a:pt x="202" y="126"/>
                      <a:pt x="202" y="134"/>
                      <a:pt x="202" y="146"/>
                    </a:cubicBezTo>
                    <a:cubicBezTo>
                      <a:pt x="202" y="174"/>
                      <a:pt x="198" y="205"/>
                      <a:pt x="186" y="229"/>
                    </a:cubicBezTo>
                    <a:cubicBezTo>
                      <a:pt x="166" y="296"/>
                      <a:pt x="143" y="351"/>
                      <a:pt x="104" y="406"/>
                    </a:cubicBezTo>
                    <a:cubicBezTo>
                      <a:pt x="75" y="441"/>
                      <a:pt x="44" y="477"/>
                      <a:pt x="24" y="525"/>
                    </a:cubicBezTo>
                    <a:cubicBezTo>
                      <a:pt x="9" y="552"/>
                      <a:pt x="1" y="572"/>
                      <a:pt x="1" y="596"/>
                    </a:cubicBezTo>
                    <a:cubicBezTo>
                      <a:pt x="1" y="603"/>
                      <a:pt x="1" y="616"/>
                      <a:pt x="4" y="623"/>
                    </a:cubicBezTo>
                    <a:cubicBezTo>
                      <a:pt x="13" y="634"/>
                      <a:pt x="24" y="647"/>
                      <a:pt x="37" y="651"/>
                    </a:cubicBezTo>
                    <a:cubicBezTo>
                      <a:pt x="48" y="658"/>
                      <a:pt x="60" y="658"/>
                      <a:pt x="72" y="658"/>
                    </a:cubicBezTo>
                    <a:cubicBezTo>
                      <a:pt x="91" y="658"/>
                      <a:pt x="115" y="654"/>
                      <a:pt x="135" y="647"/>
                    </a:cubicBezTo>
                    <a:cubicBezTo>
                      <a:pt x="159" y="639"/>
                      <a:pt x="179" y="627"/>
                      <a:pt x="194" y="611"/>
                    </a:cubicBezTo>
                    <a:cubicBezTo>
                      <a:pt x="241" y="576"/>
                      <a:pt x="273" y="532"/>
                      <a:pt x="308" y="489"/>
                    </a:cubicBezTo>
                    <a:cubicBezTo>
                      <a:pt x="340" y="445"/>
                      <a:pt x="372" y="403"/>
                      <a:pt x="403" y="363"/>
                    </a:cubicBezTo>
                    <a:cubicBezTo>
                      <a:pt x="411" y="351"/>
                      <a:pt x="419" y="343"/>
                      <a:pt x="430" y="339"/>
                    </a:cubicBezTo>
                    <a:cubicBezTo>
                      <a:pt x="436" y="337"/>
                      <a:pt x="441" y="334"/>
                      <a:pt x="445" y="333"/>
                    </a:cubicBezTo>
                    <a:lnTo>
                      <a:pt x="445" y="333"/>
                    </a:lnTo>
                    <a:cubicBezTo>
                      <a:pt x="444" y="338"/>
                      <a:pt x="440" y="347"/>
                      <a:pt x="435" y="355"/>
                    </a:cubicBezTo>
                    <a:cubicBezTo>
                      <a:pt x="375" y="474"/>
                      <a:pt x="297" y="580"/>
                      <a:pt x="237" y="702"/>
                    </a:cubicBezTo>
                    <a:cubicBezTo>
                      <a:pt x="190" y="793"/>
                      <a:pt x="143" y="883"/>
                      <a:pt x="95" y="974"/>
                    </a:cubicBezTo>
                    <a:cubicBezTo>
                      <a:pt x="91" y="982"/>
                      <a:pt x="84" y="994"/>
                      <a:pt x="75" y="1005"/>
                    </a:cubicBezTo>
                    <a:cubicBezTo>
                      <a:pt x="64" y="1029"/>
                      <a:pt x="48" y="1053"/>
                      <a:pt x="37" y="1076"/>
                    </a:cubicBezTo>
                    <a:cubicBezTo>
                      <a:pt x="24" y="1104"/>
                      <a:pt x="17" y="1128"/>
                      <a:pt x="17" y="1155"/>
                    </a:cubicBezTo>
                    <a:cubicBezTo>
                      <a:pt x="17" y="1167"/>
                      <a:pt x="17" y="1179"/>
                      <a:pt x="24" y="1191"/>
                    </a:cubicBezTo>
                    <a:cubicBezTo>
                      <a:pt x="28" y="1202"/>
                      <a:pt x="37" y="1215"/>
                      <a:pt x="48" y="1222"/>
                    </a:cubicBezTo>
                    <a:cubicBezTo>
                      <a:pt x="60" y="1231"/>
                      <a:pt x="72" y="1234"/>
                      <a:pt x="84" y="1234"/>
                    </a:cubicBezTo>
                    <a:cubicBezTo>
                      <a:pt x="91" y="1234"/>
                      <a:pt x="99" y="1231"/>
                      <a:pt x="111" y="1231"/>
                    </a:cubicBezTo>
                    <a:cubicBezTo>
                      <a:pt x="127" y="1222"/>
                      <a:pt x="139" y="1215"/>
                      <a:pt x="151" y="1202"/>
                    </a:cubicBezTo>
                    <a:cubicBezTo>
                      <a:pt x="190" y="1167"/>
                      <a:pt x="222" y="1120"/>
                      <a:pt x="237" y="1096"/>
                    </a:cubicBezTo>
                    <a:cubicBezTo>
                      <a:pt x="293" y="998"/>
                      <a:pt x="348" y="899"/>
                      <a:pt x="407" y="800"/>
                    </a:cubicBezTo>
                    <a:cubicBezTo>
                      <a:pt x="411" y="793"/>
                      <a:pt x="415" y="782"/>
                      <a:pt x="422" y="777"/>
                    </a:cubicBezTo>
                    <a:lnTo>
                      <a:pt x="422" y="777"/>
                    </a:lnTo>
                    <a:cubicBezTo>
                      <a:pt x="422" y="782"/>
                      <a:pt x="423" y="787"/>
                      <a:pt x="423" y="793"/>
                    </a:cubicBezTo>
                    <a:cubicBezTo>
                      <a:pt x="423" y="816"/>
                      <a:pt x="415" y="840"/>
                      <a:pt x="407" y="856"/>
                    </a:cubicBezTo>
                    <a:cubicBezTo>
                      <a:pt x="328" y="1002"/>
                      <a:pt x="250" y="1144"/>
                      <a:pt x="170" y="1289"/>
                    </a:cubicBezTo>
                    <a:cubicBezTo>
                      <a:pt x="162" y="1305"/>
                      <a:pt x="146" y="1329"/>
                      <a:pt x="135" y="1357"/>
                    </a:cubicBezTo>
                    <a:cubicBezTo>
                      <a:pt x="123" y="1384"/>
                      <a:pt x="115" y="1415"/>
                      <a:pt x="115" y="1444"/>
                    </a:cubicBezTo>
                    <a:cubicBezTo>
                      <a:pt x="115" y="1459"/>
                      <a:pt x="119" y="1475"/>
                      <a:pt x="123" y="1486"/>
                    </a:cubicBezTo>
                    <a:cubicBezTo>
                      <a:pt x="131" y="1502"/>
                      <a:pt x="139" y="1515"/>
                      <a:pt x="151" y="1522"/>
                    </a:cubicBezTo>
                    <a:cubicBezTo>
                      <a:pt x="162" y="1530"/>
                      <a:pt x="179" y="1530"/>
                      <a:pt x="190" y="1530"/>
                    </a:cubicBezTo>
                    <a:cubicBezTo>
                      <a:pt x="206" y="1530"/>
                      <a:pt x="226" y="1526"/>
                      <a:pt x="237" y="1518"/>
                    </a:cubicBezTo>
                    <a:cubicBezTo>
                      <a:pt x="253" y="1510"/>
                      <a:pt x="269" y="1499"/>
                      <a:pt x="281" y="1486"/>
                    </a:cubicBezTo>
                    <a:cubicBezTo>
                      <a:pt x="295" y="1472"/>
                      <a:pt x="309" y="1456"/>
                      <a:pt x="321" y="1440"/>
                    </a:cubicBezTo>
                    <a:lnTo>
                      <a:pt x="321" y="1440"/>
                    </a:lnTo>
                    <a:cubicBezTo>
                      <a:pt x="316" y="1455"/>
                      <a:pt x="312" y="1471"/>
                      <a:pt x="312" y="1486"/>
                    </a:cubicBezTo>
                    <a:cubicBezTo>
                      <a:pt x="312" y="1502"/>
                      <a:pt x="317" y="1518"/>
                      <a:pt x="324" y="1530"/>
                    </a:cubicBezTo>
                    <a:cubicBezTo>
                      <a:pt x="332" y="1546"/>
                      <a:pt x="348" y="1557"/>
                      <a:pt x="364" y="1566"/>
                    </a:cubicBezTo>
                    <a:cubicBezTo>
                      <a:pt x="372" y="1569"/>
                      <a:pt x="383" y="1573"/>
                      <a:pt x="391" y="1573"/>
                    </a:cubicBezTo>
                    <a:cubicBezTo>
                      <a:pt x="403" y="1573"/>
                      <a:pt x="415" y="1569"/>
                      <a:pt x="427" y="1566"/>
                    </a:cubicBezTo>
                    <a:cubicBezTo>
                      <a:pt x="446" y="1557"/>
                      <a:pt x="462" y="1542"/>
                      <a:pt x="478" y="1522"/>
                    </a:cubicBezTo>
                    <a:cubicBezTo>
                      <a:pt x="510" y="1491"/>
                      <a:pt x="541" y="1447"/>
                      <a:pt x="568" y="1396"/>
                    </a:cubicBezTo>
                    <a:cubicBezTo>
                      <a:pt x="612" y="1321"/>
                      <a:pt x="652" y="1234"/>
                      <a:pt x="683" y="1160"/>
                    </a:cubicBezTo>
                    <a:cubicBezTo>
                      <a:pt x="714" y="1080"/>
                      <a:pt x="743" y="1018"/>
                      <a:pt x="750" y="994"/>
                    </a:cubicBezTo>
                    <a:cubicBezTo>
                      <a:pt x="750" y="989"/>
                      <a:pt x="754" y="989"/>
                      <a:pt x="758" y="986"/>
                    </a:cubicBezTo>
                    <a:cubicBezTo>
                      <a:pt x="760" y="982"/>
                      <a:pt x="762" y="978"/>
                      <a:pt x="765" y="974"/>
                    </a:cubicBezTo>
                    <a:lnTo>
                      <a:pt x="765" y="974"/>
                    </a:lnTo>
                    <a:cubicBezTo>
                      <a:pt x="748" y="1066"/>
                      <a:pt x="709" y="1154"/>
                      <a:pt x="663" y="1242"/>
                    </a:cubicBezTo>
                    <a:cubicBezTo>
                      <a:pt x="656" y="1250"/>
                      <a:pt x="648" y="1262"/>
                      <a:pt x="639" y="1282"/>
                    </a:cubicBezTo>
                    <a:cubicBezTo>
                      <a:pt x="624" y="1305"/>
                      <a:pt x="604" y="1333"/>
                      <a:pt x="588" y="1364"/>
                    </a:cubicBezTo>
                    <a:cubicBezTo>
                      <a:pt x="572" y="1396"/>
                      <a:pt x="561" y="1428"/>
                      <a:pt x="561" y="1459"/>
                    </a:cubicBezTo>
                    <a:cubicBezTo>
                      <a:pt x="561" y="1479"/>
                      <a:pt x="565" y="1499"/>
                      <a:pt x="577" y="1515"/>
                    </a:cubicBezTo>
                    <a:cubicBezTo>
                      <a:pt x="585" y="1522"/>
                      <a:pt x="592" y="1526"/>
                      <a:pt x="604" y="1530"/>
                    </a:cubicBezTo>
                    <a:cubicBezTo>
                      <a:pt x="612" y="1534"/>
                      <a:pt x="624" y="1538"/>
                      <a:pt x="632" y="1538"/>
                    </a:cubicBezTo>
                    <a:cubicBezTo>
                      <a:pt x="648" y="1538"/>
                      <a:pt x="663" y="1534"/>
                      <a:pt x="679" y="1526"/>
                    </a:cubicBezTo>
                    <a:cubicBezTo>
                      <a:pt x="695" y="1518"/>
                      <a:pt x="703" y="1506"/>
                      <a:pt x="714" y="1495"/>
                    </a:cubicBezTo>
                    <a:cubicBezTo>
                      <a:pt x="723" y="1482"/>
                      <a:pt x="730" y="1471"/>
                      <a:pt x="738" y="1459"/>
                    </a:cubicBezTo>
                    <a:cubicBezTo>
                      <a:pt x="814" y="1333"/>
                      <a:pt x="916" y="1183"/>
                      <a:pt x="1003" y="1025"/>
                    </a:cubicBezTo>
                    <a:cubicBezTo>
                      <a:pt x="1085" y="864"/>
                      <a:pt x="1152" y="694"/>
                      <a:pt x="1152" y="525"/>
                    </a:cubicBezTo>
                    <a:cubicBezTo>
                      <a:pt x="1152" y="406"/>
                      <a:pt x="1116" y="292"/>
                      <a:pt x="1038" y="181"/>
                    </a:cubicBezTo>
                    <a:cubicBezTo>
                      <a:pt x="987" y="114"/>
                      <a:pt x="920" y="63"/>
                      <a:pt x="829" y="32"/>
                    </a:cubicBezTo>
                    <a:cubicBezTo>
                      <a:pt x="778" y="12"/>
                      <a:pt x="719" y="4"/>
                      <a:pt x="66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4" name="Google Shape;2594;p53"/>
              <p:cNvSpPr/>
              <p:nvPr/>
            </p:nvSpPr>
            <p:spPr>
              <a:xfrm>
                <a:off x="7107847" y="2935970"/>
                <a:ext cx="30533" cy="39208"/>
              </a:xfrm>
              <a:custGeom>
                <a:rect b="b" l="l" r="r" t="t"/>
                <a:pathLst>
                  <a:path extrusionOk="0" h="113" w="88">
                    <a:moveTo>
                      <a:pt x="63" y="0"/>
                    </a:moveTo>
                    <a:cubicBezTo>
                      <a:pt x="55" y="0"/>
                      <a:pt x="49" y="4"/>
                      <a:pt x="44" y="12"/>
                    </a:cubicBezTo>
                    <a:cubicBezTo>
                      <a:pt x="32" y="35"/>
                      <a:pt x="20" y="55"/>
                      <a:pt x="9" y="79"/>
                    </a:cubicBezTo>
                    <a:cubicBezTo>
                      <a:pt x="0" y="91"/>
                      <a:pt x="4" y="102"/>
                      <a:pt x="16" y="111"/>
                    </a:cubicBezTo>
                    <a:cubicBezTo>
                      <a:pt x="18" y="112"/>
                      <a:pt x="20" y="112"/>
                      <a:pt x="23" y="112"/>
                    </a:cubicBezTo>
                    <a:cubicBezTo>
                      <a:pt x="31" y="112"/>
                      <a:pt x="41" y="108"/>
                      <a:pt x="44" y="99"/>
                    </a:cubicBezTo>
                    <a:cubicBezTo>
                      <a:pt x="60" y="79"/>
                      <a:pt x="71" y="55"/>
                      <a:pt x="83" y="31"/>
                    </a:cubicBezTo>
                    <a:cubicBezTo>
                      <a:pt x="87" y="20"/>
                      <a:pt x="83" y="8"/>
                      <a:pt x="75" y="4"/>
                    </a:cubicBezTo>
                    <a:cubicBezTo>
                      <a:pt x="71" y="1"/>
                      <a:pt x="67" y="0"/>
                      <a:pt x="6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5" name="Google Shape;2595;p53"/>
              <p:cNvSpPr/>
              <p:nvPr/>
            </p:nvSpPr>
            <p:spPr>
              <a:xfrm>
                <a:off x="7169607" y="2975177"/>
                <a:ext cx="31574" cy="45106"/>
              </a:xfrm>
              <a:custGeom>
                <a:rect b="b" l="l" r="r" t="t"/>
                <a:pathLst>
                  <a:path extrusionOk="0" h="130" w="91">
                    <a:moveTo>
                      <a:pt x="68" y="1"/>
                    </a:moveTo>
                    <a:cubicBezTo>
                      <a:pt x="59" y="1"/>
                      <a:pt x="50" y="7"/>
                      <a:pt x="47" y="17"/>
                    </a:cubicBezTo>
                    <a:cubicBezTo>
                      <a:pt x="39" y="45"/>
                      <a:pt x="24" y="73"/>
                      <a:pt x="8" y="93"/>
                    </a:cubicBezTo>
                    <a:cubicBezTo>
                      <a:pt x="0" y="100"/>
                      <a:pt x="0" y="116"/>
                      <a:pt x="8" y="124"/>
                    </a:cubicBezTo>
                    <a:cubicBezTo>
                      <a:pt x="13" y="127"/>
                      <a:pt x="18" y="129"/>
                      <a:pt x="23" y="129"/>
                    </a:cubicBezTo>
                    <a:cubicBezTo>
                      <a:pt x="29" y="129"/>
                      <a:pt x="35" y="126"/>
                      <a:pt x="39" y="120"/>
                    </a:cubicBezTo>
                    <a:cubicBezTo>
                      <a:pt x="63" y="93"/>
                      <a:pt x="79" y="60"/>
                      <a:pt x="91" y="29"/>
                    </a:cubicBezTo>
                    <a:cubicBezTo>
                      <a:pt x="91" y="17"/>
                      <a:pt x="86" y="5"/>
                      <a:pt x="75" y="2"/>
                    </a:cubicBezTo>
                    <a:cubicBezTo>
                      <a:pt x="73" y="1"/>
                      <a:pt x="70" y="1"/>
                      <a:pt x="68"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6" name="Google Shape;2596;p53"/>
              <p:cNvSpPr/>
              <p:nvPr/>
            </p:nvSpPr>
            <p:spPr>
              <a:xfrm>
                <a:off x="7224080" y="3017854"/>
                <a:ext cx="39902" cy="47188"/>
              </a:xfrm>
              <a:custGeom>
                <a:rect b="b" l="l" r="r" t="t"/>
                <a:pathLst>
                  <a:path extrusionOk="0" h="136" w="115">
                    <a:moveTo>
                      <a:pt x="92" y="0"/>
                    </a:moveTo>
                    <a:cubicBezTo>
                      <a:pt x="85" y="0"/>
                      <a:pt x="78" y="4"/>
                      <a:pt x="76" y="8"/>
                    </a:cubicBezTo>
                    <a:cubicBezTo>
                      <a:pt x="52" y="40"/>
                      <a:pt x="29" y="72"/>
                      <a:pt x="5" y="99"/>
                    </a:cubicBezTo>
                    <a:cubicBezTo>
                      <a:pt x="0" y="111"/>
                      <a:pt x="0" y="123"/>
                      <a:pt x="12" y="130"/>
                    </a:cubicBezTo>
                    <a:cubicBezTo>
                      <a:pt x="15" y="134"/>
                      <a:pt x="19" y="135"/>
                      <a:pt x="23" y="135"/>
                    </a:cubicBezTo>
                    <a:cubicBezTo>
                      <a:pt x="29" y="135"/>
                      <a:pt x="35" y="132"/>
                      <a:pt x="40" y="127"/>
                    </a:cubicBezTo>
                    <a:cubicBezTo>
                      <a:pt x="64" y="95"/>
                      <a:pt x="87" y="68"/>
                      <a:pt x="107" y="36"/>
                    </a:cubicBezTo>
                    <a:cubicBezTo>
                      <a:pt x="115" y="28"/>
                      <a:pt x="115" y="12"/>
                      <a:pt x="103" y="5"/>
                    </a:cubicBezTo>
                    <a:cubicBezTo>
                      <a:pt x="100" y="2"/>
                      <a:pt x="96" y="0"/>
                      <a:pt x="9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7" name="Google Shape;2597;p53"/>
              <p:cNvSpPr/>
              <p:nvPr/>
            </p:nvSpPr>
            <p:spPr>
              <a:xfrm>
                <a:off x="6619318" y="2598025"/>
                <a:ext cx="301170" cy="57597"/>
              </a:xfrm>
              <a:custGeom>
                <a:rect b="b" l="l" r="r" t="t"/>
                <a:pathLst>
                  <a:path extrusionOk="0" h="166" w="868">
                    <a:moveTo>
                      <a:pt x="843" y="0"/>
                    </a:moveTo>
                    <a:cubicBezTo>
                      <a:pt x="839" y="0"/>
                      <a:pt x="836" y="1"/>
                      <a:pt x="833" y="4"/>
                    </a:cubicBezTo>
                    <a:cubicBezTo>
                      <a:pt x="789" y="39"/>
                      <a:pt x="742" y="59"/>
                      <a:pt x="691" y="71"/>
                    </a:cubicBezTo>
                    <a:cubicBezTo>
                      <a:pt x="636" y="83"/>
                      <a:pt x="580" y="91"/>
                      <a:pt x="525" y="95"/>
                    </a:cubicBezTo>
                    <a:cubicBezTo>
                      <a:pt x="356" y="110"/>
                      <a:pt x="190" y="119"/>
                      <a:pt x="25" y="122"/>
                    </a:cubicBezTo>
                    <a:cubicBezTo>
                      <a:pt x="12" y="122"/>
                      <a:pt x="1" y="134"/>
                      <a:pt x="1" y="146"/>
                    </a:cubicBezTo>
                    <a:cubicBezTo>
                      <a:pt x="1" y="157"/>
                      <a:pt x="12" y="166"/>
                      <a:pt x="25" y="166"/>
                    </a:cubicBezTo>
                    <a:cubicBezTo>
                      <a:pt x="190" y="162"/>
                      <a:pt x="360" y="154"/>
                      <a:pt x="529" y="139"/>
                    </a:cubicBezTo>
                    <a:cubicBezTo>
                      <a:pt x="584" y="134"/>
                      <a:pt x="643" y="126"/>
                      <a:pt x="698" y="115"/>
                    </a:cubicBezTo>
                    <a:cubicBezTo>
                      <a:pt x="758" y="99"/>
                      <a:pt x="813" y="75"/>
                      <a:pt x="856" y="39"/>
                    </a:cubicBezTo>
                    <a:cubicBezTo>
                      <a:pt x="868" y="32"/>
                      <a:pt x="868" y="16"/>
                      <a:pt x="860" y="8"/>
                    </a:cubicBezTo>
                    <a:cubicBezTo>
                      <a:pt x="856" y="3"/>
                      <a:pt x="849" y="0"/>
                      <a:pt x="84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8" name="Google Shape;2598;p53"/>
              <p:cNvSpPr/>
              <p:nvPr/>
            </p:nvSpPr>
            <p:spPr>
              <a:xfrm>
                <a:off x="6053069" y="1796881"/>
                <a:ext cx="23594" cy="58291"/>
              </a:xfrm>
              <a:custGeom>
                <a:rect b="b" l="l" r="r" t="t"/>
                <a:pathLst>
                  <a:path extrusionOk="0" h="168" w="68">
                    <a:moveTo>
                      <a:pt x="43" y="1"/>
                    </a:moveTo>
                    <a:cubicBezTo>
                      <a:pt x="34" y="1"/>
                      <a:pt x="27" y="5"/>
                      <a:pt x="24" y="14"/>
                    </a:cubicBezTo>
                    <a:cubicBezTo>
                      <a:pt x="8" y="58"/>
                      <a:pt x="0" y="101"/>
                      <a:pt x="0" y="144"/>
                    </a:cubicBezTo>
                    <a:cubicBezTo>
                      <a:pt x="0" y="156"/>
                      <a:pt x="8" y="168"/>
                      <a:pt x="20" y="168"/>
                    </a:cubicBezTo>
                    <a:cubicBezTo>
                      <a:pt x="32" y="168"/>
                      <a:pt x="44" y="156"/>
                      <a:pt x="44" y="144"/>
                    </a:cubicBezTo>
                    <a:cubicBezTo>
                      <a:pt x="44" y="105"/>
                      <a:pt x="52" y="66"/>
                      <a:pt x="63" y="30"/>
                    </a:cubicBezTo>
                    <a:cubicBezTo>
                      <a:pt x="68" y="18"/>
                      <a:pt x="63" y="6"/>
                      <a:pt x="52" y="2"/>
                    </a:cubicBezTo>
                    <a:cubicBezTo>
                      <a:pt x="49" y="1"/>
                      <a:pt x="46" y="1"/>
                      <a:pt x="43"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9" name="Google Shape;2599;p53"/>
              <p:cNvSpPr/>
              <p:nvPr/>
            </p:nvSpPr>
            <p:spPr>
              <a:xfrm>
                <a:off x="6903830" y="1984936"/>
                <a:ext cx="45800" cy="175914"/>
              </a:xfrm>
              <a:custGeom>
                <a:rect b="b" l="l" r="r" t="t"/>
                <a:pathLst>
                  <a:path extrusionOk="0" h="507" w="132">
                    <a:moveTo>
                      <a:pt x="25" y="0"/>
                    </a:moveTo>
                    <a:cubicBezTo>
                      <a:pt x="21" y="0"/>
                      <a:pt x="17" y="2"/>
                      <a:pt x="13" y="4"/>
                    </a:cubicBezTo>
                    <a:cubicBezTo>
                      <a:pt x="5" y="13"/>
                      <a:pt x="0" y="24"/>
                      <a:pt x="9" y="36"/>
                    </a:cubicBezTo>
                    <a:cubicBezTo>
                      <a:pt x="60" y="111"/>
                      <a:pt x="88" y="206"/>
                      <a:pt x="88" y="297"/>
                    </a:cubicBezTo>
                    <a:cubicBezTo>
                      <a:pt x="88" y="359"/>
                      <a:pt x="76" y="419"/>
                      <a:pt x="53" y="474"/>
                    </a:cubicBezTo>
                    <a:cubicBezTo>
                      <a:pt x="48" y="486"/>
                      <a:pt x="53" y="497"/>
                      <a:pt x="64" y="505"/>
                    </a:cubicBezTo>
                    <a:cubicBezTo>
                      <a:pt x="66" y="506"/>
                      <a:pt x="69" y="506"/>
                      <a:pt x="71" y="506"/>
                    </a:cubicBezTo>
                    <a:cubicBezTo>
                      <a:pt x="80" y="506"/>
                      <a:pt x="88" y="500"/>
                      <a:pt x="91" y="494"/>
                    </a:cubicBezTo>
                    <a:cubicBezTo>
                      <a:pt x="119" y="430"/>
                      <a:pt x="131" y="363"/>
                      <a:pt x="131" y="297"/>
                    </a:cubicBezTo>
                    <a:cubicBezTo>
                      <a:pt x="131" y="197"/>
                      <a:pt x="104" y="95"/>
                      <a:pt x="44" y="13"/>
                    </a:cubicBezTo>
                    <a:cubicBezTo>
                      <a:pt x="39" y="5"/>
                      <a:pt x="32" y="0"/>
                      <a:pt x="2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0" name="Google Shape;2600;p53"/>
              <p:cNvSpPr/>
              <p:nvPr/>
            </p:nvSpPr>
            <p:spPr>
              <a:xfrm>
                <a:off x="6846234" y="2200402"/>
                <a:ext cx="96458" cy="88824"/>
              </a:xfrm>
              <a:custGeom>
                <a:rect b="b" l="l" r="r" t="t"/>
                <a:pathLst>
                  <a:path extrusionOk="0" h="256" w="278">
                    <a:moveTo>
                      <a:pt x="253" y="1"/>
                    </a:moveTo>
                    <a:cubicBezTo>
                      <a:pt x="244" y="1"/>
                      <a:pt x="236" y="5"/>
                      <a:pt x="234" y="15"/>
                    </a:cubicBezTo>
                    <a:cubicBezTo>
                      <a:pt x="195" y="105"/>
                      <a:pt x="115" y="184"/>
                      <a:pt x="17" y="211"/>
                    </a:cubicBezTo>
                    <a:cubicBezTo>
                      <a:pt x="6" y="215"/>
                      <a:pt x="1" y="227"/>
                      <a:pt x="6" y="239"/>
                    </a:cubicBezTo>
                    <a:cubicBezTo>
                      <a:pt x="9" y="249"/>
                      <a:pt x="17" y="256"/>
                      <a:pt x="27" y="256"/>
                    </a:cubicBezTo>
                    <a:cubicBezTo>
                      <a:pt x="29" y="256"/>
                      <a:pt x="31" y="256"/>
                      <a:pt x="33" y="255"/>
                    </a:cubicBezTo>
                    <a:cubicBezTo>
                      <a:pt x="139" y="220"/>
                      <a:pt x="230" y="137"/>
                      <a:pt x="273" y="31"/>
                    </a:cubicBezTo>
                    <a:cubicBezTo>
                      <a:pt x="277" y="18"/>
                      <a:pt x="273" y="7"/>
                      <a:pt x="261" y="2"/>
                    </a:cubicBezTo>
                    <a:cubicBezTo>
                      <a:pt x="258" y="1"/>
                      <a:pt x="255" y="1"/>
                      <a:pt x="253"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1" name="Google Shape;2601;p53"/>
              <p:cNvSpPr/>
              <p:nvPr/>
            </p:nvSpPr>
            <p:spPr>
              <a:xfrm>
                <a:off x="6137729" y="1891949"/>
                <a:ext cx="342459" cy="408731"/>
              </a:xfrm>
              <a:custGeom>
                <a:rect b="b" l="l" r="r" t="t"/>
                <a:pathLst>
                  <a:path extrusionOk="0" h="1178" w="987">
                    <a:moveTo>
                      <a:pt x="119" y="1"/>
                    </a:moveTo>
                    <a:cubicBezTo>
                      <a:pt x="88" y="1"/>
                      <a:pt x="56" y="4"/>
                      <a:pt x="21" y="12"/>
                    </a:cubicBezTo>
                    <a:cubicBezTo>
                      <a:pt x="8" y="16"/>
                      <a:pt x="1" y="28"/>
                      <a:pt x="4" y="40"/>
                    </a:cubicBezTo>
                    <a:cubicBezTo>
                      <a:pt x="8" y="48"/>
                      <a:pt x="21" y="56"/>
                      <a:pt x="32" y="56"/>
                    </a:cubicBezTo>
                    <a:cubicBezTo>
                      <a:pt x="60" y="48"/>
                      <a:pt x="91" y="44"/>
                      <a:pt x="119" y="44"/>
                    </a:cubicBezTo>
                    <a:cubicBezTo>
                      <a:pt x="214" y="44"/>
                      <a:pt x="308" y="75"/>
                      <a:pt x="387" y="134"/>
                    </a:cubicBezTo>
                    <a:cubicBezTo>
                      <a:pt x="462" y="190"/>
                      <a:pt x="521" y="269"/>
                      <a:pt x="549" y="363"/>
                    </a:cubicBezTo>
                    <a:cubicBezTo>
                      <a:pt x="552" y="387"/>
                      <a:pt x="561" y="418"/>
                      <a:pt x="565" y="446"/>
                    </a:cubicBezTo>
                    <a:cubicBezTo>
                      <a:pt x="572" y="478"/>
                      <a:pt x="585" y="505"/>
                      <a:pt x="600" y="533"/>
                    </a:cubicBezTo>
                    <a:cubicBezTo>
                      <a:pt x="628" y="580"/>
                      <a:pt x="671" y="612"/>
                      <a:pt x="714" y="639"/>
                    </a:cubicBezTo>
                    <a:cubicBezTo>
                      <a:pt x="758" y="671"/>
                      <a:pt x="797" y="694"/>
                      <a:pt x="821" y="734"/>
                    </a:cubicBezTo>
                    <a:cubicBezTo>
                      <a:pt x="841" y="762"/>
                      <a:pt x="852" y="793"/>
                      <a:pt x="860" y="829"/>
                    </a:cubicBezTo>
                    <a:cubicBezTo>
                      <a:pt x="868" y="884"/>
                      <a:pt x="868" y="947"/>
                      <a:pt x="876" y="1006"/>
                    </a:cubicBezTo>
                    <a:cubicBezTo>
                      <a:pt x="880" y="1038"/>
                      <a:pt x="888" y="1065"/>
                      <a:pt x="900" y="1093"/>
                    </a:cubicBezTo>
                    <a:cubicBezTo>
                      <a:pt x="907" y="1124"/>
                      <a:pt x="923" y="1148"/>
                      <a:pt x="947" y="1171"/>
                    </a:cubicBezTo>
                    <a:cubicBezTo>
                      <a:pt x="953" y="1176"/>
                      <a:pt x="959" y="1178"/>
                      <a:pt x="964" y="1178"/>
                    </a:cubicBezTo>
                    <a:cubicBezTo>
                      <a:pt x="970" y="1178"/>
                      <a:pt x="974" y="1176"/>
                      <a:pt x="978" y="1171"/>
                    </a:cubicBezTo>
                    <a:cubicBezTo>
                      <a:pt x="987" y="1164"/>
                      <a:pt x="987" y="1148"/>
                      <a:pt x="978" y="1140"/>
                    </a:cubicBezTo>
                    <a:cubicBezTo>
                      <a:pt x="955" y="1116"/>
                      <a:pt x="939" y="1089"/>
                      <a:pt x="931" y="1053"/>
                    </a:cubicBezTo>
                    <a:cubicBezTo>
                      <a:pt x="916" y="1006"/>
                      <a:pt x="916" y="943"/>
                      <a:pt x="912" y="884"/>
                    </a:cubicBezTo>
                    <a:cubicBezTo>
                      <a:pt x="903" y="820"/>
                      <a:pt x="896" y="762"/>
                      <a:pt x="856" y="707"/>
                    </a:cubicBezTo>
                    <a:cubicBezTo>
                      <a:pt x="825" y="663"/>
                      <a:pt x="781" y="631"/>
                      <a:pt x="738" y="604"/>
                    </a:cubicBezTo>
                    <a:cubicBezTo>
                      <a:pt x="699" y="576"/>
                      <a:pt x="659" y="549"/>
                      <a:pt x="636" y="513"/>
                    </a:cubicBezTo>
                    <a:cubicBezTo>
                      <a:pt x="623" y="489"/>
                      <a:pt x="616" y="465"/>
                      <a:pt x="608" y="438"/>
                    </a:cubicBezTo>
                    <a:cubicBezTo>
                      <a:pt x="600" y="410"/>
                      <a:pt x="596" y="379"/>
                      <a:pt x="588" y="352"/>
                    </a:cubicBezTo>
                    <a:cubicBezTo>
                      <a:pt x="561" y="249"/>
                      <a:pt x="497" y="163"/>
                      <a:pt x="410" y="99"/>
                    </a:cubicBezTo>
                    <a:cubicBezTo>
                      <a:pt x="328" y="36"/>
                      <a:pt x="226" y="1"/>
                      <a:pt x="11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2" name="Google Shape;2602;p53"/>
              <p:cNvSpPr/>
              <p:nvPr/>
            </p:nvSpPr>
            <p:spPr>
              <a:xfrm>
                <a:off x="6493369" y="2321493"/>
                <a:ext cx="67659" cy="42677"/>
              </a:xfrm>
              <a:custGeom>
                <a:rect b="b" l="l" r="r" t="t"/>
                <a:pathLst>
                  <a:path extrusionOk="0" h="123" w="195">
                    <a:moveTo>
                      <a:pt x="25" y="0"/>
                    </a:moveTo>
                    <a:cubicBezTo>
                      <a:pt x="21" y="0"/>
                      <a:pt x="17" y="2"/>
                      <a:pt x="13" y="4"/>
                    </a:cubicBezTo>
                    <a:cubicBezTo>
                      <a:pt x="5" y="8"/>
                      <a:pt x="1" y="24"/>
                      <a:pt x="9" y="32"/>
                    </a:cubicBezTo>
                    <a:cubicBezTo>
                      <a:pt x="44" y="88"/>
                      <a:pt x="104" y="123"/>
                      <a:pt x="166" y="123"/>
                    </a:cubicBezTo>
                    <a:lnTo>
                      <a:pt x="175" y="123"/>
                    </a:lnTo>
                    <a:cubicBezTo>
                      <a:pt x="186" y="123"/>
                      <a:pt x="195" y="111"/>
                      <a:pt x="195" y="99"/>
                    </a:cubicBezTo>
                    <a:cubicBezTo>
                      <a:pt x="195" y="88"/>
                      <a:pt x="186" y="79"/>
                      <a:pt x="175" y="79"/>
                    </a:cubicBezTo>
                    <a:lnTo>
                      <a:pt x="166" y="79"/>
                    </a:lnTo>
                    <a:cubicBezTo>
                      <a:pt x="119" y="79"/>
                      <a:pt x="71" y="52"/>
                      <a:pt x="44" y="13"/>
                    </a:cubicBezTo>
                    <a:cubicBezTo>
                      <a:pt x="39" y="5"/>
                      <a:pt x="32" y="0"/>
                      <a:pt x="2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3" name="Google Shape;2603;p53"/>
              <p:cNvSpPr/>
              <p:nvPr/>
            </p:nvSpPr>
            <p:spPr>
              <a:xfrm>
                <a:off x="6371931" y="1863845"/>
                <a:ext cx="192915" cy="228306"/>
              </a:xfrm>
              <a:custGeom>
                <a:rect b="b" l="l" r="r" t="t"/>
                <a:pathLst>
                  <a:path extrusionOk="0" h="658" w="556">
                    <a:moveTo>
                      <a:pt x="115" y="1"/>
                    </a:moveTo>
                    <a:cubicBezTo>
                      <a:pt x="105" y="1"/>
                      <a:pt x="96" y="3"/>
                      <a:pt x="86" y="7"/>
                    </a:cubicBezTo>
                    <a:cubicBezTo>
                      <a:pt x="59" y="18"/>
                      <a:pt x="43" y="50"/>
                      <a:pt x="35" y="82"/>
                    </a:cubicBezTo>
                    <a:cubicBezTo>
                      <a:pt x="0" y="208"/>
                      <a:pt x="90" y="322"/>
                      <a:pt x="201" y="377"/>
                    </a:cubicBezTo>
                    <a:cubicBezTo>
                      <a:pt x="197" y="377"/>
                      <a:pt x="205" y="491"/>
                      <a:pt x="209" y="508"/>
                    </a:cubicBezTo>
                    <a:lnTo>
                      <a:pt x="209" y="511"/>
                    </a:lnTo>
                    <a:cubicBezTo>
                      <a:pt x="221" y="546"/>
                      <a:pt x="232" y="582"/>
                      <a:pt x="256" y="610"/>
                    </a:cubicBezTo>
                    <a:cubicBezTo>
                      <a:pt x="280" y="637"/>
                      <a:pt x="308" y="657"/>
                      <a:pt x="343" y="657"/>
                    </a:cubicBezTo>
                    <a:cubicBezTo>
                      <a:pt x="346" y="657"/>
                      <a:pt x="349" y="658"/>
                      <a:pt x="353" y="658"/>
                    </a:cubicBezTo>
                    <a:cubicBezTo>
                      <a:pt x="382" y="658"/>
                      <a:pt x="415" y="643"/>
                      <a:pt x="426" y="614"/>
                    </a:cubicBezTo>
                    <a:cubicBezTo>
                      <a:pt x="438" y="594"/>
                      <a:pt x="438" y="570"/>
                      <a:pt x="434" y="546"/>
                    </a:cubicBezTo>
                    <a:cubicBezTo>
                      <a:pt x="421" y="475"/>
                      <a:pt x="370" y="413"/>
                      <a:pt x="299" y="389"/>
                    </a:cubicBezTo>
                    <a:cubicBezTo>
                      <a:pt x="383" y="385"/>
                      <a:pt x="454" y="357"/>
                      <a:pt x="516" y="298"/>
                    </a:cubicBezTo>
                    <a:cubicBezTo>
                      <a:pt x="536" y="279"/>
                      <a:pt x="556" y="251"/>
                      <a:pt x="556" y="224"/>
                    </a:cubicBezTo>
                    <a:cubicBezTo>
                      <a:pt x="556" y="180"/>
                      <a:pt x="509" y="149"/>
                      <a:pt x="465" y="149"/>
                    </a:cubicBezTo>
                    <a:cubicBezTo>
                      <a:pt x="371" y="153"/>
                      <a:pt x="266" y="230"/>
                      <a:pt x="238" y="320"/>
                    </a:cubicBezTo>
                    <a:lnTo>
                      <a:pt x="238" y="320"/>
                    </a:lnTo>
                    <a:cubicBezTo>
                      <a:pt x="256" y="260"/>
                      <a:pt x="244" y="148"/>
                      <a:pt x="221" y="93"/>
                    </a:cubicBezTo>
                    <a:cubicBezTo>
                      <a:pt x="209" y="66"/>
                      <a:pt x="193" y="38"/>
                      <a:pt x="170" y="22"/>
                    </a:cubicBezTo>
                    <a:cubicBezTo>
                      <a:pt x="154" y="9"/>
                      <a:pt x="134" y="1"/>
                      <a:pt x="115" y="1"/>
                    </a:cubicBez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4" name="Google Shape;2604;p53"/>
              <p:cNvSpPr/>
              <p:nvPr/>
            </p:nvSpPr>
            <p:spPr>
              <a:xfrm>
                <a:off x="6373319" y="1856212"/>
                <a:ext cx="199855" cy="243920"/>
              </a:xfrm>
              <a:custGeom>
                <a:rect b="b" l="l" r="r" t="t"/>
                <a:pathLst>
                  <a:path extrusionOk="0" h="703" w="576">
                    <a:moveTo>
                      <a:pt x="110" y="44"/>
                    </a:moveTo>
                    <a:cubicBezTo>
                      <a:pt x="126" y="44"/>
                      <a:pt x="142" y="53"/>
                      <a:pt x="153" y="60"/>
                    </a:cubicBezTo>
                    <a:cubicBezTo>
                      <a:pt x="173" y="76"/>
                      <a:pt x="186" y="95"/>
                      <a:pt x="197" y="124"/>
                    </a:cubicBezTo>
                    <a:cubicBezTo>
                      <a:pt x="205" y="139"/>
                      <a:pt x="209" y="162"/>
                      <a:pt x="213" y="190"/>
                    </a:cubicBezTo>
                    <a:cubicBezTo>
                      <a:pt x="217" y="213"/>
                      <a:pt x="221" y="246"/>
                      <a:pt x="221" y="269"/>
                    </a:cubicBezTo>
                    <a:cubicBezTo>
                      <a:pt x="221" y="297"/>
                      <a:pt x="217" y="320"/>
                      <a:pt x="213" y="340"/>
                    </a:cubicBezTo>
                    <a:cubicBezTo>
                      <a:pt x="210" y="348"/>
                      <a:pt x="213" y="356"/>
                      <a:pt x="219" y="361"/>
                    </a:cubicBezTo>
                    <a:lnTo>
                      <a:pt x="219" y="361"/>
                    </a:lnTo>
                    <a:cubicBezTo>
                      <a:pt x="221" y="363"/>
                      <a:pt x="224" y="364"/>
                      <a:pt x="228" y="364"/>
                    </a:cubicBezTo>
                    <a:cubicBezTo>
                      <a:pt x="231" y="366"/>
                      <a:pt x="234" y="367"/>
                      <a:pt x="237" y="367"/>
                    </a:cubicBezTo>
                    <a:cubicBezTo>
                      <a:pt x="239" y="367"/>
                      <a:pt x="242" y="366"/>
                      <a:pt x="244" y="364"/>
                    </a:cubicBezTo>
                    <a:lnTo>
                      <a:pt x="244" y="364"/>
                    </a:lnTo>
                    <a:cubicBezTo>
                      <a:pt x="250" y="363"/>
                      <a:pt x="254" y="358"/>
                      <a:pt x="257" y="352"/>
                    </a:cubicBezTo>
                    <a:cubicBezTo>
                      <a:pt x="268" y="313"/>
                      <a:pt x="295" y="273"/>
                      <a:pt x="335" y="242"/>
                    </a:cubicBezTo>
                    <a:cubicBezTo>
                      <a:pt x="375" y="213"/>
                      <a:pt x="422" y="195"/>
                      <a:pt x="461" y="195"/>
                    </a:cubicBezTo>
                    <a:cubicBezTo>
                      <a:pt x="477" y="195"/>
                      <a:pt x="497" y="198"/>
                      <a:pt x="508" y="210"/>
                    </a:cubicBezTo>
                    <a:cubicBezTo>
                      <a:pt x="517" y="213"/>
                      <a:pt x="521" y="218"/>
                      <a:pt x="524" y="226"/>
                    </a:cubicBezTo>
                    <a:cubicBezTo>
                      <a:pt x="528" y="230"/>
                      <a:pt x="532" y="237"/>
                      <a:pt x="532" y="246"/>
                    </a:cubicBezTo>
                    <a:cubicBezTo>
                      <a:pt x="532" y="257"/>
                      <a:pt x="528" y="266"/>
                      <a:pt x="521" y="277"/>
                    </a:cubicBezTo>
                    <a:cubicBezTo>
                      <a:pt x="517" y="284"/>
                      <a:pt x="505" y="297"/>
                      <a:pt x="497" y="304"/>
                    </a:cubicBezTo>
                    <a:cubicBezTo>
                      <a:pt x="441" y="360"/>
                      <a:pt x="375" y="388"/>
                      <a:pt x="295" y="388"/>
                    </a:cubicBezTo>
                    <a:cubicBezTo>
                      <a:pt x="288" y="388"/>
                      <a:pt x="276" y="395"/>
                      <a:pt x="276" y="407"/>
                    </a:cubicBezTo>
                    <a:cubicBezTo>
                      <a:pt x="276" y="415"/>
                      <a:pt x="280" y="426"/>
                      <a:pt x="292" y="431"/>
                    </a:cubicBezTo>
                    <a:cubicBezTo>
                      <a:pt x="319" y="443"/>
                      <a:pt x="347" y="462"/>
                      <a:pt x="366" y="486"/>
                    </a:cubicBezTo>
                    <a:cubicBezTo>
                      <a:pt x="390" y="510"/>
                      <a:pt x="402" y="541"/>
                      <a:pt x="410" y="573"/>
                    </a:cubicBezTo>
                    <a:lnTo>
                      <a:pt x="410" y="597"/>
                    </a:lnTo>
                    <a:cubicBezTo>
                      <a:pt x="410" y="608"/>
                      <a:pt x="410" y="616"/>
                      <a:pt x="406" y="628"/>
                    </a:cubicBezTo>
                    <a:cubicBezTo>
                      <a:pt x="399" y="636"/>
                      <a:pt x="390" y="644"/>
                      <a:pt x="382" y="652"/>
                    </a:cubicBezTo>
                    <a:cubicBezTo>
                      <a:pt x="370" y="655"/>
                      <a:pt x="359" y="659"/>
                      <a:pt x="347" y="659"/>
                    </a:cubicBezTo>
                    <a:lnTo>
                      <a:pt x="339" y="659"/>
                    </a:lnTo>
                    <a:cubicBezTo>
                      <a:pt x="328" y="655"/>
                      <a:pt x="315" y="652"/>
                      <a:pt x="304" y="648"/>
                    </a:cubicBezTo>
                    <a:cubicBezTo>
                      <a:pt x="288" y="639"/>
                      <a:pt x="280" y="628"/>
                      <a:pt x="268" y="620"/>
                    </a:cubicBezTo>
                    <a:cubicBezTo>
                      <a:pt x="248" y="597"/>
                      <a:pt x="237" y="565"/>
                      <a:pt x="228" y="530"/>
                    </a:cubicBezTo>
                    <a:cubicBezTo>
                      <a:pt x="224" y="526"/>
                      <a:pt x="224" y="526"/>
                      <a:pt x="224" y="521"/>
                    </a:cubicBezTo>
                    <a:cubicBezTo>
                      <a:pt x="224" y="517"/>
                      <a:pt x="224" y="510"/>
                      <a:pt x="221" y="497"/>
                    </a:cubicBezTo>
                    <a:lnTo>
                      <a:pt x="221" y="443"/>
                    </a:lnTo>
                    <a:cubicBezTo>
                      <a:pt x="217" y="431"/>
                      <a:pt x="217" y="423"/>
                      <a:pt x="217" y="415"/>
                    </a:cubicBezTo>
                    <a:lnTo>
                      <a:pt x="217" y="403"/>
                    </a:lnTo>
                    <a:cubicBezTo>
                      <a:pt x="221" y="395"/>
                      <a:pt x="213" y="384"/>
                      <a:pt x="205" y="379"/>
                    </a:cubicBezTo>
                    <a:cubicBezTo>
                      <a:pt x="162" y="355"/>
                      <a:pt x="122" y="324"/>
                      <a:pt x="91" y="284"/>
                    </a:cubicBezTo>
                    <a:cubicBezTo>
                      <a:pt x="63" y="249"/>
                      <a:pt x="44" y="206"/>
                      <a:pt x="44" y="159"/>
                    </a:cubicBezTo>
                    <a:cubicBezTo>
                      <a:pt x="44" y="143"/>
                      <a:pt x="47" y="124"/>
                      <a:pt x="51" y="107"/>
                    </a:cubicBezTo>
                    <a:cubicBezTo>
                      <a:pt x="55" y="95"/>
                      <a:pt x="59" y="80"/>
                      <a:pt x="67" y="72"/>
                    </a:cubicBezTo>
                    <a:cubicBezTo>
                      <a:pt x="75" y="60"/>
                      <a:pt x="82" y="53"/>
                      <a:pt x="91" y="48"/>
                    </a:cubicBezTo>
                    <a:cubicBezTo>
                      <a:pt x="99" y="48"/>
                      <a:pt x="106" y="44"/>
                      <a:pt x="110" y="44"/>
                    </a:cubicBezTo>
                    <a:close/>
                    <a:moveTo>
                      <a:pt x="110" y="1"/>
                    </a:moveTo>
                    <a:cubicBezTo>
                      <a:pt x="99" y="1"/>
                      <a:pt x="86" y="5"/>
                      <a:pt x="75" y="9"/>
                    </a:cubicBezTo>
                    <a:cubicBezTo>
                      <a:pt x="55" y="17"/>
                      <a:pt x="44" y="33"/>
                      <a:pt x="31" y="48"/>
                    </a:cubicBezTo>
                    <a:cubicBezTo>
                      <a:pt x="20" y="64"/>
                      <a:pt x="12" y="80"/>
                      <a:pt x="8" y="95"/>
                    </a:cubicBezTo>
                    <a:cubicBezTo>
                      <a:pt x="4" y="119"/>
                      <a:pt x="0" y="139"/>
                      <a:pt x="0" y="159"/>
                    </a:cubicBezTo>
                    <a:cubicBezTo>
                      <a:pt x="0" y="213"/>
                      <a:pt x="24" y="269"/>
                      <a:pt x="55" y="313"/>
                    </a:cubicBezTo>
                    <a:cubicBezTo>
                      <a:pt x="88" y="352"/>
                      <a:pt x="130" y="385"/>
                      <a:pt x="173" y="412"/>
                    </a:cubicBezTo>
                    <a:lnTo>
                      <a:pt x="173" y="412"/>
                    </a:lnTo>
                    <a:lnTo>
                      <a:pt x="173" y="426"/>
                    </a:lnTo>
                    <a:cubicBezTo>
                      <a:pt x="173" y="443"/>
                      <a:pt x="177" y="466"/>
                      <a:pt x="177" y="490"/>
                    </a:cubicBezTo>
                    <a:cubicBezTo>
                      <a:pt x="177" y="497"/>
                      <a:pt x="181" y="506"/>
                      <a:pt x="181" y="513"/>
                    </a:cubicBezTo>
                    <a:lnTo>
                      <a:pt x="181" y="526"/>
                    </a:lnTo>
                    <a:lnTo>
                      <a:pt x="181" y="533"/>
                    </a:lnTo>
                    <a:cubicBezTo>
                      <a:pt x="186" y="537"/>
                      <a:pt x="186" y="537"/>
                      <a:pt x="186" y="541"/>
                    </a:cubicBezTo>
                    <a:cubicBezTo>
                      <a:pt x="197" y="577"/>
                      <a:pt x="209" y="616"/>
                      <a:pt x="237" y="648"/>
                    </a:cubicBezTo>
                    <a:cubicBezTo>
                      <a:pt x="248" y="663"/>
                      <a:pt x="264" y="675"/>
                      <a:pt x="280" y="683"/>
                    </a:cubicBezTo>
                    <a:cubicBezTo>
                      <a:pt x="295" y="695"/>
                      <a:pt x="315" y="699"/>
                      <a:pt x="335" y="703"/>
                    </a:cubicBezTo>
                    <a:lnTo>
                      <a:pt x="347" y="703"/>
                    </a:lnTo>
                    <a:cubicBezTo>
                      <a:pt x="366" y="703"/>
                      <a:pt x="386" y="699"/>
                      <a:pt x="402" y="687"/>
                    </a:cubicBezTo>
                    <a:cubicBezTo>
                      <a:pt x="417" y="679"/>
                      <a:pt x="434" y="668"/>
                      <a:pt x="441" y="648"/>
                    </a:cubicBezTo>
                    <a:cubicBezTo>
                      <a:pt x="453" y="632"/>
                      <a:pt x="453" y="612"/>
                      <a:pt x="453" y="597"/>
                    </a:cubicBezTo>
                    <a:lnTo>
                      <a:pt x="453" y="565"/>
                    </a:lnTo>
                    <a:cubicBezTo>
                      <a:pt x="446" y="526"/>
                      <a:pt x="426" y="486"/>
                      <a:pt x="402" y="459"/>
                    </a:cubicBezTo>
                    <a:cubicBezTo>
                      <a:pt x="391" y="446"/>
                      <a:pt x="380" y="434"/>
                      <a:pt x="367" y="424"/>
                    </a:cubicBezTo>
                    <a:lnTo>
                      <a:pt x="367" y="424"/>
                    </a:lnTo>
                    <a:cubicBezTo>
                      <a:pt x="426" y="412"/>
                      <a:pt x="479" y="382"/>
                      <a:pt x="528" y="337"/>
                    </a:cubicBezTo>
                    <a:cubicBezTo>
                      <a:pt x="541" y="324"/>
                      <a:pt x="548" y="313"/>
                      <a:pt x="559" y="297"/>
                    </a:cubicBezTo>
                    <a:cubicBezTo>
                      <a:pt x="568" y="284"/>
                      <a:pt x="576" y="266"/>
                      <a:pt x="576" y="246"/>
                    </a:cubicBezTo>
                    <a:lnTo>
                      <a:pt x="576" y="242"/>
                    </a:lnTo>
                    <a:cubicBezTo>
                      <a:pt x="572" y="230"/>
                      <a:pt x="568" y="213"/>
                      <a:pt x="564" y="202"/>
                    </a:cubicBezTo>
                    <a:cubicBezTo>
                      <a:pt x="552" y="186"/>
                      <a:pt x="536" y="175"/>
                      <a:pt x="521" y="162"/>
                    </a:cubicBezTo>
                    <a:cubicBezTo>
                      <a:pt x="501" y="155"/>
                      <a:pt x="481" y="151"/>
                      <a:pt x="461" y="151"/>
                    </a:cubicBezTo>
                    <a:cubicBezTo>
                      <a:pt x="406" y="151"/>
                      <a:pt x="355" y="175"/>
                      <a:pt x="308" y="210"/>
                    </a:cubicBezTo>
                    <a:cubicBezTo>
                      <a:pt x="292" y="221"/>
                      <a:pt x="277" y="235"/>
                      <a:pt x="264" y="250"/>
                    </a:cubicBezTo>
                    <a:lnTo>
                      <a:pt x="264" y="250"/>
                    </a:lnTo>
                    <a:cubicBezTo>
                      <a:pt x="263" y="228"/>
                      <a:pt x="260" y="204"/>
                      <a:pt x="257" y="182"/>
                    </a:cubicBezTo>
                    <a:cubicBezTo>
                      <a:pt x="252" y="155"/>
                      <a:pt x="244" y="127"/>
                      <a:pt x="237" y="107"/>
                    </a:cubicBezTo>
                    <a:cubicBezTo>
                      <a:pt x="224" y="76"/>
                      <a:pt x="209" y="48"/>
                      <a:pt x="181" y="24"/>
                    </a:cubicBezTo>
                    <a:cubicBezTo>
                      <a:pt x="162" y="13"/>
                      <a:pt x="138" y="1"/>
                      <a:pt x="110"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5" name="Google Shape;2605;p53"/>
              <p:cNvSpPr/>
              <p:nvPr/>
            </p:nvSpPr>
            <p:spPr>
              <a:xfrm>
                <a:off x="6410097" y="1951974"/>
                <a:ext cx="77027" cy="73211"/>
              </a:xfrm>
              <a:custGeom>
                <a:rect b="b" l="l" r="r" t="t"/>
                <a:pathLst>
                  <a:path extrusionOk="0" h="211" w="222">
                    <a:moveTo>
                      <a:pt x="111" y="1"/>
                    </a:moveTo>
                    <a:cubicBezTo>
                      <a:pt x="91" y="5"/>
                      <a:pt x="80" y="8"/>
                      <a:pt x="64" y="17"/>
                    </a:cubicBezTo>
                    <a:lnTo>
                      <a:pt x="60" y="17"/>
                    </a:lnTo>
                    <a:cubicBezTo>
                      <a:pt x="56" y="17"/>
                      <a:pt x="56" y="21"/>
                      <a:pt x="51" y="21"/>
                    </a:cubicBezTo>
                    <a:cubicBezTo>
                      <a:pt x="36" y="28"/>
                      <a:pt x="24" y="41"/>
                      <a:pt x="16" y="56"/>
                    </a:cubicBezTo>
                    <a:cubicBezTo>
                      <a:pt x="4" y="68"/>
                      <a:pt x="0" y="88"/>
                      <a:pt x="0" y="103"/>
                    </a:cubicBezTo>
                    <a:cubicBezTo>
                      <a:pt x="0" y="112"/>
                      <a:pt x="0" y="115"/>
                      <a:pt x="4" y="123"/>
                    </a:cubicBezTo>
                    <a:lnTo>
                      <a:pt x="4" y="135"/>
                    </a:lnTo>
                    <a:cubicBezTo>
                      <a:pt x="4" y="139"/>
                      <a:pt x="9" y="143"/>
                      <a:pt x="9" y="147"/>
                    </a:cubicBezTo>
                    <a:cubicBezTo>
                      <a:pt x="12" y="155"/>
                      <a:pt x="12" y="159"/>
                      <a:pt x="16" y="163"/>
                    </a:cubicBezTo>
                    <a:cubicBezTo>
                      <a:pt x="20" y="170"/>
                      <a:pt x="24" y="174"/>
                      <a:pt x="28" y="179"/>
                    </a:cubicBezTo>
                    <a:cubicBezTo>
                      <a:pt x="36" y="186"/>
                      <a:pt x="40" y="190"/>
                      <a:pt x="47" y="194"/>
                    </a:cubicBezTo>
                    <a:cubicBezTo>
                      <a:pt x="56" y="198"/>
                      <a:pt x="64" y="202"/>
                      <a:pt x="71" y="206"/>
                    </a:cubicBezTo>
                    <a:lnTo>
                      <a:pt x="80" y="206"/>
                    </a:lnTo>
                    <a:cubicBezTo>
                      <a:pt x="91" y="210"/>
                      <a:pt x="99" y="210"/>
                      <a:pt x="107" y="210"/>
                    </a:cubicBezTo>
                    <a:cubicBezTo>
                      <a:pt x="118" y="210"/>
                      <a:pt x="127" y="210"/>
                      <a:pt x="135" y="206"/>
                    </a:cubicBezTo>
                    <a:lnTo>
                      <a:pt x="146" y="206"/>
                    </a:lnTo>
                    <a:cubicBezTo>
                      <a:pt x="154" y="202"/>
                      <a:pt x="166" y="198"/>
                      <a:pt x="174" y="194"/>
                    </a:cubicBezTo>
                    <a:cubicBezTo>
                      <a:pt x="174" y="194"/>
                      <a:pt x="174" y="190"/>
                      <a:pt x="178" y="190"/>
                    </a:cubicBezTo>
                    <a:cubicBezTo>
                      <a:pt x="182" y="186"/>
                      <a:pt x="189" y="183"/>
                      <a:pt x="193" y="179"/>
                    </a:cubicBezTo>
                    <a:lnTo>
                      <a:pt x="198" y="174"/>
                    </a:lnTo>
                    <a:cubicBezTo>
                      <a:pt x="202" y="167"/>
                      <a:pt x="206" y="163"/>
                      <a:pt x="209" y="159"/>
                    </a:cubicBezTo>
                    <a:cubicBezTo>
                      <a:pt x="217" y="143"/>
                      <a:pt x="222" y="123"/>
                      <a:pt x="222" y="108"/>
                    </a:cubicBezTo>
                    <a:cubicBezTo>
                      <a:pt x="222" y="88"/>
                      <a:pt x="217" y="76"/>
                      <a:pt x="209" y="61"/>
                    </a:cubicBezTo>
                    <a:cubicBezTo>
                      <a:pt x="209" y="56"/>
                      <a:pt x="206" y="52"/>
                      <a:pt x="206" y="52"/>
                    </a:cubicBezTo>
                    <a:cubicBezTo>
                      <a:pt x="202" y="44"/>
                      <a:pt x="193" y="37"/>
                      <a:pt x="189" y="32"/>
                    </a:cubicBezTo>
                    <a:cubicBezTo>
                      <a:pt x="174" y="21"/>
                      <a:pt x="162" y="13"/>
                      <a:pt x="146" y="5"/>
                    </a:cubicBezTo>
                    <a:cubicBezTo>
                      <a:pt x="135" y="5"/>
                      <a:pt x="122" y="1"/>
                      <a:pt x="111" y="1"/>
                    </a:cubicBez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6" name="Google Shape;2606;p53"/>
              <p:cNvSpPr/>
              <p:nvPr/>
            </p:nvSpPr>
            <p:spPr>
              <a:xfrm>
                <a:off x="6403158" y="1945382"/>
                <a:ext cx="92294" cy="87783"/>
              </a:xfrm>
              <a:custGeom>
                <a:rect b="b" l="l" r="r" t="t"/>
                <a:pathLst>
                  <a:path extrusionOk="0" h="253" w="266">
                    <a:moveTo>
                      <a:pt x="135" y="44"/>
                    </a:moveTo>
                    <a:cubicBezTo>
                      <a:pt x="142" y="44"/>
                      <a:pt x="151" y="44"/>
                      <a:pt x="158" y="47"/>
                    </a:cubicBezTo>
                    <a:cubicBezTo>
                      <a:pt x="174" y="51"/>
                      <a:pt x="182" y="56"/>
                      <a:pt x="194" y="67"/>
                    </a:cubicBezTo>
                    <a:cubicBezTo>
                      <a:pt x="198" y="71"/>
                      <a:pt x="202" y="75"/>
                      <a:pt x="206" y="83"/>
                    </a:cubicBezTo>
                    <a:cubicBezTo>
                      <a:pt x="209" y="83"/>
                      <a:pt x="209" y="87"/>
                      <a:pt x="209" y="87"/>
                    </a:cubicBezTo>
                    <a:cubicBezTo>
                      <a:pt x="218" y="103"/>
                      <a:pt x="222" y="111"/>
                      <a:pt x="222" y="127"/>
                    </a:cubicBezTo>
                    <a:cubicBezTo>
                      <a:pt x="222" y="138"/>
                      <a:pt x="218" y="154"/>
                      <a:pt x="209" y="166"/>
                    </a:cubicBezTo>
                    <a:cubicBezTo>
                      <a:pt x="209" y="169"/>
                      <a:pt x="206" y="174"/>
                      <a:pt x="198" y="178"/>
                    </a:cubicBezTo>
                    <a:lnTo>
                      <a:pt x="200" y="180"/>
                    </a:lnTo>
                    <a:lnTo>
                      <a:pt x="198" y="182"/>
                    </a:lnTo>
                    <a:cubicBezTo>
                      <a:pt x="194" y="186"/>
                      <a:pt x="190" y="186"/>
                      <a:pt x="182" y="193"/>
                    </a:cubicBezTo>
                    <a:cubicBezTo>
                      <a:pt x="174" y="198"/>
                      <a:pt x="166" y="202"/>
                      <a:pt x="158" y="202"/>
                    </a:cubicBezTo>
                    <a:cubicBezTo>
                      <a:pt x="158" y="205"/>
                      <a:pt x="155" y="205"/>
                      <a:pt x="151" y="205"/>
                    </a:cubicBezTo>
                    <a:cubicBezTo>
                      <a:pt x="142" y="205"/>
                      <a:pt x="135" y="209"/>
                      <a:pt x="127" y="209"/>
                    </a:cubicBezTo>
                    <a:cubicBezTo>
                      <a:pt x="119" y="209"/>
                      <a:pt x="111" y="205"/>
                      <a:pt x="103" y="205"/>
                    </a:cubicBezTo>
                    <a:lnTo>
                      <a:pt x="100" y="205"/>
                    </a:lnTo>
                    <a:cubicBezTo>
                      <a:pt x="87" y="202"/>
                      <a:pt x="84" y="198"/>
                      <a:pt x="80" y="193"/>
                    </a:cubicBezTo>
                    <a:cubicBezTo>
                      <a:pt x="71" y="189"/>
                      <a:pt x="67" y="186"/>
                      <a:pt x="64" y="186"/>
                    </a:cubicBezTo>
                    <a:cubicBezTo>
                      <a:pt x="64" y="182"/>
                      <a:pt x="60" y="178"/>
                      <a:pt x="56" y="169"/>
                    </a:cubicBezTo>
                    <a:cubicBezTo>
                      <a:pt x="52" y="169"/>
                      <a:pt x="52" y="166"/>
                      <a:pt x="48" y="158"/>
                    </a:cubicBezTo>
                    <a:cubicBezTo>
                      <a:pt x="48" y="154"/>
                      <a:pt x="44" y="150"/>
                      <a:pt x="44" y="150"/>
                    </a:cubicBezTo>
                    <a:lnTo>
                      <a:pt x="44" y="138"/>
                    </a:lnTo>
                    <a:lnTo>
                      <a:pt x="44" y="127"/>
                    </a:lnTo>
                    <a:cubicBezTo>
                      <a:pt x="44" y="111"/>
                      <a:pt x="48" y="95"/>
                      <a:pt x="52" y="87"/>
                    </a:cubicBezTo>
                    <a:cubicBezTo>
                      <a:pt x="64" y="75"/>
                      <a:pt x="71" y="63"/>
                      <a:pt x="84" y="60"/>
                    </a:cubicBezTo>
                    <a:lnTo>
                      <a:pt x="87" y="56"/>
                    </a:lnTo>
                    <a:lnTo>
                      <a:pt x="91" y="56"/>
                    </a:lnTo>
                    <a:cubicBezTo>
                      <a:pt x="107" y="47"/>
                      <a:pt x="115" y="44"/>
                      <a:pt x="131" y="44"/>
                    </a:cubicBezTo>
                    <a:close/>
                    <a:moveTo>
                      <a:pt x="131" y="0"/>
                    </a:moveTo>
                    <a:cubicBezTo>
                      <a:pt x="107" y="0"/>
                      <a:pt x="91" y="4"/>
                      <a:pt x="71" y="16"/>
                    </a:cubicBezTo>
                    <a:lnTo>
                      <a:pt x="69" y="18"/>
                    </a:lnTo>
                    <a:lnTo>
                      <a:pt x="67" y="16"/>
                    </a:lnTo>
                    <a:lnTo>
                      <a:pt x="64" y="20"/>
                    </a:lnTo>
                    <a:cubicBezTo>
                      <a:pt x="44" y="27"/>
                      <a:pt x="29" y="47"/>
                      <a:pt x="16" y="63"/>
                    </a:cubicBezTo>
                    <a:cubicBezTo>
                      <a:pt x="5" y="83"/>
                      <a:pt x="0" y="103"/>
                      <a:pt x="0" y="122"/>
                    </a:cubicBezTo>
                    <a:lnTo>
                      <a:pt x="0" y="127"/>
                    </a:lnTo>
                    <a:lnTo>
                      <a:pt x="0" y="146"/>
                    </a:lnTo>
                    <a:cubicBezTo>
                      <a:pt x="0" y="146"/>
                      <a:pt x="0" y="154"/>
                      <a:pt x="5" y="162"/>
                    </a:cubicBezTo>
                    <a:cubicBezTo>
                      <a:pt x="5" y="166"/>
                      <a:pt x="9" y="174"/>
                      <a:pt x="9" y="178"/>
                    </a:cubicBezTo>
                    <a:cubicBezTo>
                      <a:pt x="13" y="182"/>
                      <a:pt x="13" y="186"/>
                      <a:pt x="20" y="193"/>
                    </a:cubicBezTo>
                    <a:cubicBezTo>
                      <a:pt x="24" y="202"/>
                      <a:pt x="29" y="209"/>
                      <a:pt x="32" y="213"/>
                    </a:cubicBezTo>
                    <a:cubicBezTo>
                      <a:pt x="40" y="221"/>
                      <a:pt x="48" y="225"/>
                      <a:pt x="52" y="229"/>
                    </a:cubicBezTo>
                    <a:cubicBezTo>
                      <a:pt x="64" y="237"/>
                      <a:pt x="76" y="240"/>
                      <a:pt x="84" y="245"/>
                    </a:cubicBezTo>
                    <a:cubicBezTo>
                      <a:pt x="87" y="245"/>
                      <a:pt x="91" y="249"/>
                      <a:pt x="100" y="249"/>
                    </a:cubicBezTo>
                    <a:cubicBezTo>
                      <a:pt x="103" y="249"/>
                      <a:pt x="115" y="253"/>
                      <a:pt x="127" y="253"/>
                    </a:cubicBezTo>
                    <a:lnTo>
                      <a:pt x="131" y="253"/>
                    </a:lnTo>
                    <a:cubicBezTo>
                      <a:pt x="138" y="253"/>
                      <a:pt x="151" y="249"/>
                      <a:pt x="162" y="249"/>
                    </a:cubicBezTo>
                    <a:cubicBezTo>
                      <a:pt x="166" y="245"/>
                      <a:pt x="171" y="245"/>
                      <a:pt x="174" y="245"/>
                    </a:cubicBezTo>
                    <a:cubicBezTo>
                      <a:pt x="182" y="240"/>
                      <a:pt x="194" y="237"/>
                      <a:pt x="202" y="233"/>
                    </a:cubicBezTo>
                    <a:cubicBezTo>
                      <a:pt x="206" y="229"/>
                      <a:pt x="209" y="229"/>
                      <a:pt x="209" y="225"/>
                    </a:cubicBezTo>
                    <a:cubicBezTo>
                      <a:pt x="213" y="221"/>
                      <a:pt x="222" y="217"/>
                      <a:pt x="229" y="213"/>
                    </a:cubicBezTo>
                    <a:lnTo>
                      <a:pt x="229" y="209"/>
                    </a:lnTo>
                    <a:lnTo>
                      <a:pt x="233" y="205"/>
                    </a:lnTo>
                    <a:cubicBezTo>
                      <a:pt x="237" y="202"/>
                      <a:pt x="242" y="193"/>
                      <a:pt x="249" y="186"/>
                    </a:cubicBezTo>
                    <a:cubicBezTo>
                      <a:pt x="257" y="169"/>
                      <a:pt x="265" y="146"/>
                      <a:pt x="265" y="127"/>
                    </a:cubicBezTo>
                    <a:cubicBezTo>
                      <a:pt x="265" y="103"/>
                      <a:pt x="257" y="87"/>
                      <a:pt x="249" y="67"/>
                    </a:cubicBezTo>
                    <a:cubicBezTo>
                      <a:pt x="249" y="63"/>
                      <a:pt x="245" y="60"/>
                      <a:pt x="242" y="56"/>
                    </a:cubicBezTo>
                    <a:cubicBezTo>
                      <a:pt x="237" y="51"/>
                      <a:pt x="233" y="44"/>
                      <a:pt x="222" y="32"/>
                    </a:cubicBezTo>
                    <a:cubicBezTo>
                      <a:pt x="209" y="20"/>
                      <a:pt x="194" y="12"/>
                      <a:pt x="174" y="4"/>
                    </a:cubicBezTo>
                    <a:cubicBezTo>
                      <a:pt x="162" y="0"/>
                      <a:pt x="151" y="0"/>
                      <a:pt x="13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7" name="Google Shape;2607;p53"/>
              <p:cNvSpPr/>
              <p:nvPr/>
            </p:nvSpPr>
            <p:spPr>
              <a:xfrm>
                <a:off x="6292476" y="2069596"/>
                <a:ext cx="171403" cy="166199"/>
              </a:xfrm>
              <a:custGeom>
                <a:rect b="b" l="l" r="r" t="t"/>
                <a:pathLst>
                  <a:path extrusionOk="0" h="479" w="494">
                    <a:moveTo>
                      <a:pt x="245" y="1"/>
                    </a:moveTo>
                    <a:cubicBezTo>
                      <a:pt x="111" y="1"/>
                      <a:pt x="0" y="108"/>
                      <a:pt x="0" y="237"/>
                    </a:cubicBezTo>
                    <a:cubicBezTo>
                      <a:pt x="0" y="372"/>
                      <a:pt x="111" y="479"/>
                      <a:pt x="245" y="479"/>
                    </a:cubicBezTo>
                    <a:cubicBezTo>
                      <a:pt x="383" y="479"/>
                      <a:pt x="493" y="372"/>
                      <a:pt x="493" y="237"/>
                    </a:cubicBezTo>
                    <a:cubicBezTo>
                      <a:pt x="493" y="108"/>
                      <a:pt x="383" y="1"/>
                      <a:pt x="245" y="1"/>
                    </a:cubicBezTo>
                    <a:close/>
                  </a:path>
                </a:pathLst>
              </a:custGeom>
              <a:solidFill>
                <a:srgbClr val="8247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8" name="Google Shape;2608;p53"/>
              <p:cNvSpPr/>
              <p:nvPr/>
            </p:nvSpPr>
            <p:spPr>
              <a:xfrm>
                <a:off x="6332030" y="2091802"/>
                <a:ext cx="111030" cy="80844"/>
              </a:xfrm>
              <a:custGeom>
                <a:rect b="b" l="l" r="r" t="t"/>
                <a:pathLst>
                  <a:path extrusionOk="0" h="233" w="320">
                    <a:moveTo>
                      <a:pt x="131" y="0"/>
                    </a:moveTo>
                    <a:cubicBezTo>
                      <a:pt x="107" y="0"/>
                      <a:pt x="83" y="4"/>
                      <a:pt x="63" y="16"/>
                    </a:cubicBezTo>
                    <a:cubicBezTo>
                      <a:pt x="40" y="24"/>
                      <a:pt x="25" y="40"/>
                      <a:pt x="8" y="60"/>
                    </a:cubicBezTo>
                    <a:cubicBezTo>
                      <a:pt x="1" y="67"/>
                      <a:pt x="1" y="79"/>
                      <a:pt x="12" y="87"/>
                    </a:cubicBezTo>
                    <a:cubicBezTo>
                      <a:pt x="16" y="91"/>
                      <a:pt x="21" y="92"/>
                      <a:pt x="27" y="92"/>
                    </a:cubicBezTo>
                    <a:cubicBezTo>
                      <a:pt x="33" y="92"/>
                      <a:pt x="40" y="90"/>
                      <a:pt x="44" y="83"/>
                    </a:cubicBezTo>
                    <a:cubicBezTo>
                      <a:pt x="52" y="71"/>
                      <a:pt x="63" y="60"/>
                      <a:pt x="79" y="55"/>
                    </a:cubicBezTo>
                    <a:cubicBezTo>
                      <a:pt x="96" y="47"/>
                      <a:pt x="111" y="44"/>
                      <a:pt x="131" y="44"/>
                    </a:cubicBezTo>
                    <a:cubicBezTo>
                      <a:pt x="154" y="44"/>
                      <a:pt x="174" y="51"/>
                      <a:pt x="194" y="63"/>
                    </a:cubicBezTo>
                    <a:cubicBezTo>
                      <a:pt x="221" y="75"/>
                      <a:pt x="241" y="99"/>
                      <a:pt x="253" y="126"/>
                    </a:cubicBezTo>
                    <a:cubicBezTo>
                      <a:pt x="269" y="154"/>
                      <a:pt x="276" y="182"/>
                      <a:pt x="276" y="213"/>
                    </a:cubicBezTo>
                    <a:cubicBezTo>
                      <a:pt x="276" y="225"/>
                      <a:pt x="289" y="233"/>
                      <a:pt x="300" y="233"/>
                    </a:cubicBezTo>
                    <a:cubicBezTo>
                      <a:pt x="312" y="233"/>
                      <a:pt x="320" y="225"/>
                      <a:pt x="320" y="209"/>
                    </a:cubicBezTo>
                    <a:cubicBezTo>
                      <a:pt x="320" y="173"/>
                      <a:pt x="308" y="138"/>
                      <a:pt x="292" y="107"/>
                    </a:cubicBezTo>
                    <a:cubicBezTo>
                      <a:pt x="276" y="71"/>
                      <a:pt x="249" y="44"/>
                      <a:pt x="218" y="24"/>
                    </a:cubicBezTo>
                    <a:cubicBezTo>
                      <a:pt x="190" y="8"/>
                      <a:pt x="158" y="0"/>
                      <a:pt x="131" y="0"/>
                    </a:cubicBezTo>
                    <a:close/>
                  </a:path>
                </a:pathLst>
              </a:custGeom>
              <a:solidFill>
                <a:srgbClr val="000000"/>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9" name="Google Shape;2609;p53"/>
              <p:cNvSpPr/>
              <p:nvPr/>
            </p:nvSpPr>
            <p:spPr>
              <a:xfrm>
                <a:off x="6916321" y="4886614"/>
                <a:ext cx="291455" cy="231776"/>
              </a:xfrm>
              <a:custGeom>
                <a:rect b="b" l="l" r="r" t="t"/>
                <a:pathLst>
                  <a:path extrusionOk="0" h="668" w="840">
                    <a:moveTo>
                      <a:pt x="24" y="1"/>
                    </a:moveTo>
                    <a:cubicBezTo>
                      <a:pt x="19" y="1"/>
                      <a:pt x="15" y="2"/>
                      <a:pt x="12" y="5"/>
                    </a:cubicBezTo>
                    <a:cubicBezTo>
                      <a:pt x="0" y="9"/>
                      <a:pt x="0" y="25"/>
                      <a:pt x="4" y="33"/>
                    </a:cubicBezTo>
                    <a:cubicBezTo>
                      <a:pt x="79" y="147"/>
                      <a:pt x="158" y="257"/>
                      <a:pt x="257" y="348"/>
                    </a:cubicBezTo>
                    <a:cubicBezTo>
                      <a:pt x="352" y="442"/>
                      <a:pt x="461" y="522"/>
                      <a:pt x="588" y="569"/>
                    </a:cubicBezTo>
                    <a:cubicBezTo>
                      <a:pt x="627" y="584"/>
                      <a:pt x="667" y="597"/>
                      <a:pt x="703" y="608"/>
                    </a:cubicBezTo>
                    <a:cubicBezTo>
                      <a:pt x="741" y="624"/>
                      <a:pt x="774" y="640"/>
                      <a:pt x="801" y="664"/>
                    </a:cubicBezTo>
                    <a:cubicBezTo>
                      <a:pt x="805" y="667"/>
                      <a:pt x="810" y="668"/>
                      <a:pt x="814" y="668"/>
                    </a:cubicBezTo>
                    <a:cubicBezTo>
                      <a:pt x="821" y="668"/>
                      <a:pt x="828" y="664"/>
                      <a:pt x="832" y="659"/>
                    </a:cubicBezTo>
                    <a:cubicBezTo>
                      <a:pt x="840" y="652"/>
                      <a:pt x="840" y="635"/>
                      <a:pt x="832" y="628"/>
                    </a:cubicBezTo>
                    <a:cubicBezTo>
                      <a:pt x="797" y="600"/>
                      <a:pt x="757" y="581"/>
                      <a:pt x="718" y="569"/>
                    </a:cubicBezTo>
                    <a:cubicBezTo>
                      <a:pt x="679" y="553"/>
                      <a:pt x="639" y="541"/>
                      <a:pt x="603" y="529"/>
                    </a:cubicBezTo>
                    <a:cubicBezTo>
                      <a:pt x="481" y="486"/>
                      <a:pt x="379" y="411"/>
                      <a:pt x="284" y="320"/>
                    </a:cubicBezTo>
                    <a:cubicBezTo>
                      <a:pt x="193" y="229"/>
                      <a:pt x="115" y="120"/>
                      <a:pt x="44" y="9"/>
                    </a:cubicBezTo>
                    <a:cubicBezTo>
                      <a:pt x="39" y="4"/>
                      <a:pt x="31" y="1"/>
                      <a:pt x="2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0" name="Google Shape;2610;p53"/>
              <p:cNvSpPr/>
              <p:nvPr/>
            </p:nvSpPr>
            <p:spPr>
              <a:xfrm>
                <a:off x="6039537" y="2258346"/>
                <a:ext cx="227265" cy="108949"/>
              </a:xfrm>
              <a:custGeom>
                <a:rect b="b" l="l" r="r" t="t"/>
                <a:pathLst>
                  <a:path extrusionOk="0" h="314" w="655">
                    <a:moveTo>
                      <a:pt x="619" y="1"/>
                    </a:moveTo>
                    <a:lnTo>
                      <a:pt x="23" y="37"/>
                    </a:lnTo>
                    <a:cubicBezTo>
                      <a:pt x="0" y="179"/>
                      <a:pt x="146" y="313"/>
                      <a:pt x="317" y="313"/>
                    </a:cubicBezTo>
                    <a:cubicBezTo>
                      <a:pt x="322" y="313"/>
                      <a:pt x="326" y="313"/>
                      <a:pt x="331" y="313"/>
                    </a:cubicBezTo>
                    <a:cubicBezTo>
                      <a:pt x="504" y="301"/>
                      <a:pt x="655" y="139"/>
                      <a:pt x="619" y="1"/>
                    </a:cubicBez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1" name="Google Shape;2611;p53"/>
              <p:cNvSpPr/>
              <p:nvPr/>
            </p:nvSpPr>
            <p:spPr>
              <a:xfrm>
                <a:off x="6039190" y="2250365"/>
                <a:ext cx="224837" cy="123521"/>
              </a:xfrm>
              <a:custGeom>
                <a:rect b="b" l="l" r="r" t="t"/>
                <a:pathLst>
                  <a:path extrusionOk="0" h="356" w="648">
                    <a:moveTo>
                      <a:pt x="602" y="45"/>
                    </a:moveTo>
                    <a:cubicBezTo>
                      <a:pt x="603" y="51"/>
                      <a:pt x="604" y="58"/>
                      <a:pt x="604" y="64"/>
                    </a:cubicBezTo>
                    <a:cubicBezTo>
                      <a:pt x="604" y="95"/>
                      <a:pt x="596" y="123"/>
                      <a:pt x="581" y="151"/>
                    </a:cubicBezTo>
                    <a:cubicBezTo>
                      <a:pt x="561" y="194"/>
                      <a:pt x="525" y="233"/>
                      <a:pt x="481" y="260"/>
                    </a:cubicBezTo>
                    <a:cubicBezTo>
                      <a:pt x="439" y="289"/>
                      <a:pt x="383" y="308"/>
                      <a:pt x="328" y="312"/>
                    </a:cubicBezTo>
                    <a:lnTo>
                      <a:pt x="312" y="312"/>
                    </a:lnTo>
                    <a:cubicBezTo>
                      <a:pt x="241" y="312"/>
                      <a:pt x="170" y="284"/>
                      <a:pt x="123" y="245"/>
                    </a:cubicBezTo>
                    <a:cubicBezTo>
                      <a:pt x="99" y="225"/>
                      <a:pt x="79" y="202"/>
                      <a:pt x="64" y="174"/>
                    </a:cubicBezTo>
                    <a:cubicBezTo>
                      <a:pt x="52" y="147"/>
                      <a:pt x="44" y="118"/>
                      <a:pt x="44" y="91"/>
                    </a:cubicBezTo>
                    <a:cubicBezTo>
                      <a:pt x="44" y="88"/>
                      <a:pt x="44" y="85"/>
                      <a:pt x="44" y="82"/>
                    </a:cubicBezTo>
                    <a:lnTo>
                      <a:pt x="44" y="82"/>
                    </a:lnTo>
                    <a:lnTo>
                      <a:pt x="602" y="45"/>
                    </a:lnTo>
                    <a:close/>
                    <a:moveTo>
                      <a:pt x="620" y="0"/>
                    </a:moveTo>
                    <a:lnTo>
                      <a:pt x="24" y="40"/>
                    </a:lnTo>
                    <a:cubicBezTo>
                      <a:pt x="13" y="40"/>
                      <a:pt x="5" y="47"/>
                      <a:pt x="5" y="56"/>
                    </a:cubicBezTo>
                    <a:cubicBezTo>
                      <a:pt x="1" y="67"/>
                      <a:pt x="1" y="80"/>
                      <a:pt x="1" y="91"/>
                    </a:cubicBezTo>
                    <a:cubicBezTo>
                      <a:pt x="1" y="127"/>
                      <a:pt x="8" y="162"/>
                      <a:pt x="28" y="194"/>
                    </a:cubicBezTo>
                    <a:cubicBezTo>
                      <a:pt x="52" y="241"/>
                      <a:pt x="92" y="280"/>
                      <a:pt x="143" y="312"/>
                    </a:cubicBezTo>
                    <a:cubicBezTo>
                      <a:pt x="190" y="340"/>
                      <a:pt x="250" y="355"/>
                      <a:pt x="312" y="355"/>
                    </a:cubicBezTo>
                    <a:lnTo>
                      <a:pt x="332" y="355"/>
                    </a:lnTo>
                    <a:cubicBezTo>
                      <a:pt x="419" y="351"/>
                      <a:pt x="494" y="312"/>
                      <a:pt x="552" y="260"/>
                    </a:cubicBezTo>
                    <a:cubicBezTo>
                      <a:pt x="581" y="233"/>
                      <a:pt x="604" y="202"/>
                      <a:pt x="620" y="171"/>
                    </a:cubicBezTo>
                    <a:cubicBezTo>
                      <a:pt x="636" y="138"/>
                      <a:pt x="647" y="103"/>
                      <a:pt x="647" y="64"/>
                    </a:cubicBezTo>
                    <a:cubicBezTo>
                      <a:pt x="647" y="47"/>
                      <a:pt x="643" y="32"/>
                      <a:pt x="640" y="16"/>
                    </a:cubicBezTo>
                    <a:cubicBezTo>
                      <a:pt x="640" y="9"/>
                      <a:pt x="628" y="0"/>
                      <a:pt x="620"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12" name="Google Shape;2612;p53"/>
            <p:cNvGrpSpPr/>
            <p:nvPr/>
          </p:nvGrpSpPr>
          <p:grpSpPr>
            <a:xfrm>
              <a:off x="1739086" y="5891674"/>
              <a:ext cx="2912092" cy="5334793"/>
              <a:chOff x="1739086" y="5891674"/>
              <a:chExt cx="2912092" cy="5334793"/>
            </a:xfrm>
          </p:grpSpPr>
          <p:sp>
            <p:nvSpPr>
              <p:cNvPr id="2613" name="Google Shape;2613;p53"/>
              <p:cNvSpPr/>
              <p:nvPr/>
            </p:nvSpPr>
            <p:spPr>
              <a:xfrm>
                <a:off x="3485020" y="7870074"/>
                <a:ext cx="584644" cy="2152602"/>
              </a:xfrm>
              <a:custGeom>
                <a:rect b="b" l="l" r="r" t="t"/>
                <a:pathLst>
                  <a:path extrusionOk="0" h="6204" w="1685">
                    <a:moveTo>
                      <a:pt x="1059" y="0"/>
                    </a:moveTo>
                    <a:cubicBezTo>
                      <a:pt x="1014" y="0"/>
                      <a:pt x="970" y="6"/>
                      <a:pt x="927" y="17"/>
                    </a:cubicBezTo>
                    <a:cubicBezTo>
                      <a:pt x="580" y="111"/>
                      <a:pt x="312" y="565"/>
                      <a:pt x="245" y="888"/>
                    </a:cubicBezTo>
                    <a:cubicBezTo>
                      <a:pt x="217" y="1022"/>
                      <a:pt x="194" y="1156"/>
                      <a:pt x="170" y="1294"/>
                    </a:cubicBezTo>
                    <a:cubicBezTo>
                      <a:pt x="52" y="2035"/>
                      <a:pt x="28" y="2792"/>
                      <a:pt x="95" y="3542"/>
                    </a:cubicBezTo>
                    <a:cubicBezTo>
                      <a:pt x="115" y="3786"/>
                      <a:pt x="146" y="4031"/>
                      <a:pt x="134" y="4275"/>
                    </a:cubicBezTo>
                    <a:cubicBezTo>
                      <a:pt x="119" y="4547"/>
                      <a:pt x="52" y="4816"/>
                      <a:pt x="28" y="5087"/>
                    </a:cubicBezTo>
                    <a:cubicBezTo>
                      <a:pt x="0" y="5364"/>
                      <a:pt x="16" y="5651"/>
                      <a:pt x="162" y="5884"/>
                    </a:cubicBezTo>
                    <a:cubicBezTo>
                      <a:pt x="276" y="6069"/>
                      <a:pt x="511" y="6204"/>
                      <a:pt x="727" y="6204"/>
                    </a:cubicBezTo>
                    <a:cubicBezTo>
                      <a:pt x="884" y="6204"/>
                      <a:pt x="1032" y="6133"/>
                      <a:pt x="1116" y="5959"/>
                    </a:cubicBezTo>
                    <a:cubicBezTo>
                      <a:pt x="1171" y="5844"/>
                      <a:pt x="1183" y="5711"/>
                      <a:pt x="1195" y="5580"/>
                    </a:cubicBezTo>
                    <a:cubicBezTo>
                      <a:pt x="1289" y="4492"/>
                      <a:pt x="1242" y="3443"/>
                      <a:pt x="1464" y="2363"/>
                    </a:cubicBezTo>
                    <a:cubicBezTo>
                      <a:pt x="1546" y="1977"/>
                      <a:pt x="1676" y="1594"/>
                      <a:pt x="1680" y="1196"/>
                    </a:cubicBezTo>
                    <a:cubicBezTo>
                      <a:pt x="1684" y="923"/>
                      <a:pt x="1641" y="364"/>
                      <a:pt x="1447" y="163"/>
                    </a:cubicBezTo>
                    <a:cubicBezTo>
                      <a:pt x="1348" y="57"/>
                      <a:pt x="1203" y="0"/>
                      <a:pt x="1059" y="0"/>
                    </a:cubicBezTo>
                    <a:close/>
                  </a:path>
                </a:pathLst>
              </a:custGeom>
              <a:solidFill>
                <a:srgbClr val="FC9E8A"/>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4" name="Google Shape;2614;p53"/>
              <p:cNvSpPr/>
              <p:nvPr/>
            </p:nvSpPr>
            <p:spPr>
              <a:xfrm>
                <a:off x="3481897" y="7862094"/>
                <a:ext cx="594360" cy="2168563"/>
              </a:xfrm>
              <a:custGeom>
                <a:rect b="b" l="l" r="r" t="t"/>
                <a:pathLst>
                  <a:path extrusionOk="0" h="6250" w="1713">
                    <a:moveTo>
                      <a:pt x="1070" y="44"/>
                    </a:moveTo>
                    <a:cubicBezTo>
                      <a:pt x="1204" y="44"/>
                      <a:pt x="1346" y="103"/>
                      <a:pt x="1440" y="202"/>
                    </a:cubicBezTo>
                    <a:cubicBezTo>
                      <a:pt x="1484" y="245"/>
                      <a:pt x="1520" y="316"/>
                      <a:pt x="1551" y="395"/>
                    </a:cubicBezTo>
                    <a:cubicBezTo>
                      <a:pt x="1595" y="517"/>
                      <a:pt x="1626" y="662"/>
                      <a:pt x="1642" y="808"/>
                    </a:cubicBezTo>
                    <a:cubicBezTo>
                      <a:pt x="1662" y="955"/>
                      <a:pt x="1669" y="1092"/>
                      <a:pt x="1669" y="1199"/>
                    </a:cubicBezTo>
                    <a:lnTo>
                      <a:pt x="1669" y="1219"/>
                    </a:lnTo>
                    <a:cubicBezTo>
                      <a:pt x="1666" y="1613"/>
                      <a:pt x="1535" y="1996"/>
                      <a:pt x="1453" y="2382"/>
                    </a:cubicBezTo>
                    <a:cubicBezTo>
                      <a:pt x="1227" y="3466"/>
                      <a:pt x="1275" y="4515"/>
                      <a:pt x="1184" y="5603"/>
                    </a:cubicBezTo>
                    <a:cubicBezTo>
                      <a:pt x="1173" y="5729"/>
                      <a:pt x="1160" y="5860"/>
                      <a:pt x="1105" y="5974"/>
                    </a:cubicBezTo>
                    <a:cubicBezTo>
                      <a:pt x="1066" y="6057"/>
                      <a:pt x="1011" y="6116"/>
                      <a:pt x="947" y="6151"/>
                    </a:cubicBezTo>
                    <a:cubicBezTo>
                      <a:pt x="885" y="6191"/>
                      <a:pt x="814" y="6207"/>
                      <a:pt x="739" y="6207"/>
                    </a:cubicBezTo>
                    <a:cubicBezTo>
                      <a:pt x="632" y="6207"/>
                      <a:pt x="521" y="6175"/>
                      <a:pt x="427" y="6120"/>
                    </a:cubicBezTo>
                    <a:cubicBezTo>
                      <a:pt x="328" y="6065"/>
                      <a:pt x="246" y="5986"/>
                      <a:pt x="190" y="5895"/>
                    </a:cubicBezTo>
                    <a:cubicBezTo>
                      <a:pt x="84" y="5725"/>
                      <a:pt x="45" y="5521"/>
                      <a:pt x="45" y="5312"/>
                    </a:cubicBezTo>
                    <a:cubicBezTo>
                      <a:pt x="45" y="5248"/>
                      <a:pt x="48" y="5181"/>
                      <a:pt x="57" y="5114"/>
                    </a:cubicBezTo>
                    <a:cubicBezTo>
                      <a:pt x="84" y="4842"/>
                      <a:pt x="151" y="4575"/>
                      <a:pt x="163" y="4298"/>
                    </a:cubicBezTo>
                    <a:cubicBezTo>
                      <a:pt x="167" y="4262"/>
                      <a:pt x="167" y="4224"/>
                      <a:pt x="167" y="4184"/>
                    </a:cubicBezTo>
                    <a:cubicBezTo>
                      <a:pt x="167" y="3978"/>
                      <a:pt x="143" y="3770"/>
                      <a:pt x="124" y="3565"/>
                    </a:cubicBezTo>
                    <a:cubicBezTo>
                      <a:pt x="100" y="3297"/>
                      <a:pt x="88" y="3028"/>
                      <a:pt x="88" y="2757"/>
                    </a:cubicBezTo>
                    <a:cubicBezTo>
                      <a:pt x="88" y="2275"/>
                      <a:pt x="128" y="1794"/>
                      <a:pt x="203" y="1321"/>
                    </a:cubicBezTo>
                    <a:cubicBezTo>
                      <a:pt x="222" y="1183"/>
                      <a:pt x="246" y="1050"/>
                      <a:pt x="274" y="915"/>
                    </a:cubicBezTo>
                    <a:cubicBezTo>
                      <a:pt x="309" y="757"/>
                      <a:pt x="392" y="564"/>
                      <a:pt x="506" y="402"/>
                    </a:cubicBezTo>
                    <a:cubicBezTo>
                      <a:pt x="565" y="320"/>
                      <a:pt x="632" y="245"/>
                      <a:pt x="707" y="186"/>
                    </a:cubicBezTo>
                    <a:cubicBezTo>
                      <a:pt x="778" y="127"/>
                      <a:pt x="857" y="83"/>
                      <a:pt x="944" y="63"/>
                    </a:cubicBezTo>
                    <a:cubicBezTo>
                      <a:pt x="983" y="51"/>
                      <a:pt x="1027" y="44"/>
                      <a:pt x="1070" y="44"/>
                    </a:cubicBezTo>
                    <a:close/>
                    <a:moveTo>
                      <a:pt x="1070" y="0"/>
                    </a:moveTo>
                    <a:cubicBezTo>
                      <a:pt x="1023" y="0"/>
                      <a:pt x="976" y="9"/>
                      <a:pt x="932" y="20"/>
                    </a:cubicBezTo>
                    <a:cubicBezTo>
                      <a:pt x="841" y="44"/>
                      <a:pt x="754" y="91"/>
                      <a:pt x="680" y="154"/>
                    </a:cubicBezTo>
                    <a:cubicBezTo>
                      <a:pt x="565" y="249"/>
                      <a:pt x="467" y="375"/>
                      <a:pt x="388" y="509"/>
                    </a:cubicBezTo>
                    <a:cubicBezTo>
                      <a:pt x="313" y="643"/>
                      <a:pt x="257" y="785"/>
                      <a:pt x="234" y="908"/>
                    </a:cubicBezTo>
                    <a:cubicBezTo>
                      <a:pt x="206" y="1041"/>
                      <a:pt x="179" y="1179"/>
                      <a:pt x="159" y="1314"/>
                    </a:cubicBezTo>
                    <a:cubicBezTo>
                      <a:pt x="84" y="1791"/>
                      <a:pt x="45" y="2275"/>
                      <a:pt x="45" y="2757"/>
                    </a:cubicBezTo>
                    <a:cubicBezTo>
                      <a:pt x="45" y="3028"/>
                      <a:pt x="57" y="3301"/>
                      <a:pt x="80" y="3569"/>
                    </a:cubicBezTo>
                    <a:cubicBezTo>
                      <a:pt x="100" y="3774"/>
                      <a:pt x="124" y="3983"/>
                      <a:pt x="124" y="4184"/>
                    </a:cubicBezTo>
                    <a:cubicBezTo>
                      <a:pt x="124" y="4224"/>
                      <a:pt x="124" y="4259"/>
                      <a:pt x="119" y="4298"/>
                    </a:cubicBezTo>
                    <a:cubicBezTo>
                      <a:pt x="108" y="4566"/>
                      <a:pt x="41" y="4835"/>
                      <a:pt x="13" y="5110"/>
                    </a:cubicBezTo>
                    <a:cubicBezTo>
                      <a:pt x="6" y="5177"/>
                      <a:pt x="1" y="5245"/>
                      <a:pt x="1" y="5312"/>
                    </a:cubicBezTo>
                    <a:cubicBezTo>
                      <a:pt x="1" y="5525"/>
                      <a:pt x="41" y="5738"/>
                      <a:pt x="151" y="5918"/>
                    </a:cubicBezTo>
                    <a:cubicBezTo>
                      <a:pt x="210" y="6013"/>
                      <a:pt x="301" y="6096"/>
                      <a:pt x="403" y="6155"/>
                    </a:cubicBezTo>
                    <a:cubicBezTo>
                      <a:pt x="506" y="6215"/>
                      <a:pt x="625" y="6250"/>
                      <a:pt x="739" y="6250"/>
                    </a:cubicBezTo>
                    <a:cubicBezTo>
                      <a:pt x="818" y="6250"/>
                      <a:pt x="900" y="6231"/>
                      <a:pt x="967" y="6191"/>
                    </a:cubicBezTo>
                    <a:cubicBezTo>
                      <a:pt x="1038" y="6148"/>
                      <a:pt x="1102" y="6084"/>
                      <a:pt x="1145" y="5994"/>
                    </a:cubicBezTo>
                    <a:cubicBezTo>
                      <a:pt x="1204" y="5871"/>
                      <a:pt x="1216" y="5734"/>
                      <a:pt x="1227" y="5607"/>
                    </a:cubicBezTo>
                    <a:cubicBezTo>
                      <a:pt x="1318" y="4515"/>
                      <a:pt x="1271" y="3466"/>
                      <a:pt x="1496" y="2390"/>
                    </a:cubicBezTo>
                    <a:cubicBezTo>
                      <a:pt x="1575" y="2007"/>
                      <a:pt x="1709" y="1621"/>
                      <a:pt x="1713" y="1219"/>
                    </a:cubicBezTo>
                    <a:lnTo>
                      <a:pt x="1713" y="1199"/>
                    </a:lnTo>
                    <a:cubicBezTo>
                      <a:pt x="1713" y="1057"/>
                      <a:pt x="1701" y="852"/>
                      <a:pt x="1666" y="655"/>
                    </a:cubicBezTo>
                    <a:cubicBezTo>
                      <a:pt x="1646" y="556"/>
                      <a:pt x="1622" y="462"/>
                      <a:pt x="1591" y="379"/>
                    </a:cubicBezTo>
                    <a:cubicBezTo>
                      <a:pt x="1559" y="296"/>
                      <a:pt x="1520" y="221"/>
                      <a:pt x="1473" y="169"/>
                    </a:cubicBezTo>
                    <a:cubicBezTo>
                      <a:pt x="1366" y="63"/>
                      <a:pt x="1216" y="0"/>
                      <a:pt x="1070"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5" name="Google Shape;2615;p53"/>
              <p:cNvSpPr/>
              <p:nvPr/>
            </p:nvSpPr>
            <p:spPr>
              <a:xfrm>
                <a:off x="2467021" y="10202380"/>
                <a:ext cx="22206" cy="422262"/>
              </a:xfrm>
              <a:custGeom>
                <a:rect b="b" l="l" r="r" t="t"/>
                <a:pathLst>
                  <a:path extrusionOk="0" h="1217" w="64">
                    <a:moveTo>
                      <a:pt x="29" y="1"/>
                    </a:moveTo>
                    <a:cubicBezTo>
                      <a:pt x="27" y="1"/>
                      <a:pt x="26" y="1"/>
                      <a:pt x="24" y="2"/>
                    </a:cubicBezTo>
                    <a:cubicBezTo>
                      <a:pt x="12" y="2"/>
                      <a:pt x="1" y="10"/>
                      <a:pt x="5" y="21"/>
                    </a:cubicBezTo>
                    <a:cubicBezTo>
                      <a:pt x="16" y="231"/>
                      <a:pt x="21" y="436"/>
                      <a:pt x="21" y="645"/>
                    </a:cubicBezTo>
                    <a:cubicBezTo>
                      <a:pt x="21" y="830"/>
                      <a:pt x="16" y="1011"/>
                      <a:pt x="8" y="1193"/>
                    </a:cubicBezTo>
                    <a:cubicBezTo>
                      <a:pt x="8" y="1204"/>
                      <a:pt x="16" y="1217"/>
                      <a:pt x="28" y="1217"/>
                    </a:cubicBezTo>
                    <a:cubicBezTo>
                      <a:pt x="40" y="1217"/>
                      <a:pt x="52" y="1208"/>
                      <a:pt x="52" y="1197"/>
                    </a:cubicBezTo>
                    <a:cubicBezTo>
                      <a:pt x="59" y="1011"/>
                      <a:pt x="63" y="830"/>
                      <a:pt x="63" y="645"/>
                    </a:cubicBezTo>
                    <a:cubicBezTo>
                      <a:pt x="63" y="436"/>
                      <a:pt x="59" y="227"/>
                      <a:pt x="48" y="21"/>
                    </a:cubicBezTo>
                    <a:cubicBezTo>
                      <a:pt x="48" y="11"/>
                      <a:pt x="39" y="1"/>
                      <a:pt x="29" y="1"/>
                    </a:cubicBezTo>
                    <a:close/>
                  </a:path>
                </a:pathLst>
              </a:custGeom>
              <a:solidFill>
                <a:srgbClr val="000000"/>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6" name="Google Shape;2616;p53"/>
              <p:cNvSpPr/>
              <p:nvPr/>
            </p:nvSpPr>
            <p:spPr>
              <a:xfrm>
                <a:off x="3958282" y="7600135"/>
                <a:ext cx="683184" cy="2227547"/>
              </a:xfrm>
              <a:custGeom>
                <a:rect b="b" l="l" r="r" t="t"/>
                <a:pathLst>
                  <a:path extrusionOk="0" h="6420" w="1969">
                    <a:moveTo>
                      <a:pt x="511" y="0"/>
                    </a:moveTo>
                    <a:cubicBezTo>
                      <a:pt x="503" y="0"/>
                      <a:pt x="494" y="1"/>
                      <a:pt x="486" y="2"/>
                    </a:cubicBezTo>
                    <a:cubicBezTo>
                      <a:pt x="411" y="10"/>
                      <a:pt x="340" y="54"/>
                      <a:pt x="284" y="109"/>
                    </a:cubicBezTo>
                    <a:cubicBezTo>
                      <a:pt x="0" y="376"/>
                      <a:pt x="60" y="693"/>
                      <a:pt x="95" y="1035"/>
                    </a:cubicBezTo>
                    <a:cubicBezTo>
                      <a:pt x="178" y="1934"/>
                      <a:pt x="435" y="2668"/>
                      <a:pt x="651" y="3543"/>
                    </a:cubicBezTo>
                    <a:cubicBezTo>
                      <a:pt x="848" y="4344"/>
                      <a:pt x="975" y="5164"/>
                      <a:pt x="1117" y="5980"/>
                    </a:cubicBezTo>
                    <a:lnTo>
                      <a:pt x="1117" y="5987"/>
                    </a:lnTo>
                    <a:cubicBezTo>
                      <a:pt x="1132" y="6074"/>
                      <a:pt x="1148" y="6165"/>
                      <a:pt x="1195" y="6240"/>
                    </a:cubicBezTo>
                    <a:cubicBezTo>
                      <a:pt x="1263" y="6354"/>
                      <a:pt x="1395" y="6420"/>
                      <a:pt x="1526" y="6420"/>
                    </a:cubicBezTo>
                    <a:cubicBezTo>
                      <a:pt x="1585" y="6420"/>
                      <a:pt x="1643" y="6406"/>
                      <a:pt x="1696" y="6378"/>
                    </a:cubicBezTo>
                    <a:cubicBezTo>
                      <a:pt x="1878" y="6280"/>
                      <a:pt x="1854" y="6078"/>
                      <a:pt x="1869" y="5897"/>
                    </a:cubicBezTo>
                    <a:cubicBezTo>
                      <a:pt x="1893" y="5665"/>
                      <a:pt x="1909" y="5436"/>
                      <a:pt x="1921" y="5203"/>
                    </a:cubicBezTo>
                    <a:cubicBezTo>
                      <a:pt x="1952" y="4513"/>
                      <a:pt x="1969" y="3807"/>
                      <a:pt x="1854" y="3129"/>
                    </a:cubicBezTo>
                    <a:cubicBezTo>
                      <a:pt x="1740" y="2420"/>
                      <a:pt x="1566" y="1717"/>
                      <a:pt x="1337" y="1031"/>
                    </a:cubicBezTo>
                    <a:cubicBezTo>
                      <a:pt x="1211" y="645"/>
                      <a:pt x="1037" y="227"/>
                      <a:pt x="675" y="49"/>
                    </a:cubicBezTo>
                    <a:cubicBezTo>
                      <a:pt x="623" y="22"/>
                      <a:pt x="569" y="0"/>
                      <a:pt x="511" y="0"/>
                    </a:cubicBezTo>
                    <a:close/>
                  </a:path>
                </a:pathLst>
              </a:custGeom>
              <a:solidFill>
                <a:srgbClr val="DE7A69"/>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7" name="Google Shape;2617;p53"/>
              <p:cNvSpPr/>
              <p:nvPr/>
            </p:nvSpPr>
            <p:spPr>
              <a:xfrm>
                <a:off x="3973202" y="7592501"/>
                <a:ext cx="666529" cy="2242814"/>
              </a:xfrm>
              <a:custGeom>
                <a:rect b="b" l="l" r="r" t="t"/>
                <a:pathLst>
                  <a:path extrusionOk="0" h="6464" w="1921">
                    <a:moveTo>
                      <a:pt x="466" y="44"/>
                    </a:moveTo>
                    <a:cubicBezTo>
                      <a:pt x="517" y="44"/>
                      <a:pt x="572" y="63"/>
                      <a:pt x="620" y="87"/>
                    </a:cubicBezTo>
                    <a:cubicBezTo>
                      <a:pt x="798" y="178"/>
                      <a:pt x="932" y="324"/>
                      <a:pt x="1034" y="497"/>
                    </a:cubicBezTo>
                    <a:cubicBezTo>
                      <a:pt x="1136" y="667"/>
                      <a:pt x="1211" y="868"/>
                      <a:pt x="1274" y="1061"/>
                    </a:cubicBezTo>
                    <a:cubicBezTo>
                      <a:pt x="1500" y="1743"/>
                      <a:pt x="1673" y="2445"/>
                      <a:pt x="1791" y="3155"/>
                    </a:cubicBezTo>
                    <a:cubicBezTo>
                      <a:pt x="1858" y="3557"/>
                      <a:pt x="1878" y="3967"/>
                      <a:pt x="1878" y="4382"/>
                    </a:cubicBezTo>
                    <a:cubicBezTo>
                      <a:pt x="1878" y="4661"/>
                      <a:pt x="1866" y="4945"/>
                      <a:pt x="1855" y="5225"/>
                    </a:cubicBezTo>
                    <a:cubicBezTo>
                      <a:pt x="1846" y="5454"/>
                      <a:pt x="1831" y="5687"/>
                      <a:pt x="1807" y="5919"/>
                    </a:cubicBezTo>
                    <a:cubicBezTo>
                      <a:pt x="1799" y="6009"/>
                      <a:pt x="1799" y="6104"/>
                      <a:pt x="1779" y="6187"/>
                    </a:cubicBezTo>
                    <a:cubicBezTo>
                      <a:pt x="1771" y="6227"/>
                      <a:pt x="1755" y="6262"/>
                      <a:pt x="1736" y="6298"/>
                    </a:cubicBezTo>
                    <a:cubicBezTo>
                      <a:pt x="1713" y="6329"/>
                      <a:pt x="1684" y="6357"/>
                      <a:pt x="1642" y="6380"/>
                    </a:cubicBezTo>
                    <a:cubicBezTo>
                      <a:pt x="1594" y="6408"/>
                      <a:pt x="1539" y="6420"/>
                      <a:pt x="1484" y="6420"/>
                    </a:cubicBezTo>
                    <a:cubicBezTo>
                      <a:pt x="1420" y="6420"/>
                      <a:pt x="1358" y="6404"/>
                      <a:pt x="1302" y="6377"/>
                    </a:cubicBezTo>
                    <a:cubicBezTo>
                      <a:pt x="1251" y="6345"/>
                      <a:pt x="1204" y="6306"/>
                      <a:pt x="1172" y="6254"/>
                    </a:cubicBezTo>
                    <a:cubicBezTo>
                      <a:pt x="1129" y="6180"/>
                      <a:pt x="1109" y="6093"/>
                      <a:pt x="1093" y="6006"/>
                    </a:cubicBezTo>
                    <a:lnTo>
                      <a:pt x="1093" y="5998"/>
                    </a:lnTo>
                    <a:cubicBezTo>
                      <a:pt x="951" y="5181"/>
                      <a:pt x="825" y="4362"/>
                      <a:pt x="628" y="3557"/>
                    </a:cubicBezTo>
                    <a:cubicBezTo>
                      <a:pt x="415" y="2686"/>
                      <a:pt x="155" y="1949"/>
                      <a:pt x="72" y="1057"/>
                    </a:cubicBezTo>
                    <a:cubicBezTo>
                      <a:pt x="60" y="927"/>
                      <a:pt x="44" y="801"/>
                      <a:pt x="44" y="682"/>
                    </a:cubicBezTo>
                    <a:cubicBezTo>
                      <a:pt x="44" y="584"/>
                      <a:pt x="57" y="489"/>
                      <a:pt x="88" y="402"/>
                    </a:cubicBezTo>
                    <a:cubicBezTo>
                      <a:pt x="119" y="312"/>
                      <a:pt x="170" y="229"/>
                      <a:pt x="257" y="147"/>
                    </a:cubicBezTo>
                    <a:cubicBezTo>
                      <a:pt x="285" y="118"/>
                      <a:pt x="312" y="95"/>
                      <a:pt x="344" y="80"/>
                    </a:cubicBezTo>
                    <a:cubicBezTo>
                      <a:pt x="375" y="60"/>
                      <a:pt x="411" y="47"/>
                      <a:pt x="446" y="44"/>
                    </a:cubicBezTo>
                    <a:close/>
                    <a:moveTo>
                      <a:pt x="443" y="0"/>
                    </a:moveTo>
                    <a:cubicBezTo>
                      <a:pt x="399" y="9"/>
                      <a:pt x="359" y="20"/>
                      <a:pt x="324" y="40"/>
                    </a:cubicBezTo>
                    <a:cubicBezTo>
                      <a:pt x="288" y="60"/>
                      <a:pt x="257" y="87"/>
                      <a:pt x="226" y="115"/>
                    </a:cubicBezTo>
                    <a:cubicBezTo>
                      <a:pt x="135" y="202"/>
                      <a:pt x="80" y="292"/>
                      <a:pt x="44" y="387"/>
                    </a:cubicBezTo>
                    <a:cubicBezTo>
                      <a:pt x="13" y="482"/>
                      <a:pt x="1" y="580"/>
                      <a:pt x="1" y="682"/>
                    </a:cubicBezTo>
                    <a:cubicBezTo>
                      <a:pt x="1" y="804"/>
                      <a:pt x="17" y="931"/>
                      <a:pt x="28" y="1061"/>
                    </a:cubicBezTo>
                    <a:cubicBezTo>
                      <a:pt x="111" y="1960"/>
                      <a:pt x="372" y="2697"/>
                      <a:pt x="585" y="3569"/>
                    </a:cubicBezTo>
                    <a:cubicBezTo>
                      <a:pt x="781" y="4369"/>
                      <a:pt x="908" y="5190"/>
                      <a:pt x="1050" y="6006"/>
                    </a:cubicBezTo>
                    <a:cubicBezTo>
                      <a:pt x="1050" y="6006"/>
                      <a:pt x="1050" y="6009"/>
                      <a:pt x="1054" y="6014"/>
                    </a:cubicBezTo>
                    <a:cubicBezTo>
                      <a:pt x="1069" y="6100"/>
                      <a:pt x="1085" y="6195"/>
                      <a:pt x="1133" y="6274"/>
                    </a:cubicBezTo>
                    <a:cubicBezTo>
                      <a:pt x="1168" y="6333"/>
                      <a:pt x="1223" y="6380"/>
                      <a:pt x="1282" y="6412"/>
                    </a:cubicBezTo>
                    <a:cubicBezTo>
                      <a:pt x="1345" y="6448"/>
                      <a:pt x="1413" y="6464"/>
                      <a:pt x="1484" y="6464"/>
                    </a:cubicBezTo>
                    <a:cubicBezTo>
                      <a:pt x="1542" y="6464"/>
                      <a:pt x="1606" y="6448"/>
                      <a:pt x="1661" y="6420"/>
                    </a:cubicBezTo>
                    <a:cubicBezTo>
                      <a:pt x="1713" y="6393"/>
                      <a:pt x="1748" y="6357"/>
                      <a:pt x="1771" y="6322"/>
                    </a:cubicBezTo>
                    <a:cubicBezTo>
                      <a:pt x="1811" y="6262"/>
                      <a:pt x="1826" y="6195"/>
                      <a:pt x="1835" y="6128"/>
                    </a:cubicBezTo>
                    <a:cubicBezTo>
                      <a:pt x="1842" y="6057"/>
                      <a:pt x="1842" y="5990"/>
                      <a:pt x="1850" y="5923"/>
                    </a:cubicBezTo>
                    <a:cubicBezTo>
                      <a:pt x="1874" y="5690"/>
                      <a:pt x="1890" y="5458"/>
                      <a:pt x="1897" y="5225"/>
                    </a:cubicBezTo>
                    <a:cubicBezTo>
                      <a:pt x="1913" y="4945"/>
                      <a:pt x="1921" y="4661"/>
                      <a:pt x="1921" y="4382"/>
                    </a:cubicBezTo>
                    <a:cubicBezTo>
                      <a:pt x="1921" y="3967"/>
                      <a:pt x="1902" y="3554"/>
                      <a:pt x="1835" y="3147"/>
                    </a:cubicBezTo>
                    <a:cubicBezTo>
                      <a:pt x="1716" y="2433"/>
                      <a:pt x="1542" y="1732"/>
                      <a:pt x="1318" y="1046"/>
                    </a:cubicBezTo>
                    <a:cubicBezTo>
                      <a:pt x="1255" y="852"/>
                      <a:pt x="1176" y="651"/>
                      <a:pt x="1069" y="473"/>
                    </a:cubicBezTo>
                    <a:cubicBezTo>
                      <a:pt x="967" y="296"/>
                      <a:pt x="829" y="142"/>
                      <a:pt x="639" y="52"/>
                    </a:cubicBezTo>
                    <a:cubicBezTo>
                      <a:pt x="588" y="24"/>
                      <a:pt x="530" y="0"/>
                      <a:pt x="466"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8" name="Google Shape;2618;p53"/>
              <p:cNvSpPr/>
              <p:nvPr/>
            </p:nvSpPr>
            <p:spPr>
              <a:xfrm>
                <a:off x="4249734" y="9338088"/>
                <a:ext cx="401444" cy="1041951"/>
              </a:xfrm>
              <a:custGeom>
                <a:rect b="b" l="l" r="r" t="t"/>
                <a:pathLst>
                  <a:path extrusionOk="0" h="3003" w="1157">
                    <a:moveTo>
                      <a:pt x="670" y="1"/>
                    </a:moveTo>
                    <a:cubicBezTo>
                      <a:pt x="666" y="1"/>
                      <a:pt x="663" y="1"/>
                      <a:pt x="659" y="1"/>
                    </a:cubicBezTo>
                    <a:cubicBezTo>
                      <a:pt x="525" y="13"/>
                      <a:pt x="414" y="119"/>
                      <a:pt x="363" y="245"/>
                    </a:cubicBezTo>
                    <a:cubicBezTo>
                      <a:pt x="316" y="368"/>
                      <a:pt x="312" y="505"/>
                      <a:pt x="308" y="636"/>
                    </a:cubicBezTo>
                    <a:cubicBezTo>
                      <a:pt x="308" y="825"/>
                      <a:pt x="312" y="1014"/>
                      <a:pt x="301" y="1200"/>
                    </a:cubicBezTo>
                    <a:cubicBezTo>
                      <a:pt x="288" y="1338"/>
                      <a:pt x="213" y="1409"/>
                      <a:pt x="162" y="1535"/>
                    </a:cubicBezTo>
                    <a:cubicBezTo>
                      <a:pt x="126" y="1617"/>
                      <a:pt x="111" y="1708"/>
                      <a:pt x="91" y="1795"/>
                    </a:cubicBezTo>
                    <a:cubicBezTo>
                      <a:pt x="88" y="1826"/>
                      <a:pt x="75" y="1854"/>
                      <a:pt x="68" y="1886"/>
                    </a:cubicBezTo>
                    <a:cubicBezTo>
                      <a:pt x="44" y="1953"/>
                      <a:pt x="24" y="2019"/>
                      <a:pt x="12" y="2087"/>
                    </a:cubicBezTo>
                    <a:cubicBezTo>
                      <a:pt x="0" y="2144"/>
                      <a:pt x="48" y="2178"/>
                      <a:pt x="94" y="2178"/>
                    </a:cubicBezTo>
                    <a:cubicBezTo>
                      <a:pt x="125" y="2178"/>
                      <a:pt x="156" y="2163"/>
                      <a:pt x="170" y="2130"/>
                    </a:cubicBezTo>
                    <a:cubicBezTo>
                      <a:pt x="201" y="2048"/>
                      <a:pt x="221" y="1961"/>
                      <a:pt x="237" y="1874"/>
                    </a:cubicBezTo>
                    <a:cubicBezTo>
                      <a:pt x="265" y="1799"/>
                      <a:pt x="292" y="1724"/>
                      <a:pt x="324" y="1649"/>
                    </a:cubicBezTo>
                    <a:lnTo>
                      <a:pt x="324" y="1649"/>
                    </a:lnTo>
                    <a:cubicBezTo>
                      <a:pt x="312" y="1835"/>
                      <a:pt x="324" y="2028"/>
                      <a:pt x="304" y="2213"/>
                    </a:cubicBezTo>
                    <a:cubicBezTo>
                      <a:pt x="284" y="2403"/>
                      <a:pt x="225" y="2596"/>
                      <a:pt x="253" y="2789"/>
                    </a:cubicBezTo>
                    <a:cubicBezTo>
                      <a:pt x="257" y="2816"/>
                      <a:pt x="268" y="2852"/>
                      <a:pt x="301" y="2852"/>
                    </a:cubicBezTo>
                    <a:cubicBezTo>
                      <a:pt x="312" y="2852"/>
                      <a:pt x="319" y="2844"/>
                      <a:pt x="328" y="2832"/>
                    </a:cubicBezTo>
                    <a:cubicBezTo>
                      <a:pt x="352" y="2805"/>
                      <a:pt x="363" y="2769"/>
                      <a:pt x="371" y="2729"/>
                    </a:cubicBezTo>
                    <a:cubicBezTo>
                      <a:pt x="407" y="2583"/>
                      <a:pt x="438" y="2434"/>
                      <a:pt x="474" y="2288"/>
                    </a:cubicBezTo>
                    <a:cubicBezTo>
                      <a:pt x="477" y="2268"/>
                      <a:pt x="481" y="2256"/>
                      <a:pt x="497" y="2252"/>
                    </a:cubicBezTo>
                    <a:cubicBezTo>
                      <a:pt x="501" y="2323"/>
                      <a:pt x="517" y="2387"/>
                      <a:pt x="513" y="2458"/>
                    </a:cubicBezTo>
                    <a:cubicBezTo>
                      <a:pt x="509" y="2548"/>
                      <a:pt x="501" y="2643"/>
                      <a:pt x="501" y="2738"/>
                    </a:cubicBezTo>
                    <a:cubicBezTo>
                      <a:pt x="501" y="2805"/>
                      <a:pt x="490" y="2903"/>
                      <a:pt x="529" y="2966"/>
                    </a:cubicBezTo>
                    <a:cubicBezTo>
                      <a:pt x="542" y="2988"/>
                      <a:pt x="570" y="3002"/>
                      <a:pt x="597" y="3002"/>
                    </a:cubicBezTo>
                    <a:cubicBezTo>
                      <a:pt x="609" y="3002"/>
                      <a:pt x="621" y="3000"/>
                      <a:pt x="632" y="2994"/>
                    </a:cubicBezTo>
                    <a:cubicBezTo>
                      <a:pt x="671" y="2978"/>
                      <a:pt x="663" y="2931"/>
                      <a:pt x="694" y="2907"/>
                    </a:cubicBezTo>
                    <a:cubicBezTo>
                      <a:pt x="699" y="2904"/>
                      <a:pt x="703" y="2903"/>
                      <a:pt x="708" y="2903"/>
                    </a:cubicBezTo>
                    <a:cubicBezTo>
                      <a:pt x="733" y="2903"/>
                      <a:pt x="757" y="2942"/>
                      <a:pt x="785" y="2942"/>
                    </a:cubicBezTo>
                    <a:cubicBezTo>
                      <a:pt x="786" y="2942"/>
                      <a:pt x="787" y="2942"/>
                      <a:pt x="789" y="2942"/>
                    </a:cubicBezTo>
                    <a:cubicBezTo>
                      <a:pt x="880" y="2942"/>
                      <a:pt x="872" y="2789"/>
                      <a:pt x="896" y="2729"/>
                    </a:cubicBezTo>
                    <a:cubicBezTo>
                      <a:pt x="901" y="2749"/>
                      <a:pt x="921" y="2760"/>
                      <a:pt x="941" y="2760"/>
                    </a:cubicBezTo>
                    <a:cubicBezTo>
                      <a:pt x="950" y="2760"/>
                      <a:pt x="959" y="2758"/>
                      <a:pt x="967" y="2753"/>
                    </a:cubicBezTo>
                    <a:cubicBezTo>
                      <a:pt x="994" y="2741"/>
                      <a:pt x="1010" y="2714"/>
                      <a:pt x="1022" y="2687"/>
                    </a:cubicBezTo>
                    <a:cubicBezTo>
                      <a:pt x="1129" y="2454"/>
                      <a:pt x="1156" y="2201"/>
                      <a:pt x="1140" y="1948"/>
                    </a:cubicBezTo>
                    <a:cubicBezTo>
                      <a:pt x="1116" y="1688"/>
                      <a:pt x="1049" y="1424"/>
                      <a:pt x="1049" y="1164"/>
                    </a:cubicBezTo>
                    <a:lnTo>
                      <a:pt x="1049" y="1136"/>
                    </a:lnTo>
                    <a:cubicBezTo>
                      <a:pt x="1058" y="880"/>
                      <a:pt x="1109" y="620"/>
                      <a:pt x="1042" y="368"/>
                    </a:cubicBezTo>
                    <a:cubicBezTo>
                      <a:pt x="1022" y="273"/>
                      <a:pt x="978" y="183"/>
                      <a:pt x="916" y="112"/>
                    </a:cubicBezTo>
                    <a:cubicBezTo>
                      <a:pt x="851" y="47"/>
                      <a:pt x="761" y="1"/>
                      <a:pt x="670" y="1"/>
                    </a:cubicBezTo>
                    <a:close/>
                  </a:path>
                </a:pathLst>
              </a:custGeom>
              <a:solidFill>
                <a:srgbClr val="DE7A69"/>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9" name="Google Shape;2619;p53"/>
              <p:cNvSpPr/>
              <p:nvPr/>
            </p:nvSpPr>
            <p:spPr>
              <a:xfrm>
                <a:off x="1746025" y="7797558"/>
                <a:ext cx="757089" cy="1076648"/>
              </a:xfrm>
              <a:custGeom>
                <a:rect b="b" l="l" r="r" t="t"/>
                <a:pathLst>
                  <a:path extrusionOk="0" h="3103" w="2182">
                    <a:moveTo>
                      <a:pt x="1213" y="0"/>
                    </a:moveTo>
                    <a:cubicBezTo>
                      <a:pt x="802" y="0"/>
                      <a:pt x="681" y="477"/>
                      <a:pt x="537" y="781"/>
                    </a:cubicBezTo>
                    <a:cubicBezTo>
                      <a:pt x="332" y="1200"/>
                      <a:pt x="206" y="1649"/>
                      <a:pt x="88" y="2099"/>
                    </a:cubicBezTo>
                    <a:cubicBezTo>
                      <a:pt x="40" y="2264"/>
                      <a:pt x="1" y="2437"/>
                      <a:pt x="17" y="2612"/>
                    </a:cubicBezTo>
                    <a:cubicBezTo>
                      <a:pt x="32" y="2781"/>
                      <a:pt x="111" y="2954"/>
                      <a:pt x="261" y="3045"/>
                    </a:cubicBezTo>
                    <a:cubicBezTo>
                      <a:pt x="330" y="3085"/>
                      <a:pt x="409" y="3103"/>
                      <a:pt x="489" y="3103"/>
                    </a:cubicBezTo>
                    <a:cubicBezTo>
                      <a:pt x="613" y="3103"/>
                      <a:pt x="741" y="3060"/>
                      <a:pt x="845" y="2990"/>
                    </a:cubicBezTo>
                    <a:cubicBezTo>
                      <a:pt x="1093" y="2816"/>
                      <a:pt x="1238" y="2568"/>
                      <a:pt x="1413" y="2328"/>
                    </a:cubicBezTo>
                    <a:cubicBezTo>
                      <a:pt x="1424" y="2315"/>
                      <a:pt x="1432" y="2300"/>
                      <a:pt x="1444" y="2284"/>
                    </a:cubicBezTo>
                    <a:cubicBezTo>
                      <a:pt x="1668" y="1984"/>
                      <a:pt x="1870" y="1693"/>
                      <a:pt x="2008" y="1342"/>
                    </a:cubicBezTo>
                    <a:cubicBezTo>
                      <a:pt x="2114" y="1081"/>
                      <a:pt x="2181" y="777"/>
                      <a:pt x="2047" y="533"/>
                    </a:cubicBezTo>
                    <a:cubicBezTo>
                      <a:pt x="1992" y="435"/>
                      <a:pt x="1905" y="352"/>
                      <a:pt x="1819" y="281"/>
                    </a:cubicBezTo>
                    <a:cubicBezTo>
                      <a:pt x="1649" y="139"/>
                      <a:pt x="1448" y="9"/>
                      <a:pt x="1227" y="1"/>
                    </a:cubicBezTo>
                    <a:cubicBezTo>
                      <a:pt x="1222" y="0"/>
                      <a:pt x="1217" y="0"/>
                      <a:pt x="1213" y="0"/>
                    </a:cubicBezTo>
                    <a:close/>
                  </a:path>
                </a:pathLst>
              </a:custGeom>
              <a:solidFill>
                <a:srgbClr val="DE7A69"/>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0" name="Google Shape;2620;p53"/>
              <p:cNvSpPr/>
              <p:nvPr/>
            </p:nvSpPr>
            <p:spPr>
              <a:xfrm>
                <a:off x="1743596" y="7790966"/>
                <a:ext cx="745639" cy="1090527"/>
              </a:xfrm>
              <a:custGeom>
                <a:rect b="b" l="l" r="r" t="t"/>
                <a:pathLst>
                  <a:path extrusionOk="0" h="3143" w="2149">
                    <a:moveTo>
                      <a:pt x="1234" y="43"/>
                    </a:moveTo>
                    <a:cubicBezTo>
                      <a:pt x="1340" y="48"/>
                      <a:pt x="1443" y="79"/>
                      <a:pt x="1538" y="130"/>
                    </a:cubicBezTo>
                    <a:cubicBezTo>
                      <a:pt x="1636" y="178"/>
                      <a:pt x="1727" y="245"/>
                      <a:pt x="1809" y="316"/>
                    </a:cubicBezTo>
                    <a:cubicBezTo>
                      <a:pt x="1897" y="387"/>
                      <a:pt x="1979" y="465"/>
                      <a:pt x="2035" y="560"/>
                    </a:cubicBezTo>
                    <a:cubicBezTo>
                      <a:pt x="2086" y="655"/>
                      <a:pt x="2106" y="758"/>
                      <a:pt x="2106" y="864"/>
                    </a:cubicBezTo>
                    <a:cubicBezTo>
                      <a:pt x="2106" y="1029"/>
                      <a:pt x="2058" y="1199"/>
                      <a:pt x="1995" y="1353"/>
                    </a:cubicBezTo>
                    <a:cubicBezTo>
                      <a:pt x="1857" y="1699"/>
                      <a:pt x="1656" y="1992"/>
                      <a:pt x="1435" y="2291"/>
                    </a:cubicBezTo>
                    <a:cubicBezTo>
                      <a:pt x="1423" y="2307"/>
                      <a:pt x="1411" y="2319"/>
                      <a:pt x="1404" y="2334"/>
                    </a:cubicBezTo>
                    <a:cubicBezTo>
                      <a:pt x="1316" y="2453"/>
                      <a:pt x="1234" y="2575"/>
                      <a:pt x="1147" y="2689"/>
                    </a:cubicBezTo>
                    <a:cubicBezTo>
                      <a:pt x="1056" y="2800"/>
                      <a:pt x="962" y="2906"/>
                      <a:pt x="836" y="2989"/>
                    </a:cubicBezTo>
                    <a:cubicBezTo>
                      <a:pt x="737" y="3056"/>
                      <a:pt x="615" y="3100"/>
                      <a:pt x="497" y="3100"/>
                    </a:cubicBezTo>
                    <a:cubicBezTo>
                      <a:pt x="417" y="3100"/>
                      <a:pt x="346" y="3084"/>
                      <a:pt x="279" y="3044"/>
                    </a:cubicBezTo>
                    <a:cubicBezTo>
                      <a:pt x="208" y="3001"/>
                      <a:pt x="153" y="2942"/>
                      <a:pt x="114" y="2867"/>
                    </a:cubicBezTo>
                    <a:cubicBezTo>
                      <a:pt x="75" y="2792"/>
                      <a:pt x="51" y="2709"/>
                      <a:pt x="47" y="2627"/>
                    </a:cubicBezTo>
                    <a:cubicBezTo>
                      <a:pt x="43" y="2603"/>
                      <a:pt x="43" y="2575"/>
                      <a:pt x="43" y="2551"/>
                    </a:cubicBezTo>
                    <a:cubicBezTo>
                      <a:pt x="43" y="2409"/>
                      <a:pt x="75" y="2267"/>
                      <a:pt x="114" y="2125"/>
                    </a:cubicBezTo>
                    <a:cubicBezTo>
                      <a:pt x="232" y="1676"/>
                      <a:pt x="359" y="1226"/>
                      <a:pt x="563" y="809"/>
                    </a:cubicBezTo>
                    <a:cubicBezTo>
                      <a:pt x="634" y="658"/>
                      <a:pt x="701" y="461"/>
                      <a:pt x="800" y="308"/>
                    </a:cubicBezTo>
                    <a:cubicBezTo>
                      <a:pt x="847" y="232"/>
                      <a:pt x="903" y="166"/>
                      <a:pt x="974" y="119"/>
                    </a:cubicBezTo>
                    <a:cubicBezTo>
                      <a:pt x="1041" y="72"/>
                      <a:pt x="1120" y="43"/>
                      <a:pt x="1214" y="43"/>
                    </a:cubicBezTo>
                    <a:close/>
                    <a:moveTo>
                      <a:pt x="1214" y="1"/>
                    </a:moveTo>
                    <a:cubicBezTo>
                      <a:pt x="1107" y="1"/>
                      <a:pt x="1021" y="32"/>
                      <a:pt x="946" y="83"/>
                    </a:cubicBezTo>
                    <a:cubicBezTo>
                      <a:pt x="836" y="161"/>
                      <a:pt x="757" y="280"/>
                      <a:pt x="694" y="410"/>
                    </a:cubicBezTo>
                    <a:cubicBezTo>
                      <a:pt x="627" y="540"/>
                      <a:pt x="575" y="678"/>
                      <a:pt x="524" y="793"/>
                    </a:cubicBezTo>
                    <a:cubicBezTo>
                      <a:pt x="319" y="1211"/>
                      <a:pt x="193" y="1664"/>
                      <a:pt x="71" y="2114"/>
                    </a:cubicBezTo>
                    <a:cubicBezTo>
                      <a:pt x="35" y="2256"/>
                      <a:pt x="0" y="2401"/>
                      <a:pt x="0" y="2551"/>
                    </a:cubicBezTo>
                    <a:cubicBezTo>
                      <a:pt x="0" y="2579"/>
                      <a:pt x="0" y="2603"/>
                      <a:pt x="4" y="2631"/>
                    </a:cubicBezTo>
                    <a:cubicBezTo>
                      <a:pt x="11" y="2721"/>
                      <a:pt x="35" y="2807"/>
                      <a:pt x="79" y="2887"/>
                    </a:cubicBezTo>
                    <a:cubicBezTo>
                      <a:pt x="118" y="2966"/>
                      <a:pt x="177" y="3036"/>
                      <a:pt x="256" y="3080"/>
                    </a:cubicBezTo>
                    <a:cubicBezTo>
                      <a:pt x="331" y="3124"/>
                      <a:pt x="414" y="3142"/>
                      <a:pt x="497" y="3142"/>
                    </a:cubicBezTo>
                    <a:cubicBezTo>
                      <a:pt x="627" y="3142"/>
                      <a:pt x="757" y="3100"/>
                      <a:pt x="863" y="3024"/>
                    </a:cubicBezTo>
                    <a:cubicBezTo>
                      <a:pt x="989" y="2938"/>
                      <a:pt x="1092" y="2831"/>
                      <a:pt x="1183" y="2717"/>
                    </a:cubicBezTo>
                    <a:cubicBezTo>
                      <a:pt x="1273" y="2603"/>
                      <a:pt x="1352" y="2480"/>
                      <a:pt x="1439" y="2358"/>
                    </a:cubicBezTo>
                    <a:cubicBezTo>
                      <a:pt x="1447" y="2347"/>
                      <a:pt x="1458" y="2331"/>
                      <a:pt x="1471" y="2319"/>
                    </a:cubicBezTo>
                    <a:cubicBezTo>
                      <a:pt x="1691" y="2015"/>
                      <a:pt x="1897" y="1723"/>
                      <a:pt x="2035" y="1368"/>
                    </a:cubicBezTo>
                    <a:cubicBezTo>
                      <a:pt x="2097" y="1211"/>
                      <a:pt x="2148" y="1037"/>
                      <a:pt x="2148" y="864"/>
                    </a:cubicBezTo>
                    <a:cubicBezTo>
                      <a:pt x="2148" y="753"/>
                      <a:pt x="2129" y="643"/>
                      <a:pt x="2070" y="540"/>
                    </a:cubicBezTo>
                    <a:cubicBezTo>
                      <a:pt x="2015" y="438"/>
                      <a:pt x="1928" y="355"/>
                      <a:pt x="1841" y="285"/>
                    </a:cubicBezTo>
                    <a:cubicBezTo>
                      <a:pt x="1755" y="209"/>
                      <a:pt x="1660" y="143"/>
                      <a:pt x="1557" y="91"/>
                    </a:cubicBezTo>
                    <a:cubicBezTo>
                      <a:pt x="1458" y="39"/>
                      <a:pt x="1349" y="4"/>
                      <a:pt x="123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1" name="Google Shape;2621;p53"/>
              <p:cNvSpPr/>
              <p:nvPr/>
            </p:nvSpPr>
            <p:spPr>
              <a:xfrm>
                <a:off x="2261775" y="9091551"/>
                <a:ext cx="1944420" cy="2134916"/>
              </a:xfrm>
              <a:custGeom>
                <a:rect b="b" l="l" r="r" t="t"/>
                <a:pathLst>
                  <a:path extrusionOk="0" h="12757" w="5604">
                    <a:moveTo>
                      <a:pt x="2187" y="1"/>
                    </a:moveTo>
                    <a:cubicBezTo>
                      <a:pt x="1812" y="1"/>
                      <a:pt x="1457" y="153"/>
                      <a:pt x="1231" y="502"/>
                    </a:cubicBezTo>
                    <a:cubicBezTo>
                      <a:pt x="320" y="1913"/>
                      <a:pt x="297" y="3553"/>
                      <a:pt x="166" y="5186"/>
                    </a:cubicBezTo>
                    <a:cubicBezTo>
                      <a:pt x="8" y="7106"/>
                      <a:pt x="1" y="9685"/>
                      <a:pt x="103" y="11605"/>
                    </a:cubicBezTo>
                    <a:cubicBezTo>
                      <a:pt x="111" y="11739"/>
                      <a:pt x="119" y="11881"/>
                      <a:pt x="210" y="11980"/>
                    </a:cubicBezTo>
                    <a:cubicBezTo>
                      <a:pt x="288" y="12067"/>
                      <a:pt x="415" y="12098"/>
                      <a:pt x="529" y="12134"/>
                    </a:cubicBezTo>
                    <a:cubicBezTo>
                      <a:pt x="860" y="12237"/>
                      <a:pt x="1190" y="12426"/>
                      <a:pt x="1525" y="12426"/>
                    </a:cubicBezTo>
                    <a:cubicBezTo>
                      <a:pt x="1586" y="12426"/>
                      <a:pt x="1647" y="12420"/>
                      <a:pt x="1708" y="12406"/>
                    </a:cubicBezTo>
                    <a:cubicBezTo>
                      <a:pt x="1720" y="12402"/>
                      <a:pt x="1728" y="12398"/>
                      <a:pt x="1735" y="12398"/>
                    </a:cubicBezTo>
                    <a:cubicBezTo>
                      <a:pt x="1890" y="11652"/>
                      <a:pt x="2028" y="10904"/>
                      <a:pt x="2166" y="10154"/>
                    </a:cubicBezTo>
                    <a:cubicBezTo>
                      <a:pt x="2303" y="9381"/>
                      <a:pt x="2308" y="8593"/>
                      <a:pt x="2339" y="7808"/>
                    </a:cubicBezTo>
                    <a:cubicBezTo>
                      <a:pt x="2355" y="7457"/>
                      <a:pt x="2323" y="7110"/>
                      <a:pt x="2359" y="6767"/>
                    </a:cubicBezTo>
                    <a:cubicBezTo>
                      <a:pt x="2402" y="6358"/>
                      <a:pt x="2473" y="5951"/>
                      <a:pt x="2540" y="5548"/>
                    </a:cubicBezTo>
                    <a:cubicBezTo>
                      <a:pt x="2576" y="5175"/>
                      <a:pt x="2631" y="4717"/>
                      <a:pt x="2753" y="4338"/>
                    </a:cubicBezTo>
                    <a:cubicBezTo>
                      <a:pt x="3029" y="6412"/>
                      <a:pt x="3388" y="10225"/>
                      <a:pt x="3644" y="11894"/>
                    </a:cubicBezTo>
                    <a:cubicBezTo>
                      <a:pt x="3668" y="12039"/>
                      <a:pt x="3691" y="12193"/>
                      <a:pt x="3770" y="12320"/>
                    </a:cubicBezTo>
                    <a:cubicBezTo>
                      <a:pt x="3920" y="12551"/>
                      <a:pt x="4219" y="12642"/>
                      <a:pt x="4496" y="12662"/>
                    </a:cubicBezTo>
                    <a:cubicBezTo>
                      <a:pt x="4772" y="12686"/>
                      <a:pt x="5056" y="12666"/>
                      <a:pt x="5316" y="12757"/>
                    </a:cubicBezTo>
                    <a:cubicBezTo>
                      <a:pt x="5360" y="12591"/>
                      <a:pt x="5395" y="12425"/>
                      <a:pt x="5422" y="12260"/>
                    </a:cubicBezTo>
                    <a:cubicBezTo>
                      <a:pt x="5604" y="11239"/>
                      <a:pt x="5544" y="10198"/>
                      <a:pt x="5544" y="9149"/>
                    </a:cubicBezTo>
                    <a:cubicBezTo>
                      <a:pt x="5521" y="7339"/>
                      <a:pt x="5273" y="5084"/>
                      <a:pt x="5237" y="3727"/>
                    </a:cubicBezTo>
                    <a:cubicBezTo>
                      <a:pt x="5213" y="2722"/>
                      <a:pt x="4989" y="83"/>
                      <a:pt x="3636" y="36"/>
                    </a:cubicBezTo>
                    <a:cubicBezTo>
                      <a:pt x="3627" y="36"/>
                      <a:pt x="3618" y="35"/>
                      <a:pt x="3608" y="35"/>
                    </a:cubicBezTo>
                    <a:cubicBezTo>
                      <a:pt x="3394" y="35"/>
                      <a:pt x="3199" y="117"/>
                      <a:pt x="3029" y="249"/>
                    </a:cubicBezTo>
                    <a:cubicBezTo>
                      <a:pt x="2771" y="90"/>
                      <a:pt x="2473" y="1"/>
                      <a:pt x="2187" y="1"/>
                    </a:cubicBezTo>
                    <a:close/>
                  </a:path>
                </a:pathLst>
              </a:custGeom>
              <a:solidFill>
                <a:schemeClr val="accen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2" name="Google Shape;2622;p53"/>
              <p:cNvSpPr/>
              <p:nvPr/>
            </p:nvSpPr>
            <p:spPr>
              <a:xfrm>
                <a:off x="2503799" y="5899654"/>
                <a:ext cx="721351" cy="796990"/>
              </a:xfrm>
              <a:custGeom>
                <a:rect b="b" l="l" r="r" t="t"/>
                <a:pathLst>
                  <a:path extrusionOk="0" h="2297" w="2079">
                    <a:moveTo>
                      <a:pt x="1639" y="1"/>
                    </a:moveTo>
                    <a:cubicBezTo>
                      <a:pt x="1597" y="1"/>
                      <a:pt x="1555" y="5"/>
                      <a:pt x="1515" y="14"/>
                    </a:cubicBezTo>
                    <a:cubicBezTo>
                      <a:pt x="1358" y="45"/>
                      <a:pt x="1192" y="144"/>
                      <a:pt x="1145" y="305"/>
                    </a:cubicBezTo>
                    <a:cubicBezTo>
                      <a:pt x="1054" y="269"/>
                      <a:pt x="1006" y="226"/>
                      <a:pt x="907" y="226"/>
                    </a:cubicBezTo>
                    <a:cubicBezTo>
                      <a:pt x="898" y="226"/>
                      <a:pt x="889" y="226"/>
                      <a:pt x="880" y="227"/>
                    </a:cubicBezTo>
                    <a:cubicBezTo>
                      <a:pt x="766" y="234"/>
                      <a:pt x="656" y="278"/>
                      <a:pt x="572" y="360"/>
                    </a:cubicBezTo>
                    <a:cubicBezTo>
                      <a:pt x="447" y="487"/>
                      <a:pt x="412" y="704"/>
                      <a:pt x="506" y="857"/>
                    </a:cubicBezTo>
                    <a:lnTo>
                      <a:pt x="506" y="857"/>
                    </a:lnTo>
                    <a:cubicBezTo>
                      <a:pt x="502" y="850"/>
                      <a:pt x="492" y="846"/>
                      <a:pt x="480" y="846"/>
                    </a:cubicBezTo>
                    <a:cubicBezTo>
                      <a:pt x="427" y="846"/>
                      <a:pt x="314" y="906"/>
                      <a:pt x="253" y="960"/>
                    </a:cubicBezTo>
                    <a:cubicBezTo>
                      <a:pt x="179" y="1027"/>
                      <a:pt x="166" y="1079"/>
                      <a:pt x="143" y="1153"/>
                    </a:cubicBezTo>
                    <a:cubicBezTo>
                      <a:pt x="108" y="1255"/>
                      <a:pt x="119" y="1366"/>
                      <a:pt x="163" y="1465"/>
                    </a:cubicBezTo>
                    <a:cubicBezTo>
                      <a:pt x="186" y="1520"/>
                      <a:pt x="222" y="1563"/>
                      <a:pt x="265" y="1603"/>
                    </a:cubicBezTo>
                    <a:cubicBezTo>
                      <a:pt x="265" y="1603"/>
                      <a:pt x="265" y="1607"/>
                      <a:pt x="261" y="1607"/>
                    </a:cubicBezTo>
                    <a:cubicBezTo>
                      <a:pt x="246" y="1610"/>
                      <a:pt x="230" y="1619"/>
                      <a:pt x="218" y="1623"/>
                    </a:cubicBezTo>
                    <a:cubicBezTo>
                      <a:pt x="151" y="1654"/>
                      <a:pt x="95" y="1705"/>
                      <a:pt x="64" y="1772"/>
                    </a:cubicBezTo>
                    <a:cubicBezTo>
                      <a:pt x="1" y="1918"/>
                      <a:pt x="64" y="2087"/>
                      <a:pt x="186" y="2182"/>
                    </a:cubicBezTo>
                    <a:cubicBezTo>
                      <a:pt x="273" y="2253"/>
                      <a:pt x="379" y="2296"/>
                      <a:pt x="486" y="2296"/>
                    </a:cubicBezTo>
                    <a:cubicBezTo>
                      <a:pt x="541" y="2296"/>
                      <a:pt x="595" y="2285"/>
                      <a:pt x="648" y="2261"/>
                    </a:cubicBezTo>
                    <a:cubicBezTo>
                      <a:pt x="714" y="2234"/>
                      <a:pt x="774" y="2182"/>
                      <a:pt x="814" y="2120"/>
                    </a:cubicBezTo>
                    <a:cubicBezTo>
                      <a:pt x="861" y="2040"/>
                      <a:pt x="869" y="1950"/>
                      <a:pt x="853" y="1863"/>
                    </a:cubicBezTo>
                    <a:cubicBezTo>
                      <a:pt x="837" y="1780"/>
                      <a:pt x="801" y="1697"/>
                      <a:pt x="747" y="1630"/>
                    </a:cubicBezTo>
                    <a:cubicBezTo>
                      <a:pt x="778" y="1610"/>
                      <a:pt x="805" y="1591"/>
                      <a:pt x="833" y="1563"/>
                    </a:cubicBezTo>
                    <a:cubicBezTo>
                      <a:pt x="975" y="1421"/>
                      <a:pt x="1042" y="1177"/>
                      <a:pt x="861" y="1035"/>
                    </a:cubicBezTo>
                    <a:lnTo>
                      <a:pt x="861" y="1035"/>
                    </a:lnTo>
                    <a:cubicBezTo>
                      <a:pt x="878" y="1039"/>
                      <a:pt x="896" y="1041"/>
                      <a:pt x="914" y="1041"/>
                    </a:cubicBezTo>
                    <a:cubicBezTo>
                      <a:pt x="964" y="1041"/>
                      <a:pt x="1014" y="1026"/>
                      <a:pt x="1058" y="999"/>
                    </a:cubicBezTo>
                    <a:cubicBezTo>
                      <a:pt x="1188" y="924"/>
                      <a:pt x="1243" y="791"/>
                      <a:pt x="1243" y="649"/>
                    </a:cubicBezTo>
                    <a:cubicBezTo>
                      <a:pt x="1287" y="731"/>
                      <a:pt x="1373" y="791"/>
                      <a:pt x="1468" y="818"/>
                    </a:cubicBezTo>
                    <a:cubicBezTo>
                      <a:pt x="1512" y="830"/>
                      <a:pt x="1557" y="836"/>
                      <a:pt x="1602" y="836"/>
                    </a:cubicBezTo>
                    <a:cubicBezTo>
                      <a:pt x="1718" y="836"/>
                      <a:pt x="1830" y="795"/>
                      <a:pt x="1921" y="715"/>
                    </a:cubicBezTo>
                    <a:cubicBezTo>
                      <a:pt x="2035" y="617"/>
                      <a:pt x="2079" y="451"/>
                      <a:pt x="2052" y="305"/>
                    </a:cubicBezTo>
                    <a:cubicBezTo>
                      <a:pt x="2048" y="298"/>
                      <a:pt x="2048" y="285"/>
                      <a:pt x="2044" y="278"/>
                    </a:cubicBezTo>
                    <a:cubicBezTo>
                      <a:pt x="2032" y="231"/>
                      <a:pt x="2012" y="187"/>
                      <a:pt x="1984" y="152"/>
                    </a:cubicBezTo>
                    <a:cubicBezTo>
                      <a:pt x="1906" y="47"/>
                      <a:pt x="1773" y="1"/>
                      <a:pt x="1639" y="1"/>
                    </a:cubicBez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3" name="Google Shape;2623;p53"/>
              <p:cNvSpPr/>
              <p:nvPr/>
            </p:nvSpPr>
            <p:spPr>
              <a:xfrm>
                <a:off x="2509351" y="5891674"/>
                <a:ext cx="717187" cy="811910"/>
              </a:xfrm>
              <a:custGeom>
                <a:rect b="b" l="l" r="r" t="t"/>
                <a:pathLst>
                  <a:path extrusionOk="0" h="2340" w="2067">
                    <a:moveTo>
                      <a:pt x="1626" y="44"/>
                    </a:moveTo>
                    <a:cubicBezTo>
                      <a:pt x="1688" y="44"/>
                      <a:pt x="1752" y="57"/>
                      <a:pt x="1807" y="80"/>
                    </a:cubicBezTo>
                    <a:cubicBezTo>
                      <a:pt x="1866" y="104"/>
                      <a:pt x="1913" y="139"/>
                      <a:pt x="1952" y="186"/>
                    </a:cubicBezTo>
                    <a:cubicBezTo>
                      <a:pt x="1976" y="222"/>
                      <a:pt x="1996" y="261"/>
                      <a:pt x="2008" y="305"/>
                    </a:cubicBezTo>
                    <a:cubicBezTo>
                      <a:pt x="2008" y="317"/>
                      <a:pt x="2012" y="325"/>
                      <a:pt x="2012" y="332"/>
                    </a:cubicBezTo>
                    <a:cubicBezTo>
                      <a:pt x="2019" y="360"/>
                      <a:pt x="2019" y="392"/>
                      <a:pt x="2019" y="419"/>
                    </a:cubicBezTo>
                    <a:cubicBezTo>
                      <a:pt x="2019" y="534"/>
                      <a:pt x="1976" y="648"/>
                      <a:pt x="1894" y="723"/>
                    </a:cubicBezTo>
                    <a:cubicBezTo>
                      <a:pt x="1803" y="798"/>
                      <a:pt x="1697" y="837"/>
                      <a:pt x="1586" y="837"/>
                    </a:cubicBezTo>
                    <a:cubicBezTo>
                      <a:pt x="1542" y="837"/>
                      <a:pt x="1499" y="833"/>
                      <a:pt x="1455" y="821"/>
                    </a:cubicBezTo>
                    <a:cubicBezTo>
                      <a:pt x="1369" y="794"/>
                      <a:pt x="1286" y="738"/>
                      <a:pt x="1247" y="660"/>
                    </a:cubicBezTo>
                    <a:cubicBezTo>
                      <a:pt x="1243" y="652"/>
                      <a:pt x="1231" y="648"/>
                      <a:pt x="1224" y="648"/>
                    </a:cubicBezTo>
                    <a:cubicBezTo>
                      <a:pt x="1211" y="652"/>
                      <a:pt x="1207" y="660"/>
                      <a:pt x="1207" y="672"/>
                    </a:cubicBezTo>
                    <a:lnTo>
                      <a:pt x="1207" y="676"/>
                    </a:lnTo>
                    <a:cubicBezTo>
                      <a:pt x="1207" y="743"/>
                      <a:pt x="1191" y="809"/>
                      <a:pt x="1164" y="865"/>
                    </a:cubicBezTo>
                    <a:cubicBezTo>
                      <a:pt x="1137" y="920"/>
                      <a:pt x="1093" y="971"/>
                      <a:pt x="1030" y="1007"/>
                    </a:cubicBezTo>
                    <a:cubicBezTo>
                      <a:pt x="991" y="1031"/>
                      <a:pt x="947" y="1042"/>
                      <a:pt x="904" y="1042"/>
                    </a:cubicBezTo>
                    <a:cubicBezTo>
                      <a:pt x="884" y="1042"/>
                      <a:pt x="869" y="1042"/>
                      <a:pt x="853" y="1034"/>
                    </a:cubicBezTo>
                    <a:cubicBezTo>
                      <a:pt x="840" y="1034"/>
                      <a:pt x="829" y="1038"/>
                      <a:pt x="825" y="1046"/>
                    </a:cubicBezTo>
                    <a:cubicBezTo>
                      <a:pt x="821" y="1058"/>
                      <a:pt x="825" y="1066"/>
                      <a:pt x="833" y="1074"/>
                    </a:cubicBezTo>
                    <a:cubicBezTo>
                      <a:pt x="869" y="1102"/>
                      <a:pt x="892" y="1137"/>
                      <a:pt x="907" y="1169"/>
                    </a:cubicBezTo>
                    <a:cubicBezTo>
                      <a:pt x="924" y="1204"/>
                      <a:pt x="931" y="1243"/>
                      <a:pt x="931" y="1282"/>
                    </a:cubicBezTo>
                    <a:cubicBezTo>
                      <a:pt x="931" y="1385"/>
                      <a:pt x="880" y="1495"/>
                      <a:pt x="802" y="1571"/>
                    </a:cubicBezTo>
                    <a:cubicBezTo>
                      <a:pt x="778" y="1595"/>
                      <a:pt x="750" y="1618"/>
                      <a:pt x="718" y="1633"/>
                    </a:cubicBezTo>
                    <a:cubicBezTo>
                      <a:pt x="714" y="1637"/>
                      <a:pt x="711" y="1642"/>
                      <a:pt x="707" y="1649"/>
                    </a:cubicBezTo>
                    <a:cubicBezTo>
                      <a:pt x="707" y="1653"/>
                      <a:pt x="707" y="1661"/>
                      <a:pt x="714" y="1666"/>
                    </a:cubicBezTo>
                    <a:cubicBezTo>
                      <a:pt x="766" y="1728"/>
                      <a:pt x="802" y="1811"/>
                      <a:pt x="813" y="1890"/>
                    </a:cubicBezTo>
                    <a:cubicBezTo>
                      <a:pt x="817" y="1917"/>
                      <a:pt x="821" y="1941"/>
                      <a:pt x="821" y="1968"/>
                    </a:cubicBezTo>
                    <a:cubicBezTo>
                      <a:pt x="821" y="2024"/>
                      <a:pt x="809" y="2079"/>
                      <a:pt x="778" y="2130"/>
                    </a:cubicBezTo>
                    <a:cubicBezTo>
                      <a:pt x="738" y="2190"/>
                      <a:pt x="687" y="2237"/>
                      <a:pt x="624" y="2265"/>
                    </a:cubicBezTo>
                    <a:cubicBezTo>
                      <a:pt x="572" y="2288"/>
                      <a:pt x="521" y="2296"/>
                      <a:pt x="470" y="2296"/>
                    </a:cubicBezTo>
                    <a:cubicBezTo>
                      <a:pt x="367" y="2296"/>
                      <a:pt x="265" y="2257"/>
                      <a:pt x="183" y="2190"/>
                    </a:cubicBezTo>
                    <a:cubicBezTo>
                      <a:pt x="99" y="2123"/>
                      <a:pt x="44" y="2020"/>
                      <a:pt x="44" y="1917"/>
                    </a:cubicBezTo>
                    <a:cubicBezTo>
                      <a:pt x="44" y="1878"/>
                      <a:pt x="52" y="1839"/>
                      <a:pt x="68" y="1803"/>
                    </a:cubicBezTo>
                    <a:cubicBezTo>
                      <a:pt x="96" y="1744"/>
                      <a:pt x="150" y="1693"/>
                      <a:pt x="210" y="1666"/>
                    </a:cubicBezTo>
                    <a:cubicBezTo>
                      <a:pt x="221" y="1661"/>
                      <a:pt x="237" y="1653"/>
                      <a:pt x="254" y="1649"/>
                    </a:cubicBezTo>
                    <a:cubicBezTo>
                      <a:pt x="257" y="1649"/>
                      <a:pt x="261" y="1646"/>
                      <a:pt x="265" y="1642"/>
                    </a:cubicBezTo>
                    <a:cubicBezTo>
                      <a:pt x="265" y="1642"/>
                      <a:pt x="265" y="1637"/>
                      <a:pt x="269" y="1637"/>
                    </a:cubicBezTo>
                    <a:cubicBezTo>
                      <a:pt x="273" y="1626"/>
                      <a:pt x="273" y="1614"/>
                      <a:pt x="265" y="1606"/>
                    </a:cubicBezTo>
                    <a:cubicBezTo>
                      <a:pt x="221" y="1571"/>
                      <a:pt x="186" y="1531"/>
                      <a:pt x="167" y="1480"/>
                    </a:cubicBezTo>
                    <a:cubicBezTo>
                      <a:pt x="139" y="1424"/>
                      <a:pt x="127" y="1366"/>
                      <a:pt x="127" y="1306"/>
                    </a:cubicBezTo>
                    <a:cubicBezTo>
                      <a:pt x="127" y="1263"/>
                      <a:pt x="135" y="1224"/>
                      <a:pt x="147" y="1184"/>
                    </a:cubicBezTo>
                    <a:cubicBezTo>
                      <a:pt x="159" y="1145"/>
                      <a:pt x="167" y="1117"/>
                      <a:pt x="183" y="1085"/>
                    </a:cubicBezTo>
                    <a:cubicBezTo>
                      <a:pt x="198" y="1058"/>
                      <a:pt x="218" y="1031"/>
                      <a:pt x="249" y="998"/>
                    </a:cubicBezTo>
                    <a:cubicBezTo>
                      <a:pt x="281" y="975"/>
                      <a:pt x="325" y="947"/>
                      <a:pt x="363" y="924"/>
                    </a:cubicBezTo>
                    <a:cubicBezTo>
                      <a:pt x="383" y="916"/>
                      <a:pt x="403" y="908"/>
                      <a:pt x="423" y="900"/>
                    </a:cubicBezTo>
                    <a:cubicBezTo>
                      <a:pt x="438" y="896"/>
                      <a:pt x="454" y="892"/>
                      <a:pt x="462" y="892"/>
                    </a:cubicBezTo>
                    <a:lnTo>
                      <a:pt x="470" y="892"/>
                    </a:lnTo>
                    <a:cubicBezTo>
                      <a:pt x="474" y="896"/>
                      <a:pt x="478" y="900"/>
                      <a:pt x="485" y="900"/>
                    </a:cubicBezTo>
                    <a:cubicBezTo>
                      <a:pt x="487" y="901"/>
                      <a:pt x="489" y="902"/>
                      <a:pt x="491" y="902"/>
                    </a:cubicBezTo>
                    <a:cubicBezTo>
                      <a:pt x="495" y="902"/>
                      <a:pt x="499" y="900"/>
                      <a:pt x="502" y="900"/>
                    </a:cubicBezTo>
                    <a:cubicBezTo>
                      <a:pt x="505" y="896"/>
                      <a:pt x="509" y="892"/>
                      <a:pt x="509" y="885"/>
                    </a:cubicBezTo>
                    <a:cubicBezTo>
                      <a:pt x="514" y="880"/>
                      <a:pt x="509" y="873"/>
                      <a:pt x="509" y="869"/>
                    </a:cubicBezTo>
                    <a:cubicBezTo>
                      <a:pt x="474" y="814"/>
                      <a:pt x="458" y="747"/>
                      <a:pt x="458" y="683"/>
                    </a:cubicBezTo>
                    <a:cubicBezTo>
                      <a:pt x="458" y="577"/>
                      <a:pt x="498" y="470"/>
                      <a:pt x="572" y="399"/>
                    </a:cubicBezTo>
                    <a:cubicBezTo>
                      <a:pt x="647" y="321"/>
                      <a:pt x="758" y="277"/>
                      <a:pt x="864" y="273"/>
                    </a:cubicBezTo>
                    <a:cubicBezTo>
                      <a:pt x="872" y="270"/>
                      <a:pt x="880" y="270"/>
                      <a:pt x="888" y="270"/>
                    </a:cubicBezTo>
                    <a:cubicBezTo>
                      <a:pt x="935" y="270"/>
                      <a:pt x="967" y="281"/>
                      <a:pt x="1002" y="297"/>
                    </a:cubicBezTo>
                    <a:cubicBezTo>
                      <a:pt x="1038" y="308"/>
                      <a:pt x="1073" y="332"/>
                      <a:pt x="1120" y="348"/>
                    </a:cubicBezTo>
                    <a:cubicBezTo>
                      <a:pt x="1122" y="350"/>
                      <a:pt x="1125" y="351"/>
                      <a:pt x="1128" y="351"/>
                    </a:cubicBezTo>
                    <a:cubicBezTo>
                      <a:pt x="1132" y="351"/>
                      <a:pt x="1135" y="350"/>
                      <a:pt x="1137" y="348"/>
                    </a:cubicBezTo>
                    <a:cubicBezTo>
                      <a:pt x="1140" y="348"/>
                      <a:pt x="1144" y="341"/>
                      <a:pt x="1148" y="336"/>
                    </a:cubicBezTo>
                    <a:cubicBezTo>
                      <a:pt x="1172" y="261"/>
                      <a:pt x="1224" y="199"/>
                      <a:pt x="1286" y="151"/>
                    </a:cubicBezTo>
                    <a:cubicBezTo>
                      <a:pt x="1349" y="104"/>
                      <a:pt x="1428" y="72"/>
                      <a:pt x="1503" y="57"/>
                    </a:cubicBezTo>
                    <a:cubicBezTo>
                      <a:pt x="1542" y="48"/>
                      <a:pt x="1582" y="44"/>
                      <a:pt x="1626" y="44"/>
                    </a:cubicBezTo>
                    <a:close/>
                    <a:moveTo>
                      <a:pt x="1626" y="1"/>
                    </a:moveTo>
                    <a:cubicBezTo>
                      <a:pt x="1582" y="1"/>
                      <a:pt x="1539" y="5"/>
                      <a:pt x="1495" y="17"/>
                    </a:cubicBezTo>
                    <a:cubicBezTo>
                      <a:pt x="1413" y="33"/>
                      <a:pt x="1330" y="64"/>
                      <a:pt x="1259" y="115"/>
                    </a:cubicBezTo>
                    <a:cubicBezTo>
                      <a:pt x="1198" y="162"/>
                      <a:pt x="1144" y="224"/>
                      <a:pt x="1114" y="300"/>
                    </a:cubicBezTo>
                    <a:lnTo>
                      <a:pt x="1114" y="300"/>
                    </a:lnTo>
                    <a:cubicBezTo>
                      <a:pt x="1080" y="286"/>
                      <a:pt x="1052" y="271"/>
                      <a:pt x="1022" y="257"/>
                    </a:cubicBezTo>
                    <a:cubicBezTo>
                      <a:pt x="982" y="238"/>
                      <a:pt x="943" y="226"/>
                      <a:pt x="888" y="226"/>
                    </a:cubicBezTo>
                    <a:cubicBezTo>
                      <a:pt x="880" y="226"/>
                      <a:pt x="872" y="226"/>
                      <a:pt x="864" y="230"/>
                    </a:cubicBezTo>
                    <a:cubicBezTo>
                      <a:pt x="746" y="234"/>
                      <a:pt x="627" y="281"/>
                      <a:pt x="541" y="368"/>
                    </a:cubicBezTo>
                    <a:cubicBezTo>
                      <a:pt x="458" y="450"/>
                      <a:pt x="414" y="565"/>
                      <a:pt x="414" y="683"/>
                    </a:cubicBezTo>
                    <a:cubicBezTo>
                      <a:pt x="414" y="739"/>
                      <a:pt x="424" y="797"/>
                      <a:pt x="448" y="850"/>
                    </a:cubicBezTo>
                    <a:lnTo>
                      <a:pt x="448" y="850"/>
                    </a:lnTo>
                    <a:cubicBezTo>
                      <a:pt x="435" y="851"/>
                      <a:pt x="421" y="855"/>
                      <a:pt x="407" y="861"/>
                    </a:cubicBezTo>
                    <a:cubicBezTo>
                      <a:pt x="348" y="880"/>
                      <a:pt x="273" y="924"/>
                      <a:pt x="221" y="967"/>
                    </a:cubicBezTo>
                    <a:cubicBezTo>
                      <a:pt x="183" y="1003"/>
                      <a:pt x="159" y="1034"/>
                      <a:pt x="143" y="1066"/>
                    </a:cubicBezTo>
                    <a:cubicBezTo>
                      <a:pt x="127" y="1102"/>
                      <a:pt x="119" y="1133"/>
                      <a:pt x="107" y="1169"/>
                    </a:cubicBezTo>
                    <a:cubicBezTo>
                      <a:pt x="92" y="1216"/>
                      <a:pt x="83" y="1259"/>
                      <a:pt x="83" y="1306"/>
                    </a:cubicBezTo>
                    <a:cubicBezTo>
                      <a:pt x="83" y="1369"/>
                      <a:pt x="99" y="1437"/>
                      <a:pt x="127" y="1495"/>
                    </a:cubicBezTo>
                    <a:cubicBezTo>
                      <a:pt x="146" y="1544"/>
                      <a:pt x="176" y="1584"/>
                      <a:pt x="212" y="1619"/>
                    </a:cubicBezTo>
                    <a:lnTo>
                      <a:pt x="212" y="1619"/>
                    </a:lnTo>
                    <a:cubicBezTo>
                      <a:pt x="204" y="1621"/>
                      <a:pt x="197" y="1624"/>
                      <a:pt x="190" y="1626"/>
                    </a:cubicBezTo>
                    <a:cubicBezTo>
                      <a:pt x="123" y="1657"/>
                      <a:pt x="60" y="1713"/>
                      <a:pt x="28" y="1788"/>
                    </a:cubicBezTo>
                    <a:cubicBezTo>
                      <a:pt x="8" y="1826"/>
                      <a:pt x="1" y="1874"/>
                      <a:pt x="1" y="1917"/>
                    </a:cubicBezTo>
                    <a:cubicBezTo>
                      <a:pt x="1" y="2036"/>
                      <a:pt x="64" y="2150"/>
                      <a:pt x="154" y="2221"/>
                    </a:cubicBezTo>
                    <a:cubicBezTo>
                      <a:pt x="245" y="2296"/>
                      <a:pt x="356" y="2339"/>
                      <a:pt x="470" y="2339"/>
                    </a:cubicBezTo>
                    <a:cubicBezTo>
                      <a:pt x="525" y="2339"/>
                      <a:pt x="585" y="2332"/>
                      <a:pt x="640" y="2304"/>
                    </a:cubicBezTo>
                    <a:cubicBezTo>
                      <a:pt x="711" y="2272"/>
                      <a:pt x="774" y="2221"/>
                      <a:pt x="813" y="2154"/>
                    </a:cubicBezTo>
                    <a:cubicBezTo>
                      <a:pt x="849" y="2095"/>
                      <a:pt x="864" y="2032"/>
                      <a:pt x="864" y="1968"/>
                    </a:cubicBezTo>
                    <a:cubicBezTo>
                      <a:pt x="864" y="1937"/>
                      <a:pt x="860" y="1910"/>
                      <a:pt x="856" y="1882"/>
                    </a:cubicBezTo>
                    <a:cubicBezTo>
                      <a:pt x="842" y="1804"/>
                      <a:pt x="809" y="1726"/>
                      <a:pt x="762" y="1659"/>
                    </a:cubicBezTo>
                    <a:lnTo>
                      <a:pt x="762" y="1659"/>
                    </a:lnTo>
                    <a:cubicBezTo>
                      <a:pt x="788" y="1642"/>
                      <a:pt x="812" y="1623"/>
                      <a:pt x="833" y="1602"/>
                    </a:cubicBezTo>
                    <a:cubicBezTo>
                      <a:pt x="916" y="1519"/>
                      <a:pt x="975" y="1397"/>
                      <a:pt x="975" y="1282"/>
                    </a:cubicBezTo>
                    <a:cubicBezTo>
                      <a:pt x="975" y="1235"/>
                      <a:pt x="967" y="1192"/>
                      <a:pt x="947" y="1153"/>
                    </a:cubicBezTo>
                    <a:cubicBezTo>
                      <a:pt x="938" y="1128"/>
                      <a:pt x="924" y="1106"/>
                      <a:pt x="907" y="1085"/>
                    </a:cubicBezTo>
                    <a:lnTo>
                      <a:pt x="907" y="1085"/>
                    </a:lnTo>
                    <a:cubicBezTo>
                      <a:pt x="957" y="1085"/>
                      <a:pt x="1007" y="1069"/>
                      <a:pt x="1053" y="1042"/>
                    </a:cubicBezTo>
                    <a:cubicBezTo>
                      <a:pt x="1120" y="1003"/>
                      <a:pt x="1172" y="947"/>
                      <a:pt x="1204" y="885"/>
                    </a:cubicBezTo>
                    <a:cubicBezTo>
                      <a:pt x="1226" y="839"/>
                      <a:pt x="1241" y="790"/>
                      <a:pt x="1247" y="738"/>
                    </a:cubicBezTo>
                    <a:lnTo>
                      <a:pt x="1247" y="738"/>
                    </a:lnTo>
                    <a:cubicBezTo>
                      <a:pt x="1298" y="798"/>
                      <a:pt x="1369" y="839"/>
                      <a:pt x="1444" y="861"/>
                    </a:cubicBezTo>
                    <a:cubicBezTo>
                      <a:pt x="1491" y="876"/>
                      <a:pt x="1539" y="880"/>
                      <a:pt x="1586" y="880"/>
                    </a:cubicBezTo>
                    <a:cubicBezTo>
                      <a:pt x="1708" y="880"/>
                      <a:pt x="1826" y="837"/>
                      <a:pt x="1921" y="754"/>
                    </a:cubicBezTo>
                    <a:cubicBezTo>
                      <a:pt x="2016" y="672"/>
                      <a:pt x="2067" y="545"/>
                      <a:pt x="2067" y="419"/>
                    </a:cubicBezTo>
                    <a:cubicBezTo>
                      <a:pt x="2067" y="388"/>
                      <a:pt x="2063" y="356"/>
                      <a:pt x="2055" y="325"/>
                    </a:cubicBezTo>
                    <a:cubicBezTo>
                      <a:pt x="2055" y="312"/>
                      <a:pt x="2052" y="305"/>
                      <a:pt x="2047" y="293"/>
                    </a:cubicBezTo>
                    <a:cubicBezTo>
                      <a:pt x="2036" y="246"/>
                      <a:pt x="2016" y="202"/>
                      <a:pt x="1984" y="163"/>
                    </a:cubicBezTo>
                    <a:cubicBezTo>
                      <a:pt x="1945" y="104"/>
                      <a:pt x="1890" y="64"/>
                      <a:pt x="1826" y="41"/>
                    </a:cubicBezTo>
                    <a:cubicBezTo>
                      <a:pt x="1763" y="13"/>
                      <a:pt x="1692" y="1"/>
                      <a:pt x="1626"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4" name="Google Shape;2624;p53"/>
              <p:cNvSpPr/>
              <p:nvPr/>
            </p:nvSpPr>
            <p:spPr>
              <a:xfrm>
                <a:off x="2928139" y="6042257"/>
                <a:ext cx="722739" cy="632873"/>
              </a:xfrm>
              <a:custGeom>
                <a:rect b="b" l="l" r="r" t="t"/>
                <a:pathLst>
                  <a:path extrusionOk="0" h="1824" w="2083">
                    <a:moveTo>
                      <a:pt x="1089" y="0"/>
                    </a:moveTo>
                    <a:cubicBezTo>
                      <a:pt x="966" y="0"/>
                      <a:pt x="840" y="25"/>
                      <a:pt x="718" y="76"/>
                    </a:cubicBezTo>
                    <a:cubicBezTo>
                      <a:pt x="529" y="151"/>
                      <a:pt x="379" y="186"/>
                      <a:pt x="237" y="348"/>
                    </a:cubicBezTo>
                    <a:cubicBezTo>
                      <a:pt x="135" y="462"/>
                      <a:pt x="64" y="600"/>
                      <a:pt x="28" y="750"/>
                    </a:cubicBezTo>
                    <a:cubicBezTo>
                      <a:pt x="4" y="864"/>
                      <a:pt x="0" y="983"/>
                      <a:pt x="12" y="1097"/>
                    </a:cubicBezTo>
                    <a:cubicBezTo>
                      <a:pt x="24" y="1247"/>
                      <a:pt x="55" y="1392"/>
                      <a:pt x="135" y="1519"/>
                    </a:cubicBezTo>
                    <a:cubicBezTo>
                      <a:pt x="257" y="1712"/>
                      <a:pt x="485" y="1791"/>
                      <a:pt x="706" y="1811"/>
                    </a:cubicBezTo>
                    <a:lnTo>
                      <a:pt x="726" y="1811"/>
                    </a:lnTo>
                    <a:cubicBezTo>
                      <a:pt x="749" y="1812"/>
                      <a:pt x="771" y="1813"/>
                      <a:pt x="793" y="1813"/>
                    </a:cubicBezTo>
                    <a:cubicBezTo>
                      <a:pt x="885" y="1813"/>
                      <a:pt x="977" y="1802"/>
                      <a:pt x="1069" y="1799"/>
                    </a:cubicBezTo>
                    <a:cubicBezTo>
                      <a:pt x="1125" y="1796"/>
                      <a:pt x="1181" y="1796"/>
                      <a:pt x="1237" y="1796"/>
                    </a:cubicBezTo>
                    <a:cubicBezTo>
                      <a:pt x="1262" y="1796"/>
                      <a:pt x="1287" y="1796"/>
                      <a:pt x="1312" y="1796"/>
                    </a:cubicBezTo>
                    <a:cubicBezTo>
                      <a:pt x="1393" y="1796"/>
                      <a:pt x="1473" y="1795"/>
                      <a:pt x="1554" y="1787"/>
                    </a:cubicBezTo>
                    <a:cubicBezTo>
                      <a:pt x="1795" y="1767"/>
                      <a:pt x="1810" y="1823"/>
                      <a:pt x="1877" y="1578"/>
                    </a:cubicBezTo>
                    <a:cubicBezTo>
                      <a:pt x="1960" y="1263"/>
                      <a:pt x="2082" y="829"/>
                      <a:pt x="1940" y="537"/>
                    </a:cubicBezTo>
                    <a:cubicBezTo>
                      <a:pt x="1774" y="199"/>
                      <a:pt x="1441" y="0"/>
                      <a:pt x="1089" y="0"/>
                    </a:cubicBez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a:t>
                </a:r>
                <a:endParaRPr/>
              </a:p>
            </p:txBody>
          </p:sp>
          <p:sp>
            <p:nvSpPr>
              <p:cNvPr id="2625" name="Google Shape;2625;p53"/>
              <p:cNvSpPr/>
              <p:nvPr/>
            </p:nvSpPr>
            <p:spPr>
              <a:xfrm>
                <a:off x="2922588" y="6034277"/>
                <a:ext cx="709207" cy="644670"/>
              </a:xfrm>
              <a:custGeom>
                <a:rect b="b" l="l" r="r" t="t"/>
                <a:pathLst>
                  <a:path extrusionOk="0" h="1858" w="2044">
                    <a:moveTo>
                      <a:pt x="1105" y="43"/>
                    </a:moveTo>
                    <a:cubicBezTo>
                      <a:pt x="1447" y="43"/>
                      <a:pt x="1775" y="237"/>
                      <a:pt x="1937" y="568"/>
                    </a:cubicBezTo>
                    <a:cubicBezTo>
                      <a:pt x="1980" y="663"/>
                      <a:pt x="2000" y="773"/>
                      <a:pt x="2000" y="891"/>
                    </a:cubicBezTo>
                    <a:cubicBezTo>
                      <a:pt x="2000" y="1124"/>
                      <a:pt x="1929" y="1388"/>
                      <a:pt x="1869" y="1597"/>
                    </a:cubicBezTo>
                    <a:cubicBezTo>
                      <a:pt x="1854" y="1657"/>
                      <a:pt x="1842" y="1696"/>
                      <a:pt x="1831" y="1723"/>
                    </a:cubicBezTo>
                    <a:cubicBezTo>
                      <a:pt x="1818" y="1743"/>
                      <a:pt x="1811" y="1755"/>
                      <a:pt x="1798" y="1763"/>
                    </a:cubicBezTo>
                    <a:cubicBezTo>
                      <a:pt x="1791" y="1770"/>
                      <a:pt x="1783" y="1775"/>
                      <a:pt x="1771" y="1775"/>
                    </a:cubicBezTo>
                    <a:cubicBezTo>
                      <a:pt x="1751" y="1783"/>
                      <a:pt x="1727" y="1783"/>
                      <a:pt x="1692" y="1783"/>
                    </a:cubicBezTo>
                    <a:cubicBezTo>
                      <a:pt x="1660" y="1786"/>
                      <a:pt x="1621" y="1786"/>
                      <a:pt x="1570" y="1790"/>
                    </a:cubicBezTo>
                    <a:cubicBezTo>
                      <a:pt x="1499" y="1794"/>
                      <a:pt x="1428" y="1799"/>
                      <a:pt x="1353" y="1799"/>
                    </a:cubicBezTo>
                    <a:lnTo>
                      <a:pt x="1085" y="1799"/>
                    </a:lnTo>
                    <a:cubicBezTo>
                      <a:pt x="990" y="1802"/>
                      <a:pt x="896" y="1814"/>
                      <a:pt x="801" y="1814"/>
                    </a:cubicBezTo>
                    <a:lnTo>
                      <a:pt x="742" y="1814"/>
                    </a:lnTo>
                    <a:cubicBezTo>
                      <a:pt x="738" y="1814"/>
                      <a:pt x="730" y="1810"/>
                      <a:pt x="722" y="1810"/>
                    </a:cubicBezTo>
                    <a:cubicBezTo>
                      <a:pt x="616" y="1802"/>
                      <a:pt x="506" y="1779"/>
                      <a:pt x="406" y="1735"/>
                    </a:cubicBezTo>
                    <a:cubicBezTo>
                      <a:pt x="312" y="1688"/>
                      <a:pt x="226" y="1621"/>
                      <a:pt x="170" y="1530"/>
                    </a:cubicBezTo>
                    <a:cubicBezTo>
                      <a:pt x="95" y="1408"/>
                      <a:pt x="64" y="1266"/>
                      <a:pt x="48" y="1120"/>
                    </a:cubicBezTo>
                    <a:cubicBezTo>
                      <a:pt x="44" y="1077"/>
                      <a:pt x="44" y="1037"/>
                      <a:pt x="44" y="994"/>
                    </a:cubicBezTo>
                    <a:cubicBezTo>
                      <a:pt x="44" y="919"/>
                      <a:pt x="52" y="848"/>
                      <a:pt x="68" y="777"/>
                    </a:cubicBezTo>
                    <a:cubicBezTo>
                      <a:pt x="99" y="631"/>
                      <a:pt x="170" y="497"/>
                      <a:pt x="269" y="387"/>
                    </a:cubicBezTo>
                    <a:cubicBezTo>
                      <a:pt x="340" y="308"/>
                      <a:pt x="406" y="261"/>
                      <a:pt x="486" y="225"/>
                    </a:cubicBezTo>
                    <a:cubicBezTo>
                      <a:pt x="561" y="185"/>
                      <a:pt x="648" y="158"/>
                      <a:pt x="742" y="119"/>
                    </a:cubicBezTo>
                    <a:cubicBezTo>
                      <a:pt x="861" y="67"/>
                      <a:pt x="983" y="43"/>
                      <a:pt x="1105" y="43"/>
                    </a:cubicBezTo>
                    <a:close/>
                    <a:moveTo>
                      <a:pt x="1105" y="1"/>
                    </a:moveTo>
                    <a:cubicBezTo>
                      <a:pt x="979" y="1"/>
                      <a:pt x="848" y="24"/>
                      <a:pt x="722" y="79"/>
                    </a:cubicBezTo>
                    <a:cubicBezTo>
                      <a:pt x="632" y="114"/>
                      <a:pt x="545" y="146"/>
                      <a:pt x="466" y="185"/>
                    </a:cubicBezTo>
                    <a:cubicBezTo>
                      <a:pt x="387" y="225"/>
                      <a:pt x="308" y="276"/>
                      <a:pt x="237" y="359"/>
                    </a:cubicBezTo>
                    <a:cubicBezTo>
                      <a:pt x="131" y="474"/>
                      <a:pt x="56" y="616"/>
                      <a:pt x="24" y="769"/>
                    </a:cubicBezTo>
                    <a:cubicBezTo>
                      <a:pt x="9" y="840"/>
                      <a:pt x="0" y="919"/>
                      <a:pt x="0" y="994"/>
                    </a:cubicBezTo>
                    <a:cubicBezTo>
                      <a:pt x="0" y="1037"/>
                      <a:pt x="0" y="1080"/>
                      <a:pt x="4" y="1124"/>
                    </a:cubicBezTo>
                    <a:cubicBezTo>
                      <a:pt x="20" y="1270"/>
                      <a:pt x="52" y="1424"/>
                      <a:pt x="131" y="1554"/>
                    </a:cubicBezTo>
                    <a:cubicBezTo>
                      <a:pt x="193" y="1652"/>
                      <a:pt x="288" y="1723"/>
                      <a:pt x="391" y="1775"/>
                    </a:cubicBezTo>
                    <a:cubicBezTo>
                      <a:pt x="493" y="1822"/>
                      <a:pt x="608" y="1846"/>
                      <a:pt x="719" y="1854"/>
                    </a:cubicBezTo>
                    <a:cubicBezTo>
                      <a:pt x="726" y="1857"/>
                      <a:pt x="734" y="1857"/>
                      <a:pt x="742" y="1857"/>
                    </a:cubicBezTo>
                    <a:lnTo>
                      <a:pt x="801" y="1857"/>
                    </a:lnTo>
                    <a:cubicBezTo>
                      <a:pt x="899" y="1857"/>
                      <a:pt x="994" y="1846"/>
                      <a:pt x="1089" y="1841"/>
                    </a:cubicBezTo>
                    <a:lnTo>
                      <a:pt x="1353" y="1841"/>
                    </a:lnTo>
                    <a:cubicBezTo>
                      <a:pt x="1428" y="1841"/>
                      <a:pt x="1499" y="1841"/>
                      <a:pt x="1574" y="1834"/>
                    </a:cubicBezTo>
                    <a:cubicBezTo>
                      <a:pt x="1633" y="1830"/>
                      <a:pt x="1676" y="1830"/>
                      <a:pt x="1712" y="1826"/>
                    </a:cubicBezTo>
                    <a:cubicBezTo>
                      <a:pt x="1740" y="1826"/>
                      <a:pt x="1763" y="1822"/>
                      <a:pt x="1787" y="1818"/>
                    </a:cubicBezTo>
                    <a:cubicBezTo>
                      <a:pt x="1802" y="1814"/>
                      <a:pt x="1815" y="1806"/>
                      <a:pt x="1831" y="1794"/>
                    </a:cubicBezTo>
                    <a:cubicBezTo>
                      <a:pt x="1850" y="1779"/>
                      <a:pt x="1862" y="1759"/>
                      <a:pt x="1873" y="1728"/>
                    </a:cubicBezTo>
                    <a:cubicBezTo>
                      <a:pt x="1889" y="1696"/>
                      <a:pt x="1902" y="1661"/>
                      <a:pt x="1913" y="1605"/>
                    </a:cubicBezTo>
                    <a:cubicBezTo>
                      <a:pt x="1968" y="1397"/>
                      <a:pt x="2044" y="1132"/>
                      <a:pt x="2044" y="891"/>
                    </a:cubicBezTo>
                    <a:cubicBezTo>
                      <a:pt x="2044" y="769"/>
                      <a:pt x="2024" y="651"/>
                      <a:pt x="1976" y="549"/>
                    </a:cubicBezTo>
                    <a:cubicBezTo>
                      <a:pt x="1807" y="201"/>
                      <a:pt x="1463" y="1"/>
                      <a:pt x="110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6" name="Google Shape;2626;p53"/>
              <p:cNvSpPr/>
              <p:nvPr/>
            </p:nvSpPr>
            <p:spPr>
              <a:xfrm>
                <a:off x="2607889" y="6217822"/>
                <a:ext cx="1253603" cy="1312241"/>
              </a:xfrm>
              <a:custGeom>
                <a:rect b="b" l="l" r="r" t="t"/>
                <a:pathLst>
                  <a:path extrusionOk="0" h="3782" w="3613">
                    <a:moveTo>
                      <a:pt x="2093" y="0"/>
                    </a:moveTo>
                    <a:cubicBezTo>
                      <a:pt x="2046" y="0"/>
                      <a:pt x="1999" y="4"/>
                      <a:pt x="1952" y="11"/>
                    </a:cubicBezTo>
                    <a:cubicBezTo>
                      <a:pt x="1755" y="43"/>
                      <a:pt x="1550" y="126"/>
                      <a:pt x="1432" y="295"/>
                    </a:cubicBezTo>
                    <a:cubicBezTo>
                      <a:pt x="1266" y="524"/>
                      <a:pt x="1242" y="848"/>
                      <a:pt x="1262" y="1170"/>
                    </a:cubicBezTo>
                    <a:cubicBezTo>
                      <a:pt x="1282" y="1463"/>
                      <a:pt x="1337" y="1758"/>
                      <a:pt x="1361" y="1987"/>
                    </a:cubicBezTo>
                    <a:cubicBezTo>
                      <a:pt x="1369" y="2085"/>
                      <a:pt x="1377" y="2192"/>
                      <a:pt x="1326" y="2279"/>
                    </a:cubicBezTo>
                    <a:cubicBezTo>
                      <a:pt x="1266" y="2382"/>
                      <a:pt x="1100" y="2448"/>
                      <a:pt x="991" y="2511"/>
                    </a:cubicBezTo>
                    <a:cubicBezTo>
                      <a:pt x="947" y="2531"/>
                      <a:pt x="900" y="2547"/>
                      <a:pt x="853" y="2559"/>
                    </a:cubicBezTo>
                    <a:cubicBezTo>
                      <a:pt x="537" y="2637"/>
                      <a:pt x="277" y="2933"/>
                      <a:pt x="159" y="3107"/>
                    </a:cubicBezTo>
                    <a:cubicBezTo>
                      <a:pt x="1" y="3343"/>
                      <a:pt x="237" y="3485"/>
                      <a:pt x="166" y="3781"/>
                    </a:cubicBezTo>
                    <a:cubicBezTo>
                      <a:pt x="332" y="3765"/>
                      <a:pt x="498" y="3742"/>
                      <a:pt x="659" y="3714"/>
                    </a:cubicBezTo>
                    <a:cubicBezTo>
                      <a:pt x="904" y="3671"/>
                      <a:pt x="1144" y="3623"/>
                      <a:pt x="1389" y="3568"/>
                    </a:cubicBezTo>
                    <a:cubicBezTo>
                      <a:pt x="1626" y="3517"/>
                      <a:pt x="1858" y="3461"/>
                      <a:pt x="2094" y="3407"/>
                    </a:cubicBezTo>
                    <a:cubicBezTo>
                      <a:pt x="2335" y="3355"/>
                      <a:pt x="2572" y="3304"/>
                      <a:pt x="2812" y="3265"/>
                    </a:cubicBezTo>
                    <a:cubicBezTo>
                      <a:pt x="2934" y="3245"/>
                      <a:pt x="3057" y="3225"/>
                      <a:pt x="3179" y="3210"/>
                    </a:cubicBezTo>
                    <a:cubicBezTo>
                      <a:pt x="3238" y="3205"/>
                      <a:pt x="3301" y="3197"/>
                      <a:pt x="3364" y="3190"/>
                    </a:cubicBezTo>
                    <a:cubicBezTo>
                      <a:pt x="3395" y="3190"/>
                      <a:pt x="3428" y="3186"/>
                      <a:pt x="3459" y="3181"/>
                    </a:cubicBezTo>
                    <a:cubicBezTo>
                      <a:pt x="3469" y="3181"/>
                      <a:pt x="3482" y="3182"/>
                      <a:pt x="3494" y="3182"/>
                    </a:cubicBezTo>
                    <a:cubicBezTo>
                      <a:pt x="3510" y="3182"/>
                      <a:pt x="3527" y="3181"/>
                      <a:pt x="3537" y="3174"/>
                    </a:cubicBezTo>
                    <a:cubicBezTo>
                      <a:pt x="3573" y="3154"/>
                      <a:pt x="3601" y="3119"/>
                      <a:pt x="3608" y="3075"/>
                    </a:cubicBezTo>
                    <a:cubicBezTo>
                      <a:pt x="3613" y="3055"/>
                      <a:pt x="3608" y="3036"/>
                      <a:pt x="3608" y="3016"/>
                    </a:cubicBezTo>
                    <a:cubicBezTo>
                      <a:pt x="3601" y="2984"/>
                      <a:pt x="3597" y="2968"/>
                      <a:pt x="3581" y="2949"/>
                    </a:cubicBezTo>
                    <a:cubicBezTo>
                      <a:pt x="3566" y="2930"/>
                      <a:pt x="3550" y="2914"/>
                      <a:pt x="3534" y="2897"/>
                    </a:cubicBezTo>
                    <a:cubicBezTo>
                      <a:pt x="3506" y="2870"/>
                      <a:pt x="3479" y="2843"/>
                      <a:pt x="3447" y="2815"/>
                    </a:cubicBezTo>
                    <a:cubicBezTo>
                      <a:pt x="3388" y="2764"/>
                      <a:pt x="3171" y="2633"/>
                      <a:pt x="3104" y="2595"/>
                    </a:cubicBezTo>
                    <a:cubicBezTo>
                      <a:pt x="2934" y="2495"/>
                      <a:pt x="2903" y="2504"/>
                      <a:pt x="2722" y="2433"/>
                    </a:cubicBezTo>
                    <a:cubicBezTo>
                      <a:pt x="2702" y="2424"/>
                      <a:pt x="2682" y="2420"/>
                      <a:pt x="2662" y="2413"/>
                    </a:cubicBezTo>
                    <a:cubicBezTo>
                      <a:pt x="2607" y="2385"/>
                      <a:pt x="2536" y="2373"/>
                      <a:pt x="2485" y="2334"/>
                    </a:cubicBezTo>
                    <a:cubicBezTo>
                      <a:pt x="2374" y="2243"/>
                      <a:pt x="2410" y="2069"/>
                      <a:pt x="2410" y="1940"/>
                    </a:cubicBezTo>
                    <a:cubicBezTo>
                      <a:pt x="2410" y="1927"/>
                      <a:pt x="2418" y="1920"/>
                      <a:pt x="2430" y="1916"/>
                    </a:cubicBezTo>
                    <a:cubicBezTo>
                      <a:pt x="2489" y="1896"/>
                      <a:pt x="2678" y="1802"/>
                      <a:pt x="2749" y="1687"/>
                    </a:cubicBezTo>
                    <a:cubicBezTo>
                      <a:pt x="2836" y="1545"/>
                      <a:pt x="2875" y="1376"/>
                      <a:pt x="2895" y="1210"/>
                    </a:cubicBezTo>
                    <a:cubicBezTo>
                      <a:pt x="2927" y="981"/>
                      <a:pt x="2951" y="757"/>
                      <a:pt x="2927" y="528"/>
                    </a:cubicBezTo>
                    <a:cubicBezTo>
                      <a:pt x="2918" y="480"/>
                      <a:pt x="2915" y="437"/>
                      <a:pt x="2903" y="390"/>
                    </a:cubicBezTo>
                    <a:cubicBezTo>
                      <a:pt x="2856" y="197"/>
                      <a:pt x="2789" y="102"/>
                      <a:pt x="2599" y="71"/>
                    </a:cubicBezTo>
                    <a:cubicBezTo>
                      <a:pt x="2432" y="42"/>
                      <a:pt x="2263" y="0"/>
                      <a:pt x="2093" y="0"/>
                    </a:cubicBezTo>
                    <a:close/>
                  </a:path>
                </a:pathLst>
              </a:custGeom>
              <a:solidFill>
                <a:srgbClr val="DE7A69"/>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7" name="Google Shape;2627;p53"/>
              <p:cNvSpPr/>
              <p:nvPr/>
            </p:nvSpPr>
            <p:spPr>
              <a:xfrm>
                <a:off x="2635300" y="6210535"/>
                <a:ext cx="1232784" cy="1327507"/>
              </a:xfrm>
              <a:custGeom>
                <a:rect b="b" l="l" r="r" t="t"/>
                <a:pathLst>
                  <a:path extrusionOk="0" h="3826" w="3553">
                    <a:moveTo>
                      <a:pt x="2011" y="44"/>
                    </a:moveTo>
                    <a:cubicBezTo>
                      <a:pt x="2177" y="44"/>
                      <a:pt x="2346" y="84"/>
                      <a:pt x="2517" y="115"/>
                    </a:cubicBezTo>
                    <a:cubicBezTo>
                      <a:pt x="2564" y="119"/>
                      <a:pt x="2599" y="131"/>
                      <a:pt x="2630" y="147"/>
                    </a:cubicBezTo>
                    <a:cubicBezTo>
                      <a:pt x="2678" y="170"/>
                      <a:pt x="2710" y="202"/>
                      <a:pt x="2737" y="245"/>
                    </a:cubicBezTo>
                    <a:cubicBezTo>
                      <a:pt x="2765" y="289"/>
                      <a:pt x="2784" y="344"/>
                      <a:pt x="2804" y="415"/>
                    </a:cubicBezTo>
                    <a:cubicBezTo>
                      <a:pt x="2812" y="463"/>
                      <a:pt x="2820" y="505"/>
                      <a:pt x="2824" y="549"/>
                    </a:cubicBezTo>
                    <a:cubicBezTo>
                      <a:pt x="2832" y="616"/>
                      <a:pt x="2836" y="683"/>
                      <a:pt x="2836" y="747"/>
                    </a:cubicBezTo>
                    <a:cubicBezTo>
                      <a:pt x="2836" y="907"/>
                      <a:pt x="2816" y="1065"/>
                      <a:pt x="2796" y="1227"/>
                    </a:cubicBezTo>
                    <a:cubicBezTo>
                      <a:pt x="2777" y="1393"/>
                      <a:pt x="2737" y="1559"/>
                      <a:pt x="2650" y="1697"/>
                    </a:cubicBezTo>
                    <a:cubicBezTo>
                      <a:pt x="2619" y="1748"/>
                      <a:pt x="2555" y="1799"/>
                      <a:pt x="2493" y="1839"/>
                    </a:cubicBezTo>
                    <a:cubicBezTo>
                      <a:pt x="2465" y="1859"/>
                      <a:pt x="2433" y="1877"/>
                      <a:pt x="2406" y="1890"/>
                    </a:cubicBezTo>
                    <a:cubicBezTo>
                      <a:pt x="2379" y="1901"/>
                      <a:pt x="2355" y="1913"/>
                      <a:pt x="2343" y="1917"/>
                    </a:cubicBezTo>
                    <a:cubicBezTo>
                      <a:pt x="2335" y="1917"/>
                      <a:pt x="2323" y="1925"/>
                      <a:pt x="2319" y="1933"/>
                    </a:cubicBezTo>
                    <a:cubicBezTo>
                      <a:pt x="2311" y="1941"/>
                      <a:pt x="2311" y="1948"/>
                      <a:pt x="2311" y="1961"/>
                    </a:cubicBezTo>
                    <a:lnTo>
                      <a:pt x="2311" y="1965"/>
                    </a:lnTo>
                    <a:cubicBezTo>
                      <a:pt x="2311" y="2016"/>
                      <a:pt x="2304" y="2071"/>
                      <a:pt x="2304" y="2126"/>
                    </a:cubicBezTo>
                    <a:cubicBezTo>
                      <a:pt x="2304" y="2170"/>
                      <a:pt x="2308" y="2217"/>
                      <a:pt x="2319" y="2261"/>
                    </a:cubicBezTo>
                    <a:cubicBezTo>
                      <a:pt x="2335" y="2300"/>
                      <a:pt x="2355" y="2339"/>
                      <a:pt x="2394" y="2370"/>
                    </a:cubicBezTo>
                    <a:cubicBezTo>
                      <a:pt x="2422" y="2394"/>
                      <a:pt x="2453" y="2406"/>
                      <a:pt x="2485" y="2418"/>
                    </a:cubicBezTo>
                    <a:cubicBezTo>
                      <a:pt x="2517" y="2430"/>
                      <a:pt x="2548" y="2441"/>
                      <a:pt x="2575" y="2454"/>
                    </a:cubicBezTo>
                    <a:lnTo>
                      <a:pt x="2579" y="2454"/>
                    </a:lnTo>
                    <a:cubicBezTo>
                      <a:pt x="2599" y="2461"/>
                      <a:pt x="2615" y="2469"/>
                      <a:pt x="2635" y="2474"/>
                    </a:cubicBezTo>
                    <a:cubicBezTo>
                      <a:pt x="2725" y="2509"/>
                      <a:pt x="2781" y="2525"/>
                      <a:pt x="2832" y="2545"/>
                    </a:cubicBezTo>
                    <a:cubicBezTo>
                      <a:pt x="2883" y="2564"/>
                      <a:pt x="2930" y="2587"/>
                      <a:pt x="3014" y="2635"/>
                    </a:cubicBezTo>
                    <a:cubicBezTo>
                      <a:pt x="3049" y="2654"/>
                      <a:pt x="3120" y="2698"/>
                      <a:pt x="3187" y="2741"/>
                    </a:cubicBezTo>
                    <a:cubicBezTo>
                      <a:pt x="3222" y="2761"/>
                      <a:pt x="3258" y="2785"/>
                      <a:pt x="3285" y="2805"/>
                    </a:cubicBezTo>
                    <a:cubicBezTo>
                      <a:pt x="3316" y="2824"/>
                      <a:pt x="3340" y="2840"/>
                      <a:pt x="3352" y="2852"/>
                    </a:cubicBezTo>
                    <a:cubicBezTo>
                      <a:pt x="3384" y="2880"/>
                      <a:pt x="3411" y="2907"/>
                      <a:pt x="3439" y="2935"/>
                    </a:cubicBezTo>
                    <a:cubicBezTo>
                      <a:pt x="3455" y="2951"/>
                      <a:pt x="3471" y="2966"/>
                      <a:pt x="3482" y="2982"/>
                    </a:cubicBezTo>
                    <a:cubicBezTo>
                      <a:pt x="3490" y="2994"/>
                      <a:pt x="3494" y="2998"/>
                      <a:pt x="3498" y="3005"/>
                    </a:cubicBezTo>
                    <a:cubicBezTo>
                      <a:pt x="3502" y="3013"/>
                      <a:pt x="3506" y="3025"/>
                      <a:pt x="3506" y="3037"/>
                    </a:cubicBezTo>
                    <a:cubicBezTo>
                      <a:pt x="3510" y="3053"/>
                      <a:pt x="3510" y="3065"/>
                      <a:pt x="3510" y="3076"/>
                    </a:cubicBezTo>
                    <a:lnTo>
                      <a:pt x="3510" y="3093"/>
                    </a:lnTo>
                    <a:cubicBezTo>
                      <a:pt x="3506" y="3112"/>
                      <a:pt x="3498" y="3128"/>
                      <a:pt x="3487" y="3140"/>
                    </a:cubicBezTo>
                    <a:cubicBezTo>
                      <a:pt x="3474" y="3155"/>
                      <a:pt x="3463" y="3167"/>
                      <a:pt x="3447" y="3179"/>
                    </a:cubicBezTo>
                    <a:cubicBezTo>
                      <a:pt x="3443" y="3179"/>
                      <a:pt x="3439" y="3179"/>
                      <a:pt x="3435" y="3183"/>
                    </a:cubicBezTo>
                    <a:lnTo>
                      <a:pt x="3380" y="3183"/>
                    </a:lnTo>
                    <a:cubicBezTo>
                      <a:pt x="3349" y="3183"/>
                      <a:pt x="3316" y="3187"/>
                      <a:pt x="3285" y="3191"/>
                    </a:cubicBezTo>
                    <a:cubicBezTo>
                      <a:pt x="3222" y="3195"/>
                      <a:pt x="3159" y="3202"/>
                      <a:pt x="3096" y="3211"/>
                    </a:cubicBezTo>
                    <a:cubicBezTo>
                      <a:pt x="2974" y="3226"/>
                      <a:pt x="2852" y="3242"/>
                      <a:pt x="2730" y="3266"/>
                    </a:cubicBezTo>
                    <a:cubicBezTo>
                      <a:pt x="2488" y="3305"/>
                      <a:pt x="2248" y="3353"/>
                      <a:pt x="2011" y="3408"/>
                    </a:cubicBezTo>
                    <a:cubicBezTo>
                      <a:pt x="1775" y="3459"/>
                      <a:pt x="1538" y="3515"/>
                      <a:pt x="1302" y="3570"/>
                    </a:cubicBezTo>
                    <a:cubicBezTo>
                      <a:pt x="1061" y="3621"/>
                      <a:pt x="821" y="3672"/>
                      <a:pt x="577" y="3711"/>
                    </a:cubicBezTo>
                    <a:cubicBezTo>
                      <a:pt x="424" y="3737"/>
                      <a:pt x="268" y="3760"/>
                      <a:pt x="116" y="3779"/>
                    </a:cubicBezTo>
                    <a:lnTo>
                      <a:pt x="116" y="3779"/>
                    </a:lnTo>
                    <a:cubicBezTo>
                      <a:pt x="120" y="3749"/>
                      <a:pt x="122" y="3719"/>
                      <a:pt x="122" y="3692"/>
                    </a:cubicBezTo>
                    <a:cubicBezTo>
                      <a:pt x="122" y="3609"/>
                      <a:pt x="104" y="3542"/>
                      <a:pt x="84" y="3475"/>
                    </a:cubicBezTo>
                    <a:cubicBezTo>
                      <a:pt x="64" y="3411"/>
                      <a:pt x="44" y="3357"/>
                      <a:pt x="44" y="3302"/>
                    </a:cubicBezTo>
                    <a:cubicBezTo>
                      <a:pt x="44" y="3250"/>
                      <a:pt x="60" y="3199"/>
                      <a:pt x="99" y="3140"/>
                    </a:cubicBezTo>
                    <a:cubicBezTo>
                      <a:pt x="155" y="3053"/>
                      <a:pt x="249" y="2938"/>
                      <a:pt x="368" y="2836"/>
                    </a:cubicBezTo>
                    <a:cubicBezTo>
                      <a:pt x="482" y="2729"/>
                      <a:pt x="624" y="2639"/>
                      <a:pt x="777" y="2603"/>
                    </a:cubicBezTo>
                    <a:cubicBezTo>
                      <a:pt x="828" y="2592"/>
                      <a:pt x="876" y="2572"/>
                      <a:pt x="919" y="2552"/>
                    </a:cubicBezTo>
                    <a:lnTo>
                      <a:pt x="923" y="2552"/>
                    </a:lnTo>
                    <a:cubicBezTo>
                      <a:pt x="979" y="2521"/>
                      <a:pt x="1045" y="2489"/>
                      <a:pt x="1109" y="2450"/>
                    </a:cubicBezTo>
                    <a:cubicBezTo>
                      <a:pt x="1172" y="2410"/>
                      <a:pt x="1231" y="2367"/>
                      <a:pt x="1267" y="2308"/>
                    </a:cubicBezTo>
                    <a:cubicBezTo>
                      <a:pt x="1302" y="2252"/>
                      <a:pt x="1310" y="2185"/>
                      <a:pt x="1310" y="2123"/>
                    </a:cubicBezTo>
                    <a:cubicBezTo>
                      <a:pt x="1310" y="2083"/>
                      <a:pt x="1305" y="2043"/>
                      <a:pt x="1302" y="2008"/>
                    </a:cubicBezTo>
                    <a:cubicBezTo>
                      <a:pt x="1278" y="1775"/>
                      <a:pt x="1223" y="1480"/>
                      <a:pt x="1207" y="1188"/>
                    </a:cubicBezTo>
                    <a:cubicBezTo>
                      <a:pt x="1203" y="1129"/>
                      <a:pt x="1199" y="1065"/>
                      <a:pt x="1199" y="1002"/>
                    </a:cubicBezTo>
                    <a:cubicBezTo>
                      <a:pt x="1199" y="876"/>
                      <a:pt x="1211" y="750"/>
                      <a:pt x="1234" y="636"/>
                    </a:cubicBezTo>
                    <a:cubicBezTo>
                      <a:pt x="1263" y="521"/>
                      <a:pt x="1305" y="419"/>
                      <a:pt x="1369" y="328"/>
                    </a:cubicBezTo>
                    <a:cubicBezTo>
                      <a:pt x="1428" y="250"/>
                      <a:pt x="1507" y="186"/>
                      <a:pt x="1594" y="143"/>
                    </a:cubicBezTo>
                    <a:cubicBezTo>
                      <a:pt x="1680" y="95"/>
                      <a:pt x="1779" y="68"/>
                      <a:pt x="1878" y="52"/>
                    </a:cubicBezTo>
                    <a:cubicBezTo>
                      <a:pt x="1920" y="48"/>
                      <a:pt x="1968" y="44"/>
                      <a:pt x="2011" y="44"/>
                    </a:cubicBezTo>
                    <a:close/>
                    <a:moveTo>
                      <a:pt x="2011" y="1"/>
                    </a:moveTo>
                    <a:cubicBezTo>
                      <a:pt x="1964" y="1"/>
                      <a:pt x="1917" y="5"/>
                      <a:pt x="1869" y="8"/>
                    </a:cubicBezTo>
                    <a:cubicBezTo>
                      <a:pt x="1771" y="24"/>
                      <a:pt x="1669" y="56"/>
                      <a:pt x="1574" y="103"/>
                    </a:cubicBezTo>
                    <a:cubicBezTo>
                      <a:pt x="1479" y="150"/>
                      <a:pt x="1396" y="218"/>
                      <a:pt x="1334" y="305"/>
                    </a:cubicBezTo>
                    <a:cubicBezTo>
                      <a:pt x="1267" y="399"/>
                      <a:pt x="1223" y="510"/>
                      <a:pt x="1196" y="628"/>
                    </a:cubicBezTo>
                    <a:cubicBezTo>
                      <a:pt x="1168" y="747"/>
                      <a:pt x="1156" y="872"/>
                      <a:pt x="1156" y="1002"/>
                    </a:cubicBezTo>
                    <a:cubicBezTo>
                      <a:pt x="1156" y="1065"/>
                      <a:pt x="1160" y="1129"/>
                      <a:pt x="1163" y="1191"/>
                    </a:cubicBezTo>
                    <a:cubicBezTo>
                      <a:pt x="1179" y="1488"/>
                      <a:pt x="1239" y="1783"/>
                      <a:pt x="1258" y="2012"/>
                    </a:cubicBezTo>
                    <a:cubicBezTo>
                      <a:pt x="1263" y="2048"/>
                      <a:pt x="1267" y="2087"/>
                      <a:pt x="1267" y="2123"/>
                    </a:cubicBezTo>
                    <a:cubicBezTo>
                      <a:pt x="1267" y="2181"/>
                      <a:pt x="1258" y="2241"/>
                      <a:pt x="1227" y="2288"/>
                    </a:cubicBezTo>
                    <a:cubicBezTo>
                      <a:pt x="1203" y="2332"/>
                      <a:pt x="1148" y="2374"/>
                      <a:pt x="1085" y="2410"/>
                    </a:cubicBezTo>
                    <a:cubicBezTo>
                      <a:pt x="1026" y="2450"/>
                      <a:pt x="959" y="2481"/>
                      <a:pt x="899" y="2512"/>
                    </a:cubicBezTo>
                    <a:lnTo>
                      <a:pt x="900" y="2514"/>
                    </a:lnTo>
                    <a:lnTo>
                      <a:pt x="900" y="2514"/>
                    </a:lnTo>
                    <a:cubicBezTo>
                      <a:pt x="859" y="2533"/>
                      <a:pt x="816" y="2549"/>
                      <a:pt x="766" y="2560"/>
                    </a:cubicBezTo>
                    <a:cubicBezTo>
                      <a:pt x="604" y="2600"/>
                      <a:pt x="458" y="2694"/>
                      <a:pt x="335" y="2805"/>
                    </a:cubicBezTo>
                    <a:cubicBezTo>
                      <a:pt x="217" y="2911"/>
                      <a:pt x="122" y="3029"/>
                      <a:pt x="64" y="3116"/>
                    </a:cubicBezTo>
                    <a:cubicBezTo>
                      <a:pt x="16" y="3183"/>
                      <a:pt x="0" y="3242"/>
                      <a:pt x="0" y="3302"/>
                    </a:cubicBezTo>
                    <a:cubicBezTo>
                      <a:pt x="0" y="3364"/>
                      <a:pt x="24" y="3428"/>
                      <a:pt x="40" y="3491"/>
                    </a:cubicBezTo>
                    <a:cubicBezTo>
                      <a:pt x="60" y="3553"/>
                      <a:pt x="80" y="3617"/>
                      <a:pt x="80" y="3692"/>
                    </a:cubicBezTo>
                    <a:cubicBezTo>
                      <a:pt x="80" y="3723"/>
                      <a:pt x="75" y="3759"/>
                      <a:pt x="68" y="3799"/>
                    </a:cubicBezTo>
                    <a:cubicBezTo>
                      <a:pt x="64" y="3806"/>
                      <a:pt x="68" y="3810"/>
                      <a:pt x="71" y="3817"/>
                    </a:cubicBezTo>
                    <a:cubicBezTo>
                      <a:pt x="75" y="3822"/>
                      <a:pt x="84" y="3826"/>
                      <a:pt x="91" y="3826"/>
                    </a:cubicBezTo>
                    <a:cubicBezTo>
                      <a:pt x="257" y="3806"/>
                      <a:pt x="422" y="3782"/>
                      <a:pt x="584" y="3755"/>
                    </a:cubicBezTo>
                    <a:cubicBezTo>
                      <a:pt x="828" y="3715"/>
                      <a:pt x="1074" y="3664"/>
                      <a:pt x="1314" y="3613"/>
                    </a:cubicBezTo>
                    <a:cubicBezTo>
                      <a:pt x="1550" y="3557"/>
                      <a:pt x="1787" y="3502"/>
                      <a:pt x="2024" y="3451"/>
                    </a:cubicBezTo>
                    <a:cubicBezTo>
                      <a:pt x="2260" y="3396"/>
                      <a:pt x="2497" y="3349"/>
                      <a:pt x="2737" y="3305"/>
                    </a:cubicBezTo>
                    <a:cubicBezTo>
                      <a:pt x="2855" y="3286"/>
                      <a:pt x="2978" y="3270"/>
                      <a:pt x="3100" y="3254"/>
                    </a:cubicBezTo>
                    <a:cubicBezTo>
                      <a:pt x="3163" y="3246"/>
                      <a:pt x="3226" y="3238"/>
                      <a:pt x="3289" y="3235"/>
                    </a:cubicBezTo>
                    <a:cubicBezTo>
                      <a:pt x="3321" y="3231"/>
                      <a:pt x="3352" y="3226"/>
                      <a:pt x="3380" y="3226"/>
                    </a:cubicBezTo>
                    <a:lnTo>
                      <a:pt x="3416" y="3226"/>
                    </a:lnTo>
                    <a:cubicBezTo>
                      <a:pt x="3423" y="3226"/>
                      <a:pt x="3435" y="3226"/>
                      <a:pt x="3443" y="3222"/>
                    </a:cubicBezTo>
                    <a:cubicBezTo>
                      <a:pt x="3451" y="3222"/>
                      <a:pt x="3458" y="3218"/>
                      <a:pt x="3467" y="3215"/>
                    </a:cubicBezTo>
                    <a:cubicBezTo>
                      <a:pt x="3487" y="3202"/>
                      <a:pt x="3506" y="3187"/>
                      <a:pt x="3522" y="3167"/>
                    </a:cubicBezTo>
                    <a:cubicBezTo>
                      <a:pt x="3538" y="3147"/>
                      <a:pt x="3545" y="3124"/>
                      <a:pt x="3553" y="3100"/>
                    </a:cubicBezTo>
                    <a:lnTo>
                      <a:pt x="3553" y="3076"/>
                    </a:lnTo>
                    <a:cubicBezTo>
                      <a:pt x="3553" y="3060"/>
                      <a:pt x="3553" y="3045"/>
                      <a:pt x="3549" y="3033"/>
                    </a:cubicBezTo>
                    <a:cubicBezTo>
                      <a:pt x="3545" y="3018"/>
                      <a:pt x="3545" y="3005"/>
                      <a:pt x="3542" y="2989"/>
                    </a:cubicBezTo>
                    <a:cubicBezTo>
                      <a:pt x="3534" y="2978"/>
                      <a:pt x="3525" y="2966"/>
                      <a:pt x="3518" y="2954"/>
                    </a:cubicBezTo>
                    <a:cubicBezTo>
                      <a:pt x="3502" y="2938"/>
                      <a:pt x="3487" y="2923"/>
                      <a:pt x="3471" y="2907"/>
                    </a:cubicBezTo>
                    <a:cubicBezTo>
                      <a:pt x="3443" y="2876"/>
                      <a:pt x="3411" y="2847"/>
                      <a:pt x="3380" y="2820"/>
                    </a:cubicBezTo>
                    <a:cubicBezTo>
                      <a:pt x="3364" y="2805"/>
                      <a:pt x="3340" y="2789"/>
                      <a:pt x="3309" y="2769"/>
                    </a:cubicBezTo>
                    <a:cubicBezTo>
                      <a:pt x="3222" y="2705"/>
                      <a:pt x="3088" y="2627"/>
                      <a:pt x="3037" y="2600"/>
                    </a:cubicBezTo>
                    <a:cubicBezTo>
                      <a:pt x="2950" y="2548"/>
                      <a:pt x="2899" y="2525"/>
                      <a:pt x="2848" y="2505"/>
                    </a:cubicBezTo>
                    <a:cubicBezTo>
                      <a:pt x="2792" y="2485"/>
                      <a:pt x="2741" y="2469"/>
                      <a:pt x="2650" y="2434"/>
                    </a:cubicBezTo>
                    <a:cubicBezTo>
                      <a:pt x="2631" y="2427"/>
                      <a:pt x="2613" y="2422"/>
                      <a:pt x="2595" y="2415"/>
                    </a:cubicBezTo>
                    <a:lnTo>
                      <a:pt x="2595" y="2415"/>
                    </a:lnTo>
                    <a:lnTo>
                      <a:pt x="2595" y="2414"/>
                    </a:lnTo>
                    <a:cubicBezTo>
                      <a:pt x="2564" y="2398"/>
                      <a:pt x="2532" y="2390"/>
                      <a:pt x="2501" y="2379"/>
                    </a:cubicBezTo>
                    <a:cubicBezTo>
                      <a:pt x="2469" y="2367"/>
                      <a:pt x="2441" y="2355"/>
                      <a:pt x="2422" y="2339"/>
                    </a:cubicBezTo>
                    <a:cubicBezTo>
                      <a:pt x="2390" y="2312"/>
                      <a:pt x="2375" y="2284"/>
                      <a:pt x="2362" y="2245"/>
                    </a:cubicBezTo>
                    <a:cubicBezTo>
                      <a:pt x="2351" y="2209"/>
                      <a:pt x="2346" y="2170"/>
                      <a:pt x="2346" y="2126"/>
                    </a:cubicBezTo>
                    <a:cubicBezTo>
                      <a:pt x="2346" y="2071"/>
                      <a:pt x="2355" y="2016"/>
                      <a:pt x="2355" y="1965"/>
                    </a:cubicBezTo>
                    <a:lnTo>
                      <a:pt x="2355" y="1961"/>
                    </a:lnTo>
                    <a:lnTo>
                      <a:pt x="2355" y="1957"/>
                    </a:lnTo>
                    <a:cubicBezTo>
                      <a:pt x="2375" y="1953"/>
                      <a:pt x="2398" y="1941"/>
                      <a:pt x="2426" y="1929"/>
                    </a:cubicBezTo>
                    <a:cubicBezTo>
                      <a:pt x="2465" y="1910"/>
                      <a:pt x="2520" y="1877"/>
                      <a:pt x="2568" y="1842"/>
                    </a:cubicBezTo>
                    <a:cubicBezTo>
                      <a:pt x="2615" y="1806"/>
                      <a:pt x="2659" y="1768"/>
                      <a:pt x="2690" y="1720"/>
                    </a:cubicBezTo>
                    <a:cubicBezTo>
                      <a:pt x="2781" y="1570"/>
                      <a:pt x="2820" y="1400"/>
                      <a:pt x="2839" y="1235"/>
                    </a:cubicBezTo>
                    <a:cubicBezTo>
                      <a:pt x="2859" y="1073"/>
                      <a:pt x="2879" y="912"/>
                      <a:pt x="2879" y="747"/>
                    </a:cubicBezTo>
                    <a:cubicBezTo>
                      <a:pt x="2879" y="679"/>
                      <a:pt x="2875" y="612"/>
                      <a:pt x="2867" y="545"/>
                    </a:cubicBezTo>
                    <a:cubicBezTo>
                      <a:pt x="2863" y="498"/>
                      <a:pt x="2855" y="454"/>
                      <a:pt x="2843" y="407"/>
                    </a:cubicBezTo>
                    <a:cubicBezTo>
                      <a:pt x="2820" y="308"/>
                      <a:pt x="2792" y="234"/>
                      <a:pt x="2741" y="179"/>
                    </a:cubicBezTo>
                    <a:cubicBezTo>
                      <a:pt x="2717" y="147"/>
                      <a:pt x="2686" y="127"/>
                      <a:pt x="2650" y="108"/>
                    </a:cubicBezTo>
                    <a:cubicBezTo>
                      <a:pt x="2615" y="92"/>
                      <a:pt x="2572" y="79"/>
                      <a:pt x="2524" y="72"/>
                    </a:cubicBezTo>
                    <a:cubicBezTo>
                      <a:pt x="2355" y="44"/>
                      <a:pt x="2185" y="1"/>
                      <a:pt x="2011"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8" name="Google Shape;2628;p53"/>
              <p:cNvSpPr/>
              <p:nvPr/>
            </p:nvSpPr>
            <p:spPr>
              <a:xfrm>
                <a:off x="2985736" y="6115467"/>
                <a:ext cx="662366" cy="384096"/>
              </a:xfrm>
              <a:custGeom>
                <a:rect b="b" l="l" r="r" t="t"/>
                <a:pathLst>
                  <a:path extrusionOk="0" h="1107" w="1909">
                    <a:moveTo>
                      <a:pt x="1142" y="1"/>
                    </a:moveTo>
                    <a:cubicBezTo>
                      <a:pt x="961" y="1"/>
                      <a:pt x="777" y="58"/>
                      <a:pt x="603" y="98"/>
                    </a:cubicBezTo>
                    <a:cubicBezTo>
                      <a:pt x="453" y="129"/>
                      <a:pt x="146" y="220"/>
                      <a:pt x="146" y="421"/>
                    </a:cubicBezTo>
                    <a:cubicBezTo>
                      <a:pt x="146" y="453"/>
                      <a:pt x="153" y="484"/>
                      <a:pt x="158" y="511"/>
                    </a:cubicBezTo>
                    <a:cubicBezTo>
                      <a:pt x="166" y="563"/>
                      <a:pt x="166" y="614"/>
                      <a:pt x="166" y="669"/>
                    </a:cubicBezTo>
                    <a:cubicBezTo>
                      <a:pt x="166" y="724"/>
                      <a:pt x="158" y="772"/>
                      <a:pt x="118" y="815"/>
                    </a:cubicBezTo>
                    <a:cubicBezTo>
                      <a:pt x="91" y="846"/>
                      <a:pt x="47" y="874"/>
                      <a:pt x="31" y="914"/>
                    </a:cubicBezTo>
                    <a:cubicBezTo>
                      <a:pt x="1" y="999"/>
                      <a:pt x="72" y="1107"/>
                      <a:pt x="165" y="1107"/>
                    </a:cubicBezTo>
                    <a:cubicBezTo>
                      <a:pt x="166" y="1107"/>
                      <a:pt x="168" y="1107"/>
                      <a:pt x="169" y="1107"/>
                    </a:cubicBezTo>
                    <a:cubicBezTo>
                      <a:pt x="197" y="1107"/>
                      <a:pt x="221" y="1099"/>
                      <a:pt x="244" y="1095"/>
                    </a:cubicBezTo>
                    <a:cubicBezTo>
                      <a:pt x="249" y="1095"/>
                      <a:pt x="254" y="1095"/>
                      <a:pt x="259" y="1095"/>
                    </a:cubicBezTo>
                    <a:cubicBezTo>
                      <a:pt x="293" y="1095"/>
                      <a:pt x="328" y="1103"/>
                      <a:pt x="362" y="1103"/>
                    </a:cubicBezTo>
                    <a:cubicBezTo>
                      <a:pt x="374" y="1103"/>
                      <a:pt x="386" y="1102"/>
                      <a:pt x="399" y="1099"/>
                    </a:cubicBezTo>
                    <a:cubicBezTo>
                      <a:pt x="450" y="1087"/>
                      <a:pt x="489" y="1048"/>
                      <a:pt x="508" y="1001"/>
                    </a:cubicBezTo>
                    <a:cubicBezTo>
                      <a:pt x="528" y="953"/>
                      <a:pt x="532" y="898"/>
                      <a:pt x="532" y="846"/>
                    </a:cubicBezTo>
                    <a:cubicBezTo>
                      <a:pt x="532" y="764"/>
                      <a:pt x="450" y="602"/>
                      <a:pt x="528" y="535"/>
                    </a:cubicBezTo>
                    <a:lnTo>
                      <a:pt x="528" y="535"/>
                    </a:lnTo>
                    <a:cubicBezTo>
                      <a:pt x="579" y="582"/>
                      <a:pt x="603" y="586"/>
                      <a:pt x="635" y="650"/>
                    </a:cubicBezTo>
                    <a:cubicBezTo>
                      <a:pt x="666" y="708"/>
                      <a:pt x="690" y="775"/>
                      <a:pt x="706" y="843"/>
                    </a:cubicBezTo>
                    <a:cubicBezTo>
                      <a:pt x="714" y="874"/>
                      <a:pt x="721" y="910"/>
                      <a:pt x="753" y="930"/>
                    </a:cubicBezTo>
                    <a:cubicBezTo>
                      <a:pt x="773" y="941"/>
                      <a:pt x="797" y="941"/>
                      <a:pt x="821" y="941"/>
                    </a:cubicBezTo>
                    <a:cubicBezTo>
                      <a:pt x="923" y="937"/>
                      <a:pt x="1025" y="933"/>
                      <a:pt x="1128" y="930"/>
                    </a:cubicBezTo>
                    <a:cubicBezTo>
                      <a:pt x="1262" y="926"/>
                      <a:pt x="1400" y="917"/>
                      <a:pt x="1530" y="898"/>
                    </a:cubicBezTo>
                    <a:cubicBezTo>
                      <a:pt x="1640" y="882"/>
                      <a:pt x="1747" y="855"/>
                      <a:pt x="1849" y="819"/>
                    </a:cubicBezTo>
                    <a:cubicBezTo>
                      <a:pt x="1889" y="808"/>
                      <a:pt x="1909" y="768"/>
                      <a:pt x="1900" y="728"/>
                    </a:cubicBezTo>
                    <a:cubicBezTo>
                      <a:pt x="1869" y="590"/>
                      <a:pt x="1822" y="389"/>
                      <a:pt x="1743" y="271"/>
                    </a:cubicBezTo>
                    <a:cubicBezTo>
                      <a:pt x="1652" y="133"/>
                      <a:pt x="1518" y="86"/>
                      <a:pt x="1360" y="34"/>
                    </a:cubicBezTo>
                    <a:cubicBezTo>
                      <a:pt x="1288" y="10"/>
                      <a:pt x="1215" y="1"/>
                      <a:pt x="1142" y="1"/>
                    </a:cubicBezTo>
                    <a:close/>
                  </a:path>
                </a:pathLst>
              </a:custGeom>
              <a:solidFill>
                <a:schemeClr val="dk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9" name="Google Shape;2629;p53"/>
              <p:cNvSpPr/>
              <p:nvPr/>
            </p:nvSpPr>
            <p:spPr>
              <a:xfrm>
                <a:off x="1800846" y="7091482"/>
                <a:ext cx="2773331" cy="2555781"/>
              </a:xfrm>
              <a:custGeom>
                <a:rect b="b" l="l" r="r" t="t"/>
                <a:pathLst>
                  <a:path extrusionOk="0" h="7366" w="7993">
                    <a:moveTo>
                      <a:pt x="5216" y="0"/>
                    </a:moveTo>
                    <a:cubicBezTo>
                      <a:pt x="5146" y="0"/>
                      <a:pt x="5128" y="43"/>
                      <a:pt x="5024" y="53"/>
                    </a:cubicBezTo>
                    <a:cubicBezTo>
                      <a:pt x="5016" y="166"/>
                      <a:pt x="4866" y="199"/>
                      <a:pt x="4890" y="305"/>
                    </a:cubicBezTo>
                    <a:cubicBezTo>
                      <a:pt x="4775" y="360"/>
                      <a:pt x="4649" y="403"/>
                      <a:pt x="4538" y="435"/>
                    </a:cubicBezTo>
                    <a:cubicBezTo>
                      <a:pt x="4411" y="471"/>
                      <a:pt x="4279" y="493"/>
                      <a:pt x="4148" y="493"/>
                    </a:cubicBezTo>
                    <a:cubicBezTo>
                      <a:pt x="4090" y="493"/>
                      <a:pt x="4032" y="488"/>
                      <a:pt x="3975" y="479"/>
                    </a:cubicBezTo>
                    <a:cubicBezTo>
                      <a:pt x="3943" y="474"/>
                      <a:pt x="3912" y="470"/>
                      <a:pt x="3881" y="463"/>
                    </a:cubicBezTo>
                    <a:cubicBezTo>
                      <a:pt x="3750" y="297"/>
                      <a:pt x="3537" y="183"/>
                      <a:pt x="3320" y="155"/>
                    </a:cubicBezTo>
                    <a:cubicBezTo>
                      <a:pt x="3301" y="151"/>
                      <a:pt x="3285" y="151"/>
                      <a:pt x="3266" y="151"/>
                    </a:cubicBezTo>
                    <a:cubicBezTo>
                      <a:pt x="3237" y="115"/>
                      <a:pt x="3214" y="80"/>
                      <a:pt x="3195" y="37"/>
                    </a:cubicBezTo>
                    <a:cubicBezTo>
                      <a:pt x="2891" y="124"/>
                      <a:pt x="2579" y="175"/>
                      <a:pt x="2358" y="341"/>
                    </a:cubicBezTo>
                    <a:cubicBezTo>
                      <a:pt x="2015" y="518"/>
                      <a:pt x="1712" y="790"/>
                      <a:pt x="1435" y="1066"/>
                    </a:cubicBezTo>
                    <a:cubicBezTo>
                      <a:pt x="876" y="1622"/>
                      <a:pt x="394" y="2248"/>
                      <a:pt x="4" y="2931"/>
                    </a:cubicBezTo>
                    <a:cubicBezTo>
                      <a:pt x="1" y="2935"/>
                      <a:pt x="927" y="3507"/>
                      <a:pt x="1009" y="3562"/>
                    </a:cubicBezTo>
                    <a:cubicBezTo>
                      <a:pt x="1306" y="3747"/>
                      <a:pt x="1566" y="3857"/>
                      <a:pt x="1897" y="3905"/>
                    </a:cubicBezTo>
                    <a:cubicBezTo>
                      <a:pt x="1889" y="3944"/>
                      <a:pt x="1881" y="3984"/>
                      <a:pt x="1877" y="4023"/>
                    </a:cubicBezTo>
                    <a:cubicBezTo>
                      <a:pt x="1732" y="4769"/>
                      <a:pt x="1617" y="5510"/>
                      <a:pt x="1503" y="6259"/>
                    </a:cubicBezTo>
                    <a:cubicBezTo>
                      <a:pt x="1483" y="6381"/>
                      <a:pt x="1519" y="6507"/>
                      <a:pt x="1605" y="6602"/>
                    </a:cubicBezTo>
                    <a:lnTo>
                      <a:pt x="1672" y="6677"/>
                    </a:lnTo>
                    <a:cubicBezTo>
                      <a:pt x="1917" y="6938"/>
                      <a:pt x="2220" y="7134"/>
                      <a:pt x="2563" y="7233"/>
                    </a:cubicBezTo>
                    <a:cubicBezTo>
                      <a:pt x="2888" y="7327"/>
                      <a:pt x="3222" y="7366"/>
                      <a:pt x="3557" y="7366"/>
                    </a:cubicBezTo>
                    <a:cubicBezTo>
                      <a:pt x="3738" y="7366"/>
                      <a:pt x="3920" y="7355"/>
                      <a:pt x="4101" y="7335"/>
                    </a:cubicBezTo>
                    <a:cubicBezTo>
                      <a:pt x="4633" y="7280"/>
                      <a:pt x="5166" y="7166"/>
                      <a:pt x="5655" y="6949"/>
                    </a:cubicBezTo>
                    <a:cubicBezTo>
                      <a:pt x="5887" y="6847"/>
                      <a:pt x="6116" y="6716"/>
                      <a:pt x="6313" y="6551"/>
                    </a:cubicBezTo>
                    <a:cubicBezTo>
                      <a:pt x="6389" y="6488"/>
                      <a:pt x="6431" y="6389"/>
                      <a:pt x="6424" y="6290"/>
                    </a:cubicBezTo>
                    <a:cubicBezTo>
                      <a:pt x="6384" y="5849"/>
                      <a:pt x="6353" y="5404"/>
                      <a:pt x="6321" y="4958"/>
                    </a:cubicBezTo>
                    <a:cubicBezTo>
                      <a:pt x="6294" y="4576"/>
                      <a:pt x="6262" y="4197"/>
                      <a:pt x="6230" y="3815"/>
                    </a:cubicBezTo>
                    <a:cubicBezTo>
                      <a:pt x="6230" y="3799"/>
                      <a:pt x="6227" y="3779"/>
                      <a:pt x="6227" y="3759"/>
                    </a:cubicBezTo>
                    <a:lnTo>
                      <a:pt x="6227" y="3759"/>
                    </a:lnTo>
                    <a:cubicBezTo>
                      <a:pt x="6325" y="3921"/>
                      <a:pt x="6412" y="4086"/>
                      <a:pt x="6498" y="4252"/>
                    </a:cubicBezTo>
                    <a:cubicBezTo>
                      <a:pt x="6660" y="4212"/>
                      <a:pt x="6822" y="4153"/>
                      <a:pt x="6971" y="4082"/>
                    </a:cubicBezTo>
                    <a:cubicBezTo>
                      <a:pt x="7339" y="3917"/>
                      <a:pt x="7674" y="3696"/>
                      <a:pt x="7993" y="3455"/>
                    </a:cubicBezTo>
                    <a:cubicBezTo>
                      <a:pt x="7954" y="3325"/>
                      <a:pt x="7910" y="3195"/>
                      <a:pt x="7863" y="3069"/>
                    </a:cubicBezTo>
                    <a:cubicBezTo>
                      <a:pt x="7729" y="2679"/>
                      <a:pt x="7599" y="2233"/>
                      <a:pt x="7417" y="1862"/>
                    </a:cubicBezTo>
                    <a:cubicBezTo>
                      <a:pt x="7268" y="1559"/>
                      <a:pt x="7122" y="1078"/>
                      <a:pt x="6869" y="849"/>
                    </a:cubicBezTo>
                    <a:cubicBezTo>
                      <a:pt x="6467" y="479"/>
                      <a:pt x="6250" y="270"/>
                      <a:pt x="5315" y="17"/>
                    </a:cubicBezTo>
                    <a:cubicBezTo>
                      <a:pt x="5308" y="13"/>
                      <a:pt x="5295" y="9"/>
                      <a:pt x="5288" y="1"/>
                    </a:cubicBezTo>
                    <a:cubicBezTo>
                      <a:pt x="5284" y="6"/>
                      <a:pt x="5284" y="6"/>
                      <a:pt x="5280" y="9"/>
                    </a:cubicBezTo>
                    <a:cubicBezTo>
                      <a:pt x="5254" y="3"/>
                      <a:pt x="5234" y="0"/>
                      <a:pt x="5216" y="0"/>
                    </a:cubicBezTo>
                    <a:close/>
                  </a:path>
                </a:pathLst>
              </a:custGeom>
              <a:solidFill>
                <a:schemeClr val="accen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0" name="Google Shape;2630;p53"/>
              <p:cNvSpPr/>
              <p:nvPr/>
            </p:nvSpPr>
            <p:spPr>
              <a:xfrm>
                <a:off x="1795294" y="7083502"/>
                <a:ext cx="2787210" cy="2572436"/>
              </a:xfrm>
              <a:custGeom>
                <a:rect b="b" l="l" r="r" t="t"/>
                <a:pathLst>
                  <a:path extrusionOk="0" h="7414" w="8033">
                    <a:moveTo>
                      <a:pt x="5233" y="44"/>
                    </a:moveTo>
                    <a:cubicBezTo>
                      <a:pt x="5249" y="44"/>
                      <a:pt x="5269" y="48"/>
                      <a:pt x="5293" y="52"/>
                    </a:cubicBezTo>
                    <a:cubicBezTo>
                      <a:pt x="5295" y="53"/>
                      <a:pt x="5297" y="54"/>
                      <a:pt x="5299" y="54"/>
                    </a:cubicBezTo>
                    <a:cubicBezTo>
                      <a:pt x="5301" y="54"/>
                      <a:pt x="5303" y="53"/>
                      <a:pt x="5305" y="52"/>
                    </a:cubicBezTo>
                    <a:lnTo>
                      <a:pt x="5305" y="52"/>
                    </a:lnTo>
                    <a:cubicBezTo>
                      <a:pt x="5311" y="55"/>
                      <a:pt x="5317" y="58"/>
                      <a:pt x="5324" y="60"/>
                    </a:cubicBezTo>
                    <a:lnTo>
                      <a:pt x="5328" y="60"/>
                    </a:lnTo>
                    <a:cubicBezTo>
                      <a:pt x="5793" y="186"/>
                      <a:pt x="6081" y="300"/>
                      <a:pt x="6298" y="431"/>
                    </a:cubicBezTo>
                    <a:cubicBezTo>
                      <a:pt x="6514" y="560"/>
                      <a:pt x="6669" y="702"/>
                      <a:pt x="6869" y="888"/>
                    </a:cubicBezTo>
                    <a:cubicBezTo>
                      <a:pt x="6991" y="999"/>
                      <a:pt x="7091" y="1172"/>
                      <a:pt x="7177" y="1361"/>
                    </a:cubicBezTo>
                    <a:cubicBezTo>
                      <a:pt x="7264" y="1547"/>
                      <a:pt x="7339" y="1743"/>
                      <a:pt x="7413" y="1898"/>
                    </a:cubicBezTo>
                    <a:cubicBezTo>
                      <a:pt x="7595" y="2264"/>
                      <a:pt x="7721" y="2710"/>
                      <a:pt x="7859" y="3096"/>
                    </a:cubicBezTo>
                    <a:cubicBezTo>
                      <a:pt x="7905" y="3221"/>
                      <a:pt x="7943" y="3346"/>
                      <a:pt x="7985" y="3472"/>
                    </a:cubicBezTo>
                    <a:lnTo>
                      <a:pt x="7985" y="3472"/>
                    </a:lnTo>
                    <a:cubicBezTo>
                      <a:pt x="7665" y="3705"/>
                      <a:pt x="7338" y="3922"/>
                      <a:pt x="6980" y="4086"/>
                    </a:cubicBezTo>
                    <a:cubicBezTo>
                      <a:pt x="6835" y="4154"/>
                      <a:pt x="6682" y="4212"/>
                      <a:pt x="6526" y="4248"/>
                    </a:cubicBezTo>
                    <a:lnTo>
                      <a:pt x="6526" y="4248"/>
                    </a:lnTo>
                    <a:cubicBezTo>
                      <a:pt x="6441" y="4087"/>
                      <a:pt x="6354" y="3927"/>
                      <a:pt x="6263" y="3770"/>
                    </a:cubicBezTo>
                    <a:cubicBezTo>
                      <a:pt x="6256" y="3764"/>
                      <a:pt x="6251" y="3760"/>
                      <a:pt x="6243" y="3760"/>
                    </a:cubicBezTo>
                    <a:cubicBezTo>
                      <a:pt x="6240" y="3760"/>
                      <a:pt x="6237" y="3761"/>
                      <a:pt x="6234" y="3762"/>
                    </a:cubicBezTo>
                    <a:cubicBezTo>
                      <a:pt x="6227" y="3767"/>
                      <a:pt x="6219" y="3774"/>
                      <a:pt x="6219" y="3786"/>
                    </a:cubicBezTo>
                    <a:cubicBezTo>
                      <a:pt x="6223" y="3805"/>
                      <a:pt x="6223" y="3822"/>
                      <a:pt x="6227" y="3841"/>
                    </a:cubicBezTo>
                    <a:cubicBezTo>
                      <a:pt x="6258" y="4220"/>
                      <a:pt x="6286" y="4602"/>
                      <a:pt x="6314" y="4981"/>
                    </a:cubicBezTo>
                    <a:cubicBezTo>
                      <a:pt x="6345" y="5427"/>
                      <a:pt x="6381" y="5872"/>
                      <a:pt x="6416" y="6317"/>
                    </a:cubicBezTo>
                    <a:cubicBezTo>
                      <a:pt x="6416" y="6326"/>
                      <a:pt x="6420" y="6333"/>
                      <a:pt x="6420" y="6341"/>
                    </a:cubicBezTo>
                    <a:cubicBezTo>
                      <a:pt x="6420" y="6424"/>
                      <a:pt x="6381" y="6503"/>
                      <a:pt x="6314" y="6558"/>
                    </a:cubicBezTo>
                    <a:cubicBezTo>
                      <a:pt x="6121" y="6719"/>
                      <a:pt x="5895" y="6850"/>
                      <a:pt x="5663" y="6952"/>
                    </a:cubicBezTo>
                    <a:cubicBezTo>
                      <a:pt x="5178" y="7165"/>
                      <a:pt x="4645" y="7280"/>
                      <a:pt x="4117" y="7339"/>
                    </a:cubicBezTo>
                    <a:cubicBezTo>
                      <a:pt x="3936" y="7358"/>
                      <a:pt x="3755" y="7370"/>
                      <a:pt x="3573" y="7370"/>
                    </a:cubicBezTo>
                    <a:cubicBezTo>
                      <a:pt x="3238" y="7370"/>
                      <a:pt x="2907" y="7331"/>
                      <a:pt x="2587" y="7236"/>
                    </a:cubicBezTo>
                    <a:cubicBezTo>
                      <a:pt x="2248" y="7138"/>
                      <a:pt x="1944" y="6941"/>
                      <a:pt x="1704" y="6684"/>
                    </a:cubicBezTo>
                    <a:lnTo>
                      <a:pt x="1637" y="6610"/>
                    </a:lnTo>
                    <a:cubicBezTo>
                      <a:pt x="1570" y="6539"/>
                      <a:pt x="1535" y="6444"/>
                      <a:pt x="1535" y="6345"/>
                    </a:cubicBezTo>
                    <a:cubicBezTo>
                      <a:pt x="1535" y="6326"/>
                      <a:pt x="1535" y="6306"/>
                      <a:pt x="1538" y="6286"/>
                    </a:cubicBezTo>
                    <a:cubicBezTo>
                      <a:pt x="1657" y="5536"/>
                      <a:pt x="1771" y="4795"/>
                      <a:pt x="1913" y="4051"/>
                    </a:cubicBezTo>
                    <a:cubicBezTo>
                      <a:pt x="1921" y="4011"/>
                      <a:pt x="1925" y="3971"/>
                      <a:pt x="1933" y="3932"/>
                    </a:cubicBezTo>
                    <a:cubicBezTo>
                      <a:pt x="1933" y="3928"/>
                      <a:pt x="1933" y="3920"/>
                      <a:pt x="1928" y="3916"/>
                    </a:cubicBezTo>
                    <a:cubicBezTo>
                      <a:pt x="1925" y="3912"/>
                      <a:pt x="1921" y="3909"/>
                      <a:pt x="1913" y="3909"/>
                    </a:cubicBezTo>
                    <a:cubicBezTo>
                      <a:pt x="1590" y="3861"/>
                      <a:pt x="1329" y="3751"/>
                      <a:pt x="1038" y="3565"/>
                    </a:cubicBezTo>
                    <a:cubicBezTo>
                      <a:pt x="994" y="3538"/>
                      <a:pt x="745" y="3383"/>
                      <a:pt x="505" y="3234"/>
                    </a:cubicBezTo>
                    <a:cubicBezTo>
                      <a:pt x="383" y="3159"/>
                      <a:pt x="265" y="3084"/>
                      <a:pt x="178" y="3029"/>
                    </a:cubicBezTo>
                    <a:cubicBezTo>
                      <a:pt x="135" y="3001"/>
                      <a:pt x="99" y="2977"/>
                      <a:pt x="72" y="2962"/>
                    </a:cubicBezTo>
                    <a:cubicBezTo>
                      <a:pt x="63" y="2956"/>
                      <a:pt x="56" y="2953"/>
                      <a:pt x="51" y="2948"/>
                    </a:cubicBezTo>
                    <a:lnTo>
                      <a:pt x="51" y="2948"/>
                    </a:lnTo>
                    <a:cubicBezTo>
                      <a:pt x="439" y="2273"/>
                      <a:pt x="916" y="1651"/>
                      <a:pt x="1464" y="1105"/>
                    </a:cubicBezTo>
                    <a:cubicBezTo>
                      <a:pt x="1744" y="828"/>
                      <a:pt x="2047" y="557"/>
                      <a:pt x="2386" y="383"/>
                    </a:cubicBezTo>
                    <a:lnTo>
                      <a:pt x="2390" y="379"/>
                    </a:lnTo>
                    <a:cubicBezTo>
                      <a:pt x="2496" y="300"/>
                      <a:pt x="2627" y="249"/>
                      <a:pt x="2769" y="202"/>
                    </a:cubicBezTo>
                    <a:cubicBezTo>
                      <a:pt x="2906" y="160"/>
                      <a:pt x="3053" y="126"/>
                      <a:pt x="3199" y="84"/>
                    </a:cubicBezTo>
                    <a:lnTo>
                      <a:pt x="3199" y="84"/>
                    </a:lnTo>
                    <a:cubicBezTo>
                      <a:pt x="3218" y="121"/>
                      <a:pt x="3241" y="155"/>
                      <a:pt x="3262" y="186"/>
                    </a:cubicBezTo>
                    <a:cubicBezTo>
                      <a:pt x="3265" y="189"/>
                      <a:pt x="3273" y="194"/>
                      <a:pt x="3277" y="194"/>
                    </a:cubicBezTo>
                    <a:cubicBezTo>
                      <a:pt x="3297" y="194"/>
                      <a:pt x="3317" y="198"/>
                      <a:pt x="3333" y="198"/>
                    </a:cubicBezTo>
                    <a:cubicBezTo>
                      <a:pt x="3542" y="225"/>
                      <a:pt x="3755" y="340"/>
                      <a:pt x="3881" y="502"/>
                    </a:cubicBezTo>
                    <a:cubicBezTo>
                      <a:pt x="3881" y="506"/>
                      <a:pt x="3884" y="506"/>
                      <a:pt x="3892" y="509"/>
                    </a:cubicBezTo>
                    <a:cubicBezTo>
                      <a:pt x="3924" y="513"/>
                      <a:pt x="3955" y="521"/>
                      <a:pt x="3987" y="525"/>
                    </a:cubicBezTo>
                    <a:cubicBezTo>
                      <a:pt x="4042" y="533"/>
                      <a:pt x="4101" y="537"/>
                      <a:pt x="4157" y="537"/>
                    </a:cubicBezTo>
                    <a:cubicBezTo>
                      <a:pt x="4290" y="537"/>
                      <a:pt x="4429" y="513"/>
                      <a:pt x="4559" y="478"/>
                    </a:cubicBezTo>
                    <a:cubicBezTo>
                      <a:pt x="4673" y="450"/>
                      <a:pt x="4800" y="407"/>
                      <a:pt x="4914" y="348"/>
                    </a:cubicBezTo>
                    <a:cubicBezTo>
                      <a:pt x="4925" y="344"/>
                      <a:pt x="4929" y="331"/>
                      <a:pt x="4925" y="324"/>
                    </a:cubicBezTo>
                    <a:lnTo>
                      <a:pt x="4925" y="308"/>
                    </a:lnTo>
                    <a:cubicBezTo>
                      <a:pt x="4925" y="289"/>
                      <a:pt x="4929" y="277"/>
                      <a:pt x="4941" y="260"/>
                    </a:cubicBezTo>
                    <a:cubicBezTo>
                      <a:pt x="4957" y="237"/>
                      <a:pt x="4985" y="213"/>
                      <a:pt x="5009" y="186"/>
                    </a:cubicBezTo>
                    <a:cubicBezTo>
                      <a:pt x="5024" y="174"/>
                      <a:pt x="5036" y="158"/>
                      <a:pt x="5044" y="138"/>
                    </a:cubicBezTo>
                    <a:cubicBezTo>
                      <a:pt x="5053" y="127"/>
                      <a:pt x="5057" y="113"/>
                      <a:pt x="5061" y="97"/>
                    </a:cubicBezTo>
                    <a:lnTo>
                      <a:pt x="5061" y="97"/>
                    </a:lnTo>
                    <a:cubicBezTo>
                      <a:pt x="5106" y="89"/>
                      <a:pt x="5137" y="78"/>
                      <a:pt x="5158" y="64"/>
                    </a:cubicBezTo>
                    <a:cubicBezTo>
                      <a:pt x="5174" y="60"/>
                      <a:pt x="5182" y="56"/>
                      <a:pt x="5193" y="52"/>
                    </a:cubicBezTo>
                    <a:cubicBezTo>
                      <a:pt x="5205" y="48"/>
                      <a:pt x="5217" y="44"/>
                      <a:pt x="5233" y="44"/>
                    </a:cubicBezTo>
                    <a:close/>
                    <a:moveTo>
                      <a:pt x="5233" y="0"/>
                    </a:moveTo>
                    <a:cubicBezTo>
                      <a:pt x="5213" y="0"/>
                      <a:pt x="5198" y="5"/>
                      <a:pt x="5182" y="9"/>
                    </a:cubicBezTo>
                    <a:cubicBezTo>
                      <a:pt x="5158" y="16"/>
                      <a:pt x="5142" y="24"/>
                      <a:pt x="5122" y="36"/>
                    </a:cubicBezTo>
                    <a:cubicBezTo>
                      <a:pt x="5099" y="44"/>
                      <a:pt x="5075" y="52"/>
                      <a:pt x="5040" y="56"/>
                    </a:cubicBezTo>
                    <a:cubicBezTo>
                      <a:pt x="5028" y="56"/>
                      <a:pt x="5020" y="64"/>
                      <a:pt x="5020" y="76"/>
                    </a:cubicBezTo>
                    <a:cubicBezTo>
                      <a:pt x="5016" y="100"/>
                      <a:pt x="5009" y="115"/>
                      <a:pt x="4996" y="131"/>
                    </a:cubicBezTo>
                    <a:cubicBezTo>
                      <a:pt x="4980" y="158"/>
                      <a:pt x="4953" y="182"/>
                      <a:pt x="4929" y="206"/>
                    </a:cubicBezTo>
                    <a:cubicBezTo>
                      <a:pt x="4918" y="222"/>
                      <a:pt x="4906" y="233"/>
                      <a:pt x="4898" y="249"/>
                    </a:cubicBezTo>
                    <a:cubicBezTo>
                      <a:pt x="4886" y="269"/>
                      <a:pt x="4882" y="284"/>
                      <a:pt x="4882" y="308"/>
                    </a:cubicBezTo>
                    <a:cubicBezTo>
                      <a:pt x="4882" y="310"/>
                      <a:pt x="4882" y="313"/>
                      <a:pt x="4882" y="315"/>
                    </a:cubicBezTo>
                    <a:lnTo>
                      <a:pt x="4882" y="315"/>
                    </a:lnTo>
                    <a:cubicBezTo>
                      <a:pt x="4769" y="368"/>
                      <a:pt x="4656" y="409"/>
                      <a:pt x="4547" y="438"/>
                    </a:cubicBezTo>
                    <a:cubicBezTo>
                      <a:pt x="4421" y="470"/>
                      <a:pt x="4287" y="493"/>
                      <a:pt x="4157" y="493"/>
                    </a:cubicBezTo>
                    <a:cubicBezTo>
                      <a:pt x="4101" y="493"/>
                      <a:pt x="4046" y="489"/>
                      <a:pt x="3991" y="482"/>
                    </a:cubicBezTo>
                    <a:cubicBezTo>
                      <a:pt x="3965" y="478"/>
                      <a:pt x="3936" y="471"/>
                      <a:pt x="3907" y="467"/>
                    </a:cubicBezTo>
                    <a:lnTo>
                      <a:pt x="3907" y="467"/>
                    </a:lnTo>
                    <a:cubicBezTo>
                      <a:pt x="3773" y="297"/>
                      <a:pt x="3558" y="182"/>
                      <a:pt x="3340" y="154"/>
                    </a:cubicBezTo>
                    <a:cubicBezTo>
                      <a:pt x="3324" y="154"/>
                      <a:pt x="3307" y="152"/>
                      <a:pt x="3291" y="151"/>
                    </a:cubicBezTo>
                    <a:lnTo>
                      <a:pt x="3291" y="151"/>
                    </a:lnTo>
                    <a:cubicBezTo>
                      <a:pt x="3269" y="121"/>
                      <a:pt x="3248" y="88"/>
                      <a:pt x="3230" y="48"/>
                    </a:cubicBezTo>
                    <a:cubicBezTo>
                      <a:pt x="3222" y="40"/>
                      <a:pt x="3214" y="36"/>
                      <a:pt x="3202" y="36"/>
                    </a:cubicBezTo>
                    <a:cubicBezTo>
                      <a:pt x="3053" y="84"/>
                      <a:pt x="2898" y="115"/>
                      <a:pt x="2753" y="162"/>
                    </a:cubicBezTo>
                    <a:cubicBezTo>
                      <a:pt x="2611" y="206"/>
                      <a:pt x="2477" y="260"/>
                      <a:pt x="2363" y="344"/>
                    </a:cubicBezTo>
                    <a:lnTo>
                      <a:pt x="2364" y="345"/>
                    </a:lnTo>
                    <a:lnTo>
                      <a:pt x="2364" y="345"/>
                    </a:lnTo>
                    <a:cubicBezTo>
                      <a:pt x="2017" y="522"/>
                      <a:pt x="1711" y="798"/>
                      <a:pt x="1436" y="1073"/>
                    </a:cubicBezTo>
                    <a:cubicBezTo>
                      <a:pt x="876" y="1629"/>
                      <a:pt x="395" y="2260"/>
                      <a:pt x="1" y="2942"/>
                    </a:cubicBezTo>
                    <a:lnTo>
                      <a:pt x="1" y="2954"/>
                    </a:lnTo>
                    <a:cubicBezTo>
                      <a:pt x="1" y="2962"/>
                      <a:pt x="1" y="2962"/>
                      <a:pt x="4" y="2966"/>
                    </a:cubicBezTo>
                    <a:cubicBezTo>
                      <a:pt x="4" y="2970"/>
                      <a:pt x="4" y="2970"/>
                      <a:pt x="8" y="2970"/>
                    </a:cubicBezTo>
                    <a:lnTo>
                      <a:pt x="8" y="2974"/>
                    </a:lnTo>
                    <a:cubicBezTo>
                      <a:pt x="12" y="2977"/>
                      <a:pt x="20" y="2981"/>
                      <a:pt x="28" y="2986"/>
                    </a:cubicBezTo>
                    <a:cubicBezTo>
                      <a:pt x="64" y="3010"/>
                      <a:pt x="139" y="3057"/>
                      <a:pt x="230" y="3116"/>
                    </a:cubicBezTo>
                    <a:cubicBezTo>
                      <a:pt x="509" y="3289"/>
                      <a:pt x="958" y="3565"/>
                      <a:pt x="1014" y="3601"/>
                    </a:cubicBezTo>
                    <a:cubicBezTo>
                      <a:pt x="1302" y="3781"/>
                      <a:pt x="1561" y="3898"/>
                      <a:pt x="1885" y="3948"/>
                    </a:cubicBezTo>
                    <a:lnTo>
                      <a:pt x="1885" y="3948"/>
                    </a:lnTo>
                    <a:cubicBezTo>
                      <a:pt x="1879" y="3979"/>
                      <a:pt x="1876" y="4011"/>
                      <a:pt x="1870" y="4042"/>
                    </a:cubicBezTo>
                    <a:cubicBezTo>
                      <a:pt x="1728" y="4788"/>
                      <a:pt x="1613" y="5533"/>
                      <a:pt x="1495" y="6278"/>
                    </a:cubicBezTo>
                    <a:cubicBezTo>
                      <a:pt x="1491" y="6302"/>
                      <a:pt x="1491" y="6322"/>
                      <a:pt x="1491" y="6345"/>
                    </a:cubicBezTo>
                    <a:cubicBezTo>
                      <a:pt x="1491" y="6451"/>
                      <a:pt x="1531" y="6558"/>
                      <a:pt x="1606" y="6641"/>
                    </a:cubicBezTo>
                    <a:lnTo>
                      <a:pt x="1673" y="6712"/>
                    </a:lnTo>
                    <a:cubicBezTo>
                      <a:pt x="1917" y="6976"/>
                      <a:pt x="2228" y="7177"/>
                      <a:pt x="2576" y="7280"/>
                    </a:cubicBezTo>
                    <a:cubicBezTo>
                      <a:pt x="2903" y="7374"/>
                      <a:pt x="3238" y="7414"/>
                      <a:pt x="3573" y="7414"/>
                    </a:cubicBezTo>
                    <a:cubicBezTo>
                      <a:pt x="3755" y="7414"/>
                      <a:pt x="3939" y="7402"/>
                      <a:pt x="4121" y="7382"/>
                    </a:cubicBezTo>
                    <a:cubicBezTo>
                      <a:pt x="4654" y="7323"/>
                      <a:pt x="5189" y="7209"/>
                      <a:pt x="5682" y="6992"/>
                    </a:cubicBezTo>
                    <a:cubicBezTo>
                      <a:pt x="5915" y="6890"/>
                      <a:pt x="6144" y="6755"/>
                      <a:pt x="6341" y="6590"/>
                    </a:cubicBezTo>
                    <a:cubicBezTo>
                      <a:pt x="6416" y="6530"/>
                      <a:pt x="6463" y="6435"/>
                      <a:pt x="6463" y="6341"/>
                    </a:cubicBezTo>
                    <a:cubicBezTo>
                      <a:pt x="6463" y="6329"/>
                      <a:pt x="6459" y="6322"/>
                      <a:pt x="6459" y="6313"/>
                    </a:cubicBezTo>
                    <a:cubicBezTo>
                      <a:pt x="6423" y="5868"/>
                      <a:pt x="6388" y="5423"/>
                      <a:pt x="6357" y="4977"/>
                    </a:cubicBezTo>
                    <a:cubicBezTo>
                      <a:pt x="6330" y="4612"/>
                      <a:pt x="6303" y="4243"/>
                      <a:pt x="6273" y="3877"/>
                    </a:cubicBezTo>
                    <a:lnTo>
                      <a:pt x="6273" y="3877"/>
                    </a:lnTo>
                    <a:cubicBezTo>
                      <a:pt x="6352" y="4009"/>
                      <a:pt x="6423" y="4146"/>
                      <a:pt x="6494" y="4282"/>
                    </a:cubicBezTo>
                    <a:cubicBezTo>
                      <a:pt x="6498" y="4289"/>
                      <a:pt x="6507" y="4296"/>
                      <a:pt x="6514" y="4296"/>
                    </a:cubicBezTo>
                    <a:cubicBezTo>
                      <a:pt x="6515" y="4296"/>
                      <a:pt x="6517" y="4295"/>
                      <a:pt x="6518" y="4295"/>
                    </a:cubicBezTo>
                    <a:cubicBezTo>
                      <a:pt x="6684" y="4255"/>
                      <a:pt x="6846" y="4196"/>
                      <a:pt x="6996" y="4125"/>
                    </a:cubicBezTo>
                    <a:cubicBezTo>
                      <a:pt x="7362" y="3956"/>
                      <a:pt x="7701" y="3735"/>
                      <a:pt x="8021" y="3494"/>
                    </a:cubicBezTo>
                    <a:cubicBezTo>
                      <a:pt x="8028" y="3490"/>
                      <a:pt x="8032" y="3483"/>
                      <a:pt x="8028" y="3470"/>
                    </a:cubicBezTo>
                    <a:cubicBezTo>
                      <a:pt x="7990" y="3341"/>
                      <a:pt x="7946" y="3210"/>
                      <a:pt x="7903" y="3084"/>
                    </a:cubicBezTo>
                    <a:cubicBezTo>
                      <a:pt x="7764" y="2694"/>
                      <a:pt x="7639" y="2248"/>
                      <a:pt x="7453" y="1878"/>
                    </a:cubicBezTo>
                    <a:cubicBezTo>
                      <a:pt x="7378" y="1724"/>
                      <a:pt x="7304" y="1530"/>
                      <a:pt x="7216" y="1341"/>
                    </a:cubicBezTo>
                    <a:cubicBezTo>
                      <a:pt x="7129" y="1152"/>
                      <a:pt x="7027" y="975"/>
                      <a:pt x="6897" y="857"/>
                    </a:cubicBezTo>
                    <a:cubicBezTo>
                      <a:pt x="6700" y="671"/>
                      <a:pt x="6542" y="525"/>
                      <a:pt x="6321" y="395"/>
                    </a:cubicBezTo>
                    <a:cubicBezTo>
                      <a:pt x="6097" y="261"/>
                      <a:pt x="5810" y="147"/>
                      <a:pt x="5343" y="21"/>
                    </a:cubicBezTo>
                    <a:lnTo>
                      <a:pt x="5343" y="21"/>
                    </a:lnTo>
                    <a:lnTo>
                      <a:pt x="5344" y="20"/>
                    </a:lnTo>
                    <a:cubicBezTo>
                      <a:pt x="5331" y="16"/>
                      <a:pt x="5324" y="13"/>
                      <a:pt x="5311" y="5"/>
                    </a:cubicBezTo>
                    <a:cubicBezTo>
                      <a:pt x="5309" y="4"/>
                      <a:pt x="5307" y="3"/>
                      <a:pt x="5304" y="3"/>
                    </a:cubicBezTo>
                    <a:cubicBezTo>
                      <a:pt x="5300" y="3"/>
                      <a:pt x="5296" y="5"/>
                      <a:pt x="5292" y="7"/>
                    </a:cubicBezTo>
                    <a:lnTo>
                      <a:pt x="5292" y="7"/>
                    </a:lnTo>
                    <a:cubicBezTo>
                      <a:pt x="5269" y="4"/>
                      <a:pt x="5250" y="0"/>
                      <a:pt x="523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1" name="Google Shape;2631;p53"/>
              <p:cNvSpPr/>
              <p:nvPr/>
            </p:nvSpPr>
            <p:spPr>
              <a:xfrm>
                <a:off x="2955550" y="6499211"/>
                <a:ext cx="194650" cy="192221"/>
              </a:xfrm>
              <a:custGeom>
                <a:rect b="b" l="l" r="r" t="t"/>
                <a:pathLst>
                  <a:path extrusionOk="0" h="554" w="561">
                    <a:moveTo>
                      <a:pt x="280" y="1"/>
                    </a:moveTo>
                    <a:cubicBezTo>
                      <a:pt x="277" y="1"/>
                      <a:pt x="275" y="1"/>
                      <a:pt x="273" y="1"/>
                    </a:cubicBezTo>
                    <a:cubicBezTo>
                      <a:pt x="118" y="9"/>
                      <a:pt x="0" y="135"/>
                      <a:pt x="4" y="288"/>
                    </a:cubicBezTo>
                    <a:cubicBezTo>
                      <a:pt x="8" y="436"/>
                      <a:pt x="134" y="553"/>
                      <a:pt x="281" y="553"/>
                    </a:cubicBezTo>
                    <a:cubicBezTo>
                      <a:pt x="283" y="553"/>
                      <a:pt x="285" y="553"/>
                      <a:pt x="288" y="553"/>
                    </a:cubicBezTo>
                    <a:cubicBezTo>
                      <a:pt x="442" y="549"/>
                      <a:pt x="560" y="423"/>
                      <a:pt x="556" y="269"/>
                    </a:cubicBezTo>
                    <a:cubicBezTo>
                      <a:pt x="553" y="118"/>
                      <a:pt x="426" y="1"/>
                      <a:pt x="280" y="1"/>
                    </a:cubicBezTo>
                    <a:close/>
                  </a:path>
                </a:pathLst>
              </a:custGeom>
              <a:solidFill>
                <a:srgbClr val="DE7A69"/>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2" name="Google Shape;2632;p53"/>
              <p:cNvSpPr/>
              <p:nvPr/>
            </p:nvSpPr>
            <p:spPr>
              <a:xfrm>
                <a:off x="2949998" y="6492272"/>
                <a:ext cx="205753" cy="207141"/>
              </a:xfrm>
              <a:custGeom>
                <a:rect b="b" l="l" r="r" t="t"/>
                <a:pathLst>
                  <a:path extrusionOk="0" h="597" w="593">
                    <a:moveTo>
                      <a:pt x="296" y="44"/>
                    </a:moveTo>
                    <a:cubicBezTo>
                      <a:pt x="434" y="44"/>
                      <a:pt x="545" y="151"/>
                      <a:pt x="549" y="289"/>
                    </a:cubicBezTo>
                    <a:lnTo>
                      <a:pt x="549" y="297"/>
                    </a:lnTo>
                    <a:cubicBezTo>
                      <a:pt x="549" y="435"/>
                      <a:pt x="442" y="550"/>
                      <a:pt x="304" y="553"/>
                    </a:cubicBezTo>
                    <a:lnTo>
                      <a:pt x="296" y="553"/>
                    </a:lnTo>
                    <a:cubicBezTo>
                      <a:pt x="158" y="553"/>
                      <a:pt x="48" y="443"/>
                      <a:pt x="43" y="305"/>
                    </a:cubicBezTo>
                    <a:lnTo>
                      <a:pt x="43" y="297"/>
                    </a:lnTo>
                    <a:cubicBezTo>
                      <a:pt x="43" y="163"/>
                      <a:pt x="150" y="48"/>
                      <a:pt x="289" y="44"/>
                    </a:cubicBezTo>
                    <a:close/>
                    <a:moveTo>
                      <a:pt x="289" y="1"/>
                    </a:moveTo>
                    <a:cubicBezTo>
                      <a:pt x="127" y="6"/>
                      <a:pt x="1" y="139"/>
                      <a:pt x="1" y="297"/>
                    </a:cubicBezTo>
                    <a:lnTo>
                      <a:pt x="1" y="308"/>
                    </a:lnTo>
                    <a:cubicBezTo>
                      <a:pt x="5" y="470"/>
                      <a:pt x="134" y="597"/>
                      <a:pt x="296" y="597"/>
                    </a:cubicBezTo>
                    <a:lnTo>
                      <a:pt x="304" y="597"/>
                    </a:lnTo>
                    <a:cubicBezTo>
                      <a:pt x="466" y="588"/>
                      <a:pt x="592" y="459"/>
                      <a:pt x="592" y="297"/>
                    </a:cubicBezTo>
                    <a:lnTo>
                      <a:pt x="592" y="289"/>
                    </a:lnTo>
                    <a:cubicBezTo>
                      <a:pt x="588" y="128"/>
                      <a:pt x="458" y="1"/>
                      <a:pt x="296"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3" name="Google Shape;2633;p53"/>
              <p:cNvSpPr/>
              <p:nvPr/>
            </p:nvSpPr>
            <p:spPr>
              <a:xfrm>
                <a:off x="3011411" y="6544317"/>
                <a:ext cx="64883" cy="113459"/>
              </a:xfrm>
              <a:custGeom>
                <a:rect b="b" l="l" r="r" t="t"/>
                <a:pathLst>
                  <a:path extrusionOk="0" h="327" w="187">
                    <a:moveTo>
                      <a:pt x="163" y="1"/>
                    </a:moveTo>
                    <a:cubicBezTo>
                      <a:pt x="162" y="1"/>
                      <a:pt x="160" y="1"/>
                      <a:pt x="159" y="1"/>
                    </a:cubicBezTo>
                    <a:cubicBezTo>
                      <a:pt x="123" y="5"/>
                      <a:pt x="92" y="21"/>
                      <a:pt x="64" y="45"/>
                    </a:cubicBezTo>
                    <a:cubicBezTo>
                      <a:pt x="41" y="64"/>
                      <a:pt x="17" y="96"/>
                      <a:pt x="8" y="131"/>
                    </a:cubicBezTo>
                    <a:cubicBezTo>
                      <a:pt x="5" y="147"/>
                      <a:pt x="1" y="163"/>
                      <a:pt x="1" y="178"/>
                    </a:cubicBezTo>
                    <a:cubicBezTo>
                      <a:pt x="1" y="234"/>
                      <a:pt x="25" y="285"/>
                      <a:pt x="64" y="320"/>
                    </a:cubicBezTo>
                    <a:cubicBezTo>
                      <a:pt x="68" y="324"/>
                      <a:pt x="73" y="326"/>
                      <a:pt x="78" y="326"/>
                    </a:cubicBezTo>
                    <a:cubicBezTo>
                      <a:pt x="85" y="326"/>
                      <a:pt x="91" y="323"/>
                      <a:pt x="95" y="316"/>
                    </a:cubicBezTo>
                    <a:cubicBezTo>
                      <a:pt x="103" y="309"/>
                      <a:pt x="103" y="293"/>
                      <a:pt x="92" y="285"/>
                    </a:cubicBezTo>
                    <a:cubicBezTo>
                      <a:pt x="64" y="262"/>
                      <a:pt x="44" y="218"/>
                      <a:pt x="44" y="178"/>
                    </a:cubicBezTo>
                    <a:cubicBezTo>
                      <a:pt x="44" y="167"/>
                      <a:pt x="48" y="155"/>
                      <a:pt x="48" y="143"/>
                    </a:cubicBezTo>
                    <a:cubicBezTo>
                      <a:pt x="56" y="116"/>
                      <a:pt x="72" y="92"/>
                      <a:pt x="92" y="76"/>
                    </a:cubicBezTo>
                    <a:cubicBezTo>
                      <a:pt x="115" y="60"/>
                      <a:pt x="139" y="49"/>
                      <a:pt x="166" y="45"/>
                    </a:cubicBezTo>
                    <a:cubicBezTo>
                      <a:pt x="179" y="40"/>
                      <a:pt x="186" y="32"/>
                      <a:pt x="183" y="21"/>
                    </a:cubicBezTo>
                    <a:cubicBezTo>
                      <a:pt x="183" y="10"/>
                      <a:pt x="173" y="1"/>
                      <a:pt x="163"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4" name="Google Shape;2634;p53"/>
              <p:cNvSpPr/>
              <p:nvPr/>
            </p:nvSpPr>
            <p:spPr>
              <a:xfrm>
                <a:off x="3932260" y="7894709"/>
                <a:ext cx="33309" cy="537110"/>
              </a:xfrm>
              <a:custGeom>
                <a:rect b="b" l="l" r="r" t="t"/>
                <a:pathLst>
                  <a:path extrusionOk="0" h="1548" w="96">
                    <a:moveTo>
                      <a:pt x="44" y="1"/>
                    </a:moveTo>
                    <a:cubicBezTo>
                      <a:pt x="33" y="1"/>
                      <a:pt x="20" y="9"/>
                      <a:pt x="20" y="24"/>
                    </a:cubicBezTo>
                    <a:cubicBezTo>
                      <a:pt x="9" y="214"/>
                      <a:pt x="0" y="395"/>
                      <a:pt x="0" y="577"/>
                    </a:cubicBezTo>
                    <a:cubicBezTo>
                      <a:pt x="0" y="908"/>
                      <a:pt x="20" y="1220"/>
                      <a:pt x="52" y="1527"/>
                    </a:cubicBezTo>
                    <a:cubicBezTo>
                      <a:pt x="52" y="1537"/>
                      <a:pt x="61" y="1548"/>
                      <a:pt x="71" y="1548"/>
                    </a:cubicBezTo>
                    <a:cubicBezTo>
                      <a:pt x="72" y="1548"/>
                      <a:pt x="74" y="1547"/>
                      <a:pt x="75" y="1547"/>
                    </a:cubicBezTo>
                    <a:cubicBezTo>
                      <a:pt x="87" y="1547"/>
                      <a:pt x="95" y="1535"/>
                      <a:pt x="95" y="1523"/>
                    </a:cubicBezTo>
                    <a:cubicBezTo>
                      <a:pt x="64" y="1220"/>
                      <a:pt x="44" y="903"/>
                      <a:pt x="44" y="577"/>
                    </a:cubicBezTo>
                    <a:cubicBezTo>
                      <a:pt x="44" y="399"/>
                      <a:pt x="52" y="214"/>
                      <a:pt x="64" y="24"/>
                    </a:cubicBezTo>
                    <a:cubicBezTo>
                      <a:pt x="64" y="13"/>
                      <a:pt x="56" y="4"/>
                      <a:pt x="4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5" name="Google Shape;2635;p53"/>
              <p:cNvSpPr/>
              <p:nvPr/>
            </p:nvSpPr>
            <p:spPr>
              <a:xfrm>
                <a:off x="3766757" y="9590679"/>
                <a:ext cx="287638" cy="147462"/>
              </a:xfrm>
              <a:custGeom>
                <a:rect b="b" l="l" r="r" t="t"/>
                <a:pathLst>
                  <a:path extrusionOk="0" h="425" w="829">
                    <a:moveTo>
                      <a:pt x="26" y="1"/>
                    </a:moveTo>
                    <a:cubicBezTo>
                      <a:pt x="19" y="1"/>
                      <a:pt x="13" y="4"/>
                      <a:pt x="8" y="10"/>
                    </a:cubicBezTo>
                    <a:cubicBezTo>
                      <a:pt x="0" y="19"/>
                      <a:pt x="0" y="30"/>
                      <a:pt x="8" y="37"/>
                    </a:cubicBezTo>
                    <a:cubicBezTo>
                      <a:pt x="131" y="152"/>
                      <a:pt x="264" y="263"/>
                      <a:pt x="415" y="334"/>
                    </a:cubicBezTo>
                    <a:cubicBezTo>
                      <a:pt x="470" y="357"/>
                      <a:pt x="513" y="381"/>
                      <a:pt x="557" y="397"/>
                    </a:cubicBezTo>
                    <a:cubicBezTo>
                      <a:pt x="599" y="412"/>
                      <a:pt x="639" y="425"/>
                      <a:pt x="690" y="425"/>
                    </a:cubicBezTo>
                    <a:cubicBezTo>
                      <a:pt x="726" y="425"/>
                      <a:pt x="761" y="416"/>
                      <a:pt x="809" y="405"/>
                    </a:cubicBezTo>
                    <a:cubicBezTo>
                      <a:pt x="821" y="405"/>
                      <a:pt x="829" y="392"/>
                      <a:pt x="825" y="381"/>
                    </a:cubicBezTo>
                    <a:cubicBezTo>
                      <a:pt x="822" y="371"/>
                      <a:pt x="813" y="364"/>
                      <a:pt x="803" y="364"/>
                    </a:cubicBezTo>
                    <a:cubicBezTo>
                      <a:pt x="801" y="364"/>
                      <a:pt x="799" y="364"/>
                      <a:pt x="797" y="365"/>
                    </a:cubicBezTo>
                    <a:cubicBezTo>
                      <a:pt x="754" y="373"/>
                      <a:pt x="723" y="381"/>
                      <a:pt x="690" y="381"/>
                    </a:cubicBezTo>
                    <a:cubicBezTo>
                      <a:pt x="647" y="381"/>
                      <a:pt x="612" y="369"/>
                      <a:pt x="572" y="357"/>
                    </a:cubicBezTo>
                    <a:cubicBezTo>
                      <a:pt x="533" y="341"/>
                      <a:pt x="490" y="318"/>
                      <a:pt x="434" y="294"/>
                    </a:cubicBezTo>
                    <a:cubicBezTo>
                      <a:pt x="288" y="223"/>
                      <a:pt x="162" y="121"/>
                      <a:pt x="40" y="6"/>
                    </a:cubicBezTo>
                    <a:cubicBezTo>
                      <a:pt x="36" y="3"/>
                      <a:pt x="31" y="1"/>
                      <a:pt x="26"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6" name="Google Shape;2636;p53"/>
              <p:cNvSpPr/>
              <p:nvPr/>
            </p:nvSpPr>
            <p:spPr>
              <a:xfrm>
                <a:off x="1739086" y="8380114"/>
                <a:ext cx="941330" cy="1514177"/>
              </a:xfrm>
              <a:custGeom>
                <a:rect b="b" l="l" r="r" t="t"/>
                <a:pathLst>
                  <a:path extrusionOk="0" h="4364" w="2713">
                    <a:moveTo>
                      <a:pt x="513" y="1"/>
                    </a:moveTo>
                    <a:cubicBezTo>
                      <a:pt x="477" y="1"/>
                      <a:pt x="440" y="4"/>
                      <a:pt x="403" y="10"/>
                    </a:cubicBezTo>
                    <a:cubicBezTo>
                      <a:pt x="363" y="17"/>
                      <a:pt x="321" y="25"/>
                      <a:pt x="288" y="53"/>
                    </a:cubicBezTo>
                    <a:cubicBezTo>
                      <a:pt x="257" y="85"/>
                      <a:pt x="237" y="128"/>
                      <a:pt x="221" y="167"/>
                    </a:cubicBezTo>
                    <a:cubicBezTo>
                      <a:pt x="143" y="372"/>
                      <a:pt x="64" y="578"/>
                      <a:pt x="41" y="794"/>
                    </a:cubicBezTo>
                    <a:cubicBezTo>
                      <a:pt x="1" y="1142"/>
                      <a:pt x="174" y="1397"/>
                      <a:pt x="340" y="1686"/>
                    </a:cubicBezTo>
                    <a:cubicBezTo>
                      <a:pt x="727" y="2360"/>
                      <a:pt x="1207" y="3073"/>
                      <a:pt x="1471" y="3810"/>
                    </a:cubicBezTo>
                    <a:cubicBezTo>
                      <a:pt x="1471" y="3815"/>
                      <a:pt x="1471" y="3819"/>
                      <a:pt x="1475" y="3826"/>
                    </a:cubicBezTo>
                    <a:cubicBezTo>
                      <a:pt x="1515" y="3929"/>
                      <a:pt x="1562" y="4028"/>
                      <a:pt x="1613" y="4126"/>
                    </a:cubicBezTo>
                    <a:cubicBezTo>
                      <a:pt x="1653" y="4205"/>
                      <a:pt x="1697" y="4284"/>
                      <a:pt x="1735" y="4363"/>
                    </a:cubicBezTo>
                    <a:cubicBezTo>
                      <a:pt x="1791" y="4343"/>
                      <a:pt x="1846" y="4323"/>
                      <a:pt x="1901" y="4303"/>
                    </a:cubicBezTo>
                    <a:cubicBezTo>
                      <a:pt x="1862" y="4245"/>
                      <a:pt x="1819" y="4178"/>
                      <a:pt x="1811" y="4114"/>
                    </a:cubicBezTo>
                    <a:lnTo>
                      <a:pt x="1811" y="4114"/>
                    </a:lnTo>
                    <a:cubicBezTo>
                      <a:pt x="1835" y="4138"/>
                      <a:pt x="1870" y="4123"/>
                      <a:pt x="1890" y="4138"/>
                    </a:cubicBezTo>
                    <a:cubicBezTo>
                      <a:pt x="1917" y="4154"/>
                      <a:pt x="1929" y="4205"/>
                      <a:pt x="1945" y="4232"/>
                    </a:cubicBezTo>
                    <a:cubicBezTo>
                      <a:pt x="1953" y="4245"/>
                      <a:pt x="1961" y="4260"/>
                      <a:pt x="1968" y="4276"/>
                    </a:cubicBezTo>
                    <a:cubicBezTo>
                      <a:pt x="2000" y="4260"/>
                      <a:pt x="2035" y="4245"/>
                      <a:pt x="2067" y="4229"/>
                    </a:cubicBezTo>
                    <a:cubicBezTo>
                      <a:pt x="2083" y="4221"/>
                      <a:pt x="2099" y="4213"/>
                      <a:pt x="2114" y="4201"/>
                    </a:cubicBezTo>
                    <a:cubicBezTo>
                      <a:pt x="2099" y="4161"/>
                      <a:pt x="2083" y="4118"/>
                      <a:pt x="2067" y="4075"/>
                    </a:cubicBezTo>
                    <a:cubicBezTo>
                      <a:pt x="2079" y="4067"/>
                      <a:pt x="2090" y="4063"/>
                      <a:pt x="2106" y="4055"/>
                    </a:cubicBezTo>
                    <a:cubicBezTo>
                      <a:pt x="2110" y="4071"/>
                      <a:pt x="2114" y="4087"/>
                      <a:pt x="2119" y="4103"/>
                    </a:cubicBezTo>
                    <a:cubicBezTo>
                      <a:pt x="2126" y="4130"/>
                      <a:pt x="2138" y="4158"/>
                      <a:pt x="2150" y="4181"/>
                    </a:cubicBezTo>
                    <a:cubicBezTo>
                      <a:pt x="2185" y="4161"/>
                      <a:pt x="2217" y="4138"/>
                      <a:pt x="2252" y="4110"/>
                    </a:cubicBezTo>
                    <a:cubicBezTo>
                      <a:pt x="2261" y="4103"/>
                      <a:pt x="2272" y="4094"/>
                      <a:pt x="2280" y="4087"/>
                    </a:cubicBezTo>
                    <a:cubicBezTo>
                      <a:pt x="2261" y="4043"/>
                      <a:pt x="2241" y="3996"/>
                      <a:pt x="2221" y="3945"/>
                    </a:cubicBezTo>
                    <a:cubicBezTo>
                      <a:pt x="2237" y="3945"/>
                      <a:pt x="2268" y="3905"/>
                      <a:pt x="2264" y="3894"/>
                    </a:cubicBezTo>
                    <a:lnTo>
                      <a:pt x="2264" y="3894"/>
                    </a:lnTo>
                    <a:cubicBezTo>
                      <a:pt x="2284" y="3945"/>
                      <a:pt x="2303" y="3996"/>
                      <a:pt x="2323" y="4047"/>
                    </a:cubicBezTo>
                    <a:cubicBezTo>
                      <a:pt x="2359" y="4008"/>
                      <a:pt x="2390" y="3968"/>
                      <a:pt x="2418" y="3921"/>
                    </a:cubicBezTo>
                    <a:cubicBezTo>
                      <a:pt x="2422" y="3914"/>
                      <a:pt x="2430" y="3905"/>
                      <a:pt x="2438" y="3897"/>
                    </a:cubicBezTo>
                    <a:cubicBezTo>
                      <a:pt x="2418" y="3858"/>
                      <a:pt x="2398" y="3819"/>
                      <a:pt x="2379" y="3779"/>
                    </a:cubicBezTo>
                    <a:cubicBezTo>
                      <a:pt x="2323" y="3665"/>
                      <a:pt x="2268" y="3555"/>
                      <a:pt x="2209" y="3444"/>
                    </a:cubicBezTo>
                    <a:lnTo>
                      <a:pt x="2209" y="3444"/>
                    </a:lnTo>
                    <a:cubicBezTo>
                      <a:pt x="2268" y="3499"/>
                      <a:pt x="2323" y="3559"/>
                      <a:pt x="2379" y="3614"/>
                    </a:cubicBezTo>
                    <a:cubicBezTo>
                      <a:pt x="2430" y="3688"/>
                      <a:pt x="2481" y="3759"/>
                      <a:pt x="2545" y="3823"/>
                    </a:cubicBezTo>
                    <a:cubicBezTo>
                      <a:pt x="2561" y="3838"/>
                      <a:pt x="2579" y="3845"/>
                      <a:pt x="2598" y="3845"/>
                    </a:cubicBezTo>
                    <a:cubicBezTo>
                      <a:pt x="2656" y="3845"/>
                      <a:pt x="2713" y="3780"/>
                      <a:pt x="2674" y="3720"/>
                    </a:cubicBezTo>
                    <a:cubicBezTo>
                      <a:pt x="2631" y="3665"/>
                      <a:pt x="2587" y="3610"/>
                      <a:pt x="2540" y="3559"/>
                    </a:cubicBezTo>
                    <a:cubicBezTo>
                      <a:pt x="2516" y="3535"/>
                      <a:pt x="2497" y="3511"/>
                      <a:pt x="2481" y="3484"/>
                    </a:cubicBezTo>
                    <a:cubicBezTo>
                      <a:pt x="2430" y="3413"/>
                      <a:pt x="2379" y="3337"/>
                      <a:pt x="2312" y="3275"/>
                    </a:cubicBezTo>
                    <a:cubicBezTo>
                      <a:pt x="2248" y="3215"/>
                      <a:pt x="2174" y="3164"/>
                      <a:pt x="2103" y="3113"/>
                    </a:cubicBezTo>
                    <a:cubicBezTo>
                      <a:pt x="2090" y="3101"/>
                      <a:pt x="2083" y="3093"/>
                      <a:pt x="2071" y="3082"/>
                    </a:cubicBezTo>
                    <a:cubicBezTo>
                      <a:pt x="2028" y="3011"/>
                      <a:pt x="1984" y="2947"/>
                      <a:pt x="1957" y="2864"/>
                    </a:cubicBezTo>
                    <a:cubicBezTo>
                      <a:pt x="1806" y="2462"/>
                      <a:pt x="1712" y="2044"/>
                      <a:pt x="1613" y="1630"/>
                    </a:cubicBezTo>
                    <a:cubicBezTo>
                      <a:pt x="1522" y="1251"/>
                      <a:pt x="1504" y="858"/>
                      <a:pt x="1302" y="510"/>
                    </a:cubicBezTo>
                    <a:cubicBezTo>
                      <a:pt x="1139" y="227"/>
                      <a:pt x="836" y="1"/>
                      <a:pt x="513" y="1"/>
                    </a:cubicBezTo>
                    <a:close/>
                  </a:path>
                </a:pathLst>
              </a:custGeom>
              <a:solidFill>
                <a:srgbClr val="DE7A69"/>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7" name="Google Shape;2637;p53"/>
              <p:cNvSpPr/>
              <p:nvPr/>
            </p:nvSpPr>
            <p:spPr>
              <a:xfrm>
                <a:off x="2302906" y="9697545"/>
                <a:ext cx="315049" cy="216856"/>
              </a:xfrm>
              <a:custGeom>
                <a:rect b="b" l="l" r="r" t="t"/>
                <a:pathLst>
                  <a:path extrusionOk="0" h="625" w="908">
                    <a:moveTo>
                      <a:pt x="883" y="1"/>
                    </a:moveTo>
                    <a:cubicBezTo>
                      <a:pt x="874" y="1"/>
                      <a:pt x="867" y="5"/>
                      <a:pt x="864" y="13"/>
                    </a:cubicBezTo>
                    <a:cubicBezTo>
                      <a:pt x="856" y="42"/>
                      <a:pt x="836" y="65"/>
                      <a:pt x="813" y="93"/>
                    </a:cubicBezTo>
                    <a:cubicBezTo>
                      <a:pt x="603" y="326"/>
                      <a:pt x="323" y="499"/>
                      <a:pt x="21" y="581"/>
                    </a:cubicBezTo>
                    <a:cubicBezTo>
                      <a:pt x="8" y="586"/>
                      <a:pt x="1" y="597"/>
                      <a:pt x="4" y="610"/>
                    </a:cubicBezTo>
                    <a:cubicBezTo>
                      <a:pt x="8" y="621"/>
                      <a:pt x="21" y="625"/>
                      <a:pt x="32" y="625"/>
                    </a:cubicBezTo>
                    <a:cubicBezTo>
                      <a:pt x="343" y="539"/>
                      <a:pt x="627" y="361"/>
                      <a:pt x="844" y="120"/>
                    </a:cubicBezTo>
                    <a:cubicBezTo>
                      <a:pt x="868" y="93"/>
                      <a:pt x="891" y="65"/>
                      <a:pt x="903" y="29"/>
                    </a:cubicBezTo>
                    <a:cubicBezTo>
                      <a:pt x="907" y="18"/>
                      <a:pt x="903" y="6"/>
                      <a:pt x="891" y="2"/>
                    </a:cubicBezTo>
                    <a:cubicBezTo>
                      <a:pt x="888" y="1"/>
                      <a:pt x="885" y="1"/>
                      <a:pt x="883"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8" name="Google Shape;2638;p53"/>
              <p:cNvSpPr/>
              <p:nvPr/>
            </p:nvSpPr>
            <p:spPr>
              <a:xfrm>
                <a:off x="4550901" y="10080942"/>
                <a:ext cx="34350" cy="218244"/>
              </a:xfrm>
              <a:custGeom>
                <a:rect b="b" l="l" r="r" t="t"/>
                <a:pathLst>
                  <a:path extrusionOk="0" h="629" w="99">
                    <a:moveTo>
                      <a:pt x="80" y="0"/>
                    </a:moveTo>
                    <a:cubicBezTo>
                      <a:pt x="79" y="0"/>
                      <a:pt x="77" y="1"/>
                      <a:pt x="75" y="1"/>
                    </a:cubicBezTo>
                    <a:cubicBezTo>
                      <a:pt x="63" y="1"/>
                      <a:pt x="55" y="9"/>
                      <a:pt x="55" y="20"/>
                    </a:cubicBezTo>
                    <a:lnTo>
                      <a:pt x="55" y="84"/>
                    </a:lnTo>
                    <a:cubicBezTo>
                      <a:pt x="55" y="257"/>
                      <a:pt x="39" y="431"/>
                      <a:pt x="4" y="604"/>
                    </a:cubicBezTo>
                    <a:cubicBezTo>
                      <a:pt x="0" y="617"/>
                      <a:pt x="8" y="628"/>
                      <a:pt x="19" y="628"/>
                    </a:cubicBezTo>
                    <a:cubicBezTo>
                      <a:pt x="21" y="629"/>
                      <a:pt x="24" y="629"/>
                      <a:pt x="26" y="629"/>
                    </a:cubicBezTo>
                    <a:cubicBezTo>
                      <a:pt x="35" y="629"/>
                      <a:pt x="43" y="622"/>
                      <a:pt x="43" y="612"/>
                    </a:cubicBezTo>
                    <a:cubicBezTo>
                      <a:pt x="83" y="439"/>
                      <a:pt x="99" y="262"/>
                      <a:pt x="99" y="84"/>
                    </a:cubicBezTo>
                    <a:lnTo>
                      <a:pt x="99" y="20"/>
                    </a:lnTo>
                    <a:cubicBezTo>
                      <a:pt x="99" y="11"/>
                      <a:pt x="90" y="0"/>
                      <a:pt x="80" y="0"/>
                    </a:cubicBezTo>
                    <a:close/>
                  </a:path>
                </a:pathLst>
              </a:custGeom>
              <a:solidFill>
                <a:srgbClr val="000000"/>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9" name="Google Shape;2639;p53"/>
              <p:cNvSpPr/>
              <p:nvPr/>
            </p:nvSpPr>
            <p:spPr>
              <a:xfrm>
                <a:off x="4472833" y="10105924"/>
                <a:ext cx="34350" cy="219285"/>
              </a:xfrm>
              <a:custGeom>
                <a:rect b="b" l="l" r="r" t="t"/>
                <a:pathLst>
                  <a:path extrusionOk="0" h="632" w="99">
                    <a:moveTo>
                      <a:pt x="75" y="0"/>
                    </a:moveTo>
                    <a:cubicBezTo>
                      <a:pt x="64" y="0"/>
                      <a:pt x="55" y="12"/>
                      <a:pt x="55" y="24"/>
                    </a:cubicBezTo>
                    <a:lnTo>
                      <a:pt x="55" y="83"/>
                    </a:lnTo>
                    <a:cubicBezTo>
                      <a:pt x="55" y="261"/>
                      <a:pt x="36" y="434"/>
                      <a:pt x="0" y="603"/>
                    </a:cubicBezTo>
                    <a:cubicBezTo>
                      <a:pt x="0" y="615"/>
                      <a:pt x="8" y="627"/>
                      <a:pt x="20" y="631"/>
                    </a:cubicBezTo>
                    <a:cubicBezTo>
                      <a:pt x="22" y="631"/>
                      <a:pt x="24" y="632"/>
                      <a:pt x="26" y="632"/>
                    </a:cubicBezTo>
                    <a:cubicBezTo>
                      <a:pt x="35" y="632"/>
                      <a:pt x="44" y="625"/>
                      <a:pt x="44" y="615"/>
                    </a:cubicBezTo>
                    <a:cubicBezTo>
                      <a:pt x="79" y="441"/>
                      <a:pt x="99" y="261"/>
                      <a:pt x="99" y="83"/>
                    </a:cubicBezTo>
                    <a:lnTo>
                      <a:pt x="99" y="24"/>
                    </a:lnTo>
                    <a:cubicBezTo>
                      <a:pt x="99" y="8"/>
                      <a:pt x="87" y="0"/>
                      <a:pt x="75" y="0"/>
                    </a:cubicBezTo>
                    <a:close/>
                  </a:path>
                </a:pathLst>
              </a:custGeom>
              <a:solidFill>
                <a:srgbClr val="000000"/>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0" name="Google Shape;2640;p53"/>
              <p:cNvSpPr/>
              <p:nvPr/>
            </p:nvSpPr>
            <p:spPr>
              <a:xfrm>
                <a:off x="4589067" y="9720097"/>
                <a:ext cx="31574" cy="86396"/>
              </a:xfrm>
              <a:custGeom>
                <a:rect b="b" l="l" r="r" t="t"/>
                <a:pathLst>
                  <a:path extrusionOk="0" h="249" w="91">
                    <a:moveTo>
                      <a:pt x="20" y="0"/>
                    </a:moveTo>
                    <a:cubicBezTo>
                      <a:pt x="9" y="4"/>
                      <a:pt x="0" y="16"/>
                      <a:pt x="4" y="28"/>
                    </a:cubicBezTo>
                    <a:cubicBezTo>
                      <a:pt x="20" y="95"/>
                      <a:pt x="32" y="161"/>
                      <a:pt x="47" y="228"/>
                    </a:cubicBezTo>
                    <a:cubicBezTo>
                      <a:pt x="51" y="241"/>
                      <a:pt x="64" y="248"/>
                      <a:pt x="75" y="248"/>
                    </a:cubicBezTo>
                    <a:cubicBezTo>
                      <a:pt x="83" y="245"/>
                      <a:pt x="91" y="232"/>
                      <a:pt x="91" y="221"/>
                    </a:cubicBezTo>
                    <a:cubicBezTo>
                      <a:pt x="75" y="154"/>
                      <a:pt x="60" y="87"/>
                      <a:pt x="47" y="19"/>
                    </a:cubicBezTo>
                    <a:cubicBezTo>
                      <a:pt x="44" y="8"/>
                      <a:pt x="32" y="0"/>
                      <a:pt x="20" y="0"/>
                    </a:cubicBezTo>
                    <a:close/>
                  </a:path>
                </a:pathLst>
              </a:custGeom>
              <a:solidFill>
                <a:srgbClr val="000000"/>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1" name="Google Shape;2641;p53"/>
              <p:cNvSpPr/>
              <p:nvPr/>
            </p:nvSpPr>
            <p:spPr>
              <a:xfrm>
                <a:off x="4553329" y="8726386"/>
                <a:ext cx="27758" cy="116929"/>
              </a:xfrm>
              <a:custGeom>
                <a:rect b="b" l="l" r="r" t="t"/>
                <a:pathLst>
                  <a:path extrusionOk="0" h="337" w="80">
                    <a:moveTo>
                      <a:pt x="24" y="0"/>
                    </a:moveTo>
                    <a:cubicBezTo>
                      <a:pt x="21" y="0"/>
                      <a:pt x="19" y="1"/>
                      <a:pt x="17" y="2"/>
                    </a:cubicBezTo>
                    <a:cubicBezTo>
                      <a:pt x="5" y="2"/>
                      <a:pt x="1" y="17"/>
                      <a:pt x="1" y="25"/>
                    </a:cubicBezTo>
                    <a:cubicBezTo>
                      <a:pt x="25" y="115"/>
                      <a:pt x="36" y="210"/>
                      <a:pt x="36" y="301"/>
                    </a:cubicBezTo>
                    <a:lnTo>
                      <a:pt x="36" y="313"/>
                    </a:lnTo>
                    <a:cubicBezTo>
                      <a:pt x="36" y="324"/>
                      <a:pt x="48" y="337"/>
                      <a:pt x="60" y="337"/>
                    </a:cubicBezTo>
                    <a:cubicBezTo>
                      <a:pt x="72" y="337"/>
                      <a:pt x="79" y="324"/>
                      <a:pt x="79" y="313"/>
                    </a:cubicBezTo>
                    <a:lnTo>
                      <a:pt x="79" y="301"/>
                    </a:lnTo>
                    <a:cubicBezTo>
                      <a:pt x="79" y="206"/>
                      <a:pt x="68" y="108"/>
                      <a:pt x="44" y="17"/>
                    </a:cubicBezTo>
                    <a:cubicBezTo>
                      <a:pt x="41" y="8"/>
                      <a:pt x="33" y="0"/>
                      <a:pt x="2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2" name="Google Shape;2642;p53"/>
              <p:cNvSpPr/>
              <p:nvPr/>
            </p:nvSpPr>
            <p:spPr>
              <a:xfrm>
                <a:off x="2443774" y="7940855"/>
                <a:ext cx="127338" cy="553417"/>
              </a:xfrm>
              <a:custGeom>
                <a:rect b="b" l="l" r="r" t="t"/>
                <a:pathLst>
                  <a:path extrusionOk="0" h="1595" w="367">
                    <a:moveTo>
                      <a:pt x="343" y="1"/>
                    </a:moveTo>
                    <a:cubicBezTo>
                      <a:pt x="334" y="1"/>
                      <a:pt x="327" y="5"/>
                      <a:pt x="324" y="13"/>
                    </a:cubicBezTo>
                    <a:cubicBezTo>
                      <a:pt x="288" y="97"/>
                      <a:pt x="257" y="215"/>
                      <a:pt x="225" y="349"/>
                    </a:cubicBezTo>
                    <a:cubicBezTo>
                      <a:pt x="126" y="752"/>
                      <a:pt x="36" y="1307"/>
                      <a:pt x="1" y="1571"/>
                    </a:cubicBezTo>
                    <a:cubicBezTo>
                      <a:pt x="1" y="1583"/>
                      <a:pt x="8" y="1595"/>
                      <a:pt x="21" y="1595"/>
                    </a:cubicBezTo>
                    <a:cubicBezTo>
                      <a:pt x="32" y="1595"/>
                      <a:pt x="44" y="1587"/>
                      <a:pt x="44" y="1575"/>
                    </a:cubicBezTo>
                    <a:cubicBezTo>
                      <a:pt x="68" y="1402"/>
                      <a:pt x="115" y="1098"/>
                      <a:pt x="174" y="794"/>
                    </a:cubicBezTo>
                    <a:cubicBezTo>
                      <a:pt x="201" y="641"/>
                      <a:pt x="233" y="491"/>
                      <a:pt x="268" y="357"/>
                    </a:cubicBezTo>
                    <a:cubicBezTo>
                      <a:pt x="301" y="226"/>
                      <a:pt x="332" y="108"/>
                      <a:pt x="363" y="29"/>
                    </a:cubicBezTo>
                    <a:cubicBezTo>
                      <a:pt x="367" y="18"/>
                      <a:pt x="363" y="6"/>
                      <a:pt x="352" y="2"/>
                    </a:cubicBezTo>
                    <a:cubicBezTo>
                      <a:pt x="349" y="1"/>
                      <a:pt x="346" y="1"/>
                      <a:pt x="343"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3" name="Google Shape;2643;p53"/>
              <p:cNvSpPr/>
              <p:nvPr/>
            </p:nvSpPr>
            <p:spPr>
              <a:xfrm>
                <a:off x="3042985" y="6041910"/>
                <a:ext cx="186670" cy="100968"/>
              </a:xfrm>
              <a:custGeom>
                <a:rect b="b" l="l" r="r" t="t"/>
                <a:pathLst>
                  <a:path extrusionOk="0" h="291" w="538">
                    <a:moveTo>
                      <a:pt x="514" y="0"/>
                    </a:moveTo>
                    <a:cubicBezTo>
                      <a:pt x="511" y="0"/>
                      <a:pt x="508" y="1"/>
                      <a:pt x="505" y="2"/>
                    </a:cubicBezTo>
                    <a:cubicBezTo>
                      <a:pt x="438" y="30"/>
                      <a:pt x="348" y="73"/>
                      <a:pt x="257" y="116"/>
                    </a:cubicBezTo>
                    <a:cubicBezTo>
                      <a:pt x="166" y="163"/>
                      <a:pt x="75" y="207"/>
                      <a:pt x="12" y="250"/>
                    </a:cubicBezTo>
                    <a:cubicBezTo>
                      <a:pt x="1" y="254"/>
                      <a:pt x="1" y="270"/>
                      <a:pt x="4" y="278"/>
                    </a:cubicBezTo>
                    <a:cubicBezTo>
                      <a:pt x="9" y="286"/>
                      <a:pt x="16" y="290"/>
                      <a:pt x="24" y="290"/>
                    </a:cubicBezTo>
                    <a:cubicBezTo>
                      <a:pt x="28" y="290"/>
                      <a:pt x="32" y="289"/>
                      <a:pt x="36" y="286"/>
                    </a:cubicBezTo>
                    <a:cubicBezTo>
                      <a:pt x="95" y="246"/>
                      <a:pt x="186" y="199"/>
                      <a:pt x="272" y="156"/>
                    </a:cubicBezTo>
                    <a:cubicBezTo>
                      <a:pt x="363" y="112"/>
                      <a:pt x="454" y="69"/>
                      <a:pt x="521" y="41"/>
                    </a:cubicBezTo>
                    <a:cubicBezTo>
                      <a:pt x="533" y="37"/>
                      <a:pt x="537" y="21"/>
                      <a:pt x="533" y="14"/>
                    </a:cubicBezTo>
                    <a:cubicBezTo>
                      <a:pt x="530" y="5"/>
                      <a:pt x="523" y="0"/>
                      <a:pt x="51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4" name="Google Shape;2644;p53"/>
              <p:cNvSpPr/>
              <p:nvPr/>
            </p:nvSpPr>
            <p:spPr>
              <a:xfrm>
                <a:off x="2659934" y="6180002"/>
                <a:ext cx="77027" cy="48923"/>
              </a:xfrm>
              <a:custGeom>
                <a:rect b="b" l="l" r="r" t="t"/>
                <a:pathLst>
                  <a:path extrusionOk="0" h="141" w="222">
                    <a:moveTo>
                      <a:pt x="24" y="0"/>
                    </a:moveTo>
                    <a:cubicBezTo>
                      <a:pt x="19" y="0"/>
                      <a:pt x="13" y="2"/>
                      <a:pt x="9" y="6"/>
                    </a:cubicBezTo>
                    <a:cubicBezTo>
                      <a:pt x="0" y="14"/>
                      <a:pt x="0" y="25"/>
                      <a:pt x="9" y="38"/>
                    </a:cubicBezTo>
                    <a:cubicBezTo>
                      <a:pt x="56" y="89"/>
                      <a:pt x="122" y="129"/>
                      <a:pt x="193" y="140"/>
                    </a:cubicBezTo>
                    <a:cubicBezTo>
                      <a:pt x="196" y="141"/>
                      <a:pt x="198" y="141"/>
                      <a:pt x="199" y="141"/>
                    </a:cubicBezTo>
                    <a:cubicBezTo>
                      <a:pt x="208" y="141"/>
                      <a:pt x="214" y="134"/>
                      <a:pt x="217" y="125"/>
                    </a:cubicBezTo>
                    <a:cubicBezTo>
                      <a:pt x="222" y="112"/>
                      <a:pt x="213" y="101"/>
                      <a:pt x="202" y="96"/>
                    </a:cubicBezTo>
                    <a:cubicBezTo>
                      <a:pt x="138" y="85"/>
                      <a:pt x="84" y="54"/>
                      <a:pt x="40" y="6"/>
                    </a:cubicBezTo>
                    <a:cubicBezTo>
                      <a:pt x="36" y="2"/>
                      <a:pt x="30" y="0"/>
                      <a:pt x="2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5" name="Google Shape;2645;p53"/>
              <p:cNvSpPr/>
              <p:nvPr/>
            </p:nvSpPr>
            <p:spPr>
              <a:xfrm>
                <a:off x="2685957" y="6450983"/>
                <a:ext cx="94723" cy="28105"/>
              </a:xfrm>
              <a:custGeom>
                <a:rect b="b" l="l" r="r" t="t"/>
                <a:pathLst>
                  <a:path extrusionOk="0" h="81" w="273">
                    <a:moveTo>
                      <a:pt x="27" y="0"/>
                    </a:moveTo>
                    <a:cubicBezTo>
                      <a:pt x="18" y="0"/>
                      <a:pt x="11" y="5"/>
                      <a:pt x="5" y="14"/>
                    </a:cubicBezTo>
                    <a:cubicBezTo>
                      <a:pt x="0" y="21"/>
                      <a:pt x="5" y="37"/>
                      <a:pt x="12" y="41"/>
                    </a:cubicBezTo>
                    <a:cubicBezTo>
                      <a:pt x="60" y="65"/>
                      <a:pt x="111" y="81"/>
                      <a:pt x="166" y="81"/>
                    </a:cubicBezTo>
                    <a:cubicBezTo>
                      <a:pt x="194" y="81"/>
                      <a:pt x="225" y="72"/>
                      <a:pt x="257" y="65"/>
                    </a:cubicBezTo>
                    <a:cubicBezTo>
                      <a:pt x="269" y="61"/>
                      <a:pt x="273" y="49"/>
                      <a:pt x="269" y="37"/>
                    </a:cubicBezTo>
                    <a:cubicBezTo>
                      <a:pt x="266" y="28"/>
                      <a:pt x="258" y="24"/>
                      <a:pt x="250" y="24"/>
                    </a:cubicBezTo>
                    <a:cubicBezTo>
                      <a:pt x="247" y="24"/>
                      <a:pt x="244" y="24"/>
                      <a:pt x="241" y="25"/>
                    </a:cubicBezTo>
                    <a:cubicBezTo>
                      <a:pt x="218" y="34"/>
                      <a:pt x="189" y="34"/>
                      <a:pt x="166" y="34"/>
                    </a:cubicBezTo>
                    <a:cubicBezTo>
                      <a:pt x="118" y="34"/>
                      <a:pt x="76" y="25"/>
                      <a:pt x="36" y="2"/>
                    </a:cubicBezTo>
                    <a:cubicBezTo>
                      <a:pt x="33" y="1"/>
                      <a:pt x="30" y="0"/>
                      <a:pt x="27" y="0"/>
                    </a:cubicBezTo>
                    <a:close/>
                  </a:path>
                </a:pathLst>
              </a:custGeom>
              <a:solidFill>
                <a:srgbClr val="000000"/>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6" name="Google Shape;2646;p53"/>
              <p:cNvSpPr/>
              <p:nvPr/>
            </p:nvSpPr>
            <p:spPr>
              <a:xfrm>
                <a:off x="2889626" y="5997151"/>
                <a:ext cx="42677" cy="85702"/>
              </a:xfrm>
              <a:custGeom>
                <a:rect b="b" l="l" r="r" t="t"/>
                <a:pathLst>
                  <a:path extrusionOk="0" h="247" w="123">
                    <a:moveTo>
                      <a:pt x="25" y="0"/>
                    </a:moveTo>
                    <a:cubicBezTo>
                      <a:pt x="20" y="0"/>
                      <a:pt x="16" y="2"/>
                      <a:pt x="13" y="4"/>
                    </a:cubicBezTo>
                    <a:cubicBezTo>
                      <a:pt x="1" y="8"/>
                      <a:pt x="1" y="24"/>
                      <a:pt x="5" y="32"/>
                    </a:cubicBezTo>
                    <a:cubicBezTo>
                      <a:pt x="44" y="92"/>
                      <a:pt x="68" y="159"/>
                      <a:pt x="76" y="230"/>
                    </a:cubicBezTo>
                    <a:cubicBezTo>
                      <a:pt x="79" y="239"/>
                      <a:pt x="85" y="246"/>
                      <a:pt x="93" y="246"/>
                    </a:cubicBezTo>
                    <a:cubicBezTo>
                      <a:pt x="95" y="246"/>
                      <a:pt x="97" y="246"/>
                      <a:pt x="99" y="245"/>
                    </a:cubicBezTo>
                    <a:cubicBezTo>
                      <a:pt x="111" y="245"/>
                      <a:pt x="123" y="234"/>
                      <a:pt x="119" y="221"/>
                    </a:cubicBezTo>
                    <a:cubicBezTo>
                      <a:pt x="111" y="146"/>
                      <a:pt x="84" y="75"/>
                      <a:pt x="44" y="8"/>
                    </a:cubicBezTo>
                    <a:cubicBezTo>
                      <a:pt x="40" y="4"/>
                      <a:pt x="32" y="0"/>
                      <a:pt x="2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7" name="Google Shape;2647;p53"/>
              <p:cNvSpPr/>
              <p:nvPr/>
            </p:nvSpPr>
            <p:spPr>
              <a:xfrm>
                <a:off x="2542313" y="6529050"/>
                <a:ext cx="115194" cy="140176"/>
              </a:xfrm>
              <a:custGeom>
                <a:rect b="b" l="l" r="r" t="t"/>
                <a:pathLst>
                  <a:path extrusionOk="0" h="404" w="332">
                    <a:moveTo>
                      <a:pt x="31" y="0"/>
                    </a:moveTo>
                    <a:cubicBezTo>
                      <a:pt x="23" y="0"/>
                      <a:pt x="15" y="5"/>
                      <a:pt x="12" y="13"/>
                    </a:cubicBezTo>
                    <a:cubicBezTo>
                      <a:pt x="4" y="37"/>
                      <a:pt x="1" y="57"/>
                      <a:pt x="1" y="80"/>
                    </a:cubicBezTo>
                    <a:cubicBezTo>
                      <a:pt x="1" y="100"/>
                      <a:pt x="4" y="116"/>
                      <a:pt x="8" y="131"/>
                    </a:cubicBezTo>
                    <a:cubicBezTo>
                      <a:pt x="20" y="207"/>
                      <a:pt x="59" y="270"/>
                      <a:pt x="115" y="317"/>
                    </a:cubicBezTo>
                    <a:cubicBezTo>
                      <a:pt x="166" y="364"/>
                      <a:pt x="233" y="396"/>
                      <a:pt x="308" y="404"/>
                    </a:cubicBezTo>
                    <a:cubicBezTo>
                      <a:pt x="319" y="404"/>
                      <a:pt x="332" y="396"/>
                      <a:pt x="332" y="384"/>
                    </a:cubicBezTo>
                    <a:cubicBezTo>
                      <a:pt x="332" y="373"/>
                      <a:pt x="324" y="360"/>
                      <a:pt x="312" y="360"/>
                    </a:cubicBezTo>
                    <a:cubicBezTo>
                      <a:pt x="248" y="353"/>
                      <a:pt x="190" y="325"/>
                      <a:pt x="142" y="286"/>
                    </a:cubicBezTo>
                    <a:cubicBezTo>
                      <a:pt x="95" y="242"/>
                      <a:pt x="64" y="187"/>
                      <a:pt x="52" y="124"/>
                    </a:cubicBezTo>
                    <a:cubicBezTo>
                      <a:pt x="48" y="112"/>
                      <a:pt x="44" y="96"/>
                      <a:pt x="44" y="80"/>
                    </a:cubicBezTo>
                    <a:cubicBezTo>
                      <a:pt x="44" y="60"/>
                      <a:pt x="48" y="45"/>
                      <a:pt x="52" y="29"/>
                    </a:cubicBezTo>
                    <a:cubicBezTo>
                      <a:pt x="59" y="18"/>
                      <a:pt x="52" y="6"/>
                      <a:pt x="40" y="2"/>
                    </a:cubicBezTo>
                    <a:cubicBezTo>
                      <a:pt x="37" y="1"/>
                      <a:pt x="34" y="0"/>
                      <a:pt x="31"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8" name="Google Shape;2648;p53"/>
              <p:cNvSpPr/>
              <p:nvPr/>
            </p:nvSpPr>
            <p:spPr>
              <a:xfrm>
                <a:off x="2790047" y="6331280"/>
                <a:ext cx="24982" cy="56903"/>
              </a:xfrm>
              <a:custGeom>
                <a:rect b="b" l="l" r="r" t="t"/>
                <a:pathLst>
                  <a:path extrusionOk="0" h="164" w="72">
                    <a:moveTo>
                      <a:pt x="51" y="0"/>
                    </a:moveTo>
                    <a:cubicBezTo>
                      <a:pt x="40" y="0"/>
                      <a:pt x="28" y="11"/>
                      <a:pt x="28" y="24"/>
                    </a:cubicBezTo>
                    <a:cubicBezTo>
                      <a:pt x="28" y="59"/>
                      <a:pt x="20" y="99"/>
                      <a:pt x="4" y="134"/>
                    </a:cubicBezTo>
                    <a:cubicBezTo>
                      <a:pt x="0" y="146"/>
                      <a:pt x="4" y="157"/>
                      <a:pt x="16" y="162"/>
                    </a:cubicBezTo>
                    <a:cubicBezTo>
                      <a:pt x="18" y="163"/>
                      <a:pt x="20" y="163"/>
                      <a:pt x="23" y="163"/>
                    </a:cubicBezTo>
                    <a:cubicBezTo>
                      <a:pt x="31" y="163"/>
                      <a:pt x="41" y="159"/>
                      <a:pt x="44" y="150"/>
                    </a:cubicBezTo>
                    <a:cubicBezTo>
                      <a:pt x="60" y="110"/>
                      <a:pt x="71" y="67"/>
                      <a:pt x="71" y="24"/>
                    </a:cubicBezTo>
                    <a:cubicBezTo>
                      <a:pt x="71" y="11"/>
                      <a:pt x="63" y="0"/>
                      <a:pt x="51"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9" name="Google Shape;2649;p53"/>
              <p:cNvSpPr/>
              <p:nvPr/>
            </p:nvSpPr>
            <p:spPr>
              <a:xfrm>
                <a:off x="3116889" y="5935738"/>
                <a:ext cx="64883" cy="62455"/>
              </a:xfrm>
              <a:custGeom>
                <a:rect b="b" l="l" r="r" t="t"/>
                <a:pathLst>
                  <a:path extrusionOk="0" h="180" w="187">
                    <a:moveTo>
                      <a:pt x="24" y="0"/>
                    </a:moveTo>
                    <a:cubicBezTo>
                      <a:pt x="17" y="0"/>
                      <a:pt x="11" y="5"/>
                      <a:pt x="8" y="12"/>
                    </a:cubicBezTo>
                    <a:cubicBezTo>
                      <a:pt x="1" y="20"/>
                      <a:pt x="4" y="36"/>
                      <a:pt x="17" y="40"/>
                    </a:cubicBezTo>
                    <a:cubicBezTo>
                      <a:pt x="68" y="72"/>
                      <a:pt x="115" y="114"/>
                      <a:pt x="143" y="166"/>
                    </a:cubicBezTo>
                    <a:cubicBezTo>
                      <a:pt x="145" y="175"/>
                      <a:pt x="153" y="179"/>
                      <a:pt x="161" y="179"/>
                    </a:cubicBezTo>
                    <a:cubicBezTo>
                      <a:pt x="164" y="179"/>
                      <a:pt x="167" y="179"/>
                      <a:pt x="170" y="178"/>
                    </a:cubicBezTo>
                    <a:cubicBezTo>
                      <a:pt x="182" y="170"/>
                      <a:pt x="186" y="158"/>
                      <a:pt x="178" y="146"/>
                    </a:cubicBezTo>
                    <a:cubicBezTo>
                      <a:pt x="150" y="83"/>
                      <a:pt x="95" y="36"/>
                      <a:pt x="36" y="5"/>
                    </a:cubicBezTo>
                    <a:cubicBezTo>
                      <a:pt x="32" y="2"/>
                      <a:pt x="28" y="0"/>
                      <a:pt x="2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0" name="Google Shape;2650;p53"/>
              <p:cNvSpPr/>
              <p:nvPr/>
            </p:nvSpPr>
            <p:spPr>
              <a:xfrm>
                <a:off x="3021126" y="5921860"/>
                <a:ext cx="77027" cy="20124"/>
              </a:xfrm>
              <a:custGeom>
                <a:rect b="b" l="l" r="r" t="t"/>
                <a:pathLst>
                  <a:path extrusionOk="0" h="58" w="222">
                    <a:moveTo>
                      <a:pt x="131" y="1"/>
                    </a:moveTo>
                    <a:cubicBezTo>
                      <a:pt x="91" y="1"/>
                      <a:pt x="56" y="5"/>
                      <a:pt x="20" y="17"/>
                    </a:cubicBezTo>
                    <a:cubicBezTo>
                      <a:pt x="9" y="21"/>
                      <a:pt x="0" y="32"/>
                      <a:pt x="4" y="45"/>
                    </a:cubicBezTo>
                    <a:cubicBezTo>
                      <a:pt x="8" y="53"/>
                      <a:pt x="15" y="57"/>
                      <a:pt x="24" y="57"/>
                    </a:cubicBezTo>
                    <a:cubicBezTo>
                      <a:pt x="26" y="57"/>
                      <a:pt x="29" y="57"/>
                      <a:pt x="32" y="56"/>
                    </a:cubicBezTo>
                    <a:cubicBezTo>
                      <a:pt x="64" y="48"/>
                      <a:pt x="95" y="45"/>
                      <a:pt x="131" y="45"/>
                    </a:cubicBezTo>
                    <a:cubicBezTo>
                      <a:pt x="151" y="45"/>
                      <a:pt x="174" y="45"/>
                      <a:pt x="193" y="48"/>
                    </a:cubicBezTo>
                    <a:cubicBezTo>
                      <a:pt x="196" y="49"/>
                      <a:pt x="198" y="49"/>
                      <a:pt x="200" y="49"/>
                    </a:cubicBezTo>
                    <a:cubicBezTo>
                      <a:pt x="209" y="49"/>
                      <a:pt x="217" y="42"/>
                      <a:pt x="217" y="32"/>
                    </a:cubicBezTo>
                    <a:cubicBezTo>
                      <a:pt x="222" y="21"/>
                      <a:pt x="213" y="9"/>
                      <a:pt x="202" y="5"/>
                    </a:cubicBezTo>
                    <a:cubicBezTo>
                      <a:pt x="178" y="1"/>
                      <a:pt x="155" y="1"/>
                      <a:pt x="131"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1" name="Google Shape;2651;p53"/>
              <p:cNvSpPr/>
              <p:nvPr/>
            </p:nvSpPr>
            <p:spPr>
              <a:xfrm>
                <a:off x="3475652" y="6176533"/>
                <a:ext cx="121786" cy="240103"/>
              </a:xfrm>
              <a:custGeom>
                <a:rect b="b" l="l" r="r" t="t"/>
                <a:pathLst>
                  <a:path extrusionOk="0" h="692" w="351">
                    <a:moveTo>
                      <a:pt x="25" y="0"/>
                    </a:moveTo>
                    <a:cubicBezTo>
                      <a:pt x="21" y="0"/>
                      <a:pt x="16" y="1"/>
                      <a:pt x="11" y="4"/>
                    </a:cubicBezTo>
                    <a:cubicBezTo>
                      <a:pt x="0" y="8"/>
                      <a:pt x="0" y="24"/>
                      <a:pt x="4" y="32"/>
                    </a:cubicBezTo>
                    <a:cubicBezTo>
                      <a:pt x="133" y="237"/>
                      <a:pt x="264" y="442"/>
                      <a:pt x="308" y="674"/>
                    </a:cubicBezTo>
                    <a:cubicBezTo>
                      <a:pt x="308" y="684"/>
                      <a:pt x="315" y="691"/>
                      <a:pt x="325" y="691"/>
                    </a:cubicBezTo>
                    <a:cubicBezTo>
                      <a:pt x="327" y="691"/>
                      <a:pt x="329" y="691"/>
                      <a:pt x="331" y="690"/>
                    </a:cubicBezTo>
                    <a:cubicBezTo>
                      <a:pt x="343" y="690"/>
                      <a:pt x="350" y="679"/>
                      <a:pt x="346" y="667"/>
                    </a:cubicBezTo>
                    <a:cubicBezTo>
                      <a:pt x="308" y="422"/>
                      <a:pt x="173" y="213"/>
                      <a:pt x="43" y="8"/>
                    </a:cubicBezTo>
                    <a:cubicBezTo>
                      <a:pt x="38" y="3"/>
                      <a:pt x="32" y="0"/>
                      <a:pt x="2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2" name="Google Shape;2652;p53"/>
              <p:cNvSpPr/>
              <p:nvPr/>
            </p:nvSpPr>
            <p:spPr>
              <a:xfrm>
                <a:off x="3440955" y="6181390"/>
                <a:ext cx="111377" cy="246002"/>
              </a:xfrm>
              <a:custGeom>
                <a:rect b="b" l="l" r="r" t="t"/>
                <a:pathLst>
                  <a:path extrusionOk="0" h="709" w="321">
                    <a:moveTo>
                      <a:pt x="25" y="1"/>
                    </a:moveTo>
                    <a:cubicBezTo>
                      <a:pt x="22" y="1"/>
                      <a:pt x="19" y="1"/>
                      <a:pt x="17" y="2"/>
                    </a:cubicBezTo>
                    <a:cubicBezTo>
                      <a:pt x="5" y="10"/>
                      <a:pt x="1" y="21"/>
                      <a:pt x="9" y="34"/>
                    </a:cubicBezTo>
                    <a:cubicBezTo>
                      <a:pt x="124" y="239"/>
                      <a:pt x="214" y="463"/>
                      <a:pt x="277" y="692"/>
                    </a:cubicBezTo>
                    <a:cubicBezTo>
                      <a:pt x="280" y="702"/>
                      <a:pt x="289" y="709"/>
                      <a:pt x="298" y="709"/>
                    </a:cubicBezTo>
                    <a:cubicBezTo>
                      <a:pt x="300" y="709"/>
                      <a:pt x="302" y="708"/>
                      <a:pt x="304" y="708"/>
                    </a:cubicBezTo>
                    <a:cubicBezTo>
                      <a:pt x="317" y="704"/>
                      <a:pt x="321" y="692"/>
                      <a:pt x="321" y="680"/>
                    </a:cubicBezTo>
                    <a:cubicBezTo>
                      <a:pt x="257" y="447"/>
                      <a:pt x="163" y="223"/>
                      <a:pt x="44" y="10"/>
                    </a:cubicBezTo>
                    <a:cubicBezTo>
                      <a:pt x="41" y="5"/>
                      <a:pt x="32" y="1"/>
                      <a:pt x="2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3" name="Google Shape;2653;p53"/>
              <p:cNvSpPr/>
              <p:nvPr/>
            </p:nvSpPr>
            <p:spPr>
              <a:xfrm>
                <a:off x="3226183" y="6219556"/>
                <a:ext cx="74252" cy="228653"/>
              </a:xfrm>
              <a:custGeom>
                <a:rect b="b" l="l" r="r" t="t"/>
                <a:pathLst>
                  <a:path extrusionOk="0" h="659" w="214">
                    <a:moveTo>
                      <a:pt x="29" y="1"/>
                    </a:moveTo>
                    <a:cubicBezTo>
                      <a:pt x="27" y="1"/>
                      <a:pt x="24" y="1"/>
                      <a:pt x="21" y="2"/>
                    </a:cubicBezTo>
                    <a:cubicBezTo>
                      <a:pt x="9" y="6"/>
                      <a:pt x="1" y="18"/>
                      <a:pt x="9" y="30"/>
                    </a:cubicBezTo>
                    <a:cubicBezTo>
                      <a:pt x="84" y="228"/>
                      <a:pt x="135" y="432"/>
                      <a:pt x="166" y="641"/>
                    </a:cubicBezTo>
                    <a:cubicBezTo>
                      <a:pt x="170" y="651"/>
                      <a:pt x="178" y="658"/>
                      <a:pt x="188" y="658"/>
                    </a:cubicBezTo>
                    <a:cubicBezTo>
                      <a:pt x="190" y="658"/>
                      <a:pt x="192" y="658"/>
                      <a:pt x="194" y="657"/>
                    </a:cubicBezTo>
                    <a:cubicBezTo>
                      <a:pt x="206" y="657"/>
                      <a:pt x="214" y="645"/>
                      <a:pt x="210" y="633"/>
                    </a:cubicBezTo>
                    <a:cubicBezTo>
                      <a:pt x="179" y="421"/>
                      <a:pt x="123" y="215"/>
                      <a:pt x="48" y="15"/>
                    </a:cubicBezTo>
                    <a:cubicBezTo>
                      <a:pt x="45" y="5"/>
                      <a:pt x="38" y="1"/>
                      <a:pt x="2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4" name="Google Shape;2654;p53"/>
              <p:cNvSpPr/>
              <p:nvPr/>
            </p:nvSpPr>
            <p:spPr>
              <a:xfrm>
                <a:off x="3624501" y="6953390"/>
                <a:ext cx="480553" cy="609626"/>
              </a:xfrm>
              <a:custGeom>
                <a:rect b="b" l="l" r="r" t="t"/>
                <a:pathLst>
                  <a:path extrusionOk="0" h="1757" w="1385">
                    <a:moveTo>
                      <a:pt x="692" y="1"/>
                    </a:moveTo>
                    <a:cubicBezTo>
                      <a:pt x="642" y="1"/>
                      <a:pt x="593" y="8"/>
                      <a:pt x="545" y="25"/>
                    </a:cubicBezTo>
                    <a:cubicBezTo>
                      <a:pt x="430" y="64"/>
                      <a:pt x="356" y="162"/>
                      <a:pt x="292" y="265"/>
                    </a:cubicBezTo>
                    <a:cubicBezTo>
                      <a:pt x="225" y="384"/>
                      <a:pt x="163" y="506"/>
                      <a:pt x="87" y="624"/>
                    </a:cubicBezTo>
                    <a:cubicBezTo>
                      <a:pt x="59" y="668"/>
                      <a:pt x="1" y="723"/>
                      <a:pt x="39" y="770"/>
                    </a:cubicBezTo>
                    <a:cubicBezTo>
                      <a:pt x="57" y="791"/>
                      <a:pt x="86" y="799"/>
                      <a:pt x="115" y="799"/>
                    </a:cubicBezTo>
                    <a:cubicBezTo>
                      <a:pt x="140" y="799"/>
                      <a:pt x="165" y="793"/>
                      <a:pt x="181" y="786"/>
                    </a:cubicBezTo>
                    <a:cubicBezTo>
                      <a:pt x="285" y="735"/>
                      <a:pt x="347" y="608"/>
                      <a:pt x="394" y="513"/>
                    </a:cubicBezTo>
                    <a:cubicBezTo>
                      <a:pt x="408" y="490"/>
                      <a:pt x="427" y="464"/>
                      <a:pt x="452" y="464"/>
                    </a:cubicBezTo>
                    <a:cubicBezTo>
                      <a:pt x="456" y="464"/>
                      <a:pt x="461" y="464"/>
                      <a:pt x="465" y="466"/>
                    </a:cubicBezTo>
                    <a:cubicBezTo>
                      <a:pt x="509" y="569"/>
                      <a:pt x="423" y="758"/>
                      <a:pt x="391" y="861"/>
                    </a:cubicBezTo>
                    <a:cubicBezTo>
                      <a:pt x="343" y="1014"/>
                      <a:pt x="296" y="1164"/>
                      <a:pt x="249" y="1318"/>
                    </a:cubicBezTo>
                    <a:cubicBezTo>
                      <a:pt x="241" y="1350"/>
                      <a:pt x="229" y="1381"/>
                      <a:pt x="233" y="1412"/>
                    </a:cubicBezTo>
                    <a:cubicBezTo>
                      <a:pt x="237" y="1448"/>
                      <a:pt x="261" y="1480"/>
                      <a:pt x="292" y="1492"/>
                    </a:cubicBezTo>
                    <a:cubicBezTo>
                      <a:pt x="261" y="1551"/>
                      <a:pt x="214" y="1676"/>
                      <a:pt x="316" y="1709"/>
                    </a:cubicBezTo>
                    <a:cubicBezTo>
                      <a:pt x="324" y="1711"/>
                      <a:pt x="331" y="1712"/>
                      <a:pt x="339" y="1712"/>
                    </a:cubicBezTo>
                    <a:cubicBezTo>
                      <a:pt x="411" y="1712"/>
                      <a:pt x="465" y="1616"/>
                      <a:pt x="498" y="1563"/>
                    </a:cubicBezTo>
                    <a:cubicBezTo>
                      <a:pt x="552" y="1472"/>
                      <a:pt x="607" y="1361"/>
                      <a:pt x="655" y="1263"/>
                    </a:cubicBezTo>
                    <a:cubicBezTo>
                      <a:pt x="671" y="1219"/>
                      <a:pt x="691" y="1176"/>
                      <a:pt x="718" y="1145"/>
                    </a:cubicBezTo>
                    <a:lnTo>
                      <a:pt x="718" y="1145"/>
                    </a:lnTo>
                    <a:cubicBezTo>
                      <a:pt x="698" y="1239"/>
                      <a:pt x="659" y="1330"/>
                      <a:pt x="620" y="1416"/>
                    </a:cubicBezTo>
                    <a:cubicBezTo>
                      <a:pt x="588" y="1499"/>
                      <a:pt x="525" y="1587"/>
                      <a:pt x="509" y="1673"/>
                    </a:cubicBezTo>
                    <a:cubicBezTo>
                      <a:pt x="509" y="1693"/>
                      <a:pt x="505" y="1709"/>
                      <a:pt x="513" y="1724"/>
                    </a:cubicBezTo>
                    <a:cubicBezTo>
                      <a:pt x="525" y="1744"/>
                      <a:pt x="545" y="1756"/>
                      <a:pt x="565" y="1756"/>
                    </a:cubicBezTo>
                    <a:cubicBezTo>
                      <a:pt x="569" y="1757"/>
                      <a:pt x="573" y="1757"/>
                      <a:pt x="577" y="1757"/>
                    </a:cubicBezTo>
                    <a:cubicBezTo>
                      <a:pt x="595" y="1757"/>
                      <a:pt x="611" y="1750"/>
                      <a:pt x="627" y="1740"/>
                    </a:cubicBezTo>
                    <a:cubicBezTo>
                      <a:pt x="698" y="1700"/>
                      <a:pt x="745" y="1610"/>
                      <a:pt x="781" y="1535"/>
                    </a:cubicBezTo>
                    <a:cubicBezTo>
                      <a:pt x="860" y="1377"/>
                      <a:pt x="923" y="1216"/>
                      <a:pt x="1009" y="1058"/>
                    </a:cubicBezTo>
                    <a:cubicBezTo>
                      <a:pt x="1022" y="1066"/>
                      <a:pt x="1022" y="1090"/>
                      <a:pt x="1014" y="1105"/>
                    </a:cubicBezTo>
                    <a:cubicBezTo>
                      <a:pt x="962" y="1263"/>
                      <a:pt x="887" y="1405"/>
                      <a:pt x="816" y="1554"/>
                    </a:cubicBezTo>
                    <a:cubicBezTo>
                      <a:pt x="805" y="1574"/>
                      <a:pt x="797" y="1594"/>
                      <a:pt x="793" y="1618"/>
                    </a:cubicBezTo>
                    <a:cubicBezTo>
                      <a:pt x="793" y="1641"/>
                      <a:pt x="801" y="1665"/>
                      <a:pt x="820" y="1681"/>
                    </a:cubicBezTo>
                    <a:cubicBezTo>
                      <a:pt x="828" y="1685"/>
                      <a:pt x="837" y="1687"/>
                      <a:pt x="846" y="1687"/>
                    </a:cubicBezTo>
                    <a:cubicBezTo>
                      <a:pt x="869" y="1687"/>
                      <a:pt x="895" y="1675"/>
                      <a:pt x="915" y="1658"/>
                    </a:cubicBezTo>
                    <a:cubicBezTo>
                      <a:pt x="1006" y="1587"/>
                      <a:pt x="1057" y="1464"/>
                      <a:pt x="1109" y="1361"/>
                    </a:cubicBezTo>
                    <a:cubicBezTo>
                      <a:pt x="1180" y="1223"/>
                      <a:pt x="1246" y="1081"/>
                      <a:pt x="1293" y="935"/>
                    </a:cubicBezTo>
                    <a:cubicBezTo>
                      <a:pt x="1317" y="868"/>
                      <a:pt x="1337" y="801"/>
                      <a:pt x="1353" y="730"/>
                    </a:cubicBezTo>
                    <a:cubicBezTo>
                      <a:pt x="1384" y="546"/>
                      <a:pt x="1345" y="375"/>
                      <a:pt x="1211" y="238"/>
                    </a:cubicBezTo>
                    <a:cubicBezTo>
                      <a:pt x="1207" y="233"/>
                      <a:pt x="1199" y="229"/>
                      <a:pt x="1195" y="222"/>
                    </a:cubicBezTo>
                    <a:cubicBezTo>
                      <a:pt x="1065" y="104"/>
                      <a:pt x="876" y="1"/>
                      <a:pt x="692" y="1"/>
                    </a:cubicBezTo>
                    <a:close/>
                  </a:path>
                </a:pathLst>
              </a:custGeom>
              <a:solidFill>
                <a:srgbClr val="C76A5B"/>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5" name="Google Shape;2655;p53"/>
              <p:cNvSpPr/>
              <p:nvPr/>
            </p:nvSpPr>
            <p:spPr>
              <a:xfrm>
                <a:off x="3625888" y="6945422"/>
                <a:ext cx="479166" cy="625587"/>
              </a:xfrm>
              <a:custGeom>
                <a:rect b="b" l="l" r="r" t="t"/>
                <a:pathLst>
                  <a:path extrusionOk="0" h="1803" w="1381">
                    <a:moveTo>
                      <a:pt x="687" y="43"/>
                    </a:moveTo>
                    <a:cubicBezTo>
                      <a:pt x="774" y="43"/>
                      <a:pt x="864" y="67"/>
                      <a:pt x="951" y="107"/>
                    </a:cubicBezTo>
                    <a:cubicBezTo>
                      <a:pt x="1034" y="150"/>
                      <a:pt x="1112" y="201"/>
                      <a:pt x="1176" y="261"/>
                    </a:cubicBezTo>
                    <a:cubicBezTo>
                      <a:pt x="1180" y="265"/>
                      <a:pt x="1187" y="272"/>
                      <a:pt x="1191" y="276"/>
                    </a:cubicBezTo>
                    <a:cubicBezTo>
                      <a:pt x="1289" y="379"/>
                      <a:pt x="1337" y="501"/>
                      <a:pt x="1337" y="635"/>
                    </a:cubicBezTo>
                    <a:cubicBezTo>
                      <a:pt x="1337" y="671"/>
                      <a:pt x="1333" y="711"/>
                      <a:pt x="1325" y="749"/>
                    </a:cubicBezTo>
                    <a:cubicBezTo>
                      <a:pt x="1313" y="820"/>
                      <a:pt x="1294" y="887"/>
                      <a:pt x="1270" y="951"/>
                    </a:cubicBezTo>
                    <a:cubicBezTo>
                      <a:pt x="1223" y="1097"/>
                      <a:pt x="1156" y="1239"/>
                      <a:pt x="1085" y="1377"/>
                    </a:cubicBezTo>
                    <a:cubicBezTo>
                      <a:pt x="1061" y="1428"/>
                      <a:pt x="1034" y="1483"/>
                      <a:pt x="1005" y="1534"/>
                    </a:cubicBezTo>
                    <a:cubicBezTo>
                      <a:pt x="974" y="1581"/>
                      <a:pt x="939" y="1628"/>
                      <a:pt x="900" y="1664"/>
                    </a:cubicBezTo>
                    <a:cubicBezTo>
                      <a:pt x="892" y="1672"/>
                      <a:pt x="880" y="1676"/>
                      <a:pt x="872" y="1681"/>
                    </a:cubicBezTo>
                    <a:cubicBezTo>
                      <a:pt x="860" y="1684"/>
                      <a:pt x="852" y="1688"/>
                      <a:pt x="845" y="1688"/>
                    </a:cubicBezTo>
                    <a:cubicBezTo>
                      <a:pt x="836" y="1688"/>
                      <a:pt x="832" y="1688"/>
                      <a:pt x="829" y="1684"/>
                    </a:cubicBezTo>
                    <a:cubicBezTo>
                      <a:pt x="825" y="1681"/>
                      <a:pt x="821" y="1676"/>
                      <a:pt x="816" y="1668"/>
                    </a:cubicBezTo>
                    <a:cubicBezTo>
                      <a:pt x="812" y="1664"/>
                      <a:pt x="812" y="1657"/>
                      <a:pt x="812" y="1648"/>
                    </a:cubicBezTo>
                    <a:lnTo>
                      <a:pt x="812" y="1645"/>
                    </a:lnTo>
                    <a:cubicBezTo>
                      <a:pt x="812" y="1625"/>
                      <a:pt x="821" y="1605"/>
                      <a:pt x="832" y="1586"/>
                    </a:cubicBezTo>
                    <a:cubicBezTo>
                      <a:pt x="903" y="1439"/>
                      <a:pt x="978" y="1293"/>
                      <a:pt x="1029" y="1136"/>
                    </a:cubicBezTo>
                    <a:cubicBezTo>
                      <a:pt x="1034" y="1128"/>
                      <a:pt x="1038" y="1117"/>
                      <a:pt x="1038" y="1104"/>
                    </a:cubicBezTo>
                    <a:cubicBezTo>
                      <a:pt x="1038" y="1097"/>
                      <a:pt x="1038" y="1089"/>
                      <a:pt x="1034" y="1081"/>
                    </a:cubicBezTo>
                    <a:cubicBezTo>
                      <a:pt x="1029" y="1073"/>
                      <a:pt x="1022" y="1065"/>
                      <a:pt x="1014" y="1061"/>
                    </a:cubicBezTo>
                    <a:cubicBezTo>
                      <a:pt x="1012" y="1059"/>
                      <a:pt x="1010" y="1058"/>
                      <a:pt x="1007" y="1058"/>
                    </a:cubicBezTo>
                    <a:cubicBezTo>
                      <a:pt x="1005" y="1058"/>
                      <a:pt x="1002" y="1059"/>
                      <a:pt x="998" y="1061"/>
                    </a:cubicBezTo>
                    <a:cubicBezTo>
                      <a:pt x="994" y="1061"/>
                      <a:pt x="987" y="1065"/>
                      <a:pt x="987" y="1069"/>
                    </a:cubicBezTo>
                    <a:cubicBezTo>
                      <a:pt x="900" y="1231"/>
                      <a:pt x="836" y="1392"/>
                      <a:pt x="761" y="1550"/>
                    </a:cubicBezTo>
                    <a:cubicBezTo>
                      <a:pt x="741" y="1586"/>
                      <a:pt x="722" y="1625"/>
                      <a:pt x="698" y="1661"/>
                    </a:cubicBezTo>
                    <a:cubicBezTo>
                      <a:pt x="670" y="1696"/>
                      <a:pt x="643" y="1728"/>
                      <a:pt x="612" y="1743"/>
                    </a:cubicBezTo>
                    <a:cubicBezTo>
                      <a:pt x="596" y="1755"/>
                      <a:pt x="580" y="1759"/>
                      <a:pt x="568" y="1759"/>
                    </a:cubicBezTo>
                    <a:lnTo>
                      <a:pt x="564" y="1759"/>
                    </a:lnTo>
                    <a:cubicBezTo>
                      <a:pt x="556" y="1759"/>
                      <a:pt x="548" y="1755"/>
                      <a:pt x="545" y="1752"/>
                    </a:cubicBezTo>
                    <a:cubicBezTo>
                      <a:pt x="537" y="1747"/>
                      <a:pt x="532" y="1743"/>
                      <a:pt x="529" y="1739"/>
                    </a:cubicBezTo>
                    <a:cubicBezTo>
                      <a:pt x="529" y="1735"/>
                      <a:pt x="525" y="1728"/>
                      <a:pt x="525" y="1719"/>
                    </a:cubicBezTo>
                    <a:cubicBezTo>
                      <a:pt x="525" y="1716"/>
                      <a:pt x="529" y="1708"/>
                      <a:pt x="529" y="1699"/>
                    </a:cubicBezTo>
                    <a:cubicBezTo>
                      <a:pt x="537" y="1661"/>
                      <a:pt x="552" y="1617"/>
                      <a:pt x="576" y="1577"/>
                    </a:cubicBezTo>
                    <a:cubicBezTo>
                      <a:pt x="596" y="1534"/>
                      <a:pt x="619" y="1491"/>
                      <a:pt x="639" y="1448"/>
                    </a:cubicBezTo>
                    <a:cubicBezTo>
                      <a:pt x="674" y="1361"/>
                      <a:pt x="714" y="1270"/>
                      <a:pt x="738" y="1171"/>
                    </a:cubicBezTo>
                    <a:cubicBezTo>
                      <a:pt x="738" y="1160"/>
                      <a:pt x="734" y="1152"/>
                      <a:pt x="726" y="1148"/>
                    </a:cubicBezTo>
                    <a:cubicBezTo>
                      <a:pt x="723" y="1146"/>
                      <a:pt x="719" y="1145"/>
                      <a:pt x="715" y="1145"/>
                    </a:cubicBezTo>
                    <a:cubicBezTo>
                      <a:pt x="709" y="1145"/>
                      <a:pt x="703" y="1147"/>
                      <a:pt x="698" y="1152"/>
                    </a:cubicBezTo>
                    <a:cubicBezTo>
                      <a:pt x="667" y="1187"/>
                      <a:pt x="647" y="1235"/>
                      <a:pt x="632" y="1274"/>
                    </a:cubicBezTo>
                    <a:cubicBezTo>
                      <a:pt x="584" y="1377"/>
                      <a:pt x="532" y="1483"/>
                      <a:pt x="474" y="1574"/>
                    </a:cubicBezTo>
                    <a:cubicBezTo>
                      <a:pt x="458" y="1601"/>
                      <a:pt x="438" y="1637"/>
                      <a:pt x="414" y="1664"/>
                    </a:cubicBezTo>
                    <a:cubicBezTo>
                      <a:pt x="403" y="1681"/>
                      <a:pt x="387" y="1692"/>
                      <a:pt x="375" y="1699"/>
                    </a:cubicBezTo>
                    <a:cubicBezTo>
                      <a:pt x="359" y="1708"/>
                      <a:pt x="348" y="1712"/>
                      <a:pt x="335" y="1712"/>
                    </a:cubicBezTo>
                    <a:cubicBezTo>
                      <a:pt x="328" y="1712"/>
                      <a:pt x="324" y="1712"/>
                      <a:pt x="316" y="1708"/>
                    </a:cubicBezTo>
                    <a:cubicBezTo>
                      <a:pt x="296" y="1704"/>
                      <a:pt x="288" y="1696"/>
                      <a:pt x="281" y="1684"/>
                    </a:cubicBezTo>
                    <a:cubicBezTo>
                      <a:pt x="272" y="1676"/>
                      <a:pt x="268" y="1661"/>
                      <a:pt x="268" y="1645"/>
                    </a:cubicBezTo>
                    <a:cubicBezTo>
                      <a:pt x="268" y="1625"/>
                      <a:pt x="277" y="1605"/>
                      <a:pt x="284" y="1581"/>
                    </a:cubicBezTo>
                    <a:cubicBezTo>
                      <a:pt x="288" y="1562"/>
                      <a:pt x="300" y="1542"/>
                      <a:pt x="308" y="1526"/>
                    </a:cubicBezTo>
                    <a:cubicBezTo>
                      <a:pt x="312" y="1519"/>
                      <a:pt x="312" y="1515"/>
                      <a:pt x="308" y="1506"/>
                    </a:cubicBezTo>
                    <a:cubicBezTo>
                      <a:pt x="308" y="1503"/>
                      <a:pt x="300" y="1495"/>
                      <a:pt x="296" y="1495"/>
                    </a:cubicBezTo>
                    <a:cubicBezTo>
                      <a:pt x="284" y="1491"/>
                      <a:pt x="272" y="1483"/>
                      <a:pt x="265" y="1471"/>
                    </a:cubicBezTo>
                    <a:cubicBezTo>
                      <a:pt x="257" y="1463"/>
                      <a:pt x="253" y="1448"/>
                      <a:pt x="253" y="1435"/>
                    </a:cubicBezTo>
                    <a:lnTo>
                      <a:pt x="253" y="1424"/>
                    </a:lnTo>
                    <a:cubicBezTo>
                      <a:pt x="253" y="1400"/>
                      <a:pt x="261" y="1373"/>
                      <a:pt x="268" y="1345"/>
                    </a:cubicBezTo>
                    <a:cubicBezTo>
                      <a:pt x="316" y="1195"/>
                      <a:pt x="363" y="1042"/>
                      <a:pt x="406" y="891"/>
                    </a:cubicBezTo>
                    <a:cubicBezTo>
                      <a:pt x="423" y="852"/>
                      <a:pt x="442" y="797"/>
                      <a:pt x="461" y="738"/>
                    </a:cubicBezTo>
                    <a:cubicBezTo>
                      <a:pt x="477" y="678"/>
                      <a:pt x="497" y="616"/>
                      <a:pt x="497" y="560"/>
                    </a:cubicBezTo>
                    <a:cubicBezTo>
                      <a:pt x="497" y="529"/>
                      <a:pt x="494" y="501"/>
                      <a:pt x="481" y="478"/>
                    </a:cubicBezTo>
                    <a:cubicBezTo>
                      <a:pt x="477" y="474"/>
                      <a:pt x="474" y="469"/>
                      <a:pt x="466" y="465"/>
                    </a:cubicBezTo>
                    <a:lnTo>
                      <a:pt x="450" y="465"/>
                    </a:lnTo>
                    <a:cubicBezTo>
                      <a:pt x="438" y="465"/>
                      <a:pt x="430" y="465"/>
                      <a:pt x="423" y="469"/>
                    </a:cubicBezTo>
                    <a:cubicBezTo>
                      <a:pt x="410" y="478"/>
                      <a:pt x="399" y="485"/>
                      <a:pt x="390" y="498"/>
                    </a:cubicBezTo>
                    <a:cubicBezTo>
                      <a:pt x="383" y="505"/>
                      <a:pt x="379" y="517"/>
                      <a:pt x="371" y="529"/>
                    </a:cubicBezTo>
                    <a:cubicBezTo>
                      <a:pt x="348" y="572"/>
                      <a:pt x="319" y="627"/>
                      <a:pt x="288" y="675"/>
                    </a:cubicBezTo>
                    <a:cubicBezTo>
                      <a:pt x="253" y="726"/>
                      <a:pt x="213" y="765"/>
                      <a:pt x="170" y="789"/>
                    </a:cubicBezTo>
                    <a:cubicBezTo>
                      <a:pt x="154" y="793"/>
                      <a:pt x="135" y="800"/>
                      <a:pt x="111" y="800"/>
                    </a:cubicBezTo>
                    <a:cubicBezTo>
                      <a:pt x="99" y="800"/>
                      <a:pt x="88" y="797"/>
                      <a:pt x="79" y="793"/>
                    </a:cubicBezTo>
                    <a:cubicBezTo>
                      <a:pt x="68" y="793"/>
                      <a:pt x="59" y="785"/>
                      <a:pt x="55" y="781"/>
                    </a:cubicBezTo>
                    <a:cubicBezTo>
                      <a:pt x="48" y="773"/>
                      <a:pt x="48" y="765"/>
                      <a:pt x="48" y="758"/>
                    </a:cubicBezTo>
                    <a:cubicBezTo>
                      <a:pt x="48" y="753"/>
                      <a:pt x="48" y="746"/>
                      <a:pt x="52" y="738"/>
                    </a:cubicBezTo>
                    <a:cubicBezTo>
                      <a:pt x="55" y="726"/>
                      <a:pt x="64" y="714"/>
                      <a:pt x="75" y="698"/>
                    </a:cubicBezTo>
                    <a:cubicBezTo>
                      <a:pt x="83" y="687"/>
                      <a:pt x="95" y="671"/>
                      <a:pt x="103" y="658"/>
                    </a:cubicBezTo>
                    <a:cubicBezTo>
                      <a:pt x="177" y="536"/>
                      <a:pt x="241" y="418"/>
                      <a:pt x="308" y="296"/>
                    </a:cubicBezTo>
                    <a:cubicBezTo>
                      <a:pt x="339" y="249"/>
                      <a:pt x="371" y="198"/>
                      <a:pt x="410" y="158"/>
                    </a:cubicBezTo>
                    <a:cubicBezTo>
                      <a:pt x="450" y="119"/>
                      <a:pt x="494" y="87"/>
                      <a:pt x="548" y="67"/>
                    </a:cubicBezTo>
                    <a:cubicBezTo>
                      <a:pt x="592" y="52"/>
                      <a:pt x="639" y="43"/>
                      <a:pt x="687" y="43"/>
                    </a:cubicBezTo>
                    <a:close/>
                    <a:moveTo>
                      <a:pt x="687" y="1"/>
                    </a:moveTo>
                    <a:cubicBezTo>
                      <a:pt x="635" y="1"/>
                      <a:pt x="584" y="8"/>
                      <a:pt x="532" y="24"/>
                    </a:cubicBezTo>
                    <a:cubicBezTo>
                      <a:pt x="474" y="48"/>
                      <a:pt x="423" y="83"/>
                      <a:pt x="379" y="127"/>
                    </a:cubicBezTo>
                    <a:cubicBezTo>
                      <a:pt x="335" y="174"/>
                      <a:pt x="300" y="225"/>
                      <a:pt x="272" y="276"/>
                    </a:cubicBezTo>
                    <a:cubicBezTo>
                      <a:pt x="201" y="394"/>
                      <a:pt x="139" y="517"/>
                      <a:pt x="68" y="635"/>
                    </a:cubicBezTo>
                    <a:cubicBezTo>
                      <a:pt x="55" y="651"/>
                      <a:pt x="40" y="667"/>
                      <a:pt x="28" y="691"/>
                    </a:cubicBezTo>
                    <a:cubicBezTo>
                      <a:pt x="20" y="698"/>
                      <a:pt x="17" y="711"/>
                      <a:pt x="12" y="722"/>
                    </a:cubicBezTo>
                    <a:cubicBezTo>
                      <a:pt x="4" y="734"/>
                      <a:pt x="0" y="746"/>
                      <a:pt x="0" y="758"/>
                    </a:cubicBezTo>
                    <a:cubicBezTo>
                      <a:pt x="0" y="773"/>
                      <a:pt x="8" y="793"/>
                      <a:pt x="20" y="809"/>
                    </a:cubicBezTo>
                    <a:cubicBezTo>
                      <a:pt x="32" y="820"/>
                      <a:pt x="48" y="829"/>
                      <a:pt x="64" y="836"/>
                    </a:cubicBezTo>
                    <a:cubicBezTo>
                      <a:pt x="79" y="840"/>
                      <a:pt x="95" y="844"/>
                      <a:pt x="111" y="844"/>
                    </a:cubicBezTo>
                    <a:cubicBezTo>
                      <a:pt x="139" y="844"/>
                      <a:pt x="166" y="836"/>
                      <a:pt x="190" y="829"/>
                    </a:cubicBezTo>
                    <a:cubicBezTo>
                      <a:pt x="245" y="800"/>
                      <a:pt x="288" y="753"/>
                      <a:pt x="324" y="702"/>
                    </a:cubicBezTo>
                    <a:cubicBezTo>
                      <a:pt x="359" y="651"/>
                      <a:pt x="387" y="592"/>
                      <a:pt x="410" y="549"/>
                    </a:cubicBezTo>
                    <a:cubicBezTo>
                      <a:pt x="419" y="536"/>
                      <a:pt x="423" y="525"/>
                      <a:pt x="430" y="517"/>
                    </a:cubicBezTo>
                    <a:cubicBezTo>
                      <a:pt x="434" y="513"/>
                      <a:pt x="438" y="513"/>
                      <a:pt x="442" y="509"/>
                    </a:cubicBezTo>
                    <a:lnTo>
                      <a:pt x="447" y="509"/>
                    </a:lnTo>
                    <a:cubicBezTo>
                      <a:pt x="452" y="522"/>
                      <a:pt x="454" y="539"/>
                      <a:pt x="454" y="560"/>
                    </a:cubicBezTo>
                    <a:cubicBezTo>
                      <a:pt x="454" y="607"/>
                      <a:pt x="438" y="667"/>
                      <a:pt x="419" y="722"/>
                    </a:cubicBezTo>
                    <a:cubicBezTo>
                      <a:pt x="403" y="781"/>
                      <a:pt x="379" y="836"/>
                      <a:pt x="367" y="876"/>
                    </a:cubicBezTo>
                    <a:cubicBezTo>
                      <a:pt x="319" y="1029"/>
                      <a:pt x="272" y="1179"/>
                      <a:pt x="225" y="1333"/>
                    </a:cubicBezTo>
                    <a:cubicBezTo>
                      <a:pt x="217" y="1361"/>
                      <a:pt x="210" y="1392"/>
                      <a:pt x="210" y="1424"/>
                    </a:cubicBezTo>
                    <a:lnTo>
                      <a:pt x="210" y="1439"/>
                    </a:lnTo>
                    <a:cubicBezTo>
                      <a:pt x="210" y="1459"/>
                      <a:pt x="217" y="1483"/>
                      <a:pt x="229" y="1499"/>
                    </a:cubicBezTo>
                    <a:cubicBezTo>
                      <a:pt x="239" y="1509"/>
                      <a:pt x="249" y="1517"/>
                      <a:pt x="260" y="1524"/>
                    </a:cubicBezTo>
                    <a:lnTo>
                      <a:pt x="260" y="1524"/>
                    </a:lnTo>
                    <a:cubicBezTo>
                      <a:pt x="253" y="1538"/>
                      <a:pt x="246" y="1554"/>
                      <a:pt x="241" y="1570"/>
                    </a:cubicBezTo>
                    <a:cubicBezTo>
                      <a:pt x="233" y="1593"/>
                      <a:pt x="225" y="1621"/>
                      <a:pt x="225" y="1645"/>
                    </a:cubicBezTo>
                    <a:cubicBezTo>
                      <a:pt x="225" y="1668"/>
                      <a:pt x="233" y="1688"/>
                      <a:pt x="245" y="1708"/>
                    </a:cubicBezTo>
                    <a:cubicBezTo>
                      <a:pt x="257" y="1728"/>
                      <a:pt x="277" y="1743"/>
                      <a:pt x="304" y="1752"/>
                    </a:cubicBezTo>
                    <a:cubicBezTo>
                      <a:pt x="316" y="1755"/>
                      <a:pt x="324" y="1755"/>
                      <a:pt x="335" y="1755"/>
                    </a:cubicBezTo>
                    <a:cubicBezTo>
                      <a:pt x="359" y="1755"/>
                      <a:pt x="379" y="1747"/>
                      <a:pt x="399" y="1735"/>
                    </a:cubicBezTo>
                    <a:cubicBezTo>
                      <a:pt x="426" y="1719"/>
                      <a:pt x="446" y="1696"/>
                      <a:pt x="466" y="1668"/>
                    </a:cubicBezTo>
                    <a:cubicBezTo>
                      <a:pt x="485" y="1645"/>
                      <a:pt x="501" y="1617"/>
                      <a:pt x="513" y="1597"/>
                    </a:cubicBezTo>
                    <a:cubicBezTo>
                      <a:pt x="523" y="1581"/>
                      <a:pt x="533" y="1564"/>
                      <a:pt x="542" y="1546"/>
                    </a:cubicBezTo>
                    <a:lnTo>
                      <a:pt x="542" y="1546"/>
                    </a:lnTo>
                    <a:cubicBezTo>
                      <a:pt x="540" y="1550"/>
                      <a:pt x="539" y="1554"/>
                      <a:pt x="537" y="1558"/>
                    </a:cubicBezTo>
                    <a:cubicBezTo>
                      <a:pt x="513" y="1601"/>
                      <a:pt x="494" y="1648"/>
                      <a:pt x="485" y="1692"/>
                    </a:cubicBezTo>
                    <a:cubicBezTo>
                      <a:pt x="485" y="1699"/>
                      <a:pt x="481" y="1712"/>
                      <a:pt x="481" y="1719"/>
                    </a:cubicBezTo>
                    <a:cubicBezTo>
                      <a:pt x="481" y="1732"/>
                      <a:pt x="485" y="1747"/>
                      <a:pt x="490" y="1759"/>
                    </a:cubicBezTo>
                    <a:cubicBezTo>
                      <a:pt x="497" y="1770"/>
                      <a:pt x="509" y="1783"/>
                      <a:pt x="521" y="1790"/>
                    </a:cubicBezTo>
                    <a:cubicBezTo>
                      <a:pt x="532" y="1799"/>
                      <a:pt x="548" y="1803"/>
                      <a:pt x="561" y="1803"/>
                    </a:cubicBezTo>
                    <a:lnTo>
                      <a:pt x="568" y="1803"/>
                    </a:lnTo>
                    <a:cubicBezTo>
                      <a:pt x="592" y="1803"/>
                      <a:pt x="612" y="1794"/>
                      <a:pt x="632" y="1783"/>
                    </a:cubicBezTo>
                    <a:cubicBezTo>
                      <a:pt x="674" y="1759"/>
                      <a:pt x="706" y="1723"/>
                      <a:pt x="734" y="1684"/>
                    </a:cubicBezTo>
                    <a:cubicBezTo>
                      <a:pt x="747" y="1665"/>
                      <a:pt x="759" y="1644"/>
                      <a:pt x="771" y="1623"/>
                    </a:cubicBezTo>
                    <a:lnTo>
                      <a:pt x="771" y="1623"/>
                    </a:lnTo>
                    <a:cubicBezTo>
                      <a:pt x="770" y="1629"/>
                      <a:pt x="769" y="1635"/>
                      <a:pt x="769" y="1641"/>
                    </a:cubicBezTo>
                    <a:lnTo>
                      <a:pt x="769" y="1648"/>
                    </a:lnTo>
                    <a:cubicBezTo>
                      <a:pt x="769" y="1661"/>
                      <a:pt x="769" y="1676"/>
                      <a:pt x="777" y="1688"/>
                    </a:cubicBezTo>
                    <a:cubicBezTo>
                      <a:pt x="781" y="1699"/>
                      <a:pt x="793" y="1712"/>
                      <a:pt x="805" y="1719"/>
                    </a:cubicBezTo>
                    <a:cubicBezTo>
                      <a:pt x="816" y="1728"/>
                      <a:pt x="829" y="1732"/>
                      <a:pt x="845" y="1732"/>
                    </a:cubicBezTo>
                    <a:cubicBezTo>
                      <a:pt x="860" y="1732"/>
                      <a:pt x="876" y="1728"/>
                      <a:pt x="887" y="1719"/>
                    </a:cubicBezTo>
                    <a:cubicBezTo>
                      <a:pt x="903" y="1716"/>
                      <a:pt x="916" y="1708"/>
                      <a:pt x="927" y="1696"/>
                    </a:cubicBezTo>
                    <a:cubicBezTo>
                      <a:pt x="974" y="1657"/>
                      <a:pt x="1010" y="1610"/>
                      <a:pt x="1041" y="1554"/>
                    </a:cubicBezTo>
                    <a:cubicBezTo>
                      <a:pt x="1073" y="1503"/>
                      <a:pt x="1100" y="1444"/>
                      <a:pt x="1124" y="1397"/>
                    </a:cubicBezTo>
                    <a:cubicBezTo>
                      <a:pt x="1195" y="1255"/>
                      <a:pt x="1262" y="1117"/>
                      <a:pt x="1313" y="966"/>
                    </a:cubicBezTo>
                    <a:cubicBezTo>
                      <a:pt x="1333" y="900"/>
                      <a:pt x="1357" y="829"/>
                      <a:pt x="1369" y="758"/>
                    </a:cubicBezTo>
                    <a:cubicBezTo>
                      <a:pt x="1376" y="718"/>
                      <a:pt x="1380" y="675"/>
                      <a:pt x="1380" y="635"/>
                    </a:cubicBezTo>
                    <a:cubicBezTo>
                      <a:pt x="1380" y="489"/>
                      <a:pt x="1329" y="356"/>
                      <a:pt x="1223" y="245"/>
                    </a:cubicBezTo>
                    <a:cubicBezTo>
                      <a:pt x="1218" y="241"/>
                      <a:pt x="1211" y="237"/>
                      <a:pt x="1207" y="229"/>
                    </a:cubicBezTo>
                    <a:cubicBezTo>
                      <a:pt x="1140" y="170"/>
                      <a:pt x="1058" y="111"/>
                      <a:pt x="967" y="67"/>
                    </a:cubicBezTo>
                    <a:cubicBezTo>
                      <a:pt x="880" y="28"/>
                      <a:pt x="781" y="1"/>
                      <a:pt x="687"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6" name="Google Shape;2656;p53"/>
              <p:cNvSpPr/>
              <p:nvPr/>
            </p:nvSpPr>
            <p:spPr>
              <a:xfrm>
                <a:off x="3710548" y="7245895"/>
                <a:ext cx="129073" cy="258493"/>
              </a:xfrm>
              <a:custGeom>
                <a:rect b="b" l="l" r="r" t="t"/>
                <a:pathLst>
                  <a:path extrusionOk="0" h="745" w="372">
                    <a:moveTo>
                      <a:pt x="347" y="0"/>
                    </a:moveTo>
                    <a:cubicBezTo>
                      <a:pt x="338" y="0"/>
                      <a:pt x="330" y="5"/>
                      <a:pt x="324" y="14"/>
                    </a:cubicBezTo>
                    <a:cubicBezTo>
                      <a:pt x="230" y="251"/>
                      <a:pt x="123" y="487"/>
                      <a:pt x="4" y="711"/>
                    </a:cubicBezTo>
                    <a:cubicBezTo>
                      <a:pt x="1" y="724"/>
                      <a:pt x="4" y="735"/>
                      <a:pt x="17" y="744"/>
                    </a:cubicBezTo>
                    <a:cubicBezTo>
                      <a:pt x="19" y="744"/>
                      <a:pt x="21" y="745"/>
                      <a:pt x="24" y="745"/>
                    </a:cubicBezTo>
                    <a:cubicBezTo>
                      <a:pt x="31" y="745"/>
                      <a:pt x="41" y="741"/>
                      <a:pt x="44" y="731"/>
                    </a:cubicBezTo>
                    <a:cubicBezTo>
                      <a:pt x="162" y="502"/>
                      <a:pt x="269" y="270"/>
                      <a:pt x="368" y="29"/>
                    </a:cubicBezTo>
                    <a:cubicBezTo>
                      <a:pt x="372" y="18"/>
                      <a:pt x="364" y="5"/>
                      <a:pt x="356" y="2"/>
                    </a:cubicBezTo>
                    <a:cubicBezTo>
                      <a:pt x="353" y="1"/>
                      <a:pt x="350" y="0"/>
                      <a:pt x="347"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7" name="Google Shape;2657;p53"/>
              <p:cNvSpPr/>
              <p:nvPr/>
            </p:nvSpPr>
            <p:spPr>
              <a:xfrm>
                <a:off x="3863907" y="7265325"/>
                <a:ext cx="44065" cy="96458"/>
              </a:xfrm>
              <a:custGeom>
                <a:rect b="b" l="l" r="r" t="t"/>
                <a:pathLst>
                  <a:path extrusionOk="0" h="278" w="127">
                    <a:moveTo>
                      <a:pt x="101" y="0"/>
                    </a:moveTo>
                    <a:cubicBezTo>
                      <a:pt x="93" y="0"/>
                      <a:pt x="82" y="7"/>
                      <a:pt x="79" y="17"/>
                    </a:cubicBezTo>
                    <a:cubicBezTo>
                      <a:pt x="55" y="91"/>
                      <a:pt x="28" y="171"/>
                      <a:pt x="4" y="249"/>
                    </a:cubicBezTo>
                    <a:cubicBezTo>
                      <a:pt x="1" y="257"/>
                      <a:pt x="4" y="273"/>
                      <a:pt x="17" y="277"/>
                    </a:cubicBezTo>
                    <a:cubicBezTo>
                      <a:pt x="19" y="278"/>
                      <a:pt x="21" y="278"/>
                      <a:pt x="23" y="278"/>
                    </a:cubicBezTo>
                    <a:cubicBezTo>
                      <a:pt x="32" y="278"/>
                      <a:pt x="41" y="271"/>
                      <a:pt x="44" y="262"/>
                    </a:cubicBezTo>
                    <a:cubicBezTo>
                      <a:pt x="72" y="182"/>
                      <a:pt x="95" y="107"/>
                      <a:pt x="123" y="29"/>
                    </a:cubicBezTo>
                    <a:cubicBezTo>
                      <a:pt x="126" y="17"/>
                      <a:pt x="119" y="5"/>
                      <a:pt x="107" y="1"/>
                    </a:cubicBezTo>
                    <a:cubicBezTo>
                      <a:pt x="105" y="1"/>
                      <a:pt x="103" y="0"/>
                      <a:pt x="101"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8" name="Google Shape;2658;p53"/>
              <p:cNvSpPr/>
              <p:nvPr/>
            </p:nvSpPr>
            <p:spPr>
              <a:xfrm>
                <a:off x="3963834" y="7279191"/>
                <a:ext cx="32962" cy="51352"/>
              </a:xfrm>
              <a:custGeom>
                <a:rect b="b" l="l" r="r" t="t"/>
                <a:pathLst>
                  <a:path extrusionOk="0" h="148" w="95">
                    <a:moveTo>
                      <a:pt x="67" y="1"/>
                    </a:moveTo>
                    <a:cubicBezTo>
                      <a:pt x="59" y="1"/>
                      <a:pt x="50" y="6"/>
                      <a:pt x="48" y="13"/>
                    </a:cubicBezTo>
                    <a:cubicBezTo>
                      <a:pt x="31" y="48"/>
                      <a:pt x="20" y="84"/>
                      <a:pt x="4" y="115"/>
                    </a:cubicBezTo>
                    <a:cubicBezTo>
                      <a:pt x="0" y="127"/>
                      <a:pt x="4" y="138"/>
                      <a:pt x="16" y="146"/>
                    </a:cubicBezTo>
                    <a:cubicBezTo>
                      <a:pt x="19" y="147"/>
                      <a:pt x="22" y="148"/>
                      <a:pt x="25" y="148"/>
                    </a:cubicBezTo>
                    <a:cubicBezTo>
                      <a:pt x="34" y="148"/>
                      <a:pt x="41" y="143"/>
                      <a:pt x="44" y="135"/>
                    </a:cubicBezTo>
                    <a:cubicBezTo>
                      <a:pt x="60" y="99"/>
                      <a:pt x="75" y="64"/>
                      <a:pt x="87" y="32"/>
                    </a:cubicBezTo>
                    <a:cubicBezTo>
                      <a:pt x="95" y="20"/>
                      <a:pt x="87" y="9"/>
                      <a:pt x="75" y="4"/>
                    </a:cubicBezTo>
                    <a:cubicBezTo>
                      <a:pt x="73" y="2"/>
                      <a:pt x="70" y="1"/>
                      <a:pt x="67"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9" name="Google Shape;2659;p53"/>
              <p:cNvSpPr/>
              <p:nvPr/>
            </p:nvSpPr>
            <p:spPr>
              <a:xfrm>
                <a:off x="3855580" y="7120640"/>
                <a:ext cx="29145" cy="46841"/>
              </a:xfrm>
              <a:custGeom>
                <a:rect b="b" l="l" r="r" t="t"/>
                <a:pathLst>
                  <a:path extrusionOk="0" h="135" w="84">
                    <a:moveTo>
                      <a:pt x="64" y="0"/>
                    </a:moveTo>
                    <a:cubicBezTo>
                      <a:pt x="52" y="0"/>
                      <a:pt x="41" y="8"/>
                      <a:pt x="36" y="20"/>
                    </a:cubicBezTo>
                    <a:cubicBezTo>
                      <a:pt x="32" y="47"/>
                      <a:pt x="21" y="75"/>
                      <a:pt x="5" y="102"/>
                    </a:cubicBezTo>
                    <a:cubicBezTo>
                      <a:pt x="1" y="111"/>
                      <a:pt x="5" y="126"/>
                      <a:pt x="12" y="130"/>
                    </a:cubicBezTo>
                    <a:cubicBezTo>
                      <a:pt x="17" y="133"/>
                      <a:pt x="21" y="134"/>
                      <a:pt x="25" y="134"/>
                    </a:cubicBezTo>
                    <a:cubicBezTo>
                      <a:pt x="33" y="134"/>
                      <a:pt x="39" y="130"/>
                      <a:pt x="44" y="122"/>
                    </a:cubicBezTo>
                    <a:cubicBezTo>
                      <a:pt x="60" y="95"/>
                      <a:pt x="72" y="59"/>
                      <a:pt x="79" y="28"/>
                    </a:cubicBezTo>
                    <a:cubicBezTo>
                      <a:pt x="83" y="16"/>
                      <a:pt x="76" y="4"/>
                      <a:pt x="64"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0" name="Google Shape;2660;p53"/>
              <p:cNvSpPr/>
              <p:nvPr/>
            </p:nvSpPr>
            <p:spPr>
              <a:xfrm>
                <a:off x="3928443" y="7154296"/>
                <a:ext cx="24982" cy="44759"/>
              </a:xfrm>
              <a:custGeom>
                <a:rect b="b" l="l" r="r" t="t"/>
                <a:pathLst>
                  <a:path extrusionOk="0" h="129" w="72">
                    <a:moveTo>
                      <a:pt x="45" y="1"/>
                    </a:moveTo>
                    <a:cubicBezTo>
                      <a:pt x="35" y="1"/>
                      <a:pt x="27" y="8"/>
                      <a:pt x="24" y="18"/>
                    </a:cubicBezTo>
                    <a:cubicBezTo>
                      <a:pt x="20" y="45"/>
                      <a:pt x="15" y="73"/>
                      <a:pt x="4" y="96"/>
                    </a:cubicBezTo>
                    <a:cubicBezTo>
                      <a:pt x="0" y="109"/>
                      <a:pt x="4" y="120"/>
                      <a:pt x="15" y="127"/>
                    </a:cubicBezTo>
                    <a:cubicBezTo>
                      <a:pt x="17" y="128"/>
                      <a:pt x="19" y="129"/>
                      <a:pt x="21" y="129"/>
                    </a:cubicBezTo>
                    <a:cubicBezTo>
                      <a:pt x="29" y="129"/>
                      <a:pt x="40" y="122"/>
                      <a:pt x="44" y="116"/>
                    </a:cubicBezTo>
                    <a:cubicBezTo>
                      <a:pt x="55" y="85"/>
                      <a:pt x="63" y="56"/>
                      <a:pt x="67" y="25"/>
                    </a:cubicBezTo>
                    <a:cubicBezTo>
                      <a:pt x="71" y="14"/>
                      <a:pt x="63" y="2"/>
                      <a:pt x="51" y="2"/>
                    </a:cubicBezTo>
                    <a:cubicBezTo>
                      <a:pt x="49" y="1"/>
                      <a:pt x="47" y="1"/>
                      <a:pt x="4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1" name="Google Shape;2661;p53"/>
              <p:cNvSpPr/>
              <p:nvPr/>
            </p:nvSpPr>
            <p:spPr>
              <a:xfrm>
                <a:off x="3997836" y="7175461"/>
                <a:ext cx="24982" cy="43024"/>
              </a:xfrm>
              <a:custGeom>
                <a:rect b="b" l="l" r="r" t="t"/>
                <a:pathLst>
                  <a:path extrusionOk="0" h="124" w="72">
                    <a:moveTo>
                      <a:pt x="57" y="0"/>
                    </a:moveTo>
                    <a:cubicBezTo>
                      <a:pt x="44" y="0"/>
                      <a:pt x="33" y="4"/>
                      <a:pt x="28" y="15"/>
                    </a:cubicBezTo>
                    <a:cubicBezTo>
                      <a:pt x="21" y="43"/>
                      <a:pt x="13" y="71"/>
                      <a:pt x="4" y="95"/>
                    </a:cubicBezTo>
                    <a:cubicBezTo>
                      <a:pt x="1" y="106"/>
                      <a:pt x="9" y="118"/>
                      <a:pt x="21" y="122"/>
                    </a:cubicBezTo>
                    <a:cubicBezTo>
                      <a:pt x="23" y="123"/>
                      <a:pt x="25" y="123"/>
                      <a:pt x="27" y="123"/>
                    </a:cubicBezTo>
                    <a:cubicBezTo>
                      <a:pt x="37" y="123"/>
                      <a:pt x="45" y="116"/>
                      <a:pt x="48" y="106"/>
                    </a:cubicBezTo>
                    <a:cubicBezTo>
                      <a:pt x="57" y="83"/>
                      <a:pt x="64" y="55"/>
                      <a:pt x="72" y="28"/>
                    </a:cubicBezTo>
                    <a:cubicBezTo>
                      <a:pt x="72" y="15"/>
                      <a:pt x="68" y="4"/>
                      <a:pt x="57"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2" name="Google Shape;2662;p53"/>
              <p:cNvSpPr/>
              <p:nvPr/>
            </p:nvSpPr>
            <p:spPr>
              <a:xfrm>
                <a:off x="3325069" y="6679980"/>
                <a:ext cx="227265" cy="108602"/>
              </a:xfrm>
              <a:custGeom>
                <a:rect b="b" l="l" r="r" t="t"/>
                <a:pathLst>
                  <a:path extrusionOk="0" h="313" w="655">
                    <a:moveTo>
                      <a:pt x="619" y="0"/>
                    </a:moveTo>
                    <a:lnTo>
                      <a:pt x="23" y="40"/>
                    </a:lnTo>
                    <a:cubicBezTo>
                      <a:pt x="1" y="176"/>
                      <a:pt x="142" y="312"/>
                      <a:pt x="309" y="312"/>
                    </a:cubicBezTo>
                    <a:cubicBezTo>
                      <a:pt x="317" y="312"/>
                      <a:pt x="324" y="312"/>
                      <a:pt x="331" y="312"/>
                    </a:cubicBezTo>
                    <a:cubicBezTo>
                      <a:pt x="509" y="300"/>
                      <a:pt x="655" y="142"/>
                      <a:pt x="619" y="0"/>
                    </a:cubicBez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3" name="Google Shape;2663;p53"/>
              <p:cNvSpPr/>
              <p:nvPr/>
            </p:nvSpPr>
            <p:spPr>
              <a:xfrm>
                <a:off x="3324722" y="6673041"/>
                <a:ext cx="224837" cy="123521"/>
              </a:xfrm>
              <a:custGeom>
                <a:rect b="b" l="l" r="r" t="t"/>
                <a:pathLst>
                  <a:path extrusionOk="0" h="356" w="648">
                    <a:moveTo>
                      <a:pt x="604" y="45"/>
                    </a:moveTo>
                    <a:lnTo>
                      <a:pt x="604" y="45"/>
                    </a:lnTo>
                    <a:cubicBezTo>
                      <a:pt x="604" y="51"/>
                      <a:pt x="604" y="58"/>
                      <a:pt x="604" y="64"/>
                    </a:cubicBezTo>
                    <a:cubicBezTo>
                      <a:pt x="604" y="91"/>
                      <a:pt x="596" y="123"/>
                      <a:pt x="581" y="151"/>
                    </a:cubicBezTo>
                    <a:cubicBezTo>
                      <a:pt x="561" y="190"/>
                      <a:pt x="525" y="229"/>
                      <a:pt x="482" y="261"/>
                    </a:cubicBezTo>
                    <a:cubicBezTo>
                      <a:pt x="439" y="289"/>
                      <a:pt x="388" y="308"/>
                      <a:pt x="332" y="313"/>
                    </a:cubicBezTo>
                    <a:lnTo>
                      <a:pt x="312" y="313"/>
                    </a:lnTo>
                    <a:cubicBezTo>
                      <a:pt x="241" y="313"/>
                      <a:pt x="175" y="284"/>
                      <a:pt x="123" y="245"/>
                    </a:cubicBezTo>
                    <a:cubicBezTo>
                      <a:pt x="99" y="222"/>
                      <a:pt x="80" y="198"/>
                      <a:pt x="68" y="174"/>
                    </a:cubicBezTo>
                    <a:cubicBezTo>
                      <a:pt x="52" y="147"/>
                      <a:pt x="44" y="119"/>
                      <a:pt x="44" y="91"/>
                    </a:cubicBezTo>
                    <a:cubicBezTo>
                      <a:pt x="44" y="88"/>
                      <a:pt x="44" y="83"/>
                      <a:pt x="45" y="79"/>
                    </a:cubicBezTo>
                    <a:lnTo>
                      <a:pt x="45" y="79"/>
                    </a:lnTo>
                    <a:lnTo>
                      <a:pt x="604" y="45"/>
                    </a:lnTo>
                    <a:close/>
                    <a:moveTo>
                      <a:pt x="620" y="0"/>
                    </a:moveTo>
                    <a:lnTo>
                      <a:pt x="24" y="36"/>
                    </a:lnTo>
                    <a:cubicBezTo>
                      <a:pt x="17" y="36"/>
                      <a:pt x="4" y="44"/>
                      <a:pt x="4" y="56"/>
                    </a:cubicBezTo>
                    <a:cubicBezTo>
                      <a:pt x="1" y="67"/>
                      <a:pt x="1" y="80"/>
                      <a:pt x="1" y="91"/>
                    </a:cubicBezTo>
                    <a:cubicBezTo>
                      <a:pt x="1" y="127"/>
                      <a:pt x="13" y="162"/>
                      <a:pt x="28" y="194"/>
                    </a:cubicBezTo>
                    <a:cubicBezTo>
                      <a:pt x="52" y="242"/>
                      <a:pt x="92" y="280"/>
                      <a:pt x="143" y="308"/>
                    </a:cubicBezTo>
                    <a:cubicBezTo>
                      <a:pt x="190" y="340"/>
                      <a:pt x="250" y="355"/>
                      <a:pt x="312" y="355"/>
                    </a:cubicBezTo>
                    <a:lnTo>
                      <a:pt x="332" y="355"/>
                    </a:lnTo>
                    <a:cubicBezTo>
                      <a:pt x="419" y="348"/>
                      <a:pt x="498" y="313"/>
                      <a:pt x="553" y="261"/>
                    </a:cubicBezTo>
                    <a:cubicBezTo>
                      <a:pt x="581" y="233"/>
                      <a:pt x="604" y="202"/>
                      <a:pt x="620" y="171"/>
                    </a:cubicBezTo>
                    <a:cubicBezTo>
                      <a:pt x="639" y="135"/>
                      <a:pt x="648" y="100"/>
                      <a:pt x="648" y="64"/>
                    </a:cubicBezTo>
                    <a:cubicBezTo>
                      <a:pt x="648" y="48"/>
                      <a:pt x="643" y="32"/>
                      <a:pt x="639" y="16"/>
                    </a:cubicBezTo>
                    <a:cubicBezTo>
                      <a:pt x="639" y="5"/>
                      <a:pt x="628" y="0"/>
                      <a:pt x="620"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4" name="Google Shape;2664;p53"/>
              <p:cNvSpPr/>
              <p:nvPr/>
            </p:nvSpPr>
            <p:spPr>
              <a:xfrm>
                <a:off x="1781050" y="8350750"/>
                <a:ext cx="456550" cy="334000"/>
              </a:xfrm>
              <a:custGeom>
                <a:rect b="b" l="l" r="r" t="t"/>
                <a:pathLst>
                  <a:path extrusionOk="0" h="13360" w="18262">
                    <a:moveTo>
                      <a:pt x="18262" y="8358"/>
                    </a:moveTo>
                    <a:lnTo>
                      <a:pt x="16933" y="13360"/>
                    </a:lnTo>
                    <a:lnTo>
                      <a:pt x="0" y="9501"/>
                    </a:lnTo>
                    <a:lnTo>
                      <a:pt x="1143" y="3905"/>
                    </a:lnTo>
                    <a:lnTo>
                      <a:pt x="2263" y="0"/>
                    </a:lnTo>
                    <a:lnTo>
                      <a:pt x="10097" y="548"/>
                    </a:lnTo>
                    <a:lnTo>
                      <a:pt x="18123" y="6679"/>
                    </a:lnTo>
                    <a:close/>
                  </a:path>
                </a:pathLst>
              </a:custGeom>
              <a:solidFill>
                <a:srgbClr val="DE7A69"/>
              </a:solidFill>
              <a:ln>
                <a:noFill/>
              </a:ln>
            </p:spPr>
          </p:sp>
          <p:sp>
            <p:nvSpPr>
              <p:cNvPr id="2665" name="Google Shape;2665;p53"/>
              <p:cNvSpPr/>
              <p:nvPr/>
            </p:nvSpPr>
            <p:spPr>
              <a:xfrm>
                <a:off x="2143995" y="8582396"/>
                <a:ext cx="90559" cy="54821"/>
              </a:xfrm>
              <a:custGeom>
                <a:rect b="b" l="l" r="r" t="t"/>
                <a:pathLst>
                  <a:path extrusionOk="0" h="158" w="261">
                    <a:moveTo>
                      <a:pt x="25" y="1"/>
                    </a:moveTo>
                    <a:cubicBezTo>
                      <a:pt x="17" y="1"/>
                      <a:pt x="8" y="4"/>
                      <a:pt x="5" y="10"/>
                    </a:cubicBezTo>
                    <a:cubicBezTo>
                      <a:pt x="1" y="22"/>
                      <a:pt x="5" y="33"/>
                      <a:pt x="13" y="42"/>
                    </a:cubicBezTo>
                    <a:cubicBezTo>
                      <a:pt x="84" y="77"/>
                      <a:pt x="155" y="117"/>
                      <a:pt x="230" y="156"/>
                    </a:cubicBezTo>
                    <a:cubicBezTo>
                      <a:pt x="231" y="157"/>
                      <a:pt x="234" y="158"/>
                      <a:pt x="236" y="158"/>
                    </a:cubicBezTo>
                    <a:cubicBezTo>
                      <a:pt x="244" y="158"/>
                      <a:pt x="254" y="153"/>
                      <a:pt x="257" y="144"/>
                    </a:cubicBezTo>
                    <a:cubicBezTo>
                      <a:pt x="261" y="137"/>
                      <a:pt x="257" y="120"/>
                      <a:pt x="250" y="117"/>
                    </a:cubicBezTo>
                    <a:cubicBezTo>
                      <a:pt x="179" y="77"/>
                      <a:pt x="108" y="42"/>
                      <a:pt x="33" y="2"/>
                    </a:cubicBezTo>
                    <a:cubicBezTo>
                      <a:pt x="31" y="1"/>
                      <a:pt x="28" y="1"/>
                      <a:pt x="25"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6" name="Google Shape;2666;p53"/>
              <p:cNvSpPr/>
              <p:nvPr/>
            </p:nvSpPr>
            <p:spPr>
              <a:xfrm>
                <a:off x="4332226" y="9290367"/>
                <a:ext cx="282375" cy="411900"/>
              </a:xfrm>
              <a:custGeom>
                <a:rect b="b" l="l" r="r" t="t"/>
                <a:pathLst>
                  <a:path extrusionOk="0" h="16476" w="11295">
                    <a:moveTo>
                      <a:pt x="11096" y="979"/>
                    </a:moveTo>
                    <a:cubicBezTo>
                      <a:pt x="11466" y="2035"/>
                      <a:pt x="11233" y="4221"/>
                      <a:pt x="11096" y="6713"/>
                    </a:cubicBezTo>
                    <a:cubicBezTo>
                      <a:pt x="10959" y="9205"/>
                      <a:pt x="11350" y="14601"/>
                      <a:pt x="10273" y="15931"/>
                    </a:cubicBezTo>
                    <a:cubicBezTo>
                      <a:pt x="9196" y="17261"/>
                      <a:pt x="6070" y="14632"/>
                      <a:pt x="4634" y="14695"/>
                    </a:cubicBezTo>
                    <a:cubicBezTo>
                      <a:pt x="3198" y="14758"/>
                      <a:pt x="2406" y="17108"/>
                      <a:pt x="1656" y="16311"/>
                    </a:cubicBezTo>
                    <a:cubicBezTo>
                      <a:pt x="906" y="15514"/>
                      <a:pt x="379" y="11612"/>
                      <a:pt x="136" y="9912"/>
                    </a:cubicBezTo>
                    <a:cubicBezTo>
                      <a:pt x="-107" y="8212"/>
                      <a:pt x="14" y="7684"/>
                      <a:pt x="199" y="6111"/>
                    </a:cubicBezTo>
                    <a:cubicBezTo>
                      <a:pt x="384" y="4538"/>
                      <a:pt x="-202" y="1428"/>
                      <a:pt x="1245" y="472"/>
                    </a:cubicBezTo>
                    <a:cubicBezTo>
                      <a:pt x="2692" y="-484"/>
                      <a:pt x="7237" y="293"/>
                      <a:pt x="8879" y="377"/>
                    </a:cubicBezTo>
                    <a:cubicBezTo>
                      <a:pt x="10521" y="462"/>
                      <a:pt x="10727" y="-77"/>
                      <a:pt x="11096" y="979"/>
                    </a:cubicBezTo>
                    <a:close/>
                  </a:path>
                </a:pathLst>
              </a:custGeom>
              <a:solidFill>
                <a:srgbClr val="DE7A69"/>
              </a:solidFill>
              <a:ln>
                <a:noFill/>
              </a:ln>
            </p:spPr>
          </p:sp>
        </p:grpSp>
      </p:grpSp>
      <p:sp>
        <p:nvSpPr>
          <p:cNvPr id="2667" name="Google Shape;2667;p53"/>
          <p:cNvSpPr txBox="1"/>
          <p:nvPr>
            <p:ph type="title"/>
          </p:nvPr>
        </p:nvSpPr>
        <p:spPr>
          <a:xfrm>
            <a:off x="914400" y="888750"/>
            <a:ext cx="8458200" cy="956400"/>
          </a:xfrm>
          <a:prstGeom prst="rect">
            <a:avLst/>
          </a:prstGeom>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lang="en" sz="6400">
                <a:solidFill>
                  <a:schemeClr val="dk1"/>
                </a:solidFill>
              </a:rPr>
              <a:t>DID YOU LIKE THIS POST?</a:t>
            </a:r>
            <a:endParaRPr sz="6400">
              <a:solidFill>
                <a:schemeClr val="dk1"/>
              </a:solidFill>
            </a:endParaRPr>
          </a:p>
        </p:txBody>
      </p:sp>
      <p:sp>
        <p:nvSpPr>
          <p:cNvPr id="2668" name="Google Shape;2668;p53"/>
          <p:cNvSpPr txBox="1"/>
          <p:nvPr/>
        </p:nvSpPr>
        <p:spPr>
          <a:xfrm>
            <a:off x="1042500" y="3477900"/>
            <a:ext cx="2563200" cy="818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4600">
                <a:solidFill>
                  <a:schemeClr val="dk2"/>
                </a:solidFill>
                <a:latin typeface="Ranchers"/>
                <a:ea typeface="Ranchers"/>
                <a:cs typeface="Ranchers"/>
                <a:sym typeface="Ranchers"/>
              </a:rPr>
              <a:t>LOVE IT</a:t>
            </a:r>
            <a:endParaRPr sz="4600">
              <a:solidFill>
                <a:schemeClr val="dk2"/>
              </a:solidFill>
              <a:latin typeface="Ranchers"/>
              <a:ea typeface="Ranchers"/>
              <a:cs typeface="Ranchers"/>
              <a:sym typeface="Ranchers"/>
            </a:endParaRPr>
          </a:p>
        </p:txBody>
      </p:sp>
      <p:sp>
        <p:nvSpPr>
          <p:cNvPr id="2669" name="Google Shape;2669;p53"/>
          <p:cNvSpPr txBox="1"/>
          <p:nvPr/>
        </p:nvSpPr>
        <p:spPr>
          <a:xfrm>
            <a:off x="6681525" y="3477900"/>
            <a:ext cx="2563200" cy="818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4600">
                <a:solidFill>
                  <a:schemeClr val="dk2"/>
                </a:solidFill>
                <a:latin typeface="Ranchers"/>
                <a:ea typeface="Ranchers"/>
                <a:cs typeface="Ranchers"/>
                <a:sym typeface="Ranchers"/>
              </a:rPr>
              <a:t>COMMENT</a:t>
            </a:r>
            <a:endParaRPr sz="4600">
              <a:solidFill>
                <a:schemeClr val="dk2"/>
              </a:solidFill>
              <a:latin typeface="Ranchers"/>
              <a:ea typeface="Ranchers"/>
              <a:cs typeface="Ranchers"/>
              <a:sym typeface="Ranchers"/>
            </a:endParaRPr>
          </a:p>
        </p:txBody>
      </p:sp>
      <p:sp>
        <p:nvSpPr>
          <p:cNvPr id="2670" name="Google Shape;2670;p53"/>
          <p:cNvSpPr txBox="1"/>
          <p:nvPr/>
        </p:nvSpPr>
        <p:spPr>
          <a:xfrm>
            <a:off x="3861750" y="3477900"/>
            <a:ext cx="2563200" cy="818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4600">
                <a:solidFill>
                  <a:schemeClr val="dk2"/>
                </a:solidFill>
                <a:latin typeface="Ranchers"/>
                <a:ea typeface="Ranchers"/>
                <a:cs typeface="Ranchers"/>
                <a:sym typeface="Ranchers"/>
              </a:rPr>
              <a:t>SHARE IT</a:t>
            </a:r>
            <a:endParaRPr sz="4600">
              <a:solidFill>
                <a:schemeClr val="dk2"/>
              </a:solidFill>
              <a:latin typeface="Ranchers"/>
              <a:ea typeface="Ranchers"/>
              <a:cs typeface="Ranchers"/>
              <a:sym typeface="Ranchers"/>
            </a:endParaRPr>
          </a:p>
        </p:txBody>
      </p:sp>
      <p:grpSp>
        <p:nvGrpSpPr>
          <p:cNvPr id="2671" name="Google Shape;2671;p53"/>
          <p:cNvGrpSpPr/>
          <p:nvPr/>
        </p:nvGrpSpPr>
        <p:grpSpPr>
          <a:xfrm>
            <a:off x="1717102" y="2243680"/>
            <a:ext cx="1213983" cy="1130356"/>
            <a:chOff x="-1538849" y="5276824"/>
            <a:chExt cx="1138501" cy="1060073"/>
          </a:xfrm>
        </p:grpSpPr>
        <p:sp>
          <p:nvSpPr>
            <p:cNvPr id="2672" name="Google Shape;2672;p53"/>
            <p:cNvSpPr/>
            <p:nvPr/>
          </p:nvSpPr>
          <p:spPr>
            <a:xfrm>
              <a:off x="-1453388" y="5309018"/>
              <a:ext cx="1053040" cy="1027879"/>
            </a:xfrm>
            <a:custGeom>
              <a:rect b="b" l="l" r="r" t="t"/>
              <a:pathLst>
                <a:path extrusionOk="0" h="1756" w="1799">
                  <a:moveTo>
                    <a:pt x="899" y="1"/>
                  </a:moveTo>
                  <a:cubicBezTo>
                    <a:pt x="403" y="1"/>
                    <a:pt x="0" y="395"/>
                    <a:pt x="0" y="880"/>
                  </a:cubicBezTo>
                  <a:cubicBezTo>
                    <a:pt x="0" y="1365"/>
                    <a:pt x="403" y="1755"/>
                    <a:pt x="899" y="1755"/>
                  </a:cubicBezTo>
                  <a:cubicBezTo>
                    <a:pt x="1396" y="1755"/>
                    <a:pt x="1799" y="1365"/>
                    <a:pt x="1799" y="880"/>
                  </a:cubicBezTo>
                  <a:cubicBezTo>
                    <a:pt x="1799" y="395"/>
                    <a:pt x="1396" y="1"/>
                    <a:pt x="899" y="1"/>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3" name="Google Shape;2673;p53"/>
            <p:cNvSpPr/>
            <p:nvPr/>
          </p:nvSpPr>
          <p:spPr>
            <a:xfrm>
              <a:off x="-1538849" y="5276824"/>
              <a:ext cx="1053040" cy="1027879"/>
            </a:xfrm>
            <a:custGeom>
              <a:rect b="b" l="l" r="r" t="t"/>
              <a:pathLst>
                <a:path extrusionOk="0" h="1756" w="1799">
                  <a:moveTo>
                    <a:pt x="900" y="1"/>
                  </a:moveTo>
                  <a:cubicBezTo>
                    <a:pt x="403" y="1"/>
                    <a:pt x="1" y="391"/>
                    <a:pt x="1" y="876"/>
                  </a:cubicBezTo>
                  <a:cubicBezTo>
                    <a:pt x="1" y="1361"/>
                    <a:pt x="403" y="1755"/>
                    <a:pt x="900" y="1755"/>
                  </a:cubicBezTo>
                  <a:cubicBezTo>
                    <a:pt x="1397" y="1755"/>
                    <a:pt x="1799" y="1361"/>
                    <a:pt x="1799" y="876"/>
                  </a:cubicBezTo>
                  <a:cubicBezTo>
                    <a:pt x="1799" y="391"/>
                    <a:pt x="1397" y="1"/>
                    <a:pt x="900" y="1"/>
                  </a:cubicBezTo>
                  <a:close/>
                </a:path>
              </a:pathLst>
            </a:custGeom>
            <a:solidFill>
              <a:schemeClr val="accent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74" name="Google Shape;2674;p53"/>
          <p:cNvGrpSpPr/>
          <p:nvPr/>
        </p:nvGrpSpPr>
        <p:grpSpPr>
          <a:xfrm>
            <a:off x="4536364" y="2243680"/>
            <a:ext cx="1213983" cy="1130356"/>
            <a:chOff x="-1538849" y="5276824"/>
            <a:chExt cx="1138501" cy="1060073"/>
          </a:xfrm>
        </p:grpSpPr>
        <p:sp>
          <p:nvSpPr>
            <p:cNvPr id="2675" name="Google Shape;2675;p53"/>
            <p:cNvSpPr/>
            <p:nvPr/>
          </p:nvSpPr>
          <p:spPr>
            <a:xfrm>
              <a:off x="-1453388" y="5309018"/>
              <a:ext cx="1053040" cy="1027879"/>
            </a:xfrm>
            <a:custGeom>
              <a:rect b="b" l="l" r="r" t="t"/>
              <a:pathLst>
                <a:path extrusionOk="0" h="1756" w="1799">
                  <a:moveTo>
                    <a:pt x="899" y="1"/>
                  </a:moveTo>
                  <a:cubicBezTo>
                    <a:pt x="403" y="1"/>
                    <a:pt x="0" y="395"/>
                    <a:pt x="0" y="880"/>
                  </a:cubicBezTo>
                  <a:cubicBezTo>
                    <a:pt x="0" y="1365"/>
                    <a:pt x="403" y="1755"/>
                    <a:pt x="899" y="1755"/>
                  </a:cubicBezTo>
                  <a:cubicBezTo>
                    <a:pt x="1396" y="1755"/>
                    <a:pt x="1799" y="1365"/>
                    <a:pt x="1799" y="880"/>
                  </a:cubicBezTo>
                  <a:cubicBezTo>
                    <a:pt x="1799" y="395"/>
                    <a:pt x="1396" y="1"/>
                    <a:pt x="899" y="1"/>
                  </a:cubicBezTo>
                  <a:close/>
                </a:path>
              </a:pathLst>
            </a:custGeom>
            <a:solidFill>
              <a:schemeClr val="accen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6" name="Google Shape;2676;p53"/>
            <p:cNvSpPr/>
            <p:nvPr/>
          </p:nvSpPr>
          <p:spPr>
            <a:xfrm>
              <a:off x="-1538849" y="5276824"/>
              <a:ext cx="1053040" cy="1027879"/>
            </a:xfrm>
            <a:custGeom>
              <a:rect b="b" l="l" r="r" t="t"/>
              <a:pathLst>
                <a:path extrusionOk="0" h="1756" w="1799">
                  <a:moveTo>
                    <a:pt x="900" y="1"/>
                  </a:moveTo>
                  <a:cubicBezTo>
                    <a:pt x="403" y="1"/>
                    <a:pt x="1" y="391"/>
                    <a:pt x="1" y="876"/>
                  </a:cubicBezTo>
                  <a:cubicBezTo>
                    <a:pt x="1" y="1361"/>
                    <a:pt x="403" y="1755"/>
                    <a:pt x="900" y="1755"/>
                  </a:cubicBezTo>
                  <a:cubicBezTo>
                    <a:pt x="1397" y="1755"/>
                    <a:pt x="1799" y="1361"/>
                    <a:pt x="1799" y="876"/>
                  </a:cubicBezTo>
                  <a:cubicBezTo>
                    <a:pt x="1799" y="391"/>
                    <a:pt x="1397" y="1"/>
                    <a:pt x="900" y="1"/>
                  </a:cubicBezTo>
                  <a:close/>
                </a:path>
              </a:pathLst>
            </a:cu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77" name="Google Shape;2677;p53"/>
          <p:cNvGrpSpPr/>
          <p:nvPr/>
        </p:nvGrpSpPr>
        <p:grpSpPr>
          <a:xfrm>
            <a:off x="1887952" y="2454255"/>
            <a:ext cx="796521" cy="709178"/>
            <a:chOff x="-85282" y="2252867"/>
            <a:chExt cx="796521" cy="709178"/>
          </a:xfrm>
        </p:grpSpPr>
        <p:sp>
          <p:nvSpPr>
            <p:cNvPr id="2678" name="Google Shape;2678;p53"/>
            <p:cNvSpPr/>
            <p:nvPr/>
          </p:nvSpPr>
          <p:spPr>
            <a:xfrm>
              <a:off x="-67092" y="2266998"/>
              <a:ext cx="759924" cy="681241"/>
            </a:xfrm>
            <a:custGeom>
              <a:rect b="b" l="l" r="r" t="t"/>
              <a:pathLst>
                <a:path extrusionOk="0" h="12583" w="14037">
                  <a:moveTo>
                    <a:pt x="3852" y="0"/>
                  </a:moveTo>
                  <a:cubicBezTo>
                    <a:pt x="1724" y="0"/>
                    <a:pt x="4" y="1734"/>
                    <a:pt x="4" y="3872"/>
                  </a:cubicBezTo>
                  <a:lnTo>
                    <a:pt x="1" y="3872"/>
                  </a:lnTo>
                  <a:cubicBezTo>
                    <a:pt x="1" y="7868"/>
                    <a:pt x="5148" y="11504"/>
                    <a:pt x="6628" y="12467"/>
                  </a:cubicBezTo>
                  <a:cubicBezTo>
                    <a:pt x="6746" y="12544"/>
                    <a:pt x="6883" y="12582"/>
                    <a:pt x="7019" y="12582"/>
                  </a:cubicBezTo>
                  <a:cubicBezTo>
                    <a:pt x="7156" y="12582"/>
                    <a:pt x="7293" y="12544"/>
                    <a:pt x="7413" y="12467"/>
                  </a:cubicBezTo>
                  <a:cubicBezTo>
                    <a:pt x="8890" y="11504"/>
                    <a:pt x="14037" y="7868"/>
                    <a:pt x="14037" y="3872"/>
                  </a:cubicBezTo>
                  <a:cubicBezTo>
                    <a:pt x="14037" y="1734"/>
                    <a:pt x="12313" y="0"/>
                    <a:pt x="10189" y="0"/>
                  </a:cubicBezTo>
                  <a:cubicBezTo>
                    <a:pt x="9174" y="0"/>
                    <a:pt x="8204" y="401"/>
                    <a:pt x="7488" y="1117"/>
                  </a:cubicBezTo>
                  <a:cubicBezTo>
                    <a:pt x="7358" y="1244"/>
                    <a:pt x="7188" y="1307"/>
                    <a:pt x="7019" y="1307"/>
                  </a:cubicBezTo>
                  <a:cubicBezTo>
                    <a:pt x="6850" y="1307"/>
                    <a:pt x="6681" y="1244"/>
                    <a:pt x="6553" y="1117"/>
                  </a:cubicBezTo>
                  <a:cubicBezTo>
                    <a:pt x="5837" y="401"/>
                    <a:pt x="4863" y="0"/>
                    <a:pt x="385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9" name="Google Shape;2679;p53"/>
            <p:cNvSpPr/>
            <p:nvPr/>
          </p:nvSpPr>
          <p:spPr>
            <a:xfrm>
              <a:off x="-66875" y="2266998"/>
              <a:ext cx="379773" cy="681079"/>
            </a:xfrm>
            <a:custGeom>
              <a:rect b="b" l="l" r="r" t="t"/>
              <a:pathLst>
                <a:path extrusionOk="0" h="12580" w="7015">
                  <a:moveTo>
                    <a:pt x="3848" y="0"/>
                  </a:moveTo>
                  <a:cubicBezTo>
                    <a:pt x="1720" y="0"/>
                    <a:pt x="0" y="1731"/>
                    <a:pt x="0" y="3869"/>
                  </a:cubicBezTo>
                  <a:cubicBezTo>
                    <a:pt x="0" y="7868"/>
                    <a:pt x="5147" y="11504"/>
                    <a:pt x="6624" y="12463"/>
                  </a:cubicBezTo>
                  <a:cubicBezTo>
                    <a:pt x="6741" y="12542"/>
                    <a:pt x="6878" y="12580"/>
                    <a:pt x="7015" y="12580"/>
                  </a:cubicBezTo>
                  <a:cubicBezTo>
                    <a:pt x="1758" y="5404"/>
                    <a:pt x="3629" y="1388"/>
                    <a:pt x="5411" y="336"/>
                  </a:cubicBezTo>
                  <a:cubicBezTo>
                    <a:pt x="4921" y="113"/>
                    <a:pt x="4386" y="0"/>
                    <a:pt x="384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0" name="Google Shape;2680;p53"/>
            <p:cNvSpPr/>
            <p:nvPr/>
          </p:nvSpPr>
          <p:spPr>
            <a:xfrm>
              <a:off x="-85282" y="2252867"/>
              <a:ext cx="796521" cy="709178"/>
            </a:xfrm>
            <a:custGeom>
              <a:rect b="b" l="l" r="r" t="t"/>
              <a:pathLst>
                <a:path extrusionOk="0" h="13099" w="14713">
                  <a:moveTo>
                    <a:pt x="10577" y="459"/>
                  </a:moveTo>
                  <a:cubicBezTo>
                    <a:pt x="10940" y="459"/>
                    <a:pt x="11306" y="513"/>
                    <a:pt x="11666" y="624"/>
                  </a:cubicBezTo>
                  <a:cubicBezTo>
                    <a:pt x="13204" y="1104"/>
                    <a:pt x="14250" y="2526"/>
                    <a:pt x="14250" y="4137"/>
                  </a:cubicBezTo>
                  <a:cubicBezTo>
                    <a:pt x="14250" y="6488"/>
                    <a:pt x="12358" y="8674"/>
                    <a:pt x="10771" y="10096"/>
                  </a:cubicBezTo>
                  <a:cubicBezTo>
                    <a:pt x="9712" y="11035"/>
                    <a:pt x="8568" y="11875"/>
                    <a:pt x="7355" y="12608"/>
                  </a:cubicBezTo>
                  <a:cubicBezTo>
                    <a:pt x="6145" y="11878"/>
                    <a:pt x="5004" y="11038"/>
                    <a:pt x="3949" y="10103"/>
                  </a:cubicBezTo>
                  <a:cubicBezTo>
                    <a:pt x="2359" y="8677"/>
                    <a:pt x="460" y="6488"/>
                    <a:pt x="460" y="4140"/>
                  </a:cubicBezTo>
                  <a:cubicBezTo>
                    <a:pt x="460" y="2530"/>
                    <a:pt x="1505" y="1104"/>
                    <a:pt x="3044" y="624"/>
                  </a:cubicBezTo>
                  <a:cubicBezTo>
                    <a:pt x="3403" y="513"/>
                    <a:pt x="3770" y="459"/>
                    <a:pt x="4133" y="459"/>
                  </a:cubicBezTo>
                  <a:cubicBezTo>
                    <a:pt x="5322" y="459"/>
                    <a:pt x="6468" y="1037"/>
                    <a:pt x="7166" y="2053"/>
                  </a:cubicBezTo>
                  <a:cubicBezTo>
                    <a:pt x="7213" y="2120"/>
                    <a:pt x="7285" y="2154"/>
                    <a:pt x="7356" y="2154"/>
                  </a:cubicBezTo>
                  <a:cubicBezTo>
                    <a:pt x="7428" y="2154"/>
                    <a:pt x="7499" y="2120"/>
                    <a:pt x="7543" y="2053"/>
                  </a:cubicBezTo>
                  <a:cubicBezTo>
                    <a:pt x="8244" y="1037"/>
                    <a:pt x="9388" y="459"/>
                    <a:pt x="10577" y="459"/>
                  </a:cubicBezTo>
                  <a:close/>
                  <a:moveTo>
                    <a:pt x="4137" y="0"/>
                  </a:moveTo>
                  <a:cubicBezTo>
                    <a:pt x="3677" y="0"/>
                    <a:pt x="3211" y="77"/>
                    <a:pt x="2759" y="237"/>
                  </a:cubicBezTo>
                  <a:cubicBezTo>
                    <a:pt x="1108" y="820"/>
                    <a:pt x="1" y="2382"/>
                    <a:pt x="1" y="4137"/>
                  </a:cubicBezTo>
                  <a:cubicBezTo>
                    <a:pt x="1" y="5257"/>
                    <a:pt x="388" y="6426"/>
                    <a:pt x="1152" y="7615"/>
                  </a:cubicBezTo>
                  <a:cubicBezTo>
                    <a:pt x="1755" y="8551"/>
                    <a:pt x="2592" y="9503"/>
                    <a:pt x="3640" y="10442"/>
                  </a:cubicBezTo>
                  <a:cubicBezTo>
                    <a:pt x="4754" y="11429"/>
                    <a:pt x="5960" y="12310"/>
                    <a:pt x="7242" y="13071"/>
                  </a:cubicBezTo>
                  <a:cubicBezTo>
                    <a:pt x="7278" y="13089"/>
                    <a:pt x="7317" y="13099"/>
                    <a:pt x="7356" y="13099"/>
                  </a:cubicBezTo>
                  <a:cubicBezTo>
                    <a:pt x="7395" y="13099"/>
                    <a:pt x="7434" y="13089"/>
                    <a:pt x="7468" y="13071"/>
                  </a:cubicBezTo>
                  <a:cubicBezTo>
                    <a:pt x="8750" y="12310"/>
                    <a:pt x="9959" y="11429"/>
                    <a:pt x="11073" y="10442"/>
                  </a:cubicBezTo>
                  <a:cubicBezTo>
                    <a:pt x="12121" y="9500"/>
                    <a:pt x="12958" y="8551"/>
                    <a:pt x="13561" y="7615"/>
                  </a:cubicBezTo>
                  <a:cubicBezTo>
                    <a:pt x="14325" y="6426"/>
                    <a:pt x="14712" y="5257"/>
                    <a:pt x="14712" y="4137"/>
                  </a:cubicBezTo>
                  <a:cubicBezTo>
                    <a:pt x="14705" y="1855"/>
                    <a:pt x="12855" y="4"/>
                    <a:pt x="10573" y="4"/>
                  </a:cubicBezTo>
                  <a:cubicBezTo>
                    <a:pt x="9325" y="4"/>
                    <a:pt x="8143" y="566"/>
                    <a:pt x="7355" y="1539"/>
                  </a:cubicBezTo>
                  <a:cubicBezTo>
                    <a:pt x="6555" y="548"/>
                    <a:pt x="5364" y="0"/>
                    <a:pt x="413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1" name="Google Shape;2681;p53"/>
            <p:cNvSpPr/>
            <p:nvPr/>
          </p:nvSpPr>
          <p:spPr>
            <a:xfrm>
              <a:off x="122713" y="2302784"/>
              <a:ext cx="165389" cy="94636"/>
            </a:xfrm>
            <a:custGeom>
              <a:rect b="b" l="l" r="r" t="t"/>
              <a:pathLst>
                <a:path extrusionOk="0" h="1748" w="3055">
                  <a:moveTo>
                    <a:pt x="295" y="1"/>
                  </a:moveTo>
                  <a:cubicBezTo>
                    <a:pt x="0" y="11"/>
                    <a:pt x="0" y="446"/>
                    <a:pt x="295" y="460"/>
                  </a:cubicBezTo>
                  <a:cubicBezTo>
                    <a:pt x="1203" y="460"/>
                    <a:pt x="2050" y="909"/>
                    <a:pt x="2567" y="1656"/>
                  </a:cubicBezTo>
                  <a:cubicBezTo>
                    <a:pt x="2616" y="1721"/>
                    <a:pt x="2680" y="1748"/>
                    <a:pt x="2743" y="1748"/>
                  </a:cubicBezTo>
                  <a:cubicBezTo>
                    <a:pt x="2902" y="1748"/>
                    <a:pt x="3055" y="1572"/>
                    <a:pt x="2944" y="1395"/>
                  </a:cubicBezTo>
                  <a:cubicBezTo>
                    <a:pt x="2344" y="521"/>
                    <a:pt x="1354" y="1"/>
                    <a:pt x="2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2" name="Google Shape;2682;p53"/>
            <p:cNvSpPr/>
            <p:nvPr/>
          </p:nvSpPr>
          <p:spPr>
            <a:xfrm>
              <a:off x="474064" y="2302784"/>
              <a:ext cx="187261" cy="183751"/>
            </a:xfrm>
            <a:custGeom>
              <a:rect b="b" l="l" r="r" t="t"/>
              <a:pathLst>
                <a:path extrusionOk="0" h="3394" w="3459">
                  <a:moveTo>
                    <a:pt x="229" y="0"/>
                  </a:moveTo>
                  <a:cubicBezTo>
                    <a:pt x="104" y="0"/>
                    <a:pt x="1" y="104"/>
                    <a:pt x="1" y="230"/>
                  </a:cubicBezTo>
                  <a:cubicBezTo>
                    <a:pt x="1" y="356"/>
                    <a:pt x="104" y="460"/>
                    <a:pt x="229" y="460"/>
                  </a:cubicBezTo>
                  <a:cubicBezTo>
                    <a:pt x="233" y="460"/>
                    <a:pt x="237" y="460"/>
                    <a:pt x="241" y="460"/>
                  </a:cubicBezTo>
                  <a:cubicBezTo>
                    <a:pt x="1742" y="467"/>
                    <a:pt x="2961" y="1666"/>
                    <a:pt x="2996" y="3167"/>
                  </a:cubicBezTo>
                  <a:cubicBezTo>
                    <a:pt x="2999" y="3294"/>
                    <a:pt x="3102" y="3393"/>
                    <a:pt x="3225" y="3393"/>
                  </a:cubicBezTo>
                  <a:lnTo>
                    <a:pt x="3232" y="3393"/>
                  </a:lnTo>
                  <a:cubicBezTo>
                    <a:pt x="3359" y="3390"/>
                    <a:pt x="3458" y="3287"/>
                    <a:pt x="3455" y="3160"/>
                  </a:cubicBezTo>
                  <a:cubicBezTo>
                    <a:pt x="3424" y="1416"/>
                    <a:pt x="1981" y="1"/>
                    <a:pt x="241" y="1"/>
                  </a:cubicBezTo>
                  <a:cubicBezTo>
                    <a:pt x="237" y="0"/>
                    <a:pt x="233" y="0"/>
                    <a:pt x="22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83" name="Google Shape;2683;p53"/>
          <p:cNvGrpSpPr/>
          <p:nvPr/>
        </p:nvGrpSpPr>
        <p:grpSpPr>
          <a:xfrm>
            <a:off x="4699597" y="2412292"/>
            <a:ext cx="765276" cy="761582"/>
            <a:chOff x="-1551173" y="2814145"/>
            <a:chExt cx="765276" cy="761582"/>
          </a:xfrm>
        </p:grpSpPr>
        <p:sp>
          <p:nvSpPr>
            <p:cNvPr id="2684" name="Google Shape;2684;p53"/>
            <p:cNvSpPr/>
            <p:nvPr/>
          </p:nvSpPr>
          <p:spPr>
            <a:xfrm>
              <a:off x="-1455164" y="2827879"/>
              <a:ext cx="655796" cy="315724"/>
            </a:xfrm>
            <a:custGeom>
              <a:rect b="b" l="l" r="r" t="t"/>
              <a:pathLst>
                <a:path extrusionOk="0" h="16805" w="34906">
                  <a:moveTo>
                    <a:pt x="34905" y="0"/>
                  </a:moveTo>
                  <a:lnTo>
                    <a:pt x="0" y="8159"/>
                  </a:lnTo>
                  <a:lnTo>
                    <a:pt x="8947" y="16804"/>
                  </a:lnTo>
                  <a:lnTo>
                    <a:pt x="34905"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5" name="Google Shape;2685;p53"/>
            <p:cNvSpPr/>
            <p:nvPr/>
          </p:nvSpPr>
          <p:spPr>
            <a:xfrm>
              <a:off x="-1341931" y="2827879"/>
              <a:ext cx="542564" cy="542545"/>
            </a:xfrm>
            <a:custGeom>
              <a:rect b="b" l="l" r="r" t="t"/>
              <a:pathLst>
                <a:path extrusionOk="0" h="28878" w="28879">
                  <a:moveTo>
                    <a:pt x="28878" y="0"/>
                  </a:moveTo>
                  <a:lnTo>
                    <a:pt x="1" y="28878"/>
                  </a:lnTo>
                  <a:lnTo>
                    <a:pt x="12075" y="25959"/>
                  </a:lnTo>
                  <a:lnTo>
                    <a:pt x="2887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6" name="Google Shape;2686;p53"/>
            <p:cNvSpPr/>
            <p:nvPr/>
          </p:nvSpPr>
          <p:spPr>
            <a:xfrm>
              <a:off x="-1341931" y="2827879"/>
              <a:ext cx="542564" cy="542545"/>
            </a:xfrm>
            <a:custGeom>
              <a:rect b="b" l="l" r="r" t="t"/>
              <a:pathLst>
                <a:path extrusionOk="0" h="28878" w="28879">
                  <a:moveTo>
                    <a:pt x="28878" y="0"/>
                  </a:moveTo>
                  <a:lnTo>
                    <a:pt x="2920" y="16804"/>
                  </a:lnTo>
                  <a:lnTo>
                    <a:pt x="1" y="28878"/>
                  </a:lnTo>
                  <a:lnTo>
                    <a:pt x="28878"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7" name="Google Shape;2687;p53"/>
            <p:cNvSpPr/>
            <p:nvPr/>
          </p:nvSpPr>
          <p:spPr>
            <a:xfrm>
              <a:off x="-1115091" y="2827879"/>
              <a:ext cx="315724" cy="655796"/>
            </a:xfrm>
            <a:custGeom>
              <a:rect b="b" l="l" r="r" t="t"/>
              <a:pathLst>
                <a:path extrusionOk="0" h="34906" w="16805">
                  <a:moveTo>
                    <a:pt x="16804" y="0"/>
                  </a:moveTo>
                  <a:lnTo>
                    <a:pt x="1" y="25959"/>
                  </a:lnTo>
                  <a:lnTo>
                    <a:pt x="8646" y="34905"/>
                  </a:lnTo>
                  <a:lnTo>
                    <a:pt x="16804"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8" name="Google Shape;2688;p53"/>
            <p:cNvSpPr/>
            <p:nvPr/>
          </p:nvSpPr>
          <p:spPr>
            <a:xfrm>
              <a:off x="-1470288" y="2814145"/>
              <a:ext cx="684391" cy="681479"/>
            </a:xfrm>
            <a:custGeom>
              <a:rect b="b" l="l" r="r" t="t"/>
              <a:pathLst>
                <a:path extrusionOk="0" h="36273" w="36428">
                  <a:moveTo>
                    <a:pt x="31906" y="5436"/>
                  </a:moveTo>
                  <a:lnTo>
                    <a:pt x="20788" y="22612"/>
                  </a:lnTo>
                  <a:lnTo>
                    <a:pt x="18511" y="26132"/>
                  </a:lnTo>
                  <a:lnTo>
                    <a:pt x="18510" y="26132"/>
                  </a:lnTo>
                  <a:lnTo>
                    <a:pt x="8883" y="28459"/>
                  </a:lnTo>
                  <a:lnTo>
                    <a:pt x="8883" y="28459"/>
                  </a:lnTo>
                  <a:lnTo>
                    <a:pt x="31906" y="5436"/>
                  </a:lnTo>
                  <a:close/>
                  <a:moveTo>
                    <a:pt x="35714" y="95"/>
                  </a:moveTo>
                  <a:cubicBezTo>
                    <a:pt x="35665" y="95"/>
                    <a:pt x="35615" y="101"/>
                    <a:pt x="35565" y="113"/>
                  </a:cubicBezTo>
                  <a:lnTo>
                    <a:pt x="35564" y="113"/>
                  </a:lnTo>
                  <a:cubicBezTo>
                    <a:pt x="35556" y="116"/>
                    <a:pt x="36041" y="1"/>
                    <a:pt x="660" y="8272"/>
                  </a:cubicBezTo>
                  <a:cubicBezTo>
                    <a:pt x="169" y="8385"/>
                    <a:pt x="0" y="8998"/>
                    <a:pt x="362" y="9348"/>
                  </a:cubicBezTo>
                  <a:lnTo>
                    <a:pt x="1592" y="10537"/>
                  </a:lnTo>
                  <a:cubicBezTo>
                    <a:pt x="1716" y="10657"/>
                    <a:pt x="1875" y="10716"/>
                    <a:pt x="2035" y="10716"/>
                  </a:cubicBezTo>
                  <a:cubicBezTo>
                    <a:pt x="2201" y="10716"/>
                    <a:pt x="2368" y="10651"/>
                    <a:pt x="2493" y="10522"/>
                  </a:cubicBezTo>
                  <a:cubicBezTo>
                    <a:pt x="2738" y="10269"/>
                    <a:pt x="2731" y="9866"/>
                    <a:pt x="2478" y="9622"/>
                  </a:cubicBezTo>
                  <a:lnTo>
                    <a:pt x="2088" y="9245"/>
                  </a:lnTo>
                  <a:lnTo>
                    <a:pt x="32295" y="2185"/>
                  </a:lnTo>
                  <a:lnTo>
                    <a:pt x="9830" y="16727"/>
                  </a:lnTo>
                  <a:lnTo>
                    <a:pt x="4430" y="11509"/>
                  </a:lnTo>
                  <a:cubicBezTo>
                    <a:pt x="4306" y="11389"/>
                    <a:pt x="4147" y="11330"/>
                    <a:pt x="3988" y="11330"/>
                  </a:cubicBezTo>
                  <a:cubicBezTo>
                    <a:pt x="3821" y="11330"/>
                    <a:pt x="3655" y="11395"/>
                    <a:pt x="3531" y="11524"/>
                  </a:cubicBezTo>
                  <a:cubicBezTo>
                    <a:pt x="3286" y="11777"/>
                    <a:pt x="3293" y="12180"/>
                    <a:pt x="3546" y="12425"/>
                  </a:cubicBezTo>
                  <a:lnTo>
                    <a:pt x="9046" y="17741"/>
                  </a:lnTo>
                  <a:lnTo>
                    <a:pt x="7766" y="23038"/>
                  </a:lnTo>
                  <a:cubicBezTo>
                    <a:pt x="7684" y="23379"/>
                    <a:pt x="7893" y="23723"/>
                    <a:pt x="8236" y="23806"/>
                  </a:cubicBezTo>
                  <a:cubicBezTo>
                    <a:pt x="8286" y="23818"/>
                    <a:pt x="8337" y="23824"/>
                    <a:pt x="8386" y="23824"/>
                  </a:cubicBezTo>
                  <a:cubicBezTo>
                    <a:pt x="8673" y="23824"/>
                    <a:pt x="8933" y="23629"/>
                    <a:pt x="9004" y="23337"/>
                  </a:cubicBezTo>
                  <a:lnTo>
                    <a:pt x="10311" y="17932"/>
                  </a:lnTo>
                  <a:lnTo>
                    <a:pt x="13829" y="15655"/>
                  </a:lnTo>
                  <a:lnTo>
                    <a:pt x="31005" y="4536"/>
                  </a:lnTo>
                  <a:lnTo>
                    <a:pt x="7983" y="27557"/>
                  </a:lnTo>
                  <a:lnTo>
                    <a:pt x="7983" y="27557"/>
                  </a:lnTo>
                  <a:lnTo>
                    <a:pt x="8366" y="25977"/>
                  </a:lnTo>
                  <a:cubicBezTo>
                    <a:pt x="8448" y="25634"/>
                    <a:pt x="8238" y="25290"/>
                    <a:pt x="7896" y="25208"/>
                  </a:cubicBezTo>
                  <a:cubicBezTo>
                    <a:pt x="7846" y="25196"/>
                    <a:pt x="7796" y="25190"/>
                    <a:pt x="7746" y="25190"/>
                  </a:cubicBezTo>
                  <a:cubicBezTo>
                    <a:pt x="7458" y="25190"/>
                    <a:pt x="7198" y="25386"/>
                    <a:pt x="7127" y="25677"/>
                  </a:cubicBezTo>
                  <a:lnTo>
                    <a:pt x="6213" y="29460"/>
                  </a:lnTo>
                  <a:cubicBezTo>
                    <a:pt x="6115" y="29869"/>
                    <a:pt x="6434" y="30246"/>
                    <a:pt x="6831" y="30246"/>
                  </a:cubicBezTo>
                  <a:cubicBezTo>
                    <a:pt x="6880" y="30246"/>
                    <a:pt x="6931" y="30241"/>
                    <a:pt x="6982" y="30228"/>
                  </a:cubicBezTo>
                  <a:lnTo>
                    <a:pt x="18702" y="27394"/>
                  </a:lnTo>
                  <a:lnTo>
                    <a:pt x="27093" y="36078"/>
                  </a:lnTo>
                  <a:cubicBezTo>
                    <a:pt x="27222" y="36212"/>
                    <a:pt x="27386" y="36273"/>
                    <a:pt x="27548" y="36273"/>
                  </a:cubicBezTo>
                  <a:cubicBezTo>
                    <a:pt x="27827" y="36273"/>
                    <a:pt x="28099" y="36092"/>
                    <a:pt x="28171" y="35782"/>
                  </a:cubicBezTo>
                  <a:lnTo>
                    <a:pt x="33639" y="12388"/>
                  </a:lnTo>
                  <a:cubicBezTo>
                    <a:pt x="33719" y="12045"/>
                    <a:pt x="33506" y="11703"/>
                    <a:pt x="33163" y="11623"/>
                  </a:cubicBezTo>
                  <a:cubicBezTo>
                    <a:pt x="33115" y="11612"/>
                    <a:pt x="33066" y="11606"/>
                    <a:pt x="33018" y="11606"/>
                  </a:cubicBezTo>
                  <a:cubicBezTo>
                    <a:pt x="32729" y="11606"/>
                    <a:pt x="32468" y="11805"/>
                    <a:pt x="32399" y="12097"/>
                  </a:cubicBezTo>
                  <a:lnTo>
                    <a:pt x="27197" y="34354"/>
                  </a:lnTo>
                  <a:lnTo>
                    <a:pt x="19715" y="26612"/>
                  </a:lnTo>
                  <a:lnTo>
                    <a:pt x="34258" y="4147"/>
                  </a:lnTo>
                  <a:lnTo>
                    <a:pt x="33017" y="9455"/>
                  </a:lnTo>
                  <a:cubicBezTo>
                    <a:pt x="32937" y="9796"/>
                    <a:pt x="33149" y="10139"/>
                    <a:pt x="33492" y="10219"/>
                  </a:cubicBezTo>
                  <a:cubicBezTo>
                    <a:pt x="33541" y="10231"/>
                    <a:pt x="33590" y="10236"/>
                    <a:pt x="33638" y="10236"/>
                  </a:cubicBezTo>
                  <a:cubicBezTo>
                    <a:pt x="33927" y="10236"/>
                    <a:pt x="34189" y="10038"/>
                    <a:pt x="34257" y="9744"/>
                  </a:cubicBezTo>
                  <a:lnTo>
                    <a:pt x="36328" y="881"/>
                  </a:lnTo>
                  <a:cubicBezTo>
                    <a:pt x="36427" y="475"/>
                    <a:pt x="36107" y="95"/>
                    <a:pt x="35714" y="95"/>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9" name="Google Shape;2689;p53"/>
            <p:cNvSpPr/>
            <p:nvPr/>
          </p:nvSpPr>
          <p:spPr>
            <a:xfrm>
              <a:off x="-1551173" y="3388980"/>
              <a:ext cx="189096" cy="186748"/>
            </a:xfrm>
            <a:custGeom>
              <a:rect b="b" l="l" r="r" t="t"/>
              <a:pathLst>
                <a:path extrusionOk="0" h="9940" w="10065">
                  <a:moveTo>
                    <a:pt x="9365" y="1"/>
                  </a:moveTo>
                  <a:cubicBezTo>
                    <a:pt x="9202" y="1"/>
                    <a:pt x="9039" y="63"/>
                    <a:pt x="8915" y="188"/>
                  </a:cubicBezTo>
                  <a:lnTo>
                    <a:pt x="249" y="8853"/>
                  </a:lnTo>
                  <a:cubicBezTo>
                    <a:pt x="1" y="9102"/>
                    <a:pt x="1" y="9505"/>
                    <a:pt x="249" y="9754"/>
                  </a:cubicBezTo>
                  <a:cubicBezTo>
                    <a:pt x="373" y="9878"/>
                    <a:pt x="536" y="9939"/>
                    <a:pt x="699" y="9939"/>
                  </a:cubicBezTo>
                  <a:cubicBezTo>
                    <a:pt x="862" y="9939"/>
                    <a:pt x="1025" y="9878"/>
                    <a:pt x="1149" y="9754"/>
                  </a:cubicBezTo>
                  <a:lnTo>
                    <a:pt x="9816" y="1087"/>
                  </a:lnTo>
                  <a:cubicBezTo>
                    <a:pt x="10064" y="839"/>
                    <a:pt x="10064" y="436"/>
                    <a:pt x="9816" y="188"/>
                  </a:cubicBezTo>
                  <a:lnTo>
                    <a:pt x="9815" y="188"/>
                  </a:lnTo>
                  <a:cubicBezTo>
                    <a:pt x="9691" y="63"/>
                    <a:pt x="9528" y="1"/>
                    <a:pt x="936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0" name="Google Shape;2690;p53"/>
            <p:cNvSpPr/>
            <p:nvPr/>
          </p:nvSpPr>
          <p:spPr>
            <a:xfrm>
              <a:off x="-1551173" y="3271013"/>
              <a:ext cx="131644" cy="129277"/>
            </a:xfrm>
            <a:custGeom>
              <a:rect b="b" l="l" r="r" t="t"/>
              <a:pathLst>
                <a:path extrusionOk="0" h="6881" w="7007">
                  <a:moveTo>
                    <a:pt x="6307" y="0"/>
                  </a:moveTo>
                  <a:cubicBezTo>
                    <a:pt x="6145" y="0"/>
                    <a:pt x="5981" y="62"/>
                    <a:pt x="5857" y="187"/>
                  </a:cubicBezTo>
                  <a:lnTo>
                    <a:pt x="249" y="5794"/>
                  </a:lnTo>
                  <a:cubicBezTo>
                    <a:pt x="1" y="6043"/>
                    <a:pt x="1" y="6446"/>
                    <a:pt x="249" y="6695"/>
                  </a:cubicBezTo>
                  <a:cubicBezTo>
                    <a:pt x="374" y="6819"/>
                    <a:pt x="537" y="6881"/>
                    <a:pt x="699" y="6881"/>
                  </a:cubicBezTo>
                  <a:cubicBezTo>
                    <a:pt x="862" y="6881"/>
                    <a:pt x="1025" y="6819"/>
                    <a:pt x="1149" y="6695"/>
                  </a:cubicBezTo>
                  <a:lnTo>
                    <a:pt x="6757" y="1087"/>
                  </a:lnTo>
                  <a:cubicBezTo>
                    <a:pt x="7007" y="838"/>
                    <a:pt x="7007" y="435"/>
                    <a:pt x="6757" y="187"/>
                  </a:cubicBezTo>
                  <a:cubicBezTo>
                    <a:pt x="6633" y="62"/>
                    <a:pt x="6470" y="0"/>
                    <a:pt x="630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1" name="Google Shape;2691;p53"/>
            <p:cNvSpPr/>
            <p:nvPr/>
          </p:nvSpPr>
          <p:spPr>
            <a:xfrm>
              <a:off x="-1375773" y="3446394"/>
              <a:ext cx="131644" cy="129314"/>
            </a:xfrm>
            <a:custGeom>
              <a:rect b="b" l="l" r="r" t="t"/>
              <a:pathLst>
                <a:path extrusionOk="0" h="6883" w="7007">
                  <a:moveTo>
                    <a:pt x="6307" y="1"/>
                  </a:moveTo>
                  <a:cubicBezTo>
                    <a:pt x="6144" y="1"/>
                    <a:pt x="5982" y="63"/>
                    <a:pt x="5857" y="187"/>
                  </a:cubicBezTo>
                  <a:lnTo>
                    <a:pt x="250" y="5795"/>
                  </a:lnTo>
                  <a:cubicBezTo>
                    <a:pt x="0" y="6044"/>
                    <a:pt x="0" y="6447"/>
                    <a:pt x="250" y="6696"/>
                  </a:cubicBezTo>
                  <a:cubicBezTo>
                    <a:pt x="374" y="6820"/>
                    <a:pt x="537" y="6882"/>
                    <a:pt x="700" y="6882"/>
                  </a:cubicBezTo>
                  <a:cubicBezTo>
                    <a:pt x="863" y="6882"/>
                    <a:pt x="1026" y="6820"/>
                    <a:pt x="1150" y="6696"/>
                  </a:cubicBezTo>
                  <a:lnTo>
                    <a:pt x="6758" y="1088"/>
                  </a:lnTo>
                  <a:cubicBezTo>
                    <a:pt x="7006" y="839"/>
                    <a:pt x="7006" y="436"/>
                    <a:pt x="6758" y="187"/>
                  </a:cubicBezTo>
                  <a:cubicBezTo>
                    <a:pt x="6633" y="63"/>
                    <a:pt x="6470" y="1"/>
                    <a:pt x="63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92" name="Google Shape;2692;p53"/>
          <p:cNvGrpSpPr/>
          <p:nvPr/>
        </p:nvGrpSpPr>
        <p:grpSpPr>
          <a:xfrm>
            <a:off x="7356102" y="2243680"/>
            <a:ext cx="1213983" cy="1130356"/>
            <a:chOff x="-1538849" y="5276824"/>
            <a:chExt cx="1138501" cy="1060073"/>
          </a:xfrm>
        </p:grpSpPr>
        <p:sp>
          <p:nvSpPr>
            <p:cNvPr id="2693" name="Google Shape;2693;p53"/>
            <p:cNvSpPr/>
            <p:nvPr/>
          </p:nvSpPr>
          <p:spPr>
            <a:xfrm>
              <a:off x="-1453388" y="5309018"/>
              <a:ext cx="1053040" cy="1027879"/>
            </a:xfrm>
            <a:custGeom>
              <a:rect b="b" l="l" r="r" t="t"/>
              <a:pathLst>
                <a:path extrusionOk="0" h="1756" w="1799">
                  <a:moveTo>
                    <a:pt x="899" y="1"/>
                  </a:moveTo>
                  <a:cubicBezTo>
                    <a:pt x="403" y="1"/>
                    <a:pt x="0" y="395"/>
                    <a:pt x="0" y="880"/>
                  </a:cubicBezTo>
                  <a:cubicBezTo>
                    <a:pt x="0" y="1365"/>
                    <a:pt x="403" y="1755"/>
                    <a:pt x="899" y="1755"/>
                  </a:cubicBezTo>
                  <a:cubicBezTo>
                    <a:pt x="1396" y="1755"/>
                    <a:pt x="1799" y="1365"/>
                    <a:pt x="1799" y="880"/>
                  </a:cubicBezTo>
                  <a:cubicBezTo>
                    <a:pt x="1799" y="395"/>
                    <a:pt x="1396" y="1"/>
                    <a:pt x="899" y="1"/>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4" name="Google Shape;2694;p53"/>
            <p:cNvSpPr/>
            <p:nvPr/>
          </p:nvSpPr>
          <p:spPr>
            <a:xfrm>
              <a:off x="-1538849" y="5276824"/>
              <a:ext cx="1053040" cy="1027879"/>
            </a:xfrm>
            <a:custGeom>
              <a:rect b="b" l="l" r="r" t="t"/>
              <a:pathLst>
                <a:path extrusionOk="0" h="1756" w="1799">
                  <a:moveTo>
                    <a:pt x="900" y="1"/>
                  </a:moveTo>
                  <a:cubicBezTo>
                    <a:pt x="403" y="1"/>
                    <a:pt x="1" y="391"/>
                    <a:pt x="1" y="876"/>
                  </a:cubicBezTo>
                  <a:cubicBezTo>
                    <a:pt x="1" y="1361"/>
                    <a:pt x="403" y="1755"/>
                    <a:pt x="900" y="1755"/>
                  </a:cubicBezTo>
                  <a:cubicBezTo>
                    <a:pt x="1397" y="1755"/>
                    <a:pt x="1799" y="1361"/>
                    <a:pt x="1799" y="876"/>
                  </a:cubicBezTo>
                  <a:cubicBezTo>
                    <a:pt x="1799" y="391"/>
                    <a:pt x="1397" y="1"/>
                    <a:pt x="900" y="1"/>
                  </a:cubicBezTo>
                  <a:close/>
                </a:path>
              </a:pathLst>
            </a:custGeom>
            <a:solidFill>
              <a:schemeClr val="accent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95" name="Google Shape;2695;p53"/>
          <p:cNvGrpSpPr/>
          <p:nvPr/>
        </p:nvGrpSpPr>
        <p:grpSpPr>
          <a:xfrm>
            <a:off x="7526508" y="2440270"/>
            <a:ext cx="796629" cy="737168"/>
            <a:chOff x="-1258701" y="1763620"/>
            <a:chExt cx="796629" cy="737168"/>
          </a:xfrm>
        </p:grpSpPr>
        <p:sp>
          <p:nvSpPr>
            <p:cNvPr id="2696" name="Google Shape;2696;p53"/>
            <p:cNvSpPr/>
            <p:nvPr/>
          </p:nvSpPr>
          <p:spPr>
            <a:xfrm>
              <a:off x="-1247007" y="2050669"/>
              <a:ext cx="457514" cy="438695"/>
            </a:xfrm>
            <a:custGeom>
              <a:rect b="b" l="l" r="r" t="t"/>
              <a:pathLst>
                <a:path extrusionOk="0" h="8103" w="8451">
                  <a:moveTo>
                    <a:pt x="1885" y="0"/>
                  </a:moveTo>
                  <a:cubicBezTo>
                    <a:pt x="847" y="4"/>
                    <a:pt x="4" y="847"/>
                    <a:pt x="0" y="1885"/>
                  </a:cubicBezTo>
                  <a:lnTo>
                    <a:pt x="0" y="4729"/>
                  </a:lnTo>
                  <a:cubicBezTo>
                    <a:pt x="4" y="5768"/>
                    <a:pt x="847" y="6611"/>
                    <a:pt x="1885" y="6614"/>
                  </a:cubicBezTo>
                  <a:lnTo>
                    <a:pt x="4277" y="6614"/>
                  </a:lnTo>
                  <a:cubicBezTo>
                    <a:pt x="4318" y="6614"/>
                    <a:pt x="4356" y="6641"/>
                    <a:pt x="4362" y="6682"/>
                  </a:cubicBezTo>
                  <a:cubicBezTo>
                    <a:pt x="4414" y="6922"/>
                    <a:pt x="4527" y="7724"/>
                    <a:pt x="3790" y="7950"/>
                  </a:cubicBezTo>
                  <a:cubicBezTo>
                    <a:pt x="3735" y="7968"/>
                    <a:pt x="3739" y="8050"/>
                    <a:pt x="3797" y="8063"/>
                  </a:cubicBezTo>
                  <a:cubicBezTo>
                    <a:pt x="3911" y="8084"/>
                    <a:pt x="4054" y="8103"/>
                    <a:pt x="4209" y="8103"/>
                  </a:cubicBezTo>
                  <a:cubicBezTo>
                    <a:pt x="4764" y="8103"/>
                    <a:pt x="5468" y="7870"/>
                    <a:pt x="5500" y="6696"/>
                  </a:cubicBezTo>
                  <a:cubicBezTo>
                    <a:pt x="5500" y="6652"/>
                    <a:pt x="5541" y="6611"/>
                    <a:pt x="5586" y="6611"/>
                  </a:cubicBezTo>
                  <a:lnTo>
                    <a:pt x="6566" y="6611"/>
                  </a:lnTo>
                  <a:cubicBezTo>
                    <a:pt x="7604" y="6607"/>
                    <a:pt x="8447" y="5768"/>
                    <a:pt x="8451" y="4726"/>
                  </a:cubicBezTo>
                  <a:lnTo>
                    <a:pt x="8451" y="1885"/>
                  </a:lnTo>
                  <a:lnTo>
                    <a:pt x="8447" y="1885"/>
                  </a:lnTo>
                  <a:cubicBezTo>
                    <a:pt x="8444" y="847"/>
                    <a:pt x="7604" y="4"/>
                    <a:pt x="656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7" name="Google Shape;2697;p53"/>
            <p:cNvSpPr/>
            <p:nvPr/>
          </p:nvSpPr>
          <p:spPr>
            <a:xfrm>
              <a:off x="-938317" y="2050669"/>
              <a:ext cx="148823" cy="357918"/>
            </a:xfrm>
            <a:custGeom>
              <a:rect b="b" l="l" r="r" t="t"/>
              <a:pathLst>
                <a:path extrusionOk="0" h="6611" w="2749">
                  <a:moveTo>
                    <a:pt x="0" y="0"/>
                  </a:moveTo>
                  <a:cubicBezTo>
                    <a:pt x="1042" y="0"/>
                    <a:pt x="1882" y="843"/>
                    <a:pt x="1885" y="1885"/>
                  </a:cubicBezTo>
                  <a:lnTo>
                    <a:pt x="1885" y="4726"/>
                  </a:lnTo>
                  <a:cubicBezTo>
                    <a:pt x="1882" y="5768"/>
                    <a:pt x="1042" y="6607"/>
                    <a:pt x="0" y="6611"/>
                  </a:cubicBezTo>
                  <a:lnTo>
                    <a:pt x="864" y="6611"/>
                  </a:lnTo>
                  <a:cubicBezTo>
                    <a:pt x="1902" y="6607"/>
                    <a:pt x="2745" y="5768"/>
                    <a:pt x="2749" y="4726"/>
                  </a:cubicBezTo>
                  <a:lnTo>
                    <a:pt x="2749" y="1885"/>
                  </a:lnTo>
                  <a:cubicBezTo>
                    <a:pt x="2745" y="843"/>
                    <a:pt x="1902" y="0"/>
                    <a:pt x="86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8" name="Google Shape;2698;p53"/>
            <p:cNvSpPr/>
            <p:nvPr/>
          </p:nvSpPr>
          <p:spPr>
            <a:xfrm>
              <a:off x="-1148910" y="1775314"/>
              <a:ext cx="675199" cy="559914"/>
            </a:xfrm>
            <a:custGeom>
              <a:rect b="b" l="l" r="r" t="t"/>
              <a:pathLst>
                <a:path extrusionOk="0" h="10342" w="12472">
                  <a:moveTo>
                    <a:pt x="1845" y="1"/>
                  </a:moveTo>
                  <a:cubicBezTo>
                    <a:pt x="827" y="1"/>
                    <a:pt x="1" y="823"/>
                    <a:pt x="1" y="1841"/>
                  </a:cubicBezTo>
                  <a:lnTo>
                    <a:pt x="1" y="6083"/>
                  </a:lnTo>
                  <a:cubicBezTo>
                    <a:pt x="1" y="7101"/>
                    <a:pt x="827" y="7927"/>
                    <a:pt x="1845" y="7927"/>
                  </a:cubicBezTo>
                  <a:lnTo>
                    <a:pt x="7540" y="7927"/>
                  </a:lnTo>
                  <a:cubicBezTo>
                    <a:pt x="7660" y="7927"/>
                    <a:pt x="7752" y="8030"/>
                    <a:pt x="7739" y="8150"/>
                  </a:cubicBezTo>
                  <a:cubicBezTo>
                    <a:pt x="7660" y="8763"/>
                    <a:pt x="7629" y="10342"/>
                    <a:pt x="9325" y="10342"/>
                  </a:cubicBezTo>
                  <a:cubicBezTo>
                    <a:pt x="9411" y="10342"/>
                    <a:pt x="9501" y="10338"/>
                    <a:pt x="9596" y="10329"/>
                  </a:cubicBezTo>
                  <a:cubicBezTo>
                    <a:pt x="9661" y="10319"/>
                    <a:pt x="9682" y="10233"/>
                    <a:pt x="9627" y="10199"/>
                  </a:cubicBezTo>
                  <a:cubicBezTo>
                    <a:pt x="9240" y="9980"/>
                    <a:pt x="8499" y="9363"/>
                    <a:pt x="9031" y="8054"/>
                  </a:cubicBezTo>
                  <a:cubicBezTo>
                    <a:pt x="9061" y="7978"/>
                    <a:pt x="9137" y="7927"/>
                    <a:pt x="9219" y="7927"/>
                  </a:cubicBezTo>
                  <a:lnTo>
                    <a:pt x="10627" y="7927"/>
                  </a:lnTo>
                  <a:cubicBezTo>
                    <a:pt x="11645" y="7927"/>
                    <a:pt x="12471" y="7101"/>
                    <a:pt x="12471" y="6087"/>
                  </a:cubicBezTo>
                  <a:lnTo>
                    <a:pt x="12471" y="1841"/>
                  </a:lnTo>
                  <a:cubicBezTo>
                    <a:pt x="12471" y="823"/>
                    <a:pt x="11645" y="1"/>
                    <a:pt x="10627"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9" name="Google Shape;2699;p53"/>
            <p:cNvSpPr/>
            <p:nvPr/>
          </p:nvSpPr>
          <p:spPr>
            <a:xfrm>
              <a:off x="-620152" y="1775314"/>
              <a:ext cx="146441" cy="429221"/>
            </a:xfrm>
            <a:custGeom>
              <a:rect b="b" l="l" r="r" t="t"/>
              <a:pathLst>
                <a:path extrusionOk="0" h="7928" w="2705">
                  <a:moveTo>
                    <a:pt x="867" y="1"/>
                  </a:moveTo>
                  <a:cubicBezTo>
                    <a:pt x="865" y="1"/>
                    <a:pt x="863" y="1"/>
                    <a:pt x="860" y="1"/>
                  </a:cubicBezTo>
                  <a:lnTo>
                    <a:pt x="0" y="1"/>
                  </a:lnTo>
                  <a:cubicBezTo>
                    <a:pt x="1018" y="1"/>
                    <a:pt x="1844" y="823"/>
                    <a:pt x="1844" y="1841"/>
                  </a:cubicBezTo>
                  <a:lnTo>
                    <a:pt x="1844" y="6087"/>
                  </a:lnTo>
                  <a:cubicBezTo>
                    <a:pt x="1844" y="7101"/>
                    <a:pt x="1018" y="7927"/>
                    <a:pt x="0" y="7927"/>
                  </a:cubicBezTo>
                  <a:lnTo>
                    <a:pt x="864" y="7927"/>
                  </a:lnTo>
                  <a:cubicBezTo>
                    <a:pt x="1878" y="7927"/>
                    <a:pt x="2704" y="7101"/>
                    <a:pt x="2704" y="6087"/>
                  </a:cubicBezTo>
                  <a:lnTo>
                    <a:pt x="2704" y="1841"/>
                  </a:lnTo>
                  <a:cubicBezTo>
                    <a:pt x="2704" y="825"/>
                    <a:pt x="1882" y="1"/>
                    <a:pt x="867"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0" name="Google Shape;2700;p53"/>
            <p:cNvSpPr/>
            <p:nvPr/>
          </p:nvSpPr>
          <p:spPr>
            <a:xfrm>
              <a:off x="-988231" y="1943959"/>
              <a:ext cx="55870" cy="55926"/>
            </a:xfrm>
            <a:custGeom>
              <a:rect b="b" l="l" r="r" t="t"/>
              <a:pathLst>
                <a:path extrusionOk="0" h="1033" w="1032">
                  <a:moveTo>
                    <a:pt x="515" y="1"/>
                  </a:moveTo>
                  <a:cubicBezTo>
                    <a:pt x="230" y="1"/>
                    <a:pt x="1" y="230"/>
                    <a:pt x="1" y="518"/>
                  </a:cubicBezTo>
                  <a:cubicBezTo>
                    <a:pt x="1" y="803"/>
                    <a:pt x="230" y="1032"/>
                    <a:pt x="515" y="1032"/>
                  </a:cubicBezTo>
                  <a:cubicBezTo>
                    <a:pt x="802" y="1032"/>
                    <a:pt x="1032" y="803"/>
                    <a:pt x="1032" y="518"/>
                  </a:cubicBezTo>
                  <a:cubicBezTo>
                    <a:pt x="1032" y="230"/>
                    <a:pt x="802" y="1"/>
                    <a:pt x="51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1" name="Google Shape;2701;p53"/>
            <p:cNvSpPr/>
            <p:nvPr/>
          </p:nvSpPr>
          <p:spPr>
            <a:xfrm>
              <a:off x="-848882" y="1943959"/>
              <a:ext cx="56032" cy="55926"/>
            </a:xfrm>
            <a:custGeom>
              <a:rect b="b" l="l" r="r" t="t"/>
              <a:pathLst>
                <a:path extrusionOk="0" h="1033" w="1035">
                  <a:moveTo>
                    <a:pt x="518" y="1"/>
                  </a:moveTo>
                  <a:cubicBezTo>
                    <a:pt x="230" y="1"/>
                    <a:pt x="0" y="230"/>
                    <a:pt x="0" y="518"/>
                  </a:cubicBezTo>
                  <a:cubicBezTo>
                    <a:pt x="0" y="803"/>
                    <a:pt x="230" y="1032"/>
                    <a:pt x="518" y="1032"/>
                  </a:cubicBezTo>
                  <a:cubicBezTo>
                    <a:pt x="802" y="1032"/>
                    <a:pt x="1035" y="803"/>
                    <a:pt x="1035" y="518"/>
                  </a:cubicBezTo>
                  <a:cubicBezTo>
                    <a:pt x="1035" y="230"/>
                    <a:pt x="802" y="1"/>
                    <a:pt x="5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2" name="Google Shape;2702;p53"/>
            <p:cNvSpPr/>
            <p:nvPr/>
          </p:nvSpPr>
          <p:spPr>
            <a:xfrm>
              <a:off x="-709587" y="1943959"/>
              <a:ext cx="56086" cy="55926"/>
            </a:xfrm>
            <a:custGeom>
              <a:rect b="b" l="l" r="r" t="t"/>
              <a:pathLst>
                <a:path extrusionOk="0" h="1033" w="1036">
                  <a:moveTo>
                    <a:pt x="518" y="1"/>
                  </a:moveTo>
                  <a:cubicBezTo>
                    <a:pt x="234" y="1"/>
                    <a:pt x="1" y="230"/>
                    <a:pt x="1" y="518"/>
                  </a:cubicBezTo>
                  <a:cubicBezTo>
                    <a:pt x="1" y="803"/>
                    <a:pt x="234" y="1032"/>
                    <a:pt x="518" y="1032"/>
                  </a:cubicBezTo>
                  <a:cubicBezTo>
                    <a:pt x="802" y="1032"/>
                    <a:pt x="1035" y="803"/>
                    <a:pt x="1035" y="518"/>
                  </a:cubicBezTo>
                  <a:cubicBezTo>
                    <a:pt x="1035" y="230"/>
                    <a:pt x="802" y="1"/>
                    <a:pt x="51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3" name="Google Shape;2703;p53"/>
            <p:cNvSpPr/>
            <p:nvPr/>
          </p:nvSpPr>
          <p:spPr>
            <a:xfrm>
              <a:off x="-1258701" y="1927663"/>
              <a:ext cx="796088" cy="573124"/>
            </a:xfrm>
            <a:custGeom>
              <a:rect b="b" l="l" r="r" t="t"/>
              <a:pathLst>
                <a:path extrusionOk="0" h="10586" w="14705">
                  <a:moveTo>
                    <a:pt x="14492" y="0"/>
                  </a:moveTo>
                  <a:cubicBezTo>
                    <a:pt x="14493" y="0"/>
                    <a:pt x="14494" y="0"/>
                    <a:pt x="14496" y="0"/>
                  </a:cubicBezTo>
                  <a:lnTo>
                    <a:pt x="14496" y="0"/>
                  </a:lnTo>
                  <a:cubicBezTo>
                    <a:pt x="14497" y="0"/>
                    <a:pt x="14498" y="0"/>
                    <a:pt x="14499" y="0"/>
                  </a:cubicBezTo>
                  <a:close/>
                  <a:moveTo>
                    <a:pt x="14496" y="0"/>
                  </a:moveTo>
                  <a:lnTo>
                    <a:pt x="14496" y="0"/>
                  </a:lnTo>
                  <a:cubicBezTo>
                    <a:pt x="14377" y="2"/>
                    <a:pt x="14283" y="94"/>
                    <a:pt x="14283" y="213"/>
                  </a:cubicBezTo>
                  <a:lnTo>
                    <a:pt x="14283" y="3269"/>
                  </a:lnTo>
                  <a:cubicBezTo>
                    <a:pt x="14283" y="4167"/>
                    <a:pt x="13553" y="4897"/>
                    <a:pt x="12655" y="4897"/>
                  </a:cubicBezTo>
                  <a:lnTo>
                    <a:pt x="11244" y="4897"/>
                  </a:lnTo>
                  <a:cubicBezTo>
                    <a:pt x="11076" y="4897"/>
                    <a:pt x="10921" y="5000"/>
                    <a:pt x="10860" y="5158"/>
                  </a:cubicBezTo>
                  <a:cubicBezTo>
                    <a:pt x="10606" y="5788"/>
                    <a:pt x="10589" y="6343"/>
                    <a:pt x="10815" y="6813"/>
                  </a:cubicBezTo>
                  <a:cubicBezTo>
                    <a:pt x="10908" y="6998"/>
                    <a:pt x="11031" y="7166"/>
                    <a:pt x="11182" y="7306"/>
                  </a:cubicBezTo>
                  <a:cubicBezTo>
                    <a:pt x="10815" y="7279"/>
                    <a:pt x="10531" y="7162"/>
                    <a:pt x="10332" y="6953"/>
                  </a:cubicBezTo>
                  <a:cubicBezTo>
                    <a:pt x="10185" y="6802"/>
                    <a:pt x="9856" y="6343"/>
                    <a:pt x="9979" y="5367"/>
                  </a:cubicBezTo>
                  <a:cubicBezTo>
                    <a:pt x="10010" y="5116"/>
                    <a:pt x="9815" y="4897"/>
                    <a:pt x="9564" y="4897"/>
                  </a:cubicBezTo>
                  <a:lnTo>
                    <a:pt x="7358" y="4897"/>
                  </a:lnTo>
                  <a:cubicBezTo>
                    <a:pt x="7070" y="4897"/>
                    <a:pt x="7070" y="5329"/>
                    <a:pt x="7358" y="5329"/>
                  </a:cubicBezTo>
                  <a:lnTo>
                    <a:pt x="8451" y="5329"/>
                  </a:lnTo>
                  <a:lnTo>
                    <a:pt x="8451" y="6998"/>
                  </a:lnTo>
                  <a:cubicBezTo>
                    <a:pt x="8451" y="7923"/>
                    <a:pt x="7700" y="8670"/>
                    <a:pt x="6778" y="8670"/>
                  </a:cubicBezTo>
                  <a:lnTo>
                    <a:pt x="5802" y="8670"/>
                  </a:lnTo>
                  <a:cubicBezTo>
                    <a:pt x="5637" y="8670"/>
                    <a:pt x="5507" y="8800"/>
                    <a:pt x="5500" y="8965"/>
                  </a:cubicBezTo>
                  <a:cubicBezTo>
                    <a:pt x="5483" y="9650"/>
                    <a:pt x="5219" y="10109"/>
                    <a:pt x="4531" y="10154"/>
                  </a:cubicBezTo>
                  <a:cubicBezTo>
                    <a:pt x="4842" y="9832"/>
                    <a:pt x="4883" y="9338"/>
                    <a:pt x="4788" y="8906"/>
                  </a:cubicBezTo>
                  <a:cubicBezTo>
                    <a:pt x="4757" y="8769"/>
                    <a:pt x="4637" y="8670"/>
                    <a:pt x="4493" y="8670"/>
                  </a:cubicBezTo>
                  <a:lnTo>
                    <a:pt x="2101" y="8670"/>
                  </a:lnTo>
                  <a:cubicBezTo>
                    <a:pt x="1179" y="8670"/>
                    <a:pt x="432" y="7920"/>
                    <a:pt x="432" y="6998"/>
                  </a:cubicBezTo>
                  <a:lnTo>
                    <a:pt x="432" y="6535"/>
                  </a:lnTo>
                  <a:cubicBezTo>
                    <a:pt x="432" y="6391"/>
                    <a:pt x="324" y="6319"/>
                    <a:pt x="216" y="6319"/>
                  </a:cubicBezTo>
                  <a:cubicBezTo>
                    <a:pt x="108" y="6319"/>
                    <a:pt x="0" y="6391"/>
                    <a:pt x="0" y="6535"/>
                  </a:cubicBezTo>
                  <a:lnTo>
                    <a:pt x="0" y="6998"/>
                  </a:lnTo>
                  <a:cubicBezTo>
                    <a:pt x="4" y="8156"/>
                    <a:pt x="943" y="9095"/>
                    <a:pt x="2101" y="9098"/>
                  </a:cubicBezTo>
                  <a:lnTo>
                    <a:pt x="4383" y="9098"/>
                  </a:lnTo>
                  <a:cubicBezTo>
                    <a:pt x="4428" y="9383"/>
                    <a:pt x="4421" y="9866"/>
                    <a:pt x="3941" y="10013"/>
                  </a:cubicBezTo>
                  <a:cubicBezTo>
                    <a:pt x="3667" y="10096"/>
                    <a:pt x="3691" y="10490"/>
                    <a:pt x="3972" y="10541"/>
                  </a:cubicBezTo>
                  <a:cubicBezTo>
                    <a:pt x="4119" y="10572"/>
                    <a:pt x="4270" y="10586"/>
                    <a:pt x="4421" y="10586"/>
                  </a:cubicBezTo>
                  <a:cubicBezTo>
                    <a:pt x="5288" y="10586"/>
                    <a:pt x="5853" y="10085"/>
                    <a:pt x="5922" y="9098"/>
                  </a:cubicBezTo>
                  <a:lnTo>
                    <a:pt x="6778" y="9098"/>
                  </a:lnTo>
                  <a:cubicBezTo>
                    <a:pt x="7937" y="9095"/>
                    <a:pt x="8876" y="8156"/>
                    <a:pt x="8876" y="6998"/>
                  </a:cubicBezTo>
                  <a:lnTo>
                    <a:pt x="8876" y="5329"/>
                  </a:lnTo>
                  <a:lnTo>
                    <a:pt x="9544" y="5329"/>
                  </a:lnTo>
                  <a:cubicBezTo>
                    <a:pt x="9486" y="5812"/>
                    <a:pt x="9475" y="6689"/>
                    <a:pt x="10017" y="7251"/>
                  </a:cubicBezTo>
                  <a:cubicBezTo>
                    <a:pt x="10332" y="7577"/>
                    <a:pt x="10778" y="7741"/>
                    <a:pt x="11343" y="7741"/>
                  </a:cubicBezTo>
                  <a:cubicBezTo>
                    <a:pt x="11439" y="7741"/>
                    <a:pt x="11535" y="7738"/>
                    <a:pt x="11638" y="7728"/>
                  </a:cubicBezTo>
                  <a:cubicBezTo>
                    <a:pt x="11915" y="7704"/>
                    <a:pt x="11994" y="7337"/>
                    <a:pt x="11754" y="7197"/>
                  </a:cubicBezTo>
                  <a:cubicBezTo>
                    <a:pt x="10867" y="6689"/>
                    <a:pt x="11052" y="5812"/>
                    <a:pt x="11247" y="5329"/>
                  </a:cubicBezTo>
                  <a:lnTo>
                    <a:pt x="12649" y="5329"/>
                  </a:lnTo>
                  <a:cubicBezTo>
                    <a:pt x="13783" y="5325"/>
                    <a:pt x="14705" y="4407"/>
                    <a:pt x="14705" y="3273"/>
                  </a:cubicBezTo>
                  <a:lnTo>
                    <a:pt x="14705" y="213"/>
                  </a:lnTo>
                  <a:cubicBezTo>
                    <a:pt x="14705" y="97"/>
                    <a:pt x="14611" y="2"/>
                    <a:pt x="1449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4" name="Google Shape;2704;p53"/>
            <p:cNvSpPr/>
            <p:nvPr/>
          </p:nvSpPr>
          <p:spPr>
            <a:xfrm>
              <a:off x="-1258538" y="1763620"/>
              <a:ext cx="796467" cy="479462"/>
            </a:xfrm>
            <a:custGeom>
              <a:rect b="b" l="l" r="r" t="t"/>
              <a:pathLst>
                <a:path extrusionOk="0" h="8856" w="14712">
                  <a:moveTo>
                    <a:pt x="3870" y="1"/>
                  </a:moveTo>
                  <a:cubicBezTo>
                    <a:pt x="2732" y="1"/>
                    <a:pt x="1813" y="923"/>
                    <a:pt x="1813" y="2057"/>
                  </a:cubicBezTo>
                  <a:lnTo>
                    <a:pt x="1813" y="5103"/>
                  </a:lnTo>
                  <a:cubicBezTo>
                    <a:pt x="775" y="5251"/>
                    <a:pt x="4" y="6138"/>
                    <a:pt x="1" y="7184"/>
                  </a:cubicBezTo>
                  <a:lnTo>
                    <a:pt x="1" y="8640"/>
                  </a:lnTo>
                  <a:cubicBezTo>
                    <a:pt x="1" y="8760"/>
                    <a:pt x="100" y="8856"/>
                    <a:pt x="217" y="8856"/>
                  </a:cubicBezTo>
                  <a:cubicBezTo>
                    <a:pt x="337" y="8856"/>
                    <a:pt x="432" y="8760"/>
                    <a:pt x="432" y="8640"/>
                  </a:cubicBezTo>
                  <a:lnTo>
                    <a:pt x="432" y="7184"/>
                  </a:lnTo>
                  <a:cubicBezTo>
                    <a:pt x="436" y="6375"/>
                    <a:pt x="1015" y="5683"/>
                    <a:pt x="1813" y="5542"/>
                  </a:cubicBezTo>
                  <a:lnTo>
                    <a:pt x="1813" y="6299"/>
                  </a:lnTo>
                  <a:cubicBezTo>
                    <a:pt x="1813" y="7434"/>
                    <a:pt x="2732" y="8355"/>
                    <a:pt x="3870" y="8355"/>
                  </a:cubicBezTo>
                  <a:lnTo>
                    <a:pt x="6443" y="8355"/>
                  </a:lnTo>
                  <a:cubicBezTo>
                    <a:pt x="6563" y="8355"/>
                    <a:pt x="6659" y="8260"/>
                    <a:pt x="6659" y="8140"/>
                  </a:cubicBezTo>
                  <a:cubicBezTo>
                    <a:pt x="6659" y="8023"/>
                    <a:pt x="6563" y="7924"/>
                    <a:pt x="6443" y="7924"/>
                  </a:cubicBezTo>
                  <a:lnTo>
                    <a:pt x="3870" y="7924"/>
                  </a:lnTo>
                  <a:cubicBezTo>
                    <a:pt x="2968" y="7924"/>
                    <a:pt x="2242" y="7197"/>
                    <a:pt x="2242" y="6296"/>
                  </a:cubicBezTo>
                  <a:lnTo>
                    <a:pt x="2242" y="2057"/>
                  </a:lnTo>
                  <a:cubicBezTo>
                    <a:pt x="2242" y="1159"/>
                    <a:pt x="2968" y="429"/>
                    <a:pt x="3870" y="429"/>
                  </a:cubicBezTo>
                  <a:lnTo>
                    <a:pt x="12652" y="429"/>
                  </a:lnTo>
                  <a:cubicBezTo>
                    <a:pt x="13550" y="429"/>
                    <a:pt x="14280" y="1159"/>
                    <a:pt x="14280" y="2057"/>
                  </a:cubicBezTo>
                  <a:lnTo>
                    <a:pt x="14280" y="2328"/>
                  </a:lnTo>
                  <a:cubicBezTo>
                    <a:pt x="14280" y="2448"/>
                    <a:pt x="14376" y="2544"/>
                    <a:pt x="14496" y="2544"/>
                  </a:cubicBezTo>
                  <a:cubicBezTo>
                    <a:pt x="14616" y="2544"/>
                    <a:pt x="14712" y="2448"/>
                    <a:pt x="14712" y="2328"/>
                  </a:cubicBezTo>
                  <a:lnTo>
                    <a:pt x="14712" y="2057"/>
                  </a:lnTo>
                  <a:cubicBezTo>
                    <a:pt x="14712" y="919"/>
                    <a:pt x="13790" y="1"/>
                    <a:pt x="1265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5" name="Google Shape;2705;p53"/>
            <p:cNvSpPr/>
            <p:nvPr/>
          </p:nvSpPr>
          <p:spPr>
            <a:xfrm>
              <a:off x="-999925" y="1932265"/>
              <a:ext cx="92629" cy="79423"/>
            </a:xfrm>
            <a:custGeom>
              <a:rect b="b" l="l" r="r" t="t"/>
              <a:pathLst>
                <a:path extrusionOk="0" h="1467" w="1711">
                  <a:moveTo>
                    <a:pt x="734" y="433"/>
                  </a:moveTo>
                  <a:cubicBezTo>
                    <a:pt x="898" y="433"/>
                    <a:pt x="1032" y="566"/>
                    <a:pt x="1032" y="734"/>
                  </a:cubicBezTo>
                  <a:cubicBezTo>
                    <a:pt x="1032" y="913"/>
                    <a:pt x="885" y="1032"/>
                    <a:pt x="731" y="1032"/>
                  </a:cubicBezTo>
                  <a:cubicBezTo>
                    <a:pt x="658" y="1032"/>
                    <a:pt x="583" y="1004"/>
                    <a:pt x="522" y="943"/>
                  </a:cubicBezTo>
                  <a:cubicBezTo>
                    <a:pt x="333" y="755"/>
                    <a:pt x="467" y="433"/>
                    <a:pt x="734" y="433"/>
                  </a:cubicBezTo>
                  <a:close/>
                  <a:moveTo>
                    <a:pt x="731" y="1"/>
                  </a:moveTo>
                  <a:cubicBezTo>
                    <a:pt x="326" y="1"/>
                    <a:pt x="1" y="330"/>
                    <a:pt x="1" y="734"/>
                  </a:cubicBezTo>
                  <a:cubicBezTo>
                    <a:pt x="1" y="1175"/>
                    <a:pt x="362" y="1467"/>
                    <a:pt x="739" y="1467"/>
                  </a:cubicBezTo>
                  <a:cubicBezTo>
                    <a:pt x="918" y="1467"/>
                    <a:pt x="1102" y="1400"/>
                    <a:pt x="1251" y="1252"/>
                  </a:cubicBezTo>
                  <a:cubicBezTo>
                    <a:pt x="1711" y="789"/>
                    <a:pt x="1385" y="1"/>
                    <a:pt x="73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6" name="Google Shape;2706;p53"/>
            <p:cNvSpPr/>
            <p:nvPr/>
          </p:nvSpPr>
          <p:spPr>
            <a:xfrm>
              <a:off x="-860576" y="1932157"/>
              <a:ext cx="92629" cy="79423"/>
            </a:xfrm>
            <a:custGeom>
              <a:rect b="b" l="l" r="r" t="t"/>
              <a:pathLst>
                <a:path extrusionOk="0" h="1467" w="1711">
                  <a:moveTo>
                    <a:pt x="734" y="431"/>
                  </a:moveTo>
                  <a:cubicBezTo>
                    <a:pt x="1001" y="431"/>
                    <a:pt x="1134" y="757"/>
                    <a:pt x="943" y="945"/>
                  </a:cubicBezTo>
                  <a:cubicBezTo>
                    <a:pt x="882" y="1006"/>
                    <a:pt x="807" y="1033"/>
                    <a:pt x="733" y="1033"/>
                  </a:cubicBezTo>
                  <a:cubicBezTo>
                    <a:pt x="580" y="1033"/>
                    <a:pt x="432" y="914"/>
                    <a:pt x="432" y="733"/>
                  </a:cubicBezTo>
                  <a:cubicBezTo>
                    <a:pt x="432" y="568"/>
                    <a:pt x="566" y="435"/>
                    <a:pt x="734" y="435"/>
                  </a:cubicBezTo>
                  <a:lnTo>
                    <a:pt x="734" y="431"/>
                  </a:lnTo>
                  <a:close/>
                  <a:moveTo>
                    <a:pt x="739" y="1"/>
                  </a:moveTo>
                  <a:cubicBezTo>
                    <a:pt x="362" y="1"/>
                    <a:pt x="0" y="293"/>
                    <a:pt x="0" y="736"/>
                  </a:cubicBezTo>
                  <a:cubicBezTo>
                    <a:pt x="0" y="1137"/>
                    <a:pt x="329" y="1466"/>
                    <a:pt x="734" y="1466"/>
                  </a:cubicBezTo>
                  <a:cubicBezTo>
                    <a:pt x="1385" y="1466"/>
                    <a:pt x="1710" y="678"/>
                    <a:pt x="1251" y="215"/>
                  </a:cubicBezTo>
                  <a:cubicBezTo>
                    <a:pt x="1102" y="67"/>
                    <a:pt x="918" y="1"/>
                    <a:pt x="73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7" name="Google Shape;2707;p53"/>
            <p:cNvSpPr/>
            <p:nvPr/>
          </p:nvSpPr>
          <p:spPr>
            <a:xfrm>
              <a:off x="-721281" y="1932157"/>
              <a:ext cx="92845" cy="79423"/>
            </a:xfrm>
            <a:custGeom>
              <a:rect b="b" l="l" r="r" t="t"/>
              <a:pathLst>
                <a:path extrusionOk="0" h="1467" w="1715">
                  <a:moveTo>
                    <a:pt x="734" y="431"/>
                  </a:moveTo>
                  <a:cubicBezTo>
                    <a:pt x="1001" y="431"/>
                    <a:pt x="1135" y="757"/>
                    <a:pt x="947" y="945"/>
                  </a:cubicBezTo>
                  <a:cubicBezTo>
                    <a:pt x="886" y="1006"/>
                    <a:pt x="810" y="1033"/>
                    <a:pt x="736" y="1033"/>
                  </a:cubicBezTo>
                  <a:cubicBezTo>
                    <a:pt x="582" y="1033"/>
                    <a:pt x="432" y="914"/>
                    <a:pt x="432" y="733"/>
                  </a:cubicBezTo>
                  <a:cubicBezTo>
                    <a:pt x="436" y="568"/>
                    <a:pt x="570" y="435"/>
                    <a:pt x="734" y="435"/>
                  </a:cubicBezTo>
                  <a:lnTo>
                    <a:pt x="734" y="431"/>
                  </a:lnTo>
                  <a:close/>
                  <a:moveTo>
                    <a:pt x="739" y="1"/>
                  </a:moveTo>
                  <a:cubicBezTo>
                    <a:pt x="362" y="1"/>
                    <a:pt x="1" y="293"/>
                    <a:pt x="1" y="736"/>
                  </a:cubicBezTo>
                  <a:cubicBezTo>
                    <a:pt x="1" y="1137"/>
                    <a:pt x="330" y="1466"/>
                    <a:pt x="734" y="1466"/>
                  </a:cubicBezTo>
                  <a:cubicBezTo>
                    <a:pt x="1385" y="1466"/>
                    <a:pt x="1714" y="678"/>
                    <a:pt x="1251" y="215"/>
                  </a:cubicBezTo>
                  <a:cubicBezTo>
                    <a:pt x="1102" y="67"/>
                    <a:pt x="919" y="1"/>
                    <a:pt x="73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708" name="Google Shape;2708;p53"/>
          <p:cNvSpPr/>
          <p:nvPr/>
        </p:nvSpPr>
        <p:spPr>
          <a:xfrm rot="10800000">
            <a:off x="6436536" y="2408661"/>
            <a:ext cx="233400" cy="233400"/>
          </a:xfrm>
          <a:prstGeom prst="ellipse">
            <a:avLst/>
          </a:pr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9" name="Google Shape;2709;p53"/>
          <p:cNvSpPr/>
          <p:nvPr/>
        </p:nvSpPr>
        <p:spPr>
          <a:xfrm rot="10800000">
            <a:off x="3527411" y="5336623"/>
            <a:ext cx="233400" cy="233400"/>
          </a:xfrm>
          <a:prstGeom prst="ellipse">
            <a:avLst/>
          </a:pr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0" name="Google Shape;2710;p53"/>
          <p:cNvSpPr/>
          <p:nvPr/>
        </p:nvSpPr>
        <p:spPr>
          <a:xfrm>
            <a:off x="3474950" y="2307550"/>
            <a:ext cx="517525" cy="1590375"/>
          </a:xfrm>
          <a:custGeom>
            <a:rect b="b" l="l" r="r" t="t"/>
            <a:pathLst>
              <a:path extrusionOk="0" h="63615" w="20701">
                <a:moveTo>
                  <a:pt x="20701" y="0"/>
                </a:moveTo>
                <a:cubicBezTo>
                  <a:pt x="12419" y="20704"/>
                  <a:pt x="5408" y="41981"/>
                  <a:pt x="0" y="63615"/>
                </a:cubicBezTo>
              </a:path>
            </a:pathLst>
          </a:custGeom>
          <a:noFill/>
          <a:ln cap="flat" cmpd="sng" w="28575">
            <a:solidFill>
              <a:schemeClr val="dk1"/>
            </a:solidFill>
            <a:prstDash val="solid"/>
            <a:round/>
            <a:headEnd len="med" w="med" type="none"/>
            <a:tailEnd len="med" w="med" type="none"/>
          </a:ln>
        </p:spPr>
      </p:sp>
      <p:sp>
        <p:nvSpPr>
          <p:cNvPr id="2711" name="Google Shape;2711;p53"/>
          <p:cNvSpPr/>
          <p:nvPr/>
        </p:nvSpPr>
        <p:spPr>
          <a:xfrm>
            <a:off x="3676925" y="2926025"/>
            <a:ext cx="239800" cy="833050"/>
          </a:xfrm>
          <a:custGeom>
            <a:rect b="b" l="l" r="r" t="t"/>
            <a:pathLst>
              <a:path extrusionOk="0" h="33322" w="9592">
                <a:moveTo>
                  <a:pt x="9592" y="0"/>
                </a:moveTo>
                <a:cubicBezTo>
                  <a:pt x="6193" y="11047"/>
                  <a:pt x="1897" y="21920"/>
                  <a:pt x="0" y="33322"/>
                </a:cubicBezTo>
              </a:path>
            </a:pathLst>
          </a:custGeom>
          <a:noFill/>
          <a:ln cap="flat" cmpd="sng" w="28575">
            <a:solidFill>
              <a:schemeClr val="dk1"/>
            </a:solidFill>
            <a:prstDash val="solid"/>
            <a:round/>
            <a:headEnd len="med" w="med" type="none"/>
            <a:tailEnd len="med" w="med" type="none"/>
          </a:ln>
        </p:spPr>
      </p:sp>
      <p:sp>
        <p:nvSpPr>
          <p:cNvPr id="2712" name="Google Shape;2712;p53"/>
          <p:cNvSpPr txBox="1"/>
          <p:nvPr/>
        </p:nvSpPr>
        <p:spPr>
          <a:xfrm>
            <a:off x="2524425" y="9677250"/>
            <a:ext cx="5238300" cy="3324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sz="1700">
                <a:solidFill>
                  <a:schemeClr val="dk1"/>
                </a:solidFill>
                <a:latin typeface="Grandstander"/>
                <a:ea typeface="Grandstander"/>
                <a:cs typeface="Grandstander"/>
                <a:sym typeface="Grandstander"/>
              </a:rPr>
              <a:t>This template has been created by </a:t>
            </a:r>
            <a:r>
              <a:rPr b="1" lang="en" sz="1700">
                <a:solidFill>
                  <a:schemeClr val="dk1"/>
                </a:solidFill>
                <a:uFill>
                  <a:noFill/>
                </a:uFill>
                <a:latin typeface="Grandstander"/>
                <a:ea typeface="Grandstander"/>
                <a:cs typeface="Grandstander"/>
                <a:sym typeface="Grandstander"/>
                <a:hlinkClick r:id="rId3">
                  <a:extLst>
                    <a:ext uri="{A12FA001-AC4F-418D-AE19-62706E023703}">
                      <ahyp:hlinkClr val="tx"/>
                    </a:ext>
                  </a:extLst>
                </a:hlinkClick>
              </a:rPr>
              <a:t>Slidesgo</a:t>
            </a:r>
            <a:endParaRPr sz="1700">
              <a:solidFill>
                <a:schemeClr val="dk1"/>
              </a:solidFill>
              <a:latin typeface="Grandstander"/>
              <a:ea typeface="Grandstander"/>
              <a:cs typeface="Grandstander"/>
              <a:sym typeface="Grandstander"/>
            </a:endParaRPr>
          </a:p>
        </p:txBody>
      </p:sp>
      <p:sp>
        <p:nvSpPr>
          <p:cNvPr id="2713" name="Google Shape;2713;p53"/>
          <p:cNvSpPr txBox="1"/>
          <p:nvPr/>
        </p:nvSpPr>
        <p:spPr>
          <a:xfrm>
            <a:off x="5082205" y="4414225"/>
            <a:ext cx="2757600" cy="495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200">
                <a:solidFill>
                  <a:schemeClr val="dk1"/>
                </a:solidFill>
                <a:latin typeface="Grandstander"/>
                <a:ea typeface="Grandstander"/>
                <a:cs typeface="Grandstander"/>
                <a:sym typeface="Grandstander"/>
              </a:rPr>
              <a:t>www.slidesgo.com</a:t>
            </a:r>
            <a:endParaRPr sz="2200">
              <a:solidFill>
                <a:schemeClr val="dk1"/>
              </a:solidFill>
              <a:latin typeface="Grandstander"/>
              <a:ea typeface="Grandstander"/>
              <a:cs typeface="Grandstander"/>
              <a:sym typeface="Grandstander"/>
            </a:endParaRPr>
          </a:p>
        </p:txBody>
      </p:sp>
      <p:sp>
        <p:nvSpPr>
          <p:cNvPr id="2714" name="Google Shape;2714;p53"/>
          <p:cNvSpPr txBox="1"/>
          <p:nvPr/>
        </p:nvSpPr>
        <p:spPr>
          <a:xfrm>
            <a:off x="2324662" y="4414225"/>
            <a:ext cx="2757600" cy="495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200">
                <a:solidFill>
                  <a:schemeClr val="dk1"/>
                </a:solidFill>
                <a:latin typeface="Grandstander"/>
                <a:ea typeface="Grandstander"/>
                <a:cs typeface="Grandstander"/>
                <a:sym typeface="Grandstander"/>
              </a:rPr>
              <a:t>MORE INFO</a:t>
            </a:r>
            <a:endParaRPr b="1" sz="2200">
              <a:solidFill>
                <a:schemeClr val="dk1"/>
              </a:solidFill>
              <a:latin typeface="Grandstander"/>
              <a:ea typeface="Grandstander"/>
              <a:cs typeface="Grandstander"/>
              <a:sym typeface="Grandstander"/>
            </a:endParaRPr>
          </a:p>
        </p:txBody>
      </p:sp>
      <p:sp>
        <p:nvSpPr>
          <p:cNvPr id="2715" name="Google Shape;2715;p53"/>
          <p:cNvSpPr txBox="1"/>
          <p:nvPr/>
        </p:nvSpPr>
        <p:spPr>
          <a:xfrm>
            <a:off x="10397625" y="82950"/>
            <a:ext cx="3484200" cy="3166200"/>
          </a:xfrm>
          <a:prstGeom prst="rect">
            <a:avLst/>
          </a:prstGeom>
          <a:solidFill>
            <a:srgbClr val="00C5FF">
              <a:alpha val="51270"/>
            </a:srgbClr>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Grandstander"/>
                <a:ea typeface="Grandstander"/>
                <a:cs typeface="Grandstander"/>
                <a:sym typeface="Grandstander"/>
              </a:rPr>
              <a:t>Instructions</a:t>
            </a:r>
            <a:endParaRPr>
              <a:latin typeface="Grandstander"/>
              <a:ea typeface="Grandstander"/>
              <a:cs typeface="Grandstander"/>
              <a:sym typeface="Grandstander"/>
            </a:endParaRPr>
          </a:p>
          <a:p>
            <a:pPr indent="0" lvl="0" marL="0" rtl="0" algn="l">
              <a:spcBef>
                <a:spcPts val="0"/>
              </a:spcBef>
              <a:spcAft>
                <a:spcPts val="0"/>
              </a:spcAft>
              <a:buNone/>
            </a:pPr>
            <a:r>
              <a:t/>
            </a:r>
            <a:endParaRPr>
              <a:latin typeface="Grandstander"/>
              <a:ea typeface="Grandstander"/>
              <a:cs typeface="Grandstander"/>
              <a:sym typeface="Grandstander"/>
            </a:endParaRPr>
          </a:p>
          <a:p>
            <a:pPr indent="-317500" lvl="0" marL="457200" rtl="0" algn="l">
              <a:spcBef>
                <a:spcPts val="0"/>
              </a:spcBef>
              <a:spcAft>
                <a:spcPts val="0"/>
              </a:spcAft>
              <a:buSzPts val="1400"/>
              <a:buFont typeface="Grandstander"/>
              <a:buChar char="●"/>
            </a:pPr>
            <a:r>
              <a:rPr lang="en">
                <a:latin typeface="Grandstander"/>
                <a:ea typeface="Grandstander"/>
                <a:cs typeface="Grandstander"/>
                <a:sym typeface="Grandstander"/>
              </a:rPr>
              <a:t>There is no need to modify this slide, but you are welcome to do so</a:t>
            </a:r>
            <a:endParaRPr>
              <a:latin typeface="Grandstander"/>
              <a:ea typeface="Grandstander"/>
              <a:cs typeface="Grandstander"/>
              <a:sym typeface="Grandstande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9" name="Shape 2719"/>
        <p:cNvGrpSpPr/>
        <p:nvPr/>
      </p:nvGrpSpPr>
      <p:grpSpPr>
        <a:xfrm>
          <a:off x="0" y="0"/>
          <a:ext cx="0" cy="0"/>
          <a:chOff x="0" y="0"/>
          <a:chExt cx="0" cy="0"/>
        </a:xfrm>
      </p:grpSpPr>
      <p:grpSp>
        <p:nvGrpSpPr>
          <p:cNvPr id="2720" name="Google Shape;2720;p54"/>
          <p:cNvGrpSpPr/>
          <p:nvPr/>
        </p:nvGrpSpPr>
        <p:grpSpPr>
          <a:xfrm rot="846888">
            <a:off x="3141938" y="4754453"/>
            <a:ext cx="1313867" cy="1559769"/>
            <a:chOff x="-2411274" y="3718723"/>
            <a:chExt cx="1125419" cy="1336052"/>
          </a:xfrm>
        </p:grpSpPr>
        <p:sp>
          <p:nvSpPr>
            <p:cNvPr id="2721" name="Google Shape;2721;p54"/>
            <p:cNvSpPr/>
            <p:nvPr/>
          </p:nvSpPr>
          <p:spPr>
            <a:xfrm>
              <a:off x="-2187891" y="4281669"/>
              <a:ext cx="400957" cy="305559"/>
            </a:xfrm>
            <a:custGeom>
              <a:rect b="b" l="l" r="r" t="t"/>
              <a:pathLst>
                <a:path extrusionOk="0" h="647" w="849">
                  <a:moveTo>
                    <a:pt x="734" y="0"/>
                  </a:moveTo>
                  <a:cubicBezTo>
                    <a:pt x="723" y="8"/>
                    <a:pt x="707" y="20"/>
                    <a:pt x="695" y="28"/>
                  </a:cubicBezTo>
                  <a:cubicBezTo>
                    <a:pt x="474" y="182"/>
                    <a:pt x="242" y="315"/>
                    <a:pt x="1" y="433"/>
                  </a:cubicBezTo>
                  <a:cubicBezTo>
                    <a:pt x="17" y="504"/>
                    <a:pt x="37" y="575"/>
                    <a:pt x="60" y="646"/>
                  </a:cubicBezTo>
                  <a:cubicBezTo>
                    <a:pt x="202" y="575"/>
                    <a:pt x="344" y="501"/>
                    <a:pt x="482" y="418"/>
                  </a:cubicBezTo>
                  <a:cubicBezTo>
                    <a:pt x="608" y="347"/>
                    <a:pt x="730" y="268"/>
                    <a:pt x="849" y="186"/>
                  </a:cubicBezTo>
                  <a:cubicBezTo>
                    <a:pt x="814" y="122"/>
                    <a:pt x="774" y="59"/>
                    <a:pt x="734" y="0"/>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2" name="Google Shape;2722;p54"/>
            <p:cNvSpPr/>
            <p:nvPr/>
          </p:nvSpPr>
          <p:spPr>
            <a:xfrm>
              <a:off x="-2411274" y="3989334"/>
              <a:ext cx="1125419" cy="1065441"/>
            </a:xfrm>
            <a:custGeom>
              <a:rect b="b" l="l" r="r" t="t"/>
              <a:pathLst>
                <a:path extrusionOk="0" h="2256" w="2383">
                  <a:moveTo>
                    <a:pt x="198" y="0"/>
                  </a:moveTo>
                  <a:cubicBezTo>
                    <a:pt x="178" y="0"/>
                    <a:pt x="20" y="1881"/>
                    <a:pt x="13" y="1960"/>
                  </a:cubicBezTo>
                  <a:cubicBezTo>
                    <a:pt x="9" y="1984"/>
                    <a:pt x="0" y="2003"/>
                    <a:pt x="24" y="2007"/>
                  </a:cubicBezTo>
                  <a:cubicBezTo>
                    <a:pt x="837" y="2102"/>
                    <a:pt x="1436" y="2173"/>
                    <a:pt x="2098" y="2255"/>
                  </a:cubicBezTo>
                  <a:cubicBezTo>
                    <a:pt x="2101" y="2256"/>
                    <a:pt x="2103" y="2256"/>
                    <a:pt x="2105" y="2256"/>
                  </a:cubicBezTo>
                  <a:cubicBezTo>
                    <a:pt x="2142" y="2256"/>
                    <a:pt x="2177" y="2226"/>
                    <a:pt x="2177" y="2188"/>
                  </a:cubicBezTo>
                  <a:cubicBezTo>
                    <a:pt x="2193" y="1818"/>
                    <a:pt x="2382" y="260"/>
                    <a:pt x="2371" y="260"/>
                  </a:cubicBezTo>
                  <a:lnTo>
                    <a:pt x="198" y="0"/>
                  </a:lnTo>
                  <a:cubicBezTo>
                    <a:pt x="198" y="0"/>
                    <a:pt x="198" y="0"/>
                    <a:pt x="198" y="0"/>
                  </a:cubicBezTo>
                  <a:close/>
                </a:path>
              </a:pathLst>
            </a:custGeom>
            <a:solidFill>
              <a:schemeClr val="dk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3" name="Google Shape;2723;p54"/>
            <p:cNvSpPr/>
            <p:nvPr/>
          </p:nvSpPr>
          <p:spPr>
            <a:xfrm>
              <a:off x="-2319159" y="4549453"/>
              <a:ext cx="191269" cy="191742"/>
            </a:xfrm>
            <a:custGeom>
              <a:rect b="b" l="l" r="r" t="t"/>
              <a:pathLst>
                <a:path extrusionOk="0" h="406" w="405">
                  <a:moveTo>
                    <a:pt x="199" y="0"/>
                  </a:moveTo>
                  <a:cubicBezTo>
                    <a:pt x="160" y="0"/>
                    <a:pt x="119" y="13"/>
                    <a:pt x="84" y="39"/>
                  </a:cubicBezTo>
                  <a:cubicBezTo>
                    <a:pt x="40" y="71"/>
                    <a:pt x="17" y="122"/>
                    <a:pt x="13" y="177"/>
                  </a:cubicBezTo>
                  <a:cubicBezTo>
                    <a:pt x="5" y="200"/>
                    <a:pt x="1" y="229"/>
                    <a:pt x="5" y="256"/>
                  </a:cubicBezTo>
                  <a:cubicBezTo>
                    <a:pt x="13" y="331"/>
                    <a:pt x="68" y="386"/>
                    <a:pt x="139" y="402"/>
                  </a:cubicBezTo>
                  <a:cubicBezTo>
                    <a:pt x="151" y="404"/>
                    <a:pt x="162" y="406"/>
                    <a:pt x="174" y="406"/>
                  </a:cubicBezTo>
                  <a:cubicBezTo>
                    <a:pt x="301" y="406"/>
                    <a:pt x="405" y="257"/>
                    <a:pt x="375" y="138"/>
                  </a:cubicBezTo>
                  <a:cubicBezTo>
                    <a:pt x="355" y="51"/>
                    <a:pt x="279" y="0"/>
                    <a:pt x="19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4" name="Google Shape;2724;p54"/>
            <p:cNvSpPr/>
            <p:nvPr/>
          </p:nvSpPr>
          <p:spPr>
            <a:xfrm>
              <a:off x="-1979147" y="4497497"/>
              <a:ext cx="212994" cy="185130"/>
            </a:xfrm>
            <a:custGeom>
              <a:rect b="b" l="l" r="r" t="t"/>
              <a:pathLst>
                <a:path extrusionOk="0" h="392" w="451">
                  <a:moveTo>
                    <a:pt x="177" y="1"/>
                  </a:moveTo>
                  <a:cubicBezTo>
                    <a:pt x="152" y="1"/>
                    <a:pt x="128" y="8"/>
                    <a:pt x="107" y="24"/>
                  </a:cubicBezTo>
                  <a:cubicBezTo>
                    <a:pt x="37" y="87"/>
                    <a:pt x="1" y="186"/>
                    <a:pt x="44" y="276"/>
                  </a:cubicBezTo>
                  <a:cubicBezTo>
                    <a:pt x="76" y="349"/>
                    <a:pt x="144" y="392"/>
                    <a:pt x="218" y="392"/>
                  </a:cubicBezTo>
                  <a:cubicBezTo>
                    <a:pt x="244" y="392"/>
                    <a:pt x="271" y="386"/>
                    <a:pt x="297" y="375"/>
                  </a:cubicBezTo>
                  <a:cubicBezTo>
                    <a:pt x="403" y="331"/>
                    <a:pt x="450" y="202"/>
                    <a:pt x="383" y="107"/>
                  </a:cubicBezTo>
                  <a:cubicBezTo>
                    <a:pt x="355" y="67"/>
                    <a:pt x="316" y="40"/>
                    <a:pt x="273" y="28"/>
                  </a:cubicBezTo>
                  <a:cubicBezTo>
                    <a:pt x="261" y="24"/>
                    <a:pt x="253" y="20"/>
                    <a:pt x="241" y="16"/>
                  </a:cubicBezTo>
                  <a:cubicBezTo>
                    <a:pt x="222" y="7"/>
                    <a:pt x="200" y="1"/>
                    <a:pt x="17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5" name="Google Shape;2725;p54"/>
            <p:cNvSpPr/>
            <p:nvPr/>
          </p:nvSpPr>
          <p:spPr>
            <a:xfrm>
              <a:off x="-2249286" y="4217913"/>
              <a:ext cx="194103" cy="188436"/>
            </a:xfrm>
            <a:custGeom>
              <a:rect b="b" l="l" r="r" t="t"/>
              <a:pathLst>
                <a:path extrusionOk="0" h="399" w="411">
                  <a:moveTo>
                    <a:pt x="200" y="0"/>
                  </a:moveTo>
                  <a:cubicBezTo>
                    <a:pt x="195" y="0"/>
                    <a:pt x="191" y="0"/>
                    <a:pt x="186" y="1"/>
                  </a:cubicBezTo>
                  <a:cubicBezTo>
                    <a:pt x="135" y="4"/>
                    <a:pt x="88" y="33"/>
                    <a:pt x="52" y="68"/>
                  </a:cubicBezTo>
                  <a:cubicBezTo>
                    <a:pt x="12" y="111"/>
                    <a:pt x="1" y="163"/>
                    <a:pt x="1" y="217"/>
                  </a:cubicBezTo>
                  <a:cubicBezTo>
                    <a:pt x="1" y="226"/>
                    <a:pt x="1" y="237"/>
                    <a:pt x="5" y="246"/>
                  </a:cubicBezTo>
                  <a:cubicBezTo>
                    <a:pt x="5" y="253"/>
                    <a:pt x="9" y="261"/>
                    <a:pt x="12" y="269"/>
                  </a:cubicBezTo>
                  <a:cubicBezTo>
                    <a:pt x="41" y="346"/>
                    <a:pt x="118" y="398"/>
                    <a:pt x="201" y="398"/>
                  </a:cubicBezTo>
                  <a:cubicBezTo>
                    <a:pt x="212" y="398"/>
                    <a:pt x="223" y="397"/>
                    <a:pt x="234" y="395"/>
                  </a:cubicBezTo>
                  <a:cubicBezTo>
                    <a:pt x="336" y="379"/>
                    <a:pt x="411" y="285"/>
                    <a:pt x="396" y="179"/>
                  </a:cubicBezTo>
                  <a:cubicBezTo>
                    <a:pt x="384" y="80"/>
                    <a:pt x="300" y="0"/>
                    <a:pt x="20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6" name="Google Shape;2726;p54"/>
            <p:cNvSpPr/>
            <p:nvPr/>
          </p:nvSpPr>
          <p:spPr>
            <a:xfrm>
              <a:off x="-1721055" y="4796900"/>
              <a:ext cx="194103" cy="191742"/>
            </a:xfrm>
            <a:custGeom>
              <a:rect b="b" l="l" r="r" t="t"/>
              <a:pathLst>
                <a:path extrusionOk="0" h="406" w="411">
                  <a:moveTo>
                    <a:pt x="191" y="0"/>
                  </a:moveTo>
                  <a:cubicBezTo>
                    <a:pt x="153" y="0"/>
                    <a:pt x="115" y="12"/>
                    <a:pt x="83" y="37"/>
                  </a:cubicBezTo>
                  <a:cubicBezTo>
                    <a:pt x="43" y="69"/>
                    <a:pt x="20" y="111"/>
                    <a:pt x="8" y="159"/>
                  </a:cubicBezTo>
                  <a:cubicBezTo>
                    <a:pt x="1" y="198"/>
                    <a:pt x="8" y="234"/>
                    <a:pt x="24" y="269"/>
                  </a:cubicBezTo>
                  <a:cubicBezTo>
                    <a:pt x="28" y="337"/>
                    <a:pt x="72" y="384"/>
                    <a:pt x="134" y="400"/>
                  </a:cubicBezTo>
                  <a:cubicBezTo>
                    <a:pt x="149" y="403"/>
                    <a:pt x="164" y="405"/>
                    <a:pt x="179" y="405"/>
                  </a:cubicBezTo>
                  <a:cubicBezTo>
                    <a:pt x="245" y="405"/>
                    <a:pt x="311" y="372"/>
                    <a:pt x="347" y="320"/>
                  </a:cubicBezTo>
                  <a:cubicBezTo>
                    <a:pt x="410" y="238"/>
                    <a:pt x="398" y="131"/>
                    <a:pt x="332" y="60"/>
                  </a:cubicBezTo>
                  <a:cubicBezTo>
                    <a:pt x="295" y="22"/>
                    <a:pt x="243" y="0"/>
                    <a:pt x="19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7" name="Google Shape;2727;p54"/>
            <p:cNvSpPr/>
            <p:nvPr/>
          </p:nvSpPr>
          <p:spPr>
            <a:xfrm>
              <a:off x="-1593302" y="4497024"/>
              <a:ext cx="201659" cy="170489"/>
            </a:xfrm>
            <a:custGeom>
              <a:rect b="b" l="l" r="r" t="t"/>
              <a:pathLst>
                <a:path extrusionOk="0" h="361" w="427">
                  <a:moveTo>
                    <a:pt x="205" y="0"/>
                  </a:moveTo>
                  <a:cubicBezTo>
                    <a:pt x="200" y="0"/>
                    <a:pt x="195" y="1"/>
                    <a:pt x="190" y="1"/>
                  </a:cubicBezTo>
                  <a:cubicBezTo>
                    <a:pt x="166" y="1"/>
                    <a:pt x="146" y="10"/>
                    <a:pt x="126" y="17"/>
                  </a:cubicBezTo>
                  <a:cubicBezTo>
                    <a:pt x="90" y="25"/>
                    <a:pt x="55" y="52"/>
                    <a:pt x="35" y="92"/>
                  </a:cubicBezTo>
                  <a:cubicBezTo>
                    <a:pt x="0" y="171"/>
                    <a:pt x="24" y="270"/>
                    <a:pt x="95" y="325"/>
                  </a:cubicBezTo>
                  <a:cubicBezTo>
                    <a:pt x="128" y="348"/>
                    <a:pt x="167" y="360"/>
                    <a:pt x="206" y="360"/>
                  </a:cubicBezTo>
                  <a:cubicBezTo>
                    <a:pt x="264" y="360"/>
                    <a:pt x="321" y="335"/>
                    <a:pt x="359" y="285"/>
                  </a:cubicBezTo>
                  <a:cubicBezTo>
                    <a:pt x="426" y="203"/>
                    <a:pt x="398" y="84"/>
                    <a:pt x="308" y="29"/>
                  </a:cubicBezTo>
                  <a:cubicBezTo>
                    <a:pt x="276" y="12"/>
                    <a:pt x="242" y="0"/>
                    <a:pt x="20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8" name="Google Shape;2728;p54"/>
            <p:cNvSpPr/>
            <p:nvPr/>
          </p:nvSpPr>
          <p:spPr>
            <a:xfrm>
              <a:off x="-2215754" y="4725770"/>
              <a:ext cx="260693" cy="219606"/>
            </a:xfrm>
            <a:custGeom>
              <a:rect b="b" l="l" r="r" t="t"/>
              <a:pathLst>
                <a:path extrusionOk="0" h="465" w="552">
                  <a:moveTo>
                    <a:pt x="359" y="1"/>
                  </a:moveTo>
                  <a:cubicBezTo>
                    <a:pt x="339" y="1"/>
                    <a:pt x="317" y="5"/>
                    <a:pt x="296" y="13"/>
                  </a:cubicBezTo>
                  <a:cubicBezTo>
                    <a:pt x="193" y="53"/>
                    <a:pt x="99" y="144"/>
                    <a:pt x="39" y="235"/>
                  </a:cubicBezTo>
                  <a:cubicBezTo>
                    <a:pt x="0" y="293"/>
                    <a:pt x="0" y="373"/>
                    <a:pt x="59" y="420"/>
                  </a:cubicBezTo>
                  <a:cubicBezTo>
                    <a:pt x="59" y="424"/>
                    <a:pt x="63" y="424"/>
                    <a:pt x="67" y="424"/>
                  </a:cubicBezTo>
                  <a:cubicBezTo>
                    <a:pt x="67" y="428"/>
                    <a:pt x="71" y="432"/>
                    <a:pt x="75" y="435"/>
                  </a:cubicBezTo>
                  <a:cubicBezTo>
                    <a:pt x="102" y="457"/>
                    <a:pt x="132" y="465"/>
                    <a:pt x="162" y="465"/>
                  </a:cubicBezTo>
                  <a:cubicBezTo>
                    <a:pt x="198" y="465"/>
                    <a:pt x="236" y="454"/>
                    <a:pt x="272" y="444"/>
                  </a:cubicBezTo>
                  <a:cubicBezTo>
                    <a:pt x="383" y="416"/>
                    <a:pt x="497" y="345"/>
                    <a:pt x="525" y="226"/>
                  </a:cubicBezTo>
                  <a:cubicBezTo>
                    <a:pt x="551" y="114"/>
                    <a:pt x="469" y="1"/>
                    <a:pt x="35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9" name="Google Shape;2729;p54"/>
            <p:cNvSpPr/>
            <p:nvPr/>
          </p:nvSpPr>
          <p:spPr>
            <a:xfrm>
              <a:off x="-1731677" y="4208467"/>
              <a:ext cx="203548" cy="211577"/>
            </a:xfrm>
            <a:custGeom>
              <a:rect b="b" l="l" r="r" t="t"/>
              <a:pathLst>
                <a:path extrusionOk="0" h="448" w="431">
                  <a:moveTo>
                    <a:pt x="232" y="0"/>
                  </a:moveTo>
                  <a:cubicBezTo>
                    <a:pt x="138" y="0"/>
                    <a:pt x="69" y="77"/>
                    <a:pt x="24" y="159"/>
                  </a:cubicBezTo>
                  <a:cubicBezTo>
                    <a:pt x="13" y="183"/>
                    <a:pt x="9" y="210"/>
                    <a:pt x="17" y="237"/>
                  </a:cubicBezTo>
                  <a:cubicBezTo>
                    <a:pt x="1" y="324"/>
                    <a:pt x="24" y="412"/>
                    <a:pt x="119" y="439"/>
                  </a:cubicBezTo>
                  <a:cubicBezTo>
                    <a:pt x="138" y="445"/>
                    <a:pt x="157" y="447"/>
                    <a:pt x="174" y="447"/>
                  </a:cubicBezTo>
                  <a:cubicBezTo>
                    <a:pt x="267" y="447"/>
                    <a:pt x="341" y="376"/>
                    <a:pt x="388" y="297"/>
                  </a:cubicBezTo>
                  <a:cubicBezTo>
                    <a:pt x="419" y="242"/>
                    <a:pt x="430" y="179"/>
                    <a:pt x="412" y="119"/>
                  </a:cubicBezTo>
                  <a:cubicBezTo>
                    <a:pt x="395" y="57"/>
                    <a:pt x="336" y="17"/>
                    <a:pt x="277" y="6"/>
                  </a:cubicBezTo>
                  <a:cubicBezTo>
                    <a:pt x="262" y="2"/>
                    <a:pt x="247" y="0"/>
                    <a:pt x="23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0" name="Google Shape;2730;p54"/>
            <p:cNvSpPr/>
            <p:nvPr/>
          </p:nvSpPr>
          <p:spPr>
            <a:xfrm>
              <a:off x="-1955061" y="4048840"/>
              <a:ext cx="209216" cy="959180"/>
            </a:xfrm>
            <a:custGeom>
              <a:rect b="b" l="l" r="r" t="t"/>
              <a:pathLst>
                <a:path extrusionOk="0" h="2031" w="443">
                  <a:moveTo>
                    <a:pt x="241" y="0"/>
                  </a:moveTo>
                  <a:lnTo>
                    <a:pt x="1" y="2003"/>
                  </a:lnTo>
                  <a:lnTo>
                    <a:pt x="202" y="2031"/>
                  </a:lnTo>
                  <a:lnTo>
                    <a:pt x="443" y="24"/>
                  </a:lnTo>
                  <a:lnTo>
                    <a:pt x="241" y="0"/>
                  </a:lnTo>
                  <a:close/>
                </a:path>
              </a:pathLst>
            </a:custGeom>
            <a:solidFill>
              <a:schemeClr val="accent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1" name="Google Shape;2731;p54"/>
            <p:cNvSpPr/>
            <p:nvPr/>
          </p:nvSpPr>
          <p:spPr>
            <a:xfrm>
              <a:off x="-2127912" y="3718723"/>
              <a:ext cx="357981" cy="438267"/>
            </a:xfrm>
            <a:custGeom>
              <a:rect b="b" l="l" r="r" t="t"/>
              <a:pathLst>
                <a:path extrusionOk="0" h="928" w="758">
                  <a:moveTo>
                    <a:pt x="251" y="0"/>
                  </a:moveTo>
                  <a:cubicBezTo>
                    <a:pt x="155" y="0"/>
                    <a:pt x="70" y="77"/>
                    <a:pt x="35" y="198"/>
                  </a:cubicBezTo>
                  <a:cubicBezTo>
                    <a:pt x="12" y="285"/>
                    <a:pt x="0" y="380"/>
                    <a:pt x="0" y="470"/>
                  </a:cubicBezTo>
                  <a:cubicBezTo>
                    <a:pt x="4" y="557"/>
                    <a:pt x="12" y="652"/>
                    <a:pt x="44" y="735"/>
                  </a:cubicBezTo>
                  <a:cubicBezTo>
                    <a:pt x="68" y="814"/>
                    <a:pt x="115" y="885"/>
                    <a:pt x="197" y="912"/>
                  </a:cubicBezTo>
                  <a:cubicBezTo>
                    <a:pt x="226" y="923"/>
                    <a:pt x="256" y="928"/>
                    <a:pt x="287" y="928"/>
                  </a:cubicBezTo>
                  <a:cubicBezTo>
                    <a:pt x="355" y="928"/>
                    <a:pt x="424" y="904"/>
                    <a:pt x="481" y="877"/>
                  </a:cubicBezTo>
                  <a:cubicBezTo>
                    <a:pt x="556" y="841"/>
                    <a:pt x="623" y="794"/>
                    <a:pt x="683" y="735"/>
                  </a:cubicBezTo>
                  <a:cubicBezTo>
                    <a:pt x="688" y="736"/>
                    <a:pt x="693" y="737"/>
                    <a:pt x="698" y="737"/>
                  </a:cubicBezTo>
                  <a:cubicBezTo>
                    <a:pt x="724" y="737"/>
                    <a:pt x="748" y="721"/>
                    <a:pt x="745" y="691"/>
                  </a:cubicBezTo>
                  <a:cubicBezTo>
                    <a:pt x="754" y="679"/>
                    <a:pt x="757" y="664"/>
                    <a:pt x="757" y="652"/>
                  </a:cubicBezTo>
                  <a:cubicBezTo>
                    <a:pt x="757" y="628"/>
                    <a:pt x="749" y="604"/>
                    <a:pt x="738" y="585"/>
                  </a:cubicBezTo>
                  <a:cubicBezTo>
                    <a:pt x="730" y="565"/>
                    <a:pt x="718" y="541"/>
                    <a:pt x="710" y="522"/>
                  </a:cubicBezTo>
                  <a:cubicBezTo>
                    <a:pt x="635" y="372"/>
                    <a:pt x="541" y="222"/>
                    <a:pt x="430" y="96"/>
                  </a:cubicBezTo>
                  <a:cubicBezTo>
                    <a:pt x="373" y="30"/>
                    <a:pt x="310" y="0"/>
                    <a:pt x="251" y="0"/>
                  </a:cubicBezTo>
                  <a:close/>
                </a:path>
              </a:pathLst>
            </a:custGeom>
            <a:solidFill>
              <a:schemeClr val="accent3"/>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2" name="Google Shape;2732;p54"/>
            <p:cNvSpPr/>
            <p:nvPr/>
          </p:nvSpPr>
          <p:spPr>
            <a:xfrm>
              <a:off x="-1808658" y="3795703"/>
              <a:ext cx="367898" cy="333895"/>
            </a:xfrm>
            <a:custGeom>
              <a:rect b="b" l="l" r="r" t="t"/>
              <a:pathLst>
                <a:path extrusionOk="0" h="707" w="779">
                  <a:moveTo>
                    <a:pt x="592" y="0"/>
                  </a:moveTo>
                  <a:cubicBezTo>
                    <a:pt x="559" y="0"/>
                    <a:pt x="526" y="8"/>
                    <a:pt x="495" y="19"/>
                  </a:cubicBezTo>
                  <a:cubicBezTo>
                    <a:pt x="428" y="47"/>
                    <a:pt x="365" y="87"/>
                    <a:pt x="314" y="134"/>
                  </a:cubicBezTo>
                  <a:cubicBezTo>
                    <a:pt x="191" y="236"/>
                    <a:pt x="101" y="370"/>
                    <a:pt x="14" y="505"/>
                  </a:cubicBezTo>
                  <a:cubicBezTo>
                    <a:pt x="0" y="527"/>
                    <a:pt x="24" y="549"/>
                    <a:pt x="45" y="549"/>
                  </a:cubicBezTo>
                  <a:cubicBezTo>
                    <a:pt x="55" y="549"/>
                    <a:pt x="63" y="545"/>
                    <a:pt x="69" y="536"/>
                  </a:cubicBezTo>
                  <a:cubicBezTo>
                    <a:pt x="69" y="532"/>
                    <a:pt x="73" y="528"/>
                    <a:pt x="73" y="528"/>
                  </a:cubicBezTo>
                  <a:cubicBezTo>
                    <a:pt x="187" y="611"/>
                    <a:pt x="314" y="702"/>
                    <a:pt x="460" y="705"/>
                  </a:cubicBezTo>
                  <a:cubicBezTo>
                    <a:pt x="466" y="706"/>
                    <a:pt x="472" y="706"/>
                    <a:pt x="478" y="706"/>
                  </a:cubicBezTo>
                  <a:cubicBezTo>
                    <a:pt x="508" y="706"/>
                    <a:pt x="541" y="699"/>
                    <a:pt x="570" y="686"/>
                  </a:cubicBezTo>
                  <a:cubicBezTo>
                    <a:pt x="602" y="670"/>
                    <a:pt x="626" y="647"/>
                    <a:pt x="646" y="619"/>
                  </a:cubicBezTo>
                  <a:cubicBezTo>
                    <a:pt x="693" y="560"/>
                    <a:pt x="724" y="489"/>
                    <a:pt x="744" y="418"/>
                  </a:cubicBezTo>
                  <a:cubicBezTo>
                    <a:pt x="768" y="351"/>
                    <a:pt x="779" y="272"/>
                    <a:pt x="771" y="201"/>
                  </a:cubicBezTo>
                  <a:cubicBezTo>
                    <a:pt x="768" y="138"/>
                    <a:pt x="748" y="70"/>
                    <a:pt x="693" y="32"/>
                  </a:cubicBezTo>
                  <a:cubicBezTo>
                    <a:pt x="662" y="9"/>
                    <a:pt x="627" y="0"/>
                    <a:pt x="592" y="0"/>
                  </a:cubicBezTo>
                  <a:close/>
                </a:path>
              </a:pathLst>
            </a:custGeom>
            <a:solidFill>
              <a:schemeClr val="accent3"/>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3" name="Google Shape;2733;p54"/>
            <p:cNvSpPr/>
            <p:nvPr/>
          </p:nvSpPr>
          <p:spPr>
            <a:xfrm>
              <a:off x="-2044320" y="3953441"/>
              <a:ext cx="648427" cy="459046"/>
            </a:xfrm>
            <a:custGeom>
              <a:rect b="b" l="l" r="r" t="t"/>
              <a:pathLst>
                <a:path extrusionOk="0" h="972" w="1373">
                  <a:moveTo>
                    <a:pt x="578" y="1"/>
                  </a:moveTo>
                  <a:cubicBezTo>
                    <a:pt x="560" y="1"/>
                    <a:pt x="543" y="7"/>
                    <a:pt x="525" y="17"/>
                  </a:cubicBezTo>
                  <a:cubicBezTo>
                    <a:pt x="458" y="44"/>
                    <a:pt x="411" y="104"/>
                    <a:pt x="406" y="175"/>
                  </a:cubicBezTo>
                  <a:cubicBezTo>
                    <a:pt x="403" y="210"/>
                    <a:pt x="411" y="242"/>
                    <a:pt x="430" y="273"/>
                  </a:cubicBezTo>
                  <a:cubicBezTo>
                    <a:pt x="442" y="285"/>
                    <a:pt x="375" y="411"/>
                    <a:pt x="364" y="431"/>
                  </a:cubicBezTo>
                  <a:cubicBezTo>
                    <a:pt x="293" y="584"/>
                    <a:pt x="135" y="715"/>
                    <a:pt x="0" y="817"/>
                  </a:cubicBezTo>
                  <a:cubicBezTo>
                    <a:pt x="37" y="827"/>
                    <a:pt x="74" y="836"/>
                    <a:pt x="115" y="836"/>
                  </a:cubicBezTo>
                  <a:cubicBezTo>
                    <a:pt x="126" y="836"/>
                    <a:pt x="138" y="835"/>
                    <a:pt x="151" y="833"/>
                  </a:cubicBezTo>
                  <a:cubicBezTo>
                    <a:pt x="151" y="833"/>
                    <a:pt x="151" y="833"/>
                    <a:pt x="151" y="833"/>
                  </a:cubicBezTo>
                  <a:cubicBezTo>
                    <a:pt x="155" y="833"/>
                    <a:pt x="158" y="959"/>
                    <a:pt x="158" y="971"/>
                  </a:cubicBezTo>
                  <a:cubicBezTo>
                    <a:pt x="304" y="912"/>
                    <a:pt x="379" y="711"/>
                    <a:pt x="442" y="577"/>
                  </a:cubicBezTo>
                  <a:cubicBezTo>
                    <a:pt x="473" y="514"/>
                    <a:pt x="501" y="443"/>
                    <a:pt x="524" y="376"/>
                  </a:cubicBezTo>
                  <a:lnTo>
                    <a:pt x="524" y="376"/>
                  </a:lnTo>
                  <a:cubicBezTo>
                    <a:pt x="519" y="395"/>
                    <a:pt x="577" y="490"/>
                    <a:pt x="588" y="506"/>
                  </a:cubicBezTo>
                  <a:cubicBezTo>
                    <a:pt x="616" y="557"/>
                    <a:pt x="651" y="604"/>
                    <a:pt x="690" y="648"/>
                  </a:cubicBezTo>
                  <a:cubicBezTo>
                    <a:pt x="771" y="726"/>
                    <a:pt x="887" y="768"/>
                    <a:pt x="1001" y="768"/>
                  </a:cubicBezTo>
                  <a:cubicBezTo>
                    <a:pt x="1015" y="768"/>
                    <a:pt x="1028" y="767"/>
                    <a:pt x="1041" y="766"/>
                  </a:cubicBezTo>
                  <a:cubicBezTo>
                    <a:pt x="1187" y="754"/>
                    <a:pt x="1286" y="679"/>
                    <a:pt x="1373" y="573"/>
                  </a:cubicBezTo>
                  <a:cubicBezTo>
                    <a:pt x="1365" y="573"/>
                    <a:pt x="1338" y="577"/>
                    <a:pt x="1305" y="581"/>
                  </a:cubicBezTo>
                  <a:cubicBezTo>
                    <a:pt x="1286" y="582"/>
                    <a:pt x="1264" y="584"/>
                    <a:pt x="1248" y="584"/>
                  </a:cubicBezTo>
                  <a:cubicBezTo>
                    <a:pt x="1232" y="584"/>
                    <a:pt x="1221" y="582"/>
                    <a:pt x="1223" y="577"/>
                  </a:cubicBezTo>
                  <a:cubicBezTo>
                    <a:pt x="1234" y="541"/>
                    <a:pt x="1254" y="502"/>
                    <a:pt x="1270" y="466"/>
                  </a:cubicBezTo>
                  <a:cubicBezTo>
                    <a:pt x="1278" y="446"/>
                    <a:pt x="1286" y="427"/>
                    <a:pt x="1278" y="411"/>
                  </a:cubicBezTo>
                  <a:lnTo>
                    <a:pt x="1278" y="411"/>
                  </a:lnTo>
                  <a:cubicBezTo>
                    <a:pt x="1215" y="451"/>
                    <a:pt x="1152" y="493"/>
                    <a:pt x="1081" y="526"/>
                  </a:cubicBezTo>
                  <a:cubicBezTo>
                    <a:pt x="1041" y="546"/>
                    <a:pt x="990" y="561"/>
                    <a:pt x="947" y="561"/>
                  </a:cubicBezTo>
                  <a:cubicBezTo>
                    <a:pt x="868" y="561"/>
                    <a:pt x="781" y="526"/>
                    <a:pt x="730" y="470"/>
                  </a:cubicBezTo>
                  <a:cubicBezTo>
                    <a:pt x="714" y="451"/>
                    <a:pt x="600" y="273"/>
                    <a:pt x="619" y="257"/>
                  </a:cubicBezTo>
                  <a:cubicBezTo>
                    <a:pt x="699" y="202"/>
                    <a:pt x="703" y="84"/>
                    <a:pt x="628" y="20"/>
                  </a:cubicBezTo>
                  <a:cubicBezTo>
                    <a:pt x="612" y="7"/>
                    <a:pt x="595" y="1"/>
                    <a:pt x="578" y="1"/>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4" name="Google Shape;2734;p54"/>
            <p:cNvSpPr/>
            <p:nvPr/>
          </p:nvSpPr>
          <p:spPr>
            <a:xfrm>
              <a:off x="-1845022" y="4071037"/>
              <a:ext cx="95871" cy="32114"/>
            </a:xfrm>
            <a:custGeom>
              <a:rect b="b" l="l" r="r" t="t"/>
              <a:pathLst>
                <a:path extrusionOk="0" h="68" w="203">
                  <a:moveTo>
                    <a:pt x="176" y="0"/>
                  </a:moveTo>
                  <a:cubicBezTo>
                    <a:pt x="172" y="0"/>
                    <a:pt x="169" y="1"/>
                    <a:pt x="166" y="4"/>
                  </a:cubicBezTo>
                  <a:cubicBezTo>
                    <a:pt x="142" y="16"/>
                    <a:pt x="119" y="24"/>
                    <a:pt x="91" y="24"/>
                  </a:cubicBezTo>
                  <a:cubicBezTo>
                    <a:pt x="71" y="24"/>
                    <a:pt x="52" y="20"/>
                    <a:pt x="36" y="13"/>
                  </a:cubicBezTo>
                  <a:cubicBezTo>
                    <a:pt x="33" y="11"/>
                    <a:pt x="30" y="11"/>
                    <a:pt x="27" y="11"/>
                  </a:cubicBezTo>
                  <a:cubicBezTo>
                    <a:pt x="19" y="11"/>
                    <a:pt x="12" y="16"/>
                    <a:pt x="8" y="24"/>
                  </a:cubicBezTo>
                  <a:cubicBezTo>
                    <a:pt x="0" y="36"/>
                    <a:pt x="8" y="48"/>
                    <a:pt x="17" y="51"/>
                  </a:cubicBezTo>
                  <a:cubicBezTo>
                    <a:pt x="40" y="64"/>
                    <a:pt x="68" y="68"/>
                    <a:pt x="91" y="68"/>
                  </a:cubicBezTo>
                  <a:cubicBezTo>
                    <a:pt x="126" y="68"/>
                    <a:pt x="158" y="60"/>
                    <a:pt x="190" y="40"/>
                  </a:cubicBezTo>
                  <a:cubicBezTo>
                    <a:pt x="197" y="36"/>
                    <a:pt x="202" y="20"/>
                    <a:pt x="194" y="13"/>
                  </a:cubicBezTo>
                  <a:cubicBezTo>
                    <a:pt x="191" y="5"/>
                    <a:pt x="183" y="0"/>
                    <a:pt x="17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5" name="Google Shape;2735;p54"/>
            <p:cNvSpPr/>
            <p:nvPr/>
          </p:nvSpPr>
          <p:spPr>
            <a:xfrm>
              <a:off x="-1733094" y="3919910"/>
              <a:ext cx="154905" cy="87370"/>
            </a:xfrm>
            <a:custGeom>
              <a:rect b="b" l="l" r="r" t="t"/>
              <a:pathLst>
                <a:path extrusionOk="0" h="185" w="328">
                  <a:moveTo>
                    <a:pt x="303" y="0"/>
                  </a:moveTo>
                  <a:cubicBezTo>
                    <a:pt x="301" y="0"/>
                    <a:pt x="298" y="1"/>
                    <a:pt x="296" y="1"/>
                  </a:cubicBezTo>
                  <a:cubicBezTo>
                    <a:pt x="197" y="36"/>
                    <a:pt x="98" y="84"/>
                    <a:pt x="12" y="143"/>
                  </a:cubicBezTo>
                  <a:cubicBezTo>
                    <a:pt x="0" y="151"/>
                    <a:pt x="0" y="162"/>
                    <a:pt x="4" y="175"/>
                  </a:cubicBezTo>
                  <a:cubicBezTo>
                    <a:pt x="9" y="182"/>
                    <a:pt x="17" y="184"/>
                    <a:pt x="25" y="184"/>
                  </a:cubicBezTo>
                  <a:cubicBezTo>
                    <a:pt x="29" y="184"/>
                    <a:pt x="33" y="184"/>
                    <a:pt x="36" y="182"/>
                  </a:cubicBezTo>
                  <a:cubicBezTo>
                    <a:pt x="122" y="123"/>
                    <a:pt x="213" y="80"/>
                    <a:pt x="311" y="44"/>
                  </a:cubicBezTo>
                  <a:cubicBezTo>
                    <a:pt x="324" y="40"/>
                    <a:pt x="327" y="29"/>
                    <a:pt x="324" y="17"/>
                  </a:cubicBezTo>
                  <a:cubicBezTo>
                    <a:pt x="321" y="7"/>
                    <a:pt x="312" y="0"/>
                    <a:pt x="30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6" name="Google Shape;2736;p54"/>
            <p:cNvSpPr/>
            <p:nvPr/>
          </p:nvSpPr>
          <p:spPr>
            <a:xfrm>
              <a:off x="-1729788" y="4012475"/>
              <a:ext cx="118067" cy="36837"/>
            </a:xfrm>
            <a:custGeom>
              <a:rect b="b" l="l" r="r" t="t"/>
              <a:pathLst>
                <a:path extrusionOk="0" h="78" w="250">
                  <a:moveTo>
                    <a:pt x="23" y="0"/>
                  </a:moveTo>
                  <a:cubicBezTo>
                    <a:pt x="18" y="0"/>
                    <a:pt x="13" y="2"/>
                    <a:pt x="9" y="6"/>
                  </a:cubicBezTo>
                  <a:cubicBezTo>
                    <a:pt x="1" y="18"/>
                    <a:pt x="1" y="30"/>
                    <a:pt x="13" y="37"/>
                  </a:cubicBezTo>
                  <a:cubicBezTo>
                    <a:pt x="20" y="46"/>
                    <a:pt x="33" y="50"/>
                    <a:pt x="44" y="53"/>
                  </a:cubicBezTo>
                  <a:cubicBezTo>
                    <a:pt x="53" y="57"/>
                    <a:pt x="64" y="57"/>
                    <a:pt x="72" y="57"/>
                  </a:cubicBezTo>
                  <a:cubicBezTo>
                    <a:pt x="124" y="66"/>
                    <a:pt x="175" y="69"/>
                    <a:pt x="226" y="77"/>
                  </a:cubicBezTo>
                  <a:cubicBezTo>
                    <a:pt x="237" y="77"/>
                    <a:pt x="250" y="69"/>
                    <a:pt x="250" y="57"/>
                  </a:cubicBezTo>
                  <a:cubicBezTo>
                    <a:pt x="250" y="46"/>
                    <a:pt x="242" y="33"/>
                    <a:pt x="230" y="33"/>
                  </a:cubicBezTo>
                  <a:cubicBezTo>
                    <a:pt x="179" y="26"/>
                    <a:pt x="127" y="22"/>
                    <a:pt x="76" y="14"/>
                  </a:cubicBezTo>
                  <a:cubicBezTo>
                    <a:pt x="68" y="14"/>
                    <a:pt x="60" y="14"/>
                    <a:pt x="53" y="10"/>
                  </a:cubicBezTo>
                  <a:cubicBezTo>
                    <a:pt x="48" y="10"/>
                    <a:pt x="44" y="6"/>
                    <a:pt x="40" y="6"/>
                  </a:cubicBezTo>
                  <a:cubicBezTo>
                    <a:pt x="35" y="2"/>
                    <a:pt x="29" y="0"/>
                    <a:pt x="2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7" name="Google Shape;2737;p54"/>
            <p:cNvSpPr/>
            <p:nvPr/>
          </p:nvSpPr>
          <p:spPr>
            <a:xfrm>
              <a:off x="-1960256" y="3903853"/>
              <a:ext cx="119484" cy="114289"/>
            </a:xfrm>
            <a:custGeom>
              <a:rect b="b" l="l" r="r" t="t"/>
              <a:pathLst>
                <a:path extrusionOk="0" h="242" w="253">
                  <a:moveTo>
                    <a:pt x="26" y="0"/>
                  </a:moveTo>
                  <a:cubicBezTo>
                    <a:pt x="18" y="0"/>
                    <a:pt x="10" y="7"/>
                    <a:pt x="4" y="16"/>
                  </a:cubicBezTo>
                  <a:cubicBezTo>
                    <a:pt x="0" y="23"/>
                    <a:pt x="8" y="39"/>
                    <a:pt x="15" y="43"/>
                  </a:cubicBezTo>
                  <a:cubicBezTo>
                    <a:pt x="103" y="78"/>
                    <a:pt x="170" y="145"/>
                    <a:pt x="209" y="228"/>
                  </a:cubicBezTo>
                  <a:cubicBezTo>
                    <a:pt x="212" y="237"/>
                    <a:pt x="219" y="241"/>
                    <a:pt x="228" y="241"/>
                  </a:cubicBezTo>
                  <a:cubicBezTo>
                    <a:pt x="231" y="241"/>
                    <a:pt x="234" y="241"/>
                    <a:pt x="237" y="240"/>
                  </a:cubicBezTo>
                  <a:cubicBezTo>
                    <a:pt x="248" y="236"/>
                    <a:pt x="252" y="220"/>
                    <a:pt x="248" y="212"/>
                  </a:cubicBezTo>
                  <a:cubicBezTo>
                    <a:pt x="205" y="118"/>
                    <a:pt x="130" y="43"/>
                    <a:pt x="35" y="3"/>
                  </a:cubicBezTo>
                  <a:cubicBezTo>
                    <a:pt x="32" y="1"/>
                    <a:pt x="29" y="0"/>
                    <a:pt x="2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8" name="Google Shape;2738;p54"/>
            <p:cNvSpPr/>
            <p:nvPr/>
          </p:nvSpPr>
          <p:spPr>
            <a:xfrm>
              <a:off x="-1956950" y="4029005"/>
              <a:ext cx="110511" cy="27864"/>
            </a:xfrm>
            <a:custGeom>
              <a:rect b="b" l="l" r="r" t="t"/>
              <a:pathLst>
                <a:path extrusionOk="0" h="59" w="234">
                  <a:moveTo>
                    <a:pt x="209" y="1"/>
                  </a:moveTo>
                  <a:cubicBezTo>
                    <a:pt x="203" y="1"/>
                    <a:pt x="198" y="3"/>
                    <a:pt x="194" y="7"/>
                  </a:cubicBezTo>
                  <a:cubicBezTo>
                    <a:pt x="190" y="11"/>
                    <a:pt x="190" y="11"/>
                    <a:pt x="183" y="11"/>
                  </a:cubicBezTo>
                  <a:cubicBezTo>
                    <a:pt x="179" y="15"/>
                    <a:pt x="170" y="15"/>
                    <a:pt x="163" y="15"/>
                  </a:cubicBezTo>
                  <a:lnTo>
                    <a:pt x="135" y="15"/>
                  </a:lnTo>
                  <a:cubicBezTo>
                    <a:pt x="99" y="15"/>
                    <a:pt x="64" y="15"/>
                    <a:pt x="25" y="7"/>
                  </a:cubicBezTo>
                  <a:cubicBezTo>
                    <a:pt x="13" y="7"/>
                    <a:pt x="5" y="15"/>
                    <a:pt x="1" y="26"/>
                  </a:cubicBezTo>
                  <a:cubicBezTo>
                    <a:pt x="1" y="38"/>
                    <a:pt x="8" y="50"/>
                    <a:pt x="21" y="50"/>
                  </a:cubicBezTo>
                  <a:cubicBezTo>
                    <a:pt x="60" y="58"/>
                    <a:pt x="96" y="58"/>
                    <a:pt x="135" y="58"/>
                  </a:cubicBezTo>
                  <a:lnTo>
                    <a:pt x="166" y="58"/>
                  </a:lnTo>
                  <a:cubicBezTo>
                    <a:pt x="174" y="58"/>
                    <a:pt x="183" y="58"/>
                    <a:pt x="194" y="54"/>
                  </a:cubicBezTo>
                  <a:cubicBezTo>
                    <a:pt x="202" y="54"/>
                    <a:pt x="214" y="46"/>
                    <a:pt x="221" y="38"/>
                  </a:cubicBezTo>
                  <a:cubicBezTo>
                    <a:pt x="234" y="31"/>
                    <a:pt x="234" y="18"/>
                    <a:pt x="226" y="7"/>
                  </a:cubicBezTo>
                  <a:cubicBezTo>
                    <a:pt x="220" y="3"/>
                    <a:pt x="214" y="1"/>
                    <a:pt x="20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39" name="Google Shape;2739;p54"/>
          <p:cNvGrpSpPr/>
          <p:nvPr/>
        </p:nvGrpSpPr>
        <p:grpSpPr>
          <a:xfrm rot="-1346296">
            <a:off x="863420" y="4836947"/>
            <a:ext cx="985753" cy="1125936"/>
            <a:chOff x="3037659" y="360548"/>
            <a:chExt cx="817224" cy="933441"/>
          </a:xfrm>
        </p:grpSpPr>
        <p:sp>
          <p:nvSpPr>
            <p:cNvPr id="2740" name="Google Shape;2740;p54"/>
            <p:cNvSpPr/>
            <p:nvPr/>
          </p:nvSpPr>
          <p:spPr>
            <a:xfrm>
              <a:off x="3043469" y="553046"/>
              <a:ext cx="811414" cy="731260"/>
            </a:xfrm>
            <a:custGeom>
              <a:rect b="b" l="l" r="r" t="t"/>
              <a:pathLst>
                <a:path extrusionOk="0" h="1888" w="2095">
                  <a:moveTo>
                    <a:pt x="1447" y="0"/>
                  </a:moveTo>
                  <a:cubicBezTo>
                    <a:pt x="1365" y="0"/>
                    <a:pt x="1283" y="25"/>
                    <a:pt x="1203" y="58"/>
                  </a:cubicBezTo>
                  <a:cubicBezTo>
                    <a:pt x="1183" y="67"/>
                    <a:pt x="1050" y="165"/>
                    <a:pt x="970" y="232"/>
                  </a:cubicBezTo>
                  <a:cubicBezTo>
                    <a:pt x="942" y="255"/>
                    <a:pt x="909" y="267"/>
                    <a:pt x="876" y="267"/>
                  </a:cubicBezTo>
                  <a:cubicBezTo>
                    <a:pt x="857" y="267"/>
                    <a:pt x="839" y="263"/>
                    <a:pt x="821" y="256"/>
                  </a:cubicBezTo>
                  <a:cubicBezTo>
                    <a:pt x="729" y="219"/>
                    <a:pt x="632" y="190"/>
                    <a:pt x="534" y="190"/>
                  </a:cubicBezTo>
                  <a:cubicBezTo>
                    <a:pt x="518" y="190"/>
                    <a:pt x="502" y="191"/>
                    <a:pt x="486" y="193"/>
                  </a:cubicBezTo>
                  <a:cubicBezTo>
                    <a:pt x="269" y="213"/>
                    <a:pt x="95" y="398"/>
                    <a:pt x="36" y="602"/>
                  </a:cubicBezTo>
                  <a:cubicBezTo>
                    <a:pt x="9" y="689"/>
                    <a:pt x="0" y="780"/>
                    <a:pt x="4" y="871"/>
                  </a:cubicBezTo>
                  <a:cubicBezTo>
                    <a:pt x="13" y="997"/>
                    <a:pt x="40" y="1119"/>
                    <a:pt x="83" y="1237"/>
                  </a:cubicBezTo>
                  <a:cubicBezTo>
                    <a:pt x="118" y="1332"/>
                    <a:pt x="158" y="1423"/>
                    <a:pt x="217" y="1506"/>
                  </a:cubicBezTo>
                  <a:cubicBezTo>
                    <a:pt x="355" y="1695"/>
                    <a:pt x="577" y="1818"/>
                    <a:pt x="808" y="1865"/>
                  </a:cubicBezTo>
                  <a:cubicBezTo>
                    <a:pt x="885" y="1880"/>
                    <a:pt x="964" y="1888"/>
                    <a:pt x="1043" y="1888"/>
                  </a:cubicBezTo>
                  <a:cubicBezTo>
                    <a:pt x="1356" y="1888"/>
                    <a:pt x="1674" y="1767"/>
                    <a:pt x="1865" y="1510"/>
                  </a:cubicBezTo>
                  <a:cubicBezTo>
                    <a:pt x="2094" y="1199"/>
                    <a:pt x="2094" y="689"/>
                    <a:pt x="1913" y="351"/>
                  </a:cubicBezTo>
                  <a:cubicBezTo>
                    <a:pt x="1846" y="216"/>
                    <a:pt x="1743" y="94"/>
                    <a:pt x="1605" y="35"/>
                  </a:cubicBezTo>
                  <a:cubicBezTo>
                    <a:pt x="1553" y="10"/>
                    <a:pt x="1500" y="0"/>
                    <a:pt x="1447" y="0"/>
                  </a:cubicBezTo>
                  <a:close/>
                </a:path>
              </a:pathLst>
            </a:cu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1" name="Google Shape;2741;p54"/>
            <p:cNvSpPr/>
            <p:nvPr/>
          </p:nvSpPr>
          <p:spPr>
            <a:xfrm>
              <a:off x="3037659" y="544912"/>
              <a:ext cx="806767" cy="749077"/>
            </a:xfrm>
            <a:custGeom>
              <a:rect b="b" l="l" r="r" t="t"/>
              <a:pathLst>
                <a:path extrusionOk="0" h="1934" w="2083">
                  <a:moveTo>
                    <a:pt x="1462" y="44"/>
                  </a:moveTo>
                  <a:cubicBezTo>
                    <a:pt x="1514" y="44"/>
                    <a:pt x="1562" y="52"/>
                    <a:pt x="1613" y="75"/>
                  </a:cubicBezTo>
                  <a:cubicBezTo>
                    <a:pt x="1742" y="135"/>
                    <a:pt x="1841" y="253"/>
                    <a:pt x="1908" y="383"/>
                  </a:cubicBezTo>
                  <a:cubicBezTo>
                    <a:pt x="1991" y="537"/>
                    <a:pt x="2038" y="730"/>
                    <a:pt x="2035" y="923"/>
                  </a:cubicBezTo>
                  <a:cubicBezTo>
                    <a:pt x="2038" y="1140"/>
                    <a:pt x="1979" y="1357"/>
                    <a:pt x="1861" y="1519"/>
                  </a:cubicBezTo>
                  <a:cubicBezTo>
                    <a:pt x="1770" y="1645"/>
                    <a:pt x="1644" y="1735"/>
                    <a:pt x="1506" y="1799"/>
                  </a:cubicBezTo>
                  <a:cubicBezTo>
                    <a:pt x="1368" y="1858"/>
                    <a:pt x="1214" y="1890"/>
                    <a:pt x="1060" y="1890"/>
                  </a:cubicBezTo>
                  <a:cubicBezTo>
                    <a:pt x="981" y="1890"/>
                    <a:pt x="903" y="1882"/>
                    <a:pt x="828" y="1866"/>
                  </a:cubicBezTo>
                  <a:cubicBezTo>
                    <a:pt x="599" y="1819"/>
                    <a:pt x="382" y="1700"/>
                    <a:pt x="248" y="1511"/>
                  </a:cubicBezTo>
                  <a:cubicBezTo>
                    <a:pt x="193" y="1433"/>
                    <a:pt x="153" y="1342"/>
                    <a:pt x="118" y="1251"/>
                  </a:cubicBezTo>
                  <a:cubicBezTo>
                    <a:pt x="79" y="1136"/>
                    <a:pt x="47" y="1014"/>
                    <a:pt x="43" y="892"/>
                  </a:cubicBezTo>
                  <a:lnTo>
                    <a:pt x="43" y="849"/>
                  </a:lnTo>
                  <a:cubicBezTo>
                    <a:pt x="43" y="774"/>
                    <a:pt x="51" y="703"/>
                    <a:pt x="71" y="632"/>
                  </a:cubicBezTo>
                  <a:cubicBezTo>
                    <a:pt x="102" y="529"/>
                    <a:pt x="157" y="439"/>
                    <a:pt x="232" y="363"/>
                  </a:cubicBezTo>
                  <a:cubicBezTo>
                    <a:pt x="308" y="292"/>
                    <a:pt x="398" y="245"/>
                    <a:pt x="501" y="234"/>
                  </a:cubicBezTo>
                  <a:lnTo>
                    <a:pt x="548" y="234"/>
                  </a:lnTo>
                  <a:cubicBezTo>
                    <a:pt x="643" y="234"/>
                    <a:pt x="737" y="261"/>
                    <a:pt x="828" y="297"/>
                  </a:cubicBezTo>
                  <a:cubicBezTo>
                    <a:pt x="847" y="304"/>
                    <a:pt x="867" y="308"/>
                    <a:pt x="891" y="308"/>
                  </a:cubicBezTo>
                  <a:cubicBezTo>
                    <a:pt x="930" y="308"/>
                    <a:pt x="965" y="297"/>
                    <a:pt x="998" y="269"/>
                  </a:cubicBezTo>
                  <a:cubicBezTo>
                    <a:pt x="1036" y="237"/>
                    <a:pt x="1092" y="194"/>
                    <a:pt x="1136" y="163"/>
                  </a:cubicBezTo>
                  <a:cubicBezTo>
                    <a:pt x="1159" y="143"/>
                    <a:pt x="1178" y="131"/>
                    <a:pt x="1194" y="119"/>
                  </a:cubicBezTo>
                  <a:cubicBezTo>
                    <a:pt x="1202" y="111"/>
                    <a:pt x="1210" y="108"/>
                    <a:pt x="1218" y="103"/>
                  </a:cubicBezTo>
                  <a:lnTo>
                    <a:pt x="1222" y="99"/>
                  </a:lnTo>
                  <a:lnTo>
                    <a:pt x="1226" y="99"/>
                  </a:lnTo>
                  <a:cubicBezTo>
                    <a:pt x="1305" y="68"/>
                    <a:pt x="1384" y="44"/>
                    <a:pt x="1462" y="44"/>
                  </a:cubicBezTo>
                  <a:close/>
                  <a:moveTo>
                    <a:pt x="1462" y="1"/>
                  </a:moveTo>
                  <a:cubicBezTo>
                    <a:pt x="1376" y="1"/>
                    <a:pt x="1289" y="24"/>
                    <a:pt x="1210" y="60"/>
                  </a:cubicBezTo>
                  <a:cubicBezTo>
                    <a:pt x="1207" y="60"/>
                    <a:pt x="1207" y="60"/>
                    <a:pt x="1202" y="64"/>
                  </a:cubicBezTo>
                  <a:cubicBezTo>
                    <a:pt x="1194" y="68"/>
                    <a:pt x="1178" y="75"/>
                    <a:pt x="1163" y="88"/>
                  </a:cubicBezTo>
                  <a:cubicBezTo>
                    <a:pt x="1107" y="127"/>
                    <a:pt x="1025" y="186"/>
                    <a:pt x="970" y="237"/>
                  </a:cubicBezTo>
                  <a:cubicBezTo>
                    <a:pt x="946" y="257"/>
                    <a:pt x="918" y="265"/>
                    <a:pt x="891" y="265"/>
                  </a:cubicBezTo>
                  <a:cubicBezTo>
                    <a:pt x="875" y="265"/>
                    <a:pt x="859" y="265"/>
                    <a:pt x="843" y="257"/>
                  </a:cubicBezTo>
                  <a:cubicBezTo>
                    <a:pt x="749" y="217"/>
                    <a:pt x="650" y="190"/>
                    <a:pt x="548" y="190"/>
                  </a:cubicBezTo>
                  <a:lnTo>
                    <a:pt x="497" y="190"/>
                  </a:lnTo>
                  <a:cubicBezTo>
                    <a:pt x="386" y="202"/>
                    <a:pt x="284" y="257"/>
                    <a:pt x="201" y="332"/>
                  </a:cubicBezTo>
                  <a:cubicBezTo>
                    <a:pt x="122" y="410"/>
                    <a:pt x="59" y="510"/>
                    <a:pt x="31" y="620"/>
                  </a:cubicBezTo>
                  <a:cubicBezTo>
                    <a:pt x="8" y="694"/>
                    <a:pt x="0" y="770"/>
                    <a:pt x="0" y="849"/>
                  </a:cubicBezTo>
                  <a:lnTo>
                    <a:pt x="0" y="892"/>
                  </a:lnTo>
                  <a:cubicBezTo>
                    <a:pt x="4" y="1018"/>
                    <a:pt x="35" y="1144"/>
                    <a:pt x="79" y="1267"/>
                  </a:cubicBezTo>
                  <a:cubicBezTo>
                    <a:pt x="110" y="1362"/>
                    <a:pt x="153" y="1451"/>
                    <a:pt x="213" y="1539"/>
                  </a:cubicBezTo>
                  <a:cubicBezTo>
                    <a:pt x="355" y="1735"/>
                    <a:pt x="583" y="1862"/>
                    <a:pt x="820" y="1909"/>
                  </a:cubicBezTo>
                  <a:cubicBezTo>
                    <a:pt x="899" y="1925"/>
                    <a:pt x="978" y="1933"/>
                    <a:pt x="1060" y="1933"/>
                  </a:cubicBezTo>
                  <a:cubicBezTo>
                    <a:pt x="1218" y="1933"/>
                    <a:pt x="1380" y="1901"/>
                    <a:pt x="1526" y="1839"/>
                  </a:cubicBezTo>
                  <a:cubicBezTo>
                    <a:pt x="1668" y="1775"/>
                    <a:pt x="1798" y="1677"/>
                    <a:pt x="1897" y="1542"/>
                  </a:cubicBezTo>
                  <a:cubicBezTo>
                    <a:pt x="2022" y="1373"/>
                    <a:pt x="2082" y="1149"/>
                    <a:pt x="2082" y="923"/>
                  </a:cubicBezTo>
                  <a:cubicBezTo>
                    <a:pt x="2082" y="723"/>
                    <a:pt x="2035" y="525"/>
                    <a:pt x="1948" y="359"/>
                  </a:cubicBezTo>
                  <a:cubicBezTo>
                    <a:pt x="1877" y="226"/>
                    <a:pt x="1774" y="99"/>
                    <a:pt x="1628" y="37"/>
                  </a:cubicBezTo>
                  <a:cubicBezTo>
                    <a:pt x="1573" y="8"/>
                    <a:pt x="1518" y="1"/>
                    <a:pt x="146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2" name="Google Shape;2742;p54"/>
            <p:cNvSpPr/>
            <p:nvPr/>
          </p:nvSpPr>
          <p:spPr>
            <a:xfrm>
              <a:off x="3353317" y="360548"/>
              <a:ext cx="122390" cy="323800"/>
            </a:xfrm>
            <a:custGeom>
              <a:rect b="b" l="l" r="r" t="t"/>
              <a:pathLst>
                <a:path extrusionOk="0" h="836" w="316">
                  <a:moveTo>
                    <a:pt x="246" y="0"/>
                  </a:moveTo>
                  <a:cubicBezTo>
                    <a:pt x="226" y="0"/>
                    <a:pt x="207" y="8"/>
                    <a:pt x="194" y="23"/>
                  </a:cubicBezTo>
                  <a:cubicBezTo>
                    <a:pt x="68" y="165"/>
                    <a:pt x="1" y="351"/>
                    <a:pt x="1" y="540"/>
                  </a:cubicBezTo>
                  <a:cubicBezTo>
                    <a:pt x="1" y="626"/>
                    <a:pt x="17" y="710"/>
                    <a:pt x="44" y="792"/>
                  </a:cubicBezTo>
                  <a:cubicBezTo>
                    <a:pt x="53" y="820"/>
                    <a:pt x="79" y="836"/>
                    <a:pt x="105" y="836"/>
                  </a:cubicBezTo>
                  <a:cubicBezTo>
                    <a:pt x="112" y="836"/>
                    <a:pt x="120" y="834"/>
                    <a:pt x="127" y="832"/>
                  </a:cubicBezTo>
                  <a:cubicBezTo>
                    <a:pt x="163" y="820"/>
                    <a:pt x="179" y="784"/>
                    <a:pt x="166" y="749"/>
                  </a:cubicBezTo>
                  <a:cubicBezTo>
                    <a:pt x="143" y="682"/>
                    <a:pt x="131" y="611"/>
                    <a:pt x="131" y="540"/>
                  </a:cubicBezTo>
                  <a:cubicBezTo>
                    <a:pt x="131" y="382"/>
                    <a:pt x="190" y="224"/>
                    <a:pt x="292" y="110"/>
                  </a:cubicBezTo>
                  <a:cubicBezTo>
                    <a:pt x="316" y="82"/>
                    <a:pt x="312" y="39"/>
                    <a:pt x="288" y="16"/>
                  </a:cubicBezTo>
                  <a:cubicBezTo>
                    <a:pt x="276" y="5"/>
                    <a:pt x="261" y="0"/>
                    <a:pt x="246"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3" name="Google Shape;2743;p54"/>
            <p:cNvSpPr/>
            <p:nvPr/>
          </p:nvSpPr>
          <p:spPr>
            <a:xfrm>
              <a:off x="3736754" y="768782"/>
              <a:ext cx="44928" cy="269187"/>
            </a:xfrm>
            <a:custGeom>
              <a:rect b="b" l="l" r="r" t="t"/>
              <a:pathLst>
                <a:path extrusionOk="0" h="695" w="116">
                  <a:moveTo>
                    <a:pt x="34" y="1"/>
                  </a:moveTo>
                  <a:cubicBezTo>
                    <a:pt x="31" y="1"/>
                    <a:pt x="27" y="2"/>
                    <a:pt x="24" y="3"/>
                  </a:cubicBezTo>
                  <a:cubicBezTo>
                    <a:pt x="17" y="7"/>
                    <a:pt x="8" y="18"/>
                    <a:pt x="12" y="30"/>
                  </a:cubicBezTo>
                  <a:cubicBezTo>
                    <a:pt x="52" y="129"/>
                    <a:pt x="72" y="231"/>
                    <a:pt x="72" y="338"/>
                  </a:cubicBezTo>
                  <a:cubicBezTo>
                    <a:pt x="72" y="448"/>
                    <a:pt x="48" y="562"/>
                    <a:pt x="4" y="665"/>
                  </a:cubicBezTo>
                  <a:cubicBezTo>
                    <a:pt x="1" y="677"/>
                    <a:pt x="8" y="689"/>
                    <a:pt x="17" y="693"/>
                  </a:cubicBezTo>
                  <a:cubicBezTo>
                    <a:pt x="20" y="694"/>
                    <a:pt x="22" y="694"/>
                    <a:pt x="25" y="694"/>
                  </a:cubicBezTo>
                  <a:cubicBezTo>
                    <a:pt x="34" y="694"/>
                    <a:pt x="42" y="690"/>
                    <a:pt x="48" y="680"/>
                  </a:cubicBezTo>
                  <a:cubicBezTo>
                    <a:pt x="92" y="571"/>
                    <a:pt x="115" y="456"/>
                    <a:pt x="115" y="338"/>
                  </a:cubicBezTo>
                  <a:cubicBezTo>
                    <a:pt x="115" y="227"/>
                    <a:pt x="95" y="116"/>
                    <a:pt x="56" y="14"/>
                  </a:cubicBezTo>
                  <a:cubicBezTo>
                    <a:pt x="53" y="6"/>
                    <a:pt x="43" y="1"/>
                    <a:pt x="3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4" name="Google Shape;2744;p54"/>
            <p:cNvSpPr/>
            <p:nvPr/>
          </p:nvSpPr>
          <p:spPr>
            <a:xfrm>
              <a:off x="3657355" y="1100715"/>
              <a:ext cx="53836" cy="55387"/>
            </a:xfrm>
            <a:custGeom>
              <a:rect b="b" l="l" r="r" t="t"/>
              <a:pathLst>
                <a:path extrusionOk="0" h="143" w="139">
                  <a:moveTo>
                    <a:pt x="116" y="0"/>
                  </a:moveTo>
                  <a:cubicBezTo>
                    <a:pt x="107" y="0"/>
                    <a:pt x="98" y="7"/>
                    <a:pt x="95" y="16"/>
                  </a:cubicBezTo>
                  <a:cubicBezTo>
                    <a:pt x="84" y="52"/>
                    <a:pt x="56" y="87"/>
                    <a:pt x="20" y="100"/>
                  </a:cubicBezTo>
                  <a:cubicBezTo>
                    <a:pt x="9" y="104"/>
                    <a:pt x="0" y="116"/>
                    <a:pt x="4" y="127"/>
                  </a:cubicBezTo>
                  <a:cubicBezTo>
                    <a:pt x="10" y="136"/>
                    <a:pt x="18" y="143"/>
                    <a:pt x="26" y="143"/>
                  </a:cubicBezTo>
                  <a:cubicBezTo>
                    <a:pt x="30" y="143"/>
                    <a:pt x="33" y="142"/>
                    <a:pt x="36" y="139"/>
                  </a:cubicBezTo>
                  <a:cubicBezTo>
                    <a:pt x="84" y="123"/>
                    <a:pt x="122" y="80"/>
                    <a:pt x="138" y="29"/>
                  </a:cubicBezTo>
                  <a:cubicBezTo>
                    <a:pt x="138" y="16"/>
                    <a:pt x="135" y="5"/>
                    <a:pt x="122" y="1"/>
                  </a:cubicBezTo>
                  <a:cubicBezTo>
                    <a:pt x="120" y="1"/>
                    <a:pt x="118" y="0"/>
                    <a:pt x="116" y="0"/>
                  </a:cubicBezTo>
                  <a:close/>
                </a:path>
              </a:pathLst>
            </a:custGeom>
            <a:solidFill>
              <a:srgbClr val="000000"/>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45" name="Google Shape;2745;p54"/>
          <p:cNvGrpSpPr/>
          <p:nvPr/>
        </p:nvGrpSpPr>
        <p:grpSpPr>
          <a:xfrm rot="-1624828">
            <a:off x="657949" y="1469540"/>
            <a:ext cx="2448609" cy="2125352"/>
            <a:chOff x="1322124" y="4079650"/>
            <a:chExt cx="3420400" cy="2968851"/>
          </a:xfrm>
        </p:grpSpPr>
        <p:sp>
          <p:nvSpPr>
            <p:cNvPr id="2746" name="Google Shape;2746;p54"/>
            <p:cNvSpPr/>
            <p:nvPr/>
          </p:nvSpPr>
          <p:spPr>
            <a:xfrm>
              <a:off x="1322124" y="4377475"/>
              <a:ext cx="3420400" cy="2671026"/>
            </a:xfrm>
            <a:custGeom>
              <a:rect b="b" l="l" r="r" t="t"/>
              <a:pathLst>
                <a:path extrusionOk="0" h="2556" w="3273">
                  <a:moveTo>
                    <a:pt x="228" y="0"/>
                  </a:moveTo>
                  <a:cubicBezTo>
                    <a:pt x="244" y="548"/>
                    <a:pt x="157" y="1345"/>
                    <a:pt x="0" y="2331"/>
                  </a:cubicBezTo>
                  <a:lnTo>
                    <a:pt x="3040" y="2555"/>
                  </a:lnTo>
                  <a:cubicBezTo>
                    <a:pt x="3186" y="1767"/>
                    <a:pt x="3273" y="998"/>
                    <a:pt x="3269" y="257"/>
                  </a:cubicBezTo>
                  <a:lnTo>
                    <a:pt x="3143" y="249"/>
                  </a:lnTo>
                  <a:lnTo>
                    <a:pt x="3143" y="249"/>
                  </a:lnTo>
                  <a:cubicBezTo>
                    <a:pt x="3154" y="320"/>
                    <a:pt x="3115" y="402"/>
                    <a:pt x="3020" y="402"/>
                  </a:cubicBezTo>
                  <a:cubicBezTo>
                    <a:pt x="2918" y="402"/>
                    <a:pt x="2878" y="304"/>
                    <a:pt x="2902" y="229"/>
                  </a:cubicBezTo>
                  <a:lnTo>
                    <a:pt x="2674" y="209"/>
                  </a:lnTo>
                  <a:lnTo>
                    <a:pt x="2674" y="209"/>
                  </a:lnTo>
                  <a:cubicBezTo>
                    <a:pt x="2677" y="213"/>
                    <a:pt x="2677" y="222"/>
                    <a:pt x="2677" y="229"/>
                  </a:cubicBezTo>
                  <a:lnTo>
                    <a:pt x="2677" y="237"/>
                  </a:lnTo>
                  <a:cubicBezTo>
                    <a:pt x="2677" y="261"/>
                    <a:pt x="2670" y="280"/>
                    <a:pt x="2657" y="300"/>
                  </a:cubicBezTo>
                  <a:cubicBezTo>
                    <a:pt x="2654" y="312"/>
                    <a:pt x="2646" y="320"/>
                    <a:pt x="2638" y="328"/>
                  </a:cubicBezTo>
                  <a:cubicBezTo>
                    <a:pt x="2622" y="344"/>
                    <a:pt x="2603" y="355"/>
                    <a:pt x="2583" y="364"/>
                  </a:cubicBezTo>
                  <a:lnTo>
                    <a:pt x="2547" y="367"/>
                  </a:lnTo>
                  <a:cubicBezTo>
                    <a:pt x="2528" y="367"/>
                    <a:pt x="2512" y="364"/>
                    <a:pt x="2496" y="355"/>
                  </a:cubicBezTo>
                  <a:cubicBezTo>
                    <a:pt x="2480" y="351"/>
                    <a:pt x="2468" y="340"/>
                    <a:pt x="2457" y="328"/>
                  </a:cubicBezTo>
                  <a:cubicBezTo>
                    <a:pt x="2441" y="316"/>
                    <a:pt x="2433" y="304"/>
                    <a:pt x="2428" y="288"/>
                  </a:cubicBezTo>
                  <a:cubicBezTo>
                    <a:pt x="2421" y="273"/>
                    <a:pt x="2417" y="253"/>
                    <a:pt x="2417" y="237"/>
                  </a:cubicBezTo>
                  <a:lnTo>
                    <a:pt x="2417" y="229"/>
                  </a:lnTo>
                  <a:cubicBezTo>
                    <a:pt x="2417" y="213"/>
                    <a:pt x="2421" y="202"/>
                    <a:pt x="2425" y="186"/>
                  </a:cubicBezTo>
                  <a:lnTo>
                    <a:pt x="2208" y="170"/>
                  </a:lnTo>
                  <a:lnTo>
                    <a:pt x="2208" y="170"/>
                  </a:lnTo>
                  <a:cubicBezTo>
                    <a:pt x="2228" y="245"/>
                    <a:pt x="2188" y="335"/>
                    <a:pt x="2090" y="335"/>
                  </a:cubicBezTo>
                  <a:cubicBezTo>
                    <a:pt x="1979" y="335"/>
                    <a:pt x="1940" y="225"/>
                    <a:pt x="1975" y="151"/>
                  </a:cubicBezTo>
                  <a:lnTo>
                    <a:pt x="1660" y="122"/>
                  </a:lnTo>
                  <a:lnTo>
                    <a:pt x="1660" y="122"/>
                  </a:lnTo>
                  <a:cubicBezTo>
                    <a:pt x="1684" y="198"/>
                    <a:pt x="1644" y="293"/>
                    <a:pt x="1542" y="293"/>
                  </a:cubicBezTo>
                  <a:cubicBezTo>
                    <a:pt x="1431" y="293"/>
                    <a:pt x="1396" y="182"/>
                    <a:pt x="1431" y="103"/>
                  </a:cubicBezTo>
                  <a:lnTo>
                    <a:pt x="1171" y="84"/>
                  </a:lnTo>
                  <a:lnTo>
                    <a:pt x="1171" y="84"/>
                  </a:lnTo>
                  <a:cubicBezTo>
                    <a:pt x="1183" y="155"/>
                    <a:pt x="1140" y="237"/>
                    <a:pt x="1049" y="237"/>
                  </a:cubicBezTo>
                  <a:cubicBezTo>
                    <a:pt x="946" y="237"/>
                    <a:pt x="907" y="138"/>
                    <a:pt x="930" y="60"/>
                  </a:cubicBezTo>
                  <a:lnTo>
                    <a:pt x="678" y="40"/>
                  </a:lnTo>
                  <a:cubicBezTo>
                    <a:pt x="678" y="107"/>
                    <a:pt x="635" y="170"/>
                    <a:pt x="552" y="170"/>
                  </a:cubicBezTo>
                  <a:cubicBezTo>
                    <a:pt x="461" y="170"/>
                    <a:pt x="417" y="91"/>
                    <a:pt x="430" y="20"/>
                  </a:cubicBezTo>
                  <a:lnTo>
                    <a:pt x="228" y="0"/>
                  </a:lnTo>
                  <a:close/>
                </a:path>
              </a:pathLst>
            </a:custGeom>
            <a:solidFill>
              <a:schemeClr val="accent5"/>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7" name="Google Shape;2747;p54"/>
            <p:cNvSpPr/>
            <p:nvPr/>
          </p:nvSpPr>
          <p:spPr>
            <a:xfrm>
              <a:off x="3019260" y="4421365"/>
              <a:ext cx="391888" cy="506826"/>
            </a:xfrm>
            <a:custGeom>
              <a:rect b="b" l="l" r="r" t="t"/>
              <a:pathLst>
                <a:path extrusionOk="0" h="485" w="375">
                  <a:moveTo>
                    <a:pt x="26" y="0"/>
                  </a:moveTo>
                  <a:cubicBezTo>
                    <a:pt x="21" y="0"/>
                    <a:pt x="16" y="2"/>
                    <a:pt x="12" y="6"/>
                  </a:cubicBezTo>
                  <a:cubicBezTo>
                    <a:pt x="0" y="9"/>
                    <a:pt x="0" y="25"/>
                    <a:pt x="9" y="33"/>
                  </a:cubicBezTo>
                  <a:lnTo>
                    <a:pt x="331" y="475"/>
                  </a:lnTo>
                  <a:cubicBezTo>
                    <a:pt x="336" y="482"/>
                    <a:pt x="341" y="485"/>
                    <a:pt x="347" y="485"/>
                  </a:cubicBezTo>
                  <a:cubicBezTo>
                    <a:pt x="352" y="485"/>
                    <a:pt x="358" y="483"/>
                    <a:pt x="363" y="479"/>
                  </a:cubicBezTo>
                  <a:cubicBezTo>
                    <a:pt x="371" y="475"/>
                    <a:pt x="375" y="459"/>
                    <a:pt x="367" y="451"/>
                  </a:cubicBezTo>
                  <a:lnTo>
                    <a:pt x="40" y="9"/>
                  </a:lnTo>
                  <a:cubicBezTo>
                    <a:pt x="38" y="3"/>
                    <a:pt x="32" y="0"/>
                    <a:pt x="2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8" name="Google Shape;2748;p54"/>
            <p:cNvSpPr/>
            <p:nvPr/>
          </p:nvSpPr>
          <p:spPr>
            <a:xfrm>
              <a:off x="2779947" y="4154890"/>
              <a:ext cx="755560" cy="640587"/>
            </a:xfrm>
            <a:custGeom>
              <a:rect b="b" l="l" r="r" t="t"/>
              <a:pathLst>
                <a:path extrusionOk="0" h="613" w="723">
                  <a:moveTo>
                    <a:pt x="311" y="0"/>
                  </a:moveTo>
                  <a:cubicBezTo>
                    <a:pt x="154" y="0"/>
                    <a:pt x="19" y="127"/>
                    <a:pt x="9" y="300"/>
                  </a:cubicBezTo>
                  <a:cubicBezTo>
                    <a:pt x="1" y="422"/>
                    <a:pt x="87" y="561"/>
                    <a:pt x="210" y="596"/>
                  </a:cubicBezTo>
                  <a:cubicBezTo>
                    <a:pt x="249" y="606"/>
                    <a:pt x="286" y="612"/>
                    <a:pt x="323" y="612"/>
                  </a:cubicBezTo>
                  <a:cubicBezTo>
                    <a:pt x="384" y="612"/>
                    <a:pt x="442" y="596"/>
                    <a:pt x="494" y="557"/>
                  </a:cubicBezTo>
                  <a:cubicBezTo>
                    <a:pt x="722" y="387"/>
                    <a:pt x="596" y="87"/>
                    <a:pt x="418" y="20"/>
                  </a:cubicBezTo>
                  <a:cubicBezTo>
                    <a:pt x="382" y="6"/>
                    <a:pt x="346" y="0"/>
                    <a:pt x="311" y="0"/>
                  </a:cubicBezTo>
                  <a:close/>
                </a:path>
              </a:pathLst>
            </a:cu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9" name="Google Shape;2749;p54"/>
            <p:cNvSpPr/>
            <p:nvPr/>
          </p:nvSpPr>
          <p:spPr>
            <a:xfrm>
              <a:off x="2751731" y="4079650"/>
              <a:ext cx="638516" cy="558031"/>
            </a:xfrm>
            <a:custGeom>
              <a:rect b="b" l="l" r="r" t="t"/>
              <a:pathLst>
                <a:path extrusionOk="0" h="534" w="611">
                  <a:moveTo>
                    <a:pt x="247" y="0"/>
                  </a:moveTo>
                  <a:cubicBezTo>
                    <a:pt x="117" y="0"/>
                    <a:pt x="10" y="106"/>
                    <a:pt x="4" y="254"/>
                  </a:cubicBezTo>
                  <a:cubicBezTo>
                    <a:pt x="1" y="360"/>
                    <a:pt x="79" y="483"/>
                    <a:pt x="181" y="518"/>
                  </a:cubicBezTo>
                  <a:cubicBezTo>
                    <a:pt x="214" y="528"/>
                    <a:pt x="246" y="534"/>
                    <a:pt x="277" y="534"/>
                  </a:cubicBezTo>
                  <a:cubicBezTo>
                    <a:pt x="328" y="534"/>
                    <a:pt x="377" y="519"/>
                    <a:pt x="422" y="487"/>
                  </a:cubicBezTo>
                  <a:cubicBezTo>
                    <a:pt x="611" y="345"/>
                    <a:pt x="497" y="81"/>
                    <a:pt x="347" y="21"/>
                  </a:cubicBezTo>
                  <a:cubicBezTo>
                    <a:pt x="313" y="7"/>
                    <a:pt x="279" y="0"/>
                    <a:pt x="247" y="0"/>
                  </a:cubicBezTo>
                  <a:close/>
                </a:path>
              </a:pathLst>
            </a:cu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0" name="Google Shape;2750;p54"/>
            <p:cNvSpPr/>
            <p:nvPr/>
          </p:nvSpPr>
          <p:spPr>
            <a:xfrm>
              <a:off x="1802840" y="5085985"/>
              <a:ext cx="2642894" cy="248711"/>
            </a:xfrm>
            <a:custGeom>
              <a:rect b="b" l="l" r="r" t="t"/>
              <a:pathLst>
                <a:path extrusionOk="0" h="238" w="2529">
                  <a:moveTo>
                    <a:pt x="13" y="1"/>
                  </a:moveTo>
                  <a:cubicBezTo>
                    <a:pt x="9" y="1"/>
                    <a:pt x="5" y="5"/>
                    <a:pt x="1" y="12"/>
                  </a:cubicBezTo>
                  <a:cubicBezTo>
                    <a:pt x="1" y="17"/>
                    <a:pt x="5" y="24"/>
                    <a:pt x="13" y="24"/>
                  </a:cubicBezTo>
                  <a:lnTo>
                    <a:pt x="186" y="41"/>
                  </a:lnTo>
                  <a:cubicBezTo>
                    <a:pt x="190" y="41"/>
                    <a:pt x="199" y="36"/>
                    <a:pt x="199" y="28"/>
                  </a:cubicBezTo>
                  <a:cubicBezTo>
                    <a:pt x="199" y="24"/>
                    <a:pt x="194" y="17"/>
                    <a:pt x="186" y="17"/>
                  </a:cubicBezTo>
                  <a:lnTo>
                    <a:pt x="13" y="1"/>
                  </a:lnTo>
                  <a:close/>
                  <a:moveTo>
                    <a:pt x="360" y="32"/>
                  </a:moveTo>
                  <a:cubicBezTo>
                    <a:pt x="356" y="32"/>
                    <a:pt x="352" y="36"/>
                    <a:pt x="348" y="41"/>
                  </a:cubicBezTo>
                  <a:cubicBezTo>
                    <a:pt x="348" y="48"/>
                    <a:pt x="352" y="52"/>
                    <a:pt x="360" y="52"/>
                  </a:cubicBezTo>
                  <a:lnTo>
                    <a:pt x="534" y="68"/>
                  </a:lnTo>
                  <a:cubicBezTo>
                    <a:pt x="541" y="68"/>
                    <a:pt x="545" y="64"/>
                    <a:pt x="545" y="59"/>
                  </a:cubicBezTo>
                  <a:cubicBezTo>
                    <a:pt x="545" y="52"/>
                    <a:pt x="541" y="48"/>
                    <a:pt x="534" y="48"/>
                  </a:cubicBezTo>
                  <a:lnTo>
                    <a:pt x="360" y="32"/>
                  </a:lnTo>
                  <a:close/>
                  <a:moveTo>
                    <a:pt x="707" y="59"/>
                  </a:moveTo>
                  <a:cubicBezTo>
                    <a:pt x="703" y="59"/>
                    <a:pt x="699" y="64"/>
                    <a:pt x="699" y="72"/>
                  </a:cubicBezTo>
                  <a:cubicBezTo>
                    <a:pt x="696" y="76"/>
                    <a:pt x="703" y="83"/>
                    <a:pt x="707" y="83"/>
                  </a:cubicBezTo>
                  <a:lnTo>
                    <a:pt x="880" y="99"/>
                  </a:lnTo>
                  <a:cubicBezTo>
                    <a:pt x="889" y="99"/>
                    <a:pt x="892" y="95"/>
                    <a:pt x="892" y="88"/>
                  </a:cubicBezTo>
                  <a:cubicBezTo>
                    <a:pt x="892" y="83"/>
                    <a:pt x="889" y="76"/>
                    <a:pt x="885" y="76"/>
                  </a:cubicBezTo>
                  <a:lnTo>
                    <a:pt x="707" y="59"/>
                  </a:lnTo>
                  <a:close/>
                  <a:moveTo>
                    <a:pt x="1058" y="92"/>
                  </a:moveTo>
                  <a:cubicBezTo>
                    <a:pt x="1050" y="92"/>
                    <a:pt x="1046" y="95"/>
                    <a:pt x="1046" y="99"/>
                  </a:cubicBezTo>
                  <a:cubicBezTo>
                    <a:pt x="1042" y="107"/>
                    <a:pt x="1050" y="112"/>
                    <a:pt x="1054" y="112"/>
                  </a:cubicBezTo>
                  <a:lnTo>
                    <a:pt x="1227" y="127"/>
                  </a:lnTo>
                  <a:cubicBezTo>
                    <a:pt x="1235" y="127"/>
                    <a:pt x="1240" y="123"/>
                    <a:pt x="1240" y="119"/>
                  </a:cubicBezTo>
                  <a:cubicBezTo>
                    <a:pt x="1240" y="112"/>
                    <a:pt x="1235" y="107"/>
                    <a:pt x="1231" y="107"/>
                  </a:cubicBezTo>
                  <a:lnTo>
                    <a:pt x="1058" y="92"/>
                  </a:lnTo>
                  <a:close/>
                  <a:moveTo>
                    <a:pt x="1405" y="119"/>
                  </a:moveTo>
                  <a:cubicBezTo>
                    <a:pt x="1397" y="119"/>
                    <a:pt x="1393" y="123"/>
                    <a:pt x="1393" y="130"/>
                  </a:cubicBezTo>
                  <a:cubicBezTo>
                    <a:pt x="1393" y="139"/>
                    <a:pt x="1397" y="143"/>
                    <a:pt x="1401" y="143"/>
                  </a:cubicBezTo>
                  <a:lnTo>
                    <a:pt x="1575" y="159"/>
                  </a:lnTo>
                  <a:cubicBezTo>
                    <a:pt x="1582" y="159"/>
                    <a:pt x="1586" y="154"/>
                    <a:pt x="1586" y="147"/>
                  </a:cubicBezTo>
                  <a:cubicBezTo>
                    <a:pt x="1586" y="143"/>
                    <a:pt x="1582" y="135"/>
                    <a:pt x="1579" y="135"/>
                  </a:cubicBezTo>
                  <a:lnTo>
                    <a:pt x="1405" y="119"/>
                  </a:lnTo>
                  <a:close/>
                  <a:moveTo>
                    <a:pt x="1752" y="150"/>
                  </a:moveTo>
                  <a:cubicBezTo>
                    <a:pt x="1744" y="150"/>
                    <a:pt x="1740" y="154"/>
                    <a:pt x="1740" y="163"/>
                  </a:cubicBezTo>
                  <a:cubicBezTo>
                    <a:pt x="1740" y="166"/>
                    <a:pt x="1744" y="170"/>
                    <a:pt x="1748" y="170"/>
                  </a:cubicBezTo>
                  <a:lnTo>
                    <a:pt x="1921" y="186"/>
                  </a:lnTo>
                  <a:cubicBezTo>
                    <a:pt x="1930" y="186"/>
                    <a:pt x="1933" y="182"/>
                    <a:pt x="1933" y="178"/>
                  </a:cubicBezTo>
                  <a:cubicBezTo>
                    <a:pt x="1933" y="170"/>
                    <a:pt x="1930" y="166"/>
                    <a:pt x="1926" y="166"/>
                  </a:cubicBezTo>
                  <a:lnTo>
                    <a:pt x="1752" y="150"/>
                  </a:lnTo>
                  <a:close/>
                  <a:moveTo>
                    <a:pt x="2095" y="181"/>
                  </a:moveTo>
                  <a:cubicBezTo>
                    <a:pt x="2090" y="181"/>
                    <a:pt x="2087" y="187"/>
                    <a:pt x="2087" y="190"/>
                  </a:cubicBezTo>
                  <a:cubicBezTo>
                    <a:pt x="2087" y="198"/>
                    <a:pt x="2091" y="201"/>
                    <a:pt x="2095" y="201"/>
                  </a:cubicBezTo>
                  <a:lnTo>
                    <a:pt x="2268" y="218"/>
                  </a:lnTo>
                  <a:cubicBezTo>
                    <a:pt x="2276" y="218"/>
                    <a:pt x="2281" y="214"/>
                    <a:pt x="2281" y="206"/>
                  </a:cubicBezTo>
                  <a:cubicBezTo>
                    <a:pt x="2281" y="201"/>
                    <a:pt x="2276" y="194"/>
                    <a:pt x="2272" y="194"/>
                  </a:cubicBezTo>
                  <a:lnTo>
                    <a:pt x="2099" y="182"/>
                  </a:lnTo>
                  <a:cubicBezTo>
                    <a:pt x="2097" y="182"/>
                    <a:pt x="2096" y="181"/>
                    <a:pt x="2095" y="181"/>
                  </a:cubicBezTo>
                  <a:close/>
                  <a:moveTo>
                    <a:pt x="2446" y="210"/>
                  </a:moveTo>
                  <a:cubicBezTo>
                    <a:pt x="2438" y="210"/>
                    <a:pt x="2434" y="214"/>
                    <a:pt x="2434" y="221"/>
                  </a:cubicBezTo>
                  <a:cubicBezTo>
                    <a:pt x="2434" y="225"/>
                    <a:pt x="2438" y="230"/>
                    <a:pt x="2442" y="234"/>
                  </a:cubicBezTo>
                  <a:lnTo>
                    <a:pt x="2517" y="237"/>
                  </a:lnTo>
                  <a:cubicBezTo>
                    <a:pt x="2521" y="237"/>
                    <a:pt x="2525" y="234"/>
                    <a:pt x="2529" y="230"/>
                  </a:cubicBezTo>
                  <a:cubicBezTo>
                    <a:pt x="2529" y="221"/>
                    <a:pt x="2525" y="218"/>
                    <a:pt x="2517" y="218"/>
                  </a:cubicBezTo>
                  <a:lnTo>
                    <a:pt x="2446" y="210"/>
                  </a:lnTo>
                  <a:close/>
                </a:path>
              </a:pathLst>
            </a:cu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1" name="Google Shape;2751;p54"/>
            <p:cNvSpPr/>
            <p:nvPr/>
          </p:nvSpPr>
          <p:spPr>
            <a:xfrm>
              <a:off x="1778804" y="5539515"/>
              <a:ext cx="2646029" cy="177650"/>
            </a:xfrm>
            <a:custGeom>
              <a:rect b="b" l="l" r="r" t="t"/>
              <a:pathLst>
                <a:path extrusionOk="0" h="170" w="2532">
                  <a:moveTo>
                    <a:pt x="13" y="0"/>
                  </a:moveTo>
                  <a:cubicBezTo>
                    <a:pt x="4" y="0"/>
                    <a:pt x="0" y="9"/>
                    <a:pt x="0" y="13"/>
                  </a:cubicBezTo>
                  <a:cubicBezTo>
                    <a:pt x="0" y="20"/>
                    <a:pt x="4" y="24"/>
                    <a:pt x="13" y="24"/>
                  </a:cubicBezTo>
                  <a:lnTo>
                    <a:pt x="186" y="36"/>
                  </a:lnTo>
                  <a:cubicBezTo>
                    <a:pt x="190" y="36"/>
                    <a:pt x="193" y="28"/>
                    <a:pt x="198" y="24"/>
                  </a:cubicBezTo>
                  <a:cubicBezTo>
                    <a:pt x="198" y="16"/>
                    <a:pt x="190" y="13"/>
                    <a:pt x="186" y="13"/>
                  </a:cubicBezTo>
                  <a:lnTo>
                    <a:pt x="13" y="0"/>
                  </a:lnTo>
                  <a:close/>
                  <a:moveTo>
                    <a:pt x="357" y="23"/>
                  </a:moveTo>
                  <a:cubicBezTo>
                    <a:pt x="353" y="23"/>
                    <a:pt x="348" y="29"/>
                    <a:pt x="348" y="32"/>
                  </a:cubicBezTo>
                  <a:cubicBezTo>
                    <a:pt x="348" y="40"/>
                    <a:pt x="351" y="44"/>
                    <a:pt x="359" y="44"/>
                  </a:cubicBezTo>
                  <a:lnTo>
                    <a:pt x="533" y="56"/>
                  </a:lnTo>
                  <a:cubicBezTo>
                    <a:pt x="537" y="56"/>
                    <a:pt x="544" y="51"/>
                    <a:pt x="544" y="44"/>
                  </a:cubicBezTo>
                  <a:cubicBezTo>
                    <a:pt x="544" y="40"/>
                    <a:pt x="541" y="32"/>
                    <a:pt x="533" y="32"/>
                  </a:cubicBezTo>
                  <a:lnTo>
                    <a:pt x="359" y="24"/>
                  </a:lnTo>
                  <a:cubicBezTo>
                    <a:pt x="358" y="23"/>
                    <a:pt x="357" y="23"/>
                    <a:pt x="357" y="23"/>
                  </a:cubicBezTo>
                  <a:close/>
                  <a:moveTo>
                    <a:pt x="706" y="44"/>
                  </a:moveTo>
                  <a:cubicBezTo>
                    <a:pt x="703" y="44"/>
                    <a:pt x="695" y="48"/>
                    <a:pt x="695" y="51"/>
                  </a:cubicBezTo>
                  <a:cubicBezTo>
                    <a:pt x="695" y="60"/>
                    <a:pt x="699" y="64"/>
                    <a:pt x="706" y="64"/>
                  </a:cubicBezTo>
                  <a:lnTo>
                    <a:pt x="879" y="75"/>
                  </a:lnTo>
                  <a:cubicBezTo>
                    <a:pt x="888" y="75"/>
                    <a:pt x="892" y="71"/>
                    <a:pt x="892" y="64"/>
                  </a:cubicBezTo>
                  <a:cubicBezTo>
                    <a:pt x="892" y="60"/>
                    <a:pt x="888" y="51"/>
                    <a:pt x="879" y="51"/>
                  </a:cubicBezTo>
                  <a:lnTo>
                    <a:pt x="706" y="44"/>
                  </a:lnTo>
                  <a:close/>
                  <a:moveTo>
                    <a:pt x="1057" y="64"/>
                  </a:moveTo>
                  <a:cubicBezTo>
                    <a:pt x="1050" y="64"/>
                    <a:pt x="1045" y="67"/>
                    <a:pt x="1045" y="71"/>
                  </a:cubicBezTo>
                  <a:cubicBezTo>
                    <a:pt x="1045" y="80"/>
                    <a:pt x="1050" y="84"/>
                    <a:pt x="1054" y="84"/>
                  </a:cubicBezTo>
                  <a:lnTo>
                    <a:pt x="1227" y="95"/>
                  </a:lnTo>
                  <a:cubicBezTo>
                    <a:pt x="1234" y="95"/>
                    <a:pt x="1239" y="91"/>
                    <a:pt x="1239" y="84"/>
                  </a:cubicBezTo>
                  <a:cubicBezTo>
                    <a:pt x="1239" y="80"/>
                    <a:pt x="1234" y="71"/>
                    <a:pt x="1231" y="71"/>
                  </a:cubicBezTo>
                  <a:lnTo>
                    <a:pt x="1057" y="64"/>
                  </a:lnTo>
                  <a:close/>
                  <a:moveTo>
                    <a:pt x="1405" y="84"/>
                  </a:moveTo>
                  <a:cubicBezTo>
                    <a:pt x="1396" y="84"/>
                    <a:pt x="1392" y="87"/>
                    <a:pt x="1392" y="95"/>
                  </a:cubicBezTo>
                  <a:cubicBezTo>
                    <a:pt x="1392" y="99"/>
                    <a:pt x="1396" y="103"/>
                    <a:pt x="1400" y="103"/>
                  </a:cubicBezTo>
                  <a:lnTo>
                    <a:pt x="1578" y="115"/>
                  </a:lnTo>
                  <a:cubicBezTo>
                    <a:pt x="1582" y="115"/>
                    <a:pt x="1585" y="111"/>
                    <a:pt x="1589" y="103"/>
                  </a:cubicBezTo>
                  <a:cubicBezTo>
                    <a:pt x="1589" y="99"/>
                    <a:pt x="1582" y="95"/>
                    <a:pt x="1578" y="91"/>
                  </a:cubicBezTo>
                  <a:lnTo>
                    <a:pt x="1405" y="84"/>
                  </a:lnTo>
                  <a:close/>
                  <a:moveTo>
                    <a:pt x="1751" y="103"/>
                  </a:moveTo>
                  <a:cubicBezTo>
                    <a:pt x="1747" y="103"/>
                    <a:pt x="1740" y="107"/>
                    <a:pt x="1740" y="115"/>
                  </a:cubicBezTo>
                  <a:cubicBezTo>
                    <a:pt x="1740" y="119"/>
                    <a:pt x="1743" y="122"/>
                    <a:pt x="1751" y="127"/>
                  </a:cubicBezTo>
                  <a:lnTo>
                    <a:pt x="1925" y="135"/>
                  </a:lnTo>
                  <a:cubicBezTo>
                    <a:pt x="1929" y="135"/>
                    <a:pt x="1937" y="131"/>
                    <a:pt x="1937" y="122"/>
                  </a:cubicBezTo>
                  <a:cubicBezTo>
                    <a:pt x="1937" y="119"/>
                    <a:pt x="1933" y="115"/>
                    <a:pt x="1925" y="115"/>
                  </a:cubicBezTo>
                  <a:lnTo>
                    <a:pt x="1751" y="103"/>
                  </a:lnTo>
                  <a:close/>
                  <a:moveTo>
                    <a:pt x="2098" y="122"/>
                  </a:moveTo>
                  <a:cubicBezTo>
                    <a:pt x="2095" y="122"/>
                    <a:pt x="2086" y="127"/>
                    <a:pt x="2086" y="135"/>
                  </a:cubicBezTo>
                  <a:cubicBezTo>
                    <a:pt x="2086" y="138"/>
                    <a:pt x="2091" y="146"/>
                    <a:pt x="2098" y="146"/>
                  </a:cubicBezTo>
                  <a:lnTo>
                    <a:pt x="2272" y="154"/>
                  </a:lnTo>
                  <a:cubicBezTo>
                    <a:pt x="2280" y="154"/>
                    <a:pt x="2284" y="151"/>
                    <a:pt x="2284" y="146"/>
                  </a:cubicBezTo>
                  <a:cubicBezTo>
                    <a:pt x="2284" y="138"/>
                    <a:pt x="2280" y="135"/>
                    <a:pt x="2272" y="135"/>
                  </a:cubicBezTo>
                  <a:lnTo>
                    <a:pt x="2098" y="122"/>
                  </a:lnTo>
                  <a:close/>
                  <a:moveTo>
                    <a:pt x="2449" y="142"/>
                  </a:moveTo>
                  <a:cubicBezTo>
                    <a:pt x="2441" y="142"/>
                    <a:pt x="2437" y="146"/>
                    <a:pt x="2437" y="154"/>
                  </a:cubicBezTo>
                  <a:cubicBezTo>
                    <a:pt x="2437" y="158"/>
                    <a:pt x="2441" y="166"/>
                    <a:pt x="2446" y="166"/>
                  </a:cubicBezTo>
                  <a:lnTo>
                    <a:pt x="2520" y="170"/>
                  </a:lnTo>
                  <a:cubicBezTo>
                    <a:pt x="2524" y="170"/>
                    <a:pt x="2528" y="166"/>
                    <a:pt x="2528" y="158"/>
                  </a:cubicBezTo>
                  <a:cubicBezTo>
                    <a:pt x="2532" y="154"/>
                    <a:pt x="2524" y="146"/>
                    <a:pt x="2520" y="146"/>
                  </a:cubicBezTo>
                  <a:lnTo>
                    <a:pt x="2449" y="142"/>
                  </a:lnTo>
                  <a:close/>
                </a:path>
              </a:pathLst>
            </a:cu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2" name="Google Shape;2752;p54"/>
            <p:cNvSpPr/>
            <p:nvPr/>
          </p:nvSpPr>
          <p:spPr>
            <a:xfrm>
              <a:off x="1704607" y="5959605"/>
              <a:ext cx="2642894" cy="203775"/>
            </a:xfrm>
            <a:custGeom>
              <a:rect b="b" l="l" r="r" t="t"/>
              <a:pathLst>
                <a:path extrusionOk="0" h="195" w="2529">
                  <a:moveTo>
                    <a:pt x="13" y="0"/>
                  </a:moveTo>
                  <a:cubicBezTo>
                    <a:pt x="4" y="0"/>
                    <a:pt x="0" y="4"/>
                    <a:pt x="0" y="9"/>
                  </a:cubicBezTo>
                  <a:cubicBezTo>
                    <a:pt x="0" y="17"/>
                    <a:pt x="4" y="20"/>
                    <a:pt x="9" y="20"/>
                  </a:cubicBezTo>
                  <a:lnTo>
                    <a:pt x="182" y="33"/>
                  </a:lnTo>
                  <a:cubicBezTo>
                    <a:pt x="183" y="33"/>
                    <a:pt x="185" y="34"/>
                    <a:pt x="186" y="34"/>
                  </a:cubicBezTo>
                  <a:cubicBezTo>
                    <a:pt x="191" y="34"/>
                    <a:pt x="193" y="27"/>
                    <a:pt x="193" y="24"/>
                  </a:cubicBezTo>
                  <a:cubicBezTo>
                    <a:pt x="198" y="17"/>
                    <a:pt x="190" y="13"/>
                    <a:pt x="186" y="13"/>
                  </a:cubicBezTo>
                  <a:lnTo>
                    <a:pt x="13" y="0"/>
                  </a:lnTo>
                  <a:close/>
                  <a:moveTo>
                    <a:pt x="359" y="24"/>
                  </a:moveTo>
                  <a:cubicBezTo>
                    <a:pt x="351" y="24"/>
                    <a:pt x="348" y="28"/>
                    <a:pt x="348" y="36"/>
                  </a:cubicBezTo>
                  <a:cubicBezTo>
                    <a:pt x="348" y="40"/>
                    <a:pt x="351" y="44"/>
                    <a:pt x="359" y="44"/>
                  </a:cubicBezTo>
                  <a:lnTo>
                    <a:pt x="533" y="60"/>
                  </a:lnTo>
                  <a:cubicBezTo>
                    <a:pt x="537" y="60"/>
                    <a:pt x="541" y="52"/>
                    <a:pt x="544" y="48"/>
                  </a:cubicBezTo>
                  <a:cubicBezTo>
                    <a:pt x="544" y="40"/>
                    <a:pt x="541" y="36"/>
                    <a:pt x="533" y="36"/>
                  </a:cubicBezTo>
                  <a:lnTo>
                    <a:pt x="359" y="24"/>
                  </a:lnTo>
                  <a:close/>
                  <a:moveTo>
                    <a:pt x="706" y="48"/>
                  </a:moveTo>
                  <a:cubicBezTo>
                    <a:pt x="703" y="48"/>
                    <a:pt x="695" y="52"/>
                    <a:pt x="695" y="60"/>
                  </a:cubicBezTo>
                  <a:cubicBezTo>
                    <a:pt x="695" y="64"/>
                    <a:pt x="699" y="68"/>
                    <a:pt x="706" y="71"/>
                  </a:cubicBezTo>
                  <a:lnTo>
                    <a:pt x="879" y="84"/>
                  </a:lnTo>
                  <a:cubicBezTo>
                    <a:pt x="884" y="84"/>
                    <a:pt x="892" y="80"/>
                    <a:pt x="892" y="71"/>
                  </a:cubicBezTo>
                  <a:cubicBezTo>
                    <a:pt x="892" y="68"/>
                    <a:pt x="888" y="60"/>
                    <a:pt x="879" y="60"/>
                  </a:cubicBezTo>
                  <a:lnTo>
                    <a:pt x="706" y="48"/>
                  </a:lnTo>
                  <a:close/>
                  <a:moveTo>
                    <a:pt x="1054" y="71"/>
                  </a:moveTo>
                  <a:cubicBezTo>
                    <a:pt x="1050" y="71"/>
                    <a:pt x="1041" y="75"/>
                    <a:pt x="1041" y="84"/>
                  </a:cubicBezTo>
                  <a:cubicBezTo>
                    <a:pt x="1041" y="87"/>
                    <a:pt x="1045" y="95"/>
                    <a:pt x="1054" y="95"/>
                  </a:cubicBezTo>
                  <a:lnTo>
                    <a:pt x="1227" y="107"/>
                  </a:lnTo>
                  <a:cubicBezTo>
                    <a:pt x="1234" y="107"/>
                    <a:pt x="1239" y="104"/>
                    <a:pt x="1239" y="95"/>
                  </a:cubicBezTo>
                  <a:cubicBezTo>
                    <a:pt x="1239" y="91"/>
                    <a:pt x="1234" y="84"/>
                    <a:pt x="1227" y="84"/>
                  </a:cubicBezTo>
                  <a:lnTo>
                    <a:pt x="1054" y="71"/>
                  </a:lnTo>
                  <a:close/>
                  <a:moveTo>
                    <a:pt x="1400" y="95"/>
                  </a:moveTo>
                  <a:cubicBezTo>
                    <a:pt x="1396" y="95"/>
                    <a:pt x="1392" y="99"/>
                    <a:pt x="1392" y="107"/>
                  </a:cubicBezTo>
                  <a:cubicBezTo>
                    <a:pt x="1389" y="111"/>
                    <a:pt x="1396" y="119"/>
                    <a:pt x="1400" y="119"/>
                  </a:cubicBezTo>
                  <a:lnTo>
                    <a:pt x="1574" y="131"/>
                  </a:lnTo>
                  <a:cubicBezTo>
                    <a:pt x="1582" y="131"/>
                    <a:pt x="1585" y="127"/>
                    <a:pt x="1585" y="119"/>
                  </a:cubicBezTo>
                  <a:cubicBezTo>
                    <a:pt x="1585" y="115"/>
                    <a:pt x="1582" y="107"/>
                    <a:pt x="1578" y="107"/>
                  </a:cubicBezTo>
                  <a:lnTo>
                    <a:pt x="1400" y="95"/>
                  </a:lnTo>
                  <a:close/>
                  <a:moveTo>
                    <a:pt x="1751" y="119"/>
                  </a:moveTo>
                  <a:cubicBezTo>
                    <a:pt x="1744" y="119"/>
                    <a:pt x="1740" y="123"/>
                    <a:pt x="1740" y="131"/>
                  </a:cubicBezTo>
                  <a:cubicBezTo>
                    <a:pt x="1740" y="139"/>
                    <a:pt x="1744" y="142"/>
                    <a:pt x="1747" y="142"/>
                  </a:cubicBezTo>
                  <a:lnTo>
                    <a:pt x="1920" y="155"/>
                  </a:lnTo>
                  <a:cubicBezTo>
                    <a:pt x="1929" y="155"/>
                    <a:pt x="1933" y="151"/>
                    <a:pt x="1933" y="142"/>
                  </a:cubicBezTo>
                  <a:cubicBezTo>
                    <a:pt x="1933" y="139"/>
                    <a:pt x="1929" y="135"/>
                    <a:pt x="1925" y="135"/>
                  </a:cubicBezTo>
                  <a:lnTo>
                    <a:pt x="1751" y="119"/>
                  </a:lnTo>
                  <a:close/>
                  <a:moveTo>
                    <a:pt x="2095" y="145"/>
                  </a:moveTo>
                  <a:cubicBezTo>
                    <a:pt x="2089" y="145"/>
                    <a:pt x="2086" y="152"/>
                    <a:pt x="2086" y="155"/>
                  </a:cubicBezTo>
                  <a:cubicBezTo>
                    <a:pt x="2086" y="162"/>
                    <a:pt x="2091" y="166"/>
                    <a:pt x="2095" y="166"/>
                  </a:cubicBezTo>
                  <a:lnTo>
                    <a:pt x="2272" y="178"/>
                  </a:lnTo>
                  <a:cubicBezTo>
                    <a:pt x="2275" y="178"/>
                    <a:pt x="2280" y="175"/>
                    <a:pt x="2280" y="170"/>
                  </a:cubicBezTo>
                  <a:cubicBezTo>
                    <a:pt x="2284" y="162"/>
                    <a:pt x="2275" y="158"/>
                    <a:pt x="2272" y="158"/>
                  </a:cubicBezTo>
                  <a:lnTo>
                    <a:pt x="2098" y="146"/>
                  </a:lnTo>
                  <a:cubicBezTo>
                    <a:pt x="2097" y="145"/>
                    <a:pt x="2096" y="145"/>
                    <a:pt x="2095" y="145"/>
                  </a:cubicBezTo>
                  <a:close/>
                  <a:moveTo>
                    <a:pt x="2446" y="170"/>
                  </a:moveTo>
                  <a:cubicBezTo>
                    <a:pt x="2437" y="170"/>
                    <a:pt x="2433" y="175"/>
                    <a:pt x="2433" y="178"/>
                  </a:cubicBezTo>
                  <a:cubicBezTo>
                    <a:pt x="2433" y="186"/>
                    <a:pt x="2437" y="190"/>
                    <a:pt x="2446" y="190"/>
                  </a:cubicBezTo>
                  <a:lnTo>
                    <a:pt x="2517" y="193"/>
                  </a:lnTo>
                  <a:cubicBezTo>
                    <a:pt x="2517" y="194"/>
                    <a:pt x="2518" y="195"/>
                    <a:pt x="2519" y="195"/>
                  </a:cubicBezTo>
                  <a:cubicBezTo>
                    <a:pt x="2523" y="195"/>
                    <a:pt x="2528" y="189"/>
                    <a:pt x="2528" y="186"/>
                  </a:cubicBezTo>
                  <a:cubicBezTo>
                    <a:pt x="2528" y="178"/>
                    <a:pt x="2524" y="175"/>
                    <a:pt x="2517" y="175"/>
                  </a:cubicBezTo>
                  <a:lnTo>
                    <a:pt x="2446" y="170"/>
                  </a:lnTo>
                  <a:close/>
                </a:path>
              </a:pathLst>
            </a:cu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3" name="Google Shape;2753;p54"/>
            <p:cNvSpPr/>
            <p:nvPr/>
          </p:nvSpPr>
          <p:spPr>
            <a:xfrm>
              <a:off x="1626229" y="6458070"/>
              <a:ext cx="2642894" cy="207955"/>
            </a:xfrm>
            <a:custGeom>
              <a:rect b="b" l="l" r="r" t="t"/>
              <a:pathLst>
                <a:path extrusionOk="0" h="199" w="2529">
                  <a:moveTo>
                    <a:pt x="13" y="0"/>
                  </a:moveTo>
                  <a:cubicBezTo>
                    <a:pt x="4" y="0"/>
                    <a:pt x="1" y="5"/>
                    <a:pt x="1" y="13"/>
                  </a:cubicBezTo>
                  <a:cubicBezTo>
                    <a:pt x="1" y="16"/>
                    <a:pt x="4" y="24"/>
                    <a:pt x="8" y="24"/>
                  </a:cubicBezTo>
                  <a:lnTo>
                    <a:pt x="182" y="36"/>
                  </a:lnTo>
                  <a:cubicBezTo>
                    <a:pt x="190" y="36"/>
                    <a:pt x="194" y="33"/>
                    <a:pt x="194" y="24"/>
                  </a:cubicBezTo>
                  <a:cubicBezTo>
                    <a:pt x="194" y="20"/>
                    <a:pt x="190" y="13"/>
                    <a:pt x="186" y="13"/>
                  </a:cubicBezTo>
                  <a:lnTo>
                    <a:pt x="13" y="0"/>
                  </a:lnTo>
                  <a:close/>
                  <a:moveTo>
                    <a:pt x="359" y="24"/>
                  </a:moveTo>
                  <a:cubicBezTo>
                    <a:pt x="352" y="24"/>
                    <a:pt x="348" y="29"/>
                    <a:pt x="348" y="36"/>
                  </a:cubicBezTo>
                  <a:cubicBezTo>
                    <a:pt x="348" y="44"/>
                    <a:pt x="352" y="48"/>
                    <a:pt x="359" y="48"/>
                  </a:cubicBezTo>
                  <a:lnTo>
                    <a:pt x="533" y="60"/>
                  </a:lnTo>
                  <a:cubicBezTo>
                    <a:pt x="537" y="60"/>
                    <a:pt x="541" y="56"/>
                    <a:pt x="545" y="48"/>
                  </a:cubicBezTo>
                  <a:cubicBezTo>
                    <a:pt x="545" y="44"/>
                    <a:pt x="541" y="40"/>
                    <a:pt x="533" y="36"/>
                  </a:cubicBezTo>
                  <a:lnTo>
                    <a:pt x="359" y="24"/>
                  </a:lnTo>
                  <a:close/>
                  <a:moveTo>
                    <a:pt x="704" y="51"/>
                  </a:moveTo>
                  <a:cubicBezTo>
                    <a:pt x="700" y="51"/>
                    <a:pt x="694" y="57"/>
                    <a:pt x="694" y="60"/>
                  </a:cubicBezTo>
                  <a:cubicBezTo>
                    <a:pt x="694" y="68"/>
                    <a:pt x="699" y="71"/>
                    <a:pt x="707" y="71"/>
                  </a:cubicBezTo>
                  <a:lnTo>
                    <a:pt x="880" y="84"/>
                  </a:lnTo>
                  <a:cubicBezTo>
                    <a:pt x="884" y="84"/>
                    <a:pt x="892" y="80"/>
                    <a:pt x="892" y="76"/>
                  </a:cubicBezTo>
                  <a:cubicBezTo>
                    <a:pt x="892" y="68"/>
                    <a:pt x="888" y="64"/>
                    <a:pt x="880" y="64"/>
                  </a:cubicBezTo>
                  <a:lnTo>
                    <a:pt x="707" y="52"/>
                  </a:lnTo>
                  <a:cubicBezTo>
                    <a:pt x="706" y="51"/>
                    <a:pt x="705" y="51"/>
                    <a:pt x="704" y="51"/>
                  </a:cubicBezTo>
                  <a:close/>
                  <a:moveTo>
                    <a:pt x="1054" y="76"/>
                  </a:moveTo>
                  <a:cubicBezTo>
                    <a:pt x="1049" y="76"/>
                    <a:pt x="1042" y="80"/>
                    <a:pt x="1042" y="84"/>
                  </a:cubicBezTo>
                  <a:cubicBezTo>
                    <a:pt x="1042" y="91"/>
                    <a:pt x="1045" y="95"/>
                    <a:pt x="1054" y="95"/>
                  </a:cubicBezTo>
                  <a:lnTo>
                    <a:pt x="1227" y="107"/>
                  </a:lnTo>
                  <a:cubicBezTo>
                    <a:pt x="1231" y="107"/>
                    <a:pt x="1238" y="104"/>
                    <a:pt x="1238" y="100"/>
                  </a:cubicBezTo>
                  <a:cubicBezTo>
                    <a:pt x="1238" y="91"/>
                    <a:pt x="1235" y="87"/>
                    <a:pt x="1227" y="87"/>
                  </a:cubicBezTo>
                  <a:lnTo>
                    <a:pt x="1054" y="76"/>
                  </a:lnTo>
                  <a:close/>
                  <a:moveTo>
                    <a:pt x="1400" y="100"/>
                  </a:moveTo>
                  <a:cubicBezTo>
                    <a:pt x="1396" y="100"/>
                    <a:pt x="1393" y="104"/>
                    <a:pt x="1389" y="107"/>
                  </a:cubicBezTo>
                  <a:cubicBezTo>
                    <a:pt x="1389" y="115"/>
                    <a:pt x="1396" y="119"/>
                    <a:pt x="1400" y="119"/>
                  </a:cubicBezTo>
                  <a:lnTo>
                    <a:pt x="1574" y="131"/>
                  </a:lnTo>
                  <a:cubicBezTo>
                    <a:pt x="1582" y="131"/>
                    <a:pt x="1586" y="127"/>
                    <a:pt x="1586" y="123"/>
                  </a:cubicBezTo>
                  <a:cubicBezTo>
                    <a:pt x="1586" y="115"/>
                    <a:pt x="1582" y="111"/>
                    <a:pt x="1578" y="111"/>
                  </a:cubicBezTo>
                  <a:lnTo>
                    <a:pt x="1400" y="100"/>
                  </a:lnTo>
                  <a:close/>
                  <a:moveTo>
                    <a:pt x="1751" y="123"/>
                  </a:moveTo>
                  <a:cubicBezTo>
                    <a:pt x="1744" y="123"/>
                    <a:pt x="1740" y="127"/>
                    <a:pt x="1740" y="131"/>
                  </a:cubicBezTo>
                  <a:cubicBezTo>
                    <a:pt x="1740" y="139"/>
                    <a:pt x="1744" y="142"/>
                    <a:pt x="1748" y="142"/>
                  </a:cubicBezTo>
                  <a:lnTo>
                    <a:pt x="1921" y="158"/>
                  </a:lnTo>
                  <a:cubicBezTo>
                    <a:pt x="1929" y="158"/>
                    <a:pt x="1933" y="151"/>
                    <a:pt x="1933" y="147"/>
                  </a:cubicBezTo>
                  <a:cubicBezTo>
                    <a:pt x="1933" y="139"/>
                    <a:pt x="1929" y="135"/>
                    <a:pt x="1924" y="135"/>
                  </a:cubicBezTo>
                  <a:lnTo>
                    <a:pt x="1751" y="123"/>
                  </a:lnTo>
                  <a:close/>
                  <a:moveTo>
                    <a:pt x="2099" y="147"/>
                  </a:moveTo>
                  <a:cubicBezTo>
                    <a:pt x="2090" y="147"/>
                    <a:pt x="2086" y="151"/>
                    <a:pt x="2086" y="158"/>
                  </a:cubicBezTo>
                  <a:cubicBezTo>
                    <a:pt x="2086" y="162"/>
                    <a:pt x="2090" y="166"/>
                    <a:pt x="2095" y="171"/>
                  </a:cubicBezTo>
                  <a:lnTo>
                    <a:pt x="2272" y="182"/>
                  </a:lnTo>
                  <a:cubicBezTo>
                    <a:pt x="2276" y="182"/>
                    <a:pt x="2279" y="178"/>
                    <a:pt x="2279" y="171"/>
                  </a:cubicBezTo>
                  <a:cubicBezTo>
                    <a:pt x="2284" y="166"/>
                    <a:pt x="2276" y="158"/>
                    <a:pt x="2272" y="158"/>
                  </a:cubicBezTo>
                  <a:lnTo>
                    <a:pt x="2099" y="147"/>
                  </a:lnTo>
                  <a:close/>
                  <a:moveTo>
                    <a:pt x="2445" y="171"/>
                  </a:moveTo>
                  <a:cubicBezTo>
                    <a:pt x="2437" y="171"/>
                    <a:pt x="2434" y="175"/>
                    <a:pt x="2434" y="182"/>
                  </a:cubicBezTo>
                  <a:cubicBezTo>
                    <a:pt x="2434" y="186"/>
                    <a:pt x="2437" y="194"/>
                    <a:pt x="2445" y="194"/>
                  </a:cubicBezTo>
                  <a:lnTo>
                    <a:pt x="2516" y="198"/>
                  </a:lnTo>
                  <a:cubicBezTo>
                    <a:pt x="2521" y="198"/>
                    <a:pt x="2528" y="194"/>
                    <a:pt x="2528" y="186"/>
                  </a:cubicBezTo>
                  <a:cubicBezTo>
                    <a:pt x="2528" y="182"/>
                    <a:pt x="2524" y="178"/>
                    <a:pt x="2516" y="175"/>
                  </a:cubicBezTo>
                  <a:lnTo>
                    <a:pt x="2445" y="171"/>
                  </a:lnTo>
                  <a:close/>
                </a:path>
              </a:pathLst>
            </a:custGeom>
            <a:solidFill>
              <a:schemeClr val="dk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754" name="Google Shape;2754;p54"/>
          <p:cNvSpPr txBox="1"/>
          <p:nvPr>
            <p:ph type="title"/>
          </p:nvPr>
        </p:nvSpPr>
        <p:spPr>
          <a:xfrm>
            <a:off x="4392475" y="1412766"/>
            <a:ext cx="4980000" cy="1587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a:t>THANKS!</a:t>
            </a:r>
            <a:endParaRPr/>
          </a:p>
        </p:txBody>
      </p:sp>
      <p:sp>
        <p:nvSpPr>
          <p:cNvPr id="2755" name="Google Shape;2755;p54"/>
          <p:cNvSpPr txBox="1"/>
          <p:nvPr>
            <p:ph idx="1" type="subTitle"/>
          </p:nvPr>
        </p:nvSpPr>
        <p:spPr>
          <a:xfrm>
            <a:off x="4392475" y="3082910"/>
            <a:ext cx="4980000" cy="26274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sz="4600">
                <a:solidFill>
                  <a:schemeClr val="dk2"/>
                </a:solidFill>
                <a:latin typeface="Ranchers"/>
                <a:ea typeface="Ranchers"/>
                <a:cs typeface="Ranchers"/>
                <a:sym typeface="Ranchers"/>
              </a:rPr>
              <a:t>DO YOU HAVE ANY QUESTIONS?</a:t>
            </a:r>
            <a:endParaRPr sz="3500">
              <a:solidFill>
                <a:schemeClr val="dk2"/>
              </a:solidFill>
              <a:latin typeface="Bebas Neue"/>
              <a:ea typeface="Bebas Neue"/>
              <a:cs typeface="Bebas Neue"/>
              <a:sym typeface="Bebas Neue"/>
            </a:endParaRPr>
          </a:p>
          <a:p>
            <a:pPr indent="0" lvl="0" marL="0" rtl="0" algn="r">
              <a:spcBef>
                <a:spcPts val="1000"/>
              </a:spcBef>
              <a:spcAft>
                <a:spcPts val="0"/>
              </a:spcAft>
              <a:buNone/>
            </a:pPr>
            <a:r>
              <a:rPr lang="en"/>
              <a:t>youremail@freepik.com </a:t>
            </a:r>
            <a:endParaRPr/>
          </a:p>
          <a:p>
            <a:pPr indent="0" lvl="0" marL="0" rtl="0" algn="r">
              <a:spcBef>
                <a:spcPts val="0"/>
              </a:spcBef>
              <a:spcAft>
                <a:spcPts val="0"/>
              </a:spcAft>
              <a:buNone/>
            </a:pPr>
            <a:r>
              <a:rPr lang="en"/>
              <a:t>+91  620 421 838 </a:t>
            </a:r>
            <a:endParaRPr/>
          </a:p>
          <a:p>
            <a:pPr indent="0" lvl="0" marL="0" rtl="0" algn="r">
              <a:spcBef>
                <a:spcPts val="0"/>
              </a:spcBef>
              <a:spcAft>
                <a:spcPts val="0"/>
              </a:spcAft>
              <a:buNone/>
            </a:pPr>
            <a:r>
              <a:rPr lang="en"/>
              <a:t>yourwebsite.com</a:t>
            </a:r>
            <a:endParaRPr/>
          </a:p>
        </p:txBody>
      </p:sp>
      <p:sp>
        <p:nvSpPr>
          <p:cNvPr id="2756" name="Google Shape;2756;p54"/>
          <p:cNvSpPr txBox="1"/>
          <p:nvPr>
            <p:ph idx="4294967295" type="subTitle"/>
          </p:nvPr>
        </p:nvSpPr>
        <p:spPr>
          <a:xfrm>
            <a:off x="3887600" y="8316985"/>
            <a:ext cx="5485200" cy="395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sz="1800"/>
              <a:t>Please keep this slide for attribution</a:t>
            </a:r>
            <a:endParaRPr sz="1800"/>
          </a:p>
        </p:txBody>
      </p:sp>
      <p:grpSp>
        <p:nvGrpSpPr>
          <p:cNvPr id="2757" name="Google Shape;2757;p54"/>
          <p:cNvGrpSpPr/>
          <p:nvPr/>
        </p:nvGrpSpPr>
        <p:grpSpPr>
          <a:xfrm>
            <a:off x="1286876" y="2650308"/>
            <a:ext cx="2461406" cy="6167009"/>
            <a:chOff x="3314375" y="542975"/>
            <a:chExt cx="3353414" cy="8401919"/>
          </a:xfrm>
        </p:grpSpPr>
        <p:sp>
          <p:nvSpPr>
            <p:cNvPr id="2758" name="Google Shape;2758;p54"/>
            <p:cNvSpPr/>
            <p:nvPr/>
          </p:nvSpPr>
          <p:spPr>
            <a:xfrm>
              <a:off x="3402472" y="1638494"/>
              <a:ext cx="1485744" cy="1438586"/>
            </a:xfrm>
            <a:custGeom>
              <a:rect b="b" l="l" r="r" t="t"/>
              <a:pathLst>
                <a:path extrusionOk="0" h="2776" w="2867">
                  <a:moveTo>
                    <a:pt x="2115" y="1"/>
                  </a:moveTo>
                  <a:cubicBezTo>
                    <a:pt x="1710" y="1"/>
                    <a:pt x="856" y="748"/>
                    <a:pt x="623" y="1004"/>
                  </a:cubicBezTo>
                  <a:cubicBezTo>
                    <a:pt x="331" y="1319"/>
                    <a:pt x="111" y="1576"/>
                    <a:pt x="44" y="2005"/>
                  </a:cubicBezTo>
                  <a:cubicBezTo>
                    <a:pt x="0" y="2302"/>
                    <a:pt x="44" y="2439"/>
                    <a:pt x="288" y="2617"/>
                  </a:cubicBezTo>
                  <a:cubicBezTo>
                    <a:pt x="443" y="2729"/>
                    <a:pt x="609" y="2776"/>
                    <a:pt x="777" y="2776"/>
                  </a:cubicBezTo>
                  <a:cubicBezTo>
                    <a:pt x="1264" y="2776"/>
                    <a:pt x="1773" y="2386"/>
                    <a:pt x="2110" y="2072"/>
                  </a:cubicBezTo>
                  <a:cubicBezTo>
                    <a:pt x="2481" y="1729"/>
                    <a:pt x="2867" y="1114"/>
                    <a:pt x="2717" y="586"/>
                  </a:cubicBezTo>
                  <a:cubicBezTo>
                    <a:pt x="2626" y="262"/>
                    <a:pt x="2417" y="164"/>
                    <a:pt x="2173" y="7"/>
                  </a:cubicBezTo>
                  <a:cubicBezTo>
                    <a:pt x="2155" y="3"/>
                    <a:pt x="2135" y="1"/>
                    <a:pt x="2115" y="1"/>
                  </a:cubicBezTo>
                  <a:close/>
                </a:path>
              </a:pathLst>
            </a:custGeom>
            <a:solidFill>
              <a:schemeClr val="accent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9" name="Google Shape;2759;p54"/>
            <p:cNvSpPr/>
            <p:nvPr/>
          </p:nvSpPr>
          <p:spPr>
            <a:xfrm>
              <a:off x="3406100" y="1627093"/>
              <a:ext cx="1433403" cy="1461906"/>
            </a:xfrm>
            <a:custGeom>
              <a:rect b="b" l="l" r="r" t="t"/>
              <a:pathLst>
                <a:path extrusionOk="0" h="2821" w="2766">
                  <a:moveTo>
                    <a:pt x="2106" y="44"/>
                  </a:moveTo>
                  <a:cubicBezTo>
                    <a:pt x="2123" y="44"/>
                    <a:pt x="2140" y="46"/>
                    <a:pt x="2154" y="47"/>
                  </a:cubicBezTo>
                  <a:lnTo>
                    <a:pt x="2154" y="47"/>
                  </a:lnTo>
                  <a:lnTo>
                    <a:pt x="2154" y="48"/>
                  </a:lnTo>
                  <a:cubicBezTo>
                    <a:pt x="2276" y="127"/>
                    <a:pt x="2390" y="189"/>
                    <a:pt x="2481" y="273"/>
                  </a:cubicBezTo>
                  <a:cubicBezTo>
                    <a:pt x="2572" y="355"/>
                    <a:pt x="2643" y="454"/>
                    <a:pt x="2687" y="612"/>
                  </a:cubicBezTo>
                  <a:cubicBezTo>
                    <a:pt x="2710" y="691"/>
                    <a:pt x="2722" y="770"/>
                    <a:pt x="2722" y="852"/>
                  </a:cubicBezTo>
                  <a:cubicBezTo>
                    <a:pt x="2722" y="1077"/>
                    <a:pt x="2639" y="1314"/>
                    <a:pt x="2521" y="1527"/>
                  </a:cubicBezTo>
                  <a:cubicBezTo>
                    <a:pt x="2403" y="1740"/>
                    <a:pt x="2245" y="1933"/>
                    <a:pt x="2087" y="2078"/>
                  </a:cubicBezTo>
                  <a:cubicBezTo>
                    <a:pt x="1921" y="2236"/>
                    <a:pt x="1708" y="2410"/>
                    <a:pt x="1480" y="2544"/>
                  </a:cubicBezTo>
                  <a:cubicBezTo>
                    <a:pt x="1251" y="2682"/>
                    <a:pt x="1007" y="2777"/>
                    <a:pt x="770" y="2777"/>
                  </a:cubicBezTo>
                  <a:cubicBezTo>
                    <a:pt x="605" y="2777"/>
                    <a:pt x="447" y="2733"/>
                    <a:pt x="297" y="2623"/>
                  </a:cubicBezTo>
                  <a:cubicBezTo>
                    <a:pt x="202" y="2552"/>
                    <a:pt x="139" y="2493"/>
                    <a:pt x="99" y="2426"/>
                  </a:cubicBezTo>
                  <a:cubicBezTo>
                    <a:pt x="60" y="2362"/>
                    <a:pt x="44" y="2291"/>
                    <a:pt x="44" y="2205"/>
                  </a:cubicBezTo>
                  <a:cubicBezTo>
                    <a:pt x="44" y="2153"/>
                    <a:pt x="48" y="2094"/>
                    <a:pt x="60" y="2031"/>
                  </a:cubicBezTo>
                  <a:cubicBezTo>
                    <a:pt x="92" y="1818"/>
                    <a:pt x="163" y="1653"/>
                    <a:pt x="261" y="1495"/>
                  </a:cubicBezTo>
                  <a:cubicBezTo>
                    <a:pt x="359" y="1341"/>
                    <a:pt x="486" y="1199"/>
                    <a:pt x="632" y="1041"/>
                  </a:cubicBezTo>
                  <a:cubicBezTo>
                    <a:pt x="687" y="979"/>
                    <a:pt x="785" y="884"/>
                    <a:pt x="904" y="777"/>
                  </a:cubicBezTo>
                  <a:cubicBezTo>
                    <a:pt x="1082" y="620"/>
                    <a:pt x="1311" y="435"/>
                    <a:pt x="1531" y="293"/>
                  </a:cubicBezTo>
                  <a:cubicBezTo>
                    <a:pt x="1642" y="218"/>
                    <a:pt x="1748" y="158"/>
                    <a:pt x="1850" y="115"/>
                  </a:cubicBezTo>
                  <a:cubicBezTo>
                    <a:pt x="1949" y="67"/>
                    <a:pt x="2035" y="44"/>
                    <a:pt x="2106" y="44"/>
                  </a:cubicBezTo>
                  <a:close/>
                  <a:moveTo>
                    <a:pt x="2106" y="0"/>
                  </a:moveTo>
                  <a:cubicBezTo>
                    <a:pt x="2055" y="0"/>
                    <a:pt x="1992" y="13"/>
                    <a:pt x="1929" y="36"/>
                  </a:cubicBezTo>
                  <a:cubicBezTo>
                    <a:pt x="1819" y="71"/>
                    <a:pt x="1693" y="138"/>
                    <a:pt x="1562" y="218"/>
                  </a:cubicBezTo>
                  <a:cubicBezTo>
                    <a:pt x="1369" y="340"/>
                    <a:pt x="1169" y="497"/>
                    <a:pt x="994" y="644"/>
                  </a:cubicBezTo>
                  <a:cubicBezTo>
                    <a:pt x="821" y="789"/>
                    <a:pt x="676" y="928"/>
                    <a:pt x="601" y="1010"/>
                  </a:cubicBezTo>
                  <a:cubicBezTo>
                    <a:pt x="454" y="1168"/>
                    <a:pt x="324" y="1314"/>
                    <a:pt x="222" y="1472"/>
                  </a:cubicBezTo>
                  <a:cubicBezTo>
                    <a:pt x="123" y="1633"/>
                    <a:pt x="48" y="1807"/>
                    <a:pt x="17" y="2024"/>
                  </a:cubicBezTo>
                  <a:cubicBezTo>
                    <a:pt x="5" y="2091"/>
                    <a:pt x="1" y="2149"/>
                    <a:pt x="1" y="2205"/>
                  </a:cubicBezTo>
                  <a:cubicBezTo>
                    <a:pt x="1" y="2295"/>
                    <a:pt x="17" y="2375"/>
                    <a:pt x="60" y="2449"/>
                  </a:cubicBezTo>
                  <a:cubicBezTo>
                    <a:pt x="104" y="2520"/>
                    <a:pt x="170" y="2588"/>
                    <a:pt x="270" y="2659"/>
                  </a:cubicBezTo>
                  <a:cubicBezTo>
                    <a:pt x="427" y="2773"/>
                    <a:pt x="596" y="2820"/>
                    <a:pt x="770" y="2820"/>
                  </a:cubicBezTo>
                  <a:cubicBezTo>
                    <a:pt x="1018" y="2820"/>
                    <a:pt x="1271" y="2721"/>
                    <a:pt x="1504" y="2584"/>
                  </a:cubicBezTo>
                  <a:cubicBezTo>
                    <a:pt x="1736" y="2446"/>
                    <a:pt x="1949" y="2268"/>
                    <a:pt x="2119" y="2111"/>
                  </a:cubicBezTo>
                  <a:cubicBezTo>
                    <a:pt x="2276" y="1964"/>
                    <a:pt x="2438" y="1767"/>
                    <a:pt x="2560" y="1550"/>
                  </a:cubicBezTo>
                  <a:cubicBezTo>
                    <a:pt x="2683" y="1330"/>
                    <a:pt x="2765" y="1089"/>
                    <a:pt x="2765" y="852"/>
                  </a:cubicBezTo>
                  <a:cubicBezTo>
                    <a:pt x="2765" y="766"/>
                    <a:pt x="2754" y="683"/>
                    <a:pt x="2730" y="600"/>
                  </a:cubicBezTo>
                  <a:cubicBezTo>
                    <a:pt x="2683" y="438"/>
                    <a:pt x="2607" y="328"/>
                    <a:pt x="2509" y="242"/>
                  </a:cubicBezTo>
                  <a:cubicBezTo>
                    <a:pt x="2414" y="154"/>
                    <a:pt x="2299" y="87"/>
                    <a:pt x="2177" y="9"/>
                  </a:cubicBezTo>
                  <a:lnTo>
                    <a:pt x="2170" y="9"/>
                  </a:lnTo>
                  <a:cubicBezTo>
                    <a:pt x="2150" y="5"/>
                    <a:pt x="2130" y="0"/>
                    <a:pt x="2106"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0" name="Google Shape;2760;p54"/>
            <p:cNvSpPr/>
            <p:nvPr/>
          </p:nvSpPr>
          <p:spPr>
            <a:xfrm>
              <a:off x="5418872" y="1765976"/>
              <a:ext cx="1248916" cy="1516837"/>
            </a:xfrm>
            <a:custGeom>
              <a:rect b="b" l="l" r="r" t="t"/>
              <a:pathLst>
                <a:path extrusionOk="0" h="2927" w="2410">
                  <a:moveTo>
                    <a:pt x="456" y="0"/>
                  </a:moveTo>
                  <a:cubicBezTo>
                    <a:pt x="410" y="0"/>
                    <a:pt x="362" y="9"/>
                    <a:pt x="313" y="32"/>
                  </a:cubicBezTo>
                  <a:cubicBezTo>
                    <a:pt x="119" y="123"/>
                    <a:pt x="1" y="340"/>
                    <a:pt x="17" y="549"/>
                  </a:cubicBezTo>
                  <a:cubicBezTo>
                    <a:pt x="40" y="951"/>
                    <a:pt x="455" y="1377"/>
                    <a:pt x="675" y="1688"/>
                  </a:cubicBezTo>
                  <a:cubicBezTo>
                    <a:pt x="861" y="1949"/>
                    <a:pt x="1065" y="2232"/>
                    <a:pt x="1290" y="2461"/>
                  </a:cubicBezTo>
                  <a:cubicBezTo>
                    <a:pt x="1456" y="2631"/>
                    <a:pt x="1709" y="2926"/>
                    <a:pt x="1969" y="2926"/>
                  </a:cubicBezTo>
                  <a:cubicBezTo>
                    <a:pt x="1971" y="2926"/>
                    <a:pt x="1972" y="2926"/>
                    <a:pt x="1974" y="2926"/>
                  </a:cubicBezTo>
                  <a:cubicBezTo>
                    <a:pt x="2266" y="2926"/>
                    <a:pt x="2410" y="2523"/>
                    <a:pt x="2386" y="2276"/>
                  </a:cubicBezTo>
                  <a:cubicBezTo>
                    <a:pt x="2375" y="2138"/>
                    <a:pt x="2328" y="2008"/>
                    <a:pt x="2268" y="1885"/>
                  </a:cubicBezTo>
                  <a:cubicBezTo>
                    <a:pt x="2209" y="1767"/>
                    <a:pt x="2135" y="1653"/>
                    <a:pt x="2059" y="1543"/>
                  </a:cubicBezTo>
                  <a:cubicBezTo>
                    <a:pt x="1791" y="1148"/>
                    <a:pt x="1480" y="789"/>
                    <a:pt x="1196" y="407"/>
                  </a:cubicBezTo>
                  <a:cubicBezTo>
                    <a:pt x="1081" y="253"/>
                    <a:pt x="923" y="167"/>
                    <a:pt x="750" y="87"/>
                  </a:cubicBezTo>
                  <a:cubicBezTo>
                    <a:pt x="651" y="42"/>
                    <a:pt x="556" y="0"/>
                    <a:pt x="456" y="0"/>
                  </a:cubicBezTo>
                  <a:close/>
                </a:path>
              </a:pathLst>
            </a:custGeom>
            <a:solidFill>
              <a:schemeClr val="accent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1" name="Google Shape;2761;p54"/>
            <p:cNvSpPr/>
            <p:nvPr/>
          </p:nvSpPr>
          <p:spPr>
            <a:xfrm>
              <a:off x="5415245" y="1754057"/>
              <a:ext cx="1252544" cy="1540675"/>
            </a:xfrm>
            <a:custGeom>
              <a:rect b="b" l="l" r="r" t="t"/>
              <a:pathLst>
                <a:path extrusionOk="0" h="2973" w="2417">
                  <a:moveTo>
                    <a:pt x="466" y="44"/>
                  </a:moveTo>
                  <a:cubicBezTo>
                    <a:pt x="513" y="44"/>
                    <a:pt x="556" y="55"/>
                    <a:pt x="604" y="71"/>
                  </a:cubicBezTo>
                  <a:cubicBezTo>
                    <a:pt x="651" y="86"/>
                    <a:pt x="702" y="106"/>
                    <a:pt x="750" y="130"/>
                  </a:cubicBezTo>
                  <a:cubicBezTo>
                    <a:pt x="836" y="170"/>
                    <a:pt x="915" y="209"/>
                    <a:pt x="990" y="261"/>
                  </a:cubicBezTo>
                  <a:cubicBezTo>
                    <a:pt x="1065" y="308"/>
                    <a:pt x="1128" y="367"/>
                    <a:pt x="1187" y="441"/>
                  </a:cubicBezTo>
                  <a:cubicBezTo>
                    <a:pt x="1471" y="828"/>
                    <a:pt x="1778" y="1183"/>
                    <a:pt x="2047" y="1577"/>
                  </a:cubicBezTo>
                  <a:cubicBezTo>
                    <a:pt x="2122" y="1688"/>
                    <a:pt x="2197" y="1798"/>
                    <a:pt x="2255" y="1917"/>
                  </a:cubicBezTo>
                  <a:cubicBezTo>
                    <a:pt x="2315" y="2039"/>
                    <a:pt x="2358" y="2165"/>
                    <a:pt x="2370" y="2299"/>
                  </a:cubicBezTo>
                  <a:cubicBezTo>
                    <a:pt x="2373" y="2319"/>
                    <a:pt x="2373" y="2334"/>
                    <a:pt x="2373" y="2354"/>
                  </a:cubicBezTo>
                  <a:cubicBezTo>
                    <a:pt x="2373" y="2472"/>
                    <a:pt x="2338" y="2618"/>
                    <a:pt x="2271" y="2732"/>
                  </a:cubicBezTo>
                  <a:cubicBezTo>
                    <a:pt x="2236" y="2792"/>
                    <a:pt x="2197" y="2839"/>
                    <a:pt x="2145" y="2874"/>
                  </a:cubicBezTo>
                  <a:cubicBezTo>
                    <a:pt x="2098" y="2910"/>
                    <a:pt x="2042" y="2930"/>
                    <a:pt x="1980" y="2930"/>
                  </a:cubicBezTo>
                  <a:lnTo>
                    <a:pt x="1976" y="2930"/>
                  </a:lnTo>
                  <a:cubicBezTo>
                    <a:pt x="1916" y="2930"/>
                    <a:pt x="1853" y="2910"/>
                    <a:pt x="1794" y="2883"/>
                  </a:cubicBezTo>
                  <a:cubicBezTo>
                    <a:pt x="1703" y="2836"/>
                    <a:pt x="1613" y="2765"/>
                    <a:pt x="1530" y="2689"/>
                  </a:cubicBezTo>
                  <a:cubicBezTo>
                    <a:pt x="1451" y="2614"/>
                    <a:pt x="1376" y="2532"/>
                    <a:pt x="1314" y="2468"/>
                  </a:cubicBezTo>
                  <a:cubicBezTo>
                    <a:pt x="1088" y="2244"/>
                    <a:pt x="883" y="1960"/>
                    <a:pt x="702" y="1700"/>
                  </a:cubicBezTo>
                  <a:cubicBezTo>
                    <a:pt x="591" y="1542"/>
                    <a:pt x="430" y="1356"/>
                    <a:pt x="296" y="1163"/>
                  </a:cubicBezTo>
                  <a:cubicBezTo>
                    <a:pt x="166" y="970"/>
                    <a:pt x="55" y="765"/>
                    <a:pt x="44" y="568"/>
                  </a:cubicBezTo>
                  <a:lnTo>
                    <a:pt x="44" y="541"/>
                  </a:lnTo>
                  <a:cubicBezTo>
                    <a:pt x="44" y="446"/>
                    <a:pt x="71" y="351"/>
                    <a:pt x="118" y="268"/>
                  </a:cubicBezTo>
                  <a:cubicBezTo>
                    <a:pt x="169" y="186"/>
                    <a:pt x="240" y="119"/>
                    <a:pt x="327" y="75"/>
                  </a:cubicBezTo>
                  <a:cubicBezTo>
                    <a:pt x="375" y="55"/>
                    <a:pt x="418" y="44"/>
                    <a:pt x="466" y="44"/>
                  </a:cubicBezTo>
                  <a:close/>
                  <a:moveTo>
                    <a:pt x="466" y="0"/>
                  </a:moveTo>
                  <a:cubicBezTo>
                    <a:pt x="415" y="0"/>
                    <a:pt x="362" y="12"/>
                    <a:pt x="308" y="35"/>
                  </a:cubicBezTo>
                  <a:cubicBezTo>
                    <a:pt x="213" y="83"/>
                    <a:pt x="138" y="157"/>
                    <a:pt x="83" y="244"/>
                  </a:cubicBezTo>
                  <a:cubicBezTo>
                    <a:pt x="27" y="335"/>
                    <a:pt x="0" y="438"/>
                    <a:pt x="0" y="541"/>
                  </a:cubicBezTo>
                  <a:lnTo>
                    <a:pt x="0" y="572"/>
                  </a:lnTo>
                  <a:cubicBezTo>
                    <a:pt x="16" y="781"/>
                    <a:pt x="126" y="990"/>
                    <a:pt x="260" y="1187"/>
                  </a:cubicBezTo>
                  <a:cubicBezTo>
                    <a:pt x="398" y="1384"/>
                    <a:pt x="556" y="1569"/>
                    <a:pt x="666" y="1727"/>
                  </a:cubicBezTo>
                  <a:cubicBezTo>
                    <a:pt x="848" y="1984"/>
                    <a:pt x="1057" y="2272"/>
                    <a:pt x="1281" y="2500"/>
                  </a:cubicBezTo>
                  <a:cubicBezTo>
                    <a:pt x="1365" y="2583"/>
                    <a:pt x="1471" y="2701"/>
                    <a:pt x="1589" y="2796"/>
                  </a:cubicBezTo>
                  <a:cubicBezTo>
                    <a:pt x="1649" y="2843"/>
                    <a:pt x="1707" y="2887"/>
                    <a:pt x="1774" y="2922"/>
                  </a:cubicBezTo>
                  <a:cubicBezTo>
                    <a:pt x="1838" y="2954"/>
                    <a:pt x="1905" y="2973"/>
                    <a:pt x="1976" y="2973"/>
                  </a:cubicBezTo>
                  <a:lnTo>
                    <a:pt x="1980" y="2973"/>
                  </a:lnTo>
                  <a:cubicBezTo>
                    <a:pt x="2051" y="2973"/>
                    <a:pt x="2118" y="2949"/>
                    <a:pt x="2173" y="2910"/>
                  </a:cubicBezTo>
                  <a:cubicBezTo>
                    <a:pt x="2255" y="2851"/>
                    <a:pt x="2315" y="2760"/>
                    <a:pt x="2355" y="2658"/>
                  </a:cubicBezTo>
                  <a:cubicBezTo>
                    <a:pt x="2397" y="2559"/>
                    <a:pt x="2417" y="2449"/>
                    <a:pt x="2417" y="2354"/>
                  </a:cubicBezTo>
                  <a:cubicBezTo>
                    <a:pt x="2417" y="2334"/>
                    <a:pt x="2417" y="2315"/>
                    <a:pt x="2413" y="2295"/>
                  </a:cubicBezTo>
                  <a:cubicBezTo>
                    <a:pt x="2402" y="2157"/>
                    <a:pt x="2355" y="2023"/>
                    <a:pt x="2295" y="1901"/>
                  </a:cubicBezTo>
                  <a:cubicBezTo>
                    <a:pt x="2232" y="1779"/>
                    <a:pt x="2157" y="1664"/>
                    <a:pt x="2082" y="1553"/>
                  </a:cubicBezTo>
                  <a:cubicBezTo>
                    <a:pt x="1814" y="1156"/>
                    <a:pt x="1503" y="801"/>
                    <a:pt x="1219" y="418"/>
                  </a:cubicBezTo>
                  <a:cubicBezTo>
                    <a:pt x="1159" y="335"/>
                    <a:pt x="1092" y="276"/>
                    <a:pt x="1014" y="225"/>
                  </a:cubicBezTo>
                  <a:cubicBezTo>
                    <a:pt x="939" y="170"/>
                    <a:pt x="856" y="130"/>
                    <a:pt x="769" y="91"/>
                  </a:cubicBezTo>
                  <a:cubicBezTo>
                    <a:pt x="717" y="68"/>
                    <a:pt x="670" y="48"/>
                    <a:pt x="619" y="28"/>
                  </a:cubicBezTo>
                  <a:cubicBezTo>
                    <a:pt x="568" y="12"/>
                    <a:pt x="517" y="0"/>
                    <a:pt x="466"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2" name="Google Shape;2762;p54"/>
            <p:cNvSpPr/>
            <p:nvPr/>
          </p:nvSpPr>
          <p:spPr>
            <a:xfrm>
              <a:off x="4959210" y="4387138"/>
              <a:ext cx="897561" cy="4359806"/>
            </a:xfrm>
            <a:custGeom>
              <a:rect b="b" l="l" r="r" t="t"/>
              <a:pathLst>
                <a:path extrusionOk="0" h="8413" w="1732">
                  <a:moveTo>
                    <a:pt x="1002" y="1"/>
                  </a:moveTo>
                  <a:cubicBezTo>
                    <a:pt x="739" y="1"/>
                    <a:pt x="505" y="216"/>
                    <a:pt x="367" y="447"/>
                  </a:cubicBezTo>
                  <a:cubicBezTo>
                    <a:pt x="1" y="1058"/>
                    <a:pt x="21" y="1815"/>
                    <a:pt x="52" y="2529"/>
                  </a:cubicBezTo>
                  <a:cubicBezTo>
                    <a:pt x="83" y="3227"/>
                    <a:pt x="115" y="3933"/>
                    <a:pt x="325" y="4596"/>
                  </a:cubicBezTo>
                  <a:cubicBezTo>
                    <a:pt x="387" y="4793"/>
                    <a:pt x="466" y="4989"/>
                    <a:pt x="501" y="5195"/>
                  </a:cubicBezTo>
                  <a:cubicBezTo>
                    <a:pt x="572" y="5641"/>
                    <a:pt x="434" y="6086"/>
                    <a:pt x="458" y="6527"/>
                  </a:cubicBezTo>
                  <a:cubicBezTo>
                    <a:pt x="458" y="6563"/>
                    <a:pt x="462" y="6594"/>
                    <a:pt x="466" y="6627"/>
                  </a:cubicBezTo>
                  <a:cubicBezTo>
                    <a:pt x="514" y="7064"/>
                    <a:pt x="580" y="7506"/>
                    <a:pt x="683" y="7935"/>
                  </a:cubicBezTo>
                  <a:cubicBezTo>
                    <a:pt x="729" y="8136"/>
                    <a:pt x="970" y="8413"/>
                    <a:pt x="1194" y="8413"/>
                  </a:cubicBezTo>
                  <a:cubicBezTo>
                    <a:pt x="1274" y="8413"/>
                    <a:pt x="1351" y="8378"/>
                    <a:pt x="1417" y="8294"/>
                  </a:cubicBezTo>
                  <a:cubicBezTo>
                    <a:pt x="1539" y="8136"/>
                    <a:pt x="1488" y="7841"/>
                    <a:pt x="1495" y="7648"/>
                  </a:cubicBezTo>
                  <a:lnTo>
                    <a:pt x="1531" y="6796"/>
                  </a:lnTo>
                  <a:cubicBezTo>
                    <a:pt x="1578" y="5652"/>
                    <a:pt x="1626" y="4512"/>
                    <a:pt x="1673" y="3373"/>
                  </a:cubicBezTo>
                  <a:cubicBezTo>
                    <a:pt x="1701" y="2679"/>
                    <a:pt x="1732" y="1981"/>
                    <a:pt x="1681" y="1284"/>
                  </a:cubicBezTo>
                  <a:cubicBezTo>
                    <a:pt x="1649" y="822"/>
                    <a:pt x="1673" y="101"/>
                    <a:pt x="1073" y="6"/>
                  </a:cubicBezTo>
                  <a:cubicBezTo>
                    <a:pt x="1049" y="2"/>
                    <a:pt x="1026" y="1"/>
                    <a:pt x="1002" y="1"/>
                  </a:cubicBezTo>
                  <a:close/>
                </a:path>
              </a:pathLst>
            </a:custGeom>
            <a:solidFill>
              <a:schemeClr val="accent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3" name="Google Shape;2763;p54"/>
            <p:cNvSpPr/>
            <p:nvPr/>
          </p:nvSpPr>
          <p:spPr>
            <a:xfrm>
              <a:off x="4967501" y="4375737"/>
              <a:ext cx="889270" cy="4383644"/>
            </a:xfrm>
            <a:custGeom>
              <a:rect b="b" l="l" r="r" t="t"/>
              <a:pathLst>
                <a:path extrusionOk="0" h="8459" w="1716">
                  <a:moveTo>
                    <a:pt x="982" y="43"/>
                  </a:moveTo>
                  <a:cubicBezTo>
                    <a:pt x="1006" y="43"/>
                    <a:pt x="1030" y="43"/>
                    <a:pt x="1053" y="48"/>
                  </a:cubicBezTo>
                  <a:cubicBezTo>
                    <a:pt x="1199" y="71"/>
                    <a:pt x="1306" y="130"/>
                    <a:pt x="1385" y="217"/>
                  </a:cubicBezTo>
                  <a:cubicBezTo>
                    <a:pt x="1503" y="343"/>
                    <a:pt x="1562" y="529"/>
                    <a:pt x="1594" y="725"/>
                  </a:cubicBezTo>
                  <a:cubicBezTo>
                    <a:pt x="1625" y="923"/>
                    <a:pt x="1633" y="1131"/>
                    <a:pt x="1645" y="1309"/>
                  </a:cubicBezTo>
                  <a:cubicBezTo>
                    <a:pt x="1665" y="1581"/>
                    <a:pt x="1672" y="1853"/>
                    <a:pt x="1672" y="2130"/>
                  </a:cubicBezTo>
                  <a:cubicBezTo>
                    <a:pt x="1672" y="2551"/>
                    <a:pt x="1652" y="2973"/>
                    <a:pt x="1637" y="3395"/>
                  </a:cubicBezTo>
                  <a:cubicBezTo>
                    <a:pt x="1590" y="4534"/>
                    <a:pt x="1543" y="5674"/>
                    <a:pt x="1495" y="6814"/>
                  </a:cubicBezTo>
                  <a:cubicBezTo>
                    <a:pt x="1483" y="7102"/>
                    <a:pt x="1472" y="7386"/>
                    <a:pt x="1459" y="7670"/>
                  </a:cubicBezTo>
                  <a:lnTo>
                    <a:pt x="1459" y="7721"/>
                  </a:lnTo>
                  <a:cubicBezTo>
                    <a:pt x="1459" y="7792"/>
                    <a:pt x="1463" y="7870"/>
                    <a:pt x="1463" y="7950"/>
                  </a:cubicBezTo>
                  <a:cubicBezTo>
                    <a:pt x="1463" y="8021"/>
                    <a:pt x="1459" y="8087"/>
                    <a:pt x="1448" y="8147"/>
                  </a:cubicBezTo>
                  <a:cubicBezTo>
                    <a:pt x="1436" y="8210"/>
                    <a:pt x="1416" y="8261"/>
                    <a:pt x="1381" y="8305"/>
                  </a:cubicBezTo>
                  <a:cubicBezTo>
                    <a:pt x="1353" y="8344"/>
                    <a:pt x="1317" y="8371"/>
                    <a:pt x="1286" y="8387"/>
                  </a:cubicBezTo>
                  <a:cubicBezTo>
                    <a:pt x="1250" y="8407"/>
                    <a:pt x="1215" y="8414"/>
                    <a:pt x="1179" y="8414"/>
                  </a:cubicBezTo>
                  <a:cubicBezTo>
                    <a:pt x="1128" y="8414"/>
                    <a:pt x="1073" y="8395"/>
                    <a:pt x="1022" y="8367"/>
                  </a:cubicBezTo>
                  <a:cubicBezTo>
                    <a:pt x="943" y="8328"/>
                    <a:pt x="868" y="8261"/>
                    <a:pt x="809" y="8182"/>
                  </a:cubicBezTo>
                  <a:cubicBezTo>
                    <a:pt x="750" y="8107"/>
                    <a:pt x="706" y="8025"/>
                    <a:pt x="687" y="7954"/>
                  </a:cubicBezTo>
                  <a:cubicBezTo>
                    <a:pt x="588" y="7524"/>
                    <a:pt x="517" y="7082"/>
                    <a:pt x="469" y="6649"/>
                  </a:cubicBezTo>
                  <a:cubicBezTo>
                    <a:pt x="466" y="6616"/>
                    <a:pt x="466" y="6581"/>
                    <a:pt x="462" y="6549"/>
                  </a:cubicBezTo>
                  <a:lnTo>
                    <a:pt x="462" y="6447"/>
                  </a:lnTo>
                  <a:cubicBezTo>
                    <a:pt x="462" y="6136"/>
                    <a:pt x="529" y="5816"/>
                    <a:pt x="529" y="5497"/>
                  </a:cubicBezTo>
                  <a:cubicBezTo>
                    <a:pt x="529" y="5402"/>
                    <a:pt x="521" y="5308"/>
                    <a:pt x="505" y="5213"/>
                  </a:cubicBezTo>
                  <a:cubicBezTo>
                    <a:pt x="474" y="5004"/>
                    <a:pt x="391" y="4811"/>
                    <a:pt x="332" y="4614"/>
                  </a:cubicBezTo>
                  <a:cubicBezTo>
                    <a:pt x="119" y="3952"/>
                    <a:pt x="87" y="3249"/>
                    <a:pt x="60" y="2551"/>
                  </a:cubicBezTo>
                  <a:cubicBezTo>
                    <a:pt x="52" y="2366"/>
                    <a:pt x="44" y="2177"/>
                    <a:pt x="44" y="1992"/>
                  </a:cubicBezTo>
                  <a:cubicBezTo>
                    <a:pt x="44" y="1455"/>
                    <a:pt x="103" y="927"/>
                    <a:pt x="371" y="477"/>
                  </a:cubicBezTo>
                  <a:cubicBezTo>
                    <a:pt x="438" y="367"/>
                    <a:pt x="529" y="256"/>
                    <a:pt x="635" y="174"/>
                  </a:cubicBezTo>
                  <a:cubicBezTo>
                    <a:pt x="738" y="95"/>
                    <a:pt x="860" y="43"/>
                    <a:pt x="982" y="43"/>
                  </a:cubicBezTo>
                  <a:close/>
                  <a:moveTo>
                    <a:pt x="982" y="1"/>
                  </a:moveTo>
                  <a:cubicBezTo>
                    <a:pt x="844" y="1"/>
                    <a:pt x="718" y="55"/>
                    <a:pt x="608" y="142"/>
                  </a:cubicBezTo>
                  <a:cubicBezTo>
                    <a:pt x="498" y="225"/>
                    <a:pt x="403" y="339"/>
                    <a:pt x="332" y="458"/>
                  </a:cubicBezTo>
                  <a:cubicBezTo>
                    <a:pt x="60" y="915"/>
                    <a:pt x="1" y="1455"/>
                    <a:pt x="1" y="1992"/>
                  </a:cubicBezTo>
                  <a:cubicBezTo>
                    <a:pt x="1" y="2181"/>
                    <a:pt x="9" y="2366"/>
                    <a:pt x="16" y="2551"/>
                  </a:cubicBezTo>
                  <a:cubicBezTo>
                    <a:pt x="44" y="3249"/>
                    <a:pt x="76" y="3955"/>
                    <a:pt x="289" y="4625"/>
                  </a:cubicBezTo>
                  <a:cubicBezTo>
                    <a:pt x="351" y="4822"/>
                    <a:pt x="431" y="5020"/>
                    <a:pt x="462" y="5221"/>
                  </a:cubicBezTo>
                  <a:cubicBezTo>
                    <a:pt x="478" y="5311"/>
                    <a:pt x="485" y="5406"/>
                    <a:pt x="485" y="5497"/>
                  </a:cubicBezTo>
                  <a:cubicBezTo>
                    <a:pt x="485" y="5812"/>
                    <a:pt x="418" y="6128"/>
                    <a:pt x="418" y="6447"/>
                  </a:cubicBezTo>
                  <a:lnTo>
                    <a:pt x="418" y="6554"/>
                  </a:lnTo>
                  <a:cubicBezTo>
                    <a:pt x="422" y="6585"/>
                    <a:pt x="422" y="6620"/>
                    <a:pt x="427" y="6652"/>
                  </a:cubicBezTo>
                  <a:cubicBezTo>
                    <a:pt x="474" y="7090"/>
                    <a:pt x="545" y="7532"/>
                    <a:pt x="647" y="7961"/>
                  </a:cubicBezTo>
                  <a:cubicBezTo>
                    <a:pt x="659" y="8016"/>
                    <a:pt x="682" y="8072"/>
                    <a:pt x="718" y="8127"/>
                  </a:cubicBezTo>
                  <a:cubicBezTo>
                    <a:pt x="769" y="8210"/>
                    <a:pt x="840" y="8292"/>
                    <a:pt x="919" y="8356"/>
                  </a:cubicBezTo>
                  <a:cubicBezTo>
                    <a:pt x="998" y="8414"/>
                    <a:pt x="1089" y="8458"/>
                    <a:pt x="1179" y="8458"/>
                  </a:cubicBezTo>
                  <a:cubicBezTo>
                    <a:pt x="1223" y="8458"/>
                    <a:pt x="1266" y="8447"/>
                    <a:pt x="1306" y="8427"/>
                  </a:cubicBezTo>
                  <a:cubicBezTo>
                    <a:pt x="1345" y="8407"/>
                    <a:pt x="1385" y="8376"/>
                    <a:pt x="1416" y="8332"/>
                  </a:cubicBezTo>
                  <a:cubicBezTo>
                    <a:pt x="1455" y="8281"/>
                    <a:pt x="1479" y="8221"/>
                    <a:pt x="1491" y="8154"/>
                  </a:cubicBezTo>
                  <a:cubicBezTo>
                    <a:pt x="1503" y="8092"/>
                    <a:pt x="1507" y="8021"/>
                    <a:pt x="1507" y="7950"/>
                  </a:cubicBezTo>
                  <a:cubicBezTo>
                    <a:pt x="1507" y="7870"/>
                    <a:pt x="1503" y="7788"/>
                    <a:pt x="1503" y="7721"/>
                  </a:cubicBezTo>
                  <a:lnTo>
                    <a:pt x="1503" y="7673"/>
                  </a:lnTo>
                  <a:cubicBezTo>
                    <a:pt x="1515" y="7386"/>
                    <a:pt x="1526" y="7102"/>
                    <a:pt x="1539" y="6818"/>
                  </a:cubicBezTo>
                  <a:cubicBezTo>
                    <a:pt x="1586" y="5679"/>
                    <a:pt x="1633" y="4534"/>
                    <a:pt x="1681" y="3395"/>
                  </a:cubicBezTo>
                  <a:cubicBezTo>
                    <a:pt x="1696" y="2973"/>
                    <a:pt x="1716" y="2551"/>
                    <a:pt x="1716" y="2130"/>
                  </a:cubicBezTo>
                  <a:cubicBezTo>
                    <a:pt x="1716" y="1853"/>
                    <a:pt x="1708" y="1577"/>
                    <a:pt x="1688" y="1306"/>
                  </a:cubicBezTo>
                  <a:cubicBezTo>
                    <a:pt x="1672" y="1073"/>
                    <a:pt x="1668" y="777"/>
                    <a:pt x="1594" y="521"/>
                  </a:cubicBezTo>
                  <a:cubicBezTo>
                    <a:pt x="1558" y="394"/>
                    <a:pt x="1503" y="276"/>
                    <a:pt x="1416" y="185"/>
                  </a:cubicBezTo>
                  <a:cubicBezTo>
                    <a:pt x="1330" y="95"/>
                    <a:pt x="1215" y="32"/>
                    <a:pt x="1057" y="4"/>
                  </a:cubicBezTo>
                  <a:cubicBezTo>
                    <a:pt x="1033" y="1"/>
                    <a:pt x="1006" y="1"/>
                    <a:pt x="98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4" name="Google Shape;2764;p54"/>
            <p:cNvSpPr/>
            <p:nvPr/>
          </p:nvSpPr>
          <p:spPr>
            <a:xfrm>
              <a:off x="5284135" y="8506477"/>
              <a:ext cx="1174292" cy="388149"/>
            </a:xfrm>
            <a:custGeom>
              <a:rect b="b" l="l" r="r" t="t"/>
              <a:pathLst>
                <a:path extrusionOk="0" h="749" w="2266">
                  <a:moveTo>
                    <a:pt x="804" y="1"/>
                  </a:moveTo>
                  <a:cubicBezTo>
                    <a:pt x="785" y="1"/>
                    <a:pt x="765" y="4"/>
                    <a:pt x="746" y="6"/>
                  </a:cubicBezTo>
                  <a:cubicBezTo>
                    <a:pt x="591" y="27"/>
                    <a:pt x="441" y="50"/>
                    <a:pt x="290" y="50"/>
                  </a:cubicBezTo>
                  <a:cubicBezTo>
                    <a:pt x="215" y="50"/>
                    <a:pt x="140" y="44"/>
                    <a:pt x="64" y="30"/>
                  </a:cubicBezTo>
                  <a:cubicBezTo>
                    <a:pt x="64" y="148"/>
                    <a:pt x="56" y="274"/>
                    <a:pt x="29" y="392"/>
                  </a:cubicBezTo>
                  <a:cubicBezTo>
                    <a:pt x="9" y="476"/>
                    <a:pt x="0" y="609"/>
                    <a:pt x="56" y="676"/>
                  </a:cubicBezTo>
                  <a:cubicBezTo>
                    <a:pt x="92" y="716"/>
                    <a:pt x="148" y="726"/>
                    <a:pt x="209" y="726"/>
                  </a:cubicBezTo>
                  <a:cubicBezTo>
                    <a:pt x="270" y="726"/>
                    <a:pt x="336" y="716"/>
                    <a:pt x="390" y="716"/>
                  </a:cubicBezTo>
                  <a:cubicBezTo>
                    <a:pt x="394" y="716"/>
                    <a:pt x="398" y="716"/>
                    <a:pt x="403" y="716"/>
                  </a:cubicBezTo>
                  <a:cubicBezTo>
                    <a:pt x="490" y="722"/>
                    <a:pt x="577" y="723"/>
                    <a:pt x="665" y="723"/>
                  </a:cubicBezTo>
                  <a:cubicBezTo>
                    <a:pt x="709" y="723"/>
                    <a:pt x="753" y="722"/>
                    <a:pt x="797" y="722"/>
                  </a:cubicBezTo>
                  <a:cubicBezTo>
                    <a:pt x="841" y="722"/>
                    <a:pt x="884" y="723"/>
                    <a:pt x="928" y="724"/>
                  </a:cubicBezTo>
                  <a:cubicBezTo>
                    <a:pt x="1136" y="727"/>
                    <a:pt x="1341" y="747"/>
                    <a:pt x="1550" y="747"/>
                  </a:cubicBezTo>
                  <a:cubicBezTo>
                    <a:pt x="1566" y="748"/>
                    <a:pt x="1593" y="749"/>
                    <a:pt x="1627" y="749"/>
                  </a:cubicBezTo>
                  <a:cubicBezTo>
                    <a:pt x="1825" y="749"/>
                    <a:pt x="2265" y="721"/>
                    <a:pt x="2114" y="452"/>
                  </a:cubicBezTo>
                  <a:cubicBezTo>
                    <a:pt x="2095" y="416"/>
                    <a:pt x="2051" y="392"/>
                    <a:pt x="2011" y="373"/>
                  </a:cubicBezTo>
                  <a:cubicBezTo>
                    <a:pt x="1787" y="274"/>
                    <a:pt x="1567" y="239"/>
                    <a:pt x="1334" y="183"/>
                  </a:cubicBezTo>
                  <a:cubicBezTo>
                    <a:pt x="1164" y="144"/>
                    <a:pt x="999" y="26"/>
                    <a:pt x="828" y="2"/>
                  </a:cubicBezTo>
                  <a:cubicBezTo>
                    <a:pt x="820" y="1"/>
                    <a:pt x="812" y="1"/>
                    <a:pt x="804" y="1"/>
                  </a:cubicBezTo>
                  <a:close/>
                </a:path>
              </a:pathLst>
            </a:custGeom>
            <a:solidFill>
              <a:schemeClr val="dk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5" name="Google Shape;2765;p54"/>
            <p:cNvSpPr/>
            <p:nvPr/>
          </p:nvSpPr>
          <p:spPr>
            <a:xfrm>
              <a:off x="5279989" y="8495077"/>
              <a:ext cx="1128689" cy="410950"/>
            </a:xfrm>
            <a:custGeom>
              <a:rect b="b" l="l" r="r" t="t"/>
              <a:pathLst>
                <a:path extrusionOk="0" h="793" w="2178">
                  <a:moveTo>
                    <a:pt x="813" y="43"/>
                  </a:moveTo>
                  <a:cubicBezTo>
                    <a:pt x="821" y="43"/>
                    <a:pt x="829" y="43"/>
                    <a:pt x="836" y="48"/>
                  </a:cubicBezTo>
                  <a:cubicBezTo>
                    <a:pt x="916" y="56"/>
                    <a:pt x="998" y="91"/>
                    <a:pt x="1082" y="130"/>
                  </a:cubicBezTo>
                  <a:cubicBezTo>
                    <a:pt x="1164" y="166"/>
                    <a:pt x="1247" y="205"/>
                    <a:pt x="1333" y="225"/>
                  </a:cubicBezTo>
                  <a:cubicBezTo>
                    <a:pt x="1570" y="280"/>
                    <a:pt x="1791" y="320"/>
                    <a:pt x="2008" y="418"/>
                  </a:cubicBezTo>
                  <a:cubicBezTo>
                    <a:pt x="2032" y="427"/>
                    <a:pt x="2048" y="434"/>
                    <a:pt x="2067" y="446"/>
                  </a:cubicBezTo>
                  <a:cubicBezTo>
                    <a:pt x="2083" y="458"/>
                    <a:pt x="2095" y="469"/>
                    <a:pt x="2103" y="485"/>
                  </a:cubicBezTo>
                  <a:cubicBezTo>
                    <a:pt x="2126" y="521"/>
                    <a:pt x="2134" y="553"/>
                    <a:pt x="2134" y="576"/>
                  </a:cubicBezTo>
                  <a:cubicBezTo>
                    <a:pt x="2134" y="596"/>
                    <a:pt x="2126" y="611"/>
                    <a:pt x="2119" y="624"/>
                  </a:cubicBezTo>
                  <a:cubicBezTo>
                    <a:pt x="2106" y="651"/>
                    <a:pt x="2075" y="671"/>
                    <a:pt x="2039" y="691"/>
                  </a:cubicBezTo>
                  <a:cubicBezTo>
                    <a:pt x="1981" y="714"/>
                    <a:pt x="1901" y="730"/>
                    <a:pt x="1826" y="738"/>
                  </a:cubicBezTo>
                  <a:cubicBezTo>
                    <a:pt x="1752" y="749"/>
                    <a:pt x="1677" y="749"/>
                    <a:pt x="1622" y="749"/>
                  </a:cubicBezTo>
                  <a:lnTo>
                    <a:pt x="1558" y="749"/>
                  </a:lnTo>
                  <a:cubicBezTo>
                    <a:pt x="1353" y="746"/>
                    <a:pt x="1149" y="726"/>
                    <a:pt x="940" y="722"/>
                  </a:cubicBezTo>
                  <a:lnTo>
                    <a:pt x="699" y="722"/>
                  </a:lnTo>
                  <a:cubicBezTo>
                    <a:pt x="600" y="722"/>
                    <a:pt x="505" y="722"/>
                    <a:pt x="411" y="718"/>
                  </a:cubicBezTo>
                  <a:lnTo>
                    <a:pt x="392" y="718"/>
                  </a:lnTo>
                  <a:cubicBezTo>
                    <a:pt x="336" y="718"/>
                    <a:pt x="273" y="726"/>
                    <a:pt x="218" y="726"/>
                  </a:cubicBezTo>
                  <a:cubicBezTo>
                    <a:pt x="186" y="726"/>
                    <a:pt x="159" y="722"/>
                    <a:pt x="139" y="718"/>
                  </a:cubicBezTo>
                  <a:cubicBezTo>
                    <a:pt x="115" y="711"/>
                    <a:pt x="95" y="698"/>
                    <a:pt x="79" y="682"/>
                  </a:cubicBezTo>
                  <a:cubicBezTo>
                    <a:pt x="68" y="667"/>
                    <a:pt x="56" y="647"/>
                    <a:pt x="52" y="624"/>
                  </a:cubicBezTo>
                  <a:cubicBezTo>
                    <a:pt x="44" y="596"/>
                    <a:pt x="44" y="569"/>
                    <a:pt x="44" y="540"/>
                  </a:cubicBezTo>
                  <a:cubicBezTo>
                    <a:pt x="44" y="498"/>
                    <a:pt x="48" y="454"/>
                    <a:pt x="56" y="418"/>
                  </a:cubicBezTo>
                  <a:cubicBezTo>
                    <a:pt x="86" y="304"/>
                    <a:pt x="91" y="187"/>
                    <a:pt x="92" y="76"/>
                  </a:cubicBezTo>
                  <a:lnTo>
                    <a:pt x="92" y="76"/>
                  </a:lnTo>
                  <a:cubicBezTo>
                    <a:pt x="162" y="88"/>
                    <a:pt x="234" y="91"/>
                    <a:pt x="305" y="91"/>
                  </a:cubicBezTo>
                  <a:cubicBezTo>
                    <a:pt x="454" y="91"/>
                    <a:pt x="605" y="72"/>
                    <a:pt x="754" y="48"/>
                  </a:cubicBezTo>
                  <a:cubicBezTo>
                    <a:pt x="774" y="48"/>
                    <a:pt x="794" y="43"/>
                    <a:pt x="813" y="43"/>
                  </a:cubicBezTo>
                  <a:close/>
                  <a:moveTo>
                    <a:pt x="813" y="1"/>
                  </a:moveTo>
                  <a:cubicBezTo>
                    <a:pt x="789" y="1"/>
                    <a:pt x="770" y="5"/>
                    <a:pt x="750" y="5"/>
                  </a:cubicBezTo>
                  <a:cubicBezTo>
                    <a:pt x="596" y="28"/>
                    <a:pt x="450" y="48"/>
                    <a:pt x="305" y="48"/>
                  </a:cubicBezTo>
                  <a:cubicBezTo>
                    <a:pt x="230" y="48"/>
                    <a:pt x="150" y="43"/>
                    <a:pt x="76" y="28"/>
                  </a:cubicBezTo>
                  <a:cubicBezTo>
                    <a:pt x="68" y="28"/>
                    <a:pt x="64" y="28"/>
                    <a:pt x="56" y="32"/>
                  </a:cubicBezTo>
                  <a:cubicBezTo>
                    <a:pt x="52" y="36"/>
                    <a:pt x="48" y="43"/>
                    <a:pt x="48" y="52"/>
                  </a:cubicBezTo>
                  <a:cubicBezTo>
                    <a:pt x="48" y="170"/>
                    <a:pt x="44" y="292"/>
                    <a:pt x="17" y="407"/>
                  </a:cubicBezTo>
                  <a:cubicBezTo>
                    <a:pt x="5" y="446"/>
                    <a:pt x="1" y="493"/>
                    <a:pt x="1" y="540"/>
                  </a:cubicBezTo>
                  <a:cubicBezTo>
                    <a:pt x="1" y="572"/>
                    <a:pt x="1" y="604"/>
                    <a:pt x="8" y="631"/>
                  </a:cubicBezTo>
                  <a:cubicBezTo>
                    <a:pt x="17" y="663"/>
                    <a:pt x="28" y="691"/>
                    <a:pt x="48" y="711"/>
                  </a:cubicBezTo>
                  <a:cubicBezTo>
                    <a:pt x="68" y="734"/>
                    <a:pt x="95" y="749"/>
                    <a:pt x="123" y="758"/>
                  </a:cubicBezTo>
                  <a:cubicBezTo>
                    <a:pt x="155" y="765"/>
                    <a:pt x="186" y="769"/>
                    <a:pt x="218" y="769"/>
                  </a:cubicBezTo>
                  <a:cubicBezTo>
                    <a:pt x="277" y="769"/>
                    <a:pt x="344" y="762"/>
                    <a:pt x="392" y="762"/>
                  </a:cubicBezTo>
                  <a:lnTo>
                    <a:pt x="411" y="762"/>
                  </a:lnTo>
                  <a:cubicBezTo>
                    <a:pt x="505" y="765"/>
                    <a:pt x="600" y="765"/>
                    <a:pt x="699" y="765"/>
                  </a:cubicBezTo>
                  <a:lnTo>
                    <a:pt x="936" y="765"/>
                  </a:lnTo>
                  <a:cubicBezTo>
                    <a:pt x="1144" y="769"/>
                    <a:pt x="1349" y="789"/>
                    <a:pt x="1558" y="793"/>
                  </a:cubicBezTo>
                  <a:lnTo>
                    <a:pt x="1622" y="793"/>
                  </a:lnTo>
                  <a:cubicBezTo>
                    <a:pt x="1704" y="793"/>
                    <a:pt x="1839" y="789"/>
                    <a:pt x="1957" y="762"/>
                  </a:cubicBezTo>
                  <a:cubicBezTo>
                    <a:pt x="2012" y="749"/>
                    <a:pt x="2067" y="730"/>
                    <a:pt x="2106" y="698"/>
                  </a:cubicBezTo>
                  <a:cubicBezTo>
                    <a:pt x="2126" y="687"/>
                    <a:pt x="2146" y="667"/>
                    <a:pt x="2158" y="647"/>
                  </a:cubicBezTo>
                  <a:cubicBezTo>
                    <a:pt x="2170" y="627"/>
                    <a:pt x="2177" y="604"/>
                    <a:pt x="2177" y="576"/>
                  </a:cubicBezTo>
                  <a:cubicBezTo>
                    <a:pt x="2177" y="540"/>
                    <a:pt x="2166" y="505"/>
                    <a:pt x="2142" y="465"/>
                  </a:cubicBezTo>
                  <a:cubicBezTo>
                    <a:pt x="2130" y="442"/>
                    <a:pt x="2110" y="422"/>
                    <a:pt x="2090" y="411"/>
                  </a:cubicBezTo>
                  <a:cubicBezTo>
                    <a:pt x="2071" y="395"/>
                    <a:pt x="2048" y="387"/>
                    <a:pt x="2028" y="375"/>
                  </a:cubicBezTo>
                  <a:cubicBezTo>
                    <a:pt x="1803" y="276"/>
                    <a:pt x="1578" y="237"/>
                    <a:pt x="1346" y="185"/>
                  </a:cubicBezTo>
                  <a:cubicBezTo>
                    <a:pt x="1262" y="166"/>
                    <a:pt x="1180" y="127"/>
                    <a:pt x="1097" y="91"/>
                  </a:cubicBezTo>
                  <a:cubicBezTo>
                    <a:pt x="1014" y="52"/>
                    <a:pt x="927" y="16"/>
                    <a:pt x="841" y="5"/>
                  </a:cubicBezTo>
                  <a:cubicBezTo>
                    <a:pt x="833" y="1"/>
                    <a:pt x="821" y="1"/>
                    <a:pt x="813"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6" name="Google Shape;2766;p54"/>
            <p:cNvSpPr/>
            <p:nvPr/>
          </p:nvSpPr>
          <p:spPr>
            <a:xfrm>
              <a:off x="3876645" y="4400094"/>
              <a:ext cx="1064429" cy="4320421"/>
            </a:xfrm>
            <a:custGeom>
              <a:rect b="b" l="l" r="r" t="t"/>
              <a:pathLst>
                <a:path extrusionOk="0" h="8337" w="2054">
                  <a:moveTo>
                    <a:pt x="1335" y="0"/>
                  </a:moveTo>
                  <a:cubicBezTo>
                    <a:pt x="1082" y="0"/>
                    <a:pt x="832" y="211"/>
                    <a:pt x="686" y="438"/>
                  </a:cubicBezTo>
                  <a:cubicBezTo>
                    <a:pt x="363" y="942"/>
                    <a:pt x="272" y="1562"/>
                    <a:pt x="209" y="2161"/>
                  </a:cubicBezTo>
                  <a:cubicBezTo>
                    <a:pt x="0" y="4169"/>
                    <a:pt x="185" y="6147"/>
                    <a:pt x="146" y="8158"/>
                  </a:cubicBezTo>
                  <a:cubicBezTo>
                    <a:pt x="144" y="8287"/>
                    <a:pt x="261" y="8337"/>
                    <a:pt x="404" y="8337"/>
                  </a:cubicBezTo>
                  <a:cubicBezTo>
                    <a:pt x="591" y="8337"/>
                    <a:pt x="823" y="8253"/>
                    <a:pt x="903" y="8151"/>
                  </a:cubicBezTo>
                  <a:cubicBezTo>
                    <a:pt x="907" y="8147"/>
                    <a:pt x="911" y="8143"/>
                    <a:pt x="915" y="8139"/>
                  </a:cubicBezTo>
                  <a:cubicBezTo>
                    <a:pt x="1033" y="7969"/>
                    <a:pt x="1069" y="7575"/>
                    <a:pt x="1120" y="7382"/>
                  </a:cubicBezTo>
                  <a:cubicBezTo>
                    <a:pt x="1262" y="6838"/>
                    <a:pt x="1380" y="6286"/>
                    <a:pt x="1408" y="5726"/>
                  </a:cubicBezTo>
                  <a:cubicBezTo>
                    <a:pt x="1424" y="5395"/>
                    <a:pt x="1408" y="5064"/>
                    <a:pt x="1467" y="4740"/>
                  </a:cubicBezTo>
                  <a:cubicBezTo>
                    <a:pt x="1514" y="4476"/>
                    <a:pt x="1609" y="4223"/>
                    <a:pt x="1680" y="3967"/>
                  </a:cubicBezTo>
                  <a:cubicBezTo>
                    <a:pt x="1881" y="3226"/>
                    <a:pt x="1999" y="2480"/>
                    <a:pt x="2035" y="1712"/>
                  </a:cubicBezTo>
                  <a:cubicBezTo>
                    <a:pt x="2054" y="1235"/>
                    <a:pt x="2039" y="726"/>
                    <a:pt x="1794" y="316"/>
                  </a:cubicBezTo>
                  <a:cubicBezTo>
                    <a:pt x="1719" y="198"/>
                    <a:pt x="1624" y="87"/>
                    <a:pt x="1498" y="32"/>
                  </a:cubicBezTo>
                  <a:cubicBezTo>
                    <a:pt x="1444" y="10"/>
                    <a:pt x="1389" y="0"/>
                    <a:pt x="1335" y="0"/>
                  </a:cubicBezTo>
                  <a:close/>
                </a:path>
              </a:pathLst>
            </a:custGeom>
            <a:solidFill>
              <a:schemeClr val="accent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7" name="Google Shape;2767;p54"/>
            <p:cNvSpPr/>
            <p:nvPr/>
          </p:nvSpPr>
          <p:spPr>
            <a:xfrm>
              <a:off x="3919139" y="4388175"/>
              <a:ext cx="1026599" cy="4342705"/>
            </a:xfrm>
            <a:custGeom>
              <a:rect b="b" l="l" r="r" t="t"/>
              <a:pathLst>
                <a:path extrusionOk="0" h="8380" w="1981">
                  <a:moveTo>
                    <a:pt x="1251" y="43"/>
                  </a:moveTo>
                  <a:cubicBezTo>
                    <a:pt x="1302" y="43"/>
                    <a:pt x="1353" y="55"/>
                    <a:pt x="1409" y="75"/>
                  </a:cubicBezTo>
                  <a:cubicBezTo>
                    <a:pt x="1468" y="102"/>
                    <a:pt x="1522" y="142"/>
                    <a:pt x="1570" y="189"/>
                  </a:cubicBezTo>
                  <a:cubicBezTo>
                    <a:pt x="1617" y="237"/>
                    <a:pt x="1657" y="292"/>
                    <a:pt x="1693" y="350"/>
                  </a:cubicBezTo>
                  <a:cubicBezTo>
                    <a:pt x="1890" y="678"/>
                    <a:pt x="1937" y="1069"/>
                    <a:pt x="1937" y="1458"/>
                  </a:cubicBezTo>
                  <a:cubicBezTo>
                    <a:pt x="1937" y="1549"/>
                    <a:pt x="1933" y="1644"/>
                    <a:pt x="1929" y="1735"/>
                  </a:cubicBezTo>
                  <a:cubicBezTo>
                    <a:pt x="1897" y="2503"/>
                    <a:pt x="1775" y="3245"/>
                    <a:pt x="1578" y="3982"/>
                  </a:cubicBezTo>
                  <a:cubicBezTo>
                    <a:pt x="1507" y="4243"/>
                    <a:pt x="1413" y="4495"/>
                    <a:pt x="1365" y="4759"/>
                  </a:cubicBezTo>
                  <a:cubicBezTo>
                    <a:pt x="1306" y="5087"/>
                    <a:pt x="1318" y="5418"/>
                    <a:pt x="1302" y="5744"/>
                  </a:cubicBezTo>
                  <a:cubicBezTo>
                    <a:pt x="1274" y="6305"/>
                    <a:pt x="1160" y="6856"/>
                    <a:pt x="1014" y="7397"/>
                  </a:cubicBezTo>
                  <a:cubicBezTo>
                    <a:pt x="991" y="7495"/>
                    <a:pt x="967" y="7642"/>
                    <a:pt x="939" y="7788"/>
                  </a:cubicBezTo>
                  <a:cubicBezTo>
                    <a:pt x="923" y="7859"/>
                    <a:pt x="907" y="7930"/>
                    <a:pt x="884" y="7992"/>
                  </a:cubicBezTo>
                  <a:cubicBezTo>
                    <a:pt x="865" y="8055"/>
                    <a:pt x="841" y="8110"/>
                    <a:pt x="813" y="8146"/>
                  </a:cubicBezTo>
                  <a:cubicBezTo>
                    <a:pt x="813" y="8154"/>
                    <a:pt x="809" y="8158"/>
                    <a:pt x="805" y="8162"/>
                  </a:cubicBezTo>
                  <a:cubicBezTo>
                    <a:pt x="785" y="8181"/>
                    <a:pt x="758" y="8205"/>
                    <a:pt x="727" y="8229"/>
                  </a:cubicBezTo>
                  <a:cubicBezTo>
                    <a:pt x="620" y="8292"/>
                    <a:pt x="458" y="8336"/>
                    <a:pt x="324" y="8336"/>
                  </a:cubicBezTo>
                  <a:cubicBezTo>
                    <a:pt x="253" y="8336"/>
                    <a:pt x="194" y="8323"/>
                    <a:pt x="150" y="8300"/>
                  </a:cubicBezTo>
                  <a:cubicBezTo>
                    <a:pt x="131" y="8288"/>
                    <a:pt x="115" y="8272"/>
                    <a:pt x="103" y="8252"/>
                  </a:cubicBezTo>
                  <a:cubicBezTo>
                    <a:pt x="92" y="8233"/>
                    <a:pt x="88" y="8214"/>
                    <a:pt x="88" y="8186"/>
                  </a:cubicBezTo>
                  <a:lnTo>
                    <a:pt x="88" y="8181"/>
                  </a:lnTo>
                  <a:cubicBezTo>
                    <a:pt x="92" y="7985"/>
                    <a:pt x="92" y="7788"/>
                    <a:pt x="92" y="7590"/>
                  </a:cubicBezTo>
                  <a:cubicBezTo>
                    <a:pt x="92" y="6534"/>
                    <a:pt x="48" y="5484"/>
                    <a:pt x="48" y="4436"/>
                  </a:cubicBezTo>
                  <a:cubicBezTo>
                    <a:pt x="48" y="3686"/>
                    <a:pt x="68" y="2938"/>
                    <a:pt x="146" y="2184"/>
                  </a:cubicBezTo>
                  <a:cubicBezTo>
                    <a:pt x="210" y="1589"/>
                    <a:pt x="301" y="974"/>
                    <a:pt x="623" y="473"/>
                  </a:cubicBezTo>
                  <a:cubicBezTo>
                    <a:pt x="694" y="363"/>
                    <a:pt x="789" y="252"/>
                    <a:pt x="900" y="173"/>
                  </a:cubicBezTo>
                  <a:cubicBezTo>
                    <a:pt x="1010" y="95"/>
                    <a:pt x="1129" y="43"/>
                    <a:pt x="1251" y="43"/>
                  </a:cubicBezTo>
                  <a:close/>
                  <a:moveTo>
                    <a:pt x="1251" y="0"/>
                  </a:moveTo>
                  <a:cubicBezTo>
                    <a:pt x="1116" y="0"/>
                    <a:pt x="991" y="55"/>
                    <a:pt x="876" y="137"/>
                  </a:cubicBezTo>
                  <a:cubicBezTo>
                    <a:pt x="762" y="221"/>
                    <a:pt x="659" y="335"/>
                    <a:pt x="585" y="450"/>
                  </a:cubicBezTo>
                  <a:cubicBezTo>
                    <a:pt x="257" y="962"/>
                    <a:pt x="166" y="1581"/>
                    <a:pt x="103" y="2181"/>
                  </a:cubicBezTo>
                  <a:cubicBezTo>
                    <a:pt x="24" y="2938"/>
                    <a:pt x="1" y="3686"/>
                    <a:pt x="1" y="4436"/>
                  </a:cubicBezTo>
                  <a:cubicBezTo>
                    <a:pt x="1" y="5489"/>
                    <a:pt x="48" y="6538"/>
                    <a:pt x="48" y="7590"/>
                  </a:cubicBezTo>
                  <a:cubicBezTo>
                    <a:pt x="48" y="7788"/>
                    <a:pt x="44" y="7981"/>
                    <a:pt x="44" y="8178"/>
                  </a:cubicBezTo>
                  <a:lnTo>
                    <a:pt x="44" y="8186"/>
                  </a:lnTo>
                  <a:cubicBezTo>
                    <a:pt x="44" y="8217"/>
                    <a:pt x="52" y="8249"/>
                    <a:pt x="64" y="8276"/>
                  </a:cubicBezTo>
                  <a:cubicBezTo>
                    <a:pt x="88" y="8316"/>
                    <a:pt x="127" y="8339"/>
                    <a:pt x="170" y="8355"/>
                  </a:cubicBezTo>
                  <a:cubicBezTo>
                    <a:pt x="214" y="8375"/>
                    <a:pt x="268" y="8379"/>
                    <a:pt x="324" y="8379"/>
                  </a:cubicBezTo>
                  <a:cubicBezTo>
                    <a:pt x="419" y="8379"/>
                    <a:pt x="525" y="8359"/>
                    <a:pt x="620" y="8323"/>
                  </a:cubicBezTo>
                  <a:cubicBezTo>
                    <a:pt x="667" y="8308"/>
                    <a:pt x="710" y="8288"/>
                    <a:pt x="746" y="8265"/>
                  </a:cubicBezTo>
                  <a:cubicBezTo>
                    <a:pt x="785" y="8241"/>
                    <a:pt x="817" y="8217"/>
                    <a:pt x="841" y="8190"/>
                  </a:cubicBezTo>
                  <a:cubicBezTo>
                    <a:pt x="845" y="8181"/>
                    <a:pt x="845" y="8178"/>
                    <a:pt x="849" y="8174"/>
                  </a:cubicBezTo>
                  <a:cubicBezTo>
                    <a:pt x="880" y="8126"/>
                    <a:pt x="907" y="8072"/>
                    <a:pt x="927" y="8004"/>
                  </a:cubicBezTo>
                  <a:cubicBezTo>
                    <a:pt x="959" y="7910"/>
                    <a:pt x="983" y="7795"/>
                    <a:pt x="1002" y="7689"/>
                  </a:cubicBezTo>
                  <a:cubicBezTo>
                    <a:pt x="1022" y="7582"/>
                    <a:pt x="1038" y="7480"/>
                    <a:pt x="1058" y="7409"/>
                  </a:cubicBezTo>
                  <a:cubicBezTo>
                    <a:pt x="1203" y="6865"/>
                    <a:pt x="1318" y="6312"/>
                    <a:pt x="1345" y="5749"/>
                  </a:cubicBezTo>
                  <a:cubicBezTo>
                    <a:pt x="1362" y="5418"/>
                    <a:pt x="1349" y="5087"/>
                    <a:pt x="1404" y="4767"/>
                  </a:cubicBezTo>
                  <a:cubicBezTo>
                    <a:pt x="1451" y="4507"/>
                    <a:pt x="1551" y="4254"/>
                    <a:pt x="1617" y="3994"/>
                  </a:cubicBezTo>
                  <a:cubicBezTo>
                    <a:pt x="1819" y="3253"/>
                    <a:pt x="1941" y="2508"/>
                    <a:pt x="1972" y="1739"/>
                  </a:cubicBezTo>
                  <a:cubicBezTo>
                    <a:pt x="1977" y="1644"/>
                    <a:pt x="1980" y="1549"/>
                    <a:pt x="1980" y="1458"/>
                  </a:cubicBezTo>
                  <a:cubicBezTo>
                    <a:pt x="1980" y="1065"/>
                    <a:pt x="1933" y="666"/>
                    <a:pt x="1728" y="327"/>
                  </a:cubicBezTo>
                  <a:cubicBezTo>
                    <a:pt x="1693" y="268"/>
                    <a:pt x="1649" y="208"/>
                    <a:pt x="1598" y="157"/>
                  </a:cubicBezTo>
                  <a:cubicBezTo>
                    <a:pt x="1551" y="106"/>
                    <a:pt x="1491" y="63"/>
                    <a:pt x="1424" y="35"/>
                  </a:cubicBezTo>
                  <a:cubicBezTo>
                    <a:pt x="1365" y="12"/>
                    <a:pt x="1306" y="0"/>
                    <a:pt x="1251"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8" name="Google Shape;2768;p54"/>
            <p:cNvSpPr/>
            <p:nvPr/>
          </p:nvSpPr>
          <p:spPr>
            <a:xfrm>
              <a:off x="3414392" y="3135116"/>
              <a:ext cx="2892200" cy="2809284"/>
            </a:xfrm>
            <a:custGeom>
              <a:rect b="b" l="l" r="r" t="t"/>
              <a:pathLst>
                <a:path extrusionOk="0" h="5421" w="5581">
                  <a:moveTo>
                    <a:pt x="4025" y="0"/>
                  </a:moveTo>
                  <a:cubicBezTo>
                    <a:pt x="3975" y="0"/>
                    <a:pt x="3926" y="2"/>
                    <a:pt x="3877" y="5"/>
                  </a:cubicBezTo>
                  <a:cubicBezTo>
                    <a:pt x="3431" y="24"/>
                    <a:pt x="2989" y="67"/>
                    <a:pt x="2548" y="131"/>
                  </a:cubicBezTo>
                  <a:cubicBezTo>
                    <a:pt x="2398" y="154"/>
                    <a:pt x="2055" y="147"/>
                    <a:pt x="1937" y="242"/>
                  </a:cubicBezTo>
                  <a:cubicBezTo>
                    <a:pt x="1815" y="340"/>
                    <a:pt x="1787" y="624"/>
                    <a:pt x="1768" y="770"/>
                  </a:cubicBezTo>
                  <a:cubicBezTo>
                    <a:pt x="1708" y="1235"/>
                    <a:pt x="1720" y="1590"/>
                    <a:pt x="1397" y="1969"/>
                  </a:cubicBezTo>
                  <a:cubicBezTo>
                    <a:pt x="1195" y="2205"/>
                    <a:pt x="955" y="2430"/>
                    <a:pt x="856" y="2726"/>
                  </a:cubicBezTo>
                  <a:cubicBezTo>
                    <a:pt x="801" y="2879"/>
                    <a:pt x="789" y="3052"/>
                    <a:pt x="714" y="3199"/>
                  </a:cubicBezTo>
                  <a:cubicBezTo>
                    <a:pt x="647" y="3329"/>
                    <a:pt x="541" y="3427"/>
                    <a:pt x="450" y="3541"/>
                  </a:cubicBezTo>
                  <a:cubicBezTo>
                    <a:pt x="154" y="3916"/>
                    <a:pt x="72" y="4413"/>
                    <a:pt x="1" y="4886"/>
                  </a:cubicBezTo>
                  <a:cubicBezTo>
                    <a:pt x="1085" y="5143"/>
                    <a:pt x="2185" y="5394"/>
                    <a:pt x="3301" y="5418"/>
                  </a:cubicBezTo>
                  <a:cubicBezTo>
                    <a:pt x="3365" y="5419"/>
                    <a:pt x="3428" y="5420"/>
                    <a:pt x="3492" y="5420"/>
                  </a:cubicBezTo>
                  <a:cubicBezTo>
                    <a:pt x="3819" y="5420"/>
                    <a:pt x="4146" y="5403"/>
                    <a:pt x="4476" y="5387"/>
                  </a:cubicBezTo>
                  <a:cubicBezTo>
                    <a:pt x="4820" y="5367"/>
                    <a:pt x="5162" y="5352"/>
                    <a:pt x="5510" y="5332"/>
                  </a:cubicBezTo>
                  <a:cubicBezTo>
                    <a:pt x="5581" y="5328"/>
                    <a:pt x="5383" y="3980"/>
                    <a:pt x="5190" y="2753"/>
                  </a:cubicBezTo>
                  <a:cubicBezTo>
                    <a:pt x="5044" y="1830"/>
                    <a:pt x="4894" y="975"/>
                    <a:pt x="4862" y="825"/>
                  </a:cubicBezTo>
                  <a:cubicBezTo>
                    <a:pt x="4807" y="560"/>
                    <a:pt x="4733" y="269"/>
                    <a:pt x="4512" y="119"/>
                  </a:cubicBezTo>
                  <a:cubicBezTo>
                    <a:pt x="4371" y="24"/>
                    <a:pt x="4197" y="0"/>
                    <a:pt x="4025" y="0"/>
                  </a:cubicBez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9" name="Google Shape;2769;p54"/>
            <p:cNvSpPr/>
            <p:nvPr/>
          </p:nvSpPr>
          <p:spPr>
            <a:xfrm>
              <a:off x="3402472" y="3122679"/>
              <a:ext cx="2885463" cy="2832604"/>
            </a:xfrm>
            <a:custGeom>
              <a:rect b="b" l="l" r="r" t="t"/>
              <a:pathLst>
                <a:path extrusionOk="0" h="5466" w="5568">
                  <a:moveTo>
                    <a:pt x="4046" y="44"/>
                  </a:moveTo>
                  <a:cubicBezTo>
                    <a:pt x="4128" y="44"/>
                    <a:pt x="4215" y="53"/>
                    <a:pt x="4299" y="68"/>
                  </a:cubicBezTo>
                  <a:cubicBezTo>
                    <a:pt x="4377" y="84"/>
                    <a:pt x="4452" y="115"/>
                    <a:pt x="4523" y="159"/>
                  </a:cubicBezTo>
                  <a:cubicBezTo>
                    <a:pt x="4630" y="233"/>
                    <a:pt x="4701" y="340"/>
                    <a:pt x="4752" y="462"/>
                  </a:cubicBezTo>
                  <a:cubicBezTo>
                    <a:pt x="4807" y="584"/>
                    <a:pt x="4838" y="719"/>
                    <a:pt x="4866" y="852"/>
                  </a:cubicBezTo>
                  <a:cubicBezTo>
                    <a:pt x="4881" y="928"/>
                    <a:pt x="4925" y="1180"/>
                    <a:pt x="4985" y="1527"/>
                  </a:cubicBezTo>
                  <a:cubicBezTo>
                    <a:pt x="5043" y="1874"/>
                    <a:pt x="5118" y="2319"/>
                    <a:pt x="5189" y="2781"/>
                  </a:cubicBezTo>
                  <a:cubicBezTo>
                    <a:pt x="5276" y="3305"/>
                    <a:pt x="5358" y="3849"/>
                    <a:pt x="5422" y="4303"/>
                  </a:cubicBezTo>
                  <a:cubicBezTo>
                    <a:pt x="5453" y="4532"/>
                    <a:pt x="5477" y="4737"/>
                    <a:pt x="5497" y="4903"/>
                  </a:cubicBezTo>
                  <a:cubicBezTo>
                    <a:pt x="5513" y="5068"/>
                    <a:pt x="5524" y="5198"/>
                    <a:pt x="5524" y="5273"/>
                  </a:cubicBezTo>
                  <a:cubicBezTo>
                    <a:pt x="5524" y="5300"/>
                    <a:pt x="5524" y="5320"/>
                    <a:pt x="5520" y="5332"/>
                  </a:cubicBezTo>
                  <a:lnTo>
                    <a:pt x="5520" y="5333"/>
                  </a:lnTo>
                  <a:lnTo>
                    <a:pt x="5520" y="5333"/>
                  </a:lnTo>
                  <a:cubicBezTo>
                    <a:pt x="5180" y="5352"/>
                    <a:pt x="4840" y="5371"/>
                    <a:pt x="4495" y="5387"/>
                  </a:cubicBezTo>
                  <a:cubicBezTo>
                    <a:pt x="4168" y="5407"/>
                    <a:pt x="3837" y="5423"/>
                    <a:pt x="3505" y="5423"/>
                  </a:cubicBezTo>
                  <a:cubicBezTo>
                    <a:pt x="3442" y="5423"/>
                    <a:pt x="3383" y="5423"/>
                    <a:pt x="3324" y="5418"/>
                  </a:cubicBezTo>
                  <a:cubicBezTo>
                    <a:pt x="2218" y="5400"/>
                    <a:pt x="1129" y="5146"/>
                    <a:pt x="47" y="4895"/>
                  </a:cubicBezTo>
                  <a:lnTo>
                    <a:pt x="47" y="4895"/>
                  </a:lnTo>
                  <a:cubicBezTo>
                    <a:pt x="81" y="4664"/>
                    <a:pt x="120" y="4431"/>
                    <a:pt x="186" y="4208"/>
                  </a:cubicBezTo>
                  <a:cubicBezTo>
                    <a:pt x="253" y="3980"/>
                    <a:pt x="343" y="3762"/>
                    <a:pt x="493" y="3582"/>
                  </a:cubicBezTo>
                  <a:cubicBezTo>
                    <a:pt x="579" y="3467"/>
                    <a:pt x="690" y="3369"/>
                    <a:pt x="757" y="3234"/>
                  </a:cubicBezTo>
                  <a:cubicBezTo>
                    <a:pt x="797" y="3156"/>
                    <a:pt x="816" y="3076"/>
                    <a:pt x="836" y="2994"/>
                  </a:cubicBezTo>
                  <a:cubicBezTo>
                    <a:pt x="856" y="2911"/>
                    <a:pt x="872" y="2832"/>
                    <a:pt x="899" y="2754"/>
                  </a:cubicBezTo>
                  <a:cubicBezTo>
                    <a:pt x="950" y="2612"/>
                    <a:pt x="1034" y="2481"/>
                    <a:pt x="1128" y="2363"/>
                  </a:cubicBezTo>
                  <a:cubicBezTo>
                    <a:pt x="1227" y="2241"/>
                    <a:pt x="1336" y="2126"/>
                    <a:pt x="1436" y="2004"/>
                  </a:cubicBezTo>
                  <a:cubicBezTo>
                    <a:pt x="1601" y="1815"/>
                    <a:pt x="1680" y="1625"/>
                    <a:pt x="1724" y="1429"/>
                  </a:cubicBezTo>
                  <a:cubicBezTo>
                    <a:pt x="1771" y="1231"/>
                    <a:pt x="1782" y="1026"/>
                    <a:pt x="1814" y="797"/>
                  </a:cubicBezTo>
                  <a:cubicBezTo>
                    <a:pt x="1822" y="723"/>
                    <a:pt x="1833" y="616"/>
                    <a:pt x="1857" y="517"/>
                  </a:cubicBezTo>
                  <a:cubicBezTo>
                    <a:pt x="1869" y="466"/>
                    <a:pt x="1885" y="419"/>
                    <a:pt x="1904" y="379"/>
                  </a:cubicBezTo>
                  <a:cubicBezTo>
                    <a:pt x="1924" y="337"/>
                    <a:pt x="1948" y="304"/>
                    <a:pt x="1975" y="281"/>
                  </a:cubicBezTo>
                  <a:cubicBezTo>
                    <a:pt x="1999" y="261"/>
                    <a:pt x="2042" y="246"/>
                    <a:pt x="2090" y="233"/>
                  </a:cubicBezTo>
                  <a:cubicBezTo>
                    <a:pt x="2165" y="214"/>
                    <a:pt x="2255" y="206"/>
                    <a:pt x="2346" y="198"/>
                  </a:cubicBezTo>
                  <a:cubicBezTo>
                    <a:pt x="2433" y="190"/>
                    <a:pt x="2516" y="186"/>
                    <a:pt x="2575" y="178"/>
                  </a:cubicBezTo>
                  <a:cubicBezTo>
                    <a:pt x="3012" y="111"/>
                    <a:pt x="3458" y="68"/>
                    <a:pt x="3900" y="48"/>
                  </a:cubicBezTo>
                  <a:cubicBezTo>
                    <a:pt x="3947" y="48"/>
                    <a:pt x="3995" y="44"/>
                    <a:pt x="4046" y="44"/>
                  </a:cubicBezTo>
                  <a:close/>
                  <a:moveTo>
                    <a:pt x="4046" y="1"/>
                  </a:moveTo>
                  <a:cubicBezTo>
                    <a:pt x="3995" y="1"/>
                    <a:pt x="3947" y="5"/>
                    <a:pt x="3900" y="5"/>
                  </a:cubicBezTo>
                  <a:cubicBezTo>
                    <a:pt x="3454" y="24"/>
                    <a:pt x="3009" y="68"/>
                    <a:pt x="2567" y="135"/>
                  </a:cubicBezTo>
                  <a:cubicBezTo>
                    <a:pt x="2532" y="139"/>
                    <a:pt x="2484" y="143"/>
                    <a:pt x="2429" y="147"/>
                  </a:cubicBezTo>
                  <a:cubicBezTo>
                    <a:pt x="2346" y="155"/>
                    <a:pt x="2252" y="159"/>
                    <a:pt x="2161" y="175"/>
                  </a:cubicBezTo>
                  <a:cubicBezTo>
                    <a:pt x="2117" y="182"/>
                    <a:pt x="2078" y="190"/>
                    <a:pt x="2042" y="202"/>
                  </a:cubicBezTo>
                  <a:cubicBezTo>
                    <a:pt x="2004" y="214"/>
                    <a:pt x="1971" y="230"/>
                    <a:pt x="1948" y="249"/>
                  </a:cubicBezTo>
                  <a:cubicBezTo>
                    <a:pt x="1913" y="277"/>
                    <a:pt x="1889" y="317"/>
                    <a:pt x="1865" y="360"/>
                  </a:cubicBezTo>
                  <a:cubicBezTo>
                    <a:pt x="1833" y="426"/>
                    <a:pt x="1814" y="506"/>
                    <a:pt x="1798" y="584"/>
                  </a:cubicBezTo>
                  <a:cubicBezTo>
                    <a:pt x="1786" y="663"/>
                    <a:pt x="1778" y="734"/>
                    <a:pt x="1771" y="790"/>
                  </a:cubicBezTo>
                  <a:cubicBezTo>
                    <a:pt x="1739" y="1023"/>
                    <a:pt x="1727" y="1227"/>
                    <a:pt x="1684" y="1420"/>
                  </a:cubicBezTo>
                  <a:cubicBezTo>
                    <a:pt x="1636" y="1609"/>
                    <a:pt x="1562" y="1791"/>
                    <a:pt x="1404" y="1977"/>
                  </a:cubicBezTo>
                  <a:cubicBezTo>
                    <a:pt x="1305" y="2095"/>
                    <a:pt x="1195" y="2213"/>
                    <a:pt x="1096" y="2335"/>
                  </a:cubicBezTo>
                  <a:cubicBezTo>
                    <a:pt x="998" y="2457"/>
                    <a:pt x="911" y="2588"/>
                    <a:pt x="860" y="2741"/>
                  </a:cubicBezTo>
                  <a:cubicBezTo>
                    <a:pt x="832" y="2821"/>
                    <a:pt x="812" y="2903"/>
                    <a:pt x="797" y="2982"/>
                  </a:cubicBezTo>
                  <a:cubicBezTo>
                    <a:pt x="777" y="3065"/>
                    <a:pt x="754" y="3143"/>
                    <a:pt x="718" y="3214"/>
                  </a:cubicBezTo>
                  <a:cubicBezTo>
                    <a:pt x="655" y="3336"/>
                    <a:pt x="548" y="3440"/>
                    <a:pt x="457" y="3554"/>
                  </a:cubicBezTo>
                  <a:cubicBezTo>
                    <a:pt x="308" y="3743"/>
                    <a:pt x="209" y="3964"/>
                    <a:pt x="142" y="4197"/>
                  </a:cubicBezTo>
                  <a:cubicBezTo>
                    <a:pt x="75" y="4429"/>
                    <a:pt x="35" y="4670"/>
                    <a:pt x="0" y="4906"/>
                  </a:cubicBezTo>
                  <a:cubicBezTo>
                    <a:pt x="0" y="4918"/>
                    <a:pt x="8" y="4930"/>
                    <a:pt x="16" y="4934"/>
                  </a:cubicBezTo>
                  <a:cubicBezTo>
                    <a:pt x="1105" y="5187"/>
                    <a:pt x="2204" y="5442"/>
                    <a:pt x="3324" y="5462"/>
                  </a:cubicBezTo>
                  <a:cubicBezTo>
                    <a:pt x="3383" y="5466"/>
                    <a:pt x="3442" y="5466"/>
                    <a:pt x="3505" y="5466"/>
                  </a:cubicBezTo>
                  <a:cubicBezTo>
                    <a:pt x="3837" y="5466"/>
                    <a:pt x="4168" y="5451"/>
                    <a:pt x="4499" y="5431"/>
                  </a:cubicBezTo>
                  <a:cubicBezTo>
                    <a:pt x="4843" y="5415"/>
                    <a:pt x="5189" y="5395"/>
                    <a:pt x="5533" y="5376"/>
                  </a:cubicBezTo>
                  <a:cubicBezTo>
                    <a:pt x="5540" y="5376"/>
                    <a:pt x="5544" y="5376"/>
                    <a:pt x="5548" y="5371"/>
                  </a:cubicBezTo>
                  <a:cubicBezTo>
                    <a:pt x="5556" y="5364"/>
                    <a:pt x="5560" y="5360"/>
                    <a:pt x="5560" y="5352"/>
                  </a:cubicBezTo>
                  <a:cubicBezTo>
                    <a:pt x="5564" y="5344"/>
                    <a:pt x="5564" y="5332"/>
                    <a:pt x="5568" y="5320"/>
                  </a:cubicBezTo>
                  <a:lnTo>
                    <a:pt x="5568" y="5273"/>
                  </a:lnTo>
                  <a:cubicBezTo>
                    <a:pt x="5568" y="5194"/>
                    <a:pt x="5556" y="5064"/>
                    <a:pt x="5540" y="4898"/>
                  </a:cubicBezTo>
                  <a:cubicBezTo>
                    <a:pt x="5485" y="4397"/>
                    <a:pt x="5358" y="3562"/>
                    <a:pt x="5233" y="2773"/>
                  </a:cubicBezTo>
                  <a:cubicBezTo>
                    <a:pt x="5162" y="2312"/>
                    <a:pt x="5087" y="1866"/>
                    <a:pt x="5027" y="1519"/>
                  </a:cubicBezTo>
                  <a:cubicBezTo>
                    <a:pt x="4969" y="1172"/>
                    <a:pt x="4925" y="919"/>
                    <a:pt x="4909" y="845"/>
                  </a:cubicBezTo>
                  <a:cubicBezTo>
                    <a:pt x="4881" y="710"/>
                    <a:pt x="4846" y="568"/>
                    <a:pt x="4795" y="443"/>
                  </a:cubicBezTo>
                  <a:cubicBezTo>
                    <a:pt x="4740" y="317"/>
                    <a:pt x="4661" y="202"/>
                    <a:pt x="4546" y="124"/>
                  </a:cubicBezTo>
                  <a:cubicBezTo>
                    <a:pt x="4472" y="72"/>
                    <a:pt x="4388" y="44"/>
                    <a:pt x="4306" y="24"/>
                  </a:cubicBezTo>
                  <a:cubicBezTo>
                    <a:pt x="4219" y="9"/>
                    <a:pt x="4133" y="1"/>
                    <a:pt x="4046"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0" name="Google Shape;2770;p54"/>
            <p:cNvSpPr/>
            <p:nvPr/>
          </p:nvSpPr>
          <p:spPr>
            <a:xfrm>
              <a:off x="4236291" y="1530186"/>
              <a:ext cx="1869747" cy="1972873"/>
            </a:xfrm>
            <a:custGeom>
              <a:rect b="b" l="l" r="r" t="t"/>
              <a:pathLst>
                <a:path extrusionOk="0" h="3807" w="3608">
                  <a:moveTo>
                    <a:pt x="1622" y="1"/>
                  </a:moveTo>
                  <a:cubicBezTo>
                    <a:pt x="1516" y="1"/>
                    <a:pt x="1410" y="5"/>
                    <a:pt x="1305" y="10"/>
                  </a:cubicBezTo>
                  <a:cubicBezTo>
                    <a:pt x="1171" y="14"/>
                    <a:pt x="765" y="10"/>
                    <a:pt x="517" y="136"/>
                  </a:cubicBezTo>
                  <a:cubicBezTo>
                    <a:pt x="343" y="223"/>
                    <a:pt x="256" y="373"/>
                    <a:pt x="205" y="554"/>
                  </a:cubicBezTo>
                  <a:cubicBezTo>
                    <a:pt x="146" y="760"/>
                    <a:pt x="209" y="866"/>
                    <a:pt x="343" y="1031"/>
                  </a:cubicBezTo>
                  <a:cubicBezTo>
                    <a:pt x="497" y="1224"/>
                    <a:pt x="694" y="1375"/>
                    <a:pt x="666" y="1646"/>
                  </a:cubicBezTo>
                  <a:cubicBezTo>
                    <a:pt x="639" y="1927"/>
                    <a:pt x="528" y="2108"/>
                    <a:pt x="335" y="2301"/>
                  </a:cubicBezTo>
                  <a:cubicBezTo>
                    <a:pt x="150" y="2482"/>
                    <a:pt x="55" y="2766"/>
                    <a:pt x="44" y="3022"/>
                  </a:cubicBezTo>
                  <a:cubicBezTo>
                    <a:pt x="35" y="3204"/>
                    <a:pt x="0" y="3563"/>
                    <a:pt x="177" y="3674"/>
                  </a:cubicBezTo>
                  <a:cubicBezTo>
                    <a:pt x="224" y="3705"/>
                    <a:pt x="280" y="3712"/>
                    <a:pt x="335" y="3725"/>
                  </a:cubicBezTo>
                  <a:cubicBezTo>
                    <a:pt x="645" y="3779"/>
                    <a:pt x="959" y="3807"/>
                    <a:pt x="1274" y="3807"/>
                  </a:cubicBezTo>
                  <a:cubicBezTo>
                    <a:pt x="1933" y="3807"/>
                    <a:pt x="2593" y="3687"/>
                    <a:pt x="3210" y="3452"/>
                  </a:cubicBezTo>
                  <a:cubicBezTo>
                    <a:pt x="3174" y="3200"/>
                    <a:pt x="3214" y="2991"/>
                    <a:pt x="3166" y="2778"/>
                  </a:cubicBezTo>
                  <a:cubicBezTo>
                    <a:pt x="3150" y="2707"/>
                    <a:pt x="3127" y="2640"/>
                    <a:pt x="3087" y="2565"/>
                  </a:cubicBezTo>
                  <a:cubicBezTo>
                    <a:pt x="3012" y="2423"/>
                    <a:pt x="2863" y="2207"/>
                    <a:pt x="2847" y="2045"/>
                  </a:cubicBezTo>
                  <a:cubicBezTo>
                    <a:pt x="2831" y="1872"/>
                    <a:pt x="3005" y="1686"/>
                    <a:pt x="3072" y="1532"/>
                  </a:cubicBezTo>
                  <a:cubicBezTo>
                    <a:pt x="3134" y="1386"/>
                    <a:pt x="3249" y="1284"/>
                    <a:pt x="3360" y="1170"/>
                  </a:cubicBezTo>
                  <a:cubicBezTo>
                    <a:pt x="3427" y="1095"/>
                    <a:pt x="3525" y="897"/>
                    <a:pt x="3607" y="866"/>
                  </a:cubicBezTo>
                  <a:cubicBezTo>
                    <a:pt x="3407" y="609"/>
                    <a:pt x="3083" y="420"/>
                    <a:pt x="2812" y="239"/>
                  </a:cubicBezTo>
                  <a:cubicBezTo>
                    <a:pt x="2504" y="38"/>
                    <a:pt x="2106" y="10"/>
                    <a:pt x="1743" y="3"/>
                  </a:cubicBezTo>
                  <a:cubicBezTo>
                    <a:pt x="1703" y="1"/>
                    <a:pt x="1662" y="1"/>
                    <a:pt x="1622" y="1"/>
                  </a:cubicBez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1" name="Google Shape;2771;p54"/>
            <p:cNvSpPr/>
            <p:nvPr/>
          </p:nvSpPr>
          <p:spPr>
            <a:xfrm>
              <a:off x="4244582" y="1519303"/>
              <a:ext cx="1873893" cy="1994120"/>
            </a:xfrm>
            <a:custGeom>
              <a:rect b="b" l="l" r="r" t="t"/>
              <a:pathLst>
                <a:path extrusionOk="0" h="3848" w="3616">
                  <a:moveTo>
                    <a:pt x="1624" y="43"/>
                  </a:moveTo>
                  <a:cubicBezTo>
                    <a:pt x="1660" y="43"/>
                    <a:pt x="1691" y="43"/>
                    <a:pt x="1727" y="47"/>
                  </a:cubicBezTo>
                  <a:cubicBezTo>
                    <a:pt x="1908" y="47"/>
                    <a:pt x="2097" y="59"/>
                    <a:pt x="2279" y="90"/>
                  </a:cubicBezTo>
                  <a:cubicBezTo>
                    <a:pt x="2461" y="122"/>
                    <a:pt x="2634" y="181"/>
                    <a:pt x="2783" y="279"/>
                  </a:cubicBezTo>
                  <a:cubicBezTo>
                    <a:pt x="2918" y="370"/>
                    <a:pt x="3067" y="461"/>
                    <a:pt x="3209" y="563"/>
                  </a:cubicBezTo>
                  <a:cubicBezTo>
                    <a:pt x="3340" y="661"/>
                    <a:pt x="3463" y="764"/>
                    <a:pt x="3560" y="882"/>
                  </a:cubicBezTo>
                  <a:lnTo>
                    <a:pt x="3560" y="882"/>
                  </a:lnTo>
                  <a:cubicBezTo>
                    <a:pt x="3544" y="893"/>
                    <a:pt x="3529" y="907"/>
                    <a:pt x="3513" y="923"/>
                  </a:cubicBezTo>
                  <a:cubicBezTo>
                    <a:pt x="3478" y="962"/>
                    <a:pt x="3442" y="1009"/>
                    <a:pt x="3411" y="1056"/>
                  </a:cubicBezTo>
                  <a:cubicBezTo>
                    <a:pt x="3379" y="1103"/>
                    <a:pt x="3351" y="1151"/>
                    <a:pt x="3327" y="1174"/>
                  </a:cubicBezTo>
                  <a:cubicBezTo>
                    <a:pt x="3273" y="1234"/>
                    <a:pt x="3218" y="1285"/>
                    <a:pt x="3166" y="1344"/>
                  </a:cubicBezTo>
                  <a:cubicBezTo>
                    <a:pt x="3115" y="1403"/>
                    <a:pt x="3071" y="1471"/>
                    <a:pt x="3036" y="1545"/>
                  </a:cubicBezTo>
                  <a:cubicBezTo>
                    <a:pt x="3005" y="1613"/>
                    <a:pt x="2949" y="1695"/>
                    <a:pt x="2902" y="1778"/>
                  </a:cubicBezTo>
                  <a:cubicBezTo>
                    <a:pt x="2878" y="1822"/>
                    <a:pt x="2854" y="1864"/>
                    <a:pt x="2839" y="1908"/>
                  </a:cubicBezTo>
                  <a:cubicBezTo>
                    <a:pt x="2819" y="1955"/>
                    <a:pt x="2811" y="1999"/>
                    <a:pt x="2811" y="2042"/>
                  </a:cubicBezTo>
                  <a:lnTo>
                    <a:pt x="2811" y="2070"/>
                  </a:lnTo>
                  <a:cubicBezTo>
                    <a:pt x="2819" y="2157"/>
                    <a:pt x="2863" y="2251"/>
                    <a:pt x="2910" y="2346"/>
                  </a:cubicBezTo>
                  <a:cubicBezTo>
                    <a:pt x="2961" y="2437"/>
                    <a:pt x="3016" y="2527"/>
                    <a:pt x="3056" y="2598"/>
                  </a:cubicBezTo>
                  <a:cubicBezTo>
                    <a:pt x="3091" y="2669"/>
                    <a:pt x="3115" y="2736"/>
                    <a:pt x="3131" y="2803"/>
                  </a:cubicBezTo>
                  <a:cubicBezTo>
                    <a:pt x="3154" y="2910"/>
                    <a:pt x="3154" y="3012"/>
                    <a:pt x="3154" y="3123"/>
                  </a:cubicBezTo>
                  <a:cubicBezTo>
                    <a:pt x="3154" y="3227"/>
                    <a:pt x="3154" y="3340"/>
                    <a:pt x="3171" y="3460"/>
                  </a:cubicBezTo>
                  <a:lnTo>
                    <a:pt x="3171" y="3460"/>
                  </a:lnTo>
                  <a:cubicBezTo>
                    <a:pt x="2564" y="3688"/>
                    <a:pt x="1915" y="3804"/>
                    <a:pt x="1262" y="3804"/>
                  </a:cubicBezTo>
                  <a:cubicBezTo>
                    <a:pt x="950" y="3804"/>
                    <a:pt x="634" y="3777"/>
                    <a:pt x="323" y="3722"/>
                  </a:cubicBezTo>
                  <a:cubicBezTo>
                    <a:pt x="268" y="3714"/>
                    <a:pt x="217" y="3702"/>
                    <a:pt x="173" y="3678"/>
                  </a:cubicBezTo>
                  <a:cubicBezTo>
                    <a:pt x="150" y="3659"/>
                    <a:pt x="126" y="3639"/>
                    <a:pt x="110" y="3608"/>
                  </a:cubicBezTo>
                  <a:cubicBezTo>
                    <a:pt x="82" y="3568"/>
                    <a:pt x="66" y="3513"/>
                    <a:pt x="55" y="3454"/>
                  </a:cubicBezTo>
                  <a:cubicBezTo>
                    <a:pt x="43" y="3395"/>
                    <a:pt x="43" y="3327"/>
                    <a:pt x="43" y="3265"/>
                  </a:cubicBezTo>
                  <a:cubicBezTo>
                    <a:pt x="43" y="3182"/>
                    <a:pt x="47" y="3103"/>
                    <a:pt x="51" y="3043"/>
                  </a:cubicBezTo>
                  <a:cubicBezTo>
                    <a:pt x="55" y="2918"/>
                    <a:pt x="82" y="2787"/>
                    <a:pt x="130" y="2661"/>
                  </a:cubicBezTo>
                  <a:cubicBezTo>
                    <a:pt x="177" y="2539"/>
                    <a:pt x="244" y="2425"/>
                    <a:pt x="335" y="2338"/>
                  </a:cubicBezTo>
                  <a:cubicBezTo>
                    <a:pt x="434" y="2239"/>
                    <a:pt x="508" y="2144"/>
                    <a:pt x="568" y="2038"/>
                  </a:cubicBezTo>
                  <a:cubicBezTo>
                    <a:pt x="623" y="1932"/>
                    <a:pt x="658" y="1813"/>
                    <a:pt x="670" y="1671"/>
                  </a:cubicBezTo>
                  <a:cubicBezTo>
                    <a:pt x="674" y="1651"/>
                    <a:pt x="674" y="1636"/>
                    <a:pt x="674" y="1620"/>
                  </a:cubicBezTo>
                  <a:cubicBezTo>
                    <a:pt x="674" y="1557"/>
                    <a:pt x="663" y="1498"/>
                    <a:pt x="643" y="1447"/>
                  </a:cubicBezTo>
                  <a:cubicBezTo>
                    <a:pt x="610" y="1367"/>
                    <a:pt x="563" y="1297"/>
                    <a:pt x="508" y="1234"/>
                  </a:cubicBezTo>
                  <a:cubicBezTo>
                    <a:pt x="453" y="1167"/>
                    <a:pt x="394" y="1103"/>
                    <a:pt x="343" y="1036"/>
                  </a:cubicBezTo>
                  <a:cubicBezTo>
                    <a:pt x="295" y="978"/>
                    <a:pt x="256" y="926"/>
                    <a:pt x="228" y="875"/>
                  </a:cubicBezTo>
                  <a:cubicBezTo>
                    <a:pt x="205" y="823"/>
                    <a:pt x="189" y="772"/>
                    <a:pt x="189" y="717"/>
                  </a:cubicBezTo>
                  <a:cubicBezTo>
                    <a:pt x="189" y="674"/>
                    <a:pt x="197" y="630"/>
                    <a:pt x="208" y="579"/>
                  </a:cubicBezTo>
                  <a:cubicBezTo>
                    <a:pt x="237" y="492"/>
                    <a:pt x="268" y="410"/>
                    <a:pt x="315" y="343"/>
                  </a:cubicBezTo>
                  <a:cubicBezTo>
                    <a:pt x="363" y="275"/>
                    <a:pt x="426" y="217"/>
                    <a:pt x="508" y="177"/>
                  </a:cubicBezTo>
                  <a:cubicBezTo>
                    <a:pt x="630" y="114"/>
                    <a:pt x="792" y="86"/>
                    <a:pt x="942" y="71"/>
                  </a:cubicBezTo>
                  <a:cubicBezTo>
                    <a:pt x="1088" y="55"/>
                    <a:pt x="1222" y="55"/>
                    <a:pt x="1289" y="51"/>
                  </a:cubicBezTo>
                  <a:cubicBezTo>
                    <a:pt x="1400" y="47"/>
                    <a:pt x="1514" y="43"/>
                    <a:pt x="1624" y="43"/>
                  </a:cubicBezTo>
                  <a:close/>
                  <a:moveTo>
                    <a:pt x="1624" y="0"/>
                  </a:moveTo>
                  <a:cubicBezTo>
                    <a:pt x="1510" y="0"/>
                    <a:pt x="1400" y="4"/>
                    <a:pt x="1289" y="8"/>
                  </a:cubicBezTo>
                  <a:cubicBezTo>
                    <a:pt x="1222" y="11"/>
                    <a:pt x="1088" y="11"/>
                    <a:pt x="938" y="27"/>
                  </a:cubicBezTo>
                  <a:cubicBezTo>
                    <a:pt x="785" y="43"/>
                    <a:pt x="619" y="71"/>
                    <a:pt x="488" y="137"/>
                  </a:cubicBezTo>
                  <a:cubicBezTo>
                    <a:pt x="402" y="181"/>
                    <a:pt x="331" y="244"/>
                    <a:pt x="279" y="319"/>
                  </a:cubicBezTo>
                  <a:cubicBezTo>
                    <a:pt x="228" y="390"/>
                    <a:pt x="193" y="477"/>
                    <a:pt x="170" y="568"/>
                  </a:cubicBezTo>
                  <a:cubicBezTo>
                    <a:pt x="153" y="623"/>
                    <a:pt x="146" y="670"/>
                    <a:pt x="146" y="717"/>
                  </a:cubicBezTo>
                  <a:cubicBezTo>
                    <a:pt x="146" y="781"/>
                    <a:pt x="161" y="839"/>
                    <a:pt x="189" y="894"/>
                  </a:cubicBezTo>
                  <a:cubicBezTo>
                    <a:pt x="221" y="950"/>
                    <a:pt x="260" y="1005"/>
                    <a:pt x="308" y="1065"/>
                  </a:cubicBezTo>
                  <a:cubicBezTo>
                    <a:pt x="382" y="1159"/>
                    <a:pt x="465" y="1238"/>
                    <a:pt x="524" y="1325"/>
                  </a:cubicBezTo>
                  <a:cubicBezTo>
                    <a:pt x="556" y="1367"/>
                    <a:pt x="583" y="1411"/>
                    <a:pt x="603" y="1462"/>
                  </a:cubicBezTo>
                  <a:cubicBezTo>
                    <a:pt x="619" y="1509"/>
                    <a:pt x="630" y="1561"/>
                    <a:pt x="630" y="1620"/>
                  </a:cubicBezTo>
                  <a:cubicBezTo>
                    <a:pt x="630" y="1636"/>
                    <a:pt x="630" y="1648"/>
                    <a:pt x="627" y="1667"/>
                  </a:cubicBezTo>
                  <a:cubicBezTo>
                    <a:pt x="615" y="1806"/>
                    <a:pt x="583" y="1916"/>
                    <a:pt x="528" y="2019"/>
                  </a:cubicBezTo>
                  <a:cubicBezTo>
                    <a:pt x="473" y="2121"/>
                    <a:pt x="398" y="2212"/>
                    <a:pt x="303" y="2306"/>
                  </a:cubicBezTo>
                  <a:cubicBezTo>
                    <a:pt x="208" y="2401"/>
                    <a:pt x="137" y="2519"/>
                    <a:pt x="86" y="2645"/>
                  </a:cubicBezTo>
                  <a:cubicBezTo>
                    <a:pt x="39" y="2776"/>
                    <a:pt x="11" y="2910"/>
                    <a:pt x="8" y="3043"/>
                  </a:cubicBezTo>
                  <a:cubicBezTo>
                    <a:pt x="4" y="3103"/>
                    <a:pt x="0" y="3182"/>
                    <a:pt x="0" y="3265"/>
                  </a:cubicBezTo>
                  <a:cubicBezTo>
                    <a:pt x="0" y="3351"/>
                    <a:pt x="4" y="3442"/>
                    <a:pt x="24" y="3520"/>
                  </a:cubicBezTo>
                  <a:cubicBezTo>
                    <a:pt x="35" y="3560"/>
                    <a:pt x="51" y="3600"/>
                    <a:pt x="71" y="3631"/>
                  </a:cubicBezTo>
                  <a:cubicBezTo>
                    <a:pt x="90" y="3667"/>
                    <a:pt x="118" y="3695"/>
                    <a:pt x="153" y="3714"/>
                  </a:cubicBezTo>
                  <a:cubicBezTo>
                    <a:pt x="205" y="3746"/>
                    <a:pt x="260" y="3757"/>
                    <a:pt x="315" y="3766"/>
                  </a:cubicBezTo>
                  <a:cubicBezTo>
                    <a:pt x="627" y="3820"/>
                    <a:pt x="946" y="3848"/>
                    <a:pt x="1262" y="3848"/>
                  </a:cubicBezTo>
                  <a:cubicBezTo>
                    <a:pt x="1924" y="3848"/>
                    <a:pt x="2586" y="3730"/>
                    <a:pt x="3202" y="3497"/>
                  </a:cubicBezTo>
                  <a:cubicBezTo>
                    <a:pt x="3213" y="3493"/>
                    <a:pt x="3218" y="3482"/>
                    <a:pt x="3218" y="3473"/>
                  </a:cubicBezTo>
                  <a:cubicBezTo>
                    <a:pt x="3198" y="3347"/>
                    <a:pt x="3198" y="3233"/>
                    <a:pt x="3198" y="3123"/>
                  </a:cubicBezTo>
                  <a:cubicBezTo>
                    <a:pt x="3198" y="3012"/>
                    <a:pt x="3198" y="2905"/>
                    <a:pt x="3174" y="2796"/>
                  </a:cubicBezTo>
                  <a:cubicBezTo>
                    <a:pt x="3158" y="2725"/>
                    <a:pt x="3131" y="2650"/>
                    <a:pt x="3091" y="2579"/>
                  </a:cubicBezTo>
                  <a:cubicBezTo>
                    <a:pt x="3056" y="2503"/>
                    <a:pt x="2996" y="2417"/>
                    <a:pt x="2949" y="2326"/>
                  </a:cubicBezTo>
                  <a:cubicBezTo>
                    <a:pt x="2902" y="2232"/>
                    <a:pt x="2863" y="2141"/>
                    <a:pt x="2854" y="2066"/>
                  </a:cubicBezTo>
                  <a:lnTo>
                    <a:pt x="2854" y="2042"/>
                  </a:lnTo>
                  <a:cubicBezTo>
                    <a:pt x="2854" y="2006"/>
                    <a:pt x="2863" y="1967"/>
                    <a:pt x="2878" y="1924"/>
                  </a:cubicBezTo>
                  <a:cubicBezTo>
                    <a:pt x="2902" y="1864"/>
                    <a:pt x="2938" y="1802"/>
                    <a:pt x="2976" y="1738"/>
                  </a:cubicBezTo>
                  <a:cubicBezTo>
                    <a:pt x="3012" y="1680"/>
                    <a:pt x="3052" y="1620"/>
                    <a:pt x="3076" y="1561"/>
                  </a:cubicBezTo>
                  <a:cubicBezTo>
                    <a:pt x="3107" y="1491"/>
                    <a:pt x="3150" y="1431"/>
                    <a:pt x="3198" y="1376"/>
                  </a:cubicBezTo>
                  <a:cubicBezTo>
                    <a:pt x="3249" y="1316"/>
                    <a:pt x="3304" y="1262"/>
                    <a:pt x="3360" y="1207"/>
                  </a:cubicBezTo>
                  <a:cubicBezTo>
                    <a:pt x="3375" y="1187"/>
                    <a:pt x="3395" y="1159"/>
                    <a:pt x="3418" y="1127"/>
                  </a:cubicBezTo>
                  <a:cubicBezTo>
                    <a:pt x="3446" y="1084"/>
                    <a:pt x="3482" y="1032"/>
                    <a:pt x="3513" y="989"/>
                  </a:cubicBezTo>
                  <a:cubicBezTo>
                    <a:pt x="3529" y="970"/>
                    <a:pt x="3544" y="950"/>
                    <a:pt x="3560" y="938"/>
                  </a:cubicBezTo>
                  <a:cubicBezTo>
                    <a:pt x="3573" y="923"/>
                    <a:pt x="3588" y="914"/>
                    <a:pt x="3600" y="910"/>
                  </a:cubicBezTo>
                  <a:cubicBezTo>
                    <a:pt x="3608" y="907"/>
                    <a:pt x="3611" y="903"/>
                    <a:pt x="3611" y="894"/>
                  </a:cubicBezTo>
                  <a:cubicBezTo>
                    <a:pt x="3615" y="887"/>
                    <a:pt x="3615" y="879"/>
                    <a:pt x="3611" y="875"/>
                  </a:cubicBezTo>
                  <a:cubicBezTo>
                    <a:pt x="3509" y="745"/>
                    <a:pt x="3375" y="630"/>
                    <a:pt x="3233" y="528"/>
                  </a:cubicBezTo>
                  <a:cubicBezTo>
                    <a:pt x="3091" y="426"/>
                    <a:pt x="2941" y="331"/>
                    <a:pt x="2807" y="244"/>
                  </a:cubicBezTo>
                  <a:cubicBezTo>
                    <a:pt x="2650" y="137"/>
                    <a:pt x="2472" y="79"/>
                    <a:pt x="2286" y="47"/>
                  </a:cubicBezTo>
                  <a:cubicBezTo>
                    <a:pt x="2101" y="15"/>
                    <a:pt x="1912" y="4"/>
                    <a:pt x="1727"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2" name="Google Shape;2772;p54"/>
            <p:cNvSpPr/>
            <p:nvPr/>
          </p:nvSpPr>
          <p:spPr>
            <a:xfrm>
              <a:off x="3342877" y="8507514"/>
              <a:ext cx="1067538" cy="425461"/>
            </a:xfrm>
            <a:custGeom>
              <a:rect b="b" l="l" r="r" t="t"/>
              <a:pathLst>
                <a:path extrusionOk="0" h="821" w="2060">
                  <a:moveTo>
                    <a:pt x="1267" y="0"/>
                  </a:moveTo>
                  <a:cubicBezTo>
                    <a:pt x="1224" y="0"/>
                    <a:pt x="1064" y="127"/>
                    <a:pt x="1026" y="146"/>
                  </a:cubicBezTo>
                  <a:cubicBezTo>
                    <a:pt x="947" y="190"/>
                    <a:pt x="876" y="241"/>
                    <a:pt x="801" y="280"/>
                  </a:cubicBezTo>
                  <a:cubicBezTo>
                    <a:pt x="596" y="383"/>
                    <a:pt x="359" y="434"/>
                    <a:pt x="146" y="516"/>
                  </a:cubicBezTo>
                  <a:cubicBezTo>
                    <a:pt x="111" y="529"/>
                    <a:pt x="75" y="545"/>
                    <a:pt x="48" y="568"/>
                  </a:cubicBezTo>
                  <a:cubicBezTo>
                    <a:pt x="21" y="596"/>
                    <a:pt x="1" y="631"/>
                    <a:pt x="5" y="671"/>
                  </a:cubicBezTo>
                  <a:cubicBezTo>
                    <a:pt x="25" y="803"/>
                    <a:pt x="358" y="821"/>
                    <a:pt x="516" y="821"/>
                  </a:cubicBezTo>
                  <a:cubicBezTo>
                    <a:pt x="541" y="821"/>
                    <a:pt x="562" y="821"/>
                    <a:pt x="576" y="820"/>
                  </a:cubicBezTo>
                  <a:cubicBezTo>
                    <a:pt x="1038" y="809"/>
                    <a:pt x="1495" y="789"/>
                    <a:pt x="1961" y="765"/>
                  </a:cubicBezTo>
                  <a:cubicBezTo>
                    <a:pt x="1972" y="765"/>
                    <a:pt x="1984" y="765"/>
                    <a:pt x="1996" y="758"/>
                  </a:cubicBezTo>
                  <a:cubicBezTo>
                    <a:pt x="2008" y="749"/>
                    <a:pt x="2015" y="729"/>
                    <a:pt x="2019" y="714"/>
                  </a:cubicBezTo>
                  <a:lnTo>
                    <a:pt x="2019" y="706"/>
                  </a:lnTo>
                  <a:cubicBezTo>
                    <a:pt x="2059" y="489"/>
                    <a:pt x="2051" y="261"/>
                    <a:pt x="1988" y="52"/>
                  </a:cubicBezTo>
                  <a:cubicBezTo>
                    <a:pt x="1919" y="65"/>
                    <a:pt x="1847" y="70"/>
                    <a:pt x="1775" y="70"/>
                  </a:cubicBezTo>
                  <a:cubicBezTo>
                    <a:pt x="1604" y="70"/>
                    <a:pt x="1428" y="39"/>
                    <a:pt x="1271" y="0"/>
                  </a:cubicBezTo>
                  <a:cubicBezTo>
                    <a:pt x="1270" y="0"/>
                    <a:pt x="1268" y="0"/>
                    <a:pt x="1267" y="0"/>
                  </a:cubicBezTo>
                  <a:close/>
                </a:path>
              </a:pathLst>
            </a:custGeom>
            <a:solidFill>
              <a:schemeClr val="dk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3" name="Google Shape;2773;p54"/>
            <p:cNvSpPr/>
            <p:nvPr/>
          </p:nvSpPr>
          <p:spPr>
            <a:xfrm>
              <a:off x="3334585" y="8497149"/>
              <a:ext cx="1079457" cy="447744"/>
            </a:xfrm>
            <a:custGeom>
              <a:rect b="b" l="l" r="r" t="t"/>
              <a:pathLst>
                <a:path extrusionOk="0" h="864" w="2083">
                  <a:moveTo>
                    <a:pt x="1283" y="44"/>
                  </a:moveTo>
                  <a:cubicBezTo>
                    <a:pt x="1444" y="79"/>
                    <a:pt x="1622" y="110"/>
                    <a:pt x="1799" y="110"/>
                  </a:cubicBezTo>
                  <a:cubicBezTo>
                    <a:pt x="1863" y="110"/>
                    <a:pt x="1928" y="107"/>
                    <a:pt x="1990" y="98"/>
                  </a:cubicBezTo>
                  <a:lnTo>
                    <a:pt x="1990" y="98"/>
                  </a:lnTo>
                  <a:cubicBezTo>
                    <a:pt x="2022" y="215"/>
                    <a:pt x="2035" y="339"/>
                    <a:pt x="2035" y="461"/>
                  </a:cubicBezTo>
                  <a:cubicBezTo>
                    <a:pt x="2035" y="549"/>
                    <a:pt x="2028" y="636"/>
                    <a:pt x="2012" y="722"/>
                  </a:cubicBezTo>
                  <a:lnTo>
                    <a:pt x="2012" y="730"/>
                  </a:lnTo>
                  <a:cubicBezTo>
                    <a:pt x="2012" y="738"/>
                    <a:pt x="2008" y="745"/>
                    <a:pt x="2008" y="749"/>
                  </a:cubicBezTo>
                  <a:cubicBezTo>
                    <a:pt x="2004" y="758"/>
                    <a:pt x="2000" y="758"/>
                    <a:pt x="2000" y="761"/>
                  </a:cubicBezTo>
                  <a:cubicBezTo>
                    <a:pt x="1996" y="761"/>
                    <a:pt x="1996" y="761"/>
                    <a:pt x="1993" y="765"/>
                  </a:cubicBezTo>
                  <a:lnTo>
                    <a:pt x="1977" y="765"/>
                  </a:lnTo>
                  <a:cubicBezTo>
                    <a:pt x="1511" y="785"/>
                    <a:pt x="1054" y="805"/>
                    <a:pt x="592" y="820"/>
                  </a:cubicBezTo>
                  <a:lnTo>
                    <a:pt x="537" y="820"/>
                  </a:lnTo>
                  <a:cubicBezTo>
                    <a:pt x="459" y="820"/>
                    <a:pt x="337" y="816"/>
                    <a:pt x="233" y="796"/>
                  </a:cubicBezTo>
                  <a:cubicBezTo>
                    <a:pt x="179" y="785"/>
                    <a:pt x="131" y="769"/>
                    <a:pt x="100" y="749"/>
                  </a:cubicBezTo>
                  <a:cubicBezTo>
                    <a:pt x="84" y="742"/>
                    <a:pt x="68" y="730"/>
                    <a:pt x="60" y="722"/>
                  </a:cubicBezTo>
                  <a:cubicBezTo>
                    <a:pt x="53" y="710"/>
                    <a:pt x="44" y="698"/>
                    <a:pt x="44" y="687"/>
                  </a:cubicBezTo>
                  <a:lnTo>
                    <a:pt x="44" y="678"/>
                  </a:lnTo>
                  <a:cubicBezTo>
                    <a:pt x="44" y="663"/>
                    <a:pt x="44" y="651"/>
                    <a:pt x="53" y="639"/>
                  </a:cubicBezTo>
                  <a:cubicBezTo>
                    <a:pt x="60" y="627"/>
                    <a:pt x="68" y="616"/>
                    <a:pt x="80" y="603"/>
                  </a:cubicBezTo>
                  <a:cubicBezTo>
                    <a:pt x="104" y="584"/>
                    <a:pt x="135" y="572"/>
                    <a:pt x="171" y="556"/>
                  </a:cubicBezTo>
                  <a:cubicBezTo>
                    <a:pt x="379" y="474"/>
                    <a:pt x="620" y="426"/>
                    <a:pt x="829" y="320"/>
                  </a:cubicBezTo>
                  <a:cubicBezTo>
                    <a:pt x="904" y="281"/>
                    <a:pt x="979" y="225"/>
                    <a:pt x="1050" y="186"/>
                  </a:cubicBezTo>
                  <a:cubicBezTo>
                    <a:pt x="1058" y="181"/>
                    <a:pt x="1065" y="178"/>
                    <a:pt x="1074" y="174"/>
                  </a:cubicBezTo>
                  <a:cubicBezTo>
                    <a:pt x="1101" y="154"/>
                    <a:pt x="1149" y="119"/>
                    <a:pt x="1192" y="91"/>
                  </a:cubicBezTo>
                  <a:cubicBezTo>
                    <a:pt x="1212" y="79"/>
                    <a:pt x="1236" y="63"/>
                    <a:pt x="1251" y="56"/>
                  </a:cubicBezTo>
                  <a:cubicBezTo>
                    <a:pt x="1259" y="52"/>
                    <a:pt x="1267" y="48"/>
                    <a:pt x="1274" y="48"/>
                  </a:cubicBezTo>
                  <a:cubicBezTo>
                    <a:pt x="1278" y="44"/>
                    <a:pt x="1283" y="44"/>
                    <a:pt x="1283" y="44"/>
                  </a:cubicBezTo>
                  <a:close/>
                  <a:moveTo>
                    <a:pt x="1283" y="1"/>
                  </a:moveTo>
                  <a:cubicBezTo>
                    <a:pt x="1271" y="1"/>
                    <a:pt x="1263" y="4"/>
                    <a:pt x="1255" y="8"/>
                  </a:cubicBezTo>
                  <a:cubicBezTo>
                    <a:pt x="1236" y="12"/>
                    <a:pt x="1216" y="24"/>
                    <a:pt x="1196" y="39"/>
                  </a:cubicBezTo>
                  <a:cubicBezTo>
                    <a:pt x="1165" y="59"/>
                    <a:pt x="1129" y="83"/>
                    <a:pt x="1097" y="103"/>
                  </a:cubicBezTo>
                  <a:cubicBezTo>
                    <a:pt x="1081" y="115"/>
                    <a:pt x="1070" y="123"/>
                    <a:pt x="1058" y="130"/>
                  </a:cubicBezTo>
                  <a:cubicBezTo>
                    <a:pt x="1046" y="139"/>
                    <a:pt x="1034" y="146"/>
                    <a:pt x="1030" y="146"/>
                  </a:cubicBezTo>
                  <a:cubicBezTo>
                    <a:pt x="952" y="190"/>
                    <a:pt x="881" y="245"/>
                    <a:pt x="810" y="281"/>
                  </a:cubicBezTo>
                  <a:cubicBezTo>
                    <a:pt x="608" y="383"/>
                    <a:pt x="368" y="434"/>
                    <a:pt x="155" y="517"/>
                  </a:cubicBezTo>
                  <a:cubicBezTo>
                    <a:pt x="119" y="529"/>
                    <a:pt x="84" y="545"/>
                    <a:pt x="53" y="572"/>
                  </a:cubicBezTo>
                  <a:cubicBezTo>
                    <a:pt x="37" y="584"/>
                    <a:pt x="24" y="600"/>
                    <a:pt x="13" y="620"/>
                  </a:cubicBezTo>
                  <a:cubicBezTo>
                    <a:pt x="5" y="636"/>
                    <a:pt x="1" y="655"/>
                    <a:pt x="1" y="678"/>
                  </a:cubicBezTo>
                  <a:lnTo>
                    <a:pt x="1" y="691"/>
                  </a:lnTo>
                  <a:cubicBezTo>
                    <a:pt x="5" y="714"/>
                    <a:pt x="13" y="734"/>
                    <a:pt x="24" y="749"/>
                  </a:cubicBezTo>
                  <a:cubicBezTo>
                    <a:pt x="53" y="778"/>
                    <a:pt x="88" y="796"/>
                    <a:pt x="127" y="813"/>
                  </a:cubicBezTo>
                  <a:cubicBezTo>
                    <a:pt x="190" y="832"/>
                    <a:pt x="266" y="849"/>
                    <a:pt x="340" y="856"/>
                  </a:cubicBezTo>
                  <a:cubicBezTo>
                    <a:pt x="415" y="860"/>
                    <a:pt x="486" y="864"/>
                    <a:pt x="537" y="864"/>
                  </a:cubicBezTo>
                  <a:lnTo>
                    <a:pt x="592" y="864"/>
                  </a:lnTo>
                  <a:cubicBezTo>
                    <a:pt x="1058" y="849"/>
                    <a:pt x="1515" y="829"/>
                    <a:pt x="1977" y="809"/>
                  </a:cubicBezTo>
                  <a:cubicBezTo>
                    <a:pt x="1984" y="809"/>
                    <a:pt x="1993" y="809"/>
                    <a:pt x="2000" y="805"/>
                  </a:cubicBezTo>
                  <a:cubicBezTo>
                    <a:pt x="2008" y="805"/>
                    <a:pt x="2016" y="801"/>
                    <a:pt x="2024" y="796"/>
                  </a:cubicBezTo>
                  <a:cubicBezTo>
                    <a:pt x="2035" y="789"/>
                    <a:pt x="2044" y="778"/>
                    <a:pt x="2048" y="765"/>
                  </a:cubicBezTo>
                  <a:cubicBezTo>
                    <a:pt x="2051" y="758"/>
                    <a:pt x="2051" y="745"/>
                    <a:pt x="2055" y="738"/>
                  </a:cubicBezTo>
                  <a:lnTo>
                    <a:pt x="2055" y="730"/>
                  </a:lnTo>
                  <a:cubicBezTo>
                    <a:pt x="2071" y="639"/>
                    <a:pt x="2083" y="552"/>
                    <a:pt x="2083" y="461"/>
                  </a:cubicBezTo>
                  <a:cubicBezTo>
                    <a:pt x="2083" y="328"/>
                    <a:pt x="2064" y="194"/>
                    <a:pt x="2028" y="68"/>
                  </a:cubicBezTo>
                  <a:cubicBezTo>
                    <a:pt x="2025" y="58"/>
                    <a:pt x="2016" y="51"/>
                    <a:pt x="2006" y="51"/>
                  </a:cubicBezTo>
                  <a:cubicBezTo>
                    <a:pt x="2004" y="51"/>
                    <a:pt x="2002" y="51"/>
                    <a:pt x="2000" y="52"/>
                  </a:cubicBezTo>
                  <a:cubicBezTo>
                    <a:pt x="1933" y="63"/>
                    <a:pt x="1866" y="68"/>
                    <a:pt x="1799" y="68"/>
                  </a:cubicBezTo>
                  <a:cubicBezTo>
                    <a:pt x="1626" y="68"/>
                    <a:pt x="1452" y="39"/>
                    <a:pt x="1291"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4" name="Google Shape;2774;p54"/>
            <p:cNvSpPr/>
            <p:nvPr/>
          </p:nvSpPr>
          <p:spPr>
            <a:xfrm>
              <a:off x="4609928" y="656983"/>
              <a:ext cx="846257" cy="850921"/>
            </a:xfrm>
            <a:custGeom>
              <a:rect b="b" l="l" r="r" t="t"/>
              <a:pathLst>
                <a:path extrusionOk="0" h="1642" w="1633">
                  <a:moveTo>
                    <a:pt x="1205" y="0"/>
                  </a:moveTo>
                  <a:cubicBezTo>
                    <a:pt x="988" y="0"/>
                    <a:pt x="737" y="183"/>
                    <a:pt x="620" y="339"/>
                  </a:cubicBezTo>
                  <a:cubicBezTo>
                    <a:pt x="564" y="410"/>
                    <a:pt x="525" y="489"/>
                    <a:pt x="489" y="571"/>
                  </a:cubicBezTo>
                  <a:cubicBezTo>
                    <a:pt x="450" y="666"/>
                    <a:pt x="411" y="760"/>
                    <a:pt x="360" y="847"/>
                  </a:cubicBezTo>
                  <a:cubicBezTo>
                    <a:pt x="289" y="966"/>
                    <a:pt x="186" y="1068"/>
                    <a:pt x="123" y="1195"/>
                  </a:cubicBezTo>
                  <a:cubicBezTo>
                    <a:pt x="76" y="1281"/>
                    <a:pt x="47" y="1375"/>
                    <a:pt x="16" y="1470"/>
                  </a:cubicBezTo>
                  <a:cubicBezTo>
                    <a:pt x="9" y="1502"/>
                    <a:pt x="0" y="1537"/>
                    <a:pt x="12" y="1569"/>
                  </a:cubicBezTo>
                  <a:cubicBezTo>
                    <a:pt x="27" y="1609"/>
                    <a:pt x="75" y="1629"/>
                    <a:pt x="119" y="1629"/>
                  </a:cubicBezTo>
                  <a:cubicBezTo>
                    <a:pt x="123" y="1629"/>
                    <a:pt x="127" y="1628"/>
                    <a:pt x="131" y="1628"/>
                  </a:cubicBezTo>
                  <a:cubicBezTo>
                    <a:pt x="178" y="1624"/>
                    <a:pt x="222" y="1604"/>
                    <a:pt x="269" y="1601"/>
                  </a:cubicBezTo>
                  <a:cubicBezTo>
                    <a:pt x="276" y="1600"/>
                    <a:pt x="282" y="1600"/>
                    <a:pt x="289" y="1600"/>
                  </a:cubicBezTo>
                  <a:cubicBezTo>
                    <a:pt x="345" y="1600"/>
                    <a:pt x="401" y="1613"/>
                    <a:pt x="454" y="1624"/>
                  </a:cubicBezTo>
                  <a:cubicBezTo>
                    <a:pt x="521" y="1636"/>
                    <a:pt x="585" y="1641"/>
                    <a:pt x="648" y="1641"/>
                  </a:cubicBezTo>
                  <a:cubicBezTo>
                    <a:pt x="731" y="1641"/>
                    <a:pt x="813" y="1632"/>
                    <a:pt x="895" y="1617"/>
                  </a:cubicBezTo>
                  <a:cubicBezTo>
                    <a:pt x="1061" y="1581"/>
                    <a:pt x="1223" y="1585"/>
                    <a:pt x="1385" y="1526"/>
                  </a:cubicBezTo>
                  <a:cubicBezTo>
                    <a:pt x="1472" y="1494"/>
                    <a:pt x="1570" y="1439"/>
                    <a:pt x="1578" y="1344"/>
                  </a:cubicBezTo>
                  <a:cubicBezTo>
                    <a:pt x="1581" y="1266"/>
                    <a:pt x="1514" y="1191"/>
                    <a:pt x="1523" y="1111"/>
                  </a:cubicBezTo>
                  <a:cubicBezTo>
                    <a:pt x="1530" y="1053"/>
                    <a:pt x="1578" y="1005"/>
                    <a:pt x="1601" y="950"/>
                  </a:cubicBezTo>
                  <a:cubicBezTo>
                    <a:pt x="1633" y="883"/>
                    <a:pt x="1629" y="800"/>
                    <a:pt x="1590" y="733"/>
                  </a:cubicBezTo>
                  <a:cubicBezTo>
                    <a:pt x="1578" y="718"/>
                    <a:pt x="1566" y="702"/>
                    <a:pt x="1558" y="678"/>
                  </a:cubicBezTo>
                  <a:cubicBezTo>
                    <a:pt x="1554" y="658"/>
                    <a:pt x="1554" y="638"/>
                    <a:pt x="1558" y="618"/>
                  </a:cubicBezTo>
                  <a:cubicBezTo>
                    <a:pt x="1570" y="512"/>
                    <a:pt x="1578" y="421"/>
                    <a:pt x="1554" y="319"/>
                  </a:cubicBezTo>
                  <a:cubicBezTo>
                    <a:pt x="1519" y="181"/>
                    <a:pt x="1440" y="47"/>
                    <a:pt x="1294" y="12"/>
                  </a:cubicBezTo>
                  <a:cubicBezTo>
                    <a:pt x="1265" y="4"/>
                    <a:pt x="1235" y="0"/>
                    <a:pt x="120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5" name="Google Shape;2775;p54"/>
            <p:cNvSpPr/>
            <p:nvPr/>
          </p:nvSpPr>
          <p:spPr>
            <a:xfrm>
              <a:off x="4845201" y="1032693"/>
              <a:ext cx="423388" cy="607875"/>
            </a:xfrm>
            <a:custGeom>
              <a:rect b="b" l="l" r="r" t="t"/>
              <a:pathLst>
                <a:path extrusionOk="0" h="1173" w="817">
                  <a:moveTo>
                    <a:pt x="133" y="0"/>
                  </a:moveTo>
                  <a:cubicBezTo>
                    <a:pt x="112" y="0"/>
                    <a:pt x="94" y="8"/>
                    <a:pt x="79" y="40"/>
                  </a:cubicBezTo>
                  <a:cubicBezTo>
                    <a:pt x="67" y="67"/>
                    <a:pt x="67" y="99"/>
                    <a:pt x="67" y="126"/>
                  </a:cubicBezTo>
                  <a:cubicBezTo>
                    <a:pt x="67" y="197"/>
                    <a:pt x="63" y="268"/>
                    <a:pt x="63" y="339"/>
                  </a:cubicBezTo>
                  <a:cubicBezTo>
                    <a:pt x="63" y="461"/>
                    <a:pt x="67" y="584"/>
                    <a:pt x="63" y="706"/>
                  </a:cubicBezTo>
                  <a:cubicBezTo>
                    <a:pt x="59" y="805"/>
                    <a:pt x="55" y="923"/>
                    <a:pt x="0" y="1005"/>
                  </a:cubicBezTo>
                  <a:cubicBezTo>
                    <a:pt x="63" y="1065"/>
                    <a:pt x="130" y="1124"/>
                    <a:pt x="213" y="1152"/>
                  </a:cubicBezTo>
                  <a:cubicBezTo>
                    <a:pt x="245" y="1160"/>
                    <a:pt x="280" y="1163"/>
                    <a:pt x="316" y="1167"/>
                  </a:cubicBezTo>
                  <a:cubicBezTo>
                    <a:pt x="346" y="1170"/>
                    <a:pt x="378" y="1173"/>
                    <a:pt x="411" y="1173"/>
                  </a:cubicBezTo>
                  <a:cubicBezTo>
                    <a:pt x="425" y="1173"/>
                    <a:pt x="440" y="1172"/>
                    <a:pt x="454" y="1171"/>
                  </a:cubicBezTo>
                  <a:cubicBezTo>
                    <a:pt x="592" y="1163"/>
                    <a:pt x="729" y="1092"/>
                    <a:pt x="816" y="978"/>
                  </a:cubicBezTo>
                  <a:lnTo>
                    <a:pt x="816" y="978"/>
                  </a:lnTo>
                  <a:cubicBezTo>
                    <a:pt x="815" y="978"/>
                    <a:pt x="814" y="978"/>
                    <a:pt x="813" y="978"/>
                  </a:cubicBezTo>
                  <a:cubicBezTo>
                    <a:pt x="750" y="978"/>
                    <a:pt x="769" y="863"/>
                    <a:pt x="769" y="821"/>
                  </a:cubicBezTo>
                  <a:cubicBezTo>
                    <a:pt x="765" y="745"/>
                    <a:pt x="761" y="670"/>
                    <a:pt x="757" y="592"/>
                  </a:cubicBezTo>
                  <a:cubicBezTo>
                    <a:pt x="757" y="541"/>
                    <a:pt x="753" y="485"/>
                    <a:pt x="745" y="434"/>
                  </a:cubicBezTo>
                  <a:cubicBezTo>
                    <a:pt x="729" y="335"/>
                    <a:pt x="694" y="244"/>
                    <a:pt x="631" y="173"/>
                  </a:cubicBezTo>
                  <a:cubicBezTo>
                    <a:pt x="563" y="87"/>
                    <a:pt x="465" y="44"/>
                    <a:pt x="359" y="24"/>
                  </a:cubicBezTo>
                  <a:cubicBezTo>
                    <a:pt x="303" y="12"/>
                    <a:pt x="248" y="12"/>
                    <a:pt x="193" y="8"/>
                  </a:cubicBezTo>
                  <a:cubicBezTo>
                    <a:pt x="171" y="6"/>
                    <a:pt x="151" y="0"/>
                    <a:pt x="133" y="0"/>
                  </a:cubicBezTo>
                  <a:close/>
                </a:path>
              </a:pathLst>
            </a:custGeom>
            <a:solidFill>
              <a:schemeClr val="accent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6" name="Google Shape;2776;p54"/>
            <p:cNvSpPr/>
            <p:nvPr/>
          </p:nvSpPr>
          <p:spPr>
            <a:xfrm>
              <a:off x="4845201" y="606716"/>
              <a:ext cx="533769" cy="703228"/>
            </a:xfrm>
            <a:custGeom>
              <a:rect b="b" l="l" r="r" t="t"/>
              <a:pathLst>
                <a:path extrusionOk="0" h="1357" w="1030">
                  <a:moveTo>
                    <a:pt x="607" y="1"/>
                  </a:moveTo>
                  <a:cubicBezTo>
                    <a:pt x="605" y="1"/>
                    <a:pt x="602" y="1"/>
                    <a:pt x="599" y="2"/>
                  </a:cubicBezTo>
                  <a:cubicBezTo>
                    <a:pt x="540" y="18"/>
                    <a:pt x="410" y="22"/>
                    <a:pt x="347" y="38"/>
                  </a:cubicBezTo>
                  <a:cubicBezTo>
                    <a:pt x="245" y="58"/>
                    <a:pt x="161" y="313"/>
                    <a:pt x="86" y="393"/>
                  </a:cubicBezTo>
                  <a:cubicBezTo>
                    <a:pt x="4" y="479"/>
                    <a:pt x="0" y="606"/>
                    <a:pt x="8" y="715"/>
                  </a:cubicBezTo>
                  <a:cubicBezTo>
                    <a:pt x="16" y="822"/>
                    <a:pt x="67" y="948"/>
                    <a:pt x="86" y="1051"/>
                  </a:cubicBezTo>
                  <a:cubicBezTo>
                    <a:pt x="110" y="1185"/>
                    <a:pt x="130" y="1288"/>
                    <a:pt x="268" y="1330"/>
                  </a:cubicBezTo>
                  <a:cubicBezTo>
                    <a:pt x="329" y="1350"/>
                    <a:pt x="391" y="1357"/>
                    <a:pt x="455" y="1357"/>
                  </a:cubicBezTo>
                  <a:cubicBezTo>
                    <a:pt x="508" y="1357"/>
                    <a:pt x="562" y="1352"/>
                    <a:pt x="616" y="1347"/>
                  </a:cubicBezTo>
                  <a:cubicBezTo>
                    <a:pt x="663" y="1343"/>
                    <a:pt x="714" y="1339"/>
                    <a:pt x="757" y="1319"/>
                  </a:cubicBezTo>
                  <a:cubicBezTo>
                    <a:pt x="1029" y="1201"/>
                    <a:pt x="982" y="744"/>
                    <a:pt x="966" y="502"/>
                  </a:cubicBezTo>
                  <a:cubicBezTo>
                    <a:pt x="962" y="400"/>
                    <a:pt x="954" y="298"/>
                    <a:pt x="915" y="207"/>
                  </a:cubicBezTo>
                  <a:cubicBezTo>
                    <a:pt x="911" y="191"/>
                    <a:pt x="907" y="180"/>
                    <a:pt x="895" y="171"/>
                  </a:cubicBezTo>
                  <a:cubicBezTo>
                    <a:pt x="885" y="164"/>
                    <a:pt x="874" y="161"/>
                    <a:pt x="861" y="161"/>
                  </a:cubicBezTo>
                  <a:cubicBezTo>
                    <a:pt x="854" y="161"/>
                    <a:pt x="847" y="162"/>
                    <a:pt x="840" y="164"/>
                  </a:cubicBezTo>
                  <a:lnTo>
                    <a:pt x="805" y="164"/>
                  </a:lnTo>
                  <a:cubicBezTo>
                    <a:pt x="803" y="164"/>
                    <a:pt x="802" y="164"/>
                    <a:pt x="800" y="164"/>
                  </a:cubicBezTo>
                  <a:cubicBezTo>
                    <a:pt x="734" y="164"/>
                    <a:pt x="671" y="1"/>
                    <a:pt x="607" y="1"/>
                  </a:cubicBezTo>
                  <a:close/>
                </a:path>
              </a:pathLst>
            </a:custGeom>
            <a:solidFill>
              <a:schemeClr val="accent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7" name="Google Shape;2777;p54"/>
            <p:cNvSpPr/>
            <p:nvPr/>
          </p:nvSpPr>
          <p:spPr>
            <a:xfrm>
              <a:off x="4153894" y="542975"/>
              <a:ext cx="1255653" cy="984105"/>
            </a:xfrm>
            <a:custGeom>
              <a:rect b="b" l="l" r="r" t="t"/>
              <a:pathLst>
                <a:path extrusionOk="0" h="1899" w="2423">
                  <a:moveTo>
                    <a:pt x="1713" y="1"/>
                  </a:moveTo>
                  <a:cubicBezTo>
                    <a:pt x="1412" y="1"/>
                    <a:pt x="1074" y="68"/>
                    <a:pt x="1011" y="338"/>
                  </a:cubicBezTo>
                  <a:cubicBezTo>
                    <a:pt x="998" y="385"/>
                    <a:pt x="998" y="441"/>
                    <a:pt x="963" y="472"/>
                  </a:cubicBezTo>
                  <a:cubicBezTo>
                    <a:pt x="932" y="496"/>
                    <a:pt x="892" y="496"/>
                    <a:pt x="853" y="500"/>
                  </a:cubicBezTo>
                  <a:cubicBezTo>
                    <a:pt x="672" y="519"/>
                    <a:pt x="518" y="696"/>
                    <a:pt x="525" y="882"/>
                  </a:cubicBezTo>
                  <a:cubicBezTo>
                    <a:pt x="525" y="922"/>
                    <a:pt x="534" y="969"/>
                    <a:pt x="510" y="1004"/>
                  </a:cubicBezTo>
                  <a:cubicBezTo>
                    <a:pt x="494" y="1032"/>
                    <a:pt x="463" y="1047"/>
                    <a:pt x="435" y="1060"/>
                  </a:cubicBezTo>
                  <a:cubicBezTo>
                    <a:pt x="352" y="1103"/>
                    <a:pt x="270" y="1151"/>
                    <a:pt x="210" y="1225"/>
                  </a:cubicBezTo>
                  <a:cubicBezTo>
                    <a:pt x="1" y="1486"/>
                    <a:pt x="222" y="1750"/>
                    <a:pt x="490" y="1817"/>
                  </a:cubicBezTo>
                  <a:cubicBezTo>
                    <a:pt x="630" y="1853"/>
                    <a:pt x="830" y="1899"/>
                    <a:pt x="1020" y="1899"/>
                  </a:cubicBezTo>
                  <a:cubicBezTo>
                    <a:pt x="1238" y="1899"/>
                    <a:pt x="1441" y="1839"/>
                    <a:pt x="1524" y="1639"/>
                  </a:cubicBezTo>
                  <a:cubicBezTo>
                    <a:pt x="1586" y="1482"/>
                    <a:pt x="1547" y="1304"/>
                    <a:pt x="1527" y="1138"/>
                  </a:cubicBezTo>
                  <a:cubicBezTo>
                    <a:pt x="1527" y="1122"/>
                    <a:pt x="1524" y="1103"/>
                    <a:pt x="1531" y="1087"/>
                  </a:cubicBezTo>
                  <a:cubicBezTo>
                    <a:pt x="1539" y="1071"/>
                    <a:pt x="1559" y="1056"/>
                    <a:pt x="1575" y="1044"/>
                  </a:cubicBezTo>
                  <a:cubicBezTo>
                    <a:pt x="1653" y="989"/>
                    <a:pt x="1724" y="902"/>
                    <a:pt x="1760" y="807"/>
                  </a:cubicBezTo>
                  <a:cubicBezTo>
                    <a:pt x="1784" y="748"/>
                    <a:pt x="1764" y="598"/>
                    <a:pt x="1803" y="554"/>
                  </a:cubicBezTo>
                  <a:cubicBezTo>
                    <a:pt x="1815" y="543"/>
                    <a:pt x="1831" y="539"/>
                    <a:pt x="1846" y="535"/>
                  </a:cubicBezTo>
                  <a:cubicBezTo>
                    <a:pt x="1926" y="516"/>
                    <a:pt x="2008" y="500"/>
                    <a:pt x="2091" y="496"/>
                  </a:cubicBezTo>
                  <a:cubicBezTo>
                    <a:pt x="2217" y="488"/>
                    <a:pt x="2423" y="460"/>
                    <a:pt x="2414" y="290"/>
                  </a:cubicBezTo>
                  <a:cubicBezTo>
                    <a:pt x="2410" y="129"/>
                    <a:pt x="2229" y="58"/>
                    <a:pt x="2095" y="34"/>
                  </a:cubicBezTo>
                  <a:cubicBezTo>
                    <a:pt x="2001" y="17"/>
                    <a:pt x="1862" y="1"/>
                    <a:pt x="1713"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8" name="Google Shape;2778;p54"/>
            <p:cNvSpPr/>
            <p:nvPr/>
          </p:nvSpPr>
          <p:spPr>
            <a:xfrm>
              <a:off x="5772299" y="2582174"/>
              <a:ext cx="45604" cy="167904"/>
            </a:xfrm>
            <a:custGeom>
              <a:rect b="b" l="l" r="r" t="t"/>
              <a:pathLst>
                <a:path extrusionOk="0" h="324" w="88">
                  <a:moveTo>
                    <a:pt x="29" y="0"/>
                  </a:moveTo>
                  <a:cubicBezTo>
                    <a:pt x="15" y="0"/>
                    <a:pt x="0" y="12"/>
                    <a:pt x="5" y="31"/>
                  </a:cubicBezTo>
                  <a:cubicBezTo>
                    <a:pt x="21" y="121"/>
                    <a:pt x="37" y="212"/>
                    <a:pt x="44" y="303"/>
                  </a:cubicBezTo>
                  <a:cubicBezTo>
                    <a:pt x="44" y="316"/>
                    <a:pt x="54" y="323"/>
                    <a:pt x="64" y="323"/>
                  </a:cubicBezTo>
                  <a:cubicBezTo>
                    <a:pt x="74" y="323"/>
                    <a:pt x="84" y="316"/>
                    <a:pt x="84" y="303"/>
                  </a:cubicBezTo>
                  <a:cubicBezTo>
                    <a:pt x="88" y="255"/>
                    <a:pt x="84" y="208"/>
                    <a:pt x="80" y="161"/>
                  </a:cubicBezTo>
                  <a:cubicBezTo>
                    <a:pt x="72" y="110"/>
                    <a:pt x="64" y="66"/>
                    <a:pt x="52" y="19"/>
                  </a:cubicBezTo>
                  <a:cubicBezTo>
                    <a:pt x="49" y="6"/>
                    <a:pt x="39" y="0"/>
                    <a:pt x="29" y="0"/>
                  </a:cubicBezTo>
                  <a:close/>
                </a:path>
              </a:pathLst>
            </a:custGeom>
            <a:solidFill>
              <a:srgbClr val="100909"/>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9" name="Google Shape;2779;p54"/>
            <p:cNvSpPr/>
            <p:nvPr/>
          </p:nvSpPr>
          <p:spPr>
            <a:xfrm>
              <a:off x="5752607" y="2558854"/>
              <a:ext cx="86025" cy="212989"/>
            </a:xfrm>
            <a:custGeom>
              <a:rect b="b" l="l" r="r" t="t"/>
              <a:pathLst>
                <a:path extrusionOk="0" h="411" w="166">
                  <a:moveTo>
                    <a:pt x="66" y="0"/>
                  </a:moveTo>
                  <a:cubicBezTo>
                    <a:pt x="51" y="0"/>
                    <a:pt x="35" y="9"/>
                    <a:pt x="19" y="20"/>
                  </a:cubicBezTo>
                  <a:cubicBezTo>
                    <a:pt x="15" y="24"/>
                    <a:pt x="8" y="32"/>
                    <a:pt x="4" y="40"/>
                  </a:cubicBezTo>
                  <a:cubicBezTo>
                    <a:pt x="0" y="52"/>
                    <a:pt x="0" y="60"/>
                    <a:pt x="0" y="71"/>
                  </a:cubicBezTo>
                  <a:lnTo>
                    <a:pt x="0" y="84"/>
                  </a:lnTo>
                  <a:cubicBezTo>
                    <a:pt x="15" y="174"/>
                    <a:pt x="31" y="261"/>
                    <a:pt x="39" y="351"/>
                  </a:cubicBezTo>
                  <a:cubicBezTo>
                    <a:pt x="39" y="360"/>
                    <a:pt x="39" y="367"/>
                    <a:pt x="43" y="375"/>
                  </a:cubicBezTo>
                  <a:cubicBezTo>
                    <a:pt x="51" y="387"/>
                    <a:pt x="59" y="395"/>
                    <a:pt x="71" y="402"/>
                  </a:cubicBezTo>
                  <a:cubicBezTo>
                    <a:pt x="79" y="407"/>
                    <a:pt x="90" y="411"/>
                    <a:pt x="102" y="411"/>
                  </a:cubicBezTo>
                  <a:cubicBezTo>
                    <a:pt x="118" y="411"/>
                    <a:pt x="134" y="407"/>
                    <a:pt x="146" y="395"/>
                  </a:cubicBezTo>
                  <a:cubicBezTo>
                    <a:pt x="153" y="387"/>
                    <a:pt x="157" y="379"/>
                    <a:pt x="161" y="371"/>
                  </a:cubicBezTo>
                  <a:cubicBezTo>
                    <a:pt x="166" y="364"/>
                    <a:pt x="166" y="355"/>
                    <a:pt x="166" y="348"/>
                  </a:cubicBezTo>
                  <a:lnTo>
                    <a:pt x="166" y="313"/>
                  </a:lnTo>
                  <a:cubicBezTo>
                    <a:pt x="166" y="273"/>
                    <a:pt x="166" y="237"/>
                    <a:pt x="161" y="198"/>
                  </a:cubicBezTo>
                  <a:cubicBezTo>
                    <a:pt x="153" y="151"/>
                    <a:pt x="146" y="100"/>
                    <a:pt x="134" y="52"/>
                  </a:cubicBezTo>
                  <a:cubicBezTo>
                    <a:pt x="130" y="36"/>
                    <a:pt x="118" y="24"/>
                    <a:pt x="106" y="13"/>
                  </a:cubicBezTo>
                  <a:cubicBezTo>
                    <a:pt x="95" y="5"/>
                    <a:pt x="82" y="0"/>
                    <a:pt x="66" y="0"/>
                  </a:cubicBezTo>
                  <a:close/>
                </a:path>
              </a:pathLst>
            </a:custGeom>
            <a:solidFill>
              <a:srgbClr val="22222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0" name="Google Shape;2780;p54"/>
            <p:cNvSpPr/>
            <p:nvPr/>
          </p:nvSpPr>
          <p:spPr>
            <a:xfrm>
              <a:off x="3933649" y="1541068"/>
              <a:ext cx="1101741" cy="999651"/>
            </a:xfrm>
            <a:custGeom>
              <a:rect b="b" l="l" r="r" t="t"/>
              <a:pathLst>
                <a:path extrusionOk="0" h="1929" w="2126">
                  <a:moveTo>
                    <a:pt x="1410" y="1"/>
                  </a:moveTo>
                  <a:cubicBezTo>
                    <a:pt x="1312" y="1"/>
                    <a:pt x="1208" y="20"/>
                    <a:pt x="1101" y="56"/>
                  </a:cubicBezTo>
                  <a:cubicBezTo>
                    <a:pt x="919" y="119"/>
                    <a:pt x="761" y="222"/>
                    <a:pt x="588" y="308"/>
                  </a:cubicBezTo>
                  <a:cubicBezTo>
                    <a:pt x="387" y="408"/>
                    <a:pt x="178" y="494"/>
                    <a:pt x="0" y="644"/>
                  </a:cubicBezTo>
                  <a:cubicBezTo>
                    <a:pt x="189" y="703"/>
                    <a:pt x="308" y="916"/>
                    <a:pt x="415" y="1065"/>
                  </a:cubicBezTo>
                  <a:cubicBezTo>
                    <a:pt x="477" y="1152"/>
                    <a:pt x="505" y="1243"/>
                    <a:pt x="537" y="1325"/>
                  </a:cubicBezTo>
                  <a:cubicBezTo>
                    <a:pt x="568" y="1409"/>
                    <a:pt x="600" y="1487"/>
                    <a:pt x="666" y="1555"/>
                  </a:cubicBezTo>
                  <a:cubicBezTo>
                    <a:pt x="846" y="1740"/>
                    <a:pt x="872" y="1929"/>
                    <a:pt x="1064" y="1929"/>
                  </a:cubicBezTo>
                  <a:cubicBezTo>
                    <a:pt x="1113" y="1929"/>
                    <a:pt x="1172" y="1917"/>
                    <a:pt x="1246" y="1890"/>
                  </a:cubicBezTo>
                  <a:cubicBezTo>
                    <a:pt x="1589" y="1771"/>
                    <a:pt x="1826" y="1476"/>
                    <a:pt x="1980" y="1160"/>
                  </a:cubicBezTo>
                  <a:cubicBezTo>
                    <a:pt x="2091" y="928"/>
                    <a:pt x="2126" y="604"/>
                    <a:pt x="2000" y="372"/>
                  </a:cubicBezTo>
                  <a:cubicBezTo>
                    <a:pt x="1862" y="117"/>
                    <a:pt x="1653" y="1"/>
                    <a:pt x="1410" y="1"/>
                  </a:cubicBez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1" name="Google Shape;2781;p54"/>
            <p:cNvSpPr/>
            <p:nvPr/>
          </p:nvSpPr>
          <p:spPr>
            <a:xfrm>
              <a:off x="3921212" y="1531222"/>
              <a:ext cx="1101741" cy="1021935"/>
            </a:xfrm>
            <a:custGeom>
              <a:rect b="b" l="l" r="r" t="t"/>
              <a:pathLst>
                <a:path extrusionOk="0" h="1972" w="2126">
                  <a:moveTo>
                    <a:pt x="1432" y="43"/>
                  </a:moveTo>
                  <a:cubicBezTo>
                    <a:pt x="1551" y="43"/>
                    <a:pt x="1660" y="72"/>
                    <a:pt x="1755" y="127"/>
                  </a:cubicBezTo>
                  <a:cubicBezTo>
                    <a:pt x="1854" y="185"/>
                    <a:pt x="1937" y="276"/>
                    <a:pt x="2004" y="398"/>
                  </a:cubicBezTo>
                  <a:cubicBezTo>
                    <a:pt x="2059" y="498"/>
                    <a:pt x="2082" y="620"/>
                    <a:pt x="2082" y="738"/>
                  </a:cubicBezTo>
                  <a:cubicBezTo>
                    <a:pt x="2082" y="891"/>
                    <a:pt x="2044" y="1045"/>
                    <a:pt x="1984" y="1168"/>
                  </a:cubicBezTo>
                  <a:cubicBezTo>
                    <a:pt x="1909" y="1326"/>
                    <a:pt x="1811" y="1475"/>
                    <a:pt x="1693" y="1601"/>
                  </a:cubicBezTo>
                  <a:cubicBezTo>
                    <a:pt x="1574" y="1728"/>
                    <a:pt x="1432" y="1830"/>
                    <a:pt x="1263" y="1889"/>
                  </a:cubicBezTo>
                  <a:cubicBezTo>
                    <a:pt x="1192" y="1917"/>
                    <a:pt x="1136" y="1925"/>
                    <a:pt x="1093" y="1925"/>
                  </a:cubicBezTo>
                  <a:cubicBezTo>
                    <a:pt x="1045" y="1925"/>
                    <a:pt x="1014" y="1917"/>
                    <a:pt x="983" y="1897"/>
                  </a:cubicBezTo>
                  <a:cubicBezTo>
                    <a:pt x="939" y="1870"/>
                    <a:pt x="903" y="1822"/>
                    <a:pt x="864" y="1763"/>
                  </a:cubicBezTo>
                  <a:cubicBezTo>
                    <a:pt x="825" y="1699"/>
                    <a:pt x="777" y="1628"/>
                    <a:pt x="706" y="1557"/>
                  </a:cubicBezTo>
                  <a:cubicBezTo>
                    <a:pt x="643" y="1495"/>
                    <a:pt x="612" y="1420"/>
                    <a:pt x="581" y="1337"/>
                  </a:cubicBezTo>
                  <a:cubicBezTo>
                    <a:pt x="548" y="1255"/>
                    <a:pt x="521" y="1164"/>
                    <a:pt x="454" y="1073"/>
                  </a:cubicBezTo>
                  <a:cubicBezTo>
                    <a:pt x="403" y="998"/>
                    <a:pt x="348" y="907"/>
                    <a:pt x="281" y="824"/>
                  </a:cubicBezTo>
                  <a:cubicBezTo>
                    <a:pt x="221" y="755"/>
                    <a:pt x="153" y="691"/>
                    <a:pt x="68" y="656"/>
                  </a:cubicBezTo>
                  <a:lnTo>
                    <a:pt x="68" y="656"/>
                  </a:lnTo>
                  <a:cubicBezTo>
                    <a:pt x="235" y="523"/>
                    <a:pt x="430" y="440"/>
                    <a:pt x="624" y="347"/>
                  </a:cubicBezTo>
                  <a:cubicBezTo>
                    <a:pt x="794" y="261"/>
                    <a:pt x="951" y="158"/>
                    <a:pt x="1132" y="95"/>
                  </a:cubicBezTo>
                  <a:cubicBezTo>
                    <a:pt x="1234" y="59"/>
                    <a:pt x="1338" y="43"/>
                    <a:pt x="1432" y="43"/>
                  </a:cubicBezTo>
                  <a:close/>
                  <a:moveTo>
                    <a:pt x="1432" y="1"/>
                  </a:moveTo>
                  <a:cubicBezTo>
                    <a:pt x="1334" y="1"/>
                    <a:pt x="1227" y="16"/>
                    <a:pt x="1116" y="56"/>
                  </a:cubicBezTo>
                  <a:cubicBezTo>
                    <a:pt x="932" y="119"/>
                    <a:pt x="774" y="221"/>
                    <a:pt x="604" y="308"/>
                  </a:cubicBezTo>
                  <a:cubicBezTo>
                    <a:pt x="399" y="407"/>
                    <a:pt x="190" y="493"/>
                    <a:pt x="13" y="647"/>
                  </a:cubicBezTo>
                  <a:cubicBezTo>
                    <a:pt x="4" y="651"/>
                    <a:pt x="0" y="658"/>
                    <a:pt x="4" y="667"/>
                  </a:cubicBezTo>
                  <a:cubicBezTo>
                    <a:pt x="4" y="674"/>
                    <a:pt x="13" y="678"/>
                    <a:pt x="20" y="682"/>
                  </a:cubicBezTo>
                  <a:cubicBezTo>
                    <a:pt x="107" y="710"/>
                    <a:pt x="182" y="777"/>
                    <a:pt x="246" y="852"/>
                  </a:cubicBezTo>
                  <a:cubicBezTo>
                    <a:pt x="312" y="931"/>
                    <a:pt x="368" y="1022"/>
                    <a:pt x="419" y="1097"/>
                  </a:cubicBezTo>
                  <a:cubicBezTo>
                    <a:pt x="482" y="1184"/>
                    <a:pt x="510" y="1270"/>
                    <a:pt x="541" y="1353"/>
                  </a:cubicBezTo>
                  <a:cubicBezTo>
                    <a:pt x="572" y="1435"/>
                    <a:pt x="604" y="1519"/>
                    <a:pt x="675" y="1590"/>
                  </a:cubicBezTo>
                  <a:cubicBezTo>
                    <a:pt x="766" y="1680"/>
                    <a:pt x="813" y="1770"/>
                    <a:pt x="868" y="1841"/>
                  </a:cubicBezTo>
                  <a:cubicBezTo>
                    <a:pt x="896" y="1881"/>
                    <a:pt x="923" y="1912"/>
                    <a:pt x="963" y="1932"/>
                  </a:cubicBezTo>
                  <a:cubicBezTo>
                    <a:pt x="998" y="1956"/>
                    <a:pt x="1038" y="1972"/>
                    <a:pt x="1093" y="1972"/>
                  </a:cubicBezTo>
                  <a:cubicBezTo>
                    <a:pt x="1145" y="1972"/>
                    <a:pt x="1203" y="1956"/>
                    <a:pt x="1278" y="1932"/>
                  </a:cubicBezTo>
                  <a:cubicBezTo>
                    <a:pt x="1452" y="1870"/>
                    <a:pt x="1602" y="1763"/>
                    <a:pt x="1724" y="1633"/>
                  </a:cubicBezTo>
                  <a:cubicBezTo>
                    <a:pt x="1846" y="1503"/>
                    <a:pt x="1944" y="1349"/>
                    <a:pt x="2024" y="1187"/>
                  </a:cubicBezTo>
                  <a:cubicBezTo>
                    <a:pt x="2086" y="1057"/>
                    <a:pt x="2126" y="895"/>
                    <a:pt x="2126" y="738"/>
                  </a:cubicBezTo>
                  <a:cubicBezTo>
                    <a:pt x="2126" y="611"/>
                    <a:pt x="2099" y="485"/>
                    <a:pt x="2044" y="379"/>
                  </a:cubicBezTo>
                  <a:cubicBezTo>
                    <a:pt x="1973" y="249"/>
                    <a:pt x="1882" y="154"/>
                    <a:pt x="1779" y="91"/>
                  </a:cubicBezTo>
                  <a:cubicBezTo>
                    <a:pt x="1676" y="28"/>
                    <a:pt x="1558" y="1"/>
                    <a:pt x="1432"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2" name="Google Shape;2782;p54"/>
            <p:cNvSpPr/>
            <p:nvPr/>
          </p:nvSpPr>
          <p:spPr>
            <a:xfrm>
              <a:off x="5222984" y="2175371"/>
              <a:ext cx="1426667" cy="1133871"/>
            </a:xfrm>
            <a:custGeom>
              <a:rect b="b" l="l" r="r" t="t"/>
              <a:pathLst>
                <a:path extrusionOk="0" h="2188" w="2753">
                  <a:moveTo>
                    <a:pt x="160" y="0"/>
                  </a:moveTo>
                  <a:cubicBezTo>
                    <a:pt x="140" y="0"/>
                    <a:pt x="121" y="3"/>
                    <a:pt x="103" y="12"/>
                  </a:cubicBezTo>
                  <a:cubicBezTo>
                    <a:pt x="0" y="54"/>
                    <a:pt x="32" y="205"/>
                    <a:pt x="80" y="303"/>
                  </a:cubicBezTo>
                  <a:cubicBezTo>
                    <a:pt x="320" y="756"/>
                    <a:pt x="671" y="1139"/>
                    <a:pt x="1033" y="1506"/>
                  </a:cubicBezTo>
                  <a:cubicBezTo>
                    <a:pt x="1230" y="1707"/>
                    <a:pt x="1443" y="1904"/>
                    <a:pt x="1692" y="2034"/>
                  </a:cubicBezTo>
                  <a:cubicBezTo>
                    <a:pt x="1823" y="2103"/>
                    <a:pt x="2053" y="2187"/>
                    <a:pt x="2253" y="2187"/>
                  </a:cubicBezTo>
                  <a:cubicBezTo>
                    <a:pt x="2374" y="2187"/>
                    <a:pt x="2484" y="2157"/>
                    <a:pt x="2555" y="2074"/>
                  </a:cubicBezTo>
                  <a:cubicBezTo>
                    <a:pt x="2603" y="2018"/>
                    <a:pt x="2622" y="1952"/>
                    <a:pt x="2638" y="1881"/>
                  </a:cubicBezTo>
                  <a:cubicBezTo>
                    <a:pt x="2753" y="1375"/>
                    <a:pt x="2520" y="1218"/>
                    <a:pt x="2098" y="953"/>
                  </a:cubicBezTo>
                  <a:cubicBezTo>
                    <a:pt x="1649" y="674"/>
                    <a:pt x="1132" y="627"/>
                    <a:pt x="639" y="425"/>
                  </a:cubicBezTo>
                  <a:cubicBezTo>
                    <a:pt x="482" y="362"/>
                    <a:pt x="383" y="39"/>
                    <a:pt x="218" y="7"/>
                  </a:cubicBezTo>
                  <a:cubicBezTo>
                    <a:pt x="198" y="3"/>
                    <a:pt x="179" y="0"/>
                    <a:pt x="160" y="0"/>
                  </a:cubicBezTo>
                  <a:close/>
                </a:path>
              </a:pathLst>
            </a:custGeom>
            <a:solidFill>
              <a:schemeClr val="accent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3" name="Google Shape;2783;p54"/>
            <p:cNvSpPr/>
            <p:nvPr/>
          </p:nvSpPr>
          <p:spPr>
            <a:xfrm>
              <a:off x="5229203" y="2164488"/>
              <a:ext cx="1387800" cy="1155118"/>
            </a:xfrm>
            <a:custGeom>
              <a:rect b="b" l="l" r="r" t="t"/>
              <a:pathLst>
                <a:path extrusionOk="0" h="2229" w="2678">
                  <a:moveTo>
                    <a:pt x="142" y="44"/>
                  </a:moveTo>
                  <a:cubicBezTo>
                    <a:pt x="162" y="44"/>
                    <a:pt x="182" y="48"/>
                    <a:pt x="201" y="52"/>
                  </a:cubicBezTo>
                  <a:cubicBezTo>
                    <a:pt x="217" y="52"/>
                    <a:pt x="237" y="60"/>
                    <a:pt x="253" y="71"/>
                  </a:cubicBezTo>
                  <a:cubicBezTo>
                    <a:pt x="284" y="91"/>
                    <a:pt x="312" y="119"/>
                    <a:pt x="339" y="155"/>
                  </a:cubicBezTo>
                  <a:cubicBezTo>
                    <a:pt x="383" y="210"/>
                    <a:pt x="426" y="273"/>
                    <a:pt x="470" y="332"/>
                  </a:cubicBezTo>
                  <a:cubicBezTo>
                    <a:pt x="490" y="364"/>
                    <a:pt x="513" y="387"/>
                    <a:pt x="537" y="411"/>
                  </a:cubicBezTo>
                  <a:cubicBezTo>
                    <a:pt x="561" y="435"/>
                    <a:pt x="588" y="454"/>
                    <a:pt x="619" y="466"/>
                  </a:cubicBezTo>
                  <a:cubicBezTo>
                    <a:pt x="868" y="568"/>
                    <a:pt x="1120" y="628"/>
                    <a:pt x="1369" y="703"/>
                  </a:cubicBezTo>
                  <a:cubicBezTo>
                    <a:pt x="1613" y="774"/>
                    <a:pt x="1853" y="856"/>
                    <a:pt x="2075" y="994"/>
                  </a:cubicBezTo>
                  <a:cubicBezTo>
                    <a:pt x="2252" y="1105"/>
                    <a:pt x="2390" y="1196"/>
                    <a:pt x="2488" y="1298"/>
                  </a:cubicBezTo>
                  <a:cubicBezTo>
                    <a:pt x="2536" y="1349"/>
                    <a:pt x="2572" y="1400"/>
                    <a:pt x="2595" y="1463"/>
                  </a:cubicBezTo>
                  <a:cubicBezTo>
                    <a:pt x="2623" y="1523"/>
                    <a:pt x="2634" y="1594"/>
                    <a:pt x="2634" y="1673"/>
                  </a:cubicBezTo>
                  <a:cubicBezTo>
                    <a:pt x="2634" y="1740"/>
                    <a:pt x="2626" y="1815"/>
                    <a:pt x="2607" y="1897"/>
                  </a:cubicBezTo>
                  <a:cubicBezTo>
                    <a:pt x="2591" y="1964"/>
                    <a:pt x="2572" y="2031"/>
                    <a:pt x="2528" y="2079"/>
                  </a:cubicBezTo>
                  <a:cubicBezTo>
                    <a:pt x="2496" y="2118"/>
                    <a:pt x="2453" y="2146"/>
                    <a:pt x="2406" y="2162"/>
                  </a:cubicBezTo>
                  <a:cubicBezTo>
                    <a:pt x="2354" y="2177"/>
                    <a:pt x="2299" y="2186"/>
                    <a:pt x="2240" y="2186"/>
                  </a:cubicBezTo>
                  <a:cubicBezTo>
                    <a:pt x="2141" y="2186"/>
                    <a:pt x="2035" y="2166"/>
                    <a:pt x="1940" y="2138"/>
                  </a:cubicBezTo>
                  <a:cubicBezTo>
                    <a:pt x="1842" y="2106"/>
                    <a:pt x="1755" y="2071"/>
                    <a:pt x="1691" y="2035"/>
                  </a:cubicBezTo>
                  <a:cubicBezTo>
                    <a:pt x="1447" y="1905"/>
                    <a:pt x="1234" y="1712"/>
                    <a:pt x="1038" y="1511"/>
                  </a:cubicBezTo>
                  <a:cubicBezTo>
                    <a:pt x="674" y="1148"/>
                    <a:pt x="324" y="766"/>
                    <a:pt x="87" y="312"/>
                  </a:cubicBezTo>
                  <a:cubicBezTo>
                    <a:pt x="64" y="264"/>
                    <a:pt x="44" y="206"/>
                    <a:pt x="44" y="155"/>
                  </a:cubicBezTo>
                  <a:cubicBezTo>
                    <a:pt x="44" y="131"/>
                    <a:pt x="48" y="107"/>
                    <a:pt x="55" y="91"/>
                  </a:cubicBezTo>
                  <a:cubicBezTo>
                    <a:pt x="68" y="75"/>
                    <a:pt x="79" y="60"/>
                    <a:pt x="99" y="52"/>
                  </a:cubicBezTo>
                  <a:cubicBezTo>
                    <a:pt x="111" y="48"/>
                    <a:pt x="126" y="44"/>
                    <a:pt x="142" y="44"/>
                  </a:cubicBezTo>
                  <a:close/>
                  <a:moveTo>
                    <a:pt x="142" y="0"/>
                  </a:moveTo>
                  <a:cubicBezTo>
                    <a:pt x="122" y="0"/>
                    <a:pt x="103" y="4"/>
                    <a:pt x="79" y="13"/>
                  </a:cubicBezTo>
                  <a:cubicBezTo>
                    <a:pt x="51" y="24"/>
                    <a:pt x="32" y="48"/>
                    <a:pt x="20" y="71"/>
                  </a:cubicBezTo>
                  <a:cubicBezTo>
                    <a:pt x="4" y="95"/>
                    <a:pt x="0" y="122"/>
                    <a:pt x="0" y="155"/>
                  </a:cubicBezTo>
                  <a:cubicBezTo>
                    <a:pt x="0" y="213"/>
                    <a:pt x="24" y="281"/>
                    <a:pt x="48" y="332"/>
                  </a:cubicBezTo>
                  <a:cubicBezTo>
                    <a:pt x="288" y="793"/>
                    <a:pt x="643" y="1176"/>
                    <a:pt x="1005" y="1542"/>
                  </a:cubicBezTo>
                  <a:cubicBezTo>
                    <a:pt x="1203" y="1744"/>
                    <a:pt x="1420" y="1940"/>
                    <a:pt x="1673" y="2075"/>
                  </a:cubicBezTo>
                  <a:cubicBezTo>
                    <a:pt x="1739" y="2110"/>
                    <a:pt x="1826" y="2150"/>
                    <a:pt x="1928" y="2177"/>
                  </a:cubicBezTo>
                  <a:cubicBezTo>
                    <a:pt x="2027" y="2209"/>
                    <a:pt x="2137" y="2228"/>
                    <a:pt x="2240" y="2228"/>
                  </a:cubicBezTo>
                  <a:cubicBezTo>
                    <a:pt x="2303" y="2228"/>
                    <a:pt x="2362" y="2221"/>
                    <a:pt x="2417" y="2201"/>
                  </a:cubicBezTo>
                  <a:cubicBezTo>
                    <a:pt x="2472" y="2186"/>
                    <a:pt x="2524" y="2153"/>
                    <a:pt x="2563" y="2106"/>
                  </a:cubicBezTo>
                  <a:cubicBezTo>
                    <a:pt x="2610" y="2051"/>
                    <a:pt x="2634" y="1976"/>
                    <a:pt x="2650" y="1909"/>
                  </a:cubicBezTo>
                  <a:cubicBezTo>
                    <a:pt x="2670" y="1818"/>
                    <a:pt x="2678" y="1744"/>
                    <a:pt x="2678" y="1673"/>
                  </a:cubicBezTo>
                  <a:cubicBezTo>
                    <a:pt x="2678" y="1586"/>
                    <a:pt x="2666" y="1511"/>
                    <a:pt x="2638" y="1447"/>
                  </a:cubicBezTo>
                  <a:cubicBezTo>
                    <a:pt x="2595" y="1345"/>
                    <a:pt x="2528" y="1267"/>
                    <a:pt x="2433" y="1187"/>
                  </a:cubicBezTo>
                  <a:cubicBezTo>
                    <a:pt x="2343" y="1112"/>
                    <a:pt x="2228" y="1041"/>
                    <a:pt x="2098" y="959"/>
                  </a:cubicBezTo>
                  <a:cubicBezTo>
                    <a:pt x="1873" y="813"/>
                    <a:pt x="1629" y="730"/>
                    <a:pt x="1380" y="659"/>
                  </a:cubicBezTo>
                  <a:cubicBezTo>
                    <a:pt x="1132" y="588"/>
                    <a:pt x="880" y="525"/>
                    <a:pt x="635" y="426"/>
                  </a:cubicBezTo>
                  <a:cubicBezTo>
                    <a:pt x="599" y="411"/>
                    <a:pt x="568" y="383"/>
                    <a:pt x="532" y="344"/>
                  </a:cubicBezTo>
                  <a:cubicBezTo>
                    <a:pt x="485" y="288"/>
                    <a:pt x="438" y="210"/>
                    <a:pt x="386" y="146"/>
                  </a:cubicBezTo>
                  <a:cubicBezTo>
                    <a:pt x="363" y="111"/>
                    <a:pt x="335" y="84"/>
                    <a:pt x="308" y="56"/>
                  </a:cubicBezTo>
                  <a:cubicBezTo>
                    <a:pt x="277" y="33"/>
                    <a:pt x="245" y="17"/>
                    <a:pt x="210" y="9"/>
                  </a:cubicBezTo>
                  <a:cubicBezTo>
                    <a:pt x="190" y="4"/>
                    <a:pt x="166" y="0"/>
                    <a:pt x="142"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4" name="Google Shape;2784;p54"/>
            <p:cNvSpPr/>
            <p:nvPr/>
          </p:nvSpPr>
          <p:spPr>
            <a:xfrm>
              <a:off x="6404011" y="3141335"/>
              <a:ext cx="143548" cy="82397"/>
            </a:xfrm>
            <a:custGeom>
              <a:rect b="b" l="l" r="r" t="t"/>
              <a:pathLst>
                <a:path extrusionOk="0" h="159" w="277">
                  <a:moveTo>
                    <a:pt x="253" y="0"/>
                  </a:moveTo>
                  <a:cubicBezTo>
                    <a:pt x="246" y="0"/>
                    <a:pt x="238" y="3"/>
                    <a:pt x="234" y="8"/>
                  </a:cubicBezTo>
                  <a:cubicBezTo>
                    <a:pt x="205" y="40"/>
                    <a:pt x="174" y="68"/>
                    <a:pt x="143" y="88"/>
                  </a:cubicBezTo>
                  <a:cubicBezTo>
                    <a:pt x="107" y="103"/>
                    <a:pt x="72" y="115"/>
                    <a:pt x="32" y="115"/>
                  </a:cubicBezTo>
                  <a:lnTo>
                    <a:pt x="24" y="115"/>
                  </a:lnTo>
                  <a:cubicBezTo>
                    <a:pt x="8" y="115"/>
                    <a:pt x="1" y="123"/>
                    <a:pt x="1" y="135"/>
                  </a:cubicBezTo>
                  <a:cubicBezTo>
                    <a:pt x="1" y="150"/>
                    <a:pt x="8" y="159"/>
                    <a:pt x="21" y="159"/>
                  </a:cubicBezTo>
                  <a:lnTo>
                    <a:pt x="32" y="159"/>
                  </a:lnTo>
                  <a:cubicBezTo>
                    <a:pt x="79" y="159"/>
                    <a:pt x="123" y="146"/>
                    <a:pt x="163" y="123"/>
                  </a:cubicBezTo>
                  <a:cubicBezTo>
                    <a:pt x="201" y="103"/>
                    <a:pt x="237" y="72"/>
                    <a:pt x="269" y="36"/>
                  </a:cubicBezTo>
                  <a:cubicBezTo>
                    <a:pt x="276" y="28"/>
                    <a:pt x="272" y="12"/>
                    <a:pt x="265" y="4"/>
                  </a:cubicBezTo>
                  <a:cubicBezTo>
                    <a:pt x="262" y="1"/>
                    <a:pt x="258" y="0"/>
                    <a:pt x="25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5" name="Google Shape;2785;p54"/>
            <p:cNvSpPr/>
            <p:nvPr/>
          </p:nvSpPr>
          <p:spPr>
            <a:xfrm>
              <a:off x="4477264" y="1750948"/>
              <a:ext cx="1330795" cy="921918"/>
            </a:xfrm>
            <a:custGeom>
              <a:rect b="b" l="l" r="r" t="t"/>
              <a:pathLst>
                <a:path extrusionOk="0" h="1779" w="2568">
                  <a:moveTo>
                    <a:pt x="1" y="176"/>
                  </a:moveTo>
                  <a:cubicBezTo>
                    <a:pt x="1" y="176"/>
                    <a:pt x="1" y="176"/>
                    <a:pt x="1" y="176"/>
                  </a:cubicBezTo>
                  <a:cubicBezTo>
                    <a:pt x="1" y="176"/>
                    <a:pt x="1" y="176"/>
                    <a:pt x="1" y="176"/>
                  </a:cubicBezTo>
                  <a:lnTo>
                    <a:pt x="1" y="176"/>
                  </a:lnTo>
                  <a:cubicBezTo>
                    <a:pt x="1" y="176"/>
                    <a:pt x="1" y="176"/>
                    <a:pt x="1" y="176"/>
                  </a:cubicBezTo>
                  <a:close/>
                  <a:moveTo>
                    <a:pt x="2347" y="0"/>
                  </a:moveTo>
                  <a:cubicBezTo>
                    <a:pt x="2319" y="0"/>
                    <a:pt x="2296" y="1"/>
                    <a:pt x="2287" y="3"/>
                  </a:cubicBezTo>
                  <a:cubicBezTo>
                    <a:pt x="2165" y="6"/>
                    <a:pt x="2043" y="21"/>
                    <a:pt x="1928" y="54"/>
                  </a:cubicBezTo>
                  <a:cubicBezTo>
                    <a:pt x="1696" y="116"/>
                    <a:pt x="1475" y="227"/>
                    <a:pt x="1293" y="381"/>
                  </a:cubicBezTo>
                  <a:cubicBezTo>
                    <a:pt x="1128" y="215"/>
                    <a:pt x="887" y="156"/>
                    <a:pt x="663" y="101"/>
                  </a:cubicBezTo>
                  <a:cubicBezTo>
                    <a:pt x="490" y="62"/>
                    <a:pt x="315" y="20"/>
                    <a:pt x="139" y="20"/>
                  </a:cubicBezTo>
                  <a:cubicBezTo>
                    <a:pt x="102" y="20"/>
                    <a:pt x="65" y="22"/>
                    <a:pt x="28" y="26"/>
                  </a:cubicBezTo>
                  <a:cubicBezTo>
                    <a:pt x="48" y="50"/>
                    <a:pt x="72" y="69"/>
                    <a:pt x="95" y="85"/>
                  </a:cubicBezTo>
                  <a:cubicBezTo>
                    <a:pt x="63" y="85"/>
                    <a:pt x="36" y="89"/>
                    <a:pt x="8" y="101"/>
                  </a:cubicBezTo>
                  <a:cubicBezTo>
                    <a:pt x="20" y="121"/>
                    <a:pt x="36" y="136"/>
                    <a:pt x="56" y="144"/>
                  </a:cubicBezTo>
                  <a:cubicBezTo>
                    <a:pt x="36" y="156"/>
                    <a:pt x="20" y="168"/>
                    <a:pt x="1" y="176"/>
                  </a:cubicBezTo>
                  <a:lnTo>
                    <a:pt x="1" y="176"/>
                  </a:lnTo>
                  <a:cubicBezTo>
                    <a:pt x="5" y="176"/>
                    <a:pt x="56" y="515"/>
                    <a:pt x="59" y="534"/>
                  </a:cubicBezTo>
                  <a:cubicBezTo>
                    <a:pt x="79" y="866"/>
                    <a:pt x="59" y="1237"/>
                    <a:pt x="276" y="1488"/>
                  </a:cubicBezTo>
                  <a:cubicBezTo>
                    <a:pt x="465" y="1706"/>
                    <a:pt x="777" y="1768"/>
                    <a:pt x="1061" y="1777"/>
                  </a:cubicBezTo>
                  <a:cubicBezTo>
                    <a:pt x="1089" y="1778"/>
                    <a:pt x="1117" y="1778"/>
                    <a:pt x="1145" y="1778"/>
                  </a:cubicBezTo>
                  <a:cubicBezTo>
                    <a:pt x="1223" y="1778"/>
                    <a:pt x="1302" y="1775"/>
                    <a:pt x="1380" y="1768"/>
                  </a:cubicBezTo>
                  <a:cubicBezTo>
                    <a:pt x="1479" y="1757"/>
                    <a:pt x="1573" y="1725"/>
                    <a:pt x="1668" y="1721"/>
                  </a:cubicBezTo>
                  <a:cubicBezTo>
                    <a:pt x="1850" y="1706"/>
                    <a:pt x="2007" y="1607"/>
                    <a:pt x="2161" y="1512"/>
                  </a:cubicBezTo>
                  <a:cubicBezTo>
                    <a:pt x="2225" y="1477"/>
                    <a:pt x="2303" y="1433"/>
                    <a:pt x="2343" y="1366"/>
                  </a:cubicBezTo>
                  <a:cubicBezTo>
                    <a:pt x="2374" y="1319"/>
                    <a:pt x="2390" y="1256"/>
                    <a:pt x="2414" y="1204"/>
                  </a:cubicBezTo>
                  <a:cubicBezTo>
                    <a:pt x="2480" y="1055"/>
                    <a:pt x="2512" y="893"/>
                    <a:pt x="2520" y="736"/>
                  </a:cubicBezTo>
                  <a:cubicBezTo>
                    <a:pt x="2527" y="570"/>
                    <a:pt x="2527" y="409"/>
                    <a:pt x="2543" y="247"/>
                  </a:cubicBezTo>
                  <a:cubicBezTo>
                    <a:pt x="2547" y="223"/>
                    <a:pt x="2547" y="196"/>
                    <a:pt x="2536" y="176"/>
                  </a:cubicBezTo>
                  <a:cubicBezTo>
                    <a:pt x="2520" y="160"/>
                    <a:pt x="2496" y="152"/>
                    <a:pt x="2476" y="144"/>
                  </a:cubicBezTo>
                  <a:cubicBezTo>
                    <a:pt x="2492" y="140"/>
                    <a:pt x="2512" y="128"/>
                    <a:pt x="2516" y="109"/>
                  </a:cubicBezTo>
                  <a:cubicBezTo>
                    <a:pt x="2522" y="93"/>
                    <a:pt x="2509" y="77"/>
                    <a:pt x="2495" y="77"/>
                  </a:cubicBezTo>
                  <a:cubicBezTo>
                    <a:pt x="2492" y="77"/>
                    <a:pt x="2488" y="78"/>
                    <a:pt x="2485" y="81"/>
                  </a:cubicBezTo>
                  <a:cubicBezTo>
                    <a:pt x="2568" y="13"/>
                    <a:pt x="2434" y="0"/>
                    <a:pt x="2347" y="0"/>
                  </a:cubicBezTo>
                  <a:close/>
                </a:path>
              </a:pathLst>
            </a:cu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6" name="Google Shape;2786;p54"/>
            <p:cNvSpPr/>
            <p:nvPr/>
          </p:nvSpPr>
          <p:spPr>
            <a:xfrm>
              <a:off x="4450316" y="1843709"/>
              <a:ext cx="1390391" cy="1159264"/>
            </a:xfrm>
            <a:custGeom>
              <a:rect b="b" l="l" r="r" t="t"/>
              <a:pathLst>
                <a:path extrusionOk="0" h="2237" w="2683">
                  <a:moveTo>
                    <a:pt x="2634" y="19"/>
                  </a:moveTo>
                  <a:cubicBezTo>
                    <a:pt x="2633" y="19"/>
                    <a:pt x="2632" y="19"/>
                    <a:pt x="2635" y="20"/>
                  </a:cubicBezTo>
                  <a:cubicBezTo>
                    <a:pt x="2643" y="20"/>
                    <a:pt x="2636" y="19"/>
                    <a:pt x="2634" y="19"/>
                  </a:cubicBezTo>
                  <a:close/>
                  <a:moveTo>
                    <a:pt x="2340" y="1"/>
                  </a:moveTo>
                  <a:cubicBezTo>
                    <a:pt x="2009" y="1"/>
                    <a:pt x="1631" y="64"/>
                    <a:pt x="1361" y="178"/>
                  </a:cubicBezTo>
                  <a:cubicBezTo>
                    <a:pt x="1354" y="182"/>
                    <a:pt x="1345" y="186"/>
                    <a:pt x="1334" y="186"/>
                  </a:cubicBezTo>
                  <a:cubicBezTo>
                    <a:pt x="1325" y="186"/>
                    <a:pt x="1314" y="182"/>
                    <a:pt x="1307" y="178"/>
                  </a:cubicBezTo>
                  <a:cubicBezTo>
                    <a:pt x="1059" y="68"/>
                    <a:pt x="690" y="15"/>
                    <a:pt x="363" y="15"/>
                  </a:cubicBezTo>
                  <a:cubicBezTo>
                    <a:pt x="232" y="15"/>
                    <a:pt x="108" y="23"/>
                    <a:pt x="1" y="40"/>
                  </a:cubicBezTo>
                  <a:cubicBezTo>
                    <a:pt x="29" y="363"/>
                    <a:pt x="5" y="694"/>
                    <a:pt x="40" y="1018"/>
                  </a:cubicBezTo>
                  <a:cubicBezTo>
                    <a:pt x="76" y="1333"/>
                    <a:pt x="76" y="1657"/>
                    <a:pt x="100" y="1976"/>
                  </a:cubicBezTo>
                  <a:lnTo>
                    <a:pt x="100" y="2015"/>
                  </a:lnTo>
                  <a:cubicBezTo>
                    <a:pt x="198" y="2039"/>
                    <a:pt x="478" y="2055"/>
                    <a:pt x="577" y="2075"/>
                  </a:cubicBezTo>
                  <a:cubicBezTo>
                    <a:pt x="837" y="2134"/>
                    <a:pt x="1094" y="2189"/>
                    <a:pt x="1358" y="2237"/>
                  </a:cubicBezTo>
                  <a:cubicBezTo>
                    <a:pt x="1425" y="2237"/>
                    <a:pt x="1496" y="2232"/>
                    <a:pt x="1567" y="2232"/>
                  </a:cubicBezTo>
                  <a:cubicBezTo>
                    <a:pt x="1858" y="2146"/>
                    <a:pt x="2348" y="2004"/>
                    <a:pt x="2647" y="1924"/>
                  </a:cubicBezTo>
                  <a:cubicBezTo>
                    <a:pt x="2683" y="1282"/>
                    <a:pt x="2666" y="663"/>
                    <a:pt x="2635" y="20"/>
                  </a:cubicBezTo>
                  <a:cubicBezTo>
                    <a:pt x="2545" y="7"/>
                    <a:pt x="2445" y="1"/>
                    <a:pt x="2340" y="1"/>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7" name="Google Shape;2787;p54"/>
            <p:cNvSpPr/>
            <p:nvPr/>
          </p:nvSpPr>
          <p:spPr>
            <a:xfrm>
              <a:off x="5068036" y="1890349"/>
              <a:ext cx="198479" cy="1130761"/>
            </a:xfrm>
            <a:custGeom>
              <a:rect b="b" l="l" r="r" t="t"/>
              <a:pathLst>
                <a:path extrusionOk="0" h="2182" w="383">
                  <a:moveTo>
                    <a:pt x="39" y="2162"/>
                  </a:moveTo>
                  <a:cubicBezTo>
                    <a:pt x="39" y="2162"/>
                    <a:pt x="39" y="2162"/>
                    <a:pt x="39" y="2162"/>
                  </a:cubicBezTo>
                  <a:cubicBezTo>
                    <a:pt x="39" y="2162"/>
                    <a:pt x="39" y="2162"/>
                    <a:pt x="39" y="2162"/>
                  </a:cubicBezTo>
                  <a:lnTo>
                    <a:pt x="39" y="2162"/>
                  </a:lnTo>
                  <a:cubicBezTo>
                    <a:pt x="39" y="2162"/>
                    <a:pt x="39" y="2162"/>
                    <a:pt x="39" y="2162"/>
                  </a:cubicBezTo>
                  <a:close/>
                  <a:moveTo>
                    <a:pt x="127" y="1"/>
                  </a:moveTo>
                  <a:cubicBezTo>
                    <a:pt x="90" y="1"/>
                    <a:pt x="53" y="6"/>
                    <a:pt x="20" y="21"/>
                  </a:cubicBezTo>
                  <a:cubicBezTo>
                    <a:pt x="15" y="25"/>
                    <a:pt x="11" y="29"/>
                    <a:pt x="8" y="33"/>
                  </a:cubicBezTo>
                  <a:lnTo>
                    <a:pt x="8" y="49"/>
                  </a:lnTo>
                  <a:cubicBezTo>
                    <a:pt x="0" y="309"/>
                    <a:pt x="20" y="573"/>
                    <a:pt x="27" y="833"/>
                  </a:cubicBezTo>
                  <a:cubicBezTo>
                    <a:pt x="35" y="1116"/>
                    <a:pt x="44" y="2160"/>
                    <a:pt x="39" y="2162"/>
                  </a:cubicBezTo>
                  <a:lnTo>
                    <a:pt x="39" y="2162"/>
                  </a:lnTo>
                  <a:cubicBezTo>
                    <a:pt x="96" y="2176"/>
                    <a:pt x="155" y="2182"/>
                    <a:pt x="214" y="2182"/>
                  </a:cubicBezTo>
                  <a:cubicBezTo>
                    <a:pt x="241" y="2182"/>
                    <a:pt x="268" y="2180"/>
                    <a:pt x="295" y="2178"/>
                  </a:cubicBezTo>
                  <a:cubicBezTo>
                    <a:pt x="311" y="2178"/>
                    <a:pt x="331" y="2174"/>
                    <a:pt x="343" y="2162"/>
                  </a:cubicBezTo>
                  <a:cubicBezTo>
                    <a:pt x="382" y="2134"/>
                    <a:pt x="339" y="1393"/>
                    <a:pt x="339" y="1106"/>
                  </a:cubicBezTo>
                  <a:cubicBezTo>
                    <a:pt x="343" y="778"/>
                    <a:pt x="323" y="439"/>
                    <a:pt x="308" y="120"/>
                  </a:cubicBezTo>
                  <a:cubicBezTo>
                    <a:pt x="308" y="100"/>
                    <a:pt x="299" y="80"/>
                    <a:pt x="291" y="65"/>
                  </a:cubicBezTo>
                  <a:cubicBezTo>
                    <a:pt x="291" y="56"/>
                    <a:pt x="288" y="52"/>
                    <a:pt x="284" y="45"/>
                  </a:cubicBezTo>
                  <a:cubicBezTo>
                    <a:pt x="260" y="17"/>
                    <a:pt x="224" y="9"/>
                    <a:pt x="189" y="5"/>
                  </a:cubicBezTo>
                  <a:cubicBezTo>
                    <a:pt x="169" y="2"/>
                    <a:pt x="148" y="1"/>
                    <a:pt x="127" y="1"/>
                  </a:cubicBezTo>
                  <a:close/>
                </a:path>
              </a:pathLst>
            </a:cu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8" name="Google Shape;2788;p54"/>
            <p:cNvSpPr/>
            <p:nvPr/>
          </p:nvSpPr>
          <p:spPr>
            <a:xfrm>
              <a:off x="3553275" y="2908135"/>
              <a:ext cx="108827" cy="126446"/>
            </a:xfrm>
            <a:custGeom>
              <a:rect b="b" l="l" r="r" t="t"/>
              <a:pathLst>
                <a:path extrusionOk="0" h="244" w="210">
                  <a:moveTo>
                    <a:pt x="49" y="0"/>
                  </a:moveTo>
                  <a:cubicBezTo>
                    <a:pt x="28" y="0"/>
                    <a:pt x="9" y="15"/>
                    <a:pt x="4" y="36"/>
                  </a:cubicBezTo>
                  <a:cubicBezTo>
                    <a:pt x="4" y="48"/>
                    <a:pt x="1" y="60"/>
                    <a:pt x="1" y="68"/>
                  </a:cubicBezTo>
                  <a:cubicBezTo>
                    <a:pt x="1" y="92"/>
                    <a:pt x="4" y="112"/>
                    <a:pt x="13" y="131"/>
                  </a:cubicBezTo>
                  <a:cubicBezTo>
                    <a:pt x="24" y="163"/>
                    <a:pt x="44" y="187"/>
                    <a:pt x="68" y="206"/>
                  </a:cubicBezTo>
                  <a:cubicBezTo>
                    <a:pt x="92" y="222"/>
                    <a:pt x="123" y="238"/>
                    <a:pt x="155" y="241"/>
                  </a:cubicBezTo>
                  <a:cubicBezTo>
                    <a:pt x="159" y="243"/>
                    <a:pt x="163" y="243"/>
                    <a:pt x="167" y="243"/>
                  </a:cubicBezTo>
                  <a:cubicBezTo>
                    <a:pt x="185" y="243"/>
                    <a:pt x="200" y="230"/>
                    <a:pt x="206" y="210"/>
                  </a:cubicBezTo>
                  <a:cubicBezTo>
                    <a:pt x="210" y="187"/>
                    <a:pt x="194" y="163"/>
                    <a:pt x="170" y="159"/>
                  </a:cubicBezTo>
                  <a:cubicBezTo>
                    <a:pt x="143" y="151"/>
                    <a:pt x="123" y="139"/>
                    <a:pt x="111" y="123"/>
                  </a:cubicBezTo>
                  <a:cubicBezTo>
                    <a:pt x="104" y="119"/>
                    <a:pt x="99" y="112"/>
                    <a:pt x="95" y="99"/>
                  </a:cubicBezTo>
                  <a:cubicBezTo>
                    <a:pt x="92" y="92"/>
                    <a:pt x="88" y="80"/>
                    <a:pt x="88" y="68"/>
                  </a:cubicBezTo>
                  <a:cubicBezTo>
                    <a:pt x="88" y="64"/>
                    <a:pt x="92" y="56"/>
                    <a:pt x="92" y="48"/>
                  </a:cubicBezTo>
                  <a:cubicBezTo>
                    <a:pt x="95" y="25"/>
                    <a:pt x="80" y="5"/>
                    <a:pt x="57" y="1"/>
                  </a:cubicBezTo>
                  <a:cubicBezTo>
                    <a:pt x="54" y="1"/>
                    <a:pt x="52" y="0"/>
                    <a:pt x="49" y="0"/>
                  </a:cubicBezTo>
                  <a:close/>
                </a:path>
              </a:pathLst>
            </a:custGeom>
            <a:solidFill>
              <a:srgbClr val="100909"/>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9" name="Google Shape;2789;p54"/>
            <p:cNvSpPr/>
            <p:nvPr/>
          </p:nvSpPr>
          <p:spPr>
            <a:xfrm>
              <a:off x="3314375" y="2270205"/>
              <a:ext cx="2148032" cy="956121"/>
            </a:xfrm>
            <a:custGeom>
              <a:rect b="b" l="l" r="r" t="t"/>
              <a:pathLst>
                <a:path extrusionOk="0" h="1845" w="4145">
                  <a:moveTo>
                    <a:pt x="3271" y="0"/>
                  </a:moveTo>
                  <a:cubicBezTo>
                    <a:pt x="3262" y="0"/>
                    <a:pt x="3251" y="4"/>
                    <a:pt x="3242" y="13"/>
                  </a:cubicBezTo>
                  <a:cubicBezTo>
                    <a:pt x="3222" y="37"/>
                    <a:pt x="3210" y="65"/>
                    <a:pt x="3191" y="89"/>
                  </a:cubicBezTo>
                  <a:cubicBezTo>
                    <a:pt x="3163" y="112"/>
                    <a:pt x="3128" y="148"/>
                    <a:pt x="3120" y="160"/>
                  </a:cubicBezTo>
                  <a:cubicBezTo>
                    <a:pt x="3033" y="246"/>
                    <a:pt x="2973" y="368"/>
                    <a:pt x="2867" y="431"/>
                  </a:cubicBezTo>
                  <a:cubicBezTo>
                    <a:pt x="2789" y="479"/>
                    <a:pt x="2689" y="486"/>
                    <a:pt x="2595" y="499"/>
                  </a:cubicBezTo>
                  <a:cubicBezTo>
                    <a:pt x="2445" y="518"/>
                    <a:pt x="2300" y="562"/>
                    <a:pt x="2150" y="577"/>
                  </a:cubicBezTo>
                  <a:cubicBezTo>
                    <a:pt x="1965" y="601"/>
                    <a:pt x="1779" y="621"/>
                    <a:pt x="1597" y="641"/>
                  </a:cubicBezTo>
                  <a:cubicBezTo>
                    <a:pt x="1207" y="680"/>
                    <a:pt x="797" y="680"/>
                    <a:pt x="423" y="802"/>
                  </a:cubicBezTo>
                  <a:cubicBezTo>
                    <a:pt x="1" y="944"/>
                    <a:pt x="340" y="1504"/>
                    <a:pt x="572" y="1674"/>
                  </a:cubicBezTo>
                  <a:cubicBezTo>
                    <a:pt x="737" y="1796"/>
                    <a:pt x="921" y="1845"/>
                    <a:pt x="1109" y="1845"/>
                  </a:cubicBezTo>
                  <a:cubicBezTo>
                    <a:pt x="1510" y="1845"/>
                    <a:pt x="1934" y="1625"/>
                    <a:pt x="2256" y="1429"/>
                  </a:cubicBezTo>
                  <a:cubicBezTo>
                    <a:pt x="2382" y="1354"/>
                    <a:pt x="2509" y="1276"/>
                    <a:pt x="2635" y="1201"/>
                  </a:cubicBezTo>
                  <a:cubicBezTo>
                    <a:pt x="2911" y="1035"/>
                    <a:pt x="3222" y="972"/>
                    <a:pt x="3514" y="853"/>
                  </a:cubicBezTo>
                  <a:cubicBezTo>
                    <a:pt x="3612" y="822"/>
                    <a:pt x="3707" y="786"/>
                    <a:pt x="3798" y="751"/>
                  </a:cubicBezTo>
                  <a:cubicBezTo>
                    <a:pt x="3841" y="735"/>
                    <a:pt x="3881" y="712"/>
                    <a:pt x="3920" y="688"/>
                  </a:cubicBezTo>
                  <a:cubicBezTo>
                    <a:pt x="3956" y="668"/>
                    <a:pt x="3991" y="648"/>
                    <a:pt x="4023" y="621"/>
                  </a:cubicBezTo>
                  <a:cubicBezTo>
                    <a:pt x="4027" y="621"/>
                    <a:pt x="4027" y="617"/>
                    <a:pt x="4030" y="617"/>
                  </a:cubicBezTo>
                  <a:cubicBezTo>
                    <a:pt x="4076" y="603"/>
                    <a:pt x="4062" y="535"/>
                    <a:pt x="4025" y="535"/>
                  </a:cubicBezTo>
                  <a:cubicBezTo>
                    <a:pt x="4020" y="535"/>
                    <a:pt x="4016" y="536"/>
                    <a:pt x="4011" y="538"/>
                  </a:cubicBezTo>
                  <a:cubicBezTo>
                    <a:pt x="4003" y="538"/>
                    <a:pt x="3999" y="542"/>
                    <a:pt x="3995" y="542"/>
                  </a:cubicBezTo>
                  <a:cubicBezTo>
                    <a:pt x="3991" y="542"/>
                    <a:pt x="3987" y="546"/>
                    <a:pt x="3983" y="550"/>
                  </a:cubicBezTo>
                  <a:cubicBezTo>
                    <a:pt x="3948" y="566"/>
                    <a:pt x="3916" y="586"/>
                    <a:pt x="3881" y="605"/>
                  </a:cubicBezTo>
                  <a:cubicBezTo>
                    <a:pt x="3845" y="621"/>
                    <a:pt x="3810" y="637"/>
                    <a:pt x="3770" y="652"/>
                  </a:cubicBezTo>
                  <a:cubicBezTo>
                    <a:pt x="3770" y="641"/>
                    <a:pt x="3770" y="624"/>
                    <a:pt x="3766" y="613"/>
                  </a:cubicBezTo>
                  <a:cubicBezTo>
                    <a:pt x="3801" y="597"/>
                    <a:pt x="3837" y="581"/>
                    <a:pt x="3877" y="566"/>
                  </a:cubicBezTo>
                  <a:cubicBezTo>
                    <a:pt x="3924" y="542"/>
                    <a:pt x="3972" y="510"/>
                    <a:pt x="4019" y="486"/>
                  </a:cubicBezTo>
                  <a:cubicBezTo>
                    <a:pt x="4058" y="467"/>
                    <a:pt x="4114" y="451"/>
                    <a:pt x="4129" y="404"/>
                  </a:cubicBezTo>
                  <a:cubicBezTo>
                    <a:pt x="4143" y="380"/>
                    <a:pt x="4130" y="341"/>
                    <a:pt x="4100" y="341"/>
                  </a:cubicBezTo>
                  <a:cubicBezTo>
                    <a:pt x="4095" y="341"/>
                    <a:pt x="4091" y="342"/>
                    <a:pt x="4085" y="344"/>
                  </a:cubicBezTo>
                  <a:cubicBezTo>
                    <a:pt x="3995" y="377"/>
                    <a:pt x="3916" y="420"/>
                    <a:pt x="3834" y="463"/>
                  </a:cubicBezTo>
                  <a:cubicBezTo>
                    <a:pt x="3794" y="479"/>
                    <a:pt x="3759" y="499"/>
                    <a:pt x="3723" y="515"/>
                  </a:cubicBezTo>
                  <a:cubicBezTo>
                    <a:pt x="3715" y="502"/>
                    <a:pt x="3711" y="491"/>
                    <a:pt x="3703" y="479"/>
                  </a:cubicBezTo>
                  <a:cubicBezTo>
                    <a:pt x="3715" y="471"/>
                    <a:pt x="3727" y="467"/>
                    <a:pt x="3739" y="459"/>
                  </a:cubicBezTo>
                  <a:cubicBezTo>
                    <a:pt x="3759" y="448"/>
                    <a:pt x="3778" y="435"/>
                    <a:pt x="3798" y="424"/>
                  </a:cubicBezTo>
                  <a:cubicBezTo>
                    <a:pt x="3830" y="408"/>
                    <a:pt x="3861" y="392"/>
                    <a:pt x="3892" y="373"/>
                  </a:cubicBezTo>
                  <a:lnTo>
                    <a:pt x="3896" y="373"/>
                  </a:lnTo>
                  <a:cubicBezTo>
                    <a:pt x="3928" y="353"/>
                    <a:pt x="3963" y="333"/>
                    <a:pt x="3999" y="317"/>
                  </a:cubicBezTo>
                  <a:cubicBezTo>
                    <a:pt x="4030" y="297"/>
                    <a:pt x="4066" y="282"/>
                    <a:pt x="4094" y="254"/>
                  </a:cubicBezTo>
                  <a:cubicBezTo>
                    <a:pt x="4098" y="250"/>
                    <a:pt x="4105" y="246"/>
                    <a:pt x="4109" y="246"/>
                  </a:cubicBezTo>
                  <a:cubicBezTo>
                    <a:pt x="4137" y="235"/>
                    <a:pt x="4145" y="202"/>
                    <a:pt x="4133" y="183"/>
                  </a:cubicBezTo>
                  <a:cubicBezTo>
                    <a:pt x="4133" y="164"/>
                    <a:pt x="4121" y="148"/>
                    <a:pt x="4094" y="148"/>
                  </a:cubicBezTo>
                  <a:cubicBezTo>
                    <a:pt x="4046" y="151"/>
                    <a:pt x="3999" y="187"/>
                    <a:pt x="3959" y="211"/>
                  </a:cubicBezTo>
                  <a:cubicBezTo>
                    <a:pt x="3905" y="238"/>
                    <a:pt x="3849" y="266"/>
                    <a:pt x="3798" y="293"/>
                  </a:cubicBezTo>
                  <a:cubicBezTo>
                    <a:pt x="3743" y="317"/>
                    <a:pt x="3688" y="344"/>
                    <a:pt x="3632" y="373"/>
                  </a:cubicBezTo>
                  <a:cubicBezTo>
                    <a:pt x="3628" y="364"/>
                    <a:pt x="3624" y="357"/>
                    <a:pt x="3621" y="353"/>
                  </a:cubicBezTo>
                  <a:cubicBezTo>
                    <a:pt x="3608" y="337"/>
                    <a:pt x="3597" y="325"/>
                    <a:pt x="3581" y="313"/>
                  </a:cubicBezTo>
                  <a:cubicBezTo>
                    <a:pt x="3585" y="309"/>
                    <a:pt x="3588" y="309"/>
                    <a:pt x="3593" y="309"/>
                  </a:cubicBezTo>
                  <a:cubicBezTo>
                    <a:pt x="3692" y="273"/>
                    <a:pt x="3794" y="242"/>
                    <a:pt x="3885" y="195"/>
                  </a:cubicBezTo>
                  <a:cubicBezTo>
                    <a:pt x="3896" y="187"/>
                    <a:pt x="3905" y="179"/>
                    <a:pt x="3905" y="171"/>
                  </a:cubicBezTo>
                  <a:cubicBezTo>
                    <a:pt x="3912" y="167"/>
                    <a:pt x="3916" y="164"/>
                    <a:pt x="3924" y="164"/>
                  </a:cubicBezTo>
                  <a:cubicBezTo>
                    <a:pt x="3962" y="140"/>
                    <a:pt x="3940" y="85"/>
                    <a:pt x="3904" y="85"/>
                  </a:cubicBezTo>
                  <a:cubicBezTo>
                    <a:pt x="3899" y="85"/>
                    <a:pt x="3894" y="86"/>
                    <a:pt x="3888" y="89"/>
                  </a:cubicBezTo>
                  <a:cubicBezTo>
                    <a:pt x="3885" y="88"/>
                    <a:pt x="3882" y="87"/>
                    <a:pt x="3878" y="87"/>
                  </a:cubicBezTo>
                  <a:cubicBezTo>
                    <a:pt x="3868" y="87"/>
                    <a:pt x="3858" y="91"/>
                    <a:pt x="3849" y="96"/>
                  </a:cubicBezTo>
                  <a:cubicBezTo>
                    <a:pt x="3849" y="96"/>
                    <a:pt x="3845" y="100"/>
                    <a:pt x="3841" y="100"/>
                  </a:cubicBezTo>
                  <a:cubicBezTo>
                    <a:pt x="3837" y="104"/>
                    <a:pt x="3830" y="104"/>
                    <a:pt x="3821" y="108"/>
                  </a:cubicBezTo>
                  <a:cubicBezTo>
                    <a:pt x="3821" y="108"/>
                    <a:pt x="3817" y="108"/>
                    <a:pt x="3814" y="112"/>
                  </a:cubicBezTo>
                  <a:cubicBezTo>
                    <a:pt x="3806" y="112"/>
                    <a:pt x="3798" y="116"/>
                    <a:pt x="3790" y="116"/>
                  </a:cubicBezTo>
                  <a:cubicBezTo>
                    <a:pt x="3763" y="124"/>
                    <a:pt x="3730" y="131"/>
                    <a:pt x="3699" y="144"/>
                  </a:cubicBezTo>
                  <a:cubicBezTo>
                    <a:pt x="3648" y="160"/>
                    <a:pt x="3593" y="171"/>
                    <a:pt x="3541" y="195"/>
                  </a:cubicBezTo>
                  <a:cubicBezTo>
                    <a:pt x="3502" y="215"/>
                    <a:pt x="3463" y="226"/>
                    <a:pt x="3423" y="238"/>
                  </a:cubicBezTo>
                  <a:cubicBezTo>
                    <a:pt x="3395" y="242"/>
                    <a:pt x="3368" y="254"/>
                    <a:pt x="3344" y="270"/>
                  </a:cubicBezTo>
                  <a:cubicBezTo>
                    <a:pt x="3305" y="286"/>
                    <a:pt x="3266" y="302"/>
                    <a:pt x="3226" y="313"/>
                  </a:cubicBezTo>
                  <a:lnTo>
                    <a:pt x="3215" y="313"/>
                  </a:lnTo>
                  <a:cubicBezTo>
                    <a:pt x="3210" y="313"/>
                    <a:pt x="3210" y="313"/>
                    <a:pt x="3206" y="309"/>
                  </a:cubicBezTo>
                  <a:cubicBezTo>
                    <a:pt x="3234" y="270"/>
                    <a:pt x="3257" y="226"/>
                    <a:pt x="3281" y="187"/>
                  </a:cubicBezTo>
                  <a:cubicBezTo>
                    <a:pt x="3293" y="160"/>
                    <a:pt x="3305" y="131"/>
                    <a:pt x="3313" y="100"/>
                  </a:cubicBezTo>
                  <a:cubicBezTo>
                    <a:pt x="3324" y="73"/>
                    <a:pt x="3328" y="37"/>
                    <a:pt x="3301" y="13"/>
                  </a:cubicBezTo>
                  <a:cubicBezTo>
                    <a:pt x="3293" y="5"/>
                    <a:pt x="3282" y="0"/>
                    <a:pt x="3271" y="0"/>
                  </a:cubicBezTo>
                  <a:close/>
                </a:path>
              </a:pathLst>
            </a:custGeom>
            <a:solidFill>
              <a:schemeClr val="accent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0" name="Google Shape;2790;p54"/>
            <p:cNvSpPr/>
            <p:nvPr/>
          </p:nvSpPr>
          <p:spPr>
            <a:xfrm>
              <a:off x="3416464" y="2258804"/>
              <a:ext cx="2054234" cy="979441"/>
            </a:xfrm>
            <a:custGeom>
              <a:rect b="b" l="l" r="r" t="t"/>
              <a:pathLst>
                <a:path extrusionOk="0" h="1890" w="3964">
                  <a:moveTo>
                    <a:pt x="3076" y="44"/>
                  </a:moveTo>
                  <a:cubicBezTo>
                    <a:pt x="3080" y="44"/>
                    <a:pt x="3089" y="47"/>
                    <a:pt x="3092" y="51"/>
                  </a:cubicBezTo>
                  <a:cubicBezTo>
                    <a:pt x="3096" y="55"/>
                    <a:pt x="3096" y="59"/>
                    <a:pt x="3100" y="64"/>
                  </a:cubicBezTo>
                  <a:cubicBezTo>
                    <a:pt x="3100" y="71"/>
                    <a:pt x="3104" y="75"/>
                    <a:pt x="3104" y="82"/>
                  </a:cubicBezTo>
                  <a:cubicBezTo>
                    <a:pt x="3104" y="95"/>
                    <a:pt x="3100" y="106"/>
                    <a:pt x="3096" y="118"/>
                  </a:cubicBezTo>
                  <a:cubicBezTo>
                    <a:pt x="3089" y="146"/>
                    <a:pt x="3076" y="173"/>
                    <a:pt x="3065" y="197"/>
                  </a:cubicBezTo>
                  <a:cubicBezTo>
                    <a:pt x="3045" y="240"/>
                    <a:pt x="3018" y="280"/>
                    <a:pt x="2989" y="319"/>
                  </a:cubicBezTo>
                  <a:cubicBezTo>
                    <a:pt x="2985" y="328"/>
                    <a:pt x="2985" y="339"/>
                    <a:pt x="2994" y="347"/>
                  </a:cubicBezTo>
                  <a:cubicBezTo>
                    <a:pt x="2998" y="351"/>
                    <a:pt x="3005" y="355"/>
                    <a:pt x="3013" y="359"/>
                  </a:cubicBezTo>
                  <a:lnTo>
                    <a:pt x="3029" y="359"/>
                  </a:lnTo>
                  <a:cubicBezTo>
                    <a:pt x="3029" y="355"/>
                    <a:pt x="3033" y="355"/>
                    <a:pt x="3033" y="355"/>
                  </a:cubicBezTo>
                  <a:cubicBezTo>
                    <a:pt x="3076" y="347"/>
                    <a:pt x="3116" y="328"/>
                    <a:pt x="3155" y="311"/>
                  </a:cubicBezTo>
                  <a:cubicBezTo>
                    <a:pt x="3183" y="295"/>
                    <a:pt x="3207" y="284"/>
                    <a:pt x="3231" y="284"/>
                  </a:cubicBezTo>
                  <a:lnTo>
                    <a:pt x="3234" y="280"/>
                  </a:lnTo>
                  <a:cubicBezTo>
                    <a:pt x="3273" y="268"/>
                    <a:pt x="3313" y="257"/>
                    <a:pt x="3353" y="237"/>
                  </a:cubicBezTo>
                  <a:cubicBezTo>
                    <a:pt x="3400" y="213"/>
                    <a:pt x="3455" y="201"/>
                    <a:pt x="3510" y="186"/>
                  </a:cubicBezTo>
                  <a:cubicBezTo>
                    <a:pt x="3538" y="177"/>
                    <a:pt x="3569" y="170"/>
                    <a:pt x="3601" y="158"/>
                  </a:cubicBezTo>
                  <a:cubicBezTo>
                    <a:pt x="3604" y="158"/>
                    <a:pt x="3613" y="158"/>
                    <a:pt x="3620" y="153"/>
                  </a:cubicBezTo>
                  <a:lnTo>
                    <a:pt x="3624" y="153"/>
                  </a:lnTo>
                  <a:cubicBezTo>
                    <a:pt x="3628" y="150"/>
                    <a:pt x="3633" y="150"/>
                    <a:pt x="3633" y="150"/>
                  </a:cubicBezTo>
                  <a:cubicBezTo>
                    <a:pt x="3637" y="146"/>
                    <a:pt x="3644" y="146"/>
                    <a:pt x="3648" y="146"/>
                  </a:cubicBezTo>
                  <a:cubicBezTo>
                    <a:pt x="3652" y="146"/>
                    <a:pt x="3652" y="142"/>
                    <a:pt x="3656" y="142"/>
                  </a:cubicBezTo>
                  <a:cubicBezTo>
                    <a:pt x="3656" y="142"/>
                    <a:pt x="3660" y="138"/>
                    <a:pt x="3668" y="134"/>
                  </a:cubicBezTo>
                  <a:cubicBezTo>
                    <a:pt x="3672" y="130"/>
                    <a:pt x="3675" y="130"/>
                    <a:pt x="3680" y="130"/>
                  </a:cubicBezTo>
                  <a:lnTo>
                    <a:pt x="3704" y="130"/>
                  </a:lnTo>
                  <a:cubicBezTo>
                    <a:pt x="3708" y="130"/>
                    <a:pt x="3715" y="130"/>
                    <a:pt x="3719" y="134"/>
                  </a:cubicBezTo>
                  <a:cubicBezTo>
                    <a:pt x="3723" y="138"/>
                    <a:pt x="3723" y="146"/>
                    <a:pt x="3723" y="150"/>
                  </a:cubicBezTo>
                  <a:lnTo>
                    <a:pt x="3723" y="158"/>
                  </a:lnTo>
                  <a:cubicBezTo>
                    <a:pt x="3719" y="162"/>
                    <a:pt x="3719" y="162"/>
                    <a:pt x="3715" y="166"/>
                  </a:cubicBezTo>
                  <a:cubicBezTo>
                    <a:pt x="3711" y="166"/>
                    <a:pt x="3708" y="170"/>
                    <a:pt x="3699" y="170"/>
                  </a:cubicBezTo>
                  <a:cubicBezTo>
                    <a:pt x="3695" y="173"/>
                    <a:pt x="3688" y="177"/>
                    <a:pt x="3688" y="186"/>
                  </a:cubicBezTo>
                  <a:cubicBezTo>
                    <a:pt x="3688" y="189"/>
                    <a:pt x="3688" y="189"/>
                    <a:pt x="3684" y="193"/>
                  </a:cubicBezTo>
                  <a:lnTo>
                    <a:pt x="3680" y="197"/>
                  </a:lnTo>
                  <a:cubicBezTo>
                    <a:pt x="3589" y="240"/>
                    <a:pt x="3486" y="276"/>
                    <a:pt x="3388" y="308"/>
                  </a:cubicBezTo>
                  <a:cubicBezTo>
                    <a:pt x="3384" y="311"/>
                    <a:pt x="3384" y="311"/>
                    <a:pt x="3380" y="311"/>
                  </a:cubicBezTo>
                  <a:cubicBezTo>
                    <a:pt x="3373" y="315"/>
                    <a:pt x="3364" y="319"/>
                    <a:pt x="3364" y="328"/>
                  </a:cubicBezTo>
                  <a:cubicBezTo>
                    <a:pt x="3364" y="335"/>
                    <a:pt x="3364" y="343"/>
                    <a:pt x="3373" y="347"/>
                  </a:cubicBezTo>
                  <a:cubicBezTo>
                    <a:pt x="3384" y="363"/>
                    <a:pt x="3396" y="375"/>
                    <a:pt x="3404" y="386"/>
                  </a:cubicBezTo>
                  <a:cubicBezTo>
                    <a:pt x="3408" y="395"/>
                    <a:pt x="3415" y="399"/>
                    <a:pt x="3420" y="406"/>
                  </a:cubicBezTo>
                  <a:cubicBezTo>
                    <a:pt x="3423" y="412"/>
                    <a:pt x="3429" y="416"/>
                    <a:pt x="3437" y="416"/>
                  </a:cubicBezTo>
                  <a:cubicBezTo>
                    <a:pt x="3441" y="416"/>
                    <a:pt x="3444" y="415"/>
                    <a:pt x="3447" y="414"/>
                  </a:cubicBezTo>
                  <a:cubicBezTo>
                    <a:pt x="3498" y="386"/>
                    <a:pt x="3553" y="359"/>
                    <a:pt x="3609" y="335"/>
                  </a:cubicBezTo>
                  <a:cubicBezTo>
                    <a:pt x="3664" y="308"/>
                    <a:pt x="3719" y="280"/>
                    <a:pt x="3770" y="253"/>
                  </a:cubicBezTo>
                  <a:cubicBezTo>
                    <a:pt x="3794" y="240"/>
                    <a:pt x="3814" y="224"/>
                    <a:pt x="3837" y="213"/>
                  </a:cubicBezTo>
                  <a:cubicBezTo>
                    <a:pt x="3861" y="201"/>
                    <a:pt x="3881" y="193"/>
                    <a:pt x="3901" y="193"/>
                  </a:cubicBezTo>
                  <a:cubicBezTo>
                    <a:pt x="3908" y="193"/>
                    <a:pt x="3908" y="193"/>
                    <a:pt x="3912" y="197"/>
                  </a:cubicBezTo>
                  <a:cubicBezTo>
                    <a:pt x="3912" y="197"/>
                    <a:pt x="3917" y="201"/>
                    <a:pt x="3917" y="205"/>
                  </a:cubicBezTo>
                  <a:lnTo>
                    <a:pt x="3917" y="213"/>
                  </a:lnTo>
                  <a:cubicBezTo>
                    <a:pt x="3920" y="217"/>
                    <a:pt x="3920" y="221"/>
                    <a:pt x="3920" y="224"/>
                  </a:cubicBezTo>
                  <a:cubicBezTo>
                    <a:pt x="3920" y="229"/>
                    <a:pt x="3920" y="237"/>
                    <a:pt x="3917" y="240"/>
                  </a:cubicBezTo>
                  <a:cubicBezTo>
                    <a:pt x="3912" y="244"/>
                    <a:pt x="3912" y="244"/>
                    <a:pt x="3904" y="248"/>
                  </a:cubicBezTo>
                  <a:cubicBezTo>
                    <a:pt x="3897" y="253"/>
                    <a:pt x="3888" y="257"/>
                    <a:pt x="3884" y="260"/>
                  </a:cubicBezTo>
                  <a:lnTo>
                    <a:pt x="3881" y="260"/>
                  </a:lnTo>
                  <a:cubicBezTo>
                    <a:pt x="3857" y="284"/>
                    <a:pt x="3826" y="304"/>
                    <a:pt x="3790" y="319"/>
                  </a:cubicBezTo>
                  <a:cubicBezTo>
                    <a:pt x="3755" y="335"/>
                    <a:pt x="3723" y="355"/>
                    <a:pt x="3688" y="375"/>
                  </a:cubicBezTo>
                  <a:lnTo>
                    <a:pt x="3684" y="375"/>
                  </a:lnTo>
                  <a:cubicBezTo>
                    <a:pt x="3652" y="395"/>
                    <a:pt x="3620" y="410"/>
                    <a:pt x="3593" y="426"/>
                  </a:cubicBezTo>
                  <a:lnTo>
                    <a:pt x="3589" y="426"/>
                  </a:lnTo>
                  <a:cubicBezTo>
                    <a:pt x="3569" y="437"/>
                    <a:pt x="3549" y="450"/>
                    <a:pt x="3530" y="461"/>
                  </a:cubicBezTo>
                  <a:cubicBezTo>
                    <a:pt x="3518" y="470"/>
                    <a:pt x="3510" y="473"/>
                    <a:pt x="3498" y="481"/>
                  </a:cubicBezTo>
                  <a:cubicBezTo>
                    <a:pt x="3491" y="485"/>
                    <a:pt x="3486" y="489"/>
                    <a:pt x="3486" y="493"/>
                  </a:cubicBezTo>
                  <a:lnTo>
                    <a:pt x="3486" y="513"/>
                  </a:lnTo>
                  <a:cubicBezTo>
                    <a:pt x="3495" y="521"/>
                    <a:pt x="3498" y="532"/>
                    <a:pt x="3506" y="544"/>
                  </a:cubicBezTo>
                  <a:cubicBezTo>
                    <a:pt x="3509" y="553"/>
                    <a:pt x="3516" y="557"/>
                    <a:pt x="3524" y="557"/>
                  </a:cubicBezTo>
                  <a:cubicBezTo>
                    <a:pt x="3527" y="557"/>
                    <a:pt x="3530" y="557"/>
                    <a:pt x="3533" y="556"/>
                  </a:cubicBezTo>
                  <a:cubicBezTo>
                    <a:pt x="3573" y="540"/>
                    <a:pt x="3609" y="521"/>
                    <a:pt x="3644" y="505"/>
                  </a:cubicBezTo>
                  <a:cubicBezTo>
                    <a:pt x="3727" y="461"/>
                    <a:pt x="3810" y="418"/>
                    <a:pt x="3897" y="386"/>
                  </a:cubicBezTo>
                  <a:lnTo>
                    <a:pt x="3908" y="386"/>
                  </a:lnTo>
                  <a:lnTo>
                    <a:pt x="3912" y="390"/>
                  </a:lnTo>
                  <a:cubicBezTo>
                    <a:pt x="3912" y="395"/>
                    <a:pt x="3917" y="399"/>
                    <a:pt x="3917" y="402"/>
                  </a:cubicBezTo>
                  <a:cubicBezTo>
                    <a:pt x="3917" y="410"/>
                    <a:pt x="3912" y="414"/>
                    <a:pt x="3912" y="414"/>
                  </a:cubicBezTo>
                  <a:cubicBezTo>
                    <a:pt x="3912" y="418"/>
                    <a:pt x="3912" y="418"/>
                    <a:pt x="3908" y="422"/>
                  </a:cubicBezTo>
                  <a:cubicBezTo>
                    <a:pt x="3908" y="430"/>
                    <a:pt x="3904" y="434"/>
                    <a:pt x="3897" y="442"/>
                  </a:cubicBezTo>
                  <a:cubicBezTo>
                    <a:pt x="3888" y="450"/>
                    <a:pt x="3877" y="457"/>
                    <a:pt x="3861" y="466"/>
                  </a:cubicBezTo>
                  <a:cubicBezTo>
                    <a:pt x="3846" y="473"/>
                    <a:pt x="3830" y="481"/>
                    <a:pt x="3814" y="489"/>
                  </a:cubicBezTo>
                  <a:cubicBezTo>
                    <a:pt x="3762" y="513"/>
                    <a:pt x="3715" y="544"/>
                    <a:pt x="3668" y="564"/>
                  </a:cubicBezTo>
                  <a:cubicBezTo>
                    <a:pt x="3633" y="584"/>
                    <a:pt x="3597" y="599"/>
                    <a:pt x="3562" y="615"/>
                  </a:cubicBezTo>
                  <a:cubicBezTo>
                    <a:pt x="3549" y="623"/>
                    <a:pt x="3546" y="631"/>
                    <a:pt x="3549" y="643"/>
                  </a:cubicBezTo>
                  <a:cubicBezTo>
                    <a:pt x="3553" y="650"/>
                    <a:pt x="3553" y="663"/>
                    <a:pt x="3553" y="674"/>
                  </a:cubicBezTo>
                  <a:cubicBezTo>
                    <a:pt x="3553" y="682"/>
                    <a:pt x="3557" y="686"/>
                    <a:pt x="3562" y="690"/>
                  </a:cubicBezTo>
                  <a:cubicBezTo>
                    <a:pt x="3567" y="693"/>
                    <a:pt x="3572" y="695"/>
                    <a:pt x="3578" y="695"/>
                  </a:cubicBezTo>
                  <a:cubicBezTo>
                    <a:pt x="3581" y="695"/>
                    <a:pt x="3583" y="695"/>
                    <a:pt x="3585" y="694"/>
                  </a:cubicBezTo>
                  <a:cubicBezTo>
                    <a:pt x="3620" y="679"/>
                    <a:pt x="3656" y="663"/>
                    <a:pt x="3695" y="646"/>
                  </a:cubicBezTo>
                  <a:cubicBezTo>
                    <a:pt x="3731" y="627"/>
                    <a:pt x="3762" y="603"/>
                    <a:pt x="3794" y="592"/>
                  </a:cubicBezTo>
                  <a:lnTo>
                    <a:pt x="3798" y="588"/>
                  </a:lnTo>
                  <a:lnTo>
                    <a:pt x="3802" y="588"/>
                  </a:lnTo>
                  <a:cubicBezTo>
                    <a:pt x="3806" y="588"/>
                    <a:pt x="3806" y="584"/>
                    <a:pt x="3806" y="584"/>
                  </a:cubicBezTo>
                  <a:cubicBezTo>
                    <a:pt x="3814" y="584"/>
                    <a:pt x="3817" y="579"/>
                    <a:pt x="3817" y="579"/>
                  </a:cubicBezTo>
                  <a:lnTo>
                    <a:pt x="3830" y="579"/>
                  </a:lnTo>
                  <a:cubicBezTo>
                    <a:pt x="3833" y="579"/>
                    <a:pt x="3837" y="584"/>
                    <a:pt x="3837" y="588"/>
                  </a:cubicBezTo>
                  <a:cubicBezTo>
                    <a:pt x="3841" y="592"/>
                    <a:pt x="3841" y="595"/>
                    <a:pt x="3841" y="599"/>
                  </a:cubicBezTo>
                  <a:cubicBezTo>
                    <a:pt x="3841" y="603"/>
                    <a:pt x="3841" y="608"/>
                    <a:pt x="3837" y="611"/>
                  </a:cubicBezTo>
                  <a:cubicBezTo>
                    <a:pt x="3837" y="615"/>
                    <a:pt x="3833" y="615"/>
                    <a:pt x="3826" y="619"/>
                  </a:cubicBezTo>
                  <a:cubicBezTo>
                    <a:pt x="3822" y="619"/>
                    <a:pt x="3817" y="623"/>
                    <a:pt x="3817" y="623"/>
                  </a:cubicBezTo>
                  <a:cubicBezTo>
                    <a:pt x="3814" y="623"/>
                    <a:pt x="3814" y="623"/>
                    <a:pt x="3810" y="627"/>
                  </a:cubicBezTo>
                  <a:cubicBezTo>
                    <a:pt x="3782" y="650"/>
                    <a:pt x="3746" y="670"/>
                    <a:pt x="3711" y="690"/>
                  </a:cubicBezTo>
                  <a:cubicBezTo>
                    <a:pt x="3672" y="714"/>
                    <a:pt x="3637" y="737"/>
                    <a:pt x="3593" y="753"/>
                  </a:cubicBezTo>
                  <a:cubicBezTo>
                    <a:pt x="3502" y="788"/>
                    <a:pt x="3408" y="824"/>
                    <a:pt x="3313" y="856"/>
                  </a:cubicBezTo>
                  <a:lnTo>
                    <a:pt x="3309" y="856"/>
                  </a:lnTo>
                  <a:cubicBezTo>
                    <a:pt x="3163" y="915"/>
                    <a:pt x="3013" y="958"/>
                    <a:pt x="2863" y="1010"/>
                  </a:cubicBezTo>
                  <a:cubicBezTo>
                    <a:pt x="2714" y="1061"/>
                    <a:pt x="2568" y="1120"/>
                    <a:pt x="2426" y="1203"/>
                  </a:cubicBezTo>
                  <a:cubicBezTo>
                    <a:pt x="2299" y="1281"/>
                    <a:pt x="2173" y="1356"/>
                    <a:pt x="2048" y="1431"/>
                  </a:cubicBezTo>
                  <a:cubicBezTo>
                    <a:pt x="1886" y="1530"/>
                    <a:pt x="1700" y="1633"/>
                    <a:pt x="1507" y="1711"/>
                  </a:cubicBezTo>
                  <a:cubicBezTo>
                    <a:pt x="1309" y="1791"/>
                    <a:pt x="1109" y="1845"/>
                    <a:pt x="912" y="1845"/>
                  </a:cubicBezTo>
                  <a:cubicBezTo>
                    <a:pt x="727" y="1845"/>
                    <a:pt x="549" y="1798"/>
                    <a:pt x="387" y="1680"/>
                  </a:cubicBezTo>
                  <a:cubicBezTo>
                    <a:pt x="316" y="1625"/>
                    <a:pt x="230" y="1530"/>
                    <a:pt x="162" y="1420"/>
                  </a:cubicBezTo>
                  <a:cubicBezTo>
                    <a:pt x="95" y="1313"/>
                    <a:pt x="44" y="1191"/>
                    <a:pt x="48" y="1088"/>
                  </a:cubicBezTo>
                  <a:cubicBezTo>
                    <a:pt x="48" y="1034"/>
                    <a:pt x="60" y="986"/>
                    <a:pt x="88" y="943"/>
                  </a:cubicBezTo>
                  <a:cubicBezTo>
                    <a:pt x="119" y="903"/>
                    <a:pt x="162" y="868"/>
                    <a:pt x="233" y="844"/>
                  </a:cubicBezTo>
                  <a:cubicBezTo>
                    <a:pt x="600" y="726"/>
                    <a:pt x="1010" y="726"/>
                    <a:pt x="1400" y="682"/>
                  </a:cubicBezTo>
                  <a:cubicBezTo>
                    <a:pt x="1586" y="663"/>
                    <a:pt x="1771" y="643"/>
                    <a:pt x="1953" y="623"/>
                  </a:cubicBezTo>
                  <a:cubicBezTo>
                    <a:pt x="2110" y="603"/>
                    <a:pt x="2252" y="564"/>
                    <a:pt x="2402" y="544"/>
                  </a:cubicBezTo>
                  <a:cubicBezTo>
                    <a:pt x="2450" y="537"/>
                    <a:pt x="2497" y="532"/>
                    <a:pt x="2544" y="521"/>
                  </a:cubicBezTo>
                  <a:cubicBezTo>
                    <a:pt x="2592" y="513"/>
                    <a:pt x="2639" y="497"/>
                    <a:pt x="2682" y="473"/>
                  </a:cubicBezTo>
                  <a:cubicBezTo>
                    <a:pt x="2741" y="437"/>
                    <a:pt x="2781" y="390"/>
                    <a:pt x="2820" y="339"/>
                  </a:cubicBezTo>
                  <a:cubicBezTo>
                    <a:pt x="2860" y="288"/>
                    <a:pt x="2895" y="237"/>
                    <a:pt x="2938" y="197"/>
                  </a:cubicBezTo>
                  <a:cubicBezTo>
                    <a:pt x="2942" y="193"/>
                    <a:pt x="2954" y="182"/>
                    <a:pt x="2966" y="166"/>
                  </a:cubicBezTo>
                  <a:cubicBezTo>
                    <a:pt x="2978" y="153"/>
                    <a:pt x="2994" y="138"/>
                    <a:pt x="3009" y="126"/>
                  </a:cubicBezTo>
                  <a:cubicBezTo>
                    <a:pt x="3009" y="126"/>
                    <a:pt x="3013" y="126"/>
                    <a:pt x="3013" y="122"/>
                  </a:cubicBezTo>
                  <a:cubicBezTo>
                    <a:pt x="3029" y="95"/>
                    <a:pt x="3045" y="71"/>
                    <a:pt x="3065" y="47"/>
                  </a:cubicBezTo>
                  <a:cubicBezTo>
                    <a:pt x="3065" y="47"/>
                    <a:pt x="3069" y="44"/>
                    <a:pt x="3076" y="44"/>
                  </a:cubicBezTo>
                  <a:close/>
                  <a:moveTo>
                    <a:pt x="3076" y="0"/>
                  </a:moveTo>
                  <a:cubicBezTo>
                    <a:pt x="3060" y="0"/>
                    <a:pt x="3045" y="8"/>
                    <a:pt x="3029" y="20"/>
                  </a:cubicBezTo>
                  <a:cubicBezTo>
                    <a:pt x="3006" y="47"/>
                    <a:pt x="2995" y="73"/>
                    <a:pt x="2979" y="96"/>
                  </a:cubicBezTo>
                  <a:lnTo>
                    <a:pt x="2979" y="96"/>
                  </a:lnTo>
                  <a:cubicBezTo>
                    <a:pt x="2964" y="108"/>
                    <a:pt x="2950" y="123"/>
                    <a:pt x="2934" y="138"/>
                  </a:cubicBezTo>
                  <a:cubicBezTo>
                    <a:pt x="2923" y="150"/>
                    <a:pt x="2911" y="162"/>
                    <a:pt x="2907" y="166"/>
                  </a:cubicBezTo>
                  <a:cubicBezTo>
                    <a:pt x="2860" y="209"/>
                    <a:pt x="2824" y="264"/>
                    <a:pt x="2789" y="311"/>
                  </a:cubicBezTo>
                  <a:cubicBezTo>
                    <a:pt x="2749" y="359"/>
                    <a:pt x="2710" y="406"/>
                    <a:pt x="2663" y="434"/>
                  </a:cubicBezTo>
                  <a:cubicBezTo>
                    <a:pt x="2623" y="457"/>
                    <a:pt x="2579" y="470"/>
                    <a:pt x="2536" y="481"/>
                  </a:cubicBezTo>
                  <a:cubicBezTo>
                    <a:pt x="2492" y="489"/>
                    <a:pt x="2445" y="493"/>
                    <a:pt x="2398" y="501"/>
                  </a:cubicBezTo>
                  <a:cubicBezTo>
                    <a:pt x="2241" y="521"/>
                    <a:pt x="2099" y="560"/>
                    <a:pt x="1948" y="579"/>
                  </a:cubicBezTo>
                  <a:cubicBezTo>
                    <a:pt x="1764" y="599"/>
                    <a:pt x="1582" y="619"/>
                    <a:pt x="1397" y="639"/>
                  </a:cubicBezTo>
                  <a:cubicBezTo>
                    <a:pt x="1010" y="682"/>
                    <a:pt x="596" y="679"/>
                    <a:pt x="217" y="805"/>
                  </a:cubicBezTo>
                  <a:cubicBezTo>
                    <a:pt x="143" y="828"/>
                    <a:pt x="88" y="868"/>
                    <a:pt x="52" y="919"/>
                  </a:cubicBezTo>
                  <a:cubicBezTo>
                    <a:pt x="17" y="966"/>
                    <a:pt x="1" y="1025"/>
                    <a:pt x="1" y="1088"/>
                  </a:cubicBezTo>
                  <a:cubicBezTo>
                    <a:pt x="4" y="1203"/>
                    <a:pt x="56" y="1329"/>
                    <a:pt x="123" y="1443"/>
                  </a:cubicBezTo>
                  <a:cubicBezTo>
                    <a:pt x="194" y="1558"/>
                    <a:pt x="281" y="1656"/>
                    <a:pt x="359" y="1715"/>
                  </a:cubicBezTo>
                  <a:cubicBezTo>
                    <a:pt x="529" y="1838"/>
                    <a:pt x="718" y="1889"/>
                    <a:pt x="912" y="1889"/>
                  </a:cubicBezTo>
                  <a:cubicBezTo>
                    <a:pt x="1116" y="1889"/>
                    <a:pt x="1322" y="1829"/>
                    <a:pt x="1522" y="1751"/>
                  </a:cubicBezTo>
                  <a:cubicBezTo>
                    <a:pt x="1720" y="1672"/>
                    <a:pt x="1909" y="1569"/>
                    <a:pt x="2071" y="1471"/>
                  </a:cubicBezTo>
                  <a:cubicBezTo>
                    <a:pt x="2197" y="1392"/>
                    <a:pt x="2323" y="1317"/>
                    <a:pt x="2450" y="1242"/>
                  </a:cubicBezTo>
                  <a:cubicBezTo>
                    <a:pt x="2583" y="1159"/>
                    <a:pt x="2729" y="1105"/>
                    <a:pt x="2879" y="1052"/>
                  </a:cubicBezTo>
                  <a:cubicBezTo>
                    <a:pt x="3025" y="1001"/>
                    <a:pt x="3179" y="954"/>
                    <a:pt x="3325" y="895"/>
                  </a:cubicBezTo>
                  <a:cubicBezTo>
                    <a:pt x="3424" y="863"/>
                    <a:pt x="3518" y="828"/>
                    <a:pt x="3609" y="792"/>
                  </a:cubicBezTo>
                  <a:cubicBezTo>
                    <a:pt x="3656" y="777"/>
                    <a:pt x="3695" y="750"/>
                    <a:pt x="3731" y="730"/>
                  </a:cubicBezTo>
                  <a:cubicBezTo>
                    <a:pt x="3770" y="710"/>
                    <a:pt x="3805" y="690"/>
                    <a:pt x="3840" y="660"/>
                  </a:cubicBezTo>
                  <a:lnTo>
                    <a:pt x="3840" y="660"/>
                  </a:lnTo>
                  <a:cubicBezTo>
                    <a:pt x="3841" y="659"/>
                    <a:pt x="3841" y="659"/>
                    <a:pt x="3841" y="659"/>
                  </a:cubicBezTo>
                  <a:lnTo>
                    <a:pt x="3841" y="659"/>
                  </a:lnTo>
                  <a:cubicBezTo>
                    <a:pt x="3841" y="659"/>
                    <a:pt x="3841" y="659"/>
                    <a:pt x="3841" y="659"/>
                  </a:cubicBezTo>
                  <a:cubicBezTo>
                    <a:pt x="3857" y="655"/>
                    <a:pt x="3865" y="646"/>
                    <a:pt x="3873" y="635"/>
                  </a:cubicBezTo>
                  <a:cubicBezTo>
                    <a:pt x="3881" y="623"/>
                    <a:pt x="3884" y="611"/>
                    <a:pt x="3884" y="599"/>
                  </a:cubicBezTo>
                  <a:cubicBezTo>
                    <a:pt x="3884" y="584"/>
                    <a:pt x="3881" y="568"/>
                    <a:pt x="3869" y="556"/>
                  </a:cubicBezTo>
                  <a:cubicBezTo>
                    <a:pt x="3865" y="552"/>
                    <a:pt x="3857" y="544"/>
                    <a:pt x="3849" y="540"/>
                  </a:cubicBezTo>
                  <a:cubicBezTo>
                    <a:pt x="3846" y="537"/>
                    <a:pt x="3833" y="537"/>
                    <a:pt x="3826" y="537"/>
                  </a:cubicBezTo>
                  <a:cubicBezTo>
                    <a:pt x="3820" y="537"/>
                    <a:pt x="3817" y="537"/>
                    <a:pt x="3813" y="538"/>
                  </a:cubicBezTo>
                  <a:lnTo>
                    <a:pt x="3813" y="538"/>
                  </a:lnTo>
                  <a:cubicBezTo>
                    <a:pt x="3820" y="534"/>
                    <a:pt x="3827" y="531"/>
                    <a:pt x="3833" y="528"/>
                  </a:cubicBezTo>
                  <a:cubicBezTo>
                    <a:pt x="3849" y="517"/>
                    <a:pt x="3873" y="508"/>
                    <a:pt x="3897" y="497"/>
                  </a:cubicBezTo>
                  <a:cubicBezTo>
                    <a:pt x="3908" y="489"/>
                    <a:pt x="3920" y="481"/>
                    <a:pt x="3928" y="470"/>
                  </a:cubicBezTo>
                  <a:cubicBezTo>
                    <a:pt x="3939" y="462"/>
                    <a:pt x="3947" y="451"/>
                    <a:pt x="3951" y="437"/>
                  </a:cubicBezTo>
                  <a:lnTo>
                    <a:pt x="3951" y="437"/>
                  </a:lnTo>
                  <a:lnTo>
                    <a:pt x="3952" y="437"/>
                  </a:lnTo>
                  <a:cubicBezTo>
                    <a:pt x="3955" y="426"/>
                    <a:pt x="3959" y="414"/>
                    <a:pt x="3959" y="402"/>
                  </a:cubicBezTo>
                  <a:cubicBezTo>
                    <a:pt x="3959" y="390"/>
                    <a:pt x="3955" y="375"/>
                    <a:pt x="3944" y="363"/>
                  </a:cubicBezTo>
                  <a:cubicBezTo>
                    <a:pt x="3940" y="355"/>
                    <a:pt x="3932" y="351"/>
                    <a:pt x="3928" y="347"/>
                  </a:cubicBezTo>
                  <a:cubicBezTo>
                    <a:pt x="3920" y="343"/>
                    <a:pt x="3912" y="339"/>
                    <a:pt x="3901" y="339"/>
                  </a:cubicBezTo>
                  <a:cubicBezTo>
                    <a:pt x="3893" y="339"/>
                    <a:pt x="3888" y="343"/>
                    <a:pt x="3881" y="347"/>
                  </a:cubicBezTo>
                  <a:cubicBezTo>
                    <a:pt x="3790" y="379"/>
                    <a:pt x="3708" y="422"/>
                    <a:pt x="3624" y="466"/>
                  </a:cubicBezTo>
                  <a:cubicBezTo>
                    <a:pt x="3609" y="472"/>
                    <a:pt x="3593" y="479"/>
                    <a:pt x="3577" y="487"/>
                  </a:cubicBezTo>
                  <a:lnTo>
                    <a:pt x="3577" y="487"/>
                  </a:lnTo>
                  <a:cubicBezTo>
                    <a:pt x="3589" y="480"/>
                    <a:pt x="3601" y="472"/>
                    <a:pt x="3613" y="466"/>
                  </a:cubicBezTo>
                  <a:cubicBezTo>
                    <a:pt x="3644" y="450"/>
                    <a:pt x="3675" y="434"/>
                    <a:pt x="3708" y="414"/>
                  </a:cubicBezTo>
                  <a:lnTo>
                    <a:pt x="3708" y="410"/>
                  </a:lnTo>
                  <a:cubicBezTo>
                    <a:pt x="3743" y="395"/>
                    <a:pt x="3778" y="375"/>
                    <a:pt x="3810" y="359"/>
                  </a:cubicBezTo>
                  <a:cubicBezTo>
                    <a:pt x="3846" y="339"/>
                    <a:pt x="3881" y="319"/>
                    <a:pt x="3912" y="295"/>
                  </a:cubicBezTo>
                  <a:lnTo>
                    <a:pt x="3910" y="293"/>
                  </a:lnTo>
                  <a:lnTo>
                    <a:pt x="3910" y="293"/>
                  </a:lnTo>
                  <a:cubicBezTo>
                    <a:pt x="3915" y="290"/>
                    <a:pt x="3920" y="288"/>
                    <a:pt x="3920" y="288"/>
                  </a:cubicBezTo>
                  <a:cubicBezTo>
                    <a:pt x="3936" y="284"/>
                    <a:pt x="3948" y="272"/>
                    <a:pt x="3952" y="260"/>
                  </a:cubicBezTo>
                  <a:cubicBezTo>
                    <a:pt x="3959" y="248"/>
                    <a:pt x="3964" y="237"/>
                    <a:pt x="3964" y="224"/>
                  </a:cubicBezTo>
                  <a:cubicBezTo>
                    <a:pt x="3964" y="216"/>
                    <a:pt x="3961" y="209"/>
                    <a:pt x="3958" y="201"/>
                  </a:cubicBezTo>
                  <a:lnTo>
                    <a:pt x="3958" y="201"/>
                  </a:lnTo>
                  <a:lnTo>
                    <a:pt x="3959" y="201"/>
                  </a:lnTo>
                  <a:cubicBezTo>
                    <a:pt x="3955" y="189"/>
                    <a:pt x="3952" y="177"/>
                    <a:pt x="3944" y="166"/>
                  </a:cubicBezTo>
                  <a:cubicBezTo>
                    <a:pt x="3932" y="153"/>
                    <a:pt x="3917" y="150"/>
                    <a:pt x="3901" y="150"/>
                  </a:cubicBezTo>
                  <a:lnTo>
                    <a:pt x="3897" y="150"/>
                  </a:lnTo>
                  <a:cubicBezTo>
                    <a:pt x="3869" y="150"/>
                    <a:pt x="3841" y="162"/>
                    <a:pt x="3817" y="173"/>
                  </a:cubicBezTo>
                  <a:cubicBezTo>
                    <a:pt x="3794" y="186"/>
                    <a:pt x="3770" y="201"/>
                    <a:pt x="3751" y="213"/>
                  </a:cubicBezTo>
                  <a:cubicBezTo>
                    <a:pt x="3699" y="240"/>
                    <a:pt x="3644" y="268"/>
                    <a:pt x="3589" y="295"/>
                  </a:cubicBezTo>
                  <a:cubicBezTo>
                    <a:pt x="3539" y="317"/>
                    <a:pt x="3493" y="342"/>
                    <a:pt x="3444" y="366"/>
                  </a:cubicBezTo>
                  <a:lnTo>
                    <a:pt x="3444" y="366"/>
                  </a:lnTo>
                  <a:cubicBezTo>
                    <a:pt x="3442" y="364"/>
                    <a:pt x="3440" y="361"/>
                    <a:pt x="3439" y="359"/>
                  </a:cubicBezTo>
                  <a:cubicBezTo>
                    <a:pt x="3434" y="354"/>
                    <a:pt x="3430" y="349"/>
                    <a:pt x="3425" y="344"/>
                  </a:cubicBezTo>
                  <a:lnTo>
                    <a:pt x="3425" y="344"/>
                  </a:lnTo>
                  <a:cubicBezTo>
                    <a:pt x="3516" y="311"/>
                    <a:pt x="3608" y="281"/>
                    <a:pt x="3699" y="237"/>
                  </a:cubicBezTo>
                  <a:cubicBezTo>
                    <a:pt x="3708" y="233"/>
                    <a:pt x="3715" y="224"/>
                    <a:pt x="3719" y="217"/>
                  </a:cubicBezTo>
                  <a:cubicBezTo>
                    <a:pt x="3721" y="215"/>
                    <a:pt x="3723" y="212"/>
                    <a:pt x="3725" y="208"/>
                  </a:cubicBezTo>
                  <a:lnTo>
                    <a:pt x="3725" y="208"/>
                  </a:lnTo>
                  <a:cubicBezTo>
                    <a:pt x="3730" y="206"/>
                    <a:pt x="3734" y="203"/>
                    <a:pt x="3739" y="201"/>
                  </a:cubicBezTo>
                  <a:cubicBezTo>
                    <a:pt x="3746" y="197"/>
                    <a:pt x="3755" y="189"/>
                    <a:pt x="3759" y="177"/>
                  </a:cubicBezTo>
                  <a:cubicBezTo>
                    <a:pt x="3766" y="170"/>
                    <a:pt x="3766" y="158"/>
                    <a:pt x="3766" y="150"/>
                  </a:cubicBezTo>
                  <a:cubicBezTo>
                    <a:pt x="3766" y="134"/>
                    <a:pt x="3762" y="118"/>
                    <a:pt x="3751" y="106"/>
                  </a:cubicBezTo>
                  <a:cubicBezTo>
                    <a:pt x="3739" y="95"/>
                    <a:pt x="3723" y="82"/>
                    <a:pt x="3704" y="82"/>
                  </a:cubicBezTo>
                  <a:cubicBezTo>
                    <a:pt x="3698" y="82"/>
                    <a:pt x="3693" y="85"/>
                    <a:pt x="3687" y="87"/>
                  </a:cubicBezTo>
                  <a:lnTo>
                    <a:pt x="3680" y="87"/>
                  </a:lnTo>
                  <a:cubicBezTo>
                    <a:pt x="3668" y="87"/>
                    <a:pt x="3652" y="91"/>
                    <a:pt x="3640" y="102"/>
                  </a:cubicBezTo>
                  <a:lnTo>
                    <a:pt x="3637" y="102"/>
                  </a:lnTo>
                  <a:lnTo>
                    <a:pt x="3637" y="103"/>
                  </a:lnTo>
                  <a:lnTo>
                    <a:pt x="3637" y="103"/>
                  </a:lnTo>
                  <a:cubicBezTo>
                    <a:pt x="3630" y="103"/>
                    <a:pt x="3623" y="106"/>
                    <a:pt x="3617" y="106"/>
                  </a:cubicBezTo>
                  <a:cubicBezTo>
                    <a:pt x="3614" y="110"/>
                    <a:pt x="3611" y="111"/>
                    <a:pt x="3610" y="113"/>
                  </a:cubicBezTo>
                  <a:lnTo>
                    <a:pt x="3610" y="113"/>
                  </a:lnTo>
                  <a:lnTo>
                    <a:pt x="3609" y="111"/>
                  </a:lnTo>
                  <a:cubicBezTo>
                    <a:pt x="3601" y="115"/>
                    <a:pt x="3593" y="115"/>
                    <a:pt x="3589" y="118"/>
                  </a:cubicBezTo>
                  <a:cubicBezTo>
                    <a:pt x="3557" y="126"/>
                    <a:pt x="3530" y="134"/>
                    <a:pt x="3498" y="142"/>
                  </a:cubicBezTo>
                  <a:cubicBezTo>
                    <a:pt x="3443" y="158"/>
                    <a:pt x="3388" y="173"/>
                    <a:pt x="3333" y="197"/>
                  </a:cubicBezTo>
                  <a:cubicBezTo>
                    <a:pt x="3297" y="213"/>
                    <a:pt x="3262" y="229"/>
                    <a:pt x="3222" y="240"/>
                  </a:cubicBezTo>
                  <a:lnTo>
                    <a:pt x="3222" y="241"/>
                  </a:lnTo>
                  <a:lnTo>
                    <a:pt x="3222" y="241"/>
                  </a:lnTo>
                  <a:cubicBezTo>
                    <a:pt x="3189" y="245"/>
                    <a:pt x="3162" y="257"/>
                    <a:pt x="3136" y="272"/>
                  </a:cubicBezTo>
                  <a:cubicBezTo>
                    <a:pt x="3106" y="284"/>
                    <a:pt x="3078" y="296"/>
                    <a:pt x="3051" y="304"/>
                  </a:cubicBezTo>
                  <a:lnTo>
                    <a:pt x="3051" y="304"/>
                  </a:lnTo>
                  <a:cubicBezTo>
                    <a:pt x="3070" y="276"/>
                    <a:pt x="3088" y="247"/>
                    <a:pt x="3104" y="217"/>
                  </a:cubicBezTo>
                  <a:cubicBezTo>
                    <a:pt x="3116" y="189"/>
                    <a:pt x="3127" y="162"/>
                    <a:pt x="3140" y="130"/>
                  </a:cubicBezTo>
                  <a:cubicBezTo>
                    <a:pt x="3143" y="115"/>
                    <a:pt x="3147" y="99"/>
                    <a:pt x="3147" y="82"/>
                  </a:cubicBezTo>
                  <a:cubicBezTo>
                    <a:pt x="3147" y="71"/>
                    <a:pt x="3143" y="59"/>
                    <a:pt x="3140" y="47"/>
                  </a:cubicBezTo>
                  <a:cubicBezTo>
                    <a:pt x="3136" y="40"/>
                    <a:pt x="3131" y="28"/>
                    <a:pt x="3120" y="20"/>
                  </a:cubicBezTo>
                  <a:cubicBezTo>
                    <a:pt x="3108" y="8"/>
                    <a:pt x="3092" y="0"/>
                    <a:pt x="3076"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1" name="Google Shape;2791;p54"/>
            <p:cNvSpPr/>
            <p:nvPr/>
          </p:nvSpPr>
          <p:spPr>
            <a:xfrm>
              <a:off x="4113472" y="3803621"/>
              <a:ext cx="292796" cy="699082"/>
            </a:xfrm>
            <a:custGeom>
              <a:rect b="b" l="l" r="r" t="t"/>
              <a:pathLst>
                <a:path extrusionOk="0" h="1349" w="565">
                  <a:moveTo>
                    <a:pt x="545" y="0"/>
                  </a:moveTo>
                  <a:cubicBezTo>
                    <a:pt x="532" y="0"/>
                    <a:pt x="521" y="8"/>
                    <a:pt x="521" y="20"/>
                  </a:cubicBezTo>
                  <a:lnTo>
                    <a:pt x="521" y="28"/>
                  </a:lnTo>
                  <a:cubicBezTo>
                    <a:pt x="521" y="134"/>
                    <a:pt x="490" y="237"/>
                    <a:pt x="442" y="339"/>
                  </a:cubicBezTo>
                  <a:cubicBezTo>
                    <a:pt x="371" y="493"/>
                    <a:pt x="261" y="646"/>
                    <a:pt x="166" y="805"/>
                  </a:cubicBezTo>
                  <a:cubicBezTo>
                    <a:pt x="123" y="883"/>
                    <a:pt x="79" y="963"/>
                    <a:pt x="48" y="1041"/>
                  </a:cubicBezTo>
                  <a:cubicBezTo>
                    <a:pt x="20" y="1123"/>
                    <a:pt x="0" y="1203"/>
                    <a:pt x="0" y="1289"/>
                  </a:cubicBezTo>
                  <a:lnTo>
                    <a:pt x="0" y="1329"/>
                  </a:lnTo>
                  <a:cubicBezTo>
                    <a:pt x="0" y="1341"/>
                    <a:pt x="12" y="1349"/>
                    <a:pt x="24" y="1349"/>
                  </a:cubicBezTo>
                  <a:cubicBezTo>
                    <a:pt x="35" y="1349"/>
                    <a:pt x="44" y="1336"/>
                    <a:pt x="44" y="1325"/>
                  </a:cubicBezTo>
                  <a:lnTo>
                    <a:pt x="44" y="1289"/>
                  </a:lnTo>
                  <a:cubicBezTo>
                    <a:pt x="44" y="1187"/>
                    <a:pt x="75" y="1081"/>
                    <a:pt x="123" y="978"/>
                  </a:cubicBezTo>
                  <a:cubicBezTo>
                    <a:pt x="193" y="824"/>
                    <a:pt x="304" y="670"/>
                    <a:pt x="399" y="517"/>
                  </a:cubicBezTo>
                  <a:cubicBezTo>
                    <a:pt x="442" y="437"/>
                    <a:pt x="485" y="359"/>
                    <a:pt x="517" y="276"/>
                  </a:cubicBezTo>
                  <a:cubicBezTo>
                    <a:pt x="545" y="197"/>
                    <a:pt x="564" y="115"/>
                    <a:pt x="564" y="28"/>
                  </a:cubicBezTo>
                  <a:lnTo>
                    <a:pt x="564" y="20"/>
                  </a:lnTo>
                  <a:cubicBezTo>
                    <a:pt x="564" y="8"/>
                    <a:pt x="556" y="0"/>
                    <a:pt x="545"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2" name="Google Shape;2792;p54"/>
            <p:cNvSpPr/>
            <p:nvPr/>
          </p:nvSpPr>
          <p:spPr>
            <a:xfrm>
              <a:off x="3647591" y="5072226"/>
              <a:ext cx="202625" cy="224390"/>
            </a:xfrm>
            <a:custGeom>
              <a:rect b="b" l="l" r="r" t="t"/>
              <a:pathLst>
                <a:path extrusionOk="0" h="433" w="391">
                  <a:moveTo>
                    <a:pt x="368" y="0"/>
                  </a:moveTo>
                  <a:cubicBezTo>
                    <a:pt x="364" y="0"/>
                    <a:pt x="359" y="2"/>
                    <a:pt x="355" y="5"/>
                  </a:cubicBezTo>
                  <a:cubicBezTo>
                    <a:pt x="201" y="95"/>
                    <a:pt x="75" y="237"/>
                    <a:pt x="4" y="403"/>
                  </a:cubicBezTo>
                  <a:cubicBezTo>
                    <a:pt x="0" y="415"/>
                    <a:pt x="4" y="426"/>
                    <a:pt x="16" y="431"/>
                  </a:cubicBezTo>
                  <a:cubicBezTo>
                    <a:pt x="19" y="432"/>
                    <a:pt x="22" y="432"/>
                    <a:pt x="25" y="432"/>
                  </a:cubicBezTo>
                  <a:cubicBezTo>
                    <a:pt x="33" y="432"/>
                    <a:pt x="41" y="428"/>
                    <a:pt x="44" y="419"/>
                  </a:cubicBezTo>
                  <a:cubicBezTo>
                    <a:pt x="111" y="261"/>
                    <a:pt x="229" y="127"/>
                    <a:pt x="379" y="40"/>
                  </a:cubicBezTo>
                  <a:cubicBezTo>
                    <a:pt x="387" y="36"/>
                    <a:pt x="390" y="20"/>
                    <a:pt x="387" y="13"/>
                  </a:cubicBezTo>
                  <a:cubicBezTo>
                    <a:pt x="382" y="5"/>
                    <a:pt x="375" y="0"/>
                    <a:pt x="368"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3" name="Google Shape;2793;p54"/>
            <p:cNvSpPr/>
            <p:nvPr/>
          </p:nvSpPr>
          <p:spPr>
            <a:xfrm>
              <a:off x="5041089" y="1059123"/>
              <a:ext cx="324926" cy="156503"/>
            </a:xfrm>
            <a:custGeom>
              <a:rect b="b" l="l" r="r" t="t"/>
              <a:pathLst>
                <a:path extrusionOk="0" h="302" w="627">
                  <a:moveTo>
                    <a:pt x="44" y="0"/>
                  </a:moveTo>
                  <a:lnTo>
                    <a:pt x="44" y="0"/>
                  </a:lnTo>
                  <a:cubicBezTo>
                    <a:pt x="1" y="135"/>
                    <a:pt x="131" y="288"/>
                    <a:pt x="300" y="300"/>
                  </a:cubicBezTo>
                  <a:cubicBezTo>
                    <a:pt x="307" y="301"/>
                    <a:pt x="313" y="301"/>
                    <a:pt x="320" y="301"/>
                  </a:cubicBezTo>
                  <a:cubicBezTo>
                    <a:pt x="482" y="301"/>
                    <a:pt x="627" y="173"/>
                    <a:pt x="611" y="40"/>
                  </a:cubicBezTo>
                  <a:lnTo>
                    <a:pt x="44"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4" name="Google Shape;2794;p54"/>
            <p:cNvSpPr/>
            <p:nvPr/>
          </p:nvSpPr>
          <p:spPr>
            <a:xfrm>
              <a:off x="5047307" y="1048240"/>
              <a:ext cx="322853" cy="178787"/>
            </a:xfrm>
            <a:custGeom>
              <a:rect b="b" l="l" r="r" t="t"/>
              <a:pathLst>
                <a:path extrusionOk="0" h="345" w="623">
                  <a:moveTo>
                    <a:pt x="47" y="46"/>
                  </a:moveTo>
                  <a:lnTo>
                    <a:pt x="580" y="80"/>
                  </a:lnTo>
                  <a:lnTo>
                    <a:pt x="580" y="80"/>
                  </a:lnTo>
                  <a:lnTo>
                    <a:pt x="580" y="81"/>
                  </a:lnTo>
                  <a:cubicBezTo>
                    <a:pt x="580" y="108"/>
                    <a:pt x="572" y="136"/>
                    <a:pt x="561" y="160"/>
                  </a:cubicBezTo>
                  <a:cubicBezTo>
                    <a:pt x="537" y="199"/>
                    <a:pt x="501" y="234"/>
                    <a:pt x="457" y="258"/>
                  </a:cubicBezTo>
                  <a:cubicBezTo>
                    <a:pt x="415" y="285"/>
                    <a:pt x="363" y="301"/>
                    <a:pt x="308" y="301"/>
                  </a:cubicBezTo>
                  <a:cubicBezTo>
                    <a:pt x="300" y="301"/>
                    <a:pt x="296" y="301"/>
                    <a:pt x="288" y="298"/>
                  </a:cubicBezTo>
                  <a:cubicBezTo>
                    <a:pt x="221" y="294"/>
                    <a:pt x="158" y="266"/>
                    <a:pt x="115" y="223"/>
                  </a:cubicBezTo>
                  <a:cubicBezTo>
                    <a:pt x="71" y="179"/>
                    <a:pt x="44" y="128"/>
                    <a:pt x="44" y="76"/>
                  </a:cubicBezTo>
                  <a:cubicBezTo>
                    <a:pt x="44" y="67"/>
                    <a:pt x="45" y="56"/>
                    <a:pt x="47" y="46"/>
                  </a:cubicBezTo>
                  <a:close/>
                  <a:moveTo>
                    <a:pt x="27" y="0"/>
                  </a:moveTo>
                  <a:cubicBezTo>
                    <a:pt x="20" y="0"/>
                    <a:pt x="12" y="7"/>
                    <a:pt x="8" y="14"/>
                  </a:cubicBezTo>
                  <a:cubicBezTo>
                    <a:pt x="4" y="34"/>
                    <a:pt x="0" y="57"/>
                    <a:pt x="0" y="76"/>
                  </a:cubicBezTo>
                  <a:cubicBezTo>
                    <a:pt x="0" y="143"/>
                    <a:pt x="32" y="207"/>
                    <a:pt x="87" y="254"/>
                  </a:cubicBezTo>
                  <a:cubicBezTo>
                    <a:pt x="138" y="301"/>
                    <a:pt x="209" y="336"/>
                    <a:pt x="288" y="341"/>
                  </a:cubicBezTo>
                  <a:cubicBezTo>
                    <a:pt x="292" y="345"/>
                    <a:pt x="300" y="345"/>
                    <a:pt x="308" y="345"/>
                  </a:cubicBezTo>
                  <a:cubicBezTo>
                    <a:pt x="391" y="345"/>
                    <a:pt x="470" y="313"/>
                    <a:pt x="525" y="266"/>
                  </a:cubicBezTo>
                  <a:cubicBezTo>
                    <a:pt x="557" y="242"/>
                    <a:pt x="580" y="211"/>
                    <a:pt x="596" y="179"/>
                  </a:cubicBezTo>
                  <a:cubicBezTo>
                    <a:pt x="615" y="147"/>
                    <a:pt x="623" y="116"/>
                    <a:pt x="623" y="81"/>
                  </a:cubicBezTo>
                  <a:lnTo>
                    <a:pt x="623" y="57"/>
                  </a:lnTo>
                  <a:cubicBezTo>
                    <a:pt x="619" y="49"/>
                    <a:pt x="612" y="41"/>
                    <a:pt x="604" y="37"/>
                  </a:cubicBezTo>
                  <a:lnTo>
                    <a:pt x="32" y="1"/>
                  </a:lnTo>
                  <a:cubicBezTo>
                    <a:pt x="30" y="1"/>
                    <a:pt x="29" y="0"/>
                    <a:pt x="27"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95" name="Google Shape;2795;p54"/>
          <p:cNvGrpSpPr/>
          <p:nvPr/>
        </p:nvGrpSpPr>
        <p:grpSpPr>
          <a:xfrm>
            <a:off x="5209535" y="6029215"/>
            <a:ext cx="1213983" cy="1130356"/>
            <a:chOff x="-1538849" y="5276824"/>
            <a:chExt cx="1138501" cy="1060073"/>
          </a:xfrm>
        </p:grpSpPr>
        <p:sp>
          <p:nvSpPr>
            <p:cNvPr id="2796" name="Google Shape;2796;p54"/>
            <p:cNvSpPr/>
            <p:nvPr/>
          </p:nvSpPr>
          <p:spPr>
            <a:xfrm>
              <a:off x="-1453388" y="5309018"/>
              <a:ext cx="1053040" cy="1027879"/>
            </a:xfrm>
            <a:custGeom>
              <a:rect b="b" l="l" r="r" t="t"/>
              <a:pathLst>
                <a:path extrusionOk="0" h="1756" w="1799">
                  <a:moveTo>
                    <a:pt x="899" y="1"/>
                  </a:moveTo>
                  <a:cubicBezTo>
                    <a:pt x="403" y="1"/>
                    <a:pt x="0" y="395"/>
                    <a:pt x="0" y="880"/>
                  </a:cubicBezTo>
                  <a:cubicBezTo>
                    <a:pt x="0" y="1365"/>
                    <a:pt x="403" y="1755"/>
                    <a:pt x="899" y="1755"/>
                  </a:cubicBezTo>
                  <a:cubicBezTo>
                    <a:pt x="1396" y="1755"/>
                    <a:pt x="1799" y="1365"/>
                    <a:pt x="1799" y="880"/>
                  </a:cubicBezTo>
                  <a:cubicBezTo>
                    <a:pt x="1799" y="395"/>
                    <a:pt x="1396" y="1"/>
                    <a:pt x="899" y="1"/>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7" name="Google Shape;2797;p54"/>
            <p:cNvSpPr/>
            <p:nvPr/>
          </p:nvSpPr>
          <p:spPr>
            <a:xfrm>
              <a:off x="-1538849" y="5276824"/>
              <a:ext cx="1053040" cy="1027879"/>
            </a:xfrm>
            <a:custGeom>
              <a:rect b="b" l="l" r="r" t="t"/>
              <a:pathLst>
                <a:path extrusionOk="0" h="1756" w="1799">
                  <a:moveTo>
                    <a:pt x="900" y="1"/>
                  </a:moveTo>
                  <a:cubicBezTo>
                    <a:pt x="403" y="1"/>
                    <a:pt x="1" y="391"/>
                    <a:pt x="1" y="876"/>
                  </a:cubicBezTo>
                  <a:cubicBezTo>
                    <a:pt x="1" y="1361"/>
                    <a:pt x="403" y="1755"/>
                    <a:pt x="900" y="1755"/>
                  </a:cubicBezTo>
                  <a:cubicBezTo>
                    <a:pt x="1397" y="1755"/>
                    <a:pt x="1799" y="1361"/>
                    <a:pt x="1799" y="876"/>
                  </a:cubicBezTo>
                  <a:cubicBezTo>
                    <a:pt x="1799" y="391"/>
                    <a:pt x="1397" y="1"/>
                    <a:pt x="900" y="1"/>
                  </a:cubicBezTo>
                  <a:close/>
                </a:path>
              </a:pathLst>
            </a:custGeom>
            <a:solidFill>
              <a:schemeClr val="accent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98" name="Google Shape;2798;p54"/>
          <p:cNvGrpSpPr/>
          <p:nvPr/>
        </p:nvGrpSpPr>
        <p:grpSpPr>
          <a:xfrm>
            <a:off x="6678610" y="6029203"/>
            <a:ext cx="1213983" cy="1130356"/>
            <a:chOff x="-1538849" y="5276824"/>
            <a:chExt cx="1138501" cy="1060073"/>
          </a:xfrm>
        </p:grpSpPr>
        <p:sp>
          <p:nvSpPr>
            <p:cNvPr id="2799" name="Google Shape;2799;p54"/>
            <p:cNvSpPr/>
            <p:nvPr/>
          </p:nvSpPr>
          <p:spPr>
            <a:xfrm>
              <a:off x="-1453388" y="5309018"/>
              <a:ext cx="1053040" cy="1027879"/>
            </a:xfrm>
            <a:custGeom>
              <a:rect b="b" l="l" r="r" t="t"/>
              <a:pathLst>
                <a:path extrusionOk="0" h="1756" w="1799">
                  <a:moveTo>
                    <a:pt x="899" y="1"/>
                  </a:moveTo>
                  <a:cubicBezTo>
                    <a:pt x="403" y="1"/>
                    <a:pt x="0" y="395"/>
                    <a:pt x="0" y="880"/>
                  </a:cubicBezTo>
                  <a:cubicBezTo>
                    <a:pt x="0" y="1365"/>
                    <a:pt x="403" y="1755"/>
                    <a:pt x="899" y="1755"/>
                  </a:cubicBezTo>
                  <a:cubicBezTo>
                    <a:pt x="1396" y="1755"/>
                    <a:pt x="1799" y="1365"/>
                    <a:pt x="1799" y="880"/>
                  </a:cubicBezTo>
                  <a:cubicBezTo>
                    <a:pt x="1799" y="395"/>
                    <a:pt x="1396" y="1"/>
                    <a:pt x="899" y="1"/>
                  </a:cubicBezTo>
                  <a:close/>
                </a:path>
              </a:pathLst>
            </a:custGeom>
            <a:solidFill>
              <a:schemeClr val="accen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0" name="Google Shape;2800;p54"/>
            <p:cNvSpPr/>
            <p:nvPr/>
          </p:nvSpPr>
          <p:spPr>
            <a:xfrm>
              <a:off x="-1538849" y="5276824"/>
              <a:ext cx="1053040" cy="1027879"/>
            </a:xfrm>
            <a:custGeom>
              <a:rect b="b" l="l" r="r" t="t"/>
              <a:pathLst>
                <a:path extrusionOk="0" h="1756" w="1799">
                  <a:moveTo>
                    <a:pt x="900" y="1"/>
                  </a:moveTo>
                  <a:cubicBezTo>
                    <a:pt x="403" y="1"/>
                    <a:pt x="1" y="391"/>
                    <a:pt x="1" y="876"/>
                  </a:cubicBezTo>
                  <a:cubicBezTo>
                    <a:pt x="1" y="1361"/>
                    <a:pt x="403" y="1755"/>
                    <a:pt x="900" y="1755"/>
                  </a:cubicBezTo>
                  <a:cubicBezTo>
                    <a:pt x="1397" y="1755"/>
                    <a:pt x="1799" y="1361"/>
                    <a:pt x="1799" y="876"/>
                  </a:cubicBezTo>
                  <a:cubicBezTo>
                    <a:pt x="1799" y="391"/>
                    <a:pt x="1397" y="1"/>
                    <a:pt x="900" y="1"/>
                  </a:cubicBezTo>
                  <a:close/>
                </a:path>
              </a:pathLst>
            </a:cu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01" name="Google Shape;2801;p54"/>
          <p:cNvGrpSpPr/>
          <p:nvPr/>
        </p:nvGrpSpPr>
        <p:grpSpPr>
          <a:xfrm>
            <a:off x="8147685" y="6029215"/>
            <a:ext cx="1213983" cy="1130356"/>
            <a:chOff x="-1538849" y="5276824"/>
            <a:chExt cx="1138501" cy="1060073"/>
          </a:xfrm>
        </p:grpSpPr>
        <p:sp>
          <p:nvSpPr>
            <p:cNvPr id="2802" name="Google Shape;2802;p54"/>
            <p:cNvSpPr/>
            <p:nvPr/>
          </p:nvSpPr>
          <p:spPr>
            <a:xfrm>
              <a:off x="-1453388" y="5309018"/>
              <a:ext cx="1053040" cy="1027879"/>
            </a:xfrm>
            <a:custGeom>
              <a:rect b="b" l="l" r="r" t="t"/>
              <a:pathLst>
                <a:path extrusionOk="0" h="1756" w="1799">
                  <a:moveTo>
                    <a:pt x="899" y="1"/>
                  </a:moveTo>
                  <a:cubicBezTo>
                    <a:pt x="403" y="1"/>
                    <a:pt x="0" y="395"/>
                    <a:pt x="0" y="880"/>
                  </a:cubicBezTo>
                  <a:cubicBezTo>
                    <a:pt x="0" y="1365"/>
                    <a:pt x="403" y="1755"/>
                    <a:pt x="899" y="1755"/>
                  </a:cubicBezTo>
                  <a:cubicBezTo>
                    <a:pt x="1396" y="1755"/>
                    <a:pt x="1799" y="1365"/>
                    <a:pt x="1799" y="880"/>
                  </a:cubicBezTo>
                  <a:cubicBezTo>
                    <a:pt x="1799" y="395"/>
                    <a:pt x="1396" y="1"/>
                    <a:pt x="899" y="1"/>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3" name="Google Shape;2803;p54"/>
            <p:cNvSpPr/>
            <p:nvPr/>
          </p:nvSpPr>
          <p:spPr>
            <a:xfrm>
              <a:off x="-1538849" y="5276824"/>
              <a:ext cx="1053040" cy="1027879"/>
            </a:xfrm>
            <a:custGeom>
              <a:rect b="b" l="l" r="r" t="t"/>
              <a:pathLst>
                <a:path extrusionOk="0" h="1756" w="1799">
                  <a:moveTo>
                    <a:pt x="900" y="1"/>
                  </a:moveTo>
                  <a:cubicBezTo>
                    <a:pt x="403" y="1"/>
                    <a:pt x="1" y="391"/>
                    <a:pt x="1" y="876"/>
                  </a:cubicBezTo>
                  <a:cubicBezTo>
                    <a:pt x="1" y="1361"/>
                    <a:pt x="403" y="1755"/>
                    <a:pt x="900" y="1755"/>
                  </a:cubicBezTo>
                  <a:cubicBezTo>
                    <a:pt x="1397" y="1755"/>
                    <a:pt x="1799" y="1361"/>
                    <a:pt x="1799" y="876"/>
                  </a:cubicBezTo>
                  <a:cubicBezTo>
                    <a:pt x="1799" y="391"/>
                    <a:pt x="1397" y="1"/>
                    <a:pt x="900" y="1"/>
                  </a:cubicBezTo>
                  <a:close/>
                </a:path>
              </a:pathLst>
            </a:custGeom>
            <a:solidFill>
              <a:schemeClr val="accent4"/>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04" name="Google Shape;2804;p54"/>
          <p:cNvGrpSpPr/>
          <p:nvPr/>
        </p:nvGrpSpPr>
        <p:grpSpPr>
          <a:xfrm flipH="1" rot="-583790">
            <a:off x="1280219" y="6841712"/>
            <a:ext cx="2827436" cy="1332253"/>
            <a:chOff x="-8551466" y="4497909"/>
            <a:chExt cx="2827481" cy="1332274"/>
          </a:xfrm>
        </p:grpSpPr>
        <p:sp>
          <p:nvSpPr>
            <p:cNvPr id="2805" name="Google Shape;2805;p54"/>
            <p:cNvSpPr/>
            <p:nvPr/>
          </p:nvSpPr>
          <p:spPr>
            <a:xfrm>
              <a:off x="-8214265" y="4615977"/>
              <a:ext cx="2490280" cy="956819"/>
            </a:xfrm>
            <a:custGeom>
              <a:rect b="b" l="l" r="r" t="t"/>
              <a:pathLst>
                <a:path extrusionOk="0" h="2026" w="5273">
                  <a:moveTo>
                    <a:pt x="975" y="0"/>
                  </a:moveTo>
                  <a:cubicBezTo>
                    <a:pt x="686" y="0"/>
                    <a:pt x="399" y="96"/>
                    <a:pt x="186" y="294"/>
                  </a:cubicBezTo>
                  <a:cubicBezTo>
                    <a:pt x="126" y="349"/>
                    <a:pt x="75" y="405"/>
                    <a:pt x="32" y="472"/>
                  </a:cubicBezTo>
                  <a:cubicBezTo>
                    <a:pt x="0" y="520"/>
                    <a:pt x="0" y="586"/>
                    <a:pt x="48" y="626"/>
                  </a:cubicBezTo>
                  <a:cubicBezTo>
                    <a:pt x="66" y="641"/>
                    <a:pt x="91" y="649"/>
                    <a:pt x="117" y="649"/>
                  </a:cubicBezTo>
                  <a:cubicBezTo>
                    <a:pt x="150" y="649"/>
                    <a:pt x="184" y="635"/>
                    <a:pt x="202" y="606"/>
                  </a:cubicBezTo>
                  <a:cubicBezTo>
                    <a:pt x="351" y="381"/>
                    <a:pt x="604" y="247"/>
                    <a:pt x="872" y="223"/>
                  </a:cubicBezTo>
                  <a:cubicBezTo>
                    <a:pt x="907" y="220"/>
                    <a:pt x="942" y="218"/>
                    <a:pt x="977" y="218"/>
                  </a:cubicBezTo>
                  <a:cubicBezTo>
                    <a:pt x="1274" y="218"/>
                    <a:pt x="1555" y="346"/>
                    <a:pt x="1791" y="520"/>
                  </a:cubicBezTo>
                  <a:cubicBezTo>
                    <a:pt x="1937" y="622"/>
                    <a:pt x="2082" y="713"/>
                    <a:pt x="2264" y="717"/>
                  </a:cubicBezTo>
                  <a:cubicBezTo>
                    <a:pt x="2270" y="717"/>
                    <a:pt x="2276" y="717"/>
                    <a:pt x="2282" y="717"/>
                  </a:cubicBezTo>
                  <a:cubicBezTo>
                    <a:pt x="2449" y="717"/>
                    <a:pt x="2613" y="668"/>
                    <a:pt x="2781" y="646"/>
                  </a:cubicBezTo>
                  <a:cubicBezTo>
                    <a:pt x="2863" y="634"/>
                    <a:pt x="2945" y="627"/>
                    <a:pt x="3026" y="627"/>
                  </a:cubicBezTo>
                  <a:cubicBezTo>
                    <a:pt x="3113" y="627"/>
                    <a:pt x="3200" y="635"/>
                    <a:pt x="3285" y="653"/>
                  </a:cubicBezTo>
                  <a:cubicBezTo>
                    <a:pt x="3467" y="689"/>
                    <a:pt x="3624" y="795"/>
                    <a:pt x="3802" y="839"/>
                  </a:cubicBezTo>
                  <a:cubicBezTo>
                    <a:pt x="3894" y="862"/>
                    <a:pt x="3990" y="869"/>
                    <a:pt x="4085" y="869"/>
                  </a:cubicBezTo>
                  <a:cubicBezTo>
                    <a:pt x="4151" y="869"/>
                    <a:pt x="4217" y="865"/>
                    <a:pt x="4283" y="862"/>
                  </a:cubicBezTo>
                  <a:cubicBezTo>
                    <a:pt x="4318" y="861"/>
                    <a:pt x="4355" y="860"/>
                    <a:pt x="4391" y="860"/>
                  </a:cubicBezTo>
                  <a:cubicBezTo>
                    <a:pt x="4508" y="860"/>
                    <a:pt x="4627" y="870"/>
                    <a:pt x="4732" y="917"/>
                  </a:cubicBezTo>
                  <a:cubicBezTo>
                    <a:pt x="4953" y="1020"/>
                    <a:pt x="5076" y="1304"/>
                    <a:pt x="4957" y="1525"/>
                  </a:cubicBezTo>
                  <a:cubicBezTo>
                    <a:pt x="4852" y="1718"/>
                    <a:pt x="4599" y="1807"/>
                    <a:pt x="4380" y="1807"/>
                  </a:cubicBezTo>
                  <a:cubicBezTo>
                    <a:pt x="4362" y="1807"/>
                    <a:pt x="4344" y="1806"/>
                    <a:pt x="4326" y="1805"/>
                  </a:cubicBezTo>
                  <a:cubicBezTo>
                    <a:pt x="3975" y="1781"/>
                    <a:pt x="3664" y="1576"/>
                    <a:pt x="3356" y="1422"/>
                  </a:cubicBezTo>
                  <a:cubicBezTo>
                    <a:pt x="3055" y="1277"/>
                    <a:pt x="2724" y="1169"/>
                    <a:pt x="2384" y="1169"/>
                  </a:cubicBezTo>
                  <a:cubicBezTo>
                    <a:pt x="2373" y="1169"/>
                    <a:pt x="2362" y="1170"/>
                    <a:pt x="2350" y="1170"/>
                  </a:cubicBezTo>
                  <a:cubicBezTo>
                    <a:pt x="2177" y="1177"/>
                    <a:pt x="2015" y="1221"/>
                    <a:pt x="1846" y="1257"/>
                  </a:cubicBezTo>
                  <a:cubicBezTo>
                    <a:pt x="1744" y="1278"/>
                    <a:pt x="1643" y="1291"/>
                    <a:pt x="1540" y="1291"/>
                  </a:cubicBezTo>
                  <a:cubicBezTo>
                    <a:pt x="1472" y="1291"/>
                    <a:pt x="1403" y="1285"/>
                    <a:pt x="1333" y="1272"/>
                  </a:cubicBezTo>
                  <a:cubicBezTo>
                    <a:pt x="1250" y="1257"/>
                    <a:pt x="1172" y="1233"/>
                    <a:pt x="1092" y="1206"/>
                  </a:cubicBezTo>
                  <a:cubicBezTo>
                    <a:pt x="1078" y="1200"/>
                    <a:pt x="1063" y="1197"/>
                    <a:pt x="1050" y="1197"/>
                  </a:cubicBezTo>
                  <a:cubicBezTo>
                    <a:pt x="946" y="1197"/>
                    <a:pt x="891" y="1357"/>
                    <a:pt x="1006" y="1403"/>
                  </a:cubicBezTo>
                  <a:cubicBezTo>
                    <a:pt x="1187" y="1474"/>
                    <a:pt x="1376" y="1509"/>
                    <a:pt x="1566" y="1509"/>
                  </a:cubicBezTo>
                  <a:cubicBezTo>
                    <a:pt x="1755" y="1505"/>
                    <a:pt x="1933" y="1457"/>
                    <a:pt x="2114" y="1419"/>
                  </a:cubicBezTo>
                  <a:cubicBezTo>
                    <a:pt x="2207" y="1400"/>
                    <a:pt x="2300" y="1392"/>
                    <a:pt x="2392" y="1392"/>
                  </a:cubicBezTo>
                  <a:cubicBezTo>
                    <a:pt x="2653" y="1392"/>
                    <a:pt x="2906" y="1461"/>
                    <a:pt x="3151" y="1568"/>
                  </a:cubicBezTo>
                  <a:cubicBezTo>
                    <a:pt x="3506" y="1726"/>
                    <a:pt x="3829" y="1951"/>
                    <a:pt x="4219" y="2014"/>
                  </a:cubicBezTo>
                  <a:cubicBezTo>
                    <a:pt x="4269" y="2021"/>
                    <a:pt x="4320" y="2025"/>
                    <a:pt x="4371" y="2025"/>
                  </a:cubicBezTo>
                  <a:cubicBezTo>
                    <a:pt x="4619" y="2025"/>
                    <a:pt x="4871" y="1938"/>
                    <a:pt x="5047" y="1761"/>
                  </a:cubicBezTo>
                  <a:cubicBezTo>
                    <a:pt x="5272" y="1532"/>
                    <a:pt x="5269" y="1182"/>
                    <a:pt x="5083" y="933"/>
                  </a:cubicBezTo>
                  <a:cubicBezTo>
                    <a:pt x="4981" y="799"/>
                    <a:pt x="4843" y="713"/>
                    <a:pt x="4685" y="673"/>
                  </a:cubicBezTo>
                  <a:cubicBezTo>
                    <a:pt x="4593" y="649"/>
                    <a:pt x="4498" y="643"/>
                    <a:pt x="4404" y="643"/>
                  </a:cubicBezTo>
                  <a:cubicBezTo>
                    <a:pt x="4325" y="643"/>
                    <a:pt x="4246" y="648"/>
                    <a:pt x="4168" y="649"/>
                  </a:cubicBezTo>
                  <a:cubicBezTo>
                    <a:pt x="4138" y="651"/>
                    <a:pt x="4108" y="652"/>
                    <a:pt x="4077" y="652"/>
                  </a:cubicBezTo>
                  <a:cubicBezTo>
                    <a:pt x="4025" y="652"/>
                    <a:pt x="3972" y="649"/>
                    <a:pt x="3920" y="642"/>
                  </a:cubicBezTo>
                  <a:cubicBezTo>
                    <a:pt x="3829" y="626"/>
                    <a:pt x="3746" y="594"/>
                    <a:pt x="3664" y="558"/>
                  </a:cubicBezTo>
                  <a:cubicBezTo>
                    <a:pt x="3486" y="480"/>
                    <a:pt x="3316" y="420"/>
                    <a:pt x="3123" y="413"/>
                  </a:cubicBezTo>
                  <a:cubicBezTo>
                    <a:pt x="3090" y="411"/>
                    <a:pt x="3057" y="410"/>
                    <a:pt x="3024" y="410"/>
                  </a:cubicBezTo>
                  <a:cubicBezTo>
                    <a:pt x="2866" y="410"/>
                    <a:pt x="2712" y="431"/>
                    <a:pt x="2555" y="460"/>
                  </a:cubicBezTo>
                  <a:cubicBezTo>
                    <a:pt x="2464" y="479"/>
                    <a:pt x="2376" y="498"/>
                    <a:pt x="2291" y="498"/>
                  </a:cubicBezTo>
                  <a:cubicBezTo>
                    <a:pt x="2214" y="498"/>
                    <a:pt x="2139" y="483"/>
                    <a:pt x="2062" y="440"/>
                  </a:cubicBezTo>
                  <a:cubicBezTo>
                    <a:pt x="1984" y="393"/>
                    <a:pt x="1913" y="334"/>
                    <a:pt x="1838" y="287"/>
                  </a:cubicBezTo>
                  <a:cubicBezTo>
                    <a:pt x="1759" y="231"/>
                    <a:pt x="1680" y="184"/>
                    <a:pt x="1593" y="145"/>
                  </a:cubicBezTo>
                  <a:cubicBezTo>
                    <a:pt x="1424" y="65"/>
                    <a:pt x="1243" y="14"/>
                    <a:pt x="1057" y="3"/>
                  </a:cubicBezTo>
                  <a:cubicBezTo>
                    <a:pt x="1030" y="1"/>
                    <a:pt x="1003" y="0"/>
                    <a:pt x="975" y="0"/>
                  </a:cubicBezTo>
                  <a:close/>
                </a:path>
              </a:pathLst>
            </a:cu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6" name="Google Shape;2806;p54"/>
            <p:cNvSpPr/>
            <p:nvPr/>
          </p:nvSpPr>
          <p:spPr>
            <a:xfrm>
              <a:off x="-8065499" y="4497909"/>
              <a:ext cx="912898" cy="545944"/>
            </a:xfrm>
            <a:custGeom>
              <a:rect b="b" l="l" r="r" t="t"/>
              <a:pathLst>
                <a:path extrusionOk="0" h="1156" w="1933">
                  <a:moveTo>
                    <a:pt x="612" y="0"/>
                  </a:moveTo>
                  <a:cubicBezTo>
                    <a:pt x="592" y="20"/>
                    <a:pt x="581" y="48"/>
                    <a:pt x="561" y="67"/>
                  </a:cubicBezTo>
                  <a:cubicBezTo>
                    <a:pt x="526" y="119"/>
                    <a:pt x="486" y="170"/>
                    <a:pt x="450" y="221"/>
                  </a:cubicBezTo>
                  <a:cubicBezTo>
                    <a:pt x="415" y="268"/>
                    <a:pt x="384" y="320"/>
                    <a:pt x="352" y="371"/>
                  </a:cubicBezTo>
                  <a:cubicBezTo>
                    <a:pt x="348" y="379"/>
                    <a:pt x="340" y="391"/>
                    <a:pt x="336" y="399"/>
                  </a:cubicBezTo>
                  <a:cubicBezTo>
                    <a:pt x="317" y="399"/>
                    <a:pt x="293" y="367"/>
                    <a:pt x="281" y="355"/>
                  </a:cubicBezTo>
                  <a:cubicBezTo>
                    <a:pt x="237" y="324"/>
                    <a:pt x="190" y="296"/>
                    <a:pt x="147" y="268"/>
                  </a:cubicBezTo>
                  <a:cubicBezTo>
                    <a:pt x="107" y="241"/>
                    <a:pt x="68" y="213"/>
                    <a:pt x="33" y="178"/>
                  </a:cubicBezTo>
                  <a:cubicBezTo>
                    <a:pt x="20" y="170"/>
                    <a:pt x="17" y="162"/>
                    <a:pt x="0" y="162"/>
                  </a:cubicBezTo>
                  <a:lnTo>
                    <a:pt x="0" y="190"/>
                  </a:lnTo>
                  <a:cubicBezTo>
                    <a:pt x="5" y="213"/>
                    <a:pt x="5" y="237"/>
                    <a:pt x="5" y="261"/>
                  </a:cubicBezTo>
                  <a:cubicBezTo>
                    <a:pt x="9" y="328"/>
                    <a:pt x="17" y="399"/>
                    <a:pt x="20" y="466"/>
                  </a:cubicBezTo>
                  <a:cubicBezTo>
                    <a:pt x="24" y="525"/>
                    <a:pt x="36" y="588"/>
                    <a:pt x="53" y="651"/>
                  </a:cubicBezTo>
                  <a:cubicBezTo>
                    <a:pt x="56" y="670"/>
                    <a:pt x="60" y="679"/>
                    <a:pt x="56" y="699"/>
                  </a:cubicBezTo>
                  <a:lnTo>
                    <a:pt x="1026" y="1156"/>
                  </a:lnTo>
                  <a:cubicBezTo>
                    <a:pt x="1132" y="1116"/>
                    <a:pt x="1239" y="1072"/>
                    <a:pt x="1341" y="1021"/>
                  </a:cubicBezTo>
                  <a:cubicBezTo>
                    <a:pt x="1448" y="967"/>
                    <a:pt x="1554" y="907"/>
                    <a:pt x="1657" y="844"/>
                  </a:cubicBezTo>
                  <a:cubicBezTo>
                    <a:pt x="1728" y="805"/>
                    <a:pt x="1799" y="765"/>
                    <a:pt x="1862" y="718"/>
                  </a:cubicBezTo>
                  <a:cubicBezTo>
                    <a:pt x="1886" y="702"/>
                    <a:pt x="1913" y="686"/>
                    <a:pt x="1933" y="663"/>
                  </a:cubicBezTo>
                  <a:cubicBezTo>
                    <a:pt x="1929" y="659"/>
                    <a:pt x="1917" y="659"/>
                    <a:pt x="1913" y="659"/>
                  </a:cubicBezTo>
                  <a:cubicBezTo>
                    <a:pt x="1882" y="659"/>
                    <a:pt x="1851" y="655"/>
                    <a:pt x="1818" y="655"/>
                  </a:cubicBezTo>
                  <a:cubicBezTo>
                    <a:pt x="1806" y="655"/>
                    <a:pt x="1793" y="654"/>
                    <a:pt x="1780" y="654"/>
                  </a:cubicBezTo>
                  <a:cubicBezTo>
                    <a:pt x="1701" y="654"/>
                    <a:pt x="1620" y="663"/>
                    <a:pt x="1538" y="667"/>
                  </a:cubicBezTo>
                  <a:cubicBezTo>
                    <a:pt x="1456" y="670"/>
                    <a:pt x="1373" y="667"/>
                    <a:pt x="1290" y="690"/>
                  </a:cubicBezTo>
                  <a:cubicBezTo>
                    <a:pt x="1270" y="694"/>
                    <a:pt x="1251" y="706"/>
                    <a:pt x="1231" y="710"/>
                  </a:cubicBezTo>
                  <a:lnTo>
                    <a:pt x="1223" y="710"/>
                  </a:lnTo>
                  <a:cubicBezTo>
                    <a:pt x="1219" y="686"/>
                    <a:pt x="1247" y="655"/>
                    <a:pt x="1259" y="635"/>
                  </a:cubicBezTo>
                  <a:cubicBezTo>
                    <a:pt x="1290" y="568"/>
                    <a:pt x="1325" y="501"/>
                    <a:pt x="1361" y="434"/>
                  </a:cubicBezTo>
                  <a:cubicBezTo>
                    <a:pt x="1396" y="359"/>
                    <a:pt x="1440" y="288"/>
                    <a:pt x="1467" y="213"/>
                  </a:cubicBezTo>
                  <a:cubicBezTo>
                    <a:pt x="1476" y="197"/>
                    <a:pt x="1480" y="178"/>
                    <a:pt x="1483" y="158"/>
                  </a:cubicBezTo>
                  <a:cubicBezTo>
                    <a:pt x="1483" y="155"/>
                    <a:pt x="1487" y="150"/>
                    <a:pt x="1483" y="146"/>
                  </a:cubicBezTo>
                  <a:cubicBezTo>
                    <a:pt x="1467" y="146"/>
                    <a:pt x="1448" y="158"/>
                    <a:pt x="1429" y="166"/>
                  </a:cubicBezTo>
                  <a:cubicBezTo>
                    <a:pt x="1393" y="182"/>
                    <a:pt x="1358" y="197"/>
                    <a:pt x="1318" y="209"/>
                  </a:cubicBezTo>
                  <a:cubicBezTo>
                    <a:pt x="1216" y="241"/>
                    <a:pt x="1121" y="296"/>
                    <a:pt x="1023" y="344"/>
                  </a:cubicBezTo>
                  <a:cubicBezTo>
                    <a:pt x="943" y="379"/>
                    <a:pt x="861" y="410"/>
                    <a:pt x="781" y="442"/>
                  </a:cubicBezTo>
                  <a:cubicBezTo>
                    <a:pt x="770" y="446"/>
                    <a:pt x="762" y="454"/>
                    <a:pt x="754" y="454"/>
                  </a:cubicBezTo>
                  <a:cubicBezTo>
                    <a:pt x="746" y="430"/>
                    <a:pt x="739" y="406"/>
                    <a:pt x="730" y="379"/>
                  </a:cubicBezTo>
                  <a:cubicBezTo>
                    <a:pt x="715" y="328"/>
                    <a:pt x="699" y="277"/>
                    <a:pt x="687" y="221"/>
                  </a:cubicBezTo>
                  <a:cubicBezTo>
                    <a:pt x="671" y="162"/>
                    <a:pt x="648" y="107"/>
                    <a:pt x="632" y="48"/>
                  </a:cubicBezTo>
                  <a:cubicBezTo>
                    <a:pt x="628" y="28"/>
                    <a:pt x="624" y="13"/>
                    <a:pt x="612" y="0"/>
                  </a:cubicBezTo>
                  <a:close/>
                </a:path>
              </a:pathLst>
            </a:custGeom>
            <a:solidFill>
              <a:schemeClr val="accen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7" name="Google Shape;2807;p54"/>
            <p:cNvSpPr/>
            <p:nvPr/>
          </p:nvSpPr>
          <p:spPr>
            <a:xfrm>
              <a:off x="-8551466" y="4708541"/>
              <a:ext cx="1322828" cy="1121641"/>
            </a:xfrm>
            <a:custGeom>
              <a:rect b="b" l="l" r="r" t="t"/>
              <a:pathLst>
                <a:path extrusionOk="0" h="2375" w="2801">
                  <a:moveTo>
                    <a:pt x="518" y="0"/>
                  </a:moveTo>
                  <a:cubicBezTo>
                    <a:pt x="501" y="4"/>
                    <a:pt x="501" y="8"/>
                    <a:pt x="498" y="24"/>
                  </a:cubicBezTo>
                  <a:cubicBezTo>
                    <a:pt x="478" y="79"/>
                    <a:pt x="454" y="134"/>
                    <a:pt x="438" y="189"/>
                  </a:cubicBezTo>
                  <a:cubicBezTo>
                    <a:pt x="427" y="237"/>
                    <a:pt x="423" y="288"/>
                    <a:pt x="419" y="335"/>
                  </a:cubicBezTo>
                  <a:cubicBezTo>
                    <a:pt x="414" y="366"/>
                    <a:pt x="411" y="395"/>
                    <a:pt x="403" y="426"/>
                  </a:cubicBezTo>
                  <a:cubicBezTo>
                    <a:pt x="383" y="504"/>
                    <a:pt x="340" y="575"/>
                    <a:pt x="320" y="655"/>
                  </a:cubicBezTo>
                  <a:cubicBezTo>
                    <a:pt x="305" y="721"/>
                    <a:pt x="296" y="785"/>
                    <a:pt x="272" y="848"/>
                  </a:cubicBezTo>
                  <a:cubicBezTo>
                    <a:pt x="257" y="887"/>
                    <a:pt x="241" y="926"/>
                    <a:pt x="230" y="966"/>
                  </a:cubicBezTo>
                  <a:cubicBezTo>
                    <a:pt x="214" y="1005"/>
                    <a:pt x="198" y="1049"/>
                    <a:pt x="186" y="1092"/>
                  </a:cubicBezTo>
                  <a:cubicBezTo>
                    <a:pt x="174" y="1132"/>
                    <a:pt x="163" y="1167"/>
                    <a:pt x="163" y="1203"/>
                  </a:cubicBezTo>
                  <a:cubicBezTo>
                    <a:pt x="163" y="1234"/>
                    <a:pt x="159" y="1258"/>
                    <a:pt x="150" y="1285"/>
                  </a:cubicBezTo>
                  <a:cubicBezTo>
                    <a:pt x="135" y="1329"/>
                    <a:pt x="115" y="1368"/>
                    <a:pt x="103" y="1412"/>
                  </a:cubicBezTo>
                  <a:cubicBezTo>
                    <a:pt x="88" y="1447"/>
                    <a:pt x="76" y="1483"/>
                    <a:pt x="68" y="1518"/>
                  </a:cubicBezTo>
                  <a:cubicBezTo>
                    <a:pt x="52" y="1573"/>
                    <a:pt x="1" y="1731"/>
                    <a:pt x="44" y="1782"/>
                  </a:cubicBezTo>
                  <a:cubicBezTo>
                    <a:pt x="72" y="1818"/>
                    <a:pt x="277" y="1853"/>
                    <a:pt x="328" y="1865"/>
                  </a:cubicBezTo>
                  <a:cubicBezTo>
                    <a:pt x="430" y="1889"/>
                    <a:pt x="529" y="1916"/>
                    <a:pt x="632" y="1936"/>
                  </a:cubicBezTo>
                  <a:cubicBezTo>
                    <a:pt x="916" y="1987"/>
                    <a:pt x="1195" y="2066"/>
                    <a:pt x="1471" y="2149"/>
                  </a:cubicBezTo>
                  <a:cubicBezTo>
                    <a:pt x="1519" y="2164"/>
                    <a:pt x="1562" y="2184"/>
                    <a:pt x="1610" y="2196"/>
                  </a:cubicBezTo>
                  <a:cubicBezTo>
                    <a:pt x="1637" y="2200"/>
                    <a:pt x="1661" y="2204"/>
                    <a:pt x="1688" y="2212"/>
                  </a:cubicBezTo>
                  <a:cubicBezTo>
                    <a:pt x="1732" y="2224"/>
                    <a:pt x="1775" y="2235"/>
                    <a:pt x="1819" y="2244"/>
                  </a:cubicBezTo>
                  <a:cubicBezTo>
                    <a:pt x="1862" y="2255"/>
                    <a:pt x="1910" y="2267"/>
                    <a:pt x="1952" y="2283"/>
                  </a:cubicBezTo>
                  <a:cubicBezTo>
                    <a:pt x="1984" y="2295"/>
                    <a:pt x="2016" y="2302"/>
                    <a:pt x="2047" y="2311"/>
                  </a:cubicBezTo>
                  <a:cubicBezTo>
                    <a:pt x="2087" y="2319"/>
                    <a:pt x="2123" y="2319"/>
                    <a:pt x="2158" y="2322"/>
                  </a:cubicBezTo>
                  <a:cubicBezTo>
                    <a:pt x="2217" y="2330"/>
                    <a:pt x="2276" y="2354"/>
                    <a:pt x="2331" y="2366"/>
                  </a:cubicBezTo>
                  <a:cubicBezTo>
                    <a:pt x="2338" y="2369"/>
                    <a:pt x="2352" y="2374"/>
                    <a:pt x="2359" y="2374"/>
                  </a:cubicBezTo>
                  <a:cubicBezTo>
                    <a:pt x="2361" y="2374"/>
                    <a:pt x="2362" y="2374"/>
                    <a:pt x="2363" y="2373"/>
                  </a:cubicBezTo>
                  <a:cubicBezTo>
                    <a:pt x="2367" y="2370"/>
                    <a:pt x="2367" y="2362"/>
                    <a:pt x="2367" y="2362"/>
                  </a:cubicBezTo>
                  <a:cubicBezTo>
                    <a:pt x="2370" y="2350"/>
                    <a:pt x="2374" y="2338"/>
                    <a:pt x="2378" y="2330"/>
                  </a:cubicBezTo>
                  <a:cubicBezTo>
                    <a:pt x="2394" y="2287"/>
                    <a:pt x="2394" y="2240"/>
                    <a:pt x="2410" y="2196"/>
                  </a:cubicBezTo>
                  <a:cubicBezTo>
                    <a:pt x="2425" y="2133"/>
                    <a:pt x="2461" y="2074"/>
                    <a:pt x="2481" y="2007"/>
                  </a:cubicBezTo>
                  <a:cubicBezTo>
                    <a:pt x="2496" y="1956"/>
                    <a:pt x="2512" y="1900"/>
                    <a:pt x="2525" y="1845"/>
                  </a:cubicBezTo>
                  <a:cubicBezTo>
                    <a:pt x="2540" y="1782"/>
                    <a:pt x="2556" y="1720"/>
                    <a:pt x="2572" y="1656"/>
                  </a:cubicBezTo>
                  <a:cubicBezTo>
                    <a:pt x="2587" y="1597"/>
                    <a:pt x="2603" y="1538"/>
                    <a:pt x="2619" y="1478"/>
                  </a:cubicBezTo>
                  <a:cubicBezTo>
                    <a:pt x="2638" y="1400"/>
                    <a:pt x="2667" y="1321"/>
                    <a:pt x="2686" y="1238"/>
                  </a:cubicBezTo>
                  <a:cubicBezTo>
                    <a:pt x="2714" y="1128"/>
                    <a:pt x="2738" y="1017"/>
                    <a:pt x="2769" y="907"/>
                  </a:cubicBezTo>
                  <a:cubicBezTo>
                    <a:pt x="2776" y="868"/>
                    <a:pt x="2785" y="824"/>
                    <a:pt x="2793" y="785"/>
                  </a:cubicBezTo>
                  <a:cubicBezTo>
                    <a:pt x="2796" y="757"/>
                    <a:pt x="2800" y="730"/>
                    <a:pt x="2800" y="702"/>
                  </a:cubicBezTo>
                  <a:cubicBezTo>
                    <a:pt x="2796" y="679"/>
                    <a:pt x="2776" y="682"/>
                    <a:pt x="2757" y="679"/>
                  </a:cubicBezTo>
                  <a:cubicBezTo>
                    <a:pt x="2729" y="666"/>
                    <a:pt x="2705" y="655"/>
                    <a:pt x="2678" y="646"/>
                  </a:cubicBezTo>
                  <a:cubicBezTo>
                    <a:pt x="2631" y="626"/>
                    <a:pt x="2591" y="599"/>
                    <a:pt x="2544" y="579"/>
                  </a:cubicBezTo>
                  <a:cubicBezTo>
                    <a:pt x="2489" y="560"/>
                    <a:pt x="2434" y="544"/>
                    <a:pt x="2378" y="524"/>
                  </a:cubicBezTo>
                  <a:cubicBezTo>
                    <a:pt x="2316" y="497"/>
                    <a:pt x="2248" y="477"/>
                    <a:pt x="2177" y="457"/>
                  </a:cubicBezTo>
                  <a:cubicBezTo>
                    <a:pt x="2138" y="446"/>
                    <a:pt x="2103" y="433"/>
                    <a:pt x="2063" y="418"/>
                  </a:cubicBezTo>
                  <a:cubicBezTo>
                    <a:pt x="2059" y="398"/>
                    <a:pt x="2055" y="375"/>
                    <a:pt x="2052" y="355"/>
                  </a:cubicBezTo>
                  <a:cubicBezTo>
                    <a:pt x="2047" y="327"/>
                    <a:pt x="2047" y="300"/>
                    <a:pt x="2039" y="272"/>
                  </a:cubicBezTo>
                  <a:cubicBezTo>
                    <a:pt x="2032" y="244"/>
                    <a:pt x="2008" y="233"/>
                    <a:pt x="1984" y="221"/>
                  </a:cubicBezTo>
                  <a:cubicBezTo>
                    <a:pt x="1894" y="173"/>
                    <a:pt x="1799" y="138"/>
                    <a:pt x="1704" y="111"/>
                  </a:cubicBezTo>
                  <a:cubicBezTo>
                    <a:pt x="1613" y="82"/>
                    <a:pt x="1515" y="59"/>
                    <a:pt x="1417" y="51"/>
                  </a:cubicBezTo>
                  <a:cubicBezTo>
                    <a:pt x="1413" y="51"/>
                    <a:pt x="1409" y="51"/>
                    <a:pt x="1405" y="51"/>
                  </a:cubicBezTo>
                  <a:cubicBezTo>
                    <a:pt x="1356" y="51"/>
                    <a:pt x="1327" y="74"/>
                    <a:pt x="1298" y="115"/>
                  </a:cubicBezTo>
                  <a:cubicBezTo>
                    <a:pt x="1278" y="138"/>
                    <a:pt x="1262" y="166"/>
                    <a:pt x="1247" y="193"/>
                  </a:cubicBezTo>
                  <a:cubicBezTo>
                    <a:pt x="1223" y="185"/>
                    <a:pt x="1200" y="177"/>
                    <a:pt x="1171" y="173"/>
                  </a:cubicBezTo>
                  <a:cubicBezTo>
                    <a:pt x="1026" y="130"/>
                    <a:pt x="876" y="91"/>
                    <a:pt x="730" y="40"/>
                  </a:cubicBezTo>
                  <a:cubicBezTo>
                    <a:pt x="687" y="27"/>
                    <a:pt x="640" y="11"/>
                    <a:pt x="592" y="8"/>
                  </a:cubicBezTo>
                  <a:cubicBezTo>
                    <a:pt x="569" y="4"/>
                    <a:pt x="541" y="0"/>
                    <a:pt x="518" y="0"/>
                  </a:cubicBezTo>
                  <a:close/>
                </a:path>
              </a:pathLst>
            </a:custGeom>
            <a:solidFill>
              <a:schemeClr val="dk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8" name="Google Shape;2808;p54"/>
            <p:cNvSpPr/>
            <p:nvPr/>
          </p:nvSpPr>
          <p:spPr>
            <a:xfrm>
              <a:off x="-8121227" y="5035352"/>
              <a:ext cx="502968" cy="420320"/>
            </a:xfrm>
            <a:custGeom>
              <a:rect b="b" l="l" r="r" t="t"/>
              <a:pathLst>
                <a:path extrusionOk="0" h="890" w="1065">
                  <a:moveTo>
                    <a:pt x="519" y="0"/>
                  </a:moveTo>
                  <a:cubicBezTo>
                    <a:pt x="390" y="0"/>
                    <a:pt x="262" y="47"/>
                    <a:pt x="166" y="132"/>
                  </a:cubicBezTo>
                  <a:cubicBezTo>
                    <a:pt x="162" y="136"/>
                    <a:pt x="154" y="144"/>
                    <a:pt x="147" y="152"/>
                  </a:cubicBezTo>
                  <a:cubicBezTo>
                    <a:pt x="16" y="282"/>
                    <a:pt x="0" y="455"/>
                    <a:pt x="67" y="629"/>
                  </a:cubicBezTo>
                  <a:cubicBezTo>
                    <a:pt x="91" y="688"/>
                    <a:pt x="127" y="731"/>
                    <a:pt x="174" y="775"/>
                  </a:cubicBezTo>
                  <a:cubicBezTo>
                    <a:pt x="222" y="818"/>
                    <a:pt x="273" y="834"/>
                    <a:pt x="328" y="857"/>
                  </a:cubicBezTo>
                  <a:cubicBezTo>
                    <a:pt x="387" y="879"/>
                    <a:pt x="445" y="889"/>
                    <a:pt x="500" y="889"/>
                  </a:cubicBezTo>
                  <a:cubicBezTo>
                    <a:pt x="687" y="889"/>
                    <a:pt x="847" y="774"/>
                    <a:pt x="935" y="589"/>
                  </a:cubicBezTo>
                  <a:cubicBezTo>
                    <a:pt x="1065" y="305"/>
                    <a:pt x="844" y="29"/>
                    <a:pt x="560" y="2"/>
                  </a:cubicBezTo>
                  <a:cubicBezTo>
                    <a:pt x="547" y="1"/>
                    <a:pt x="533" y="0"/>
                    <a:pt x="519" y="0"/>
                  </a:cubicBezTo>
                  <a:close/>
                </a:path>
              </a:pathLst>
            </a:cu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9" name="Google Shape;2809;p54"/>
            <p:cNvSpPr/>
            <p:nvPr/>
          </p:nvSpPr>
          <p:spPr>
            <a:xfrm>
              <a:off x="-8078251" y="5076912"/>
              <a:ext cx="385845" cy="331534"/>
            </a:xfrm>
            <a:custGeom>
              <a:rect b="b" l="l" r="r" t="t"/>
              <a:pathLst>
                <a:path extrusionOk="0" h="702" w="817">
                  <a:moveTo>
                    <a:pt x="447" y="0"/>
                  </a:moveTo>
                  <a:cubicBezTo>
                    <a:pt x="321" y="0"/>
                    <a:pt x="199" y="60"/>
                    <a:pt x="127" y="150"/>
                  </a:cubicBezTo>
                  <a:cubicBezTo>
                    <a:pt x="12" y="296"/>
                    <a:pt x="0" y="525"/>
                    <a:pt x="182" y="643"/>
                  </a:cubicBezTo>
                  <a:cubicBezTo>
                    <a:pt x="246" y="683"/>
                    <a:pt x="317" y="701"/>
                    <a:pt x="387" y="701"/>
                  </a:cubicBezTo>
                  <a:cubicBezTo>
                    <a:pt x="485" y="701"/>
                    <a:pt x="582" y="666"/>
                    <a:pt x="655" y="604"/>
                  </a:cubicBezTo>
                  <a:cubicBezTo>
                    <a:pt x="718" y="561"/>
                    <a:pt x="761" y="494"/>
                    <a:pt x="785" y="427"/>
                  </a:cubicBezTo>
                  <a:cubicBezTo>
                    <a:pt x="817" y="343"/>
                    <a:pt x="813" y="257"/>
                    <a:pt x="766" y="178"/>
                  </a:cubicBezTo>
                  <a:cubicBezTo>
                    <a:pt x="726" y="111"/>
                    <a:pt x="659" y="52"/>
                    <a:pt x="580" y="24"/>
                  </a:cubicBezTo>
                  <a:cubicBezTo>
                    <a:pt x="537" y="8"/>
                    <a:pt x="491" y="0"/>
                    <a:pt x="447" y="0"/>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0" name="Google Shape;2810;p54"/>
            <p:cNvSpPr/>
            <p:nvPr/>
          </p:nvSpPr>
          <p:spPr>
            <a:xfrm>
              <a:off x="-7908706" y="4784577"/>
              <a:ext cx="270611" cy="109094"/>
            </a:xfrm>
            <a:custGeom>
              <a:rect b="b" l="l" r="r" t="t"/>
              <a:pathLst>
                <a:path extrusionOk="0" h="231" w="573">
                  <a:moveTo>
                    <a:pt x="8" y="74"/>
                  </a:moveTo>
                  <a:lnTo>
                    <a:pt x="8" y="74"/>
                  </a:lnTo>
                  <a:cubicBezTo>
                    <a:pt x="7" y="74"/>
                    <a:pt x="7" y="75"/>
                    <a:pt x="7" y="78"/>
                  </a:cubicBezTo>
                  <a:lnTo>
                    <a:pt x="7" y="78"/>
                  </a:lnTo>
                  <a:cubicBezTo>
                    <a:pt x="7" y="77"/>
                    <a:pt x="8" y="76"/>
                    <a:pt x="8" y="76"/>
                  </a:cubicBezTo>
                  <a:cubicBezTo>
                    <a:pt x="8" y="75"/>
                    <a:pt x="8" y="74"/>
                    <a:pt x="8" y="74"/>
                  </a:cubicBezTo>
                  <a:close/>
                  <a:moveTo>
                    <a:pt x="118" y="1"/>
                  </a:moveTo>
                  <a:cubicBezTo>
                    <a:pt x="99" y="1"/>
                    <a:pt x="87" y="5"/>
                    <a:pt x="71" y="12"/>
                  </a:cubicBezTo>
                  <a:cubicBezTo>
                    <a:pt x="52" y="24"/>
                    <a:pt x="36" y="36"/>
                    <a:pt x="23" y="60"/>
                  </a:cubicBezTo>
                  <a:cubicBezTo>
                    <a:pt x="20" y="68"/>
                    <a:pt x="8" y="76"/>
                    <a:pt x="8" y="87"/>
                  </a:cubicBezTo>
                  <a:cubicBezTo>
                    <a:pt x="7" y="83"/>
                    <a:pt x="7" y="80"/>
                    <a:pt x="7" y="78"/>
                  </a:cubicBezTo>
                  <a:lnTo>
                    <a:pt x="7" y="78"/>
                  </a:lnTo>
                  <a:cubicBezTo>
                    <a:pt x="0" y="87"/>
                    <a:pt x="5" y="88"/>
                    <a:pt x="16" y="95"/>
                  </a:cubicBezTo>
                  <a:cubicBezTo>
                    <a:pt x="39" y="107"/>
                    <a:pt x="59" y="115"/>
                    <a:pt x="83" y="127"/>
                  </a:cubicBezTo>
                  <a:cubicBezTo>
                    <a:pt x="94" y="134"/>
                    <a:pt x="107" y="143"/>
                    <a:pt x="123" y="150"/>
                  </a:cubicBezTo>
                  <a:cubicBezTo>
                    <a:pt x="142" y="154"/>
                    <a:pt x="162" y="154"/>
                    <a:pt x="181" y="158"/>
                  </a:cubicBezTo>
                  <a:cubicBezTo>
                    <a:pt x="225" y="170"/>
                    <a:pt x="268" y="182"/>
                    <a:pt x="312" y="194"/>
                  </a:cubicBezTo>
                  <a:cubicBezTo>
                    <a:pt x="355" y="201"/>
                    <a:pt x="402" y="214"/>
                    <a:pt x="445" y="221"/>
                  </a:cubicBezTo>
                  <a:cubicBezTo>
                    <a:pt x="462" y="224"/>
                    <a:pt x="489" y="230"/>
                    <a:pt x="512" y="230"/>
                  </a:cubicBezTo>
                  <a:cubicBezTo>
                    <a:pt x="523" y="230"/>
                    <a:pt x="533" y="229"/>
                    <a:pt x="540" y="225"/>
                  </a:cubicBezTo>
                  <a:cubicBezTo>
                    <a:pt x="572" y="205"/>
                    <a:pt x="529" y="134"/>
                    <a:pt x="520" y="111"/>
                  </a:cubicBezTo>
                  <a:cubicBezTo>
                    <a:pt x="509" y="92"/>
                    <a:pt x="505" y="87"/>
                    <a:pt x="485" y="79"/>
                  </a:cubicBezTo>
                  <a:cubicBezTo>
                    <a:pt x="458" y="68"/>
                    <a:pt x="434" y="60"/>
                    <a:pt x="407" y="56"/>
                  </a:cubicBezTo>
                  <a:cubicBezTo>
                    <a:pt x="343" y="40"/>
                    <a:pt x="284" y="16"/>
                    <a:pt x="221" y="8"/>
                  </a:cubicBezTo>
                  <a:cubicBezTo>
                    <a:pt x="189" y="1"/>
                    <a:pt x="154" y="5"/>
                    <a:pt x="118" y="1"/>
                  </a:cubicBezTo>
                  <a:close/>
                </a:path>
              </a:pathLst>
            </a:custGeom>
            <a:solidFill>
              <a:schemeClr val="lt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1" name="Google Shape;2811;p54"/>
            <p:cNvSpPr/>
            <p:nvPr/>
          </p:nvSpPr>
          <p:spPr>
            <a:xfrm>
              <a:off x="-8264325" y="4833221"/>
              <a:ext cx="125152" cy="126568"/>
            </a:xfrm>
            <a:custGeom>
              <a:rect b="b" l="l" r="r" t="t"/>
              <a:pathLst>
                <a:path extrusionOk="0" h="268" w="265">
                  <a:moveTo>
                    <a:pt x="55" y="0"/>
                  </a:moveTo>
                  <a:lnTo>
                    <a:pt x="0" y="213"/>
                  </a:lnTo>
                  <a:lnTo>
                    <a:pt x="209" y="268"/>
                  </a:lnTo>
                  <a:lnTo>
                    <a:pt x="264" y="55"/>
                  </a:lnTo>
                  <a:lnTo>
                    <a:pt x="55" y="0"/>
                  </a:ln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2" name="Google Shape;2812;p54"/>
            <p:cNvSpPr/>
            <p:nvPr/>
          </p:nvSpPr>
          <p:spPr>
            <a:xfrm>
              <a:off x="-8396561" y="5324854"/>
              <a:ext cx="139792" cy="184658"/>
            </a:xfrm>
            <a:custGeom>
              <a:rect b="b" l="l" r="r" t="t"/>
              <a:pathLst>
                <a:path extrusionOk="0" h="391" w="296">
                  <a:moveTo>
                    <a:pt x="86" y="0"/>
                  </a:moveTo>
                  <a:lnTo>
                    <a:pt x="0" y="335"/>
                  </a:lnTo>
                  <a:lnTo>
                    <a:pt x="209" y="391"/>
                  </a:lnTo>
                  <a:lnTo>
                    <a:pt x="296" y="51"/>
                  </a:lnTo>
                  <a:lnTo>
                    <a:pt x="86" y="0"/>
                  </a:lnTo>
                  <a:close/>
                </a:path>
              </a:pathLst>
            </a:custGeom>
            <a:solidFill>
              <a:schemeClr val="accent3"/>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13" name="Google Shape;2813;p54"/>
          <p:cNvSpPr txBox="1"/>
          <p:nvPr/>
        </p:nvSpPr>
        <p:spPr>
          <a:xfrm>
            <a:off x="2524425" y="9677250"/>
            <a:ext cx="5238300" cy="332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en" sz="1700">
                <a:solidFill>
                  <a:schemeClr val="dk1"/>
                </a:solidFill>
                <a:latin typeface="Grandstander"/>
                <a:ea typeface="Grandstander"/>
                <a:cs typeface="Grandstander"/>
                <a:sym typeface="Grandstander"/>
              </a:rPr>
              <a:t>This template has been created by </a:t>
            </a:r>
            <a:r>
              <a:rPr b="1" lang="en" sz="1700">
                <a:solidFill>
                  <a:schemeClr val="dk1"/>
                </a:solidFill>
                <a:uFill>
                  <a:noFill/>
                </a:uFill>
                <a:latin typeface="Grandstander"/>
                <a:ea typeface="Grandstander"/>
                <a:cs typeface="Grandstander"/>
                <a:sym typeface="Grandstander"/>
                <a:hlinkClick r:id="rId3">
                  <a:extLst>
                    <a:ext uri="{A12FA001-AC4F-418D-AE19-62706E023703}">
                      <ahyp:hlinkClr val="tx"/>
                    </a:ext>
                  </a:extLst>
                </a:hlinkClick>
              </a:rPr>
              <a:t>Slidesgo</a:t>
            </a:r>
            <a:endParaRPr sz="1700">
              <a:solidFill>
                <a:schemeClr val="dk1"/>
              </a:solidFill>
              <a:latin typeface="Grandstander"/>
              <a:ea typeface="Grandstander"/>
              <a:cs typeface="Grandstander"/>
              <a:sym typeface="Grandstander"/>
            </a:endParaRPr>
          </a:p>
        </p:txBody>
      </p:sp>
      <p:grpSp>
        <p:nvGrpSpPr>
          <p:cNvPr id="2814" name="Google Shape;2814;p54"/>
          <p:cNvGrpSpPr/>
          <p:nvPr/>
        </p:nvGrpSpPr>
        <p:grpSpPr>
          <a:xfrm>
            <a:off x="8328582" y="6239829"/>
            <a:ext cx="752897" cy="709155"/>
            <a:chOff x="-1578283" y="5085729"/>
            <a:chExt cx="752897" cy="709155"/>
          </a:xfrm>
        </p:grpSpPr>
        <p:sp>
          <p:nvSpPr>
            <p:cNvPr id="2815" name="Google Shape;2815;p54"/>
            <p:cNvSpPr/>
            <p:nvPr/>
          </p:nvSpPr>
          <p:spPr>
            <a:xfrm>
              <a:off x="-1551244" y="5096952"/>
              <a:ext cx="686928" cy="686719"/>
            </a:xfrm>
            <a:custGeom>
              <a:rect b="b" l="l" r="r" t="t"/>
              <a:pathLst>
                <a:path extrusionOk="0" h="13156" w="13160">
                  <a:moveTo>
                    <a:pt x="6580" y="1"/>
                  </a:moveTo>
                  <a:cubicBezTo>
                    <a:pt x="2949" y="1"/>
                    <a:pt x="0" y="2945"/>
                    <a:pt x="0" y="6580"/>
                  </a:cubicBezTo>
                  <a:cubicBezTo>
                    <a:pt x="0" y="10211"/>
                    <a:pt x="2949" y="13156"/>
                    <a:pt x="6580" y="13156"/>
                  </a:cubicBezTo>
                  <a:cubicBezTo>
                    <a:pt x="10214" y="13156"/>
                    <a:pt x="13159" y="10211"/>
                    <a:pt x="13159" y="6580"/>
                  </a:cubicBezTo>
                  <a:cubicBezTo>
                    <a:pt x="13159" y="2945"/>
                    <a:pt x="10214" y="1"/>
                    <a:pt x="658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6" name="Google Shape;2816;p54"/>
            <p:cNvSpPr/>
            <p:nvPr/>
          </p:nvSpPr>
          <p:spPr>
            <a:xfrm>
              <a:off x="-1252619" y="5096952"/>
              <a:ext cx="400412" cy="686928"/>
            </a:xfrm>
            <a:custGeom>
              <a:rect b="b" l="l" r="r" t="t"/>
              <a:pathLst>
                <a:path extrusionOk="0" h="13160" w="7671">
                  <a:moveTo>
                    <a:pt x="859" y="1"/>
                  </a:moveTo>
                  <a:cubicBezTo>
                    <a:pt x="574" y="1"/>
                    <a:pt x="285" y="18"/>
                    <a:pt x="0" y="57"/>
                  </a:cubicBezTo>
                  <a:cubicBezTo>
                    <a:pt x="3276" y="486"/>
                    <a:pt x="5721" y="3276"/>
                    <a:pt x="5721" y="6580"/>
                  </a:cubicBezTo>
                  <a:cubicBezTo>
                    <a:pt x="5721" y="9880"/>
                    <a:pt x="3276" y="12670"/>
                    <a:pt x="0" y="13103"/>
                  </a:cubicBezTo>
                  <a:cubicBezTo>
                    <a:pt x="290" y="13141"/>
                    <a:pt x="578" y="13160"/>
                    <a:pt x="863" y="13160"/>
                  </a:cubicBezTo>
                  <a:cubicBezTo>
                    <a:pt x="4274" y="13160"/>
                    <a:pt x="7190" y="10510"/>
                    <a:pt x="7421" y="7009"/>
                  </a:cubicBezTo>
                  <a:cubicBezTo>
                    <a:pt x="7670" y="3216"/>
                    <a:pt x="4659" y="4"/>
                    <a:pt x="85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7" name="Google Shape;2817;p54"/>
            <p:cNvSpPr/>
            <p:nvPr/>
          </p:nvSpPr>
          <p:spPr>
            <a:xfrm>
              <a:off x="-1431711" y="5246291"/>
              <a:ext cx="373269" cy="537380"/>
            </a:xfrm>
            <a:custGeom>
              <a:rect b="b" l="l" r="r" t="t"/>
              <a:pathLst>
                <a:path extrusionOk="0" h="10295" w="7151">
                  <a:moveTo>
                    <a:pt x="6007" y="0"/>
                  </a:moveTo>
                  <a:cubicBezTo>
                    <a:pt x="3952" y="0"/>
                    <a:pt x="2003" y="1664"/>
                    <a:pt x="2003" y="3719"/>
                  </a:cubicBezTo>
                  <a:lnTo>
                    <a:pt x="2003" y="4008"/>
                  </a:lnTo>
                  <a:lnTo>
                    <a:pt x="1" y="4008"/>
                  </a:lnTo>
                  <a:lnTo>
                    <a:pt x="1" y="6010"/>
                  </a:lnTo>
                  <a:lnTo>
                    <a:pt x="2003" y="6010"/>
                  </a:lnTo>
                  <a:lnTo>
                    <a:pt x="2003" y="9894"/>
                  </a:lnTo>
                  <a:cubicBezTo>
                    <a:pt x="2643" y="10133"/>
                    <a:pt x="3318" y="10267"/>
                    <a:pt x="4005" y="10295"/>
                  </a:cubicBezTo>
                  <a:lnTo>
                    <a:pt x="4005" y="6010"/>
                  </a:lnTo>
                  <a:lnTo>
                    <a:pt x="7150" y="6010"/>
                  </a:lnTo>
                  <a:lnTo>
                    <a:pt x="7150" y="4008"/>
                  </a:lnTo>
                  <a:lnTo>
                    <a:pt x="4005" y="4008"/>
                  </a:lnTo>
                  <a:lnTo>
                    <a:pt x="4005" y="3719"/>
                  </a:lnTo>
                  <a:cubicBezTo>
                    <a:pt x="4005" y="2614"/>
                    <a:pt x="4898" y="2006"/>
                    <a:pt x="6007" y="2006"/>
                  </a:cubicBezTo>
                  <a:lnTo>
                    <a:pt x="7150" y="2006"/>
                  </a:lnTo>
                  <a:lnTo>
                    <a:pt x="7150"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8" name="Google Shape;2818;p54"/>
            <p:cNvSpPr/>
            <p:nvPr/>
          </p:nvSpPr>
          <p:spPr>
            <a:xfrm>
              <a:off x="-1578283" y="5085729"/>
              <a:ext cx="752897" cy="709155"/>
            </a:xfrm>
            <a:custGeom>
              <a:rect b="b" l="l" r="r" t="t"/>
              <a:pathLst>
                <a:path extrusionOk="0" h="13586" w="14424">
                  <a:moveTo>
                    <a:pt x="7101" y="0"/>
                  </a:moveTo>
                  <a:cubicBezTo>
                    <a:pt x="6858" y="0"/>
                    <a:pt x="6614" y="13"/>
                    <a:pt x="6369" y="40"/>
                  </a:cubicBezTo>
                  <a:cubicBezTo>
                    <a:pt x="4325" y="261"/>
                    <a:pt x="2488" y="1394"/>
                    <a:pt x="1380" y="3125"/>
                  </a:cubicBezTo>
                  <a:cubicBezTo>
                    <a:pt x="268" y="4856"/>
                    <a:pt x="1" y="6996"/>
                    <a:pt x="655" y="8948"/>
                  </a:cubicBezTo>
                  <a:cubicBezTo>
                    <a:pt x="1306" y="10898"/>
                    <a:pt x="2809" y="12446"/>
                    <a:pt x="4737" y="13163"/>
                  </a:cubicBezTo>
                  <a:cubicBezTo>
                    <a:pt x="4761" y="13172"/>
                    <a:pt x="4785" y="13176"/>
                    <a:pt x="4810" y="13176"/>
                  </a:cubicBezTo>
                  <a:cubicBezTo>
                    <a:pt x="4875" y="13176"/>
                    <a:pt x="4938" y="13146"/>
                    <a:pt x="4979" y="13090"/>
                  </a:cubicBezTo>
                  <a:cubicBezTo>
                    <a:pt x="5011" y="13051"/>
                    <a:pt x="5025" y="13005"/>
                    <a:pt x="5025" y="12956"/>
                  </a:cubicBezTo>
                  <a:lnTo>
                    <a:pt x="5025" y="9078"/>
                  </a:lnTo>
                  <a:cubicBezTo>
                    <a:pt x="5025" y="8962"/>
                    <a:pt x="4930" y="8864"/>
                    <a:pt x="4811" y="8864"/>
                  </a:cubicBezTo>
                  <a:lnTo>
                    <a:pt x="3023" y="8864"/>
                  </a:lnTo>
                  <a:lnTo>
                    <a:pt x="3023" y="7291"/>
                  </a:lnTo>
                  <a:lnTo>
                    <a:pt x="4811" y="7291"/>
                  </a:lnTo>
                  <a:cubicBezTo>
                    <a:pt x="4927" y="7291"/>
                    <a:pt x="5025" y="7196"/>
                    <a:pt x="5025" y="7076"/>
                  </a:cubicBezTo>
                  <a:lnTo>
                    <a:pt x="5025" y="6791"/>
                  </a:lnTo>
                  <a:cubicBezTo>
                    <a:pt x="5025" y="4923"/>
                    <a:pt x="6795" y="3287"/>
                    <a:pt x="8815" y="3287"/>
                  </a:cubicBezTo>
                  <a:lnTo>
                    <a:pt x="9743" y="3287"/>
                  </a:lnTo>
                  <a:lnTo>
                    <a:pt x="9743" y="4860"/>
                  </a:lnTo>
                  <a:lnTo>
                    <a:pt x="8815" y="4860"/>
                  </a:lnTo>
                  <a:cubicBezTo>
                    <a:pt x="8209" y="4860"/>
                    <a:pt x="7657" y="5036"/>
                    <a:pt x="7263" y="5352"/>
                  </a:cubicBezTo>
                  <a:cubicBezTo>
                    <a:pt x="6827" y="5704"/>
                    <a:pt x="6598" y="6200"/>
                    <a:pt x="6598" y="6791"/>
                  </a:cubicBezTo>
                  <a:lnTo>
                    <a:pt x="6598" y="7076"/>
                  </a:lnTo>
                  <a:cubicBezTo>
                    <a:pt x="6598" y="7196"/>
                    <a:pt x="6693" y="7291"/>
                    <a:pt x="6813" y="7291"/>
                  </a:cubicBezTo>
                  <a:lnTo>
                    <a:pt x="7657" y="7291"/>
                  </a:lnTo>
                  <a:cubicBezTo>
                    <a:pt x="7777" y="7291"/>
                    <a:pt x="7872" y="7196"/>
                    <a:pt x="7872" y="7076"/>
                  </a:cubicBezTo>
                  <a:cubicBezTo>
                    <a:pt x="7872" y="6960"/>
                    <a:pt x="7777" y="6862"/>
                    <a:pt x="7657" y="6862"/>
                  </a:cubicBezTo>
                  <a:lnTo>
                    <a:pt x="7027" y="6862"/>
                  </a:lnTo>
                  <a:lnTo>
                    <a:pt x="7027" y="6791"/>
                  </a:lnTo>
                  <a:cubicBezTo>
                    <a:pt x="7027" y="5683"/>
                    <a:pt x="7988" y="5289"/>
                    <a:pt x="8815" y="5289"/>
                  </a:cubicBezTo>
                  <a:lnTo>
                    <a:pt x="9958" y="5289"/>
                  </a:lnTo>
                  <a:cubicBezTo>
                    <a:pt x="10074" y="5289"/>
                    <a:pt x="10173" y="5194"/>
                    <a:pt x="10173" y="5074"/>
                  </a:cubicBezTo>
                  <a:lnTo>
                    <a:pt x="10173" y="3072"/>
                  </a:lnTo>
                  <a:cubicBezTo>
                    <a:pt x="10173" y="2953"/>
                    <a:pt x="10074" y="2858"/>
                    <a:pt x="9958" y="2858"/>
                  </a:cubicBezTo>
                  <a:lnTo>
                    <a:pt x="8815" y="2858"/>
                  </a:lnTo>
                  <a:cubicBezTo>
                    <a:pt x="7766" y="2858"/>
                    <a:pt x="6704" y="3277"/>
                    <a:pt x="5898" y="4001"/>
                  </a:cubicBezTo>
                  <a:cubicBezTo>
                    <a:pt x="5057" y="4761"/>
                    <a:pt x="4596" y="5750"/>
                    <a:pt x="4596" y="6791"/>
                  </a:cubicBezTo>
                  <a:lnTo>
                    <a:pt x="4596" y="6862"/>
                  </a:lnTo>
                  <a:lnTo>
                    <a:pt x="2809" y="6862"/>
                  </a:lnTo>
                  <a:cubicBezTo>
                    <a:pt x="2689" y="6862"/>
                    <a:pt x="2594" y="6957"/>
                    <a:pt x="2594" y="7076"/>
                  </a:cubicBezTo>
                  <a:lnTo>
                    <a:pt x="2594" y="9078"/>
                  </a:lnTo>
                  <a:cubicBezTo>
                    <a:pt x="2594" y="9198"/>
                    <a:pt x="2689" y="9293"/>
                    <a:pt x="2809" y="9293"/>
                  </a:cubicBezTo>
                  <a:lnTo>
                    <a:pt x="4596" y="9293"/>
                  </a:lnTo>
                  <a:lnTo>
                    <a:pt x="4596" y="12643"/>
                  </a:lnTo>
                  <a:cubicBezTo>
                    <a:pt x="2256" y="11636"/>
                    <a:pt x="740" y="9335"/>
                    <a:pt x="733" y="6791"/>
                  </a:cubicBezTo>
                  <a:cubicBezTo>
                    <a:pt x="733" y="3280"/>
                    <a:pt x="3590" y="427"/>
                    <a:pt x="7098" y="427"/>
                  </a:cubicBezTo>
                  <a:cubicBezTo>
                    <a:pt x="10606" y="427"/>
                    <a:pt x="13459" y="3287"/>
                    <a:pt x="13459" y="6791"/>
                  </a:cubicBezTo>
                  <a:cubicBezTo>
                    <a:pt x="13459" y="10296"/>
                    <a:pt x="10606" y="13153"/>
                    <a:pt x="7098" y="13153"/>
                  </a:cubicBezTo>
                  <a:lnTo>
                    <a:pt x="7024" y="13153"/>
                  </a:lnTo>
                  <a:lnTo>
                    <a:pt x="7024" y="9297"/>
                  </a:lnTo>
                  <a:lnTo>
                    <a:pt x="9958" y="9297"/>
                  </a:lnTo>
                  <a:cubicBezTo>
                    <a:pt x="10074" y="9297"/>
                    <a:pt x="10173" y="9202"/>
                    <a:pt x="10173" y="9082"/>
                  </a:cubicBezTo>
                  <a:lnTo>
                    <a:pt x="10173" y="7080"/>
                  </a:lnTo>
                  <a:cubicBezTo>
                    <a:pt x="10173" y="6960"/>
                    <a:pt x="10074" y="6865"/>
                    <a:pt x="9958" y="6865"/>
                  </a:cubicBezTo>
                  <a:lnTo>
                    <a:pt x="8702" y="6865"/>
                  </a:lnTo>
                  <a:cubicBezTo>
                    <a:pt x="8582" y="6865"/>
                    <a:pt x="8487" y="6960"/>
                    <a:pt x="8487" y="7080"/>
                  </a:cubicBezTo>
                  <a:cubicBezTo>
                    <a:pt x="8487" y="7200"/>
                    <a:pt x="8582" y="7295"/>
                    <a:pt x="8702" y="7295"/>
                  </a:cubicBezTo>
                  <a:lnTo>
                    <a:pt x="9743" y="7295"/>
                  </a:lnTo>
                  <a:lnTo>
                    <a:pt x="9743" y="8867"/>
                  </a:lnTo>
                  <a:lnTo>
                    <a:pt x="6809" y="8867"/>
                  </a:lnTo>
                  <a:cubicBezTo>
                    <a:pt x="6693" y="8867"/>
                    <a:pt x="6594" y="8962"/>
                    <a:pt x="6594" y="9082"/>
                  </a:cubicBezTo>
                  <a:lnTo>
                    <a:pt x="6594" y="13367"/>
                  </a:lnTo>
                  <a:cubicBezTo>
                    <a:pt x="6594" y="13480"/>
                    <a:pt x="6686" y="13575"/>
                    <a:pt x="6802" y="13582"/>
                  </a:cubicBezTo>
                  <a:cubicBezTo>
                    <a:pt x="6908" y="13586"/>
                    <a:pt x="7003" y="13586"/>
                    <a:pt x="7098" y="13586"/>
                  </a:cubicBezTo>
                  <a:cubicBezTo>
                    <a:pt x="9842" y="13586"/>
                    <a:pt x="12319" y="11932"/>
                    <a:pt x="13371" y="9395"/>
                  </a:cubicBezTo>
                  <a:cubicBezTo>
                    <a:pt x="14423" y="6855"/>
                    <a:pt x="13843" y="3935"/>
                    <a:pt x="11900" y="1992"/>
                  </a:cubicBezTo>
                  <a:cubicBezTo>
                    <a:pt x="10621" y="710"/>
                    <a:pt x="8891" y="0"/>
                    <a:pt x="710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19" name="Google Shape;2819;p54"/>
          <p:cNvGrpSpPr/>
          <p:nvPr/>
        </p:nvGrpSpPr>
        <p:grpSpPr>
          <a:xfrm>
            <a:off x="5393021" y="6239817"/>
            <a:ext cx="747739" cy="709164"/>
            <a:chOff x="-1701444" y="3503242"/>
            <a:chExt cx="747739" cy="709164"/>
          </a:xfrm>
        </p:grpSpPr>
        <p:sp>
          <p:nvSpPr>
            <p:cNvPr id="2820" name="Google Shape;2820;p54"/>
            <p:cNvSpPr/>
            <p:nvPr/>
          </p:nvSpPr>
          <p:spPr>
            <a:xfrm>
              <a:off x="-1652586" y="3514412"/>
              <a:ext cx="686710" cy="686710"/>
            </a:xfrm>
            <a:custGeom>
              <a:rect b="b" l="l" r="r" t="t"/>
              <a:pathLst>
                <a:path extrusionOk="0" h="13156" w="13156">
                  <a:moveTo>
                    <a:pt x="6576" y="1"/>
                  </a:moveTo>
                  <a:cubicBezTo>
                    <a:pt x="2945" y="1"/>
                    <a:pt x="0" y="2945"/>
                    <a:pt x="0" y="6580"/>
                  </a:cubicBezTo>
                  <a:cubicBezTo>
                    <a:pt x="0" y="10211"/>
                    <a:pt x="2945" y="13156"/>
                    <a:pt x="6576" y="13156"/>
                  </a:cubicBezTo>
                  <a:cubicBezTo>
                    <a:pt x="10211" y="13156"/>
                    <a:pt x="13156" y="10211"/>
                    <a:pt x="13156" y="6580"/>
                  </a:cubicBezTo>
                  <a:cubicBezTo>
                    <a:pt x="13156" y="2945"/>
                    <a:pt x="10211" y="1"/>
                    <a:pt x="657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1" name="Google Shape;2821;p54"/>
            <p:cNvSpPr/>
            <p:nvPr/>
          </p:nvSpPr>
          <p:spPr>
            <a:xfrm>
              <a:off x="-1353961" y="3514412"/>
              <a:ext cx="400255" cy="686928"/>
            </a:xfrm>
            <a:custGeom>
              <a:rect b="b" l="l" r="r" t="t"/>
              <a:pathLst>
                <a:path extrusionOk="0" h="13160" w="7668">
                  <a:moveTo>
                    <a:pt x="859" y="1"/>
                  </a:moveTo>
                  <a:cubicBezTo>
                    <a:pt x="570" y="1"/>
                    <a:pt x="282" y="18"/>
                    <a:pt x="0" y="57"/>
                  </a:cubicBezTo>
                  <a:cubicBezTo>
                    <a:pt x="3273" y="486"/>
                    <a:pt x="5721" y="3276"/>
                    <a:pt x="5721" y="6580"/>
                  </a:cubicBezTo>
                  <a:cubicBezTo>
                    <a:pt x="5721" y="9880"/>
                    <a:pt x="3273" y="12670"/>
                    <a:pt x="0" y="13103"/>
                  </a:cubicBezTo>
                  <a:cubicBezTo>
                    <a:pt x="291" y="13141"/>
                    <a:pt x="579" y="13160"/>
                    <a:pt x="863" y="13160"/>
                  </a:cubicBezTo>
                  <a:cubicBezTo>
                    <a:pt x="4274" y="13160"/>
                    <a:pt x="7190" y="10510"/>
                    <a:pt x="7417" y="7009"/>
                  </a:cubicBezTo>
                  <a:cubicBezTo>
                    <a:pt x="7667" y="3216"/>
                    <a:pt x="4659" y="4"/>
                    <a:pt x="85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2" name="Google Shape;2822;p54"/>
            <p:cNvSpPr/>
            <p:nvPr/>
          </p:nvSpPr>
          <p:spPr>
            <a:xfrm>
              <a:off x="-1529347" y="3637652"/>
              <a:ext cx="440448" cy="440448"/>
            </a:xfrm>
            <a:custGeom>
              <a:rect b="b" l="l" r="r" t="t"/>
              <a:pathLst>
                <a:path extrusionOk="0" h="8438" w="8438">
                  <a:moveTo>
                    <a:pt x="6654" y="430"/>
                  </a:moveTo>
                  <a:cubicBezTo>
                    <a:pt x="7400" y="430"/>
                    <a:pt x="8005" y="1035"/>
                    <a:pt x="8008" y="1781"/>
                  </a:cubicBezTo>
                  <a:lnTo>
                    <a:pt x="8008" y="6654"/>
                  </a:lnTo>
                  <a:cubicBezTo>
                    <a:pt x="8005" y="7403"/>
                    <a:pt x="7400" y="8005"/>
                    <a:pt x="6654" y="8008"/>
                  </a:cubicBezTo>
                  <a:lnTo>
                    <a:pt x="1781" y="8008"/>
                  </a:lnTo>
                  <a:cubicBezTo>
                    <a:pt x="1035" y="8005"/>
                    <a:pt x="429" y="7403"/>
                    <a:pt x="429" y="6654"/>
                  </a:cubicBezTo>
                  <a:lnTo>
                    <a:pt x="429" y="1781"/>
                  </a:lnTo>
                  <a:cubicBezTo>
                    <a:pt x="429" y="1035"/>
                    <a:pt x="1035" y="430"/>
                    <a:pt x="1781" y="430"/>
                  </a:cubicBezTo>
                  <a:close/>
                  <a:moveTo>
                    <a:pt x="1781" y="0"/>
                  </a:moveTo>
                  <a:cubicBezTo>
                    <a:pt x="795" y="0"/>
                    <a:pt x="0" y="799"/>
                    <a:pt x="0" y="1781"/>
                  </a:cubicBezTo>
                  <a:lnTo>
                    <a:pt x="0" y="6654"/>
                  </a:lnTo>
                  <a:cubicBezTo>
                    <a:pt x="0" y="7639"/>
                    <a:pt x="795" y="8434"/>
                    <a:pt x="1781" y="8438"/>
                  </a:cubicBezTo>
                  <a:lnTo>
                    <a:pt x="6654" y="8438"/>
                  </a:lnTo>
                  <a:cubicBezTo>
                    <a:pt x="7639" y="8434"/>
                    <a:pt x="8434" y="7639"/>
                    <a:pt x="8438" y="6654"/>
                  </a:cubicBezTo>
                  <a:lnTo>
                    <a:pt x="8438" y="1781"/>
                  </a:lnTo>
                  <a:cubicBezTo>
                    <a:pt x="8434" y="799"/>
                    <a:pt x="7639" y="0"/>
                    <a:pt x="665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3" name="Google Shape;2823;p54"/>
            <p:cNvSpPr/>
            <p:nvPr/>
          </p:nvSpPr>
          <p:spPr>
            <a:xfrm>
              <a:off x="-1219707" y="3693452"/>
              <a:ext cx="59715" cy="59923"/>
            </a:xfrm>
            <a:custGeom>
              <a:rect b="b" l="l" r="r" t="t"/>
              <a:pathLst>
                <a:path extrusionOk="0" h="1148" w="1144">
                  <a:moveTo>
                    <a:pt x="574" y="1"/>
                  </a:moveTo>
                  <a:cubicBezTo>
                    <a:pt x="257" y="1"/>
                    <a:pt x="0" y="258"/>
                    <a:pt x="0" y="575"/>
                  </a:cubicBezTo>
                  <a:cubicBezTo>
                    <a:pt x="0" y="891"/>
                    <a:pt x="257" y="1148"/>
                    <a:pt x="574" y="1148"/>
                  </a:cubicBezTo>
                  <a:cubicBezTo>
                    <a:pt x="891" y="1148"/>
                    <a:pt x="1144" y="891"/>
                    <a:pt x="1144" y="575"/>
                  </a:cubicBezTo>
                  <a:cubicBezTo>
                    <a:pt x="1144" y="258"/>
                    <a:pt x="891" y="1"/>
                    <a:pt x="57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4" name="Google Shape;2824;p54"/>
            <p:cNvSpPr/>
            <p:nvPr/>
          </p:nvSpPr>
          <p:spPr>
            <a:xfrm>
              <a:off x="-1701444" y="3503242"/>
              <a:ext cx="747164" cy="709164"/>
            </a:xfrm>
            <a:custGeom>
              <a:rect b="b" l="l" r="r" t="t"/>
              <a:pathLst>
                <a:path extrusionOk="0" h="13586" w="14314">
                  <a:moveTo>
                    <a:pt x="7516" y="429"/>
                  </a:moveTo>
                  <a:cubicBezTo>
                    <a:pt x="11024" y="429"/>
                    <a:pt x="13877" y="3283"/>
                    <a:pt x="13877" y="6794"/>
                  </a:cubicBezTo>
                  <a:cubicBezTo>
                    <a:pt x="13877" y="10302"/>
                    <a:pt x="11024" y="13155"/>
                    <a:pt x="7516" y="13155"/>
                  </a:cubicBezTo>
                  <a:cubicBezTo>
                    <a:pt x="4004" y="13155"/>
                    <a:pt x="1151" y="10302"/>
                    <a:pt x="1151" y="6794"/>
                  </a:cubicBezTo>
                  <a:cubicBezTo>
                    <a:pt x="1151" y="3283"/>
                    <a:pt x="4004" y="429"/>
                    <a:pt x="7516" y="429"/>
                  </a:cubicBezTo>
                  <a:close/>
                  <a:moveTo>
                    <a:pt x="7514" y="1"/>
                  </a:moveTo>
                  <a:cubicBezTo>
                    <a:pt x="6207" y="1"/>
                    <a:pt x="4892" y="377"/>
                    <a:pt x="3741" y="1147"/>
                  </a:cubicBezTo>
                  <a:cubicBezTo>
                    <a:pt x="1045" y="2945"/>
                    <a:pt x="0" y="6400"/>
                    <a:pt x="1239" y="9391"/>
                  </a:cubicBezTo>
                  <a:cubicBezTo>
                    <a:pt x="2307" y="11966"/>
                    <a:pt x="4809" y="13586"/>
                    <a:pt x="7510" y="13586"/>
                  </a:cubicBezTo>
                  <a:cubicBezTo>
                    <a:pt x="7950" y="13586"/>
                    <a:pt x="8394" y="13543"/>
                    <a:pt x="8839" y="13454"/>
                  </a:cubicBezTo>
                  <a:cubicBezTo>
                    <a:pt x="12020" y="12825"/>
                    <a:pt x="14307" y="10035"/>
                    <a:pt x="14307" y="6794"/>
                  </a:cubicBezTo>
                  <a:cubicBezTo>
                    <a:pt x="14314" y="4989"/>
                    <a:pt x="13596" y="3261"/>
                    <a:pt x="12319" y="1991"/>
                  </a:cubicBezTo>
                  <a:cubicBezTo>
                    <a:pt x="11005" y="677"/>
                    <a:pt x="9266" y="1"/>
                    <a:pt x="751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5" name="Google Shape;2825;p54"/>
            <p:cNvSpPr/>
            <p:nvPr/>
          </p:nvSpPr>
          <p:spPr>
            <a:xfrm>
              <a:off x="-1529347" y="3637652"/>
              <a:ext cx="440448" cy="440448"/>
            </a:xfrm>
            <a:custGeom>
              <a:rect b="b" l="l" r="r" t="t"/>
              <a:pathLst>
                <a:path extrusionOk="0" h="8438" w="8438">
                  <a:moveTo>
                    <a:pt x="6654" y="430"/>
                  </a:moveTo>
                  <a:cubicBezTo>
                    <a:pt x="7400" y="430"/>
                    <a:pt x="8005" y="1035"/>
                    <a:pt x="8008" y="1781"/>
                  </a:cubicBezTo>
                  <a:lnTo>
                    <a:pt x="8008" y="6654"/>
                  </a:lnTo>
                  <a:cubicBezTo>
                    <a:pt x="8005" y="7403"/>
                    <a:pt x="7400" y="8005"/>
                    <a:pt x="6654" y="8008"/>
                  </a:cubicBezTo>
                  <a:lnTo>
                    <a:pt x="1781" y="8008"/>
                  </a:lnTo>
                  <a:cubicBezTo>
                    <a:pt x="1035" y="8005"/>
                    <a:pt x="429" y="7403"/>
                    <a:pt x="429" y="6654"/>
                  </a:cubicBezTo>
                  <a:lnTo>
                    <a:pt x="429" y="1781"/>
                  </a:lnTo>
                  <a:cubicBezTo>
                    <a:pt x="429" y="1035"/>
                    <a:pt x="1035" y="430"/>
                    <a:pt x="1781" y="430"/>
                  </a:cubicBezTo>
                  <a:close/>
                  <a:moveTo>
                    <a:pt x="1781" y="0"/>
                  </a:moveTo>
                  <a:cubicBezTo>
                    <a:pt x="795" y="0"/>
                    <a:pt x="0" y="799"/>
                    <a:pt x="0" y="1781"/>
                  </a:cubicBezTo>
                  <a:lnTo>
                    <a:pt x="0" y="6654"/>
                  </a:lnTo>
                  <a:cubicBezTo>
                    <a:pt x="0" y="7639"/>
                    <a:pt x="795" y="8434"/>
                    <a:pt x="1781" y="8438"/>
                  </a:cubicBezTo>
                  <a:lnTo>
                    <a:pt x="6654" y="8438"/>
                  </a:lnTo>
                  <a:cubicBezTo>
                    <a:pt x="7639" y="8434"/>
                    <a:pt x="8434" y="7639"/>
                    <a:pt x="8438" y="6654"/>
                  </a:cubicBezTo>
                  <a:lnTo>
                    <a:pt x="8438" y="1781"/>
                  </a:lnTo>
                  <a:cubicBezTo>
                    <a:pt x="8434" y="799"/>
                    <a:pt x="7639" y="0"/>
                    <a:pt x="665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6" name="Google Shape;2826;p54"/>
            <p:cNvSpPr/>
            <p:nvPr/>
          </p:nvSpPr>
          <p:spPr>
            <a:xfrm>
              <a:off x="-1435860" y="3741840"/>
              <a:ext cx="256032" cy="231760"/>
            </a:xfrm>
            <a:custGeom>
              <a:rect b="b" l="l" r="r" t="t"/>
              <a:pathLst>
                <a:path extrusionOk="0" h="4440" w="4905">
                  <a:moveTo>
                    <a:pt x="2426" y="0"/>
                  </a:moveTo>
                  <a:cubicBezTo>
                    <a:pt x="1830" y="0"/>
                    <a:pt x="1238" y="240"/>
                    <a:pt x="802" y="703"/>
                  </a:cubicBezTo>
                  <a:cubicBezTo>
                    <a:pt x="42" y="1516"/>
                    <a:pt x="0" y="2768"/>
                    <a:pt x="707" y="3627"/>
                  </a:cubicBezTo>
                  <a:cubicBezTo>
                    <a:pt x="1143" y="4158"/>
                    <a:pt x="1780" y="4440"/>
                    <a:pt x="2426" y="4440"/>
                  </a:cubicBezTo>
                  <a:cubicBezTo>
                    <a:pt x="2828" y="4440"/>
                    <a:pt x="3233" y="4331"/>
                    <a:pt x="3596" y="4105"/>
                  </a:cubicBezTo>
                  <a:cubicBezTo>
                    <a:pt x="3712" y="4032"/>
                    <a:pt x="3730" y="3870"/>
                    <a:pt x="3635" y="3775"/>
                  </a:cubicBezTo>
                  <a:lnTo>
                    <a:pt x="3631" y="3771"/>
                  </a:lnTo>
                  <a:cubicBezTo>
                    <a:pt x="3590" y="3730"/>
                    <a:pt x="3536" y="3708"/>
                    <a:pt x="3481" y="3708"/>
                  </a:cubicBezTo>
                  <a:cubicBezTo>
                    <a:pt x="3442" y="3708"/>
                    <a:pt x="3403" y="3719"/>
                    <a:pt x="3367" y="3743"/>
                  </a:cubicBezTo>
                  <a:cubicBezTo>
                    <a:pt x="3084" y="3916"/>
                    <a:pt x="2756" y="4010"/>
                    <a:pt x="2425" y="4010"/>
                  </a:cubicBezTo>
                  <a:cubicBezTo>
                    <a:pt x="2419" y="4010"/>
                    <a:pt x="2413" y="4010"/>
                    <a:pt x="2407" y="4010"/>
                  </a:cubicBezTo>
                  <a:cubicBezTo>
                    <a:pt x="1605" y="4003"/>
                    <a:pt x="904" y="3462"/>
                    <a:pt x="697" y="2687"/>
                  </a:cubicBezTo>
                  <a:cubicBezTo>
                    <a:pt x="489" y="1913"/>
                    <a:pt x="820" y="1094"/>
                    <a:pt x="1510" y="682"/>
                  </a:cubicBezTo>
                  <a:cubicBezTo>
                    <a:pt x="1793" y="514"/>
                    <a:pt x="2109" y="432"/>
                    <a:pt x="2422" y="432"/>
                  </a:cubicBezTo>
                  <a:cubicBezTo>
                    <a:pt x="2871" y="432"/>
                    <a:pt x="3316" y="600"/>
                    <a:pt x="3659" y="925"/>
                  </a:cubicBezTo>
                  <a:cubicBezTo>
                    <a:pt x="4240" y="1477"/>
                    <a:pt x="4381" y="2350"/>
                    <a:pt x="4008" y="3057"/>
                  </a:cubicBezTo>
                  <a:cubicBezTo>
                    <a:pt x="3962" y="3141"/>
                    <a:pt x="3976" y="3243"/>
                    <a:pt x="4043" y="3310"/>
                  </a:cubicBezTo>
                  <a:lnTo>
                    <a:pt x="4046" y="3314"/>
                  </a:lnTo>
                  <a:cubicBezTo>
                    <a:pt x="4087" y="3355"/>
                    <a:pt x="4141" y="3375"/>
                    <a:pt x="4194" y="3375"/>
                  </a:cubicBezTo>
                  <a:cubicBezTo>
                    <a:pt x="4268" y="3375"/>
                    <a:pt x="4342" y="3336"/>
                    <a:pt x="4381" y="3264"/>
                  </a:cubicBezTo>
                  <a:cubicBezTo>
                    <a:pt x="4905" y="2283"/>
                    <a:pt x="4620" y="1062"/>
                    <a:pt x="3716" y="415"/>
                  </a:cubicBezTo>
                  <a:cubicBezTo>
                    <a:pt x="3327" y="136"/>
                    <a:pt x="2875" y="0"/>
                    <a:pt x="242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7" name="Google Shape;2827;p54"/>
            <p:cNvSpPr/>
            <p:nvPr/>
          </p:nvSpPr>
          <p:spPr>
            <a:xfrm>
              <a:off x="-1219707" y="3693452"/>
              <a:ext cx="59715" cy="59923"/>
            </a:xfrm>
            <a:custGeom>
              <a:rect b="b" l="l" r="r" t="t"/>
              <a:pathLst>
                <a:path extrusionOk="0" h="1148" w="1144">
                  <a:moveTo>
                    <a:pt x="574" y="1"/>
                  </a:moveTo>
                  <a:cubicBezTo>
                    <a:pt x="257" y="1"/>
                    <a:pt x="0" y="258"/>
                    <a:pt x="0" y="575"/>
                  </a:cubicBezTo>
                  <a:cubicBezTo>
                    <a:pt x="0" y="891"/>
                    <a:pt x="257" y="1148"/>
                    <a:pt x="574" y="1148"/>
                  </a:cubicBezTo>
                  <a:cubicBezTo>
                    <a:pt x="891" y="1148"/>
                    <a:pt x="1144" y="891"/>
                    <a:pt x="1144" y="575"/>
                  </a:cubicBezTo>
                  <a:cubicBezTo>
                    <a:pt x="1144" y="258"/>
                    <a:pt x="891" y="1"/>
                    <a:pt x="57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28" name="Google Shape;2828;p54"/>
          <p:cNvGrpSpPr/>
          <p:nvPr/>
        </p:nvGrpSpPr>
        <p:grpSpPr>
          <a:xfrm>
            <a:off x="6862206" y="6239817"/>
            <a:ext cx="747530" cy="709164"/>
            <a:chOff x="-847072" y="5754504"/>
            <a:chExt cx="747530" cy="709164"/>
          </a:xfrm>
        </p:grpSpPr>
        <p:sp>
          <p:nvSpPr>
            <p:cNvPr id="2829" name="Google Shape;2829;p54"/>
            <p:cNvSpPr/>
            <p:nvPr/>
          </p:nvSpPr>
          <p:spPr>
            <a:xfrm>
              <a:off x="-798371" y="5765675"/>
              <a:ext cx="686928" cy="686719"/>
            </a:xfrm>
            <a:custGeom>
              <a:rect b="b" l="l" r="r" t="t"/>
              <a:pathLst>
                <a:path extrusionOk="0" h="13156" w="13160">
                  <a:moveTo>
                    <a:pt x="6580" y="1"/>
                  </a:moveTo>
                  <a:cubicBezTo>
                    <a:pt x="2945" y="1"/>
                    <a:pt x="0" y="2945"/>
                    <a:pt x="0" y="6580"/>
                  </a:cubicBezTo>
                  <a:cubicBezTo>
                    <a:pt x="0" y="10211"/>
                    <a:pt x="2945" y="13156"/>
                    <a:pt x="6580" y="13156"/>
                  </a:cubicBezTo>
                  <a:cubicBezTo>
                    <a:pt x="10211" y="13156"/>
                    <a:pt x="13159" y="10211"/>
                    <a:pt x="13159" y="6580"/>
                  </a:cubicBezTo>
                  <a:cubicBezTo>
                    <a:pt x="13159" y="2945"/>
                    <a:pt x="10211" y="1"/>
                    <a:pt x="658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0" name="Google Shape;2830;p54"/>
            <p:cNvSpPr/>
            <p:nvPr/>
          </p:nvSpPr>
          <p:spPr>
            <a:xfrm>
              <a:off x="-499746" y="5765675"/>
              <a:ext cx="400203" cy="686928"/>
            </a:xfrm>
            <a:custGeom>
              <a:rect b="b" l="l" r="r" t="t"/>
              <a:pathLst>
                <a:path extrusionOk="0" h="13160" w="7667">
                  <a:moveTo>
                    <a:pt x="859" y="1"/>
                  </a:moveTo>
                  <a:cubicBezTo>
                    <a:pt x="570" y="1"/>
                    <a:pt x="285" y="18"/>
                    <a:pt x="0" y="57"/>
                  </a:cubicBezTo>
                  <a:cubicBezTo>
                    <a:pt x="3272" y="486"/>
                    <a:pt x="5721" y="3276"/>
                    <a:pt x="5721" y="6580"/>
                  </a:cubicBezTo>
                  <a:cubicBezTo>
                    <a:pt x="5721" y="9880"/>
                    <a:pt x="3272" y="12670"/>
                    <a:pt x="0" y="13103"/>
                  </a:cubicBezTo>
                  <a:cubicBezTo>
                    <a:pt x="290" y="13141"/>
                    <a:pt x="578" y="13160"/>
                    <a:pt x="863" y="13160"/>
                  </a:cubicBezTo>
                  <a:cubicBezTo>
                    <a:pt x="4274" y="13160"/>
                    <a:pt x="7190" y="10510"/>
                    <a:pt x="7421" y="7009"/>
                  </a:cubicBezTo>
                  <a:cubicBezTo>
                    <a:pt x="7667" y="3216"/>
                    <a:pt x="4659" y="4"/>
                    <a:pt x="859"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1" name="Google Shape;2831;p54"/>
            <p:cNvSpPr/>
            <p:nvPr/>
          </p:nvSpPr>
          <p:spPr>
            <a:xfrm>
              <a:off x="-634939" y="6048693"/>
              <a:ext cx="76261" cy="225392"/>
            </a:xfrm>
            <a:custGeom>
              <a:rect b="b" l="l" r="r" t="t"/>
              <a:pathLst>
                <a:path extrusionOk="0" h="4318" w="1461">
                  <a:moveTo>
                    <a:pt x="60" y="0"/>
                  </a:moveTo>
                  <a:cubicBezTo>
                    <a:pt x="29" y="0"/>
                    <a:pt x="0" y="25"/>
                    <a:pt x="0" y="57"/>
                  </a:cubicBezTo>
                  <a:lnTo>
                    <a:pt x="0" y="4261"/>
                  </a:lnTo>
                  <a:cubicBezTo>
                    <a:pt x="0" y="4293"/>
                    <a:pt x="29" y="4318"/>
                    <a:pt x="60" y="4318"/>
                  </a:cubicBezTo>
                  <a:lnTo>
                    <a:pt x="1404" y="4318"/>
                  </a:lnTo>
                  <a:cubicBezTo>
                    <a:pt x="1436" y="4318"/>
                    <a:pt x="1461" y="4293"/>
                    <a:pt x="1461" y="4261"/>
                  </a:cubicBezTo>
                  <a:lnTo>
                    <a:pt x="1461" y="57"/>
                  </a:lnTo>
                  <a:cubicBezTo>
                    <a:pt x="1461" y="25"/>
                    <a:pt x="1436" y="0"/>
                    <a:pt x="140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2" name="Google Shape;2832;p54"/>
            <p:cNvSpPr/>
            <p:nvPr/>
          </p:nvSpPr>
          <p:spPr>
            <a:xfrm>
              <a:off x="-665057" y="5914126"/>
              <a:ext cx="106380" cy="91295"/>
            </a:xfrm>
            <a:custGeom>
              <a:rect b="b" l="l" r="r" t="t"/>
              <a:pathLst>
                <a:path extrusionOk="0" h="1749" w="2038">
                  <a:moveTo>
                    <a:pt x="1160" y="1"/>
                  </a:moveTo>
                  <a:cubicBezTo>
                    <a:pt x="946" y="1"/>
                    <a:pt x="727" y="81"/>
                    <a:pt x="549" y="260"/>
                  </a:cubicBezTo>
                  <a:cubicBezTo>
                    <a:pt x="0" y="809"/>
                    <a:pt x="387" y="1748"/>
                    <a:pt x="1165" y="1748"/>
                  </a:cubicBezTo>
                  <a:cubicBezTo>
                    <a:pt x="1647" y="1748"/>
                    <a:pt x="2038" y="1358"/>
                    <a:pt x="2038" y="876"/>
                  </a:cubicBezTo>
                  <a:cubicBezTo>
                    <a:pt x="2038" y="350"/>
                    <a:pt x="1608" y="1"/>
                    <a:pt x="116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3" name="Google Shape;2833;p54"/>
            <p:cNvSpPr/>
            <p:nvPr/>
          </p:nvSpPr>
          <p:spPr>
            <a:xfrm>
              <a:off x="-485600" y="6048484"/>
              <a:ext cx="240268" cy="225600"/>
            </a:xfrm>
            <a:custGeom>
              <a:rect b="b" l="l" r="r" t="t"/>
              <a:pathLst>
                <a:path extrusionOk="0" h="4322" w="4603">
                  <a:moveTo>
                    <a:pt x="70" y="1"/>
                  </a:moveTo>
                  <a:cubicBezTo>
                    <a:pt x="32" y="1"/>
                    <a:pt x="0" y="33"/>
                    <a:pt x="0" y="71"/>
                  </a:cubicBezTo>
                  <a:lnTo>
                    <a:pt x="0" y="4255"/>
                  </a:lnTo>
                  <a:cubicBezTo>
                    <a:pt x="0" y="4290"/>
                    <a:pt x="32" y="4322"/>
                    <a:pt x="70" y="4322"/>
                  </a:cubicBezTo>
                  <a:lnTo>
                    <a:pt x="1390" y="4322"/>
                  </a:lnTo>
                  <a:cubicBezTo>
                    <a:pt x="1429" y="4322"/>
                    <a:pt x="1460" y="4290"/>
                    <a:pt x="1460" y="4255"/>
                  </a:cubicBezTo>
                  <a:lnTo>
                    <a:pt x="1460" y="2766"/>
                  </a:lnTo>
                  <a:cubicBezTo>
                    <a:pt x="1460" y="2281"/>
                    <a:pt x="1569" y="1461"/>
                    <a:pt x="2301" y="1461"/>
                  </a:cubicBezTo>
                  <a:cubicBezTo>
                    <a:pt x="3036" y="1461"/>
                    <a:pt x="3146" y="2281"/>
                    <a:pt x="3146" y="2766"/>
                  </a:cubicBezTo>
                  <a:lnTo>
                    <a:pt x="3146" y="4255"/>
                  </a:lnTo>
                  <a:cubicBezTo>
                    <a:pt x="3146" y="4290"/>
                    <a:pt x="3177" y="4322"/>
                    <a:pt x="3216" y="4322"/>
                  </a:cubicBezTo>
                  <a:lnTo>
                    <a:pt x="4535" y="4322"/>
                  </a:lnTo>
                  <a:cubicBezTo>
                    <a:pt x="4574" y="4322"/>
                    <a:pt x="4602" y="4290"/>
                    <a:pt x="4602" y="4255"/>
                  </a:cubicBezTo>
                  <a:lnTo>
                    <a:pt x="4602" y="2306"/>
                  </a:lnTo>
                  <a:cubicBezTo>
                    <a:pt x="4602" y="1707"/>
                    <a:pt x="4433" y="1151"/>
                    <a:pt x="4127" y="743"/>
                  </a:cubicBezTo>
                  <a:cubicBezTo>
                    <a:pt x="3761" y="258"/>
                    <a:pt x="3230" y="4"/>
                    <a:pt x="2586" y="4"/>
                  </a:cubicBezTo>
                  <a:cubicBezTo>
                    <a:pt x="2581" y="4"/>
                    <a:pt x="2575" y="4"/>
                    <a:pt x="2569" y="4"/>
                  </a:cubicBezTo>
                  <a:cubicBezTo>
                    <a:pt x="2107" y="4"/>
                    <a:pt x="1656" y="148"/>
                    <a:pt x="1277" y="413"/>
                  </a:cubicBezTo>
                  <a:cubicBezTo>
                    <a:pt x="1265" y="420"/>
                    <a:pt x="1253" y="423"/>
                    <a:pt x="1240" y="423"/>
                  </a:cubicBezTo>
                  <a:cubicBezTo>
                    <a:pt x="1205" y="423"/>
                    <a:pt x="1172" y="396"/>
                    <a:pt x="1172" y="356"/>
                  </a:cubicBezTo>
                  <a:lnTo>
                    <a:pt x="1172" y="71"/>
                  </a:lnTo>
                  <a:cubicBezTo>
                    <a:pt x="1172" y="33"/>
                    <a:pt x="1140" y="1"/>
                    <a:pt x="110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4" name="Google Shape;2834;p54"/>
            <p:cNvSpPr/>
            <p:nvPr/>
          </p:nvSpPr>
          <p:spPr>
            <a:xfrm>
              <a:off x="-847072" y="5754504"/>
              <a:ext cx="747008" cy="709164"/>
            </a:xfrm>
            <a:custGeom>
              <a:rect b="b" l="l" r="r" t="t"/>
              <a:pathLst>
                <a:path extrusionOk="0" h="13586" w="14311">
                  <a:moveTo>
                    <a:pt x="7513" y="429"/>
                  </a:moveTo>
                  <a:cubicBezTo>
                    <a:pt x="11021" y="429"/>
                    <a:pt x="13878" y="3283"/>
                    <a:pt x="13878" y="6794"/>
                  </a:cubicBezTo>
                  <a:cubicBezTo>
                    <a:pt x="13878" y="10302"/>
                    <a:pt x="11021" y="13155"/>
                    <a:pt x="7513" y="13155"/>
                  </a:cubicBezTo>
                  <a:cubicBezTo>
                    <a:pt x="4005" y="13155"/>
                    <a:pt x="1148" y="10302"/>
                    <a:pt x="1148" y="6794"/>
                  </a:cubicBezTo>
                  <a:cubicBezTo>
                    <a:pt x="1148" y="3283"/>
                    <a:pt x="4005" y="429"/>
                    <a:pt x="7513" y="429"/>
                  </a:cubicBezTo>
                  <a:close/>
                  <a:moveTo>
                    <a:pt x="7512" y="1"/>
                  </a:moveTo>
                  <a:cubicBezTo>
                    <a:pt x="6205" y="1"/>
                    <a:pt x="4891" y="377"/>
                    <a:pt x="3741" y="1147"/>
                  </a:cubicBezTo>
                  <a:cubicBezTo>
                    <a:pt x="1046" y="2945"/>
                    <a:pt x="1" y="6400"/>
                    <a:pt x="1239" y="9391"/>
                  </a:cubicBezTo>
                  <a:cubicBezTo>
                    <a:pt x="2304" y="11966"/>
                    <a:pt x="4809" y="13586"/>
                    <a:pt x="7510" y="13586"/>
                  </a:cubicBezTo>
                  <a:cubicBezTo>
                    <a:pt x="7950" y="13586"/>
                    <a:pt x="8395" y="13543"/>
                    <a:pt x="8839" y="13454"/>
                  </a:cubicBezTo>
                  <a:cubicBezTo>
                    <a:pt x="12016" y="12821"/>
                    <a:pt x="14307" y="10035"/>
                    <a:pt x="14307" y="6794"/>
                  </a:cubicBezTo>
                  <a:cubicBezTo>
                    <a:pt x="14310" y="4989"/>
                    <a:pt x="13593" y="3261"/>
                    <a:pt x="12315" y="1991"/>
                  </a:cubicBezTo>
                  <a:cubicBezTo>
                    <a:pt x="11003" y="677"/>
                    <a:pt x="9264" y="1"/>
                    <a:pt x="751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5" name="Google Shape;2835;p54"/>
            <p:cNvSpPr/>
            <p:nvPr/>
          </p:nvSpPr>
          <p:spPr>
            <a:xfrm>
              <a:off x="-645431" y="6038201"/>
              <a:ext cx="97244" cy="246372"/>
            </a:xfrm>
            <a:custGeom>
              <a:rect b="b" l="l" r="r" t="t"/>
              <a:pathLst>
                <a:path extrusionOk="0" h="4720" w="1863">
                  <a:moveTo>
                    <a:pt x="1433" y="430"/>
                  </a:moveTo>
                  <a:lnTo>
                    <a:pt x="1433" y="4290"/>
                  </a:lnTo>
                  <a:lnTo>
                    <a:pt x="430" y="4290"/>
                  </a:lnTo>
                  <a:lnTo>
                    <a:pt x="430" y="430"/>
                  </a:lnTo>
                  <a:close/>
                  <a:moveTo>
                    <a:pt x="216" y="1"/>
                  </a:moveTo>
                  <a:cubicBezTo>
                    <a:pt x="99" y="1"/>
                    <a:pt x="1" y="96"/>
                    <a:pt x="1" y="216"/>
                  </a:cubicBezTo>
                  <a:lnTo>
                    <a:pt x="1" y="4505"/>
                  </a:lnTo>
                  <a:cubicBezTo>
                    <a:pt x="1" y="4624"/>
                    <a:pt x="99" y="4719"/>
                    <a:pt x="216" y="4719"/>
                  </a:cubicBezTo>
                  <a:lnTo>
                    <a:pt x="1648" y="4719"/>
                  </a:lnTo>
                  <a:cubicBezTo>
                    <a:pt x="1767" y="4719"/>
                    <a:pt x="1862" y="4624"/>
                    <a:pt x="1862" y="4505"/>
                  </a:cubicBezTo>
                  <a:lnTo>
                    <a:pt x="1862" y="216"/>
                  </a:lnTo>
                  <a:cubicBezTo>
                    <a:pt x="1862" y="96"/>
                    <a:pt x="1767" y="1"/>
                    <a:pt x="164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6" name="Google Shape;2836;p54"/>
            <p:cNvSpPr/>
            <p:nvPr/>
          </p:nvSpPr>
          <p:spPr>
            <a:xfrm>
              <a:off x="-679203" y="5903791"/>
              <a:ext cx="131016" cy="112068"/>
            </a:xfrm>
            <a:custGeom>
              <a:rect b="b" l="l" r="r" t="t"/>
              <a:pathLst>
                <a:path extrusionOk="0" h="2147" w="2510">
                  <a:moveTo>
                    <a:pt x="1431" y="427"/>
                  </a:moveTo>
                  <a:cubicBezTo>
                    <a:pt x="1762" y="427"/>
                    <a:pt x="2080" y="685"/>
                    <a:pt x="2080" y="1074"/>
                  </a:cubicBezTo>
                  <a:cubicBezTo>
                    <a:pt x="2080" y="1429"/>
                    <a:pt x="1791" y="1717"/>
                    <a:pt x="1436" y="1717"/>
                  </a:cubicBezTo>
                  <a:cubicBezTo>
                    <a:pt x="863" y="1717"/>
                    <a:pt x="574" y="1024"/>
                    <a:pt x="982" y="616"/>
                  </a:cubicBezTo>
                  <a:cubicBezTo>
                    <a:pt x="1113" y="486"/>
                    <a:pt x="1273" y="427"/>
                    <a:pt x="1431" y="427"/>
                  </a:cubicBezTo>
                  <a:close/>
                  <a:moveTo>
                    <a:pt x="1436" y="0"/>
                  </a:moveTo>
                  <a:cubicBezTo>
                    <a:pt x="479" y="0"/>
                    <a:pt x="1" y="1154"/>
                    <a:pt x="676" y="1830"/>
                  </a:cubicBezTo>
                  <a:cubicBezTo>
                    <a:pt x="895" y="2049"/>
                    <a:pt x="1165" y="2147"/>
                    <a:pt x="1429" y="2147"/>
                  </a:cubicBezTo>
                  <a:cubicBezTo>
                    <a:pt x="1980" y="2147"/>
                    <a:pt x="2509" y="1720"/>
                    <a:pt x="2509" y="1074"/>
                  </a:cubicBezTo>
                  <a:cubicBezTo>
                    <a:pt x="2509" y="482"/>
                    <a:pt x="2027" y="0"/>
                    <a:pt x="143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7" name="Google Shape;2837;p54"/>
            <p:cNvSpPr/>
            <p:nvPr/>
          </p:nvSpPr>
          <p:spPr>
            <a:xfrm>
              <a:off x="-496092" y="6038201"/>
              <a:ext cx="261405" cy="246372"/>
            </a:xfrm>
            <a:custGeom>
              <a:rect b="b" l="l" r="r" t="t"/>
              <a:pathLst>
                <a:path extrusionOk="0" h="4720" w="5008">
                  <a:moveTo>
                    <a:pt x="215" y="1"/>
                  </a:moveTo>
                  <a:cubicBezTo>
                    <a:pt x="99" y="1"/>
                    <a:pt x="0" y="96"/>
                    <a:pt x="0" y="216"/>
                  </a:cubicBezTo>
                  <a:lnTo>
                    <a:pt x="0" y="4505"/>
                  </a:lnTo>
                  <a:cubicBezTo>
                    <a:pt x="0" y="4624"/>
                    <a:pt x="99" y="4719"/>
                    <a:pt x="215" y="4719"/>
                  </a:cubicBezTo>
                  <a:lnTo>
                    <a:pt x="1647" y="4719"/>
                  </a:lnTo>
                  <a:cubicBezTo>
                    <a:pt x="1767" y="4719"/>
                    <a:pt x="1862" y="4624"/>
                    <a:pt x="1862" y="4505"/>
                  </a:cubicBezTo>
                  <a:lnTo>
                    <a:pt x="1862" y="2963"/>
                  </a:lnTo>
                  <a:cubicBezTo>
                    <a:pt x="1862" y="2460"/>
                    <a:pt x="1974" y="1859"/>
                    <a:pt x="2506" y="1859"/>
                  </a:cubicBezTo>
                  <a:cubicBezTo>
                    <a:pt x="2900" y="1859"/>
                    <a:pt x="3065" y="2193"/>
                    <a:pt x="3121" y="2573"/>
                  </a:cubicBezTo>
                  <a:cubicBezTo>
                    <a:pt x="3135" y="2678"/>
                    <a:pt x="3227" y="2756"/>
                    <a:pt x="3332" y="2756"/>
                  </a:cubicBezTo>
                  <a:cubicBezTo>
                    <a:pt x="3463" y="2752"/>
                    <a:pt x="3565" y="2636"/>
                    <a:pt x="3544" y="2506"/>
                  </a:cubicBezTo>
                  <a:cubicBezTo>
                    <a:pt x="3434" y="1816"/>
                    <a:pt x="3069" y="1429"/>
                    <a:pt x="2506" y="1429"/>
                  </a:cubicBezTo>
                  <a:cubicBezTo>
                    <a:pt x="1823" y="1429"/>
                    <a:pt x="1432" y="1989"/>
                    <a:pt x="1432" y="2963"/>
                  </a:cubicBezTo>
                  <a:lnTo>
                    <a:pt x="1432" y="4290"/>
                  </a:lnTo>
                  <a:lnTo>
                    <a:pt x="430" y="4290"/>
                  </a:lnTo>
                  <a:lnTo>
                    <a:pt x="430" y="430"/>
                  </a:lnTo>
                  <a:lnTo>
                    <a:pt x="1144" y="430"/>
                  </a:lnTo>
                  <a:lnTo>
                    <a:pt x="1144" y="712"/>
                  </a:lnTo>
                  <a:cubicBezTo>
                    <a:pt x="1144" y="778"/>
                    <a:pt x="1172" y="842"/>
                    <a:pt x="1225" y="884"/>
                  </a:cubicBezTo>
                  <a:cubicBezTo>
                    <a:pt x="1264" y="916"/>
                    <a:pt x="1311" y="932"/>
                    <a:pt x="1359" y="932"/>
                  </a:cubicBezTo>
                  <a:cubicBezTo>
                    <a:pt x="1407" y="932"/>
                    <a:pt x="1455" y="916"/>
                    <a:pt x="1496" y="884"/>
                  </a:cubicBezTo>
                  <a:cubicBezTo>
                    <a:pt x="1858" y="592"/>
                    <a:pt x="2309" y="430"/>
                    <a:pt x="2776" y="430"/>
                  </a:cubicBezTo>
                  <a:cubicBezTo>
                    <a:pt x="2781" y="430"/>
                    <a:pt x="2786" y="430"/>
                    <a:pt x="2791" y="430"/>
                  </a:cubicBezTo>
                  <a:cubicBezTo>
                    <a:pt x="4026" y="430"/>
                    <a:pt x="4578" y="1472"/>
                    <a:pt x="4578" y="2503"/>
                  </a:cubicBezTo>
                  <a:lnTo>
                    <a:pt x="4578" y="4290"/>
                  </a:lnTo>
                  <a:lnTo>
                    <a:pt x="3575" y="4290"/>
                  </a:lnTo>
                  <a:lnTo>
                    <a:pt x="3575" y="3583"/>
                  </a:lnTo>
                  <a:cubicBezTo>
                    <a:pt x="3575" y="3467"/>
                    <a:pt x="3480" y="3372"/>
                    <a:pt x="3364" y="3372"/>
                  </a:cubicBezTo>
                  <a:cubicBezTo>
                    <a:pt x="3245" y="3372"/>
                    <a:pt x="3150" y="3467"/>
                    <a:pt x="3150" y="3583"/>
                  </a:cubicBezTo>
                  <a:lnTo>
                    <a:pt x="3150" y="4505"/>
                  </a:lnTo>
                  <a:cubicBezTo>
                    <a:pt x="3150" y="4624"/>
                    <a:pt x="3245" y="4719"/>
                    <a:pt x="3364" y="4719"/>
                  </a:cubicBezTo>
                  <a:lnTo>
                    <a:pt x="4793" y="4719"/>
                  </a:lnTo>
                  <a:cubicBezTo>
                    <a:pt x="4912" y="4719"/>
                    <a:pt x="5007" y="4624"/>
                    <a:pt x="5007" y="4505"/>
                  </a:cubicBezTo>
                  <a:lnTo>
                    <a:pt x="5007" y="2503"/>
                  </a:lnTo>
                  <a:cubicBezTo>
                    <a:pt x="5007" y="1028"/>
                    <a:pt x="4096" y="1"/>
                    <a:pt x="2791" y="1"/>
                  </a:cubicBezTo>
                  <a:cubicBezTo>
                    <a:pt x="2365" y="1"/>
                    <a:pt x="1946" y="110"/>
                    <a:pt x="1573" y="314"/>
                  </a:cubicBezTo>
                  <a:lnTo>
                    <a:pt x="1573" y="216"/>
                  </a:lnTo>
                  <a:cubicBezTo>
                    <a:pt x="1573" y="96"/>
                    <a:pt x="1478" y="1"/>
                    <a:pt x="135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38" name="Google Shape;2838;p54"/>
          <p:cNvSpPr txBox="1"/>
          <p:nvPr/>
        </p:nvSpPr>
        <p:spPr>
          <a:xfrm>
            <a:off x="10383800" y="1908075"/>
            <a:ext cx="3484200" cy="3166200"/>
          </a:xfrm>
          <a:prstGeom prst="rect">
            <a:avLst/>
          </a:prstGeom>
          <a:solidFill>
            <a:srgbClr val="00C5FF">
              <a:alpha val="51270"/>
            </a:srgbClr>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Grandstander"/>
                <a:ea typeface="Grandstander"/>
                <a:cs typeface="Grandstander"/>
                <a:sym typeface="Grandstander"/>
              </a:rPr>
              <a:t>Instructions</a:t>
            </a:r>
            <a:endParaRPr>
              <a:latin typeface="Grandstander"/>
              <a:ea typeface="Grandstander"/>
              <a:cs typeface="Grandstander"/>
              <a:sym typeface="Grandstander"/>
            </a:endParaRPr>
          </a:p>
          <a:p>
            <a:pPr indent="0" lvl="0" marL="0" rtl="0" algn="l">
              <a:spcBef>
                <a:spcPts val="0"/>
              </a:spcBef>
              <a:spcAft>
                <a:spcPts val="0"/>
              </a:spcAft>
              <a:buNone/>
            </a:pPr>
            <a:r>
              <a:t/>
            </a:r>
            <a:endParaRPr>
              <a:latin typeface="Grandstander"/>
              <a:ea typeface="Grandstander"/>
              <a:cs typeface="Grandstander"/>
              <a:sym typeface="Grandstander"/>
            </a:endParaRPr>
          </a:p>
          <a:p>
            <a:pPr indent="-317500" lvl="0" marL="457200" rtl="0" algn="l">
              <a:spcBef>
                <a:spcPts val="0"/>
              </a:spcBef>
              <a:spcAft>
                <a:spcPts val="0"/>
              </a:spcAft>
              <a:buSzPts val="1400"/>
              <a:buFont typeface="Grandstander"/>
              <a:buChar char="●"/>
            </a:pPr>
            <a:r>
              <a:rPr lang="en">
                <a:latin typeface="Grandstander"/>
                <a:ea typeface="Grandstander"/>
                <a:cs typeface="Grandstander"/>
                <a:sym typeface="Grandstander"/>
              </a:rPr>
              <a:t>There is no need to modify this slide, but you are welcome to do so</a:t>
            </a:r>
            <a:endParaRPr>
              <a:latin typeface="Grandstander"/>
              <a:ea typeface="Grandstander"/>
              <a:cs typeface="Grandstander"/>
              <a:sym typeface="Grandstande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ory of my Life IG Posts for Social Media by Slidesgo">
  <a:themeElements>
    <a:clrScheme name="Simple Light">
      <a:dk1>
        <a:srgbClr val="000000"/>
      </a:dk1>
      <a:lt1>
        <a:srgbClr val="FFFFFF"/>
      </a:lt1>
      <a:dk2>
        <a:srgbClr val="7373FF"/>
      </a:dk2>
      <a:lt2>
        <a:srgbClr val="4CE3B8"/>
      </a:lt2>
      <a:accent1>
        <a:srgbClr val="33AB61"/>
      </a:accent1>
      <a:accent2>
        <a:srgbClr val="63C8D4"/>
      </a:accent2>
      <a:accent3>
        <a:srgbClr val="FD7575"/>
      </a:accent3>
      <a:accent4>
        <a:srgbClr val="FFCC00"/>
      </a:accent4>
      <a:accent5>
        <a:srgbClr val="FFFCE8"/>
      </a:accent5>
      <a:accent6>
        <a:srgbClr val="FFFFFF"/>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